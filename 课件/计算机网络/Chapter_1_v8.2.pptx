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92"/>
  </p:notesMasterIdLst>
  <p:sldIdLst>
    <p:sldId id="960" r:id="rId2"/>
    <p:sldId id="956" r:id="rId3"/>
    <p:sldId id="958" r:id="rId4"/>
    <p:sldId id="957" r:id="rId5"/>
    <p:sldId id="959" r:id="rId6"/>
    <p:sldId id="961" r:id="rId7"/>
    <p:sldId id="962" r:id="rId8"/>
    <p:sldId id="963" r:id="rId9"/>
    <p:sldId id="964" r:id="rId10"/>
    <p:sldId id="965" r:id="rId11"/>
    <p:sldId id="966" r:id="rId12"/>
    <p:sldId id="967" r:id="rId13"/>
    <p:sldId id="969" r:id="rId14"/>
    <p:sldId id="970" r:id="rId15"/>
    <p:sldId id="974" r:id="rId16"/>
    <p:sldId id="973" r:id="rId17"/>
    <p:sldId id="981" r:id="rId18"/>
    <p:sldId id="976" r:id="rId19"/>
    <p:sldId id="975" r:id="rId20"/>
    <p:sldId id="1195" r:id="rId21"/>
    <p:sldId id="977" r:id="rId22"/>
    <p:sldId id="978" r:id="rId23"/>
    <p:sldId id="979" r:id="rId24"/>
    <p:sldId id="980" r:id="rId25"/>
    <p:sldId id="968" r:id="rId26"/>
    <p:sldId id="982" r:id="rId27"/>
    <p:sldId id="985" r:id="rId28"/>
    <p:sldId id="1201" r:id="rId29"/>
    <p:sldId id="1202" r:id="rId30"/>
    <p:sldId id="983" r:id="rId31"/>
    <p:sldId id="1193" r:id="rId32"/>
    <p:sldId id="1194" r:id="rId33"/>
    <p:sldId id="986" r:id="rId34"/>
    <p:sldId id="987" r:id="rId35"/>
    <p:sldId id="988" r:id="rId36"/>
    <p:sldId id="989" r:id="rId37"/>
    <p:sldId id="991" r:id="rId38"/>
    <p:sldId id="992" r:id="rId39"/>
    <p:sldId id="995" r:id="rId40"/>
    <p:sldId id="994" r:id="rId41"/>
    <p:sldId id="996" r:id="rId42"/>
    <p:sldId id="997" r:id="rId43"/>
    <p:sldId id="998" r:id="rId44"/>
    <p:sldId id="999" r:id="rId45"/>
    <p:sldId id="1000" r:id="rId46"/>
    <p:sldId id="1002" r:id="rId47"/>
    <p:sldId id="1003" r:id="rId48"/>
    <p:sldId id="1004" r:id="rId49"/>
    <p:sldId id="1005" r:id="rId50"/>
    <p:sldId id="1006" r:id="rId51"/>
    <p:sldId id="1007" r:id="rId52"/>
    <p:sldId id="1008" r:id="rId53"/>
    <p:sldId id="1009" r:id="rId54"/>
    <p:sldId id="1010" r:id="rId55"/>
    <p:sldId id="1011" r:id="rId56"/>
    <p:sldId id="1012" r:id="rId57"/>
    <p:sldId id="1013" r:id="rId58"/>
    <p:sldId id="1014" r:id="rId59"/>
    <p:sldId id="1015" r:id="rId60"/>
    <p:sldId id="1217" r:id="rId61"/>
    <p:sldId id="1017" r:id="rId62"/>
    <p:sldId id="1021" r:id="rId63"/>
    <p:sldId id="1022" r:id="rId64"/>
    <p:sldId id="1020" r:id="rId65"/>
    <p:sldId id="1206" r:id="rId66"/>
    <p:sldId id="1023" r:id="rId67"/>
    <p:sldId id="1025" r:id="rId68"/>
    <p:sldId id="1026" r:id="rId69"/>
    <p:sldId id="1027" r:id="rId70"/>
    <p:sldId id="1028" r:id="rId71"/>
    <p:sldId id="1029" r:id="rId72"/>
    <p:sldId id="1208" r:id="rId73"/>
    <p:sldId id="1209" r:id="rId74"/>
    <p:sldId id="1216" r:id="rId75"/>
    <p:sldId id="1228" r:id="rId76"/>
    <p:sldId id="1252" r:id="rId77"/>
    <p:sldId id="1030" r:id="rId78"/>
    <p:sldId id="1031" r:id="rId79"/>
    <p:sldId id="1032" r:id="rId80"/>
    <p:sldId id="1033" r:id="rId81"/>
    <p:sldId id="1034" r:id="rId82"/>
    <p:sldId id="1036" r:id="rId83"/>
    <p:sldId id="1035" r:id="rId84"/>
    <p:sldId id="1253" r:id="rId85"/>
    <p:sldId id="1254" r:id="rId86"/>
    <p:sldId id="1037" r:id="rId87"/>
    <p:sldId id="1038" r:id="rId88"/>
    <p:sldId id="1040" r:id="rId89"/>
    <p:sldId id="1212" r:id="rId90"/>
    <p:sldId id="1039" r:id="rId9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96" userDrawn="1">
          <p15:clr>
            <a:srgbClr val="A4A3A4"/>
          </p15:clr>
        </p15:guide>
        <p15:guide id="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3C6CDF"/>
    <a:srgbClr val="9CDFF9"/>
    <a:srgbClr val="B8C2C9"/>
    <a:srgbClr val="D6DCE0"/>
    <a:srgbClr val="0000A3"/>
    <a:srgbClr val="010086"/>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5608"/>
    <p:restoredTop sz="82140" autoAdjust="0"/>
  </p:normalViewPr>
  <p:slideViewPr>
    <p:cSldViewPr snapToGrid="0" snapToObjects="1">
      <p:cViewPr varScale="1">
        <p:scale>
          <a:sx n="103" d="100"/>
          <a:sy n="103" d="100"/>
        </p:scale>
        <p:origin x="576" y="72"/>
      </p:cViewPr>
      <p:guideLst>
        <p:guide orient="horz" pos="96"/>
        <p:guide/>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theme" Target="theme/theme1.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notesMaster" Target="notesMasters/notesMaster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9.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3/7/2024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3" Type="http://schemas.openxmlformats.org/officeDocument/2006/relationships/hyperlink" Target="https://people.cs.umass.edu/~phuthipong/" TargetMode="External"/><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(8.2)Version History</a:t>
            </a:r>
          </a:p>
          <a:p>
            <a:endParaRPr lang="en-US" dirty="0"/>
          </a:p>
          <a:p>
            <a:r>
              <a:rPr lang="en-US" dirty="0"/>
              <a:t>7.2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a:p>
            <a:pPr marL="0" indent="0">
              <a:buFont typeface="Arial" panose="020B0604020202020204" pitchFamily="34" charset="0"/>
              <a:buNone/>
            </a:pPr>
            <a:r>
              <a:rPr lang="en-US" dirty="0"/>
              <a:t>Feb. 2020 (8.0)</a:t>
            </a:r>
          </a:p>
          <a:p>
            <a:pPr marL="171450" indent="-171450">
              <a:buFont typeface="Arial" panose="020B0604020202020204" pitchFamily="34" charset="0"/>
              <a:buChar char="•"/>
            </a:pPr>
            <a:r>
              <a:rPr lang="en-US" dirty="0"/>
              <a:t>a few updates suggest by Catherine Rosenberg (thanks!)</a:t>
            </a:r>
          </a:p>
          <a:p>
            <a:pPr marL="171450" indent="-171450">
              <a:buFont typeface="Arial" panose="020B0604020202020204" pitchFamily="34" charset="0"/>
              <a:buChar char="•"/>
            </a:pPr>
            <a:r>
              <a:rPr lang="en-US" dirty="0"/>
              <a:t>titles in a lighter font</a:t>
            </a:r>
          </a:p>
          <a:p>
            <a:pPr marL="0" indent="0">
              <a:buFontTx/>
              <a:buNone/>
            </a:pPr>
            <a:r>
              <a:rPr lang="en-US" dirty="0"/>
              <a:t>Sept 2020 (8.1)</a:t>
            </a:r>
          </a:p>
          <a:p>
            <a:pPr marL="171450" indent="-171450">
              <a:buFont typeface="Arial" panose="020B0604020202020204" pitchFamily="34" charset="0"/>
              <a:buChar char="•"/>
            </a:pPr>
            <a:r>
              <a:rPr lang="en-US" dirty="0"/>
              <a:t>Added ~7 new slides, in particular: data center slide; routing versus forwarding; security line of defense; several on encapsulation and layers (this section is a lot better now).  Other relative minor changes throughout</a:t>
            </a:r>
          </a:p>
          <a:p>
            <a:pPr marL="0" indent="0">
              <a:buFont typeface="Arial" panose="020B0604020202020204" pitchFamily="34" charset="0"/>
              <a:buNone/>
            </a:pPr>
            <a:r>
              <a:rPr lang="en-US" dirty="0"/>
              <a:t>Feb. 2023 (8.2)</a:t>
            </a:r>
          </a:p>
          <a:p>
            <a:pPr marL="0" indent="0">
              <a:buFont typeface="Arial" panose="020B0604020202020204" pitchFamily="34" charset="0"/>
              <a:buNone/>
            </a:pPr>
            <a:r>
              <a:rPr lang="en-US" dirty="0"/>
              <a:t> few minor updates (mostly speeds, technology details)</a:t>
            </a:r>
          </a:p>
          <a:p>
            <a:pPr marL="0" indent="0">
              <a:buFont typeface="Arial" panose="020B0604020202020204" pitchFamily="34" charset="0"/>
              <a:buNone/>
            </a:pPr>
            <a:endParaRPr lang="en-US" dirty="0"/>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 altLang="zh-CN" sz="2800" dirty="0">
                <a:solidFill>
                  <a:srgbClr val="000000"/>
                </a:solidFill>
                <a:effectLst/>
                <a:latin typeface="Helvetica Neue" panose="02000503000000020004" pitchFamily="2" charset="0"/>
              </a:rPr>
              <a:t>Good afternoon ladies and gentlemen. Today, I would like to talk to you about the Internet and its functions. As we all know, the Internet has become an essential part of our lives, allowing us to communicate with each other and access vast amounts of information from around the world. But have you ever wondered how it all works? In this talk, we will explore the different aspects of the Internet, including its protocols, network edge, access network, physical media, packet and circuit switching, internet structure, performance, security, and history. By the end of this session, you will not only have a better understanding of what the Internet is, but you will also have gained a new vocabulary and feel for networking. So let's begin our journey into the world of computer networking and discover the many wonders it has to offer.</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15547172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21016775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 altLang="zh-CN" dirty="0">
                <a:solidFill>
                  <a:srgbClr val="000000"/>
                </a:solidFill>
                <a:effectLst/>
                <a:latin typeface="Helvetica Neue" panose="02000503000000020004" pitchFamily="2" charset="0"/>
              </a:rPr>
              <a:t>I would like to talk about network architecture, specifically focusing on the layers that make up the network stack. The network architecture is a key concept in computer networking, and the layers of the network stack work together to ensure data is transmitted efficiently and reliably. At the lowest level, we have the physical layer, which is responsible for transmitting raw bits over a communication link. This layer defines the physical and electrical properties of the communication medium and dictates how data is transmitted over these channels. The data link layer is responsible for error-free data transmission between two hosts. It provides services such as framing, error detection, and correction. The network layer is where we find the routing and addressing functionality of the network stack. This layer provides the necessary information to route packets across different networks. The transport layer ensures accurate and reliable end-to-end communication between two hosts. Finally, the application layer provides services that allow users to interact with the network through various applications and protocols. By understanding these layers and how they work together, we can better comprehend the complexities of computer networking and how data is transmitted across the internet. Thank you.</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a:t>
            </a:fld>
            <a:endParaRPr lang="en-US" dirty="0"/>
          </a:p>
        </p:txBody>
      </p:sp>
    </p:spTree>
    <p:extLst>
      <p:ext uri="{BB962C8B-B14F-4D97-AF65-F5344CB8AC3E}">
        <p14:creationId xmlns:p14="http://schemas.microsoft.com/office/powerpoint/2010/main" val="1515831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 altLang="zh-CN" dirty="0">
                <a:solidFill>
                  <a:srgbClr val="000000"/>
                </a:solidFill>
                <a:effectLst/>
                <a:latin typeface="Helvetica Neue" panose="02000503000000020004" pitchFamily="2" charset="0"/>
              </a:rPr>
              <a:t>the network core, which is the backbone of computer networking. The network core provides the infrastructure that enables data transmission across the internet. It consists of high-speed routers, switches, and data centers that interconnect various networks worldwide. The network core uses packet switching to transmit data between hosts and networks. In packet switching, data is divided into packets and routed individually based on the destination address. This method of data transmission allows for more efficient use of network resources and enables effective communication between hosts on different networks. The network core is where the majority of the internet's routing and switching takes place, and it is responsible for ensuring that data is transmitted as efficiently and quickly as possible. It is also where most of the newest innovations in networking are being developed, such as software-defined networking and network function virtualization. Understanding the network core is essential when designing and implementing complex networks that can handle large amounts of data efficiently. In conclusion, the network core is a crucial component of modern computer networking, and its importance will continue to grow as we become more reliant on connectivity and data transmission.</a:t>
            </a:r>
          </a:p>
          <a:p>
            <a:endParaRPr kumimoji="1" lang="zh-CN" altLang="en-US" dirty="0"/>
          </a:p>
        </p:txBody>
      </p:sp>
      <p:sp>
        <p:nvSpPr>
          <p:cNvPr id="4" name="灯片编号占位符 3"/>
          <p:cNvSpPr>
            <a:spLocks noGrp="1"/>
          </p:cNvSpPr>
          <p:nvPr>
            <p:ph type="sldNum" sz="quarter" idx="5"/>
          </p:nvPr>
        </p:nvSpPr>
        <p:spPr/>
        <p:txBody>
          <a:bodyPr/>
          <a:lstStyle/>
          <a:p>
            <a:fld id="{3D91EEAC-CFEF-9647-876F-EABC6B8338D7}" type="slidenum">
              <a:rPr lang="en-US" smtClean="0"/>
              <a:t>5</a:t>
            </a:fld>
            <a:endParaRPr lang="en-US" dirty="0"/>
          </a:p>
        </p:txBody>
      </p:sp>
    </p:spTree>
    <p:extLst>
      <p:ext uri="{BB962C8B-B14F-4D97-AF65-F5344CB8AC3E}">
        <p14:creationId xmlns:p14="http://schemas.microsoft.com/office/powerpoint/2010/main" val="190811734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a:t>
            </a:fld>
            <a:endParaRPr lang="en-US" dirty="0"/>
          </a:p>
        </p:txBody>
      </p:sp>
    </p:spTree>
    <p:extLst>
      <p:ext uri="{BB962C8B-B14F-4D97-AF65-F5344CB8AC3E}">
        <p14:creationId xmlns:p14="http://schemas.microsoft.com/office/powerpoint/2010/main" val="193283702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important points</a:t>
            </a:r>
          </a:p>
          <a:p>
            <a:pPr marL="171450" indent="-171450">
              <a:buFont typeface="Arial" panose="020B0604020202020204" pitchFamily="34" charset="0"/>
              <a:buChar char="•"/>
            </a:pPr>
            <a:r>
              <a:rPr lang="en-US" b="1" dirty="0"/>
              <a:t>distributed</a:t>
            </a:r>
            <a:r>
              <a:rPr lang="en-US" dirty="0"/>
              <a:t> entities, exchanging messages (governed by protocols)</a:t>
            </a:r>
          </a:p>
          <a:p>
            <a:pPr marL="171450" indent="-171450">
              <a:buFont typeface="Arial" panose="020B0604020202020204" pitchFamily="34" charset="0"/>
              <a:buChar char="•"/>
            </a:pPr>
            <a:r>
              <a:rPr lang="en-US" dirty="0"/>
              <a:t>Time going down</a:t>
            </a:r>
          </a:p>
          <a:p>
            <a:pPr marL="171450" indent="-171450">
              <a:buFont typeface="Arial" panose="020B0604020202020204" pitchFamily="34" charset="0"/>
              <a:buChar char="•"/>
            </a:pPr>
            <a:r>
              <a:rPr lang="en-US" dirty="0"/>
              <a:t>go over definition of protocol (showing format, order of messages sent and received, and actions taken)</a:t>
            </a:r>
          </a:p>
          <a:p>
            <a:pPr marL="0" indent="0">
              <a:buFont typeface="Arial" panose="020B0604020202020204" pitchFamily="34" charset="0"/>
              <a:buNone/>
            </a:pPr>
            <a:r>
              <a:rPr lang="en-US" dirty="0"/>
              <a:t>We’ll see these kinds of diagrams a lot</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a:t>
            </a:fld>
            <a:endParaRPr lang="en-US" dirty="0"/>
          </a:p>
        </p:txBody>
      </p:sp>
    </p:spTree>
    <p:extLst>
      <p:ext uri="{BB962C8B-B14F-4D97-AF65-F5344CB8AC3E}">
        <p14:creationId xmlns:p14="http://schemas.microsoft.com/office/powerpoint/2010/main" val="360152266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2001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947826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17121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80530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4523466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716631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153368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43932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63434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907280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915668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660290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719001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332836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69572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a:t>
            </a:fld>
            <a:endParaRPr lang="en-US" dirty="0"/>
          </a:p>
        </p:txBody>
      </p:sp>
    </p:spTree>
    <p:extLst>
      <p:ext uri="{BB962C8B-B14F-4D97-AF65-F5344CB8AC3E}">
        <p14:creationId xmlns:p14="http://schemas.microsoft.com/office/powerpoint/2010/main" val="357169207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056635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6666223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24D04E-AA50-BC46-9B31-7DE1CAAAA3B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703096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24D04E-AA50-BC46-9B31-7DE1CAAAA3B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16921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668320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324076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143634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321516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536340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4788800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567783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76406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75460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974528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726599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873393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61518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13828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008244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403164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46</a:t>
            </a:fld>
            <a:endParaRPr lang="en-US" dirty="0"/>
          </a:p>
        </p:txBody>
      </p:sp>
    </p:spTree>
    <p:extLst>
      <p:ext uri="{BB962C8B-B14F-4D97-AF65-F5344CB8AC3E}">
        <p14:creationId xmlns:p14="http://schemas.microsoft.com/office/powerpoint/2010/main" val="286805944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270700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17502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553814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426317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69548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450601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14016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632017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06940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754852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000923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591198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Segue: from performance to security</a:t>
            </a:r>
          </a:p>
        </p:txBody>
      </p:sp>
      <p:sp>
        <p:nvSpPr>
          <p:cNvPr id="4" name="Slide Number Placeholder 3"/>
          <p:cNvSpPr>
            <a:spLocks noGrp="1"/>
          </p:cNvSpPr>
          <p:nvPr>
            <p:ph type="sldNum" sz="quarter" idx="5"/>
          </p:nvPr>
        </p:nvSpPr>
        <p:spPr/>
        <p:txBody>
          <a:bodyPr/>
          <a:lstStyle/>
          <a:p>
            <a:fld id="{3D91EEAC-CFEF-9647-876F-EABC6B8338D7}" type="slidenum">
              <a:rPr lang="en-US" smtClean="0"/>
              <a:t>59</a:t>
            </a:fld>
            <a:endParaRPr lang="en-US" dirty="0"/>
          </a:p>
        </p:txBody>
      </p:sp>
    </p:spTree>
    <p:extLst>
      <p:ext uri="{BB962C8B-B14F-4D97-AF65-F5344CB8AC3E}">
        <p14:creationId xmlns:p14="http://schemas.microsoft.com/office/powerpoint/2010/main" val="355238844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60</a:t>
            </a:fld>
            <a:endParaRPr lang="en-US" dirty="0"/>
          </a:p>
        </p:txBody>
      </p:sp>
    </p:spTree>
    <p:extLst>
      <p:ext uri="{BB962C8B-B14F-4D97-AF65-F5344CB8AC3E}">
        <p14:creationId xmlns:p14="http://schemas.microsoft.com/office/powerpoint/2010/main" val="118663980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602503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904837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047302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99517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780232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66</a:t>
            </a:fld>
            <a:endParaRPr lang="en-US" dirty="0"/>
          </a:p>
        </p:txBody>
      </p:sp>
    </p:spTree>
    <p:extLst>
      <p:ext uri="{BB962C8B-B14F-4D97-AF65-F5344CB8AC3E}">
        <p14:creationId xmlns:p14="http://schemas.microsoft.com/office/powerpoint/2010/main" val="13316327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32161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6974980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619275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3842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49644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754000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70171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121076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to </a:t>
            </a:r>
            <a:r>
              <a:rPr lang="en-US" dirty="0">
                <a:hlinkClick r:id="rId3"/>
              </a:rPr>
              <a:t>Nikko Bovornkeeratiroj</a:t>
            </a:r>
            <a:r>
              <a:rPr lang="en-US" dirty="0"/>
              <a:t>,  Phuthipong &lt;phuthipong@cs.umass.edu&gt;, for the stacking dolls idea and slides</a:t>
            </a:r>
          </a:p>
        </p:txBody>
      </p:sp>
      <p:sp>
        <p:nvSpPr>
          <p:cNvPr id="4" name="Slide Number Placeholder 3"/>
          <p:cNvSpPr>
            <a:spLocks noGrp="1"/>
          </p:cNvSpPr>
          <p:nvPr>
            <p:ph type="sldNum" sz="quarter" idx="5"/>
          </p:nvPr>
        </p:nvSpPr>
        <p:spPr/>
        <p:txBody>
          <a:bodyPr/>
          <a:lstStyle/>
          <a:p>
            <a:fld id="{3D91EEAC-CFEF-9647-876F-EABC6B8338D7}" type="slidenum">
              <a:rPr lang="en-US" smtClean="0"/>
              <a:t>75</a:t>
            </a:fld>
            <a:endParaRPr lang="en-US" dirty="0"/>
          </a:p>
        </p:txBody>
      </p:sp>
    </p:spTree>
    <p:extLst>
      <p:ext uri="{BB962C8B-B14F-4D97-AF65-F5344CB8AC3E}">
        <p14:creationId xmlns:p14="http://schemas.microsoft.com/office/powerpoint/2010/main" val="5949691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92042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477835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370925736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01504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6185633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583255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28191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462131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D91EEAC-CFEF-9647-876F-EABC6B8338D7}" type="slidenum">
              <a:rPr lang="en-US" smtClean="0"/>
              <a:t>84</a:t>
            </a:fld>
            <a:endParaRPr lang="en-US" dirty="0"/>
          </a:p>
        </p:txBody>
      </p:sp>
    </p:spTree>
    <p:extLst>
      <p:ext uri="{BB962C8B-B14F-4D97-AF65-F5344CB8AC3E}">
        <p14:creationId xmlns:p14="http://schemas.microsoft.com/office/powerpoint/2010/main" val="306419199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86</a:t>
            </a:fld>
            <a:endParaRPr lang="en-US" dirty="0"/>
          </a:p>
        </p:txBody>
      </p:sp>
    </p:spTree>
    <p:extLst>
      <p:ext uri="{BB962C8B-B14F-4D97-AF65-F5344CB8AC3E}">
        <p14:creationId xmlns:p14="http://schemas.microsoft.com/office/powerpoint/2010/main" val="342264913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87</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dirty="0"/>
          </a:p>
        </p:txBody>
      </p:sp>
    </p:spTree>
    <p:extLst>
      <p:ext uri="{BB962C8B-B14F-4D97-AF65-F5344CB8AC3E}">
        <p14:creationId xmlns:p14="http://schemas.microsoft.com/office/powerpoint/2010/main" val="208136319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092260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17439879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atin typeface="+mj-lt"/>
              </a:defRPr>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8.jpeg"/><Relationship Id="rId13" Type="http://schemas.openxmlformats.org/officeDocument/2006/relationships/image" Target="../media/image11.png"/><Relationship Id="rId18" Type="http://schemas.openxmlformats.org/officeDocument/2006/relationships/image" Target="../media/image16.jpeg"/><Relationship Id="rId3" Type="http://schemas.openxmlformats.org/officeDocument/2006/relationships/notesSlide" Target="../notesSlides/notesSlide3.xml"/><Relationship Id="rId21" Type="http://schemas.openxmlformats.org/officeDocument/2006/relationships/image" Target="../media/image19.png"/><Relationship Id="rId7" Type="http://schemas.openxmlformats.org/officeDocument/2006/relationships/image" Target="../media/image7.png"/><Relationship Id="rId12" Type="http://schemas.openxmlformats.org/officeDocument/2006/relationships/image" Target="../media/image10.png"/><Relationship Id="rId17" Type="http://schemas.openxmlformats.org/officeDocument/2006/relationships/image" Target="../media/image15.png"/><Relationship Id="rId2" Type="http://schemas.openxmlformats.org/officeDocument/2006/relationships/slideLayout" Target="../slideLayouts/slideLayout4.xml"/><Relationship Id="rId16" Type="http://schemas.openxmlformats.org/officeDocument/2006/relationships/image" Target="../media/image14.png"/><Relationship Id="rId20" Type="http://schemas.openxmlformats.org/officeDocument/2006/relationships/image" Target="../media/image18.png"/><Relationship Id="rId1" Type="http://schemas.openxmlformats.org/officeDocument/2006/relationships/vmlDrawing" Target="../drawings/vmlDrawing1.vml"/><Relationship Id="rId6" Type="http://schemas.openxmlformats.org/officeDocument/2006/relationships/image" Target="../media/image6.png"/><Relationship Id="rId11" Type="http://schemas.openxmlformats.org/officeDocument/2006/relationships/image" Target="../media/image9.emf"/><Relationship Id="rId5" Type="http://schemas.openxmlformats.org/officeDocument/2006/relationships/image" Target="../media/image5.jpeg"/><Relationship Id="rId15" Type="http://schemas.openxmlformats.org/officeDocument/2006/relationships/image" Target="../media/image13.png"/><Relationship Id="rId10" Type="http://schemas.openxmlformats.org/officeDocument/2006/relationships/image" Target="../media/image3.png"/><Relationship Id="rId19" Type="http://schemas.openxmlformats.org/officeDocument/2006/relationships/image" Target="../media/image17.jpeg"/><Relationship Id="rId4" Type="http://schemas.openxmlformats.org/officeDocument/2006/relationships/image" Target="../media/image4.png"/><Relationship Id="rId9" Type="http://schemas.openxmlformats.org/officeDocument/2006/relationships/oleObject" Target="../embeddings/oleObject1.bin"/><Relationship Id="rId14" Type="http://schemas.openxmlformats.org/officeDocument/2006/relationships/image" Target="../media/image12.png"/><Relationship Id="rId22" Type="http://schemas.openxmlformats.org/officeDocument/2006/relationships/image" Target="../media/image20.png"/></Relationships>
</file>

<file path=ppt/slides/_rels/slide4.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31.png"/><Relationship Id="rId18" Type="http://schemas.openxmlformats.org/officeDocument/2006/relationships/image" Target="../media/image36.png"/><Relationship Id="rId3" Type="http://schemas.openxmlformats.org/officeDocument/2006/relationships/image" Target="../media/image21.png"/><Relationship Id="rId21" Type="http://schemas.openxmlformats.org/officeDocument/2006/relationships/image" Target="../media/image39.png"/><Relationship Id="rId7" Type="http://schemas.openxmlformats.org/officeDocument/2006/relationships/image" Target="../media/image25.png"/><Relationship Id="rId12" Type="http://schemas.openxmlformats.org/officeDocument/2006/relationships/image" Target="../media/image30.png"/><Relationship Id="rId17" Type="http://schemas.openxmlformats.org/officeDocument/2006/relationships/image" Target="../media/image35.png"/><Relationship Id="rId2" Type="http://schemas.openxmlformats.org/officeDocument/2006/relationships/notesSlide" Target="../notesSlides/notesSlide4.xml"/><Relationship Id="rId16" Type="http://schemas.openxmlformats.org/officeDocument/2006/relationships/image" Target="../media/image34.png"/><Relationship Id="rId20" Type="http://schemas.openxmlformats.org/officeDocument/2006/relationships/image" Target="../media/image38.png"/><Relationship Id="rId1" Type="http://schemas.openxmlformats.org/officeDocument/2006/relationships/slideLayout" Target="../slideLayouts/slideLayout3.xml"/><Relationship Id="rId6" Type="http://schemas.openxmlformats.org/officeDocument/2006/relationships/image" Target="../media/image24.jpeg"/><Relationship Id="rId11" Type="http://schemas.openxmlformats.org/officeDocument/2006/relationships/image" Target="../media/image29.png"/><Relationship Id="rId24" Type="http://schemas.openxmlformats.org/officeDocument/2006/relationships/image" Target="../media/image42.png"/><Relationship Id="rId5" Type="http://schemas.openxmlformats.org/officeDocument/2006/relationships/image" Target="../media/image23.png"/><Relationship Id="rId15" Type="http://schemas.openxmlformats.org/officeDocument/2006/relationships/image" Target="../media/image33.png"/><Relationship Id="rId23" Type="http://schemas.openxmlformats.org/officeDocument/2006/relationships/image" Target="../media/image41.png"/><Relationship Id="rId10" Type="http://schemas.openxmlformats.org/officeDocument/2006/relationships/image" Target="../media/image28.png"/><Relationship Id="rId19" Type="http://schemas.openxmlformats.org/officeDocument/2006/relationships/image" Target="../media/image37.png"/><Relationship Id="rId4" Type="http://schemas.openxmlformats.org/officeDocument/2006/relationships/image" Target="../media/image22.png"/><Relationship Id="rId9" Type="http://schemas.openxmlformats.org/officeDocument/2006/relationships/image" Target="../media/image27.png"/><Relationship Id="rId14" Type="http://schemas.openxmlformats.org/officeDocument/2006/relationships/image" Target="../media/image32.png"/><Relationship Id="rId22" Type="http://schemas.openxmlformats.org/officeDocument/2006/relationships/image" Target="../media/image40.png"/></Relationships>
</file>

<file path=ppt/slides/_rels/slide5.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31.png"/><Relationship Id="rId18" Type="http://schemas.openxmlformats.org/officeDocument/2006/relationships/image" Target="../media/image32.png"/><Relationship Id="rId3" Type="http://schemas.openxmlformats.org/officeDocument/2006/relationships/image" Target="../media/image37.png"/><Relationship Id="rId21" Type="http://schemas.openxmlformats.org/officeDocument/2006/relationships/image" Target="../media/image26.png"/><Relationship Id="rId7" Type="http://schemas.openxmlformats.org/officeDocument/2006/relationships/image" Target="../media/image29.png"/><Relationship Id="rId12" Type="http://schemas.openxmlformats.org/officeDocument/2006/relationships/image" Target="../media/image36.png"/><Relationship Id="rId17" Type="http://schemas.openxmlformats.org/officeDocument/2006/relationships/image" Target="../media/image30.png"/><Relationship Id="rId2" Type="http://schemas.openxmlformats.org/officeDocument/2006/relationships/notesSlide" Target="../notesSlides/notesSlide5.xml"/><Relationship Id="rId16" Type="http://schemas.openxmlformats.org/officeDocument/2006/relationships/image" Target="../media/image42.png"/><Relationship Id="rId20"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28.png"/><Relationship Id="rId11" Type="http://schemas.openxmlformats.org/officeDocument/2006/relationships/image" Target="../media/image34.png"/><Relationship Id="rId5" Type="http://schemas.openxmlformats.org/officeDocument/2006/relationships/image" Target="../media/image21.png"/><Relationship Id="rId15" Type="http://schemas.openxmlformats.org/officeDocument/2006/relationships/image" Target="../media/image41.png"/><Relationship Id="rId23" Type="http://schemas.openxmlformats.org/officeDocument/2006/relationships/image" Target="../media/image22.png"/><Relationship Id="rId10" Type="http://schemas.openxmlformats.org/officeDocument/2006/relationships/image" Target="../media/image39.png"/><Relationship Id="rId19" Type="http://schemas.openxmlformats.org/officeDocument/2006/relationships/image" Target="../media/image33.png"/><Relationship Id="rId4" Type="http://schemas.openxmlformats.org/officeDocument/2006/relationships/image" Target="../media/image23.png"/><Relationship Id="rId9" Type="http://schemas.openxmlformats.org/officeDocument/2006/relationships/image" Target="../media/image38.png"/><Relationship Id="rId14" Type="http://schemas.openxmlformats.org/officeDocument/2006/relationships/image" Target="../media/image40.png"/><Relationship Id="rId22" Type="http://schemas.openxmlformats.org/officeDocument/2006/relationships/image" Target="../media/image27.png"/></Relationships>
</file>

<file path=ppt/slides/_rels/slide6.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0.png"/><Relationship Id="rId18" Type="http://schemas.openxmlformats.org/officeDocument/2006/relationships/image" Target="../media/image33.png"/><Relationship Id="rId3" Type="http://schemas.openxmlformats.org/officeDocument/2006/relationships/image" Target="../media/image23.png"/><Relationship Id="rId21" Type="http://schemas.openxmlformats.org/officeDocument/2006/relationships/image" Target="../media/image27.png"/><Relationship Id="rId7" Type="http://schemas.openxmlformats.org/officeDocument/2006/relationships/image" Target="../media/image35.png"/><Relationship Id="rId12" Type="http://schemas.openxmlformats.org/officeDocument/2006/relationships/image" Target="../media/image31.png"/><Relationship Id="rId17" Type="http://schemas.openxmlformats.org/officeDocument/2006/relationships/image" Target="../media/image32.png"/><Relationship Id="rId2" Type="http://schemas.openxmlformats.org/officeDocument/2006/relationships/image" Target="../media/image37.png"/><Relationship Id="rId16" Type="http://schemas.openxmlformats.org/officeDocument/2006/relationships/image" Target="../media/image30.png"/><Relationship Id="rId20" Type="http://schemas.openxmlformats.org/officeDocument/2006/relationships/image" Target="../media/image26.png"/><Relationship Id="rId1" Type="http://schemas.openxmlformats.org/officeDocument/2006/relationships/slideLayout" Target="../slideLayouts/slideLayout2.xml"/><Relationship Id="rId6" Type="http://schemas.openxmlformats.org/officeDocument/2006/relationships/image" Target="../media/image29.png"/><Relationship Id="rId11" Type="http://schemas.openxmlformats.org/officeDocument/2006/relationships/image" Target="../media/image36.png"/><Relationship Id="rId5" Type="http://schemas.openxmlformats.org/officeDocument/2006/relationships/image" Target="../media/image28.png"/><Relationship Id="rId15" Type="http://schemas.openxmlformats.org/officeDocument/2006/relationships/image" Target="../media/image42.png"/><Relationship Id="rId10" Type="http://schemas.openxmlformats.org/officeDocument/2006/relationships/image" Target="../media/image34.png"/><Relationship Id="rId19" Type="http://schemas.openxmlformats.org/officeDocument/2006/relationships/image" Target="../media/image25.png"/><Relationship Id="rId4" Type="http://schemas.openxmlformats.org/officeDocument/2006/relationships/image" Target="../media/image21.png"/><Relationship Id="rId9" Type="http://schemas.openxmlformats.org/officeDocument/2006/relationships/image" Target="../media/image39.png"/><Relationship Id="rId14" Type="http://schemas.openxmlformats.org/officeDocument/2006/relationships/image" Target="../media/image41.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xml"/><Relationship Id="rId1" Type="http://schemas.openxmlformats.org/officeDocument/2006/relationships/slideLayout" Target="../slideLayouts/slideLayout2.xml"/><Relationship Id="rId5" Type="http://schemas.openxmlformats.org/officeDocument/2006/relationships/image" Target="../media/image45.png"/><Relationship Id="rId4" Type="http://schemas.openxmlformats.org/officeDocument/2006/relationships/image" Target="../media/image44.png"/></Relationships>
</file>

<file path=ppt/slides/_rels/slide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36.png"/><Relationship Id="rId18" Type="http://schemas.openxmlformats.org/officeDocument/2006/relationships/image" Target="../media/image30.png"/><Relationship Id="rId3" Type="http://schemas.openxmlformats.org/officeDocument/2006/relationships/image" Target="../media/image37.png"/><Relationship Id="rId21" Type="http://schemas.openxmlformats.org/officeDocument/2006/relationships/image" Target="../media/image25.png"/><Relationship Id="rId7" Type="http://schemas.openxmlformats.org/officeDocument/2006/relationships/image" Target="../media/image28.png"/><Relationship Id="rId12" Type="http://schemas.openxmlformats.org/officeDocument/2006/relationships/image" Target="../media/image34.png"/><Relationship Id="rId17" Type="http://schemas.openxmlformats.org/officeDocument/2006/relationships/image" Target="../media/image42.png"/><Relationship Id="rId2" Type="http://schemas.openxmlformats.org/officeDocument/2006/relationships/notesSlide" Target="../notesSlides/notesSlide9.xml"/><Relationship Id="rId16" Type="http://schemas.openxmlformats.org/officeDocument/2006/relationships/image" Target="../media/image41.png"/><Relationship Id="rId20" Type="http://schemas.openxmlformats.org/officeDocument/2006/relationships/image" Target="../media/image33.png"/><Relationship Id="rId1" Type="http://schemas.openxmlformats.org/officeDocument/2006/relationships/slideLayout" Target="../slideLayouts/slideLayout3.xml"/><Relationship Id="rId6" Type="http://schemas.openxmlformats.org/officeDocument/2006/relationships/image" Target="../media/image22.png"/><Relationship Id="rId11" Type="http://schemas.openxmlformats.org/officeDocument/2006/relationships/image" Target="../media/image39.png"/><Relationship Id="rId5" Type="http://schemas.openxmlformats.org/officeDocument/2006/relationships/image" Target="../media/image21.png"/><Relationship Id="rId15" Type="http://schemas.openxmlformats.org/officeDocument/2006/relationships/image" Target="../media/image40.png"/><Relationship Id="rId23" Type="http://schemas.openxmlformats.org/officeDocument/2006/relationships/image" Target="../media/image27.png"/><Relationship Id="rId10" Type="http://schemas.openxmlformats.org/officeDocument/2006/relationships/image" Target="../media/image38.png"/><Relationship Id="rId19" Type="http://schemas.openxmlformats.org/officeDocument/2006/relationships/image" Target="../media/image32.png"/><Relationship Id="rId4" Type="http://schemas.openxmlformats.org/officeDocument/2006/relationships/image" Target="../media/image23.png"/><Relationship Id="rId9" Type="http://schemas.openxmlformats.org/officeDocument/2006/relationships/image" Target="../media/image35.png"/><Relationship Id="rId14" Type="http://schemas.openxmlformats.org/officeDocument/2006/relationships/image" Target="../media/image31.png"/><Relationship Id="rId22" Type="http://schemas.openxmlformats.org/officeDocument/2006/relationships/image" Target="../media/image26.png"/></Relationships>
</file>

<file path=ppt/slides/_rels/slide11.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32.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10.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25.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3.png"/></Relationships>
</file>

<file path=ppt/slides/_rels/slide12.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32.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11.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25.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3.png"/></Relationships>
</file>

<file path=ppt/slides/_rels/slide13.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32.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12.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25.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3.png"/></Relationships>
</file>

<file path=ppt/slides/_rels/slide1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45.png"/><Relationship Id="rId5" Type="http://schemas.openxmlformats.org/officeDocument/2006/relationships/image" Target="../media/image48.png"/><Relationship Id="rId4" Type="http://schemas.openxmlformats.org/officeDocument/2006/relationships/image" Target="../media/image47.png"/></Relationships>
</file>

<file path=ppt/slides/_rels/slide1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45.png"/><Relationship Id="rId5" Type="http://schemas.openxmlformats.org/officeDocument/2006/relationships/image" Target="../media/image48.png"/><Relationship Id="rId4" Type="http://schemas.openxmlformats.org/officeDocument/2006/relationships/image" Target="../media/image47.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3.xml"/><Relationship Id="rId1" Type="http://schemas.openxmlformats.org/officeDocument/2006/relationships/vmlDrawing" Target="../drawings/vmlDrawing2.vml"/><Relationship Id="rId6" Type="http://schemas.openxmlformats.org/officeDocument/2006/relationships/image" Target="../media/image45.png"/><Relationship Id="rId5" Type="http://schemas.openxmlformats.org/officeDocument/2006/relationships/image" Target="../media/image49.emf"/><Relationship Id="rId4" Type="http://schemas.openxmlformats.org/officeDocument/2006/relationships/oleObject" Target="../embeddings/oleObject2.bin"/></Relationships>
</file>

<file path=ppt/slides/_rels/slide17.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22.png"/><Relationship Id="rId7" Type="http://schemas.openxmlformats.org/officeDocument/2006/relationships/image" Target="../media/image53.png"/><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6.png"/><Relationship Id="rId5" Type="http://schemas.openxmlformats.org/officeDocument/2006/relationships/image" Target="../media/image51.png"/><Relationship Id="rId10" Type="http://schemas.openxmlformats.org/officeDocument/2006/relationships/image" Target="../media/image55.png"/><Relationship Id="rId4" Type="http://schemas.openxmlformats.org/officeDocument/2006/relationships/image" Target="../media/image50.png"/><Relationship Id="rId9" Type="http://schemas.openxmlformats.org/officeDocument/2006/relationships/image" Target="../media/image45.png"/></Relationships>
</file>

<file path=ppt/slides/_rels/slide18.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21.png"/><Relationship Id="rId3" Type="http://schemas.openxmlformats.org/officeDocument/2006/relationships/image" Target="../media/image22.png"/><Relationship Id="rId7" Type="http://schemas.openxmlformats.org/officeDocument/2006/relationships/image" Target="../media/image59.png"/><Relationship Id="rId12" Type="http://schemas.openxmlformats.org/officeDocument/2006/relationships/image" Target="../media/image62.png"/><Relationship Id="rId2" Type="http://schemas.openxmlformats.org/officeDocument/2006/relationships/notesSlide" Target="../notesSlides/notesSlide17.xml"/><Relationship Id="rId16" Type="http://schemas.openxmlformats.org/officeDocument/2006/relationships/image" Target="../media/image65.png"/><Relationship Id="rId1" Type="http://schemas.openxmlformats.org/officeDocument/2006/relationships/slideLayout" Target="../slideLayouts/slideLayout3.xml"/><Relationship Id="rId6" Type="http://schemas.openxmlformats.org/officeDocument/2006/relationships/image" Target="../media/image58.png"/><Relationship Id="rId11" Type="http://schemas.openxmlformats.org/officeDocument/2006/relationships/image" Target="../media/image61.png"/><Relationship Id="rId5" Type="http://schemas.openxmlformats.org/officeDocument/2006/relationships/image" Target="../media/image57.png"/><Relationship Id="rId15" Type="http://schemas.openxmlformats.org/officeDocument/2006/relationships/image" Target="../media/image64.png"/><Relationship Id="rId10" Type="http://schemas.openxmlformats.org/officeDocument/2006/relationships/image" Target="../media/image60.png"/><Relationship Id="rId4" Type="http://schemas.openxmlformats.org/officeDocument/2006/relationships/image" Target="../media/image50.png"/><Relationship Id="rId9" Type="http://schemas.openxmlformats.org/officeDocument/2006/relationships/image" Target="../media/image56.png"/><Relationship Id="rId14" Type="http://schemas.openxmlformats.org/officeDocument/2006/relationships/image" Target="../media/image63.png"/></Relationships>
</file>

<file path=ppt/slides/_rels/slide19.xml.rels><?xml version="1.0" encoding="UTF-8" standalone="yes"?>
<Relationships xmlns="http://schemas.openxmlformats.org/package/2006/relationships"><Relationship Id="rId8" Type="http://schemas.openxmlformats.org/officeDocument/2006/relationships/image" Target="../media/image69.png"/><Relationship Id="rId13" Type="http://schemas.openxmlformats.org/officeDocument/2006/relationships/image" Target="../media/image74.png"/><Relationship Id="rId3" Type="http://schemas.openxmlformats.org/officeDocument/2006/relationships/image" Target="../media/image22.png"/><Relationship Id="rId7" Type="http://schemas.openxmlformats.org/officeDocument/2006/relationships/image" Target="../media/image68.png"/><Relationship Id="rId12" Type="http://schemas.openxmlformats.org/officeDocument/2006/relationships/image" Target="../media/image73.png"/><Relationship Id="rId2" Type="http://schemas.openxmlformats.org/officeDocument/2006/relationships/notesSlide" Target="../notesSlides/notesSlide18.xml"/><Relationship Id="rId1" Type="http://schemas.openxmlformats.org/officeDocument/2006/relationships/slideLayout" Target="../slideLayouts/slideLayout3.xml"/><Relationship Id="rId6" Type="http://schemas.openxmlformats.org/officeDocument/2006/relationships/image" Target="../media/image67.png"/><Relationship Id="rId11" Type="http://schemas.openxmlformats.org/officeDocument/2006/relationships/image" Target="../media/image72.png"/><Relationship Id="rId5" Type="http://schemas.openxmlformats.org/officeDocument/2006/relationships/image" Target="../media/image66.png"/><Relationship Id="rId10" Type="http://schemas.openxmlformats.org/officeDocument/2006/relationships/image" Target="../media/image71.png"/><Relationship Id="rId4" Type="http://schemas.openxmlformats.org/officeDocument/2006/relationships/image" Target="../media/image50.png"/><Relationship Id="rId9" Type="http://schemas.openxmlformats.org/officeDocument/2006/relationships/image" Target="../media/image70.png"/><Relationship Id="rId14" Type="http://schemas.openxmlformats.org/officeDocument/2006/relationships/image" Target="../media/image45.png"/></Relationships>
</file>

<file path=ppt/slides/_rels/slide20.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23.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19.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24" Type="http://schemas.openxmlformats.org/officeDocument/2006/relationships/image" Target="../media/image75.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32.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5.png"/></Relationships>
</file>

<file path=ppt/slides/_rels/slide2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20.xml"/><Relationship Id="rId1" Type="http://schemas.openxmlformats.org/officeDocument/2006/relationships/slideLayout" Target="../slideLayouts/slideLayout3.xml"/><Relationship Id="rId4" Type="http://schemas.openxmlformats.org/officeDocument/2006/relationships/image" Target="../media/image77.emf"/></Relationships>
</file>

<file path=ppt/slides/_rels/slide22.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79.jpeg"/></Relationships>
</file>

<file path=ppt/slides/_rels/slide2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81.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32.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25.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25.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3.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28.xml"/><Relationship Id="rId1" Type="http://schemas.openxmlformats.org/officeDocument/2006/relationships/slideLayout" Target="../slideLayouts/slideLayout4.xml"/><Relationship Id="rId5" Type="http://schemas.openxmlformats.org/officeDocument/2006/relationships/image" Target="../media/image84.png"/><Relationship Id="rId4" Type="http://schemas.openxmlformats.org/officeDocument/2006/relationships/image" Target="../media/image83.jpg"/></Relationships>
</file>

<file path=ppt/slides/_rels/slide30.xml.rels><?xml version="1.0" encoding="UTF-8" standalone="yes"?>
<Relationships xmlns="http://schemas.openxmlformats.org/package/2006/relationships"><Relationship Id="rId3" Type="http://schemas.openxmlformats.org/officeDocument/2006/relationships/image" Target="../media/image85.png"/><Relationship Id="rId7" Type="http://schemas.openxmlformats.org/officeDocument/2006/relationships/image" Target="../media/image45.png"/><Relationship Id="rId2" Type="http://schemas.openxmlformats.org/officeDocument/2006/relationships/notesSlide" Target="../notesSlides/notesSlide29.xml"/><Relationship Id="rId1" Type="http://schemas.openxmlformats.org/officeDocument/2006/relationships/slideLayout" Target="../slideLayouts/slideLayout3.xml"/><Relationship Id="rId6" Type="http://schemas.openxmlformats.org/officeDocument/2006/relationships/image" Target="../media/image77.emf"/><Relationship Id="rId5" Type="http://schemas.openxmlformats.org/officeDocument/2006/relationships/image" Target="../media/image87.png"/><Relationship Id="rId4" Type="http://schemas.openxmlformats.org/officeDocument/2006/relationships/image" Target="../media/image86.png"/></Relationships>
</file>

<file path=ppt/slides/_rels/slide3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0.xml"/><Relationship Id="rId1" Type="http://schemas.openxmlformats.org/officeDocument/2006/relationships/slideLayout" Target="../slideLayouts/slideLayout3.xml"/><Relationship Id="rId6" Type="http://schemas.openxmlformats.org/officeDocument/2006/relationships/image" Target="../media/image90.png"/><Relationship Id="rId5" Type="http://schemas.openxmlformats.org/officeDocument/2006/relationships/image" Target="../media/image89.png"/><Relationship Id="rId4" Type="http://schemas.openxmlformats.org/officeDocument/2006/relationships/image" Target="../media/image88.png"/></Relationships>
</file>

<file path=ppt/slides/_rels/slide3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6.png"/><Relationship Id="rId18" Type="http://schemas.openxmlformats.org/officeDocument/2006/relationships/image" Target="../media/image22.png"/><Relationship Id="rId3" Type="http://schemas.openxmlformats.org/officeDocument/2006/relationships/image" Target="../media/image28.png"/><Relationship Id="rId21" Type="http://schemas.openxmlformats.org/officeDocument/2006/relationships/image" Target="../media/image32.png"/><Relationship Id="rId7" Type="http://schemas.openxmlformats.org/officeDocument/2006/relationships/image" Target="../media/image36.pn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notesSlide" Target="../notesSlides/notesSlide36.xml"/><Relationship Id="rId16" Type="http://schemas.openxmlformats.org/officeDocument/2006/relationships/image" Target="../media/image29.png"/><Relationship Id="rId20" Type="http://schemas.openxmlformats.org/officeDocument/2006/relationships/image" Target="../media/image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0.png"/><Relationship Id="rId5" Type="http://schemas.openxmlformats.org/officeDocument/2006/relationships/image" Target="../media/image39.png"/><Relationship Id="rId15" Type="http://schemas.openxmlformats.org/officeDocument/2006/relationships/image" Target="../media/image21.png"/><Relationship Id="rId23" Type="http://schemas.openxmlformats.org/officeDocument/2006/relationships/image" Target="../media/image25.png"/><Relationship Id="rId10" Type="http://schemas.openxmlformats.org/officeDocument/2006/relationships/image" Target="../media/image42.png"/><Relationship Id="rId19" Type="http://schemas.openxmlformats.org/officeDocument/2006/relationships/image" Target="../media/image37.png"/><Relationship Id="rId4" Type="http://schemas.openxmlformats.org/officeDocument/2006/relationships/image" Target="../media/image38.png"/><Relationship Id="rId9" Type="http://schemas.openxmlformats.org/officeDocument/2006/relationships/image" Target="../media/image41.png"/><Relationship Id="rId14" Type="http://schemas.openxmlformats.org/officeDocument/2006/relationships/image" Target="../media/image27.png"/><Relationship Id="rId22" Type="http://schemas.openxmlformats.org/officeDocument/2006/relationships/image" Target="../media/image23.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92.png"/></Relationships>
</file>

<file path=ppt/slides/_rels/slide51.xml.rels><?xml version="1.0" encoding="UTF-8" standalone="yes"?>
<Relationships xmlns="http://schemas.openxmlformats.org/package/2006/relationships"><Relationship Id="rId3" Type="http://schemas.openxmlformats.org/officeDocument/2006/relationships/image" Target="../media/image93.emf"/><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91.png"/></Relationships>
</file>

<file path=ppt/slides/_rels/slide5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95.png"/></Relationships>
</file>

<file path=ppt/slides/_rels/slide5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1.xml"/><Relationship Id="rId1" Type="http://schemas.openxmlformats.org/officeDocument/2006/relationships/slideLayout" Target="../slideLayouts/slideLayout3.xml"/><Relationship Id="rId5" Type="http://schemas.openxmlformats.org/officeDocument/2006/relationships/image" Target="../media/image97.jpeg"/><Relationship Id="rId4" Type="http://schemas.openxmlformats.org/officeDocument/2006/relationships/image" Target="../media/image96.emf"/></Relationships>
</file>

<file path=ppt/slides/_rels/slide6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2.xml"/><Relationship Id="rId1" Type="http://schemas.openxmlformats.org/officeDocument/2006/relationships/slideLayout" Target="../slideLayouts/slideLayout3.xml"/><Relationship Id="rId4" Type="http://schemas.openxmlformats.org/officeDocument/2006/relationships/image" Target="../media/image96.emf"/></Relationships>
</file>

<file path=ppt/slides/_rels/slide6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96.emf"/></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98.emf"/><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8" Type="http://schemas.openxmlformats.org/officeDocument/2006/relationships/hyperlink" Target="https://dribbble.com/shots/7182188-Babushka-Boi" TargetMode="External"/><Relationship Id="rId3" Type="http://schemas.openxmlformats.org/officeDocument/2006/relationships/image" Target="../media/image99.jpeg"/><Relationship Id="rId7" Type="http://schemas.openxmlformats.org/officeDocument/2006/relationships/image" Target="../media/image103.png"/><Relationship Id="rId2" Type="http://schemas.openxmlformats.org/officeDocument/2006/relationships/notesSlide" Target="../notesSlides/notesSlide74.xml"/><Relationship Id="rId1" Type="http://schemas.openxmlformats.org/officeDocument/2006/relationships/slideLayout" Target="../slideLayouts/slideLayout3.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100.png"/></Relationships>
</file>

<file path=ppt/slides/_rels/slide76.xml.rels><?xml version="1.0" encoding="UTF-8" standalone="yes"?>
<Relationships xmlns="http://schemas.openxmlformats.org/package/2006/relationships"><Relationship Id="rId3" Type="http://schemas.openxmlformats.org/officeDocument/2006/relationships/image" Target="../media/image100.png"/><Relationship Id="rId7" Type="http://schemas.openxmlformats.org/officeDocument/2006/relationships/image" Target="../media/image103.png"/><Relationship Id="rId2" Type="http://schemas.openxmlformats.org/officeDocument/2006/relationships/notesSlide" Target="../notesSlides/notesSlide75.xml"/><Relationship Id="rId1" Type="http://schemas.openxmlformats.org/officeDocument/2006/relationships/slideLayout" Target="../slideLayouts/slideLayout3.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45.png"/></Relationships>
</file>

<file path=ppt/slides/_rels/slide7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png"/><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108.png"/><Relationship Id="rId7" Type="http://schemas.openxmlformats.org/officeDocument/2006/relationships/image" Target="../media/image45.png"/><Relationship Id="rId2" Type="http://schemas.openxmlformats.org/officeDocument/2006/relationships/notesSlide" Target="../notesSlides/notesSlide88.xml"/><Relationship Id="rId1" Type="http://schemas.openxmlformats.org/officeDocument/2006/relationships/slideLayout" Target="../slideLayouts/slideLayout3.xml"/><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CCC80C3A-FA40-BD44-901E-27B4E4B22B51}"/>
              </a:ext>
            </a:extLst>
          </p:cNvPr>
          <p:cNvSpPr>
            <a:spLocks noGrp="1"/>
          </p:cNvSpPr>
          <p:nvPr>
            <p:ph type="sldNum" sz="quarter" idx="4"/>
          </p:nvPr>
        </p:nvSpPr>
        <p:spPr/>
        <p:txBody>
          <a:bodyPr/>
          <a:lstStyle/>
          <a:p>
            <a:r>
              <a:rPr lang="en-US" dirty="0"/>
              <a:t>Introduction: 1-</a:t>
            </a:r>
            <a:fld id="{C4204591-24BD-A542-B9D5-F8D8A88D2FEE}" type="slidenum">
              <a:rPr lang="en-US" smtClean="0"/>
              <a:pPr/>
              <a:t>1</a:t>
            </a:fld>
            <a:endParaRPr lang="en-US" dirty="0"/>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4487863"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1</a:t>
            </a:r>
            <a:br>
              <a:rPr lang="en-US" altLang="en-US" sz="6000" b="1" dirty="0">
                <a:solidFill>
                  <a:srgbClr val="000099"/>
                </a:solidFill>
                <a:latin typeface="+mj-lt"/>
              </a:rPr>
            </a:br>
            <a:r>
              <a:rPr lang="en-US" altLang="en-US" sz="5400" b="1" dirty="0">
                <a:solidFill>
                  <a:srgbClr val="000099"/>
                </a:solidFill>
                <a:latin typeface="+mj-lt"/>
              </a:rPr>
              <a:t>Introduction</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0" name="Picture 9" descr="A picture containing outdoor, water, bridge, building&#10;&#10;Description automatically generated">
            <a:extLst>
              <a:ext uri="{FF2B5EF4-FFF2-40B4-BE49-F238E27FC236}">
                <a16:creationId xmlns:a16="http://schemas.microsoft.com/office/drawing/2014/main" id="{8FF33017-B1D4-1D43-9BC0-3EC96B262BA1}"/>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latin typeface="+mj-lt"/>
                <a:cs typeface="Calibri" panose="020F0502020204030204" pitchFamily="34" charset="0"/>
              </a:rPr>
              <a:t>Chapter 1: introduction</a:t>
            </a:r>
            <a:endParaRPr lang="en-US" dirty="0">
              <a:latin typeface="+mj-lt"/>
            </a:endParaRPr>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6816" y="1375384"/>
            <a:ext cx="4842088" cy="4351338"/>
          </a:xfrm>
        </p:spPr>
        <p:txBody>
          <a:bodyPr>
            <a:noAutofit/>
          </a:bodyPr>
          <a:lstStyle/>
          <a:p>
            <a:pPr>
              <a:buNone/>
            </a:pPr>
            <a:r>
              <a:rPr lang="en-US" altLang="en-US" sz="3200" i="1" dirty="0">
                <a:solidFill>
                  <a:srgbClr val="CC0000"/>
                </a:solidFill>
                <a:latin typeface="Calibri" panose="020F0502020204030204" pitchFamily="34" charset="0"/>
                <a:cs typeface="Calibri" panose="020F0502020204030204" pitchFamily="34" charset="0"/>
              </a:rPr>
              <a:t>Chapter goal:</a:t>
            </a:r>
            <a:r>
              <a:rPr lang="en-US" altLang="en-US" sz="3200" i="1" dirty="0">
                <a:latin typeface="Calibri" panose="020F0502020204030204" pitchFamily="34" charset="0"/>
                <a:cs typeface="Calibri" panose="020F0502020204030204" pitchFamily="34" charset="0"/>
              </a:rPr>
              <a:t> </a:t>
            </a:r>
          </a:p>
          <a:p>
            <a:pPr marL="342900" indent="-225425">
              <a:spcBef>
                <a:spcPts val="600"/>
              </a:spcBef>
            </a:pPr>
            <a:r>
              <a:rPr lang="en-US" altLang="en-US" dirty="0">
                <a:latin typeface="Calibri" panose="020F0502020204030204" pitchFamily="34" charset="0"/>
                <a:cs typeface="Calibri" panose="020F0502020204030204" pitchFamily="34" charset="0"/>
              </a:rPr>
              <a:t>Get “</a:t>
            </a:r>
            <a:r>
              <a:rPr lang="en-US" altLang="ja-JP" dirty="0">
                <a:latin typeface="Calibri" panose="020F0502020204030204" pitchFamily="34" charset="0"/>
                <a:cs typeface="Calibri" panose="020F0502020204030204" pitchFamily="34" charset="0"/>
              </a:rPr>
              <a:t>feel,” “big picture,” introduction to terminology</a:t>
            </a:r>
          </a:p>
          <a:p>
            <a:pPr marL="800100" lvl="1" indent="-225425">
              <a:spcBef>
                <a:spcPts val="600"/>
              </a:spcBef>
            </a:pPr>
            <a:r>
              <a:rPr lang="en-US" altLang="en-US" sz="2800" dirty="0">
                <a:latin typeface="Calibri" panose="020F0502020204030204" pitchFamily="34" charset="0"/>
                <a:cs typeface="Calibri" panose="020F0502020204030204" pitchFamily="34" charset="0"/>
              </a:rPr>
              <a:t>more depth, detail </a:t>
            </a:r>
            <a:r>
              <a:rPr lang="en-US" altLang="en-US" sz="2800" i="1" dirty="0">
                <a:latin typeface="Calibri" panose="020F0502020204030204" pitchFamily="34" charset="0"/>
                <a:cs typeface="Calibri" panose="020F0502020204030204" pitchFamily="34" charset="0"/>
              </a:rPr>
              <a:t>later</a:t>
            </a:r>
            <a:r>
              <a:rPr lang="en-US" altLang="en-US" sz="2800" dirty="0">
                <a:latin typeface="Calibri" panose="020F0502020204030204" pitchFamily="34" charset="0"/>
                <a:cs typeface="Calibri" panose="020F0502020204030204" pitchFamily="34" charset="0"/>
              </a:rPr>
              <a:t> in course</a:t>
            </a:r>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422888"/>
            <a:ext cx="5994400" cy="4799013"/>
          </a:xfrm>
        </p:spPr>
        <p:txBody>
          <a:bodyPr>
            <a:normAutofit lnSpcReduction="10000"/>
          </a:bodyPr>
          <a:lstStyle/>
          <a:p>
            <a:pPr eaLnBrk="1" hangingPunct="1">
              <a:buFont typeface="Wingdings" panose="05000000000000000000" pitchFamily="2" charset="2"/>
              <a:buNone/>
            </a:pPr>
            <a:r>
              <a:rPr lang="en-US" altLang="en-US" sz="3200" i="1" dirty="0">
                <a:solidFill>
                  <a:srgbClr val="CC0000"/>
                </a:solidFill>
                <a:latin typeface="Calibri" panose="020F0502020204030204" pitchFamily="34" charset="0"/>
                <a:cs typeface="Calibri" panose="020F0502020204030204" pitchFamily="34" charset="0"/>
              </a:rPr>
              <a:t>Overview/roadmap:</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What </a:t>
            </a:r>
            <a:r>
              <a:rPr lang="en-US" altLang="en-US" sz="2600" i="1" dirty="0">
                <a:latin typeface="Calibri" panose="020F0502020204030204" pitchFamily="34" charset="0"/>
                <a:cs typeface="Calibri" panose="020F0502020204030204" pitchFamily="34" charset="0"/>
              </a:rPr>
              <a:t>is</a:t>
            </a:r>
            <a:r>
              <a:rPr lang="en-US" altLang="ja-JP" sz="2600" dirty="0">
                <a:latin typeface="Calibri" panose="020F0502020204030204" pitchFamily="34" charset="0"/>
                <a:cs typeface="Calibri" panose="020F0502020204030204" pitchFamily="34" charset="0"/>
              </a:rPr>
              <a:t> the Internet? </a:t>
            </a:r>
            <a:r>
              <a:rPr lang="en-US" altLang="en-US" sz="2600" dirty="0">
                <a:latin typeface="Calibri" panose="020F0502020204030204" pitchFamily="34" charset="0"/>
                <a:cs typeface="Calibri" panose="020F0502020204030204" pitchFamily="34" charset="0"/>
              </a:rPr>
              <a:t>What</a:t>
            </a:r>
            <a:r>
              <a:rPr lang="en-US" altLang="en-US" sz="2600" i="1" dirty="0">
                <a:latin typeface="Calibri" panose="020F0502020204030204" pitchFamily="34" charset="0"/>
                <a:cs typeface="Calibri" panose="020F0502020204030204" pitchFamily="34" charset="0"/>
              </a:rPr>
              <a:t> is </a:t>
            </a:r>
            <a:r>
              <a:rPr lang="en-US" altLang="ja-JP" sz="2600" dirty="0">
                <a:latin typeface="Calibri" panose="020F0502020204030204" pitchFamily="34" charset="0"/>
                <a:cs typeface="Calibri" panose="020F0502020204030204" pitchFamily="34" charset="0"/>
              </a:rPr>
              <a:t>a protocol?</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Network edge: </a:t>
            </a:r>
            <a:r>
              <a:rPr lang="en-US" altLang="en-US" sz="2600" dirty="0">
                <a:latin typeface="Calibri" panose="020F0502020204030204" pitchFamily="34" charset="0"/>
                <a:cs typeface="Calibri" panose="020F0502020204030204" pitchFamily="34" charset="0"/>
              </a:rPr>
              <a:t>hosts, access network, physical media</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Network core: </a:t>
            </a:r>
            <a:r>
              <a:rPr lang="en-US" altLang="en-US" sz="2600" dirty="0">
                <a:latin typeface="Calibri" panose="020F0502020204030204" pitchFamily="34" charset="0"/>
                <a:cs typeface="Calibri" panose="020F0502020204030204" pitchFamily="34" charset="0"/>
              </a:rPr>
              <a:t>packet/circuit switching, internet structure</a:t>
            </a:r>
          </a:p>
          <a:p>
            <a:pPr marL="403225" indent="-285750" eaLnBrk="1" hangingPunct="1">
              <a:spcBef>
                <a:spcPts val="800"/>
              </a:spcBef>
            </a:pPr>
            <a:r>
              <a:rPr lang="en-US" altLang="en-US" sz="2600" dirty="0">
                <a:solidFill>
                  <a:srgbClr val="0000A8"/>
                </a:solidFill>
                <a:latin typeface="Calibri" panose="020F0502020204030204" pitchFamily="34" charset="0"/>
                <a:cs typeface="Calibri" panose="020F0502020204030204" pitchFamily="34" charset="0"/>
              </a:rPr>
              <a:t>Performance: </a:t>
            </a:r>
            <a:r>
              <a:rPr lang="en-US" altLang="en-US" sz="2600" dirty="0">
                <a:latin typeface="Calibri" panose="020F0502020204030204" pitchFamily="34" charset="0"/>
                <a:cs typeface="Calibri" panose="020F0502020204030204" pitchFamily="34" charset="0"/>
              </a:rPr>
              <a:t>loss, delay, throughput</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Protocol layers, service models</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Security</a:t>
            </a:r>
          </a:p>
          <a:p>
            <a:pPr marL="403225" indent="-285750" eaLnBrk="1" hangingPunct="1">
              <a:spcBef>
                <a:spcPts val="800"/>
              </a:spcBef>
            </a:pPr>
            <a:r>
              <a:rPr lang="en-US" altLang="en-US" sz="2600" dirty="0">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8" name="Picture 7" descr="Kurose&amp;Ross 8th ed cover picture">
            <a:extLst>
              <a:ext uri="{FF2B5EF4-FFF2-40B4-BE49-F238E27FC236}">
                <a16:creationId xmlns:a16="http://schemas.microsoft.com/office/drawing/2014/main" id="{B95BDA7C-AC0B-3A4E-88AC-B4ADDAD94A93}"/>
              </a:ext>
            </a:extLst>
          </p:cNvPr>
          <p:cNvPicPr>
            <a:picLocks noChangeAspect="1"/>
          </p:cNvPicPr>
          <p:nvPr/>
        </p:nvPicPr>
        <p:blipFill>
          <a:blip r:embed="rId3"/>
          <a:stretch>
            <a:fillRect/>
          </a:stretch>
        </p:blipFill>
        <p:spPr>
          <a:xfrm>
            <a:off x="1121833" y="4034454"/>
            <a:ext cx="2745129" cy="2058847"/>
          </a:xfrm>
          <a:prstGeom prst="rect">
            <a:avLst/>
          </a:prstGeom>
        </p:spPr>
      </p:pic>
      <p:sp>
        <p:nvSpPr>
          <p:cNvPr id="6" name="Slide Number Placeholder 2">
            <a:extLst>
              <a:ext uri="{FF2B5EF4-FFF2-40B4-BE49-F238E27FC236}">
                <a16:creationId xmlns:a16="http://schemas.microsoft.com/office/drawing/2014/main" id="{46543528-0B87-1143-B8BF-CC1D9BA430A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a:t>
            </a:fld>
            <a:endParaRPr lang="en-US" dirty="0"/>
          </a:p>
        </p:txBody>
      </p:sp>
    </p:spTree>
    <p:extLst>
      <p:ext uri="{BB962C8B-B14F-4D97-AF65-F5344CB8AC3E}">
        <p14:creationId xmlns:p14="http://schemas.microsoft.com/office/powerpoint/2010/main" val="177238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Effect transition="in" filter="dissolve">
                                      <p:cBhvr>
                                        <p:cTn id="7" dur="500"/>
                                        <p:tgtEl>
                                          <p:spTgt spid="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xEl>
                                              <p:pRg st="1" end="1"/>
                                            </p:txEl>
                                          </p:spTgt>
                                        </p:tgtEl>
                                        <p:attrNameLst>
                                          <p:attrName>style.visibility</p:attrName>
                                        </p:attrNameLst>
                                      </p:cBhvr>
                                      <p:to>
                                        <p:strVal val="visible"/>
                                      </p:to>
                                    </p:set>
                                    <p:animEffect transition="in" filter="dissolve">
                                      <p:cBhvr>
                                        <p:cTn id="12" dur="500"/>
                                        <p:tgtEl>
                                          <p:spTgt spid="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xEl>
                                              <p:pRg st="2" end="2"/>
                                            </p:txEl>
                                          </p:spTgt>
                                        </p:tgtEl>
                                        <p:attrNameLst>
                                          <p:attrName>style.visibility</p:attrName>
                                        </p:attrNameLst>
                                      </p:cBhvr>
                                      <p:to>
                                        <p:strVal val="visible"/>
                                      </p:to>
                                    </p:set>
                                    <p:animEffect transition="in" filter="dissolve">
                                      <p:cBhvr>
                                        <p:cTn id="17" dur="500"/>
                                        <p:tgtEl>
                                          <p:spTgt spid="9">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xEl>
                                              <p:pRg st="3" end="3"/>
                                            </p:txEl>
                                          </p:spTgt>
                                        </p:tgtEl>
                                        <p:attrNameLst>
                                          <p:attrName>style.visibility</p:attrName>
                                        </p:attrNameLst>
                                      </p:cBhvr>
                                      <p:to>
                                        <p:strVal val="visible"/>
                                      </p:to>
                                    </p:set>
                                    <p:animEffect transition="in" filter="dissolve">
                                      <p:cBhvr>
                                        <p:cTn id="22" dur="500"/>
                                        <p:tgtEl>
                                          <p:spTgt spid="9">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xEl>
                                              <p:pRg st="4" end="4"/>
                                            </p:txEl>
                                          </p:spTgt>
                                        </p:tgtEl>
                                        <p:attrNameLst>
                                          <p:attrName>style.visibility</p:attrName>
                                        </p:attrNameLst>
                                      </p:cBhvr>
                                      <p:to>
                                        <p:strVal val="visible"/>
                                      </p:to>
                                    </p:set>
                                    <p:animEffect transition="in" filter="dissolve">
                                      <p:cBhvr>
                                        <p:cTn id="27" dur="500"/>
                                        <p:tgtEl>
                                          <p:spTgt spid="9">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9">
                                            <p:txEl>
                                              <p:pRg st="5" end="5"/>
                                            </p:txEl>
                                          </p:spTgt>
                                        </p:tgtEl>
                                        <p:attrNameLst>
                                          <p:attrName>style.visibility</p:attrName>
                                        </p:attrNameLst>
                                      </p:cBhvr>
                                      <p:to>
                                        <p:strVal val="visible"/>
                                      </p:to>
                                    </p:set>
                                    <p:animEffect transition="in" filter="dissolve">
                                      <p:cBhvr>
                                        <p:cTn id="32" dur="500"/>
                                        <p:tgtEl>
                                          <p:spTgt spid="9">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9">
                                            <p:txEl>
                                              <p:pRg st="6" end="6"/>
                                            </p:txEl>
                                          </p:spTgt>
                                        </p:tgtEl>
                                        <p:attrNameLst>
                                          <p:attrName>style.visibility</p:attrName>
                                        </p:attrNameLst>
                                      </p:cBhvr>
                                      <p:to>
                                        <p:strVal val="visible"/>
                                      </p:to>
                                    </p:set>
                                    <p:animEffect transition="in" filter="dissolve">
                                      <p:cBhvr>
                                        <p:cTn id="37" dur="500"/>
                                        <p:tgtEl>
                                          <p:spTgt spid="9">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9">
                                            <p:txEl>
                                              <p:pRg st="7" end="7"/>
                                            </p:txEl>
                                          </p:spTgt>
                                        </p:tgtEl>
                                        <p:attrNameLst>
                                          <p:attrName>style.visibility</p:attrName>
                                        </p:attrNameLst>
                                      </p:cBhvr>
                                      <p:to>
                                        <p:strVal val="visible"/>
                                      </p:to>
                                    </p:set>
                                    <p:animEffect transition="in" filter="dissolve">
                                      <p:cBhvr>
                                        <p:cTn id="42" dur="500"/>
                                        <p:tgtEl>
                                          <p:spTgt spid="9">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B62AB8-B4D6-B043-ABA8-88BB01847B5D}"/>
              </a:ext>
            </a:extLst>
          </p:cNvPr>
          <p:cNvSpPr>
            <a:spLocks noGrp="1"/>
          </p:cNvSpPr>
          <p:nvPr>
            <p:ph type="title"/>
          </p:nvPr>
        </p:nvSpPr>
        <p:spPr>
          <a:xfrm>
            <a:off x="787400" y="335989"/>
            <a:ext cx="10515600" cy="894622"/>
          </a:xfrm>
        </p:spPr>
        <p:txBody>
          <a:bodyPr/>
          <a:lstStyle/>
          <a:p>
            <a:r>
              <a:rPr lang="en-US" altLang="ja-JP" dirty="0"/>
              <a:t>“Fun” Internet-connected devices</a:t>
            </a:r>
            <a:endParaRPr lang="en-US" dirty="0"/>
          </a:p>
        </p:txBody>
      </p:sp>
      <p:pic>
        <p:nvPicPr>
          <p:cNvPr id="5" name="Picture 3" descr="toaster">
            <a:extLst>
              <a:ext uri="{FF2B5EF4-FFF2-40B4-BE49-F238E27FC236}">
                <a16:creationId xmlns:a16="http://schemas.microsoft.com/office/drawing/2014/main" id="{0982414B-A50E-6846-B3C9-35B07D5259B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54235" y="2861110"/>
            <a:ext cx="1675416" cy="1970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8">
            <a:extLst>
              <a:ext uri="{FF2B5EF4-FFF2-40B4-BE49-F238E27FC236}">
                <a16:creationId xmlns:a16="http://schemas.microsoft.com/office/drawing/2014/main" id="{FBA8D6BC-9873-5440-8898-10CB69473F0F}"/>
              </a:ext>
            </a:extLst>
          </p:cNvPr>
          <p:cNvSpPr txBox="1">
            <a:spLocks noChangeArrowheads="1"/>
          </p:cNvSpPr>
          <p:nvPr/>
        </p:nvSpPr>
        <p:spPr bwMode="auto">
          <a:xfrm>
            <a:off x="7093001" y="3040516"/>
            <a:ext cx="20926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Web-enabled toaster +</a:t>
            </a:r>
          </a:p>
          <a:p>
            <a:pPr>
              <a:lnSpc>
                <a:spcPct val="100000"/>
              </a:lnSpc>
              <a:spcBef>
                <a:spcPct val="0"/>
              </a:spcBef>
              <a:buClrTx/>
              <a:buSzTx/>
              <a:buFontTx/>
              <a:buNone/>
            </a:pPr>
            <a:r>
              <a:rPr lang="en-US" altLang="en-US" sz="1600" dirty="0">
                <a:latin typeface="+mn-lt"/>
              </a:rPr>
              <a:t>weather forecaster</a:t>
            </a:r>
          </a:p>
        </p:txBody>
      </p:sp>
      <p:grpSp>
        <p:nvGrpSpPr>
          <p:cNvPr id="44" name="Group 43">
            <a:extLst>
              <a:ext uri="{FF2B5EF4-FFF2-40B4-BE49-F238E27FC236}">
                <a16:creationId xmlns:a16="http://schemas.microsoft.com/office/drawing/2014/main" id="{9DCB0D45-D41F-0D45-9692-4A381499C64C}"/>
              </a:ext>
            </a:extLst>
          </p:cNvPr>
          <p:cNvGrpSpPr/>
          <p:nvPr/>
        </p:nvGrpSpPr>
        <p:grpSpPr>
          <a:xfrm>
            <a:off x="723207" y="3591303"/>
            <a:ext cx="4897766" cy="2945470"/>
            <a:chOff x="723207" y="3591303"/>
            <a:chExt cx="4897766" cy="2945470"/>
          </a:xfrm>
        </p:grpSpPr>
        <p:grpSp>
          <p:nvGrpSpPr>
            <p:cNvPr id="39" name="Group 38">
              <a:extLst>
                <a:ext uri="{FF2B5EF4-FFF2-40B4-BE49-F238E27FC236}">
                  <a16:creationId xmlns:a16="http://schemas.microsoft.com/office/drawing/2014/main" id="{9B32136D-8C88-194A-907C-3EF4A8DB321F}"/>
                </a:ext>
              </a:extLst>
            </p:cNvPr>
            <p:cNvGrpSpPr/>
            <p:nvPr/>
          </p:nvGrpSpPr>
          <p:grpSpPr>
            <a:xfrm>
              <a:off x="723207" y="4924676"/>
              <a:ext cx="1768379" cy="1612097"/>
              <a:chOff x="723207" y="4924676"/>
              <a:chExt cx="1768379" cy="1612097"/>
            </a:xfrm>
          </p:grpSpPr>
          <p:pic>
            <p:nvPicPr>
              <p:cNvPr id="8" name="Picture 9" descr="cisco">
                <a:extLst>
                  <a:ext uri="{FF2B5EF4-FFF2-40B4-BE49-F238E27FC236}">
                    <a16:creationId xmlns:a16="http://schemas.microsoft.com/office/drawing/2014/main" id="{C9D9F2A6-C27F-204F-A396-2B09F622CFC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207" y="4924676"/>
                <a:ext cx="1768379" cy="141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10">
                <a:extLst>
                  <a:ext uri="{FF2B5EF4-FFF2-40B4-BE49-F238E27FC236}">
                    <a16:creationId xmlns:a16="http://schemas.microsoft.com/office/drawing/2014/main" id="{C7AD8890-4AC4-954C-9A9A-64FC8FE5115F}"/>
                  </a:ext>
                </a:extLst>
              </p:cNvPr>
              <p:cNvSpPr txBox="1">
                <a:spLocks noChangeArrowheads="1"/>
              </p:cNvSpPr>
              <p:nvPr/>
            </p:nvSpPr>
            <p:spPr bwMode="auto">
              <a:xfrm>
                <a:off x="952500" y="6198219"/>
                <a:ext cx="15211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Internet phones</a:t>
                </a:r>
              </a:p>
            </p:txBody>
          </p:sp>
        </p:grpSp>
        <p:grpSp>
          <p:nvGrpSpPr>
            <p:cNvPr id="40" name="Group 39">
              <a:extLst>
                <a:ext uri="{FF2B5EF4-FFF2-40B4-BE49-F238E27FC236}">
                  <a16:creationId xmlns:a16="http://schemas.microsoft.com/office/drawing/2014/main" id="{9AF03D0C-D5CB-5840-AD5D-AA067BBA17A0}"/>
                </a:ext>
              </a:extLst>
            </p:cNvPr>
            <p:cNvGrpSpPr/>
            <p:nvPr/>
          </p:nvGrpSpPr>
          <p:grpSpPr>
            <a:xfrm>
              <a:off x="3863186" y="3591303"/>
              <a:ext cx="1757787" cy="1165800"/>
              <a:chOff x="3863186" y="3591303"/>
              <a:chExt cx="1757787" cy="1165800"/>
            </a:xfrm>
          </p:grpSpPr>
          <p:pic>
            <p:nvPicPr>
              <p:cNvPr id="13" name="Picture 16">
                <a:extLst>
                  <a:ext uri="{FF2B5EF4-FFF2-40B4-BE49-F238E27FC236}">
                    <a16:creationId xmlns:a16="http://schemas.microsoft.com/office/drawing/2014/main" id="{85E57D8C-0502-A74A-AE40-F1167D4C93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68398" y="3591303"/>
                <a:ext cx="1552575" cy="74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8">
                <a:extLst>
                  <a:ext uri="{FF2B5EF4-FFF2-40B4-BE49-F238E27FC236}">
                    <a16:creationId xmlns:a16="http://schemas.microsoft.com/office/drawing/2014/main" id="{29CF8B45-77DE-7E40-8D19-6A8EEB3A0737}"/>
                  </a:ext>
                </a:extLst>
              </p:cNvPr>
              <p:cNvSpPr txBox="1">
                <a:spLocks noChangeArrowheads="1"/>
              </p:cNvSpPr>
              <p:nvPr/>
            </p:nvSpPr>
            <p:spPr bwMode="auto">
              <a:xfrm>
                <a:off x="3863186" y="4172328"/>
                <a:ext cx="15912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Slingbox: remote</a:t>
                </a:r>
              </a:p>
              <a:p>
                <a:pPr>
                  <a:lnSpc>
                    <a:spcPct val="100000"/>
                  </a:lnSpc>
                  <a:spcBef>
                    <a:spcPct val="0"/>
                  </a:spcBef>
                  <a:buClrTx/>
                  <a:buSzTx/>
                  <a:buFontTx/>
                  <a:buNone/>
                </a:pPr>
                <a:r>
                  <a:rPr lang="en-US" altLang="en-US" sz="1600" dirty="0">
                    <a:latin typeface="+mn-lt"/>
                  </a:rPr>
                  <a:t>control cable TV</a:t>
                </a:r>
              </a:p>
            </p:txBody>
          </p:sp>
        </p:grpSp>
      </p:grpSp>
      <p:grpSp>
        <p:nvGrpSpPr>
          <p:cNvPr id="20" name="Group 19">
            <a:extLst>
              <a:ext uri="{FF2B5EF4-FFF2-40B4-BE49-F238E27FC236}">
                <a16:creationId xmlns:a16="http://schemas.microsoft.com/office/drawing/2014/main" id="{95921A14-7A9E-D843-B710-C98FE965CE48}"/>
              </a:ext>
            </a:extLst>
          </p:cNvPr>
          <p:cNvGrpSpPr/>
          <p:nvPr/>
        </p:nvGrpSpPr>
        <p:grpSpPr>
          <a:xfrm>
            <a:off x="814227" y="3747548"/>
            <a:ext cx="2676937" cy="1188113"/>
            <a:chOff x="1752086" y="3835708"/>
            <a:chExt cx="2676937" cy="1188113"/>
          </a:xfrm>
        </p:grpSpPr>
        <p:sp>
          <p:nvSpPr>
            <p:cNvPr id="21" name="Text Box 8">
              <a:extLst>
                <a:ext uri="{FF2B5EF4-FFF2-40B4-BE49-F238E27FC236}">
                  <a16:creationId xmlns:a16="http://schemas.microsoft.com/office/drawing/2014/main" id="{7BC8E854-5333-004E-AB0E-8D451C613A03}"/>
                </a:ext>
              </a:extLst>
            </p:cNvPr>
            <p:cNvSpPr txBox="1">
              <a:spLocks noChangeArrowheads="1"/>
            </p:cNvSpPr>
            <p:nvPr/>
          </p:nvSpPr>
          <p:spPr bwMode="auto">
            <a:xfrm>
              <a:off x="2887639" y="4685267"/>
              <a:ext cx="15413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mn-lt"/>
                </a:rPr>
                <a:t>Security Camera</a:t>
              </a:r>
            </a:p>
          </p:txBody>
        </p:sp>
        <p:pic>
          <p:nvPicPr>
            <p:cNvPr id="22" name="Picture 21">
              <a:extLst>
                <a:ext uri="{FF2B5EF4-FFF2-40B4-BE49-F238E27FC236}">
                  <a16:creationId xmlns:a16="http://schemas.microsoft.com/office/drawing/2014/main" id="{4977361F-F946-E746-BAEB-374C849AA1E2}"/>
                </a:ext>
              </a:extLst>
            </p:cNvPr>
            <p:cNvPicPr>
              <a:picLocks noChangeAspect="1"/>
            </p:cNvPicPr>
            <p:nvPr/>
          </p:nvPicPr>
          <p:blipFill>
            <a:blip r:embed="rId7"/>
            <a:stretch>
              <a:fillRect/>
            </a:stretch>
          </p:blipFill>
          <p:spPr>
            <a:xfrm>
              <a:off x="1752086" y="3835708"/>
              <a:ext cx="1124188" cy="1136342"/>
            </a:xfrm>
            <a:prstGeom prst="rect">
              <a:avLst/>
            </a:prstGeom>
          </p:spPr>
        </p:pic>
      </p:grpSp>
      <p:grpSp>
        <p:nvGrpSpPr>
          <p:cNvPr id="45" name="Group 44">
            <a:extLst>
              <a:ext uri="{FF2B5EF4-FFF2-40B4-BE49-F238E27FC236}">
                <a16:creationId xmlns:a16="http://schemas.microsoft.com/office/drawing/2014/main" id="{1E97FF3F-E966-6143-B8C6-1151B320A5A0}"/>
              </a:ext>
            </a:extLst>
          </p:cNvPr>
          <p:cNvGrpSpPr/>
          <p:nvPr/>
        </p:nvGrpSpPr>
        <p:grpSpPr>
          <a:xfrm>
            <a:off x="722790" y="1143651"/>
            <a:ext cx="10449383" cy="5458394"/>
            <a:chOff x="671990" y="1143651"/>
            <a:chExt cx="10449383" cy="5458394"/>
          </a:xfrm>
        </p:grpSpPr>
        <p:grpSp>
          <p:nvGrpSpPr>
            <p:cNvPr id="38" name="Group 37">
              <a:extLst>
                <a:ext uri="{FF2B5EF4-FFF2-40B4-BE49-F238E27FC236}">
                  <a16:creationId xmlns:a16="http://schemas.microsoft.com/office/drawing/2014/main" id="{3E138403-3B96-354E-8CDD-E06421923443}"/>
                </a:ext>
              </a:extLst>
            </p:cNvPr>
            <p:cNvGrpSpPr/>
            <p:nvPr/>
          </p:nvGrpSpPr>
          <p:grpSpPr>
            <a:xfrm>
              <a:off x="3363111" y="1717360"/>
              <a:ext cx="1895475" cy="1738803"/>
              <a:chOff x="3363111" y="1717360"/>
              <a:chExt cx="1895475" cy="1738803"/>
            </a:xfrm>
          </p:grpSpPr>
          <p:pic>
            <p:nvPicPr>
              <p:cNvPr id="4" name="Picture 4" descr="whisper">
                <a:extLst>
                  <a:ext uri="{FF2B5EF4-FFF2-40B4-BE49-F238E27FC236}">
                    <a16:creationId xmlns:a16="http://schemas.microsoft.com/office/drawing/2014/main" id="{BFAA5176-D98E-2541-91FA-3453E486B02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3111" y="1717360"/>
                <a:ext cx="1895475" cy="1560513"/>
              </a:xfrm>
              <a:prstGeom prst="rect">
                <a:avLst/>
              </a:prstGeom>
              <a:noFill/>
              <a:ln>
                <a:noFill/>
              </a:ln>
            </p:spPr>
          </p:pic>
          <p:sp>
            <p:nvSpPr>
              <p:cNvPr id="6" name="Text Box 7">
                <a:extLst>
                  <a:ext uri="{FF2B5EF4-FFF2-40B4-BE49-F238E27FC236}">
                    <a16:creationId xmlns:a16="http://schemas.microsoft.com/office/drawing/2014/main" id="{4181DE53-23D0-7546-8926-67F62CECB3D0}"/>
                  </a:ext>
                </a:extLst>
              </p:cNvPr>
              <p:cNvSpPr txBox="1">
                <a:spLocks noChangeArrowheads="1"/>
              </p:cNvSpPr>
              <p:nvPr/>
            </p:nvSpPr>
            <p:spPr bwMode="auto">
              <a:xfrm>
                <a:off x="3517381" y="3117609"/>
                <a:ext cx="1517851" cy="338554"/>
              </a:xfrm>
              <a:prstGeom prst="rect">
                <a:avLst/>
              </a:prstGeom>
              <a:noFill/>
              <a:ln>
                <a:noFill/>
              </a:ln>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mn-lt"/>
                  </a:rPr>
                  <a:t>IP picture frame</a:t>
                </a:r>
              </a:p>
            </p:txBody>
          </p:sp>
        </p:grpSp>
        <p:grpSp>
          <p:nvGrpSpPr>
            <p:cNvPr id="10" name="Group 9">
              <a:extLst>
                <a:ext uri="{FF2B5EF4-FFF2-40B4-BE49-F238E27FC236}">
                  <a16:creationId xmlns:a16="http://schemas.microsoft.com/office/drawing/2014/main" id="{ABBEC5BB-21D0-474B-91BF-DE1F5184103D}"/>
                </a:ext>
              </a:extLst>
            </p:cNvPr>
            <p:cNvGrpSpPr/>
            <p:nvPr/>
          </p:nvGrpSpPr>
          <p:grpSpPr>
            <a:xfrm>
              <a:off x="2055482" y="1410532"/>
              <a:ext cx="1179513" cy="2761796"/>
              <a:chOff x="2506141" y="1897178"/>
              <a:chExt cx="1179513" cy="2761796"/>
            </a:xfrm>
          </p:grpSpPr>
          <p:graphicFrame>
            <p:nvGraphicFramePr>
              <p:cNvPr id="11" name="Object 14">
                <a:extLst>
                  <a:ext uri="{FF2B5EF4-FFF2-40B4-BE49-F238E27FC236}">
                    <a16:creationId xmlns:a16="http://schemas.microsoft.com/office/drawing/2014/main" id="{2DC66987-6296-4244-81B5-408D6F49E1C3}"/>
                  </a:ext>
                </a:extLst>
              </p:cNvPr>
              <p:cNvGraphicFramePr>
                <a:graphicFrameLocks noChangeAspect="1"/>
              </p:cNvGraphicFramePr>
              <p:nvPr/>
            </p:nvGraphicFramePr>
            <p:xfrm>
              <a:off x="2694260" y="1897178"/>
              <a:ext cx="803275" cy="2168525"/>
            </p:xfrm>
            <a:graphic>
              <a:graphicData uri="http://schemas.openxmlformats.org/presentationml/2006/ole">
                <mc:AlternateContent xmlns:mc="http://schemas.openxmlformats.org/markup-compatibility/2006">
                  <mc:Choice xmlns:v="urn:schemas-microsoft-com:vml" Requires="v">
                    <p:oleObj spid="_x0000_s1031" r:id="rId9" imgW="1434415" imgH="3873016" progId="">
                      <p:embed/>
                    </p:oleObj>
                  </mc:Choice>
                  <mc:Fallback>
                    <p:oleObj r:id="rId9" imgW="1434415" imgH="3873016" progId="">
                      <p:embed/>
                      <p:pic>
                        <p:nvPicPr>
                          <p:cNvPr id="11" name="Object 14">
                            <a:extLst>
                              <a:ext uri="{FF2B5EF4-FFF2-40B4-BE49-F238E27FC236}">
                                <a16:creationId xmlns:a16="http://schemas.microsoft.com/office/drawing/2014/main" id="{2DC66987-6296-4244-81B5-408D6F49E1C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94260" y="1897178"/>
                            <a:ext cx="803275" cy="216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sp>
            <p:nvSpPr>
              <p:cNvPr id="12" name="Text Box 8">
                <a:extLst>
                  <a:ext uri="{FF2B5EF4-FFF2-40B4-BE49-F238E27FC236}">
                    <a16:creationId xmlns:a16="http://schemas.microsoft.com/office/drawing/2014/main" id="{03865E9F-E744-3A46-9EBD-1411FCB23B0A}"/>
                  </a:ext>
                </a:extLst>
              </p:cNvPr>
              <p:cNvSpPr txBox="1">
                <a:spLocks noChangeArrowheads="1"/>
              </p:cNvSpPr>
              <p:nvPr/>
            </p:nvSpPr>
            <p:spPr bwMode="auto">
              <a:xfrm>
                <a:off x="2506141" y="4077949"/>
                <a:ext cx="11795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mn-lt"/>
                  </a:rPr>
                  <a:t>Internet </a:t>
                </a:r>
              </a:p>
              <a:p>
                <a:pPr algn="ctr">
                  <a:lnSpc>
                    <a:spcPct val="100000"/>
                  </a:lnSpc>
                  <a:spcBef>
                    <a:spcPct val="0"/>
                  </a:spcBef>
                  <a:buClrTx/>
                  <a:buSzTx/>
                  <a:buFontTx/>
                  <a:buNone/>
                </a:pPr>
                <a:r>
                  <a:rPr lang="en-US" altLang="en-US" sz="1600" dirty="0">
                    <a:latin typeface="+mn-lt"/>
                  </a:rPr>
                  <a:t>refrigerator</a:t>
                </a:r>
              </a:p>
            </p:txBody>
          </p:sp>
        </p:grpSp>
        <p:grpSp>
          <p:nvGrpSpPr>
            <p:cNvPr id="15" name="Group 14">
              <a:extLst>
                <a:ext uri="{FF2B5EF4-FFF2-40B4-BE49-F238E27FC236}">
                  <a16:creationId xmlns:a16="http://schemas.microsoft.com/office/drawing/2014/main" id="{47039C00-F163-0242-B27E-88F4B684A34F}"/>
                </a:ext>
              </a:extLst>
            </p:cNvPr>
            <p:cNvGrpSpPr/>
            <p:nvPr/>
          </p:nvGrpSpPr>
          <p:grpSpPr>
            <a:xfrm>
              <a:off x="8585501" y="1143651"/>
              <a:ext cx="2535872" cy="1141975"/>
              <a:chOff x="8636412" y="2605836"/>
              <a:chExt cx="2535872" cy="1141975"/>
            </a:xfrm>
          </p:grpSpPr>
          <p:pic>
            <p:nvPicPr>
              <p:cNvPr id="16" name="Picture 23">
                <a:extLst>
                  <a:ext uri="{FF2B5EF4-FFF2-40B4-BE49-F238E27FC236}">
                    <a16:creationId xmlns:a16="http://schemas.microsoft.com/office/drawing/2014/main" id="{12DC02F1-9588-8544-AE86-F32907C387E0}"/>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636412" y="2650849"/>
                <a:ext cx="695325" cy="1096962"/>
              </a:xfrm>
              <a:prstGeom prst="rect">
                <a:avLst/>
              </a:prstGeom>
              <a:noFill/>
              <a:ln>
                <a:noFill/>
              </a:ln>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 Box 10">
                <a:extLst>
                  <a:ext uri="{FF2B5EF4-FFF2-40B4-BE49-F238E27FC236}">
                    <a16:creationId xmlns:a16="http://schemas.microsoft.com/office/drawing/2014/main" id="{7460E56A-C582-CB4B-BB20-ABA2CC497C55}"/>
                  </a:ext>
                </a:extLst>
              </p:cNvPr>
              <p:cNvSpPr txBox="1">
                <a:spLocks noChangeArrowheads="1"/>
              </p:cNvSpPr>
              <p:nvPr/>
            </p:nvSpPr>
            <p:spPr bwMode="auto">
              <a:xfrm>
                <a:off x="9358967" y="2605836"/>
                <a:ext cx="181331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Tweet-a-watt: </a:t>
                </a:r>
              </a:p>
              <a:p>
                <a:pPr>
                  <a:lnSpc>
                    <a:spcPct val="100000"/>
                  </a:lnSpc>
                  <a:spcBef>
                    <a:spcPct val="0"/>
                  </a:spcBef>
                  <a:buClrTx/>
                  <a:buSzTx/>
                  <a:buFontTx/>
                  <a:buNone/>
                </a:pPr>
                <a:r>
                  <a:rPr lang="en-US" altLang="en-US" sz="1600" dirty="0">
                    <a:latin typeface="+mn-lt"/>
                  </a:rPr>
                  <a:t>monitor energy use</a:t>
                </a:r>
              </a:p>
            </p:txBody>
          </p:sp>
        </p:grpSp>
        <p:grpSp>
          <p:nvGrpSpPr>
            <p:cNvPr id="41" name="Group 40">
              <a:extLst>
                <a:ext uri="{FF2B5EF4-FFF2-40B4-BE49-F238E27FC236}">
                  <a16:creationId xmlns:a16="http://schemas.microsoft.com/office/drawing/2014/main" id="{E6613FFF-AAE6-5F48-A8E0-52812DF7D261}"/>
                </a:ext>
              </a:extLst>
            </p:cNvPr>
            <p:cNvGrpSpPr/>
            <p:nvPr/>
          </p:nvGrpSpPr>
          <p:grpSpPr>
            <a:xfrm>
              <a:off x="5012950" y="5049292"/>
              <a:ext cx="2435364" cy="1552753"/>
              <a:chOff x="5012950" y="5049292"/>
              <a:chExt cx="2435364" cy="1552753"/>
            </a:xfrm>
          </p:grpSpPr>
          <p:pic>
            <p:nvPicPr>
              <p:cNvPr id="18" name="Picture 1">
                <a:extLst>
                  <a:ext uri="{FF2B5EF4-FFF2-40B4-BE49-F238E27FC236}">
                    <a16:creationId xmlns:a16="http://schemas.microsoft.com/office/drawing/2014/main" id="{1D54884B-8FF7-2B48-A721-AE22F7F5C6B9}"/>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5012950" y="5057407"/>
                <a:ext cx="1289050" cy="154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8">
                <a:extLst>
                  <a:ext uri="{FF2B5EF4-FFF2-40B4-BE49-F238E27FC236}">
                    <a16:creationId xmlns:a16="http://schemas.microsoft.com/office/drawing/2014/main" id="{1C3CA974-2833-8B4A-AD26-CA911E1B00D5}"/>
                  </a:ext>
                </a:extLst>
              </p:cNvPr>
              <p:cNvSpPr txBox="1">
                <a:spLocks noChangeArrowheads="1"/>
              </p:cNvSpPr>
              <p:nvPr/>
            </p:nvSpPr>
            <p:spPr bwMode="auto">
              <a:xfrm>
                <a:off x="6327301" y="5049292"/>
                <a:ext cx="11210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sensorized,</a:t>
                </a:r>
              </a:p>
              <a:p>
                <a:pPr>
                  <a:lnSpc>
                    <a:spcPct val="100000"/>
                  </a:lnSpc>
                  <a:spcBef>
                    <a:spcPct val="0"/>
                  </a:spcBef>
                  <a:buClrTx/>
                  <a:buSzTx/>
                  <a:buFontTx/>
                  <a:buNone/>
                </a:pPr>
                <a:r>
                  <a:rPr lang="en-US" altLang="en-US" sz="1600" dirty="0">
                    <a:latin typeface="+mn-lt"/>
                  </a:rPr>
                  <a:t>bed</a:t>
                </a:r>
              </a:p>
              <a:p>
                <a:pPr>
                  <a:lnSpc>
                    <a:spcPct val="100000"/>
                  </a:lnSpc>
                  <a:spcBef>
                    <a:spcPct val="0"/>
                  </a:spcBef>
                  <a:buClrTx/>
                  <a:buSzTx/>
                  <a:buFontTx/>
                  <a:buNone/>
                </a:pPr>
                <a:r>
                  <a:rPr lang="en-US" altLang="en-US" sz="1600" dirty="0">
                    <a:latin typeface="+mn-lt"/>
                  </a:rPr>
                  <a:t>mattress</a:t>
                </a:r>
              </a:p>
            </p:txBody>
          </p:sp>
        </p:grpSp>
        <p:grpSp>
          <p:nvGrpSpPr>
            <p:cNvPr id="23" name="Group 22">
              <a:extLst>
                <a:ext uri="{FF2B5EF4-FFF2-40B4-BE49-F238E27FC236}">
                  <a16:creationId xmlns:a16="http://schemas.microsoft.com/office/drawing/2014/main" id="{C12767D5-9E29-564E-80E2-F55B4A82324A}"/>
                </a:ext>
              </a:extLst>
            </p:cNvPr>
            <p:cNvGrpSpPr/>
            <p:nvPr/>
          </p:nvGrpSpPr>
          <p:grpSpPr>
            <a:xfrm>
              <a:off x="671990" y="1806119"/>
              <a:ext cx="1305870" cy="1496298"/>
              <a:chOff x="1563004" y="1837775"/>
              <a:chExt cx="1305870" cy="1496298"/>
            </a:xfrm>
          </p:grpSpPr>
          <p:pic>
            <p:nvPicPr>
              <p:cNvPr id="24" name="Picture 23">
                <a:extLst>
                  <a:ext uri="{FF2B5EF4-FFF2-40B4-BE49-F238E27FC236}">
                    <a16:creationId xmlns:a16="http://schemas.microsoft.com/office/drawing/2014/main" id="{FC6DC43C-35CF-D641-A0D1-45393D71C3E5}"/>
                  </a:ext>
                </a:extLst>
              </p:cNvPr>
              <p:cNvPicPr>
                <a:picLocks noChangeAspect="1"/>
              </p:cNvPicPr>
              <p:nvPr/>
            </p:nvPicPr>
            <p:blipFill>
              <a:blip r:embed="rId13"/>
              <a:stretch>
                <a:fillRect/>
              </a:stretch>
            </p:blipFill>
            <p:spPr>
              <a:xfrm>
                <a:off x="1665601" y="1837775"/>
                <a:ext cx="550338" cy="1149734"/>
              </a:xfrm>
              <a:prstGeom prst="rect">
                <a:avLst/>
              </a:prstGeom>
            </p:spPr>
          </p:pic>
          <p:sp>
            <p:nvSpPr>
              <p:cNvPr id="25" name="Text Box 8">
                <a:extLst>
                  <a:ext uri="{FF2B5EF4-FFF2-40B4-BE49-F238E27FC236}">
                    <a16:creationId xmlns:a16="http://schemas.microsoft.com/office/drawing/2014/main" id="{23F7E456-D71D-3844-AE63-866B36C95BB3}"/>
                  </a:ext>
                </a:extLst>
              </p:cNvPr>
              <p:cNvSpPr txBox="1">
                <a:spLocks noChangeArrowheads="1"/>
              </p:cNvSpPr>
              <p:nvPr/>
            </p:nvSpPr>
            <p:spPr bwMode="auto">
              <a:xfrm>
                <a:off x="1563004" y="2995519"/>
                <a:ext cx="13058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r>
                  <a:rPr lang="en-US" altLang="en-US" sz="1600" dirty="0">
                    <a:latin typeface="+mn-lt"/>
                  </a:rPr>
                  <a:t>Amazon Echo</a:t>
                </a:r>
              </a:p>
            </p:txBody>
          </p:sp>
        </p:grpSp>
      </p:grpSp>
      <p:sp>
        <p:nvSpPr>
          <p:cNvPr id="31" name="TextBox 30">
            <a:extLst>
              <a:ext uri="{FF2B5EF4-FFF2-40B4-BE49-F238E27FC236}">
                <a16:creationId xmlns:a16="http://schemas.microsoft.com/office/drawing/2014/main" id="{6893A0B6-39E7-204C-827B-349BC5FC8535}"/>
              </a:ext>
            </a:extLst>
          </p:cNvPr>
          <p:cNvSpPr txBox="1"/>
          <p:nvPr/>
        </p:nvSpPr>
        <p:spPr>
          <a:xfrm>
            <a:off x="9707225" y="5533965"/>
            <a:ext cx="1814920" cy="707886"/>
          </a:xfrm>
          <a:prstGeom prst="rect">
            <a:avLst/>
          </a:prstGeom>
          <a:noFill/>
        </p:spPr>
        <p:txBody>
          <a:bodyPr wrap="none" rtlCol="0">
            <a:spAutoFit/>
          </a:bodyPr>
          <a:lstStyle/>
          <a:p>
            <a:r>
              <a:rPr lang="en-US" sz="4000" i="1" dirty="0">
                <a:solidFill>
                  <a:srgbClr val="0000A8"/>
                </a:solidFill>
              </a:rPr>
              <a:t>Others?</a:t>
            </a:r>
          </a:p>
        </p:txBody>
      </p:sp>
      <p:grpSp>
        <p:nvGrpSpPr>
          <p:cNvPr id="52" name="Group 51">
            <a:extLst>
              <a:ext uri="{FF2B5EF4-FFF2-40B4-BE49-F238E27FC236}">
                <a16:creationId xmlns:a16="http://schemas.microsoft.com/office/drawing/2014/main" id="{632A2102-607D-D540-823A-4380CE719D5E}"/>
              </a:ext>
            </a:extLst>
          </p:cNvPr>
          <p:cNvGrpSpPr/>
          <p:nvPr/>
        </p:nvGrpSpPr>
        <p:grpSpPr>
          <a:xfrm>
            <a:off x="3149599" y="5058059"/>
            <a:ext cx="1519767" cy="1241029"/>
            <a:chOff x="3149599" y="5058059"/>
            <a:chExt cx="1519767" cy="1241029"/>
          </a:xfrm>
        </p:grpSpPr>
        <p:pic>
          <p:nvPicPr>
            <p:cNvPr id="48" name="Picture 47">
              <a:extLst>
                <a:ext uri="{FF2B5EF4-FFF2-40B4-BE49-F238E27FC236}">
                  <a16:creationId xmlns:a16="http://schemas.microsoft.com/office/drawing/2014/main" id="{9C0D5741-B362-2E4C-80A0-B6C780A485F9}"/>
                </a:ext>
              </a:extLst>
            </p:cNvPr>
            <p:cNvPicPr>
              <a:picLocks noChangeAspect="1"/>
            </p:cNvPicPr>
            <p:nvPr/>
          </p:nvPicPr>
          <p:blipFill>
            <a:blip r:embed="rId14"/>
            <a:stretch>
              <a:fillRect/>
            </a:stretch>
          </p:blipFill>
          <p:spPr>
            <a:xfrm>
              <a:off x="3149599" y="5058059"/>
              <a:ext cx="1519767" cy="972324"/>
            </a:xfrm>
            <a:prstGeom prst="rect">
              <a:avLst/>
            </a:prstGeom>
          </p:spPr>
        </p:pic>
        <p:sp>
          <p:nvSpPr>
            <p:cNvPr id="49" name="TextBox 48">
              <a:extLst>
                <a:ext uri="{FF2B5EF4-FFF2-40B4-BE49-F238E27FC236}">
                  <a16:creationId xmlns:a16="http://schemas.microsoft.com/office/drawing/2014/main" id="{AB92610F-C1A8-1143-8544-D8E94835BD79}"/>
                </a:ext>
              </a:extLst>
            </p:cNvPr>
            <p:cNvSpPr txBox="1"/>
            <p:nvPr/>
          </p:nvSpPr>
          <p:spPr>
            <a:xfrm>
              <a:off x="3149601" y="5960534"/>
              <a:ext cx="1490088" cy="338554"/>
            </a:xfrm>
            <a:prstGeom prst="rect">
              <a:avLst/>
            </a:prstGeom>
            <a:noFill/>
          </p:spPr>
          <p:txBody>
            <a:bodyPr wrap="none" rtlCol="0">
              <a:spAutoFit/>
            </a:bodyPr>
            <a:lstStyle/>
            <a:p>
              <a:r>
                <a:rPr lang="en-US" sz="1600" dirty="0"/>
                <a:t>Gaming devices</a:t>
              </a:r>
            </a:p>
          </p:txBody>
        </p:sp>
      </p:grpSp>
      <p:grpSp>
        <p:nvGrpSpPr>
          <p:cNvPr id="57" name="Group 56">
            <a:extLst>
              <a:ext uri="{FF2B5EF4-FFF2-40B4-BE49-F238E27FC236}">
                <a16:creationId xmlns:a16="http://schemas.microsoft.com/office/drawing/2014/main" id="{67D65074-F21F-B94B-BFCB-7EEDE293A625}"/>
              </a:ext>
            </a:extLst>
          </p:cNvPr>
          <p:cNvGrpSpPr/>
          <p:nvPr/>
        </p:nvGrpSpPr>
        <p:grpSpPr>
          <a:xfrm>
            <a:off x="9643123" y="1811867"/>
            <a:ext cx="2328743" cy="3572821"/>
            <a:chOff x="9643123" y="1811867"/>
            <a:chExt cx="2328743" cy="3572821"/>
          </a:xfrm>
        </p:grpSpPr>
        <p:pic>
          <p:nvPicPr>
            <p:cNvPr id="54" name="Picture 53">
              <a:extLst>
                <a:ext uri="{FF2B5EF4-FFF2-40B4-BE49-F238E27FC236}">
                  <a16:creationId xmlns:a16="http://schemas.microsoft.com/office/drawing/2014/main" id="{310039DD-4B0F-744D-A2D1-C7340E6E4FF3}"/>
                </a:ext>
              </a:extLst>
            </p:cNvPr>
            <p:cNvPicPr>
              <a:picLocks noChangeAspect="1"/>
            </p:cNvPicPr>
            <p:nvPr/>
          </p:nvPicPr>
          <p:blipFill>
            <a:blip r:embed="rId15"/>
            <a:stretch>
              <a:fillRect/>
            </a:stretch>
          </p:blipFill>
          <p:spPr>
            <a:xfrm>
              <a:off x="10735733" y="2137293"/>
              <a:ext cx="1147232" cy="1035589"/>
            </a:xfrm>
            <a:prstGeom prst="rect">
              <a:avLst/>
            </a:prstGeom>
          </p:spPr>
        </p:pic>
        <p:pic>
          <p:nvPicPr>
            <p:cNvPr id="53" name="Picture 52">
              <a:extLst>
                <a:ext uri="{FF2B5EF4-FFF2-40B4-BE49-F238E27FC236}">
                  <a16:creationId xmlns:a16="http://schemas.microsoft.com/office/drawing/2014/main" id="{D55D2D51-D30E-2742-9375-A5BFA84332C4}"/>
                </a:ext>
              </a:extLst>
            </p:cNvPr>
            <p:cNvPicPr>
              <a:picLocks noChangeAspect="1"/>
            </p:cNvPicPr>
            <p:nvPr/>
          </p:nvPicPr>
          <p:blipFill>
            <a:blip r:embed="rId16"/>
            <a:stretch>
              <a:fillRect/>
            </a:stretch>
          </p:blipFill>
          <p:spPr>
            <a:xfrm>
              <a:off x="11182464" y="3606800"/>
              <a:ext cx="789402" cy="1483783"/>
            </a:xfrm>
            <a:prstGeom prst="rect">
              <a:avLst/>
            </a:prstGeom>
          </p:spPr>
        </p:pic>
        <p:pic>
          <p:nvPicPr>
            <p:cNvPr id="47" name="Picture 46">
              <a:extLst>
                <a:ext uri="{FF2B5EF4-FFF2-40B4-BE49-F238E27FC236}">
                  <a16:creationId xmlns:a16="http://schemas.microsoft.com/office/drawing/2014/main" id="{C7E5DD1E-6544-F640-9436-9951D441C6C7}"/>
                </a:ext>
              </a:extLst>
            </p:cNvPr>
            <p:cNvPicPr>
              <a:picLocks noChangeAspect="1"/>
            </p:cNvPicPr>
            <p:nvPr/>
          </p:nvPicPr>
          <p:blipFill>
            <a:blip r:embed="rId17"/>
            <a:stretch>
              <a:fillRect/>
            </a:stretch>
          </p:blipFill>
          <p:spPr>
            <a:xfrm>
              <a:off x="9643123" y="3014133"/>
              <a:ext cx="1723654" cy="1174752"/>
            </a:xfrm>
            <a:prstGeom prst="rect">
              <a:avLst/>
            </a:prstGeom>
          </p:spPr>
        </p:pic>
        <p:sp>
          <p:nvSpPr>
            <p:cNvPr id="50" name="TextBox 49">
              <a:extLst>
                <a:ext uri="{FF2B5EF4-FFF2-40B4-BE49-F238E27FC236}">
                  <a16:creationId xmlns:a16="http://schemas.microsoft.com/office/drawing/2014/main" id="{D7863F0D-80AA-1E47-9E1B-7CE9B266B0AB}"/>
                </a:ext>
              </a:extLst>
            </p:cNvPr>
            <p:cNvSpPr txBox="1"/>
            <p:nvPr/>
          </p:nvSpPr>
          <p:spPr>
            <a:xfrm>
              <a:off x="10176934" y="4114801"/>
              <a:ext cx="516039" cy="338554"/>
            </a:xfrm>
            <a:prstGeom prst="rect">
              <a:avLst/>
            </a:prstGeom>
            <a:noFill/>
          </p:spPr>
          <p:txBody>
            <a:bodyPr wrap="none" rtlCol="0">
              <a:spAutoFit/>
            </a:bodyPr>
            <a:lstStyle/>
            <a:p>
              <a:r>
                <a:rPr lang="en-US" sz="1600" dirty="0"/>
                <a:t>cars</a:t>
              </a:r>
            </a:p>
          </p:txBody>
        </p:sp>
        <p:sp>
          <p:nvSpPr>
            <p:cNvPr id="55" name="TextBox 54">
              <a:extLst>
                <a:ext uri="{FF2B5EF4-FFF2-40B4-BE49-F238E27FC236}">
                  <a16:creationId xmlns:a16="http://schemas.microsoft.com/office/drawing/2014/main" id="{E4B645BA-1C6A-364F-9234-0618DDEDFC78}"/>
                </a:ext>
              </a:extLst>
            </p:cNvPr>
            <p:cNvSpPr txBox="1"/>
            <p:nvPr/>
          </p:nvSpPr>
          <p:spPr>
            <a:xfrm>
              <a:off x="11074401" y="5046134"/>
              <a:ext cx="885755" cy="338554"/>
            </a:xfrm>
            <a:prstGeom prst="rect">
              <a:avLst/>
            </a:prstGeom>
            <a:noFill/>
          </p:spPr>
          <p:txBody>
            <a:bodyPr wrap="none" rtlCol="0">
              <a:spAutoFit/>
            </a:bodyPr>
            <a:lstStyle/>
            <a:p>
              <a:r>
                <a:rPr lang="en-US" sz="1600" dirty="0"/>
                <a:t>scooters</a:t>
              </a:r>
            </a:p>
          </p:txBody>
        </p:sp>
        <p:sp>
          <p:nvSpPr>
            <p:cNvPr id="56" name="TextBox 55">
              <a:extLst>
                <a:ext uri="{FF2B5EF4-FFF2-40B4-BE49-F238E27FC236}">
                  <a16:creationId xmlns:a16="http://schemas.microsoft.com/office/drawing/2014/main" id="{2E1A7281-9F1D-294C-A4D6-B92EC3942A98}"/>
                </a:ext>
              </a:extLst>
            </p:cNvPr>
            <p:cNvSpPr txBox="1"/>
            <p:nvPr/>
          </p:nvSpPr>
          <p:spPr>
            <a:xfrm>
              <a:off x="11023601" y="1811867"/>
              <a:ext cx="607667" cy="338554"/>
            </a:xfrm>
            <a:prstGeom prst="rect">
              <a:avLst/>
            </a:prstGeom>
            <a:noFill/>
          </p:spPr>
          <p:txBody>
            <a:bodyPr wrap="none" rtlCol="0">
              <a:spAutoFit/>
            </a:bodyPr>
            <a:lstStyle/>
            <a:p>
              <a:r>
                <a:rPr lang="en-US" sz="1600" dirty="0"/>
                <a:t>bikes</a:t>
              </a:r>
            </a:p>
          </p:txBody>
        </p:sp>
      </p:grpSp>
      <p:sp>
        <p:nvSpPr>
          <p:cNvPr id="58" name="Slide Number Placeholder 2">
            <a:extLst>
              <a:ext uri="{FF2B5EF4-FFF2-40B4-BE49-F238E27FC236}">
                <a16:creationId xmlns:a16="http://schemas.microsoft.com/office/drawing/2014/main" id="{4AAF1060-1214-6049-9C20-106E76839BCE}"/>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a:t>
            </a:fld>
            <a:endParaRPr lang="en-US" dirty="0"/>
          </a:p>
        </p:txBody>
      </p:sp>
      <p:grpSp>
        <p:nvGrpSpPr>
          <p:cNvPr id="59" name="Group 58">
            <a:extLst>
              <a:ext uri="{FF2B5EF4-FFF2-40B4-BE49-F238E27FC236}">
                <a16:creationId xmlns:a16="http://schemas.microsoft.com/office/drawing/2014/main" id="{389C574C-4F83-547C-CC5A-0BEE9DB1AF99}"/>
              </a:ext>
            </a:extLst>
          </p:cNvPr>
          <p:cNvGrpSpPr/>
          <p:nvPr/>
        </p:nvGrpSpPr>
        <p:grpSpPr>
          <a:xfrm>
            <a:off x="5244182" y="1499729"/>
            <a:ext cx="4175678" cy="5120549"/>
            <a:chOff x="5244182" y="1499729"/>
            <a:chExt cx="4175678" cy="5120549"/>
          </a:xfrm>
        </p:grpSpPr>
        <p:grpSp>
          <p:nvGrpSpPr>
            <p:cNvPr id="46" name="Group 45">
              <a:extLst>
                <a:ext uri="{FF2B5EF4-FFF2-40B4-BE49-F238E27FC236}">
                  <a16:creationId xmlns:a16="http://schemas.microsoft.com/office/drawing/2014/main" id="{3174E644-1BC5-AD41-8B98-2AEBAB53347E}"/>
                </a:ext>
              </a:extLst>
            </p:cNvPr>
            <p:cNvGrpSpPr/>
            <p:nvPr/>
          </p:nvGrpSpPr>
          <p:grpSpPr>
            <a:xfrm>
              <a:off x="5244182" y="1499729"/>
              <a:ext cx="4175678" cy="4332246"/>
              <a:chOff x="5244182" y="1499729"/>
              <a:chExt cx="4175678" cy="4332246"/>
            </a:xfrm>
          </p:grpSpPr>
          <p:grpSp>
            <p:nvGrpSpPr>
              <p:cNvPr id="26" name="Group 25">
                <a:extLst>
                  <a:ext uri="{FF2B5EF4-FFF2-40B4-BE49-F238E27FC236}">
                    <a16:creationId xmlns:a16="http://schemas.microsoft.com/office/drawing/2014/main" id="{11948532-9530-1146-897B-DCFADC27A92F}"/>
                  </a:ext>
                </a:extLst>
              </p:cNvPr>
              <p:cNvGrpSpPr/>
              <p:nvPr/>
            </p:nvGrpSpPr>
            <p:grpSpPr>
              <a:xfrm>
                <a:off x="5244182" y="1499729"/>
                <a:ext cx="2735863" cy="1090838"/>
                <a:chOff x="616980" y="5292729"/>
                <a:chExt cx="3127445" cy="1207904"/>
              </a:xfrm>
            </p:grpSpPr>
            <p:grpSp>
              <p:nvGrpSpPr>
                <p:cNvPr id="27" name="Group 26">
                  <a:extLst>
                    <a:ext uri="{FF2B5EF4-FFF2-40B4-BE49-F238E27FC236}">
                      <a16:creationId xmlns:a16="http://schemas.microsoft.com/office/drawing/2014/main" id="{ACDED42E-CC7D-9245-8E47-BC40291CA6D2}"/>
                    </a:ext>
                  </a:extLst>
                </p:cNvPr>
                <p:cNvGrpSpPr/>
                <p:nvPr/>
              </p:nvGrpSpPr>
              <p:grpSpPr>
                <a:xfrm>
                  <a:off x="616980" y="5292729"/>
                  <a:ext cx="3127445" cy="821190"/>
                  <a:chOff x="842590" y="5420084"/>
                  <a:chExt cx="3127445" cy="821190"/>
                </a:xfrm>
                <a:effectLst>
                  <a:outerShdw blurRad="50800" dist="38100" dir="8100000" algn="tr" rotWithShape="0">
                    <a:prstClr val="black">
                      <a:alpha val="40000"/>
                    </a:prstClr>
                  </a:outerShdw>
                </a:effectLst>
              </p:grpSpPr>
              <p:pic>
                <p:nvPicPr>
                  <p:cNvPr id="29" name="Picture 28">
                    <a:extLst>
                      <a:ext uri="{FF2B5EF4-FFF2-40B4-BE49-F238E27FC236}">
                        <a16:creationId xmlns:a16="http://schemas.microsoft.com/office/drawing/2014/main" id="{CD3E45EE-DA47-FB4C-AC41-27292F878C02}"/>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842590" y="5420084"/>
                    <a:ext cx="2016478" cy="821190"/>
                  </a:xfrm>
                  <a:prstGeom prst="rect">
                    <a:avLst/>
                  </a:prstGeom>
                </p:spPr>
              </p:pic>
              <p:pic>
                <p:nvPicPr>
                  <p:cNvPr id="30" name="Picture 29">
                    <a:extLst>
                      <a:ext uri="{FF2B5EF4-FFF2-40B4-BE49-F238E27FC236}">
                        <a16:creationId xmlns:a16="http://schemas.microsoft.com/office/drawing/2014/main" id="{30103B98-660D-084B-8321-DBA525F85DB1}"/>
                      </a:ext>
                    </a:extLst>
                  </p:cNvPr>
                  <p:cNvPicPr>
                    <a:picLocks noChangeAspect="1"/>
                  </p:cNvPicPr>
                  <p:nvPr/>
                </p:nvPicPr>
                <p:blipFill rotWithShape="1">
                  <a:blip r:embed="rId19" cstate="print">
                    <a:extLst>
                      <a:ext uri="{28A0092B-C50C-407E-A947-70E740481C1C}">
                        <a14:useLocalDpi xmlns:a14="http://schemas.microsoft.com/office/drawing/2010/main" val="0"/>
                      </a:ext>
                    </a:extLst>
                  </a:blip>
                  <a:srcRect l="44905"/>
                  <a:stretch/>
                </p:blipFill>
                <p:spPr>
                  <a:xfrm>
                    <a:off x="2859067" y="5420084"/>
                    <a:ext cx="1110968" cy="821190"/>
                  </a:xfrm>
                  <a:prstGeom prst="rect">
                    <a:avLst/>
                  </a:prstGeom>
                </p:spPr>
              </p:pic>
            </p:grpSp>
            <p:sp>
              <p:nvSpPr>
                <p:cNvPr id="28" name="Text Box 8">
                  <a:extLst>
                    <a:ext uri="{FF2B5EF4-FFF2-40B4-BE49-F238E27FC236}">
                      <a16:creationId xmlns:a16="http://schemas.microsoft.com/office/drawing/2014/main" id="{353FBC48-20B8-084C-B54B-2A578BE3B2E8}"/>
                    </a:ext>
                  </a:extLst>
                </p:cNvPr>
                <p:cNvSpPr txBox="1">
                  <a:spLocks noChangeArrowheads="1"/>
                </p:cNvSpPr>
                <p:nvPr/>
              </p:nvSpPr>
              <p:spPr bwMode="auto">
                <a:xfrm>
                  <a:off x="1008562" y="6125746"/>
                  <a:ext cx="2301691" cy="37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Pacemaker &amp; Monitor</a:t>
                  </a:r>
                </a:p>
              </p:txBody>
            </p:sp>
          </p:grpSp>
          <p:grpSp>
            <p:nvGrpSpPr>
              <p:cNvPr id="42" name="Group 41">
                <a:extLst>
                  <a:ext uri="{FF2B5EF4-FFF2-40B4-BE49-F238E27FC236}">
                    <a16:creationId xmlns:a16="http://schemas.microsoft.com/office/drawing/2014/main" id="{AEF889B5-5851-5746-AB08-1839209EA393}"/>
                  </a:ext>
                </a:extLst>
              </p:cNvPr>
              <p:cNvGrpSpPr/>
              <p:nvPr/>
            </p:nvGrpSpPr>
            <p:grpSpPr>
              <a:xfrm>
                <a:off x="7868239" y="4103350"/>
                <a:ext cx="1551621" cy="942784"/>
                <a:chOff x="7868239" y="4103350"/>
                <a:chExt cx="1551621" cy="942784"/>
              </a:xfrm>
            </p:grpSpPr>
            <p:pic>
              <p:nvPicPr>
                <p:cNvPr id="34" name="Picture 33">
                  <a:extLst>
                    <a:ext uri="{FF2B5EF4-FFF2-40B4-BE49-F238E27FC236}">
                      <a16:creationId xmlns:a16="http://schemas.microsoft.com/office/drawing/2014/main" id="{4397B6CC-7ACF-AB44-AEEB-6942A1959FC5}"/>
                    </a:ext>
                  </a:extLst>
                </p:cNvPr>
                <p:cNvPicPr>
                  <a:picLocks noChangeAspect="1"/>
                </p:cNvPicPr>
                <p:nvPr/>
              </p:nvPicPr>
              <p:blipFill>
                <a:blip r:embed="rId20"/>
                <a:stretch>
                  <a:fillRect/>
                </a:stretch>
              </p:blipFill>
              <p:spPr>
                <a:xfrm>
                  <a:off x="7868239" y="4103350"/>
                  <a:ext cx="1551621" cy="663838"/>
                </a:xfrm>
                <a:prstGeom prst="rect">
                  <a:avLst/>
                </a:prstGeom>
              </p:spPr>
            </p:pic>
            <p:sp>
              <p:nvSpPr>
                <p:cNvPr id="35" name="Text Box 10">
                  <a:extLst>
                    <a:ext uri="{FF2B5EF4-FFF2-40B4-BE49-F238E27FC236}">
                      <a16:creationId xmlns:a16="http://schemas.microsoft.com/office/drawing/2014/main" id="{D5046EF2-BE9A-5947-80CD-08C169F54DE6}"/>
                    </a:ext>
                  </a:extLst>
                </p:cNvPr>
                <p:cNvSpPr txBox="1">
                  <a:spLocks noChangeArrowheads="1"/>
                </p:cNvSpPr>
                <p:nvPr/>
              </p:nvSpPr>
              <p:spPr bwMode="auto">
                <a:xfrm>
                  <a:off x="8306583" y="4707580"/>
                  <a:ext cx="10797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AR devices</a:t>
                  </a:r>
                </a:p>
              </p:txBody>
            </p:sp>
          </p:grpSp>
          <p:grpSp>
            <p:nvGrpSpPr>
              <p:cNvPr id="43" name="Group 42">
                <a:extLst>
                  <a:ext uri="{FF2B5EF4-FFF2-40B4-BE49-F238E27FC236}">
                    <a16:creationId xmlns:a16="http://schemas.microsoft.com/office/drawing/2014/main" id="{ED68E62D-EDDE-DB4E-9E02-B0DBDFB7F0C8}"/>
                  </a:ext>
                </a:extLst>
              </p:cNvPr>
              <p:cNvGrpSpPr/>
              <p:nvPr/>
            </p:nvGrpSpPr>
            <p:grpSpPr>
              <a:xfrm>
                <a:off x="7377679" y="4648280"/>
                <a:ext cx="875312" cy="1183695"/>
                <a:chOff x="7377679" y="4648280"/>
                <a:chExt cx="875312" cy="1183695"/>
              </a:xfrm>
            </p:grpSpPr>
            <p:pic>
              <p:nvPicPr>
                <p:cNvPr id="32" name="Picture 31">
                  <a:extLst>
                    <a:ext uri="{FF2B5EF4-FFF2-40B4-BE49-F238E27FC236}">
                      <a16:creationId xmlns:a16="http://schemas.microsoft.com/office/drawing/2014/main" id="{D4B1D193-AA5A-2B4F-A43C-A5DB01A465A2}"/>
                    </a:ext>
                  </a:extLst>
                </p:cNvPr>
                <p:cNvPicPr>
                  <a:picLocks noChangeAspect="1"/>
                </p:cNvPicPr>
                <p:nvPr/>
              </p:nvPicPr>
              <p:blipFill>
                <a:blip r:embed="rId21"/>
                <a:stretch>
                  <a:fillRect/>
                </a:stretch>
              </p:blipFill>
              <p:spPr>
                <a:xfrm>
                  <a:off x="7377679" y="4648280"/>
                  <a:ext cx="875312" cy="864670"/>
                </a:xfrm>
                <a:prstGeom prst="rect">
                  <a:avLst/>
                </a:prstGeom>
              </p:spPr>
            </p:pic>
            <p:sp>
              <p:nvSpPr>
                <p:cNvPr id="33" name="Text Box 10">
                  <a:extLst>
                    <a:ext uri="{FF2B5EF4-FFF2-40B4-BE49-F238E27FC236}">
                      <a16:creationId xmlns:a16="http://schemas.microsoft.com/office/drawing/2014/main" id="{10243502-70F1-454C-B91D-F4CBAD87DA2A}"/>
                    </a:ext>
                  </a:extLst>
                </p:cNvPr>
                <p:cNvSpPr txBox="1">
                  <a:spLocks noChangeArrowheads="1"/>
                </p:cNvSpPr>
                <p:nvPr/>
              </p:nvSpPr>
              <p:spPr bwMode="auto">
                <a:xfrm>
                  <a:off x="7524415" y="5493421"/>
                  <a:ext cx="628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600" dirty="0">
                      <a:latin typeface="+mn-lt"/>
                    </a:rPr>
                    <a:t>Fitbit</a:t>
                  </a:r>
                </a:p>
              </p:txBody>
            </p:sp>
          </p:grpSp>
        </p:grpSp>
        <p:grpSp>
          <p:nvGrpSpPr>
            <p:cNvPr id="51" name="Group 50">
              <a:extLst>
                <a:ext uri="{FF2B5EF4-FFF2-40B4-BE49-F238E27FC236}">
                  <a16:creationId xmlns:a16="http://schemas.microsoft.com/office/drawing/2014/main" id="{7D6ABF0F-78CB-57F0-08E4-84DCCB8C9A84}"/>
                </a:ext>
              </a:extLst>
            </p:cNvPr>
            <p:cNvGrpSpPr/>
            <p:nvPr/>
          </p:nvGrpSpPr>
          <p:grpSpPr>
            <a:xfrm>
              <a:off x="7863991" y="4977554"/>
              <a:ext cx="1548356" cy="1642724"/>
              <a:chOff x="7863991" y="4977554"/>
              <a:chExt cx="1548356" cy="1642724"/>
            </a:xfrm>
          </p:grpSpPr>
          <p:pic>
            <p:nvPicPr>
              <p:cNvPr id="36" name="Picture 35" descr="A picture containing person, underpants&#10;&#10;Description automatically generated">
                <a:extLst>
                  <a:ext uri="{FF2B5EF4-FFF2-40B4-BE49-F238E27FC236}">
                    <a16:creationId xmlns:a16="http://schemas.microsoft.com/office/drawing/2014/main" id="{394DB1E6-C608-C475-07AA-E19EA2E4B9E0}"/>
                  </a:ext>
                </a:extLst>
              </p:cNvPr>
              <p:cNvPicPr>
                <a:picLocks noChangeAspect="1"/>
              </p:cNvPicPr>
              <p:nvPr/>
            </p:nvPicPr>
            <p:blipFill>
              <a:blip r:embed="rId22"/>
              <a:stretch>
                <a:fillRect/>
              </a:stretch>
            </p:blipFill>
            <p:spPr>
              <a:xfrm>
                <a:off x="8368402" y="4977554"/>
                <a:ext cx="1043945" cy="1642724"/>
              </a:xfrm>
              <a:prstGeom prst="rect">
                <a:avLst/>
              </a:prstGeom>
            </p:spPr>
          </p:pic>
          <p:sp>
            <p:nvSpPr>
              <p:cNvPr id="37" name="TextBox 36">
                <a:extLst>
                  <a:ext uri="{FF2B5EF4-FFF2-40B4-BE49-F238E27FC236}">
                    <a16:creationId xmlns:a16="http://schemas.microsoft.com/office/drawing/2014/main" id="{79648DBA-4CDA-5C83-4CCB-96317A6EB4D4}"/>
                  </a:ext>
                </a:extLst>
              </p:cNvPr>
              <p:cNvSpPr txBox="1"/>
              <p:nvPr/>
            </p:nvSpPr>
            <p:spPr>
              <a:xfrm>
                <a:off x="7863991" y="6241851"/>
                <a:ext cx="795089" cy="338554"/>
              </a:xfrm>
              <a:prstGeom prst="rect">
                <a:avLst/>
              </a:prstGeom>
              <a:noFill/>
            </p:spPr>
            <p:txBody>
              <a:bodyPr wrap="none" rtlCol="0">
                <a:spAutoFit/>
              </a:bodyPr>
              <a:lstStyle/>
              <a:p>
                <a:r>
                  <a:rPr lang="en-US" sz="1600" dirty="0"/>
                  <a:t>diapers</a:t>
                </a:r>
              </a:p>
            </p:txBody>
          </p:sp>
        </p:grpSp>
      </p:grpSp>
    </p:spTree>
    <p:extLst>
      <p:ext uri="{BB962C8B-B14F-4D97-AF65-F5344CB8AC3E}">
        <p14:creationId xmlns:p14="http://schemas.microsoft.com/office/powerpoint/2010/main" val="952643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dissolve">
                                      <p:cBhvr>
                                        <p:cTn id="7" dur="500"/>
                                        <p:tgtEl>
                                          <p:spTgt spid="44"/>
                                        </p:tgtEl>
                                      </p:cBhvr>
                                    </p:animEffect>
                                  </p:childTnLst>
                                </p:cTn>
                              </p:par>
                              <p:par>
                                <p:cTn id="8" presetID="9" presetClass="entr" presetSubtype="0" fill="hold"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dissolve">
                                      <p:cBhvr>
                                        <p:cTn id="10" dur="500"/>
                                        <p:tgtEl>
                                          <p:spTgt spid="5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dissolve">
                                      <p:cBhvr>
                                        <p:cTn id="15" dur="500"/>
                                        <p:tgtEl>
                                          <p:spTgt spid="45"/>
                                        </p:tgtEl>
                                      </p:cBhvr>
                                    </p:animEffect>
                                  </p:childTnLst>
                                </p:cTn>
                              </p:par>
                              <p:par>
                                <p:cTn id="16" presetID="9" presetClass="entr" presetSubtype="0" fill="hold" nodeType="with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dissolve">
                                      <p:cBhvr>
                                        <p:cTn id="18" dur="500"/>
                                        <p:tgtEl>
                                          <p:spTgt spid="20"/>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dissolve">
                                      <p:cBhvr>
                                        <p:cTn id="23" dur="500"/>
                                        <p:tgtEl>
                                          <p:spTgt spid="5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dissolve">
                                      <p:cBhvr>
                                        <p:cTn id="28" dur="500"/>
                                        <p:tgtEl>
                                          <p:spTgt spid="5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dissolve">
                                      <p:cBhvr>
                                        <p:cTn id="33" dur="500"/>
                                        <p:tgtEl>
                                          <p:spTgt spid="5"/>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dissolve">
                                      <p:cBhvr>
                                        <p:cTn id="36" dur="500"/>
                                        <p:tgtEl>
                                          <p:spTgt spid="7"/>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dissolve">
                                      <p:cBhvr>
                                        <p:cTn id="4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8376764-E8EE-2343-BDE8-8A38CADB2B10}"/>
              </a:ext>
            </a:extLst>
          </p:cNvPr>
          <p:cNvSpPr txBox="1"/>
          <p:nvPr/>
        </p:nvSpPr>
        <p:spPr>
          <a:xfrm>
            <a:off x="9190439" y="3479610"/>
            <a:ext cx="1364989" cy="523220"/>
          </a:xfrm>
          <a:prstGeom prst="rect">
            <a:avLst/>
          </a:prstGeom>
          <a:noFill/>
        </p:spPr>
        <p:txBody>
          <a:bodyPr wrap="none" rtlCol="0">
            <a:spAutoFit/>
          </a:bodyPr>
          <a:lstStyle/>
          <a:p>
            <a:r>
              <a:rPr lang="en-US" sz="2800" dirty="0"/>
              <a:t>Internet</a:t>
            </a:r>
          </a:p>
        </p:txBody>
      </p:sp>
      <p:sp>
        <p:nvSpPr>
          <p:cNvPr id="5" name="Rectangle 4">
            <a:extLst>
              <a:ext uri="{FF2B5EF4-FFF2-40B4-BE49-F238E27FC236}">
                <a16:creationId xmlns:a16="http://schemas.microsoft.com/office/drawing/2014/main" id="{BEDDBC9A-D563-454D-A345-7C56FB5C09DB}"/>
              </a:ext>
            </a:extLst>
          </p:cNvPr>
          <p:cNvSpPr/>
          <p:nvPr/>
        </p:nvSpPr>
        <p:spPr>
          <a:xfrm>
            <a:off x="9250302" y="3526527"/>
            <a:ext cx="1558255" cy="538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29037"/>
            <a:ext cx="10515600" cy="894622"/>
          </a:xfrm>
        </p:spPr>
        <p:txBody>
          <a:bodyPr/>
          <a:lstStyle/>
          <a:p>
            <a:r>
              <a:rPr lang="en-US" altLang="ja-JP" dirty="0"/>
              <a:t>The Internet: a “nuts and bolts” view</a:t>
            </a:r>
            <a:endParaRPr lang="en-US" dirty="0"/>
          </a:p>
        </p:txBody>
      </p:sp>
      <p:grpSp>
        <p:nvGrpSpPr>
          <p:cNvPr id="801" name="Group 800">
            <a:extLst>
              <a:ext uri="{FF2B5EF4-FFF2-40B4-BE49-F238E27FC236}">
                <a16:creationId xmlns:a16="http://schemas.microsoft.com/office/drawing/2014/main" id="{120F2BC7-BB63-8D47-A127-7655CBFA7174}"/>
              </a:ext>
            </a:extLst>
          </p:cNvPr>
          <p:cNvGrpSpPr/>
          <p:nvPr/>
        </p:nvGrpSpPr>
        <p:grpSpPr>
          <a:xfrm>
            <a:off x="7205350" y="1488461"/>
            <a:ext cx="4525460" cy="4859961"/>
            <a:chOff x="7268561" y="1458365"/>
            <a:chExt cx="4525460" cy="4859961"/>
          </a:xfrm>
        </p:grpSpPr>
        <p:sp>
          <p:nvSpPr>
            <p:cNvPr id="371" name="Freeform 370">
              <a:extLst>
                <a:ext uri="{FF2B5EF4-FFF2-40B4-BE49-F238E27FC236}">
                  <a16:creationId xmlns:a16="http://schemas.microsoft.com/office/drawing/2014/main" id="{21662630-62BB-AE4A-A779-AEACD21E6D7C}"/>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68561" y="3259155"/>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900911" y="3897954"/>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834382" y="3164075"/>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90412" y="1821099"/>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829373" y="3417823"/>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80978" y="4647841"/>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126229" y="4198152"/>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grpSp>
        <p:nvGrpSpPr>
          <p:cNvPr id="1030" name="Group 1029">
            <a:extLst>
              <a:ext uri="{FF2B5EF4-FFF2-40B4-BE49-F238E27FC236}">
                <a16:creationId xmlns:a16="http://schemas.microsoft.com/office/drawing/2014/main" id="{54348108-FD66-5941-95B5-3AA9BB3E9A2D}"/>
              </a:ext>
            </a:extLst>
          </p:cNvPr>
          <p:cNvGrpSpPr/>
          <p:nvPr/>
        </p:nvGrpSpPr>
        <p:grpSpPr>
          <a:xfrm>
            <a:off x="1297913" y="3134990"/>
            <a:ext cx="5623201" cy="1305077"/>
            <a:chOff x="1297913" y="3209940"/>
            <a:chExt cx="5623201" cy="1305077"/>
          </a:xfrm>
        </p:grpSpPr>
        <p:sp>
          <p:nvSpPr>
            <p:cNvPr id="666" name="Content Placeholder 2">
              <a:extLst>
                <a:ext uri="{FF2B5EF4-FFF2-40B4-BE49-F238E27FC236}">
                  <a16:creationId xmlns:a16="http://schemas.microsoft.com/office/drawing/2014/main" id="{B356736A-B49C-8045-8159-87CAE4974452}"/>
                </a:ext>
              </a:extLst>
            </p:cNvPr>
            <p:cNvSpPr txBox="1">
              <a:spLocks/>
            </p:cNvSpPr>
            <p:nvPr/>
          </p:nvSpPr>
          <p:spPr>
            <a:xfrm>
              <a:off x="3142962" y="3209940"/>
              <a:ext cx="3778152" cy="1305077"/>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None/>
              </a:pPr>
              <a:r>
                <a:rPr lang="en-US" altLang="en-US" sz="2400" i="1" dirty="0">
                  <a:solidFill>
                    <a:srgbClr val="C00000"/>
                  </a:solidFill>
                  <a:latin typeface="+mn-lt"/>
                </a:rPr>
                <a:t>Packet switches</a:t>
              </a:r>
              <a:r>
                <a:rPr lang="en-US" altLang="en-US" sz="2400" dirty="0">
                  <a:latin typeface="+mn-lt"/>
                </a:rPr>
                <a:t>: forward packets (chunks of data)</a:t>
              </a:r>
            </a:p>
            <a:p>
              <a:pPr marL="346075" lvl="1" indent="-231775">
                <a:buClr>
                  <a:srgbClr val="0000A8"/>
                </a:buClr>
              </a:pPr>
              <a:r>
                <a:rPr lang="en-US" altLang="en-US" sz="2000" i="1" dirty="0">
                  <a:solidFill>
                    <a:schemeClr val="tx1"/>
                  </a:solidFill>
                  <a:latin typeface="+mn-lt"/>
                </a:rPr>
                <a:t>routers</a:t>
              </a:r>
              <a:r>
                <a:rPr lang="en-US" altLang="en-US" sz="2000" dirty="0">
                  <a:solidFill>
                    <a:schemeClr val="tx1"/>
                  </a:solidFill>
                  <a:latin typeface="+mn-lt"/>
                </a:rPr>
                <a:t>, </a:t>
              </a:r>
              <a:r>
                <a:rPr lang="en-US" altLang="en-US" sz="2000" i="1" dirty="0">
                  <a:solidFill>
                    <a:schemeClr val="tx1"/>
                  </a:solidFill>
                  <a:latin typeface="+mn-lt"/>
                </a:rPr>
                <a:t>switches</a:t>
              </a:r>
              <a:endParaRPr lang="en-US" dirty="0">
                <a:solidFill>
                  <a:schemeClr val="tx1"/>
                </a:solidFill>
                <a:latin typeface="+mn-lt"/>
              </a:endParaRPr>
            </a:p>
          </p:txBody>
        </p:sp>
        <p:grpSp>
          <p:nvGrpSpPr>
            <p:cNvPr id="1029" name="Group 1028">
              <a:extLst>
                <a:ext uri="{FF2B5EF4-FFF2-40B4-BE49-F238E27FC236}">
                  <a16:creationId xmlns:a16="http://schemas.microsoft.com/office/drawing/2014/main" id="{324B3D7B-0A87-684A-8AD5-E426CBAB8D91}"/>
                </a:ext>
              </a:extLst>
            </p:cNvPr>
            <p:cNvGrpSpPr/>
            <p:nvPr/>
          </p:nvGrpSpPr>
          <p:grpSpPr>
            <a:xfrm>
              <a:off x="1297913" y="3389820"/>
              <a:ext cx="1370315" cy="390629"/>
              <a:chOff x="1220207" y="3379800"/>
              <a:chExt cx="1448022" cy="400649"/>
            </a:xfrm>
          </p:grpSpPr>
          <p:grpSp>
            <p:nvGrpSpPr>
              <p:cNvPr id="745" name="Group 744">
                <a:extLst>
                  <a:ext uri="{FF2B5EF4-FFF2-40B4-BE49-F238E27FC236}">
                    <a16:creationId xmlns:a16="http://schemas.microsoft.com/office/drawing/2014/main" id="{BBA75EB6-A2DF-8442-902E-889D709A01F1}"/>
                  </a:ext>
                </a:extLst>
              </p:cNvPr>
              <p:cNvGrpSpPr/>
              <p:nvPr/>
            </p:nvGrpSpPr>
            <p:grpSpPr>
              <a:xfrm>
                <a:off x="1220207" y="3403733"/>
                <a:ext cx="608897" cy="339238"/>
                <a:chOff x="7493876" y="2774731"/>
                <a:chExt cx="1481958" cy="894622"/>
              </a:xfrm>
            </p:grpSpPr>
            <p:sp>
              <p:nvSpPr>
                <p:cNvPr id="746" name="Freeform 745">
                  <a:extLst>
                    <a:ext uri="{FF2B5EF4-FFF2-40B4-BE49-F238E27FC236}">
                      <a16:creationId xmlns:a16="http://schemas.microsoft.com/office/drawing/2014/main" id="{57ECBDF9-CECF-C743-928A-01551F1149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747" name="Oval 746">
                  <a:extLst>
                    <a:ext uri="{FF2B5EF4-FFF2-40B4-BE49-F238E27FC236}">
                      <a16:creationId xmlns:a16="http://schemas.microsoft.com/office/drawing/2014/main" id="{2CED8E12-8866-B24C-8ADD-B298A9E92C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748" name="Group 747">
                  <a:extLst>
                    <a:ext uri="{FF2B5EF4-FFF2-40B4-BE49-F238E27FC236}">
                      <a16:creationId xmlns:a16="http://schemas.microsoft.com/office/drawing/2014/main" id="{B88578A5-178A-394F-A0E8-E56A6CA32F70}"/>
                    </a:ext>
                  </a:extLst>
                </p:cNvPr>
                <p:cNvGrpSpPr/>
                <p:nvPr/>
              </p:nvGrpSpPr>
              <p:grpSpPr>
                <a:xfrm>
                  <a:off x="7713663" y="2848339"/>
                  <a:ext cx="1042107" cy="425543"/>
                  <a:chOff x="7786941" y="2884917"/>
                  <a:chExt cx="897649" cy="353919"/>
                </a:xfrm>
              </p:grpSpPr>
              <p:sp>
                <p:nvSpPr>
                  <p:cNvPr id="749" name="Freeform 748">
                    <a:extLst>
                      <a:ext uri="{FF2B5EF4-FFF2-40B4-BE49-F238E27FC236}">
                        <a16:creationId xmlns:a16="http://schemas.microsoft.com/office/drawing/2014/main" id="{C0BC3D29-EE76-8343-B65A-EA82E9B3D4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0" name="Freeform 749">
                    <a:extLst>
                      <a:ext uri="{FF2B5EF4-FFF2-40B4-BE49-F238E27FC236}">
                        <a16:creationId xmlns:a16="http://schemas.microsoft.com/office/drawing/2014/main" id="{0CE947DD-742E-DB41-8709-8C742E1F31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1" name="Freeform 750">
                    <a:extLst>
                      <a:ext uri="{FF2B5EF4-FFF2-40B4-BE49-F238E27FC236}">
                        <a16:creationId xmlns:a16="http://schemas.microsoft.com/office/drawing/2014/main" id="{4327083F-593C-164C-8B48-4EAC6FFF62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2" name="Freeform 751">
                    <a:extLst>
                      <a:ext uri="{FF2B5EF4-FFF2-40B4-BE49-F238E27FC236}">
                        <a16:creationId xmlns:a16="http://schemas.microsoft.com/office/drawing/2014/main" id="{872F4F49-B007-CF47-9AE7-A2818399B5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53" name="Group 752">
                <a:extLst>
                  <a:ext uri="{FF2B5EF4-FFF2-40B4-BE49-F238E27FC236}">
                    <a16:creationId xmlns:a16="http://schemas.microsoft.com/office/drawing/2014/main" id="{ABB80B22-84B3-E44D-B158-999620842AA7}"/>
                  </a:ext>
                </a:extLst>
              </p:cNvPr>
              <p:cNvGrpSpPr/>
              <p:nvPr/>
            </p:nvGrpSpPr>
            <p:grpSpPr>
              <a:xfrm>
                <a:off x="2172962" y="3379800"/>
                <a:ext cx="495267" cy="400649"/>
                <a:chOff x="3668110" y="2448910"/>
                <a:chExt cx="3794234" cy="2165130"/>
              </a:xfrm>
            </p:grpSpPr>
            <p:sp>
              <p:nvSpPr>
                <p:cNvPr id="754" name="Rectangle 753">
                  <a:extLst>
                    <a:ext uri="{FF2B5EF4-FFF2-40B4-BE49-F238E27FC236}">
                      <a16:creationId xmlns:a16="http://schemas.microsoft.com/office/drawing/2014/main" id="{87ED6994-8AAE-CE4F-9382-5B72DC8DF39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5" name="Freeform 754">
                  <a:extLst>
                    <a:ext uri="{FF2B5EF4-FFF2-40B4-BE49-F238E27FC236}">
                      <a16:creationId xmlns:a16="http://schemas.microsoft.com/office/drawing/2014/main" id="{784A6571-0523-1D4B-BC2E-19620F5C60E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56" name="Group 755">
                  <a:extLst>
                    <a:ext uri="{FF2B5EF4-FFF2-40B4-BE49-F238E27FC236}">
                      <a16:creationId xmlns:a16="http://schemas.microsoft.com/office/drawing/2014/main" id="{040EF2EE-7544-044B-8B2E-5E76FBF3EC47}"/>
                    </a:ext>
                  </a:extLst>
                </p:cNvPr>
                <p:cNvGrpSpPr/>
                <p:nvPr/>
              </p:nvGrpSpPr>
              <p:grpSpPr>
                <a:xfrm>
                  <a:off x="3941378" y="2603243"/>
                  <a:ext cx="3202061" cy="1066110"/>
                  <a:chOff x="7939341" y="3037317"/>
                  <a:chExt cx="897649" cy="353919"/>
                </a:xfrm>
              </p:grpSpPr>
              <p:sp>
                <p:nvSpPr>
                  <p:cNvPr id="757" name="Freeform 756">
                    <a:extLst>
                      <a:ext uri="{FF2B5EF4-FFF2-40B4-BE49-F238E27FC236}">
                        <a16:creationId xmlns:a16="http://schemas.microsoft.com/office/drawing/2014/main" id="{E671E855-462B-9F48-9621-5EEE15B393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8" name="Freeform 757">
                    <a:extLst>
                      <a:ext uri="{FF2B5EF4-FFF2-40B4-BE49-F238E27FC236}">
                        <a16:creationId xmlns:a16="http://schemas.microsoft.com/office/drawing/2014/main" id="{E5AE17A8-6FB1-3241-8C26-DCA5087F65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9" name="Freeform 758">
                    <a:extLst>
                      <a:ext uri="{FF2B5EF4-FFF2-40B4-BE49-F238E27FC236}">
                        <a16:creationId xmlns:a16="http://schemas.microsoft.com/office/drawing/2014/main" id="{105030C8-02D0-8E46-B13A-AC9E5D59E2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0" name="Freeform 759">
                    <a:extLst>
                      <a:ext uri="{FF2B5EF4-FFF2-40B4-BE49-F238E27FC236}">
                        <a16:creationId xmlns:a16="http://schemas.microsoft.com/office/drawing/2014/main" id="{F4B9D081-C772-7E49-BCB3-B3BD733377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grpSp>
        <p:nvGrpSpPr>
          <p:cNvPr id="1031" name="Group 1030">
            <a:extLst>
              <a:ext uri="{FF2B5EF4-FFF2-40B4-BE49-F238E27FC236}">
                <a16:creationId xmlns:a16="http://schemas.microsoft.com/office/drawing/2014/main" id="{D0CE68AC-9608-4542-887A-2F687C3134E7}"/>
              </a:ext>
            </a:extLst>
          </p:cNvPr>
          <p:cNvGrpSpPr/>
          <p:nvPr/>
        </p:nvGrpSpPr>
        <p:grpSpPr>
          <a:xfrm>
            <a:off x="972848" y="3887572"/>
            <a:ext cx="5946258" cy="1994414"/>
            <a:chOff x="972848" y="3947532"/>
            <a:chExt cx="5946258" cy="1994414"/>
          </a:xfrm>
        </p:grpSpPr>
        <p:sp>
          <p:nvSpPr>
            <p:cNvPr id="665" name="Content Placeholder 2">
              <a:extLst>
                <a:ext uri="{FF2B5EF4-FFF2-40B4-BE49-F238E27FC236}">
                  <a16:creationId xmlns:a16="http://schemas.microsoft.com/office/drawing/2014/main" id="{56DCFF71-4A93-554C-87E6-E1CF58A6C86F}"/>
                </a:ext>
              </a:extLst>
            </p:cNvPr>
            <p:cNvSpPr txBox="1">
              <a:spLocks/>
            </p:cNvSpPr>
            <p:nvPr/>
          </p:nvSpPr>
          <p:spPr>
            <a:xfrm>
              <a:off x="3140954" y="3947532"/>
              <a:ext cx="3778152" cy="1994414"/>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None/>
              </a:pPr>
              <a:endParaRPr lang="en-US" altLang="en-US" dirty="0">
                <a:latin typeface="+mn-lt"/>
                <a:ea typeface="Arial" panose="020B0604020202020204" pitchFamily="34" charset="0"/>
              </a:endParaRPr>
            </a:p>
            <a:p>
              <a:pPr marL="6858" indent="0">
                <a:buClr>
                  <a:srgbClr val="0000A8"/>
                </a:buClr>
                <a:buNone/>
              </a:pPr>
              <a:r>
                <a:rPr lang="en-US" altLang="en-US" sz="2400" i="1" dirty="0">
                  <a:solidFill>
                    <a:srgbClr val="C00000"/>
                  </a:solidFill>
                  <a:latin typeface="+mn-lt"/>
                  <a:ea typeface="Arial" panose="020B0604020202020204" pitchFamily="34" charset="0"/>
                </a:rPr>
                <a:t>Communication links</a:t>
              </a:r>
            </a:p>
            <a:p>
              <a:pPr marL="346075" lvl="1" indent="-231775">
                <a:buClr>
                  <a:srgbClr val="0000A3"/>
                </a:buClr>
              </a:pPr>
              <a:r>
                <a:rPr lang="en-US" altLang="en-US" sz="2000" dirty="0">
                  <a:solidFill>
                    <a:schemeClr val="tx1"/>
                  </a:solidFill>
                  <a:latin typeface="+mn-lt"/>
                  <a:ea typeface="Arial" panose="020B0604020202020204" pitchFamily="34" charset="0"/>
                </a:rPr>
                <a:t>fiber, copper, radio, satellite</a:t>
              </a:r>
            </a:p>
            <a:p>
              <a:pPr marL="346075" lvl="1" indent="-231775">
                <a:buClr>
                  <a:srgbClr val="0000A3"/>
                </a:buClr>
              </a:pPr>
              <a:r>
                <a:rPr lang="en-US" altLang="en-US" sz="2000" dirty="0">
                  <a:solidFill>
                    <a:schemeClr val="tx1"/>
                  </a:solidFill>
                  <a:latin typeface="+mn-lt"/>
                  <a:ea typeface="Arial" panose="020B0604020202020204" pitchFamily="34" charset="0"/>
                </a:rPr>
                <a:t>transmission rate: </a:t>
              </a:r>
              <a:r>
                <a:rPr lang="en-US" altLang="en-US" sz="2000" i="1" dirty="0">
                  <a:solidFill>
                    <a:schemeClr val="tx1"/>
                  </a:solidFill>
                  <a:latin typeface="+mn-lt"/>
                  <a:ea typeface="Arial" panose="020B0604020202020204" pitchFamily="34" charset="0"/>
                </a:rPr>
                <a:t>bandwidth</a:t>
              </a:r>
              <a:br>
                <a:rPr lang="en-US" altLang="en-US" sz="2000" i="1" dirty="0">
                  <a:solidFill>
                    <a:srgbClr val="C00000"/>
                  </a:solidFill>
                  <a:latin typeface="+mn-lt"/>
                  <a:ea typeface="Arial" panose="020B0604020202020204" pitchFamily="34" charset="0"/>
                </a:rPr>
              </a:br>
              <a:endParaRPr lang="en-US" dirty="0">
                <a:solidFill>
                  <a:schemeClr val="tx1"/>
                </a:solidFill>
                <a:latin typeface="+mn-lt"/>
              </a:endParaRPr>
            </a:p>
          </p:txBody>
        </p:sp>
        <p:grpSp>
          <p:nvGrpSpPr>
            <p:cNvPr id="761" name="Group 523">
              <a:extLst>
                <a:ext uri="{FF2B5EF4-FFF2-40B4-BE49-F238E27FC236}">
                  <a16:creationId xmlns:a16="http://schemas.microsoft.com/office/drawing/2014/main" id="{3CE85344-DD21-5E4F-AD4D-61319F4B7BB9}"/>
                </a:ext>
              </a:extLst>
            </p:cNvPr>
            <p:cNvGrpSpPr>
              <a:grpSpLocks/>
            </p:cNvGrpSpPr>
            <p:nvPr/>
          </p:nvGrpSpPr>
          <p:grpSpPr bwMode="auto">
            <a:xfrm>
              <a:off x="2428229" y="4382136"/>
              <a:ext cx="457200" cy="733152"/>
              <a:chOff x="6061075" y="1844675"/>
              <a:chExt cx="457200" cy="733152"/>
            </a:xfrm>
          </p:grpSpPr>
          <p:sp>
            <p:nvSpPr>
              <p:cNvPr id="762" name="Line 426">
                <a:extLst>
                  <a:ext uri="{FF2B5EF4-FFF2-40B4-BE49-F238E27FC236}">
                    <a16:creationId xmlns:a16="http://schemas.microsoft.com/office/drawing/2014/main" id="{9888E198-7917-2646-B0B1-5204D8AB12D1}"/>
                  </a:ext>
                </a:extLst>
              </p:cNvPr>
              <p:cNvSpPr>
                <a:spLocks noChangeShapeType="1"/>
              </p:cNvSpPr>
              <p:nvPr/>
            </p:nvSpPr>
            <p:spPr bwMode="auto">
              <a:xfrm>
                <a:off x="6289675" y="2403475"/>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763" name="Group 782">
                <a:extLst>
                  <a:ext uri="{FF2B5EF4-FFF2-40B4-BE49-F238E27FC236}">
                    <a16:creationId xmlns:a16="http://schemas.microsoft.com/office/drawing/2014/main" id="{58FC930D-315E-7643-B53D-BAC68BA23952}"/>
                  </a:ext>
                </a:extLst>
              </p:cNvPr>
              <p:cNvGrpSpPr>
                <a:grpSpLocks/>
              </p:cNvGrpSpPr>
              <p:nvPr/>
            </p:nvGrpSpPr>
            <p:grpSpPr bwMode="auto">
              <a:xfrm>
                <a:off x="6061075" y="1844675"/>
                <a:ext cx="457200" cy="631825"/>
                <a:chOff x="742" y="2409"/>
                <a:chExt cx="576" cy="881"/>
              </a:xfrm>
            </p:grpSpPr>
            <p:grpSp>
              <p:nvGrpSpPr>
                <p:cNvPr id="764" name="Group 783">
                  <a:extLst>
                    <a:ext uri="{FF2B5EF4-FFF2-40B4-BE49-F238E27FC236}">
                      <a16:creationId xmlns:a16="http://schemas.microsoft.com/office/drawing/2014/main" id="{A47EEDDE-0CD1-D349-A579-20E32B19F18B}"/>
                    </a:ext>
                  </a:extLst>
                </p:cNvPr>
                <p:cNvGrpSpPr>
                  <a:grpSpLocks/>
                </p:cNvGrpSpPr>
                <p:nvPr/>
              </p:nvGrpSpPr>
              <p:grpSpPr bwMode="auto">
                <a:xfrm>
                  <a:off x="832" y="2643"/>
                  <a:ext cx="376" cy="647"/>
                  <a:chOff x="3130" y="3288"/>
                  <a:chExt cx="410" cy="742"/>
                </a:xfrm>
              </p:grpSpPr>
              <p:sp>
                <p:nvSpPr>
                  <p:cNvPr id="767" name="Line 270">
                    <a:extLst>
                      <a:ext uri="{FF2B5EF4-FFF2-40B4-BE49-F238E27FC236}">
                        <a16:creationId xmlns:a16="http://schemas.microsoft.com/office/drawing/2014/main" id="{3180512C-4B0B-7F46-8A7F-667DFFD95C91}"/>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68" name="Line 271">
                    <a:extLst>
                      <a:ext uri="{FF2B5EF4-FFF2-40B4-BE49-F238E27FC236}">
                        <a16:creationId xmlns:a16="http://schemas.microsoft.com/office/drawing/2014/main" id="{1D8B57FC-DE75-6140-998D-E59C77677944}"/>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69" name="Line 272">
                    <a:extLst>
                      <a:ext uri="{FF2B5EF4-FFF2-40B4-BE49-F238E27FC236}">
                        <a16:creationId xmlns:a16="http://schemas.microsoft.com/office/drawing/2014/main" id="{0E3A10FA-121E-8F49-BD9A-8D316F46440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0" name="Line 273">
                    <a:extLst>
                      <a:ext uri="{FF2B5EF4-FFF2-40B4-BE49-F238E27FC236}">
                        <a16:creationId xmlns:a16="http://schemas.microsoft.com/office/drawing/2014/main" id="{B03955E7-72EA-E645-BD1F-3A51313D1C0F}"/>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1" name="Line 274">
                    <a:extLst>
                      <a:ext uri="{FF2B5EF4-FFF2-40B4-BE49-F238E27FC236}">
                        <a16:creationId xmlns:a16="http://schemas.microsoft.com/office/drawing/2014/main" id="{987291A3-F28E-B54C-9A3A-6A39ECE4F6F1}"/>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2" name="Line 275">
                    <a:extLst>
                      <a:ext uri="{FF2B5EF4-FFF2-40B4-BE49-F238E27FC236}">
                        <a16:creationId xmlns:a16="http://schemas.microsoft.com/office/drawing/2014/main" id="{628A289C-66A4-B640-8048-E92DF98B9F4A}"/>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3" name="Line 276">
                    <a:extLst>
                      <a:ext uri="{FF2B5EF4-FFF2-40B4-BE49-F238E27FC236}">
                        <a16:creationId xmlns:a16="http://schemas.microsoft.com/office/drawing/2014/main" id="{D4C14A7E-7E0D-1A4E-BDD8-CE26384AD65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4" name="Line 277">
                    <a:extLst>
                      <a:ext uri="{FF2B5EF4-FFF2-40B4-BE49-F238E27FC236}">
                        <a16:creationId xmlns:a16="http://schemas.microsoft.com/office/drawing/2014/main" id="{4292F8B0-C0F4-1245-BD1E-5A8D246809C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5" name="Line 278">
                    <a:extLst>
                      <a:ext uri="{FF2B5EF4-FFF2-40B4-BE49-F238E27FC236}">
                        <a16:creationId xmlns:a16="http://schemas.microsoft.com/office/drawing/2014/main" id="{86843223-BFA3-8941-8F39-7E3A1DF1989A}"/>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6" name="Line 279">
                    <a:extLst>
                      <a:ext uri="{FF2B5EF4-FFF2-40B4-BE49-F238E27FC236}">
                        <a16:creationId xmlns:a16="http://schemas.microsoft.com/office/drawing/2014/main" id="{EB2A9D49-3E36-D849-8C87-89AF5AD76B5A}"/>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7" name="Line 280">
                    <a:extLst>
                      <a:ext uri="{FF2B5EF4-FFF2-40B4-BE49-F238E27FC236}">
                        <a16:creationId xmlns:a16="http://schemas.microsoft.com/office/drawing/2014/main" id="{76DF3186-C8BB-8C47-B549-17970E80E675}"/>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8" name="Line 281">
                    <a:extLst>
                      <a:ext uri="{FF2B5EF4-FFF2-40B4-BE49-F238E27FC236}">
                        <a16:creationId xmlns:a16="http://schemas.microsoft.com/office/drawing/2014/main" id="{5B3421DE-180E-CD4B-B22F-7BCD908C8CB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79" name="Line 282">
                    <a:extLst>
                      <a:ext uri="{FF2B5EF4-FFF2-40B4-BE49-F238E27FC236}">
                        <a16:creationId xmlns:a16="http://schemas.microsoft.com/office/drawing/2014/main" id="{8771C100-8213-7D42-865F-6E0936A209A0}"/>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80" name="Line 283">
                    <a:extLst>
                      <a:ext uri="{FF2B5EF4-FFF2-40B4-BE49-F238E27FC236}">
                        <a16:creationId xmlns:a16="http://schemas.microsoft.com/office/drawing/2014/main" id="{D8E2062E-A026-E143-A095-B86CAAABCA8E}"/>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781" name="Line 284">
                    <a:extLst>
                      <a:ext uri="{FF2B5EF4-FFF2-40B4-BE49-F238E27FC236}">
                        <a16:creationId xmlns:a16="http://schemas.microsoft.com/office/drawing/2014/main" id="{EA0BC754-B5B5-1E4B-B9C6-EAFBFE7E448A}"/>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765" name="Picture 799" descr="cell_tower_radiation copy">
                  <a:extLst>
                    <a:ext uri="{FF2B5EF4-FFF2-40B4-BE49-F238E27FC236}">
                      <a16:creationId xmlns:a16="http://schemas.microsoft.com/office/drawing/2014/main" id="{AED3D0BD-C212-E844-B1BC-E1FA00DEC0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6" name="Oval 800">
                  <a:extLst>
                    <a:ext uri="{FF2B5EF4-FFF2-40B4-BE49-F238E27FC236}">
                      <a16:creationId xmlns:a16="http://schemas.microsoft.com/office/drawing/2014/main" id="{36C4F605-E562-D44F-B04E-2154B84D3887}"/>
                    </a:ext>
                  </a:extLst>
                </p:cNvPr>
                <p:cNvSpPr>
                  <a:spLocks noChangeArrowheads="1"/>
                </p:cNvSpPr>
                <p:nvPr/>
              </p:nvSpPr>
              <p:spPr bwMode="auto">
                <a:xfrm>
                  <a:off x="986" y="2597"/>
                  <a:ext cx="66" cy="69"/>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nvGrpSpPr>
            <p:cNvPr id="782" name="Group 779">
              <a:extLst>
                <a:ext uri="{FF2B5EF4-FFF2-40B4-BE49-F238E27FC236}">
                  <a16:creationId xmlns:a16="http://schemas.microsoft.com/office/drawing/2014/main" id="{4D090097-C44B-8A45-AB77-7AF215F1B545}"/>
                </a:ext>
              </a:extLst>
            </p:cNvPr>
            <p:cNvGrpSpPr>
              <a:grpSpLocks/>
            </p:cNvGrpSpPr>
            <p:nvPr/>
          </p:nvGrpSpPr>
          <p:grpSpPr bwMode="auto">
            <a:xfrm>
              <a:off x="972848" y="4585926"/>
              <a:ext cx="452014" cy="316353"/>
              <a:chOff x="2967" y="478"/>
              <a:chExt cx="788" cy="625"/>
            </a:xfrm>
          </p:grpSpPr>
          <p:pic>
            <p:nvPicPr>
              <p:cNvPr id="783" name="Picture 780" descr="access_point_stylized_small">
                <a:extLst>
                  <a:ext uri="{FF2B5EF4-FFF2-40B4-BE49-F238E27FC236}">
                    <a16:creationId xmlns:a16="http://schemas.microsoft.com/office/drawing/2014/main" id="{1F07554B-D715-0D4E-AAF0-488CEBA86E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4" name="Picture 781" descr="antenna_radiation_stylized">
                <a:extLst>
                  <a:ext uri="{FF2B5EF4-FFF2-40B4-BE49-F238E27FC236}">
                    <a16:creationId xmlns:a16="http://schemas.microsoft.com/office/drawing/2014/main" id="{8C3F87E8-E561-1F45-A0CC-59530C690E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28" name="Picture 4" descr="Image result for Ethernet cable">
              <a:extLst>
                <a:ext uri="{FF2B5EF4-FFF2-40B4-BE49-F238E27FC236}">
                  <a16:creationId xmlns:a16="http://schemas.microsoft.com/office/drawing/2014/main" id="{4D6709F1-B65B-CB40-900E-0CC03ABDCB1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310" y="4560750"/>
              <a:ext cx="874495" cy="51335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33" name="Group 1032">
            <a:extLst>
              <a:ext uri="{FF2B5EF4-FFF2-40B4-BE49-F238E27FC236}">
                <a16:creationId xmlns:a16="http://schemas.microsoft.com/office/drawing/2014/main" id="{8E9854E9-7803-5740-9C99-B136AC17E35E}"/>
              </a:ext>
            </a:extLst>
          </p:cNvPr>
          <p:cNvGrpSpPr/>
          <p:nvPr/>
        </p:nvGrpSpPr>
        <p:grpSpPr>
          <a:xfrm>
            <a:off x="413554" y="1318241"/>
            <a:ext cx="6618129" cy="1705461"/>
            <a:chOff x="413554" y="1318241"/>
            <a:chExt cx="6618129" cy="1705461"/>
          </a:xfrm>
        </p:grpSpPr>
        <p:sp>
          <p:nvSpPr>
            <p:cNvPr id="664" name="Content Placeholder 2">
              <a:extLst>
                <a:ext uri="{FF2B5EF4-FFF2-40B4-BE49-F238E27FC236}">
                  <a16:creationId xmlns:a16="http://schemas.microsoft.com/office/drawing/2014/main" id="{DCE6B56E-C2B5-5B4B-AB11-E2D353C0D14D}"/>
                </a:ext>
              </a:extLst>
            </p:cNvPr>
            <p:cNvSpPr txBox="1">
              <a:spLocks/>
            </p:cNvSpPr>
            <p:nvPr/>
          </p:nvSpPr>
          <p:spPr>
            <a:xfrm>
              <a:off x="3142484" y="1318241"/>
              <a:ext cx="3889199" cy="1705461"/>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ct val="15000"/>
                </a:spcBef>
                <a:buClr>
                  <a:srgbClr val="0000A8"/>
                </a:buClr>
                <a:buNone/>
              </a:pPr>
              <a:r>
                <a:rPr lang="en-US" altLang="en-US" sz="2400" dirty="0">
                  <a:latin typeface="+mn-lt"/>
                </a:rPr>
                <a:t>Billions of connected computing </a:t>
              </a:r>
              <a:r>
                <a:rPr lang="en-US" altLang="en-US" sz="2400" i="1" dirty="0">
                  <a:solidFill>
                    <a:srgbClr val="C00000"/>
                  </a:solidFill>
                  <a:latin typeface="+mn-lt"/>
                </a:rPr>
                <a:t>devices</a:t>
              </a:r>
              <a:r>
                <a:rPr lang="en-US" altLang="en-US" sz="2400" dirty="0">
                  <a:latin typeface="+mn-lt"/>
                </a:rPr>
                <a:t>: </a:t>
              </a:r>
            </a:p>
            <a:p>
              <a:pPr marL="346075" lvl="1" indent="-231775">
                <a:spcBef>
                  <a:spcPct val="15000"/>
                </a:spcBef>
                <a:buClr>
                  <a:srgbClr val="0000A3"/>
                </a:buClr>
              </a:pPr>
              <a:r>
                <a:rPr lang="en-US" altLang="en-US" sz="2000" i="1" dirty="0">
                  <a:solidFill>
                    <a:srgbClr val="C00000"/>
                  </a:solidFill>
                  <a:latin typeface="+mn-lt"/>
                  <a:ea typeface="MS PGothic" panose="020B0600070205080204" pitchFamily="34" charset="-128"/>
                </a:rPr>
                <a:t>hosts</a:t>
              </a:r>
              <a:r>
                <a:rPr lang="en-US" altLang="en-US" sz="2000" i="1" dirty="0">
                  <a:solidFill>
                    <a:srgbClr val="CC0000"/>
                  </a:solidFill>
                  <a:latin typeface="+mn-lt"/>
                  <a:ea typeface="MS PGothic" panose="020B0600070205080204" pitchFamily="34" charset="-128"/>
                </a:rPr>
                <a:t> </a:t>
              </a:r>
              <a:r>
                <a:rPr lang="en-US" altLang="en-US" sz="2000" i="1" dirty="0">
                  <a:solidFill>
                    <a:schemeClr val="tx1"/>
                  </a:solidFill>
                  <a:latin typeface="+mn-lt"/>
                  <a:ea typeface="MS PGothic" panose="020B0600070205080204" pitchFamily="34" charset="-128"/>
                </a:rPr>
                <a:t>= end systems </a:t>
              </a:r>
            </a:p>
            <a:p>
              <a:pPr marL="346075" lvl="1" indent="-231775">
                <a:buClr>
                  <a:srgbClr val="0000A3"/>
                </a:buClr>
              </a:pPr>
              <a:r>
                <a:rPr lang="en-US" altLang="en-US" sz="2000" dirty="0">
                  <a:solidFill>
                    <a:schemeClr val="tx1"/>
                  </a:solidFill>
                  <a:latin typeface="+mn-lt"/>
                  <a:ea typeface="Arial" panose="020B0604020202020204" pitchFamily="34" charset="0"/>
                </a:rPr>
                <a:t>running </a:t>
              </a:r>
              <a:r>
                <a:rPr lang="en-US" altLang="en-US" sz="2000" i="1" dirty="0">
                  <a:solidFill>
                    <a:schemeClr val="tx1"/>
                  </a:solidFill>
                  <a:latin typeface="+mn-lt"/>
                  <a:ea typeface="Arial" panose="020B0604020202020204" pitchFamily="34" charset="0"/>
                </a:rPr>
                <a:t>network </a:t>
              </a:r>
              <a:r>
                <a:rPr lang="en-US" altLang="en-US" sz="2000" i="1" dirty="0">
                  <a:solidFill>
                    <a:srgbClr val="C00000"/>
                  </a:solidFill>
                  <a:latin typeface="+mn-lt"/>
                  <a:ea typeface="Arial" panose="020B0604020202020204" pitchFamily="34" charset="0"/>
                </a:rPr>
                <a:t>apps </a:t>
              </a:r>
              <a:r>
                <a:rPr lang="en-US" altLang="en-US" sz="2000" dirty="0">
                  <a:solidFill>
                    <a:schemeClr val="tx1"/>
                  </a:solidFill>
                  <a:latin typeface="+mn-lt"/>
                  <a:ea typeface="Arial" panose="020B0604020202020204" pitchFamily="34" charset="0"/>
                </a:rPr>
                <a:t>at Internet’s “edge”</a:t>
              </a:r>
            </a:p>
          </p:txBody>
        </p:sp>
        <p:grpSp>
          <p:nvGrpSpPr>
            <p:cNvPr id="1027" name="Group 1026">
              <a:extLst>
                <a:ext uri="{FF2B5EF4-FFF2-40B4-BE49-F238E27FC236}">
                  <a16:creationId xmlns:a16="http://schemas.microsoft.com/office/drawing/2014/main" id="{8BBA7298-062F-6A4B-87BC-7B7336FE4AE0}"/>
                </a:ext>
              </a:extLst>
            </p:cNvPr>
            <p:cNvGrpSpPr/>
            <p:nvPr/>
          </p:nvGrpSpPr>
          <p:grpSpPr>
            <a:xfrm>
              <a:off x="413554" y="1342201"/>
              <a:ext cx="2520730" cy="1345159"/>
              <a:chOff x="177500" y="1428021"/>
              <a:chExt cx="2679234" cy="1453172"/>
            </a:xfrm>
          </p:grpSpPr>
          <p:grpSp>
            <p:nvGrpSpPr>
              <p:cNvPr id="667" name="Group 1064">
                <a:extLst>
                  <a:ext uri="{FF2B5EF4-FFF2-40B4-BE49-F238E27FC236}">
                    <a16:creationId xmlns:a16="http://schemas.microsoft.com/office/drawing/2014/main" id="{5022FF17-4E4A-B546-8D5E-67340101EFB4}"/>
                  </a:ext>
                </a:extLst>
              </p:cNvPr>
              <p:cNvGrpSpPr>
                <a:grpSpLocks/>
              </p:cNvGrpSpPr>
              <p:nvPr/>
            </p:nvGrpSpPr>
            <p:grpSpPr bwMode="auto">
              <a:xfrm>
                <a:off x="2228805" y="1490654"/>
                <a:ext cx="627929" cy="611023"/>
                <a:chOff x="877" y="1008"/>
                <a:chExt cx="2747" cy="2591"/>
              </a:xfrm>
            </p:grpSpPr>
            <p:pic>
              <p:nvPicPr>
                <p:cNvPr id="668" name="Picture 1065" descr="antenna_stylized">
                  <a:extLst>
                    <a:ext uri="{FF2B5EF4-FFF2-40B4-BE49-F238E27FC236}">
                      <a16:creationId xmlns:a16="http://schemas.microsoft.com/office/drawing/2014/main" id="{B702F2D6-4760-AE4A-8D39-6444C3C22B6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9" name="Picture 1066" descr="laptop_keyboard">
                  <a:extLst>
                    <a:ext uri="{FF2B5EF4-FFF2-40B4-BE49-F238E27FC236}">
                      <a16:creationId xmlns:a16="http://schemas.microsoft.com/office/drawing/2014/main" id="{6F83D117-2593-C242-A397-BA633102C76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67">
                  <a:extLst>
                    <a:ext uri="{FF2B5EF4-FFF2-40B4-BE49-F238E27FC236}">
                      <a16:creationId xmlns:a16="http://schemas.microsoft.com/office/drawing/2014/main" id="{A08BD328-7EC2-6143-96A3-54C445A893A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671" name="Picture 1068" descr="screen">
                  <a:extLst>
                    <a:ext uri="{FF2B5EF4-FFF2-40B4-BE49-F238E27FC236}">
                      <a16:creationId xmlns:a16="http://schemas.microsoft.com/office/drawing/2014/main" id="{2730AE22-E399-F741-992E-07BB8306136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2" name="Freeform 1069">
                  <a:extLst>
                    <a:ext uri="{FF2B5EF4-FFF2-40B4-BE49-F238E27FC236}">
                      <a16:creationId xmlns:a16="http://schemas.microsoft.com/office/drawing/2014/main" id="{A44AEC1A-DDEF-8649-ACEF-C31525DC4F8C}"/>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3" name="Freeform 1070">
                  <a:extLst>
                    <a:ext uri="{FF2B5EF4-FFF2-40B4-BE49-F238E27FC236}">
                      <a16:creationId xmlns:a16="http://schemas.microsoft.com/office/drawing/2014/main" id="{5853CB23-D335-0343-9001-8E1A2BD6E23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4" name="Freeform 1071">
                  <a:extLst>
                    <a:ext uri="{FF2B5EF4-FFF2-40B4-BE49-F238E27FC236}">
                      <a16:creationId xmlns:a16="http://schemas.microsoft.com/office/drawing/2014/main" id="{9B0951B7-0F7D-9C4B-B650-994FE73C238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5" name="Freeform 1072">
                  <a:extLst>
                    <a:ext uri="{FF2B5EF4-FFF2-40B4-BE49-F238E27FC236}">
                      <a16:creationId xmlns:a16="http://schemas.microsoft.com/office/drawing/2014/main" id="{33FCA0B6-1595-5249-B422-13CD8769D42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6" name="Freeform 1073">
                  <a:extLst>
                    <a:ext uri="{FF2B5EF4-FFF2-40B4-BE49-F238E27FC236}">
                      <a16:creationId xmlns:a16="http://schemas.microsoft.com/office/drawing/2014/main" id="{F62240FB-2C21-464F-A37A-3A22AA3F6094}"/>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7" name="Freeform 1074">
                  <a:extLst>
                    <a:ext uri="{FF2B5EF4-FFF2-40B4-BE49-F238E27FC236}">
                      <a16:creationId xmlns:a16="http://schemas.microsoft.com/office/drawing/2014/main" id="{1C4D12B9-3576-0C40-A5F3-E88CED5A65E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678" name="Group 1075">
                  <a:extLst>
                    <a:ext uri="{FF2B5EF4-FFF2-40B4-BE49-F238E27FC236}">
                      <a16:creationId xmlns:a16="http://schemas.microsoft.com/office/drawing/2014/main" id="{ED887E1E-DD70-534D-8096-6A8445796890}"/>
                    </a:ext>
                  </a:extLst>
                </p:cNvPr>
                <p:cNvGrpSpPr>
                  <a:grpSpLocks/>
                </p:cNvGrpSpPr>
                <p:nvPr/>
              </p:nvGrpSpPr>
              <p:grpSpPr bwMode="auto">
                <a:xfrm>
                  <a:off x="1709" y="3008"/>
                  <a:ext cx="507" cy="234"/>
                  <a:chOff x="1740" y="2642"/>
                  <a:chExt cx="752" cy="327"/>
                </a:xfrm>
              </p:grpSpPr>
              <p:sp>
                <p:nvSpPr>
                  <p:cNvPr id="685" name="Freeform 1076">
                    <a:extLst>
                      <a:ext uri="{FF2B5EF4-FFF2-40B4-BE49-F238E27FC236}">
                        <a16:creationId xmlns:a16="http://schemas.microsoft.com/office/drawing/2014/main" id="{16EAA6DD-B1A8-144B-9226-221860B2C21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6" name="Freeform 1077">
                    <a:extLst>
                      <a:ext uri="{FF2B5EF4-FFF2-40B4-BE49-F238E27FC236}">
                        <a16:creationId xmlns:a16="http://schemas.microsoft.com/office/drawing/2014/main" id="{66B6CABD-230C-7243-A78E-898BA47EF04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7" name="Freeform 1078">
                    <a:extLst>
                      <a:ext uri="{FF2B5EF4-FFF2-40B4-BE49-F238E27FC236}">
                        <a16:creationId xmlns:a16="http://schemas.microsoft.com/office/drawing/2014/main" id="{4CC52902-7299-9D44-8559-C2ED9AE5E84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8" name="Freeform 1079">
                    <a:extLst>
                      <a:ext uri="{FF2B5EF4-FFF2-40B4-BE49-F238E27FC236}">
                        <a16:creationId xmlns:a16="http://schemas.microsoft.com/office/drawing/2014/main" id="{11ABD305-4F14-BC40-BD6A-352B5CDB303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9" name="Freeform 1080">
                    <a:extLst>
                      <a:ext uri="{FF2B5EF4-FFF2-40B4-BE49-F238E27FC236}">
                        <a16:creationId xmlns:a16="http://schemas.microsoft.com/office/drawing/2014/main" id="{17190967-E1E6-5043-B08E-8AC745D8F29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90" name="Freeform 1081">
                    <a:extLst>
                      <a:ext uri="{FF2B5EF4-FFF2-40B4-BE49-F238E27FC236}">
                        <a16:creationId xmlns:a16="http://schemas.microsoft.com/office/drawing/2014/main" id="{263B67CA-6E08-194D-A17F-B5F081E960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679" name="Freeform 1082">
                  <a:extLst>
                    <a:ext uri="{FF2B5EF4-FFF2-40B4-BE49-F238E27FC236}">
                      <a16:creationId xmlns:a16="http://schemas.microsoft.com/office/drawing/2014/main" id="{0B9D92C1-58EA-3545-8372-C7FB45D4592C}"/>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0" name="Freeform 1083">
                  <a:extLst>
                    <a:ext uri="{FF2B5EF4-FFF2-40B4-BE49-F238E27FC236}">
                      <a16:creationId xmlns:a16="http://schemas.microsoft.com/office/drawing/2014/main" id="{8891C4B3-775A-5D4B-8605-353D88CA8F1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1" name="Freeform 1084">
                  <a:extLst>
                    <a:ext uri="{FF2B5EF4-FFF2-40B4-BE49-F238E27FC236}">
                      <a16:creationId xmlns:a16="http://schemas.microsoft.com/office/drawing/2014/main" id="{15D3C69E-0271-3E43-9366-2C696E0D69B4}"/>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2" name="Freeform 1085">
                  <a:extLst>
                    <a:ext uri="{FF2B5EF4-FFF2-40B4-BE49-F238E27FC236}">
                      <a16:creationId xmlns:a16="http://schemas.microsoft.com/office/drawing/2014/main" id="{ADD26EEC-6896-C548-A843-E80F9DCD71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3" name="Freeform 1086">
                  <a:extLst>
                    <a:ext uri="{FF2B5EF4-FFF2-40B4-BE49-F238E27FC236}">
                      <a16:creationId xmlns:a16="http://schemas.microsoft.com/office/drawing/2014/main" id="{E53FD945-5CCA-D946-AE8F-F0FAEF2D22B5}"/>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4" name="Freeform 1087">
                  <a:extLst>
                    <a:ext uri="{FF2B5EF4-FFF2-40B4-BE49-F238E27FC236}">
                      <a16:creationId xmlns:a16="http://schemas.microsoft.com/office/drawing/2014/main" id="{0F3817C7-9A9B-0646-B0B3-A73EFFAB4B2A}"/>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691" name="Group 652">
                <a:extLst>
                  <a:ext uri="{FF2B5EF4-FFF2-40B4-BE49-F238E27FC236}">
                    <a16:creationId xmlns:a16="http://schemas.microsoft.com/office/drawing/2014/main" id="{9D2EACAC-DF98-DA4A-AE3F-51E8DD2B4C42}"/>
                  </a:ext>
                </a:extLst>
              </p:cNvPr>
              <p:cNvGrpSpPr>
                <a:grpSpLocks/>
              </p:cNvGrpSpPr>
              <p:nvPr/>
            </p:nvGrpSpPr>
            <p:grpSpPr bwMode="auto">
              <a:xfrm>
                <a:off x="1187669" y="1611378"/>
                <a:ext cx="511595" cy="419441"/>
                <a:chOff x="2751" y="1851"/>
                <a:chExt cx="462" cy="478"/>
              </a:xfrm>
            </p:grpSpPr>
            <p:pic>
              <p:nvPicPr>
                <p:cNvPr id="692" name="Picture 653" descr="iphone_stylized_small">
                  <a:extLst>
                    <a:ext uri="{FF2B5EF4-FFF2-40B4-BE49-F238E27FC236}">
                      <a16:creationId xmlns:a16="http://schemas.microsoft.com/office/drawing/2014/main" id="{740341C1-662D-A34D-8611-03419E53377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3" name="Picture 654" descr="antenna_radiation_stylized">
                  <a:extLst>
                    <a:ext uri="{FF2B5EF4-FFF2-40B4-BE49-F238E27FC236}">
                      <a16:creationId xmlns:a16="http://schemas.microsoft.com/office/drawing/2014/main" id="{91137A94-E2FE-3745-A6A1-7032FFAD308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95" name="Group 694">
                <a:extLst>
                  <a:ext uri="{FF2B5EF4-FFF2-40B4-BE49-F238E27FC236}">
                    <a16:creationId xmlns:a16="http://schemas.microsoft.com/office/drawing/2014/main" id="{8A1A4F59-101C-5A44-9353-F4F7B7B5C271}"/>
                  </a:ext>
                </a:extLst>
              </p:cNvPr>
              <p:cNvGrpSpPr/>
              <p:nvPr/>
            </p:nvGrpSpPr>
            <p:grpSpPr>
              <a:xfrm>
                <a:off x="1346422" y="2111586"/>
                <a:ext cx="580012" cy="769607"/>
                <a:chOff x="7797061" y="3296104"/>
                <a:chExt cx="347997" cy="396620"/>
              </a:xfrm>
            </p:grpSpPr>
            <p:pic>
              <p:nvPicPr>
                <p:cNvPr id="696" name="Picture 571" descr="fridge2.png">
                  <a:extLst>
                    <a:ext uri="{FF2B5EF4-FFF2-40B4-BE49-F238E27FC236}">
                      <a16:creationId xmlns:a16="http://schemas.microsoft.com/office/drawing/2014/main" id="{E4504F14-C086-2648-AE25-9099DA319E9F}"/>
                    </a:ext>
                  </a:extLst>
                </p:cNvPr>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7" name="Picture 1115" descr="antenna_stylized">
                  <a:extLst>
                    <a:ext uri="{FF2B5EF4-FFF2-40B4-BE49-F238E27FC236}">
                      <a16:creationId xmlns:a16="http://schemas.microsoft.com/office/drawing/2014/main" id="{DBC8EDC7-746D-2C4D-9A17-8EB8D63AD79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98" name="Group 950">
                <a:extLst>
                  <a:ext uri="{FF2B5EF4-FFF2-40B4-BE49-F238E27FC236}">
                    <a16:creationId xmlns:a16="http://schemas.microsoft.com/office/drawing/2014/main" id="{7B618E2E-A39F-B846-A9D4-9090544DC388}"/>
                  </a:ext>
                </a:extLst>
              </p:cNvPr>
              <p:cNvGrpSpPr>
                <a:grpSpLocks/>
              </p:cNvGrpSpPr>
              <p:nvPr/>
            </p:nvGrpSpPr>
            <p:grpSpPr bwMode="auto">
              <a:xfrm>
                <a:off x="1018136" y="2414197"/>
                <a:ext cx="228492" cy="436354"/>
                <a:chOff x="4140" y="429"/>
                <a:chExt cx="1425" cy="2396"/>
              </a:xfrm>
            </p:grpSpPr>
            <p:sp>
              <p:nvSpPr>
                <p:cNvPr id="699" name="Freeform 951">
                  <a:extLst>
                    <a:ext uri="{FF2B5EF4-FFF2-40B4-BE49-F238E27FC236}">
                      <a16:creationId xmlns:a16="http://schemas.microsoft.com/office/drawing/2014/main" id="{81580889-B794-4446-8951-1A0DB18A08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00" name="Rectangle 952">
                  <a:extLst>
                    <a:ext uri="{FF2B5EF4-FFF2-40B4-BE49-F238E27FC236}">
                      <a16:creationId xmlns:a16="http://schemas.microsoft.com/office/drawing/2014/main" id="{13058817-CDE6-2646-BD08-C280F500014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01" name="Freeform 953">
                  <a:extLst>
                    <a:ext uri="{FF2B5EF4-FFF2-40B4-BE49-F238E27FC236}">
                      <a16:creationId xmlns:a16="http://schemas.microsoft.com/office/drawing/2014/main" id="{0ECC32FC-E1D8-2F43-935A-C6D3F862360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02" name="Freeform 954">
                  <a:extLst>
                    <a:ext uri="{FF2B5EF4-FFF2-40B4-BE49-F238E27FC236}">
                      <a16:creationId xmlns:a16="http://schemas.microsoft.com/office/drawing/2014/main" id="{F5DA1565-D316-C449-BE52-133DC9DB436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03" name="Rectangle 955">
                  <a:extLst>
                    <a:ext uri="{FF2B5EF4-FFF2-40B4-BE49-F238E27FC236}">
                      <a16:creationId xmlns:a16="http://schemas.microsoft.com/office/drawing/2014/main" id="{5F33C1DF-29B7-2D44-990C-5CEAB475710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704" name="Group 956">
                  <a:extLst>
                    <a:ext uri="{FF2B5EF4-FFF2-40B4-BE49-F238E27FC236}">
                      <a16:creationId xmlns:a16="http://schemas.microsoft.com/office/drawing/2014/main" id="{9F311C1D-F353-2947-854E-B69FE0FD8652}"/>
                    </a:ext>
                  </a:extLst>
                </p:cNvPr>
                <p:cNvGrpSpPr>
                  <a:grpSpLocks/>
                </p:cNvGrpSpPr>
                <p:nvPr/>
              </p:nvGrpSpPr>
              <p:grpSpPr bwMode="auto">
                <a:xfrm>
                  <a:off x="4749" y="668"/>
                  <a:ext cx="581" cy="145"/>
                  <a:chOff x="614" y="2568"/>
                  <a:chExt cx="725" cy="139"/>
                </a:xfrm>
              </p:grpSpPr>
              <p:sp>
                <p:nvSpPr>
                  <p:cNvPr id="729" name="AutoShape 957">
                    <a:extLst>
                      <a:ext uri="{FF2B5EF4-FFF2-40B4-BE49-F238E27FC236}">
                        <a16:creationId xmlns:a16="http://schemas.microsoft.com/office/drawing/2014/main" id="{516D1518-AD10-9A4F-9242-B6A1E5270E6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30" name="AutoShape 958">
                    <a:extLst>
                      <a:ext uri="{FF2B5EF4-FFF2-40B4-BE49-F238E27FC236}">
                        <a16:creationId xmlns:a16="http://schemas.microsoft.com/office/drawing/2014/main" id="{13A777B3-EDB4-DE4D-867B-3D1BAB79C47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705" name="Rectangle 959">
                  <a:extLst>
                    <a:ext uri="{FF2B5EF4-FFF2-40B4-BE49-F238E27FC236}">
                      <a16:creationId xmlns:a16="http://schemas.microsoft.com/office/drawing/2014/main" id="{ABBF2549-7C28-A54A-92DF-235966861AC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706" name="Group 960">
                  <a:extLst>
                    <a:ext uri="{FF2B5EF4-FFF2-40B4-BE49-F238E27FC236}">
                      <a16:creationId xmlns:a16="http://schemas.microsoft.com/office/drawing/2014/main" id="{0F04C3BD-023C-EC43-A70A-3034892DB3DF}"/>
                    </a:ext>
                  </a:extLst>
                </p:cNvPr>
                <p:cNvGrpSpPr>
                  <a:grpSpLocks/>
                </p:cNvGrpSpPr>
                <p:nvPr/>
              </p:nvGrpSpPr>
              <p:grpSpPr bwMode="auto">
                <a:xfrm>
                  <a:off x="4747" y="994"/>
                  <a:ext cx="581" cy="134"/>
                  <a:chOff x="614" y="2568"/>
                  <a:chExt cx="725" cy="139"/>
                </a:xfrm>
              </p:grpSpPr>
              <p:sp>
                <p:nvSpPr>
                  <p:cNvPr id="727" name="AutoShape 961">
                    <a:extLst>
                      <a:ext uri="{FF2B5EF4-FFF2-40B4-BE49-F238E27FC236}">
                        <a16:creationId xmlns:a16="http://schemas.microsoft.com/office/drawing/2014/main" id="{296AE61C-5065-8B46-9B82-47F15AF7FD4E}"/>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28" name="AutoShape 962">
                    <a:extLst>
                      <a:ext uri="{FF2B5EF4-FFF2-40B4-BE49-F238E27FC236}">
                        <a16:creationId xmlns:a16="http://schemas.microsoft.com/office/drawing/2014/main" id="{53D8E0CC-D820-E146-A130-C72FC95E308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707" name="Rectangle 963">
                  <a:extLst>
                    <a:ext uri="{FF2B5EF4-FFF2-40B4-BE49-F238E27FC236}">
                      <a16:creationId xmlns:a16="http://schemas.microsoft.com/office/drawing/2014/main" id="{4B57531B-B596-5544-9528-BFD23FCF400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08" name="Rectangle 964">
                  <a:extLst>
                    <a:ext uri="{FF2B5EF4-FFF2-40B4-BE49-F238E27FC236}">
                      <a16:creationId xmlns:a16="http://schemas.microsoft.com/office/drawing/2014/main" id="{50D26A27-3EA2-6740-9E67-0818730A88C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709" name="Group 965">
                  <a:extLst>
                    <a:ext uri="{FF2B5EF4-FFF2-40B4-BE49-F238E27FC236}">
                      <a16:creationId xmlns:a16="http://schemas.microsoft.com/office/drawing/2014/main" id="{778BB7A9-22A2-1048-B18B-F862B2598429}"/>
                    </a:ext>
                  </a:extLst>
                </p:cNvPr>
                <p:cNvGrpSpPr>
                  <a:grpSpLocks/>
                </p:cNvGrpSpPr>
                <p:nvPr/>
              </p:nvGrpSpPr>
              <p:grpSpPr bwMode="auto">
                <a:xfrm>
                  <a:off x="4735" y="1627"/>
                  <a:ext cx="582" cy="151"/>
                  <a:chOff x="614" y="2568"/>
                  <a:chExt cx="725" cy="139"/>
                </a:xfrm>
              </p:grpSpPr>
              <p:sp>
                <p:nvSpPr>
                  <p:cNvPr id="725" name="AutoShape 966">
                    <a:extLst>
                      <a:ext uri="{FF2B5EF4-FFF2-40B4-BE49-F238E27FC236}">
                        <a16:creationId xmlns:a16="http://schemas.microsoft.com/office/drawing/2014/main" id="{3CF2188D-8154-074B-A17A-44933C64F2D7}"/>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26" name="AutoShape 967">
                    <a:extLst>
                      <a:ext uri="{FF2B5EF4-FFF2-40B4-BE49-F238E27FC236}">
                        <a16:creationId xmlns:a16="http://schemas.microsoft.com/office/drawing/2014/main" id="{2C883BF5-FF0C-B44B-861D-11BD20501B3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710" name="Freeform 968">
                  <a:extLst>
                    <a:ext uri="{FF2B5EF4-FFF2-40B4-BE49-F238E27FC236}">
                      <a16:creationId xmlns:a16="http://schemas.microsoft.com/office/drawing/2014/main" id="{90E801C3-1EB3-074D-9BBD-AE81B8AAAF1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711" name="Group 969">
                  <a:extLst>
                    <a:ext uri="{FF2B5EF4-FFF2-40B4-BE49-F238E27FC236}">
                      <a16:creationId xmlns:a16="http://schemas.microsoft.com/office/drawing/2014/main" id="{0B861F6D-6B6D-3044-B744-64935AA25886}"/>
                    </a:ext>
                  </a:extLst>
                </p:cNvPr>
                <p:cNvGrpSpPr>
                  <a:grpSpLocks/>
                </p:cNvGrpSpPr>
                <p:nvPr/>
              </p:nvGrpSpPr>
              <p:grpSpPr bwMode="auto">
                <a:xfrm>
                  <a:off x="4739" y="1327"/>
                  <a:ext cx="582" cy="139"/>
                  <a:chOff x="614" y="2568"/>
                  <a:chExt cx="725" cy="139"/>
                </a:xfrm>
              </p:grpSpPr>
              <p:sp>
                <p:nvSpPr>
                  <p:cNvPr id="723" name="AutoShape 970">
                    <a:extLst>
                      <a:ext uri="{FF2B5EF4-FFF2-40B4-BE49-F238E27FC236}">
                        <a16:creationId xmlns:a16="http://schemas.microsoft.com/office/drawing/2014/main" id="{588E0EB5-C704-6646-A7DF-17C2C9237BD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24" name="AutoShape 971">
                    <a:extLst>
                      <a:ext uri="{FF2B5EF4-FFF2-40B4-BE49-F238E27FC236}">
                        <a16:creationId xmlns:a16="http://schemas.microsoft.com/office/drawing/2014/main" id="{125E70E5-5E94-EA4C-8970-6D8BC99D315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712" name="Rectangle 972">
                  <a:extLst>
                    <a:ext uri="{FF2B5EF4-FFF2-40B4-BE49-F238E27FC236}">
                      <a16:creationId xmlns:a16="http://schemas.microsoft.com/office/drawing/2014/main" id="{E5D3AE86-3AA9-6E46-BE96-5D22107EF01C}"/>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13" name="Freeform 973">
                  <a:extLst>
                    <a:ext uri="{FF2B5EF4-FFF2-40B4-BE49-F238E27FC236}">
                      <a16:creationId xmlns:a16="http://schemas.microsoft.com/office/drawing/2014/main" id="{56DA0D9F-D49E-8E40-A05B-A591E516A43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14" name="Freeform 974">
                  <a:extLst>
                    <a:ext uri="{FF2B5EF4-FFF2-40B4-BE49-F238E27FC236}">
                      <a16:creationId xmlns:a16="http://schemas.microsoft.com/office/drawing/2014/main" id="{B1BD6DC2-2442-7F40-8912-04AD0AD66AC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15" name="Oval 975">
                  <a:extLst>
                    <a:ext uri="{FF2B5EF4-FFF2-40B4-BE49-F238E27FC236}">
                      <a16:creationId xmlns:a16="http://schemas.microsoft.com/office/drawing/2014/main" id="{2F05989C-6D89-364A-BB82-89E681188A9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16" name="Freeform 976">
                  <a:extLst>
                    <a:ext uri="{FF2B5EF4-FFF2-40B4-BE49-F238E27FC236}">
                      <a16:creationId xmlns:a16="http://schemas.microsoft.com/office/drawing/2014/main" id="{68D8E8F3-FC40-184B-B332-4DA27CFDD04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17" name="AutoShape 977">
                  <a:extLst>
                    <a:ext uri="{FF2B5EF4-FFF2-40B4-BE49-F238E27FC236}">
                      <a16:creationId xmlns:a16="http://schemas.microsoft.com/office/drawing/2014/main" id="{0EDECD8B-0333-B945-A0B9-EB923B056196}"/>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18" name="AutoShape 978">
                  <a:extLst>
                    <a:ext uri="{FF2B5EF4-FFF2-40B4-BE49-F238E27FC236}">
                      <a16:creationId xmlns:a16="http://schemas.microsoft.com/office/drawing/2014/main" id="{6C701197-39E1-9342-985C-C17B4CD9708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19" name="Oval 979">
                  <a:extLst>
                    <a:ext uri="{FF2B5EF4-FFF2-40B4-BE49-F238E27FC236}">
                      <a16:creationId xmlns:a16="http://schemas.microsoft.com/office/drawing/2014/main" id="{36907BAD-35A5-864D-9BC0-D6AB6AE515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20" name="Oval 980">
                  <a:extLst>
                    <a:ext uri="{FF2B5EF4-FFF2-40B4-BE49-F238E27FC236}">
                      <a16:creationId xmlns:a16="http://schemas.microsoft.com/office/drawing/2014/main" id="{D2A4BDF5-240B-A547-A854-A8E54F6A66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721" name="Oval 981">
                  <a:extLst>
                    <a:ext uri="{FF2B5EF4-FFF2-40B4-BE49-F238E27FC236}">
                      <a16:creationId xmlns:a16="http://schemas.microsoft.com/office/drawing/2014/main" id="{36A0FAEF-6623-0246-9799-BED3E56C9744}"/>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722" name="Rectangle 982">
                  <a:extLst>
                    <a:ext uri="{FF2B5EF4-FFF2-40B4-BE49-F238E27FC236}">
                      <a16:creationId xmlns:a16="http://schemas.microsoft.com/office/drawing/2014/main" id="{2C86DB95-9A39-144E-82C0-930EAC6C344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733" name="Group 732">
                <a:extLst>
                  <a:ext uri="{FF2B5EF4-FFF2-40B4-BE49-F238E27FC236}">
                    <a16:creationId xmlns:a16="http://schemas.microsoft.com/office/drawing/2014/main" id="{4599802E-5DCE-8740-82B3-1318B6412EC2}"/>
                  </a:ext>
                </a:extLst>
              </p:cNvPr>
              <p:cNvGrpSpPr/>
              <p:nvPr/>
            </p:nvGrpSpPr>
            <p:grpSpPr>
              <a:xfrm>
                <a:off x="2053502" y="2245186"/>
                <a:ext cx="672582" cy="617342"/>
                <a:chOff x="5275406" y="2711455"/>
                <a:chExt cx="452949" cy="405518"/>
              </a:xfrm>
            </p:grpSpPr>
            <p:pic>
              <p:nvPicPr>
                <p:cNvPr id="734" name="Picture 733" descr="server_rack.png">
                  <a:extLst>
                    <a:ext uri="{FF2B5EF4-FFF2-40B4-BE49-F238E27FC236}">
                      <a16:creationId xmlns:a16="http://schemas.microsoft.com/office/drawing/2014/main" id="{E7A5369B-12BA-534E-89DB-EC5EDF954DE9}"/>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35" name="Picture 734" descr="server_rack.png">
                  <a:extLst>
                    <a:ext uri="{FF2B5EF4-FFF2-40B4-BE49-F238E27FC236}">
                      <a16:creationId xmlns:a16="http://schemas.microsoft.com/office/drawing/2014/main" id="{A1A7AD27-600E-554D-ACF5-603AB2D208E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36" name="Picture 735" descr="server_rack.png">
                  <a:extLst>
                    <a:ext uri="{FF2B5EF4-FFF2-40B4-BE49-F238E27FC236}">
                      <a16:creationId xmlns:a16="http://schemas.microsoft.com/office/drawing/2014/main" id="{6352AB59-3424-1947-A902-45E2FFF24CD1}"/>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nvGrpSpPr>
              <p:cNvPr id="737" name="Group 590">
                <a:extLst>
                  <a:ext uri="{FF2B5EF4-FFF2-40B4-BE49-F238E27FC236}">
                    <a16:creationId xmlns:a16="http://schemas.microsoft.com/office/drawing/2014/main" id="{572BBB3E-35BE-7341-92D5-A1D830B307C1}"/>
                  </a:ext>
                </a:extLst>
              </p:cNvPr>
              <p:cNvGrpSpPr>
                <a:grpSpLocks/>
              </p:cNvGrpSpPr>
              <p:nvPr/>
            </p:nvGrpSpPr>
            <p:grpSpPr bwMode="auto">
              <a:xfrm flipH="1">
                <a:off x="618085" y="1595547"/>
                <a:ext cx="517401" cy="503916"/>
                <a:chOff x="2839" y="3501"/>
                <a:chExt cx="755" cy="803"/>
              </a:xfrm>
            </p:grpSpPr>
            <p:pic>
              <p:nvPicPr>
                <p:cNvPr id="738" name="Picture 591" descr="desktop_computer_stylized_medium">
                  <a:extLst>
                    <a:ext uri="{FF2B5EF4-FFF2-40B4-BE49-F238E27FC236}">
                      <a16:creationId xmlns:a16="http://schemas.microsoft.com/office/drawing/2014/main" id="{4B6339C5-8B14-B747-B25F-54A251041EA5}"/>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9" name="Freeform 592">
                  <a:extLst>
                    <a:ext uri="{FF2B5EF4-FFF2-40B4-BE49-F238E27FC236}">
                      <a16:creationId xmlns:a16="http://schemas.microsoft.com/office/drawing/2014/main" id="{C8A47756-1909-F941-BDCB-37836D98015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41" name="Group 740">
                <a:extLst>
                  <a:ext uri="{FF2B5EF4-FFF2-40B4-BE49-F238E27FC236}">
                    <a16:creationId xmlns:a16="http://schemas.microsoft.com/office/drawing/2014/main" id="{0CD6FDAC-4A62-F644-A898-08237435CEE7}"/>
                  </a:ext>
                </a:extLst>
              </p:cNvPr>
              <p:cNvGrpSpPr/>
              <p:nvPr/>
            </p:nvGrpSpPr>
            <p:grpSpPr>
              <a:xfrm>
                <a:off x="1609415" y="1428021"/>
                <a:ext cx="748578" cy="712374"/>
                <a:chOff x="8631407" y="2290407"/>
                <a:chExt cx="530702" cy="478009"/>
              </a:xfrm>
            </p:grpSpPr>
            <p:pic>
              <p:nvPicPr>
                <p:cNvPr id="742" name="Picture 568" descr="light2.png">
                  <a:extLst>
                    <a:ext uri="{FF2B5EF4-FFF2-40B4-BE49-F238E27FC236}">
                      <a16:creationId xmlns:a16="http://schemas.microsoft.com/office/drawing/2014/main" id="{80F2F245-5874-164C-BC9E-BD1DF1724A7D}"/>
                    </a:ext>
                  </a:extLst>
                </p:cNvPr>
                <p:cNvPicPr>
                  <a:picLocks noChangeAspect="1"/>
                </p:cNvPicPr>
                <p:nvPr/>
              </p:nvPicPr>
              <p:blipFill>
                <a:blip r:embed="rId16">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3" name="Picture 1017" descr="antenna_stylized">
                  <a:extLst>
                    <a:ext uri="{FF2B5EF4-FFF2-40B4-BE49-F238E27FC236}">
                      <a16:creationId xmlns:a16="http://schemas.microsoft.com/office/drawing/2014/main" id="{1AD2A78D-F97F-784F-ACAD-B716A9EDAFB5}"/>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9" name="Group 788">
                <a:extLst>
                  <a:ext uri="{FF2B5EF4-FFF2-40B4-BE49-F238E27FC236}">
                    <a16:creationId xmlns:a16="http://schemas.microsoft.com/office/drawing/2014/main" id="{8BE00D22-4F3C-6E49-97D4-F851E2CC6728}"/>
                  </a:ext>
                </a:extLst>
              </p:cNvPr>
              <p:cNvGrpSpPr/>
              <p:nvPr/>
            </p:nvGrpSpPr>
            <p:grpSpPr>
              <a:xfrm>
                <a:off x="177500" y="2082690"/>
                <a:ext cx="849312" cy="226109"/>
                <a:chOff x="8493165" y="2029804"/>
                <a:chExt cx="849312" cy="226109"/>
              </a:xfrm>
            </p:grpSpPr>
            <p:pic>
              <p:nvPicPr>
                <p:cNvPr id="790" name="Picture 603" descr="car_icon_small">
                  <a:extLst>
                    <a:ext uri="{FF2B5EF4-FFF2-40B4-BE49-F238E27FC236}">
                      <a16:creationId xmlns:a16="http://schemas.microsoft.com/office/drawing/2014/main" id="{6DCAB099-A51A-9A49-B92D-E7B09B08E024}"/>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1" name="Picture 1017" descr="antenna_stylized">
                  <a:extLst>
                    <a:ext uri="{FF2B5EF4-FFF2-40B4-BE49-F238E27FC236}">
                      <a16:creationId xmlns:a16="http://schemas.microsoft.com/office/drawing/2014/main" id="{02B73421-B1D6-C74B-BF10-DBF86596B990}"/>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nvGrpSpPr>
          <p:cNvPr id="797" name="Group 796">
            <a:extLst>
              <a:ext uri="{FF2B5EF4-FFF2-40B4-BE49-F238E27FC236}">
                <a16:creationId xmlns:a16="http://schemas.microsoft.com/office/drawing/2014/main" id="{D383E01F-FA6F-5647-A6B1-D5444F12E4E2}"/>
              </a:ext>
            </a:extLst>
          </p:cNvPr>
          <p:cNvGrpSpPr/>
          <p:nvPr/>
        </p:nvGrpSpPr>
        <p:grpSpPr>
          <a:xfrm>
            <a:off x="7414072" y="1891912"/>
            <a:ext cx="4144321" cy="4300892"/>
            <a:chOff x="7432700" y="1830405"/>
            <a:chExt cx="4144321" cy="4300892"/>
          </a:xfrm>
        </p:grpSpPr>
        <p:grpSp>
          <p:nvGrpSpPr>
            <p:cNvPr id="787" name="Group 786">
              <a:extLst>
                <a:ext uri="{FF2B5EF4-FFF2-40B4-BE49-F238E27FC236}">
                  <a16:creationId xmlns:a16="http://schemas.microsoft.com/office/drawing/2014/main" id="{C944F5F4-7AD1-AE48-9769-ABE2F95B5A26}"/>
                </a:ext>
              </a:extLst>
            </p:cNvPr>
            <p:cNvGrpSpPr/>
            <p:nvPr/>
          </p:nvGrpSpPr>
          <p:grpSpPr>
            <a:xfrm>
              <a:off x="7432700" y="1830405"/>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6">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87144" y="329610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58573" y="339916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96" name="Group 795">
              <a:extLst>
                <a:ext uri="{FF2B5EF4-FFF2-40B4-BE49-F238E27FC236}">
                  <a16:creationId xmlns:a16="http://schemas.microsoft.com/office/drawing/2014/main" id="{2287FB5D-0F91-9741-8D3A-0A38C2D4142B}"/>
                </a:ext>
              </a:extLst>
            </p:cNvPr>
            <p:cNvGrpSpPr/>
            <p:nvPr/>
          </p:nvGrpSpPr>
          <p:grpSpPr>
            <a:xfrm>
              <a:off x="7767607" y="4870841"/>
              <a:ext cx="2692126" cy="1260456"/>
              <a:chOff x="7767607" y="4870841"/>
              <a:chExt cx="2692126" cy="1260456"/>
            </a:xfrm>
          </p:grpSpPr>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2541" y="524463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794" name="Group 793">
                <a:extLst>
                  <a:ext uri="{FF2B5EF4-FFF2-40B4-BE49-F238E27FC236}">
                    <a16:creationId xmlns:a16="http://schemas.microsoft.com/office/drawing/2014/main" id="{418A016B-3865-5C4A-BF54-A4D433F011BA}"/>
                  </a:ext>
                </a:extLst>
              </p:cNvPr>
              <p:cNvGrpSpPr/>
              <p:nvPr/>
            </p:nvGrpSpPr>
            <p:grpSpPr>
              <a:xfrm>
                <a:off x="7767607" y="4870841"/>
                <a:ext cx="2080029" cy="1260456"/>
                <a:chOff x="7767607" y="4870841"/>
                <a:chExt cx="2080029" cy="1260456"/>
              </a:xfrm>
            </p:grpSpPr>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74481" y="487084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195307" y="582348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67607" y="525174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47535" y="547533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45760" y="549681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28372" y="576581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1503" y="560706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32" name="Group 1031">
            <a:extLst>
              <a:ext uri="{FF2B5EF4-FFF2-40B4-BE49-F238E27FC236}">
                <a16:creationId xmlns:a16="http://schemas.microsoft.com/office/drawing/2014/main" id="{036990DA-17DD-924D-9A43-4A9775E07569}"/>
              </a:ext>
            </a:extLst>
          </p:cNvPr>
          <p:cNvGrpSpPr/>
          <p:nvPr/>
        </p:nvGrpSpPr>
        <p:grpSpPr>
          <a:xfrm>
            <a:off x="1728873" y="5539150"/>
            <a:ext cx="5446393" cy="1149445"/>
            <a:chOff x="1728873" y="5539150"/>
            <a:chExt cx="5446393" cy="1149445"/>
          </a:xfrm>
        </p:grpSpPr>
        <p:sp>
          <p:nvSpPr>
            <p:cNvPr id="838" name="Freeform 417">
              <a:extLst>
                <a:ext uri="{FF2B5EF4-FFF2-40B4-BE49-F238E27FC236}">
                  <a16:creationId xmlns:a16="http://schemas.microsoft.com/office/drawing/2014/main" id="{F705D6E8-49A7-AA46-A818-65E5953EC2BE}"/>
                </a:ext>
              </a:extLst>
            </p:cNvPr>
            <p:cNvSpPr>
              <a:spLocks/>
            </p:cNvSpPr>
            <p:nvPr/>
          </p:nvSpPr>
          <p:spPr bwMode="auto">
            <a:xfrm>
              <a:off x="1728873" y="566014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872" name="Content Placeholder 2">
              <a:extLst>
                <a:ext uri="{FF2B5EF4-FFF2-40B4-BE49-F238E27FC236}">
                  <a16:creationId xmlns:a16="http://schemas.microsoft.com/office/drawing/2014/main" id="{5F6F3EFF-3938-B04A-9425-41262E778239}"/>
                </a:ext>
              </a:extLst>
            </p:cNvPr>
            <p:cNvSpPr txBox="1">
              <a:spLocks/>
            </p:cNvSpPr>
            <p:nvPr/>
          </p:nvSpPr>
          <p:spPr>
            <a:xfrm>
              <a:off x="3142713" y="5539150"/>
              <a:ext cx="4032553" cy="1149445"/>
            </a:xfrm>
            <a:prstGeom prst="rect">
              <a:avLst/>
            </a:prstGeom>
          </p:spPr>
          <p:txBody>
            <a:bodyPr>
              <a:normAutofit/>
            </a:bodyPr>
            <a:lstStyle>
              <a:lvl1pPr marL="347472" indent="-347472" algn="l" defTabSz="914400" rtl="0" eaLnBrk="1" latinLnBrk="0" hangingPunct="1">
                <a:lnSpc>
                  <a:spcPct val="90000"/>
                </a:lnSpc>
                <a:spcBef>
                  <a:spcPts val="672"/>
                </a:spcBef>
                <a:buClr>
                  <a:srgbClr val="002E8A"/>
                </a:buClr>
                <a:buSzPct val="100000"/>
                <a:buFont typeface="Wingdings" panose="05000000000000000000" pitchFamily="2" charset="2"/>
                <a:buChar char="§"/>
                <a:defRPr sz="2800" kern="1200">
                  <a:solidFill>
                    <a:schemeClr val="tx1"/>
                  </a:solidFill>
                  <a:latin typeface="Franklin Gothic Book" panose="020B0503020102020204" pitchFamily="34" charset="0"/>
                  <a:ea typeface="+mn-ea"/>
                  <a:cs typeface="+mn-cs"/>
                </a:defRPr>
              </a:lvl1pPr>
              <a:lvl2pPr marL="740664" indent="-283464" algn="l" defTabSz="914400" rtl="0" eaLnBrk="1" latinLnBrk="0" hangingPunct="1">
                <a:lnSpc>
                  <a:spcPct val="90000"/>
                </a:lnSpc>
                <a:spcBef>
                  <a:spcPts val="528"/>
                </a:spcBef>
                <a:buClr>
                  <a:srgbClr val="C00000"/>
                </a:buClr>
                <a:buSzPct val="100000"/>
                <a:buFont typeface="Wingdings" panose="05000000000000000000" pitchFamily="2" charset="2"/>
                <a:buChar char="§"/>
                <a:defRPr sz="2400" kern="1200">
                  <a:solidFill>
                    <a:srgbClr val="0070C0"/>
                  </a:solidFill>
                  <a:latin typeface="Franklin Gothic Book" panose="020B0503020102020204" pitchFamily="34" charset="0"/>
                  <a:ea typeface="+mn-ea"/>
                  <a:cs typeface="+mn-cs"/>
                </a:defRPr>
              </a:lvl2pPr>
              <a:lvl3pPr marL="1143000" indent="-228600" algn="l" defTabSz="914400" rtl="0" eaLnBrk="1" latinLnBrk="0" hangingPunct="1">
                <a:lnSpc>
                  <a:spcPct val="90000"/>
                </a:lnSpc>
                <a:spcBef>
                  <a:spcPts val="500"/>
                </a:spcBef>
                <a:buClr>
                  <a:schemeClr val="accent2">
                    <a:lumMod val="75000"/>
                  </a:schemeClr>
                </a:buClr>
                <a:buSzPct val="100000"/>
                <a:buFont typeface="Wingdings" panose="05000000000000000000" pitchFamily="2" charset="2"/>
                <a:buChar char="§"/>
                <a:defRPr sz="2200" kern="1200">
                  <a:solidFill>
                    <a:schemeClr val="accent2"/>
                  </a:solidFill>
                  <a:latin typeface="Franklin Gothic Book" panose="020B0503020102020204" pitchFamily="34" charset="0"/>
                  <a:ea typeface="+mn-ea"/>
                  <a:cs typeface="+mn-cs"/>
                </a:defRPr>
              </a:lvl3pPr>
              <a:lvl4pPr marL="1600200" indent="-228600" algn="l" defTabSz="914400" rtl="0" eaLnBrk="1" latinLnBrk="0" hangingPunct="1">
                <a:lnSpc>
                  <a:spcPct val="90000"/>
                </a:lnSpc>
                <a:spcBef>
                  <a:spcPts val="500"/>
                </a:spcBef>
                <a:buClr>
                  <a:srgbClr val="0070C0"/>
                </a:buClr>
                <a:buSzPct val="100000"/>
                <a:buFont typeface="Wingdings" panose="05000000000000000000" pitchFamily="2" charset="2"/>
                <a:buChar char="§"/>
                <a:defRPr sz="2000" kern="1200">
                  <a:solidFill>
                    <a:srgbClr val="7030A0"/>
                  </a:solidFill>
                  <a:latin typeface="Franklin Gothic Book" panose="020B0503020102020204" pitchFamily="34" charset="0"/>
                  <a:ea typeface="+mn-ea"/>
                  <a:cs typeface="+mn-cs"/>
                </a:defRPr>
              </a:lvl4pPr>
              <a:lvl5pPr marL="2057400" indent="-228600" algn="l" defTabSz="914400" rtl="0" eaLnBrk="1" latinLnBrk="0" hangingPunct="1">
                <a:lnSpc>
                  <a:spcPct val="90000"/>
                </a:lnSpc>
                <a:spcBef>
                  <a:spcPts val="500"/>
                </a:spcBef>
                <a:buClr>
                  <a:srgbClr val="A27242"/>
                </a:buClr>
                <a:buSzPct val="100000"/>
                <a:buFont typeface="Wingdings" panose="05000000000000000000" pitchFamily="2" charset="2"/>
                <a:buChar char="§"/>
                <a:defRPr sz="1800" kern="1200">
                  <a:solidFill>
                    <a:schemeClr val="accent6">
                      <a:lumMod val="50000"/>
                    </a:schemeClr>
                  </a:solidFill>
                  <a:latin typeface="Franklin Gothic Book" panose="020B05030201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baseline="0">
                  <a:solidFill>
                    <a:schemeClr val="accent4">
                      <a:lumMod val="50000"/>
                    </a:schemeClr>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58" indent="0">
                <a:buClr>
                  <a:srgbClr val="0000A8"/>
                </a:buClr>
                <a:buNone/>
              </a:pPr>
              <a:r>
                <a:rPr lang="en-US" altLang="en-US" sz="2400" i="1" dirty="0">
                  <a:solidFill>
                    <a:srgbClr val="C00000"/>
                  </a:solidFill>
                  <a:latin typeface="+mn-lt"/>
                  <a:ea typeface="Arial" panose="020B0604020202020204" pitchFamily="34" charset="0"/>
                </a:rPr>
                <a:t>Networks</a:t>
              </a:r>
            </a:p>
            <a:p>
              <a:pPr marL="346075" lvl="1" indent="-231775">
                <a:buClr>
                  <a:srgbClr val="0000A3"/>
                </a:buClr>
              </a:pPr>
              <a:r>
                <a:rPr lang="en-US" altLang="en-US" sz="2000" dirty="0">
                  <a:solidFill>
                    <a:schemeClr val="tx1"/>
                  </a:solidFill>
                  <a:latin typeface="+mn-lt"/>
                  <a:ea typeface="Arial" panose="020B0604020202020204" pitchFamily="34" charset="0"/>
                </a:rPr>
                <a:t>collection of devices, routers, links: managed by an organization</a:t>
              </a:r>
              <a:endParaRPr lang="en-US" dirty="0">
                <a:solidFill>
                  <a:schemeClr val="tx1"/>
                </a:solidFill>
                <a:latin typeface="+mn-lt"/>
              </a:endParaRPr>
            </a:p>
          </p:txBody>
        </p:sp>
      </p:grpSp>
      <p:sp>
        <p:nvSpPr>
          <p:cNvPr id="3" name="Freeform 2">
            <a:extLst>
              <a:ext uri="{FF2B5EF4-FFF2-40B4-BE49-F238E27FC236}">
                <a16:creationId xmlns:a16="http://schemas.microsoft.com/office/drawing/2014/main" id="{C27B58DA-1AEB-4740-B294-405BA04A628A}"/>
              </a:ext>
            </a:extLst>
          </p:cNvPr>
          <p:cNvSpPr/>
          <p:nvPr/>
        </p:nvSpPr>
        <p:spPr>
          <a:xfrm>
            <a:off x="7189291" y="1641975"/>
            <a:ext cx="4101062" cy="4254341"/>
          </a:xfrm>
          <a:custGeom>
            <a:avLst/>
            <a:gdLst>
              <a:gd name="connsiteX0" fmla="*/ 2112364 w 4107620"/>
              <a:gd name="connsiteY0" fmla="*/ 1261685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2112364 w 4107620"/>
              <a:gd name="connsiteY29" fmla="*/ 1261685 h 4330718"/>
              <a:gd name="connsiteX0" fmla="*/ 1996750 w 4107620"/>
              <a:gd name="connsiteY0" fmla="*/ 1366789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1996750 w 4107620"/>
              <a:gd name="connsiteY29" fmla="*/ 1366789 h 433071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185936 w 4107620"/>
              <a:gd name="connsiteY27" fmla="*/ 466709 h 4302998"/>
              <a:gd name="connsiteX28" fmla="*/ 2238488 w 4107620"/>
              <a:gd name="connsiteY28" fmla="*/ 1202434 h 4302998"/>
              <a:gd name="connsiteX29" fmla="*/ 1996750 w 4107620"/>
              <a:gd name="connsiteY29" fmla="*/ 1339069 h 430299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270019 w 4107620"/>
              <a:gd name="connsiteY27" fmla="*/ 466709 h 4302998"/>
              <a:gd name="connsiteX28" fmla="*/ 2238488 w 4107620"/>
              <a:gd name="connsiteY28" fmla="*/ 1202434 h 4302998"/>
              <a:gd name="connsiteX29" fmla="*/ 1996750 w 4107620"/>
              <a:gd name="connsiteY29" fmla="*/ 1339069 h 4302998"/>
              <a:gd name="connsiteX0" fmla="*/ 1996750 w 4101062"/>
              <a:gd name="connsiteY0" fmla="*/ 1290412 h 4254341"/>
              <a:gd name="connsiteX1" fmla="*/ 1712971 w 4101062"/>
              <a:gd name="connsiteY1" fmla="*/ 1216839 h 4254341"/>
              <a:gd name="connsiteX2" fmla="*/ 1387150 w 4101062"/>
              <a:gd name="connsiteY2" fmla="*/ 827956 h 4254341"/>
              <a:gd name="connsiteX3" fmla="*/ 1134902 w 4101062"/>
              <a:gd name="connsiteY3" fmla="*/ 491625 h 4254341"/>
              <a:gd name="connsiteX4" fmla="*/ 840612 w 4101062"/>
              <a:gd name="connsiteY4" fmla="*/ 775404 h 4254341"/>
              <a:gd name="connsiteX5" fmla="*/ 703978 w 4101062"/>
              <a:gd name="connsiteY5" fmla="*/ 1279901 h 4254341"/>
              <a:gd name="connsiteX6" fmla="*/ 1240006 w 4101062"/>
              <a:gd name="connsiteY6" fmla="*/ 1878991 h 4254341"/>
              <a:gd name="connsiteX7" fmla="*/ 1303068 w 4101062"/>
              <a:gd name="connsiteY7" fmla="*/ 2299404 h 4254341"/>
              <a:gd name="connsiteX8" fmla="*/ 220502 w 4101062"/>
              <a:gd name="connsiteY8" fmla="*/ 2225832 h 4254341"/>
              <a:gd name="connsiteX9" fmla="*/ 83868 w 4101062"/>
              <a:gd name="connsiteY9" fmla="*/ 2866963 h 4254341"/>
              <a:gd name="connsiteX10" fmla="*/ 1218985 w 4101062"/>
              <a:gd name="connsiteY10" fmla="*/ 3182273 h 4254341"/>
              <a:gd name="connsiteX11" fmla="*/ 1124392 w 4101062"/>
              <a:gd name="connsiteY11" fmla="*/ 3571156 h 4254341"/>
              <a:gd name="connsiteX12" fmla="*/ 924695 w 4101062"/>
              <a:gd name="connsiteY12" fmla="*/ 3686770 h 4254341"/>
              <a:gd name="connsiteX13" fmla="*/ 1324088 w 4101062"/>
              <a:gd name="connsiteY13" fmla="*/ 3886466 h 4254341"/>
              <a:gd name="connsiteX14" fmla="*/ 1576337 w 4101062"/>
              <a:gd name="connsiteY14" fmla="*/ 3823404 h 4254341"/>
              <a:gd name="connsiteX15" fmla="*/ 1818075 w 4101062"/>
              <a:gd name="connsiteY15" fmla="*/ 3960039 h 4254341"/>
              <a:gd name="connsiteX16" fmla="*/ 1996750 w 4101062"/>
              <a:gd name="connsiteY16" fmla="*/ 4222797 h 4254341"/>
              <a:gd name="connsiteX17" fmla="*/ 2448695 w 4101062"/>
              <a:gd name="connsiteY17" fmla="*/ 4222797 h 4254341"/>
              <a:gd name="connsiteX18" fmla="*/ 2764006 w 4101062"/>
              <a:gd name="connsiteY18" fmla="*/ 3981059 h 4254341"/>
              <a:gd name="connsiteX19" fmla="*/ 2995233 w 4101062"/>
              <a:gd name="connsiteY19" fmla="*/ 3949528 h 4254341"/>
              <a:gd name="connsiteX20" fmla="*/ 3016254 w 4101062"/>
              <a:gd name="connsiteY20" fmla="*/ 3655239 h 4254341"/>
              <a:gd name="connsiteX21" fmla="*/ 3194930 w 4101062"/>
              <a:gd name="connsiteY21" fmla="*/ 3224315 h 4254341"/>
              <a:gd name="connsiteX22" fmla="*/ 3972695 w 4101062"/>
              <a:gd name="connsiteY22" fmla="*/ 3045639 h 4254341"/>
              <a:gd name="connsiteX23" fmla="*/ 3909633 w 4101062"/>
              <a:gd name="connsiteY23" fmla="*/ 1742356 h 4254341"/>
              <a:gd name="connsiteX24" fmla="*/ 4046268 w 4101062"/>
              <a:gd name="connsiteY24" fmla="*/ 827956 h 4254341"/>
              <a:gd name="connsiteX25" fmla="*/ 3962185 w 4101062"/>
              <a:gd name="connsiteY25" fmla="*/ 71211 h 4254341"/>
              <a:gd name="connsiteX26" fmla="*/ 2574819 w 4101062"/>
              <a:gd name="connsiteY26" fmla="*/ 71211 h 4254341"/>
              <a:gd name="connsiteX27" fmla="*/ 2270019 w 4101062"/>
              <a:gd name="connsiteY27" fmla="*/ 418052 h 4254341"/>
              <a:gd name="connsiteX28" fmla="*/ 2238488 w 4101062"/>
              <a:gd name="connsiteY28" fmla="*/ 1153777 h 4254341"/>
              <a:gd name="connsiteX29" fmla="*/ 1996750 w 4101062"/>
              <a:gd name="connsiteY29" fmla="*/ 1290412 h 425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01062" h="4254341">
                <a:moveTo>
                  <a:pt x="1996750" y="1290412"/>
                </a:moveTo>
                <a:cubicBezTo>
                  <a:pt x="1909164" y="1300922"/>
                  <a:pt x="1814571" y="1293915"/>
                  <a:pt x="1712971" y="1216839"/>
                </a:cubicBezTo>
                <a:cubicBezTo>
                  <a:pt x="1611371" y="1139763"/>
                  <a:pt x="1483495" y="948825"/>
                  <a:pt x="1387150" y="827956"/>
                </a:cubicBezTo>
                <a:cubicBezTo>
                  <a:pt x="1290805" y="707087"/>
                  <a:pt x="1225992" y="500384"/>
                  <a:pt x="1134902" y="491625"/>
                </a:cubicBezTo>
                <a:cubicBezTo>
                  <a:pt x="1043812" y="482866"/>
                  <a:pt x="912433" y="644025"/>
                  <a:pt x="840612" y="775404"/>
                </a:cubicBezTo>
                <a:cubicBezTo>
                  <a:pt x="768791" y="906783"/>
                  <a:pt x="637412" y="1095970"/>
                  <a:pt x="703978" y="1279901"/>
                </a:cubicBezTo>
                <a:cubicBezTo>
                  <a:pt x="770544" y="1463832"/>
                  <a:pt x="1140158" y="1709074"/>
                  <a:pt x="1240006" y="1878991"/>
                </a:cubicBezTo>
                <a:cubicBezTo>
                  <a:pt x="1339854" y="2048908"/>
                  <a:pt x="1472985" y="2241597"/>
                  <a:pt x="1303068" y="2299404"/>
                </a:cubicBezTo>
                <a:cubicBezTo>
                  <a:pt x="1133151" y="2357211"/>
                  <a:pt x="423702" y="2131239"/>
                  <a:pt x="220502" y="2225832"/>
                </a:cubicBezTo>
                <a:cubicBezTo>
                  <a:pt x="17302" y="2320425"/>
                  <a:pt x="-82546" y="2707556"/>
                  <a:pt x="83868" y="2866963"/>
                </a:cubicBezTo>
                <a:cubicBezTo>
                  <a:pt x="250282" y="3026370"/>
                  <a:pt x="1045564" y="3064908"/>
                  <a:pt x="1218985" y="3182273"/>
                </a:cubicBezTo>
                <a:cubicBezTo>
                  <a:pt x="1392406" y="3299638"/>
                  <a:pt x="1173440" y="3487073"/>
                  <a:pt x="1124392" y="3571156"/>
                </a:cubicBezTo>
                <a:cubicBezTo>
                  <a:pt x="1075344" y="3655239"/>
                  <a:pt x="891412" y="3634218"/>
                  <a:pt x="924695" y="3686770"/>
                </a:cubicBezTo>
                <a:cubicBezTo>
                  <a:pt x="957978" y="3739322"/>
                  <a:pt x="1215481" y="3863694"/>
                  <a:pt x="1324088" y="3886466"/>
                </a:cubicBezTo>
                <a:cubicBezTo>
                  <a:pt x="1432695" y="3909238"/>
                  <a:pt x="1494006" y="3811142"/>
                  <a:pt x="1576337" y="3823404"/>
                </a:cubicBezTo>
                <a:cubicBezTo>
                  <a:pt x="1658668" y="3835666"/>
                  <a:pt x="1748006" y="3893474"/>
                  <a:pt x="1818075" y="3960039"/>
                </a:cubicBezTo>
                <a:cubicBezTo>
                  <a:pt x="1888144" y="4026604"/>
                  <a:pt x="1891647" y="4179004"/>
                  <a:pt x="1996750" y="4222797"/>
                </a:cubicBezTo>
                <a:cubicBezTo>
                  <a:pt x="2101853" y="4266590"/>
                  <a:pt x="2320819" y="4263087"/>
                  <a:pt x="2448695" y="4222797"/>
                </a:cubicBezTo>
                <a:cubicBezTo>
                  <a:pt x="2576571" y="4182507"/>
                  <a:pt x="2672916" y="4026604"/>
                  <a:pt x="2764006" y="3981059"/>
                </a:cubicBezTo>
                <a:cubicBezTo>
                  <a:pt x="2855096" y="3935514"/>
                  <a:pt x="2953192" y="4003831"/>
                  <a:pt x="2995233" y="3949528"/>
                </a:cubicBezTo>
                <a:cubicBezTo>
                  <a:pt x="3037274" y="3895225"/>
                  <a:pt x="2982971" y="3776108"/>
                  <a:pt x="3016254" y="3655239"/>
                </a:cubicBezTo>
                <a:cubicBezTo>
                  <a:pt x="3049537" y="3534370"/>
                  <a:pt x="3035523" y="3325915"/>
                  <a:pt x="3194930" y="3224315"/>
                </a:cubicBezTo>
                <a:cubicBezTo>
                  <a:pt x="3354337" y="3122715"/>
                  <a:pt x="3853578" y="3292632"/>
                  <a:pt x="3972695" y="3045639"/>
                </a:cubicBezTo>
                <a:cubicBezTo>
                  <a:pt x="4091812" y="2798646"/>
                  <a:pt x="3897371" y="2111970"/>
                  <a:pt x="3909633" y="1742356"/>
                </a:cubicBezTo>
                <a:cubicBezTo>
                  <a:pt x="3921895" y="1372742"/>
                  <a:pt x="4037509" y="1106480"/>
                  <a:pt x="4046268" y="827956"/>
                </a:cubicBezTo>
                <a:cubicBezTo>
                  <a:pt x="4055027" y="549432"/>
                  <a:pt x="4207426" y="197335"/>
                  <a:pt x="3962185" y="71211"/>
                </a:cubicBezTo>
                <a:cubicBezTo>
                  <a:pt x="3716944" y="-54913"/>
                  <a:pt x="2856847" y="13404"/>
                  <a:pt x="2574819" y="71211"/>
                </a:cubicBezTo>
                <a:cubicBezTo>
                  <a:pt x="2292791" y="129018"/>
                  <a:pt x="2310309" y="223611"/>
                  <a:pt x="2270019" y="418052"/>
                </a:cubicBezTo>
                <a:cubicBezTo>
                  <a:pt x="2229729" y="612493"/>
                  <a:pt x="2284033" y="1008384"/>
                  <a:pt x="2238488" y="1153777"/>
                </a:cubicBezTo>
                <a:cubicBezTo>
                  <a:pt x="2192943" y="1299170"/>
                  <a:pt x="2084336" y="1279902"/>
                  <a:pt x="1996750" y="1290412"/>
                </a:cubicBezTo>
                <a:close/>
              </a:path>
            </a:pathLst>
          </a:custGeom>
          <a:noFill/>
          <a:ln>
            <a:solidFill>
              <a:schemeClr val="accent1">
                <a:shade val="50000"/>
                <a:alpha val="5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Slide Number Placeholder 2">
            <a:extLst>
              <a:ext uri="{FF2B5EF4-FFF2-40B4-BE49-F238E27FC236}">
                <a16:creationId xmlns:a16="http://schemas.microsoft.com/office/drawing/2014/main" id="{38380A22-97B4-C742-A3BB-4B30F64E0EA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a:t>
            </a:fld>
            <a:endParaRPr lang="en-US" dirty="0"/>
          </a:p>
        </p:txBody>
      </p:sp>
    </p:spTree>
    <p:extLst>
      <p:ext uri="{BB962C8B-B14F-4D97-AF65-F5344CB8AC3E}">
        <p14:creationId xmlns:p14="http://schemas.microsoft.com/office/powerpoint/2010/main" val="1598317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97"/>
                                        </p:tgtEl>
                                        <p:attrNameLst>
                                          <p:attrName>style.visibility</p:attrName>
                                        </p:attrNameLst>
                                      </p:cBhvr>
                                      <p:to>
                                        <p:strVal val="visible"/>
                                      </p:to>
                                    </p:set>
                                    <p:animEffect transition="in" filter="dissolve">
                                      <p:cBhvr>
                                        <p:cTn id="7" dur="500"/>
                                        <p:tgtEl>
                                          <p:spTgt spid="797"/>
                                        </p:tgtEl>
                                      </p:cBhvr>
                                    </p:animEffect>
                                  </p:childTnLst>
                                </p:cTn>
                              </p:par>
                              <p:par>
                                <p:cTn id="8" presetID="9" presetClass="entr" presetSubtype="0" fill="hold" nodeType="withEffect">
                                  <p:stCondLst>
                                    <p:cond delay="0"/>
                                  </p:stCondLst>
                                  <p:childTnLst>
                                    <p:set>
                                      <p:cBhvr>
                                        <p:cTn id="9" dur="1" fill="hold">
                                          <p:stCondLst>
                                            <p:cond delay="0"/>
                                          </p:stCondLst>
                                        </p:cTn>
                                        <p:tgtEl>
                                          <p:spTgt spid="1033"/>
                                        </p:tgtEl>
                                        <p:attrNameLst>
                                          <p:attrName>style.visibility</p:attrName>
                                        </p:attrNameLst>
                                      </p:cBhvr>
                                      <p:to>
                                        <p:strVal val="visible"/>
                                      </p:to>
                                    </p:set>
                                    <p:animEffect transition="in" filter="dissolve">
                                      <p:cBhvr>
                                        <p:cTn id="10" dur="500"/>
                                        <p:tgtEl>
                                          <p:spTgt spid="103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par>
                                <p:cTn id="14" presetID="9" presetClass="exit" presetSubtype="0" fill="hold" grpId="0" nodeType="withEffect">
                                  <p:stCondLst>
                                    <p:cond delay="0"/>
                                  </p:stCondLst>
                                  <p:childTnLst>
                                    <p:animEffect transition="out" filter="dissolve">
                                      <p:cBhvr>
                                        <p:cTn id="15" dur="500"/>
                                        <p:tgtEl>
                                          <p:spTgt spid="5"/>
                                        </p:tgtEl>
                                      </p:cBhvr>
                                    </p:animEffect>
                                    <p:set>
                                      <p:cBhvr>
                                        <p:cTn id="16" dur="1" fill="hold">
                                          <p:stCondLst>
                                            <p:cond delay="499"/>
                                          </p:stCondLst>
                                        </p:cTn>
                                        <p:tgtEl>
                                          <p:spTgt spid="5"/>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024"/>
                                        </p:tgtEl>
                                        <p:attrNameLst>
                                          <p:attrName>style.visibility</p:attrName>
                                        </p:attrNameLst>
                                      </p:cBhvr>
                                      <p:to>
                                        <p:strVal val="visible"/>
                                      </p:to>
                                    </p:set>
                                    <p:animEffect transition="in" filter="dissolve">
                                      <p:cBhvr>
                                        <p:cTn id="21" dur="500"/>
                                        <p:tgtEl>
                                          <p:spTgt spid="1024"/>
                                        </p:tgtEl>
                                      </p:cBhvr>
                                    </p:animEffect>
                                  </p:childTnLst>
                                </p:cTn>
                              </p:par>
                              <p:par>
                                <p:cTn id="22" presetID="9" presetClass="entr" presetSubtype="0" fill="hold" nodeType="withEffect">
                                  <p:stCondLst>
                                    <p:cond delay="0"/>
                                  </p:stCondLst>
                                  <p:childTnLst>
                                    <p:set>
                                      <p:cBhvr>
                                        <p:cTn id="23" dur="1" fill="hold">
                                          <p:stCondLst>
                                            <p:cond delay="0"/>
                                          </p:stCondLst>
                                        </p:cTn>
                                        <p:tgtEl>
                                          <p:spTgt spid="1030"/>
                                        </p:tgtEl>
                                        <p:attrNameLst>
                                          <p:attrName>style.visibility</p:attrName>
                                        </p:attrNameLst>
                                      </p:cBhvr>
                                      <p:to>
                                        <p:strVal val="visible"/>
                                      </p:to>
                                    </p:set>
                                    <p:animEffect transition="in" filter="dissolve">
                                      <p:cBhvr>
                                        <p:cTn id="24" dur="500"/>
                                        <p:tgtEl>
                                          <p:spTgt spid="1030"/>
                                        </p:tgtEl>
                                      </p:cBhvr>
                                    </p:animEffect>
                                  </p:childTnLst>
                                </p:cTn>
                              </p:par>
                              <p:par>
                                <p:cTn id="25" presetID="9" presetClass="entr" presetSubtype="0" fill="hold" grpId="1"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dissolv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25"/>
                                        </p:tgtEl>
                                        <p:attrNameLst>
                                          <p:attrName>style.visibility</p:attrName>
                                        </p:attrNameLst>
                                      </p:cBhvr>
                                      <p:to>
                                        <p:strVal val="visible"/>
                                      </p:to>
                                    </p:set>
                                    <p:animEffect transition="in" filter="dissolve">
                                      <p:cBhvr>
                                        <p:cTn id="32" dur="500"/>
                                        <p:tgtEl>
                                          <p:spTgt spid="1025"/>
                                        </p:tgtEl>
                                      </p:cBhvr>
                                    </p:animEffect>
                                  </p:childTnLst>
                                </p:cTn>
                              </p:par>
                              <p:par>
                                <p:cTn id="33" presetID="9" presetClass="entr" presetSubtype="0" fill="hold" nodeType="withEffect">
                                  <p:stCondLst>
                                    <p:cond delay="0"/>
                                  </p:stCondLst>
                                  <p:childTnLst>
                                    <p:set>
                                      <p:cBhvr>
                                        <p:cTn id="34" dur="1" fill="hold">
                                          <p:stCondLst>
                                            <p:cond delay="0"/>
                                          </p:stCondLst>
                                        </p:cTn>
                                        <p:tgtEl>
                                          <p:spTgt spid="1031"/>
                                        </p:tgtEl>
                                        <p:attrNameLst>
                                          <p:attrName>style.visibility</p:attrName>
                                        </p:attrNameLst>
                                      </p:cBhvr>
                                      <p:to>
                                        <p:strVal val="visible"/>
                                      </p:to>
                                    </p:set>
                                    <p:animEffect transition="in" filter="dissolve">
                                      <p:cBhvr>
                                        <p:cTn id="35" dur="500"/>
                                        <p:tgtEl>
                                          <p:spTgt spid="103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01"/>
                                        </p:tgtEl>
                                        <p:attrNameLst>
                                          <p:attrName>style.visibility</p:attrName>
                                        </p:attrNameLst>
                                      </p:cBhvr>
                                      <p:to>
                                        <p:strVal val="visible"/>
                                      </p:to>
                                    </p:set>
                                    <p:animEffect transition="in" filter="dissolve">
                                      <p:cBhvr>
                                        <p:cTn id="40" dur="500"/>
                                        <p:tgtEl>
                                          <p:spTgt spid="801"/>
                                        </p:tgtEl>
                                      </p:cBhvr>
                                    </p:animEffect>
                                  </p:childTnLst>
                                </p:cTn>
                              </p:par>
                              <p:par>
                                <p:cTn id="41" presetID="9" presetClass="exit" presetSubtype="0" fill="hold" grpId="1" nodeType="withEffect">
                                  <p:stCondLst>
                                    <p:cond delay="0"/>
                                  </p:stCondLst>
                                  <p:childTnLst>
                                    <p:animEffect transition="out" filter="dissolve">
                                      <p:cBhvr>
                                        <p:cTn id="42" dur="500"/>
                                        <p:tgtEl>
                                          <p:spTgt spid="3"/>
                                        </p:tgtEl>
                                      </p:cBhvr>
                                    </p:animEffect>
                                    <p:set>
                                      <p:cBhvr>
                                        <p:cTn id="43" dur="1" fill="hold">
                                          <p:stCondLst>
                                            <p:cond delay="499"/>
                                          </p:stCondLst>
                                        </p:cTn>
                                        <p:tgtEl>
                                          <p:spTgt spid="3"/>
                                        </p:tgtEl>
                                        <p:attrNameLst>
                                          <p:attrName>style.visibility</p:attrName>
                                        </p:attrNameLst>
                                      </p:cBhvr>
                                      <p:to>
                                        <p:strVal val="hidden"/>
                                      </p:to>
                                    </p:set>
                                  </p:childTnLst>
                                </p:cTn>
                              </p:par>
                              <p:par>
                                <p:cTn id="44" presetID="9" presetClass="entr" presetSubtype="0" fill="hold" nodeType="withEffect">
                                  <p:stCondLst>
                                    <p:cond delay="0"/>
                                  </p:stCondLst>
                                  <p:childTnLst>
                                    <p:set>
                                      <p:cBhvr>
                                        <p:cTn id="45" dur="1" fill="hold">
                                          <p:stCondLst>
                                            <p:cond delay="0"/>
                                          </p:stCondLst>
                                        </p:cTn>
                                        <p:tgtEl>
                                          <p:spTgt spid="1032"/>
                                        </p:tgtEl>
                                        <p:attrNameLst>
                                          <p:attrName>style.visibility</p:attrName>
                                        </p:attrNameLst>
                                      </p:cBhvr>
                                      <p:to>
                                        <p:strVal val="visible"/>
                                      </p:to>
                                    </p:set>
                                    <p:animEffect transition="in" filter="dissolve">
                                      <p:cBhvr>
                                        <p:cTn id="46" dur="500"/>
                                        <p:tgtEl>
                                          <p:spTgt spid="1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3" grpId="0" animBg="1"/>
      <p:bldP spid="3" grpId="1"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8366B7-1FF0-134B-B419-0A5A82710974}"/>
              </a:ext>
            </a:extLst>
          </p:cNvPr>
          <p:cNvSpPr>
            <a:spLocks noGrp="1"/>
          </p:cNvSpPr>
          <p:nvPr>
            <p:ph idx="1"/>
          </p:nvPr>
        </p:nvSpPr>
        <p:spPr>
          <a:xfrm>
            <a:off x="713958" y="1708456"/>
            <a:ext cx="5394571" cy="957996"/>
          </a:xfrm>
        </p:spPr>
        <p:txBody>
          <a:bodyPr/>
          <a:lstStyle/>
          <a:p>
            <a:pPr>
              <a:buSzPct val="75000"/>
            </a:pPr>
            <a:r>
              <a:rPr lang="en-US" altLang="en-US" i="1" dirty="0">
                <a:solidFill>
                  <a:srgbClr val="CC0000"/>
                </a:solidFill>
                <a:ea typeface="ＭＳ Ｐゴシック" panose="020B0600070205080204" pitchFamily="34" charset="-128"/>
                <a:cs typeface="Calibri" panose="020F0502020204030204" pitchFamily="34" charset="0"/>
              </a:rPr>
              <a:t>Internet: “</a:t>
            </a:r>
            <a:r>
              <a:rPr lang="en-US" altLang="ja-JP" dirty="0">
                <a:solidFill>
                  <a:srgbClr val="CC0000"/>
                </a:solidFill>
                <a:ea typeface="ＭＳ Ｐゴシック" panose="020B0600070205080204" pitchFamily="34" charset="-128"/>
                <a:cs typeface="Calibri" panose="020F0502020204030204" pitchFamily="34" charset="0"/>
              </a:rPr>
              <a:t>network of networks”</a:t>
            </a:r>
          </a:p>
          <a:p>
            <a:pPr lvl="1"/>
            <a:r>
              <a:rPr lang="en-US" altLang="en-US" dirty="0">
                <a:ea typeface="Arial" panose="020B0604020202020204" pitchFamily="34" charset="0"/>
                <a:cs typeface="Calibri" panose="020F0502020204030204" pitchFamily="34" charset="0"/>
              </a:rPr>
              <a:t>Interconnected ISPs</a:t>
            </a:r>
          </a:p>
          <a:p>
            <a:pPr marL="0"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The Internet: a “nuts and bolts” view</a:t>
            </a:r>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nvGrpSpPr>
          <p:cNvPr id="787" name="Group 786">
            <a:extLst>
              <a:ext uri="{FF2B5EF4-FFF2-40B4-BE49-F238E27FC236}">
                <a16:creationId xmlns:a16="http://schemas.microsoft.com/office/drawing/2014/main" id="{C944F5F4-7AD1-AE48-9769-ABE2F95B5A26}"/>
              </a:ext>
            </a:extLst>
          </p:cNvPr>
          <p:cNvGrpSpPr/>
          <p:nvPr/>
        </p:nvGrpSpPr>
        <p:grpSpPr>
          <a:xfrm>
            <a:off x="7414072" y="1891912"/>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68516" y="3357611"/>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39945" y="3460672"/>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63913" y="5306138"/>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55853" y="4932348"/>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010801" y="5861358"/>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48979" y="5313247"/>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28907" y="5536844"/>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27132" y="5558317"/>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647169" y="6015687"/>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9992875" y="5668575"/>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609" name="Content Placeholder 2">
            <a:extLst>
              <a:ext uri="{FF2B5EF4-FFF2-40B4-BE49-F238E27FC236}">
                <a16:creationId xmlns:a16="http://schemas.microsoft.com/office/drawing/2014/main" id="{2BC3B19B-09E2-1747-9154-87E1DFE72365}"/>
              </a:ext>
            </a:extLst>
          </p:cNvPr>
          <p:cNvSpPr txBox="1">
            <a:spLocks/>
          </p:cNvSpPr>
          <p:nvPr/>
        </p:nvSpPr>
        <p:spPr>
          <a:xfrm>
            <a:off x="839601" y="2732121"/>
            <a:ext cx="5394571" cy="1824996"/>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i="1" dirty="0">
                <a:solidFill>
                  <a:srgbClr val="CC0000"/>
                </a:solidFill>
                <a:ea typeface="ＭＳ Ｐゴシック" panose="020B0600070205080204" pitchFamily="34" charset="-128"/>
                <a:cs typeface="Calibri" panose="020F0502020204030204" pitchFamily="34" charset="0"/>
              </a:rPr>
              <a:t>protocols</a:t>
            </a:r>
            <a:r>
              <a:rPr lang="en-US" altLang="en-US" dirty="0">
                <a:solidFill>
                  <a:srgbClr val="FF0000"/>
                </a:solidFill>
                <a:ea typeface="ＭＳ Ｐゴシック" panose="020B0600070205080204" pitchFamily="34" charset="-128"/>
                <a:cs typeface="Calibri" panose="020F0502020204030204" pitchFamily="34" charset="0"/>
              </a:rPr>
              <a:t> </a:t>
            </a:r>
            <a:r>
              <a:rPr lang="en-US" altLang="en-US" dirty="0">
                <a:ea typeface="ＭＳ Ｐゴシック" panose="020B0600070205080204" pitchFamily="34" charset="-128"/>
                <a:cs typeface="Calibri" panose="020F0502020204030204" pitchFamily="34" charset="0"/>
              </a:rPr>
              <a:t>are </a:t>
            </a:r>
            <a:r>
              <a:rPr lang="en-US" altLang="en-US" i="1" dirty="0">
                <a:ea typeface="ＭＳ Ｐゴシック" panose="020B0600070205080204" pitchFamily="34" charset="-128"/>
                <a:cs typeface="Calibri" panose="020F0502020204030204" pitchFamily="34" charset="0"/>
              </a:rPr>
              <a:t>everywhere</a:t>
            </a:r>
          </a:p>
          <a:p>
            <a:pPr lvl="1">
              <a:buSzPct val="75000"/>
            </a:pPr>
            <a:r>
              <a:rPr lang="en-US" altLang="en-US" dirty="0">
                <a:ea typeface="ＭＳ Ｐゴシック" panose="020B0600070205080204" pitchFamily="34" charset="-128"/>
                <a:cs typeface="Calibri" panose="020F0502020204030204" pitchFamily="34" charset="0"/>
              </a:rPr>
              <a:t>control sending, receiving of messages</a:t>
            </a:r>
          </a:p>
          <a:p>
            <a:pPr lvl="1"/>
            <a:r>
              <a:rPr lang="en-US" altLang="en-US" dirty="0">
                <a:ea typeface="Arial" panose="020B0604020202020204" pitchFamily="34" charset="0"/>
                <a:cs typeface="Calibri" panose="020F0502020204030204" pitchFamily="34" charset="0"/>
              </a:rPr>
              <a:t>e.g., HTTP (Web), streaming video, Skype, TCP, IP, WiFi, 4/5G, Ethernet</a:t>
            </a:r>
            <a:endParaRPr lang="en-US" altLang="en-US" sz="2800" dirty="0">
              <a:ea typeface="Arial" panose="020B0604020202020204" pitchFamily="34" charset="0"/>
              <a:cs typeface="Calibri" panose="020F0502020204030204" pitchFamily="34" charset="0"/>
            </a:endParaRPr>
          </a:p>
          <a:p>
            <a:pPr marL="0" indent="0">
              <a:buFont typeface="Wingdings" pitchFamily="2" charset="2"/>
              <a:buNone/>
            </a:pPr>
            <a:endParaRPr lang="en-US" dirty="0"/>
          </a:p>
        </p:txBody>
      </p:sp>
      <p:grpSp>
        <p:nvGrpSpPr>
          <p:cNvPr id="15" name="Group 14">
            <a:extLst>
              <a:ext uri="{FF2B5EF4-FFF2-40B4-BE49-F238E27FC236}">
                <a16:creationId xmlns:a16="http://schemas.microsoft.com/office/drawing/2014/main" id="{EF538D7F-D092-0B46-9D93-497135430F9C}"/>
              </a:ext>
            </a:extLst>
          </p:cNvPr>
          <p:cNvGrpSpPr/>
          <p:nvPr/>
        </p:nvGrpSpPr>
        <p:grpSpPr>
          <a:xfrm>
            <a:off x="6860324" y="4962204"/>
            <a:ext cx="1547658" cy="518734"/>
            <a:chOff x="6860324" y="4962204"/>
            <a:chExt cx="1547658" cy="518734"/>
          </a:xfrm>
        </p:grpSpPr>
        <p:cxnSp>
          <p:nvCxnSpPr>
            <p:cNvPr id="5" name="Straight Connector 4">
              <a:extLst>
                <a:ext uri="{FF2B5EF4-FFF2-40B4-BE49-F238E27FC236}">
                  <a16:creationId xmlns:a16="http://schemas.microsoft.com/office/drawing/2014/main" id="{0CCA2A64-0E06-F545-9FC0-961CFBCC86F8}"/>
                </a:ext>
              </a:extLst>
            </p:cNvPr>
            <p:cNvCxnSpPr>
              <a:cxnSpLocks/>
            </p:cNvCxnSpPr>
            <p:nvPr/>
          </p:nvCxnSpPr>
          <p:spPr>
            <a:xfrm flipH="1">
              <a:off x="7968718" y="5327774"/>
              <a:ext cx="439264" cy="153164"/>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ED9BBA3E-BB93-084A-B9DE-C031B991FC2B}"/>
                </a:ext>
              </a:extLst>
            </p:cNvPr>
            <p:cNvSpPr txBox="1"/>
            <p:nvPr/>
          </p:nvSpPr>
          <p:spPr>
            <a:xfrm>
              <a:off x="6860324" y="4962204"/>
              <a:ext cx="912109" cy="338554"/>
            </a:xfrm>
            <a:prstGeom prst="rect">
              <a:avLst/>
            </a:prstGeom>
            <a:noFill/>
          </p:spPr>
          <p:txBody>
            <a:bodyPr wrap="none" rtlCol="0">
              <a:spAutoFit/>
            </a:bodyPr>
            <a:lstStyle/>
            <a:p>
              <a:r>
                <a:rPr lang="en-US" sz="1600" i="1" dirty="0">
                  <a:solidFill>
                    <a:srgbClr val="C00000"/>
                  </a:solidFill>
                </a:rPr>
                <a:t>Ethernet</a:t>
              </a:r>
              <a:endParaRPr lang="en-US" i="1" dirty="0">
                <a:solidFill>
                  <a:srgbClr val="C00000"/>
                </a:solidFill>
              </a:endParaRPr>
            </a:p>
          </p:txBody>
        </p:sp>
        <p:cxnSp>
          <p:nvCxnSpPr>
            <p:cNvPr id="11" name="Straight Connector 10">
              <a:extLst>
                <a:ext uri="{FF2B5EF4-FFF2-40B4-BE49-F238E27FC236}">
                  <a16:creationId xmlns:a16="http://schemas.microsoft.com/office/drawing/2014/main" id="{1E38A1FD-ACE2-5F42-9B08-5B2D9CEBC672}"/>
                </a:ext>
              </a:extLst>
            </p:cNvPr>
            <p:cNvCxnSpPr>
              <a:cxnSpLocks/>
            </p:cNvCxnSpPr>
            <p:nvPr/>
          </p:nvCxnSpPr>
          <p:spPr>
            <a:xfrm>
              <a:off x="7704138" y="5144424"/>
              <a:ext cx="470403" cy="21674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091E281-A56A-C34A-A030-5A236D4E586A}"/>
              </a:ext>
            </a:extLst>
          </p:cNvPr>
          <p:cNvGrpSpPr/>
          <p:nvPr/>
        </p:nvGrpSpPr>
        <p:grpSpPr>
          <a:xfrm>
            <a:off x="7562720" y="3698398"/>
            <a:ext cx="3589569" cy="1371857"/>
            <a:chOff x="7562720" y="3668418"/>
            <a:chExt cx="3589569" cy="1371857"/>
          </a:xfrm>
        </p:grpSpPr>
        <p:cxnSp>
          <p:nvCxnSpPr>
            <p:cNvPr id="612" name="Straight Connector 611">
              <a:extLst>
                <a:ext uri="{FF2B5EF4-FFF2-40B4-BE49-F238E27FC236}">
                  <a16:creationId xmlns:a16="http://schemas.microsoft.com/office/drawing/2014/main" id="{45AD7D7E-22F3-B04F-B8D9-3DB14B4EB528}"/>
                </a:ext>
              </a:extLst>
            </p:cNvPr>
            <p:cNvCxnSpPr>
              <a:cxnSpLocks/>
            </p:cNvCxnSpPr>
            <p:nvPr/>
          </p:nvCxnSpPr>
          <p:spPr>
            <a:xfrm flipH="1">
              <a:off x="8285300" y="3668418"/>
              <a:ext cx="2866989" cy="1371857"/>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13" name="TextBox 612">
              <a:extLst>
                <a:ext uri="{FF2B5EF4-FFF2-40B4-BE49-F238E27FC236}">
                  <a16:creationId xmlns:a16="http://schemas.microsoft.com/office/drawing/2014/main" id="{1E2ACEB7-973B-E046-843B-EB2B7621639C}"/>
                </a:ext>
              </a:extLst>
            </p:cNvPr>
            <p:cNvSpPr txBox="1"/>
            <p:nvPr/>
          </p:nvSpPr>
          <p:spPr>
            <a:xfrm>
              <a:off x="7562720" y="4539626"/>
              <a:ext cx="620363" cy="338554"/>
            </a:xfrm>
            <a:prstGeom prst="rect">
              <a:avLst/>
            </a:prstGeom>
            <a:noFill/>
          </p:spPr>
          <p:txBody>
            <a:bodyPr wrap="none" rtlCol="0">
              <a:spAutoFit/>
            </a:bodyPr>
            <a:lstStyle/>
            <a:p>
              <a:r>
                <a:rPr lang="en-US" sz="1600" i="1" dirty="0">
                  <a:solidFill>
                    <a:srgbClr val="C00000"/>
                  </a:solidFill>
                </a:rPr>
                <a:t>HTTP</a:t>
              </a:r>
              <a:endParaRPr lang="en-US" i="1" dirty="0">
                <a:solidFill>
                  <a:srgbClr val="C00000"/>
                </a:solidFill>
              </a:endParaRPr>
            </a:p>
          </p:txBody>
        </p:sp>
        <p:cxnSp>
          <p:nvCxnSpPr>
            <p:cNvPr id="614" name="Straight Connector 613">
              <a:extLst>
                <a:ext uri="{FF2B5EF4-FFF2-40B4-BE49-F238E27FC236}">
                  <a16:creationId xmlns:a16="http://schemas.microsoft.com/office/drawing/2014/main" id="{37BB92CD-AD73-F344-953E-3EFDD2781945}"/>
                </a:ext>
              </a:extLst>
            </p:cNvPr>
            <p:cNvCxnSpPr>
              <a:cxnSpLocks/>
            </p:cNvCxnSpPr>
            <p:nvPr/>
          </p:nvCxnSpPr>
          <p:spPr>
            <a:xfrm>
              <a:off x="8099825" y="4723687"/>
              <a:ext cx="402218" cy="11586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75BE2CBD-8554-CF42-81E0-EE46D8DE60ED}"/>
              </a:ext>
            </a:extLst>
          </p:cNvPr>
          <p:cNvGrpSpPr/>
          <p:nvPr/>
        </p:nvGrpSpPr>
        <p:grpSpPr>
          <a:xfrm>
            <a:off x="6371219" y="2787535"/>
            <a:ext cx="1271296" cy="663792"/>
            <a:chOff x="6371219" y="2787535"/>
            <a:chExt cx="1271296" cy="663792"/>
          </a:xfrm>
        </p:grpSpPr>
        <p:cxnSp>
          <p:nvCxnSpPr>
            <p:cNvPr id="632" name="Straight Connector 631">
              <a:extLst>
                <a:ext uri="{FF2B5EF4-FFF2-40B4-BE49-F238E27FC236}">
                  <a16:creationId xmlns:a16="http://schemas.microsoft.com/office/drawing/2014/main" id="{DE526F1B-649C-344E-8FAB-A9478EF8DA65}"/>
                </a:ext>
              </a:extLst>
            </p:cNvPr>
            <p:cNvCxnSpPr>
              <a:cxnSpLocks/>
              <a:endCxn id="91" idx="0"/>
            </p:cNvCxnSpPr>
            <p:nvPr/>
          </p:nvCxnSpPr>
          <p:spPr>
            <a:xfrm>
              <a:off x="7631020" y="2787535"/>
              <a:ext cx="11495" cy="66379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33" name="TextBox 632">
              <a:extLst>
                <a:ext uri="{FF2B5EF4-FFF2-40B4-BE49-F238E27FC236}">
                  <a16:creationId xmlns:a16="http://schemas.microsoft.com/office/drawing/2014/main" id="{B4A890F6-DD55-B341-BDF4-AF2E70A3CC15}"/>
                </a:ext>
              </a:extLst>
            </p:cNvPr>
            <p:cNvSpPr txBox="1"/>
            <p:nvPr/>
          </p:nvSpPr>
          <p:spPr>
            <a:xfrm>
              <a:off x="6371219" y="2944679"/>
              <a:ext cx="665567" cy="338554"/>
            </a:xfrm>
            <a:prstGeom prst="rect">
              <a:avLst/>
            </a:prstGeom>
            <a:noFill/>
          </p:spPr>
          <p:txBody>
            <a:bodyPr wrap="none" rtlCol="0">
              <a:spAutoFit/>
            </a:bodyPr>
            <a:lstStyle/>
            <a:p>
              <a:r>
                <a:rPr lang="en-US" sz="1600" i="1" dirty="0">
                  <a:solidFill>
                    <a:srgbClr val="C00000"/>
                  </a:solidFill>
                </a:rPr>
                <a:t>Skype</a:t>
              </a:r>
              <a:endParaRPr lang="en-US" i="1" dirty="0">
                <a:solidFill>
                  <a:srgbClr val="C00000"/>
                </a:solidFill>
              </a:endParaRPr>
            </a:p>
          </p:txBody>
        </p:sp>
        <p:cxnSp>
          <p:nvCxnSpPr>
            <p:cNvPr id="634" name="Straight Connector 633">
              <a:extLst>
                <a:ext uri="{FF2B5EF4-FFF2-40B4-BE49-F238E27FC236}">
                  <a16:creationId xmlns:a16="http://schemas.microsoft.com/office/drawing/2014/main" id="{967D0F28-333C-D24F-9D2D-61124A38416B}"/>
                </a:ext>
              </a:extLst>
            </p:cNvPr>
            <p:cNvCxnSpPr>
              <a:cxnSpLocks/>
            </p:cNvCxnSpPr>
            <p:nvPr/>
          </p:nvCxnSpPr>
          <p:spPr>
            <a:xfrm>
              <a:off x="6973411" y="3119431"/>
              <a:ext cx="559043"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FD6F349B-89A1-1F4D-9830-6378C687F92A}"/>
              </a:ext>
            </a:extLst>
          </p:cNvPr>
          <p:cNvGrpSpPr/>
          <p:nvPr/>
        </p:nvGrpSpPr>
        <p:grpSpPr>
          <a:xfrm>
            <a:off x="9335579" y="2816377"/>
            <a:ext cx="675986" cy="552257"/>
            <a:chOff x="6710761" y="2934593"/>
            <a:chExt cx="675986" cy="552257"/>
          </a:xfrm>
        </p:grpSpPr>
        <p:cxnSp>
          <p:nvCxnSpPr>
            <p:cNvPr id="636" name="Straight Connector 635">
              <a:extLst>
                <a:ext uri="{FF2B5EF4-FFF2-40B4-BE49-F238E27FC236}">
                  <a16:creationId xmlns:a16="http://schemas.microsoft.com/office/drawing/2014/main" id="{38988E68-C8D7-1041-AEC2-7701BE5D1028}"/>
                </a:ext>
              </a:extLst>
            </p:cNvPr>
            <p:cNvCxnSpPr>
              <a:cxnSpLocks/>
            </p:cNvCxnSpPr>
            <p:nvPr/>
          </p:nvCxnSpPr>
          <p:spPr>
            <a:xfrm flipH="1">
              <a:off x="7084556" y="2978118"/>
              <a:ext cx="302191" cy="50873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37" name="TextBox 636">
              <a:extLst>
                <a:ext uri="{FF2B5EF4-FFF2-40B4-BE49-F238E27FC236}">
                  <a16:creationId xmlns:a16="http://schemas.microsoft.com/office/drawing/2014/main" id="{A6C4F23A-36F1-5E47-94EF-BAE3479A332E}"/>
                </a:ext>
              </a:extLst>
            </p:cNvPr>
            <p:cNvSpPr txBox="1"/>
            <p:nvPr/>
          </p:nvSpPr>
          <p:spPr>
            <a:xfrm>
              <a:off x="6710761" y="2934593"/>
              <a:ext cx="341760" cy="338554"/>
            </a:xfrm>
            <a:prstGeom prst="rect">
              <a:avLst/>
            </a:prstGeom>
            <a:noFill/>
          </p:spPr>
          <p:txBody>
            <a:bodyPr wrap="none" rtlCol="0">
              <a:spAutoFit/>
            </a:bodyPr>
            <a:lstStyle/>
            <a:p>
              <a:r>
                <a:rPr lang="en-US" sz="1600" i="1" dirty="0">
                  <a:solidFill>
                    <a:srgbClr val="C00000"/>
                  </a:solidFill>
                </a:rPr>
                <a:t>IP</a:t>
              </a:r>
              <a:endParaRPr lang="en-US" i="1" dirty="0">
                <a:solidFill>
                  <a:srgbClr val="C00000"/>
                </a:solidFill>
              </a:endParaRPr>
            </a:p>
          </p:txBody>
        </p:sp>
        <p:cxnSp>
          <p:nvCxnSpPr>
            <p:cNvPr id="638" name="Straight Connector 637">
              <a:extLst>
                <a:ext uri="{FF2B5EF4-FFF2-40B4-BE49-F238E27FC236}">
                  <a16:creationId xmlns:a16="http://schemas.microsoft.com/office/drawing/2014/main" id="{40A312C7-3E2E-8F40-B008-F9AB8292FEA3}"/>
                </a:ext>
              </a:extLst>
            </p:cNvPr>
            <p:cNvCxnSpPr>
              <a:cxnSpLocks/>
            </p:cNvCxnSpPr>
            <p:nvPr/>
          </p:nvCxnSpPr>
          <p:spPr>
            <a:xfrm>
              <a:off x="6973411" y="3119431"/>
              <a:ext cx="262240"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39" name="Group 638">
            <a:extLst>
              <a:ext uri="{FF2B5EF4-FFF2-40B4-BE49-F238E27FC236}">
                <a16:creationId xmlns:a16="http://schemas.microsoft.com/office/drawing/2014/main" id="{A0B59F70-E34B-7A47-8095-6CB4A425440B}"/>
              </a:ext>
            </a:extLst>
          </p:cNvPr>
          <p:cNvGrpSpPr/>
          <p:nvPr/>
        </p:nvGrpSpPr>
        <p:grpSpPr>
          <a:xfrm>
            <a:off x="9064971" y="5697822"/>
            <a:ext cx="554960" cy="927829"/>
            <a:chOff x="6934147" y="3177198"/>
            <a:chExt cx="554960" cy="927829"/>
          </a:xfrm>
        </p:grpSpPr>
        <p:cxnSp>
          <p:nvCxnSpPr>
            <p:cNvPr id="640" name="Straight Connector 639">
              <a:extLst>
                <a:ext uri="{FF2B5EF4-FFF2-40B4-BE49-F238E27FC236}">
                  <a16:creationId xmlns:a16="http://schemas.microsoft.com/office/drawing/2014/main" id="{7CF95D26-9671-0C42-8E8C-4CE179CE7B74}"/>
                </a:ext>
              </a:extLst>
            </p:cNvPr>
            <p:cNvCxnSpPr>
              <a:cxnSpLocks/>
            </p:cNvCxnSpPr>
            <p:nvPr/>
          </p:nvCxnSpPr>
          <p:spPr>
            <a:xfrm flipH="1">
              <a:off x="7091527" y="3177198"/>
              <a:ext cx="204850" cy="289979"/>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1" name="TextBox 640">
              <a:extLst>
                <a:ext uri="{FF2B5EF4-FFF2-40B4-BE49-F238E27FC236}">
                  <a16:creationId xmlns:a16="http://schemas.microsoft.com/office/drawing/2014/main" id="{99BE214C-A081-5541-8D5F-AB06808F8378}"/>
                </a:ext>
              </a:extLst>
            </p:cNvPr>
            <p:cNvSpPr txBox="1"/>
            <p:nvPr/>
          </p:nvSpPr>
          <p:spPr>
            <a:xfrm>
              <a:off x="6934147" y="3766473"/>
              <a:ext cx="554960" cy="338554"/>
            </a:xfrm>
            <a:prstGeom prst="rect">
              <a:avLst/>
            </a:prstGeom>
            <a:noFill/>
          </p:spPr>
          <p:txBody>
            <a:bodyPr wrap="none" rtlCol="0">
              <a:spAutoFit/>
            </a:bodyPr>
            <a:lstStyle/>
            <a:p>
              <a:r>
                <a:rPr lang="en-US" sz="1600" i="1" dirty="0">
                  <a:solidFill>
                    <a:srgbClr val="C00000"/>
                  </a:solidFill>
                </a:rPr>
                <a:t>WiFi</a:t>
              </a:r>
              <a:endParaRPr lang="en-US" i="1" dirty="0">
                <a:solidFill>
                  <a:srgbClr val="C00000"/>
                </a:solidFill>
              </a:endParaRPr>
            </a:p>
          </p:txBody>
        </p:sp>
        <p:cxnSp>
          <p:nvCxnSpPr>
            <p:cNvPr id="642" name="Straight Connector 641">
              <a:extLst>
                <a:ext uri="{FF2B5EF4-FFF2-40B4-BE49-F238E27FC236}">
                  <a16:creationId xmlns:a16="http://schemas.microsoft.com/office/drawing/2014/main" id="{8DD32BFA-CE2F-B048-B320-A046B7A403E7}"/>
                </a:ext>
              </a:extLst>
            </p:cNvPr>
            <p:cNvCxnSpPr>
              <a:cxnSpLocks/>
            </p:cNvCxnSpPr>
            <p:nvPr/>
          </p:nvCxnSpPr>
          <p:spPr>
            <a:xfrm flipV="1">
              <a:off x="7230890" y="3377014"/>
              <a:ext cx="1" cy="45078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3" name="Group 642">
            <a:extLst>
              <a:ext uri="{FF2B5EF4-FFF2-40B4-BE49-F238E27FC236}">
                <a16:creationId xmlns:a16="http://schemas.microsoft.com/office/drawing/2014/main" id="{1965E68E-3EF0-9445-A466-1B0BCA9A0A95}"/>
              </a:ext>
            </a:extLst>
          </p:cNvPr>
          <p:cNvGrpSpPr/>
          <p:nvPr/>
        </p:nvGrpSpPr>
        <p:grpSpPr>
          <a:xfrm>
            <a:off x="8229600" y="1604463"/>
            <a:ext cx="1050146" cy="671367"/>
            <a:chOff x="7375489" y="2684454"/>
            <a:chExt cx="1050146" cy="671367"/>
          </a:xfrm>
        </p:grpSpPr>
        <p:cxnSp>
          <p:nvCxnSpPr>
            <p:cNvPr id="644" name="Straight Connector 643">
              <a:extLst>
                <a:ext uri="{FF2B5EF4-FFF2-40B4-BE49-F238E27FC236}">
                  <a16:creationId xmlns:a16="http://schemas.microsoft.com/office/drawing/2014/main" id="{70102BD4-D7CF-EA44-B451-F173BE4D5BC5}"/>
                </a:ext>
              </a:extLst>
            </p:cNvPr>
            <p:cNvCxnSpPr>
              <a:cxnSpLocks/>
            </p:cNvCxnSpPr>
            <p:nvPr/>
          </p:nvCxnSpPr>
          <p:spPr>
            <a:xfrm flipV="1">
              <a:off x="7375489" y="3222818"/>
              <a:ext cx="628291" cy="133003"/>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5" name="TextBox 644">
              <a:extLst>
                <a:ext uri="{FF2B5EF4-FFF2-40B4-BE49-F238E27FC236}">
                  <a16:creationId xmlns:a16="http://schemas.microsoft.com/office/drawing/2014/main" id="{C50489E1-DD07-B045-9B42-9681020DCB49}"/>
                </a:ext>
              </a:extLst>
            </p:cNvPr>
            <p:cNvSpPr txBox="1"/>
            <p:nvPr/>
          </p:nvSpPr>
          <p:spPr>
            <a:xfrm>
              <a:off x="8006931" y="2684454"/>
              <a:ext cx="418704" cy="338554"/>
            </a:xfrm>
            <a:prstGeom prst="rect">
              <a:avLst/>
            </a:prstGeom>
            <a:noFill/>
          </p:spPr>
          <p:txBody>
            <a:bodyPr wrap="none" rtlCol="0">
              <a:spAutoFit/>
            </a:bodyPr>
            <a:lstStyle/>
            <a:p>
              <a:r>
                <a:rPr lang="en-US" sz="1600" i="1" dirty="0">
                  <a:solidFill>
                    <a:srgbClr val="C00000"/>
                  </a:solidFill>
                </a:rPr>
                <a:t>4G</a:t>
              </a:r>
              <a:endParaRPr lang="en-US" i="1" dirty="0">
                <a:solidFill>
                  <a:srgbClr val="C00000"/>
                </a:solidFill>
              </a:endParaRPr>
            </a:p>
          </p:txBody>
        </p:sp>
        <p:cxnSp>
          <p:nvCxnSpPr>
            <p:cNvPr id="646" name="Straight Connector 645">
              <a:extLst>
                <a:ext uri="{FF2B5EF4-FFF2-40B4-BE49-F238E27FC236}">
                  <a16:creationId xmlns:a16="http://schemas.microsoft.com/office/drawing/2014/main" id="{3B8E874C-0A2E-C546-9A26-12BBEB875B0D}"/>
                </a:ext>
              </a:extLst>
            </p:cNvPr>
            <p:cNvCxnSpPr>
              <a:cxnSpLocks/>
              <a:stCxn id="48" idx="1"/>
            </p:cNvCxnSpPr>
            <p:nvPr/>
          </p:nvCxnSpPr>
          <p:spPr>
            <a:xfrm flipV="1">
              <a:off x="7620426" y="2864310"/>
              <a:ext cx="430426" cy="44896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7" name="Group 646">
            <a:extLst>
              <a:ext uri="{FF2B5EF4-FFF2-40B4-BE49-F238E27FC236}">
                <a16:creationId xmlns:a16="http://schemas.microsoft.com/office/drawing/2014/main" id="{9278791A-6408-FE49-97C8-366AE865D0FC}"/>
              </a:ext>
            </a:extLst>
          </p:cNvPr>
          <p:cNvGrpSpPr/>
          <p:nvPr/>
        </p:nvGrpSpPr>
        <p:grpSpPr>
          <a:xfrm>
            <a:off x="10484543" y="4543615"/>
            <a:ext cx="1037942" cy="1262658"/>
            <a:chOff x="6559961" y="3177198"/>
            <a:chExt cx="1037942" cy="1262658"/>
          </a:xfrm>
        </p:grpSpPr>
        <p:cxnSp>
          <p:nvCxnSpPr>
            <p:cNvPr id="648" name="Straight Connector 647">
              <a:extLst>
                <a:ext uri="{FF2B5EF4-FFF2-40B4-BE49-F238E27FC236}">
                  <a16:creationId xmlns:a16="http://schemas.microsoft.com/office/drawing/2014/main" id="{54518172-05CD-6E4B-96A3-5AE490F57D81}"/>
                </a:ext>
              </a:extLst>
            </p:cNvPr>
            <p:cNvCxnSpPr>
              <a:cxnSpLocks/>
            </p:cNvCxnSpPr>
            <p:nvPr/>
          </p:nvCxnSpPr>
          <p:spPr>
            <a:xfrm flipH="1">
              <a:off x="6559961" y="3177198"/>
              <a:ext cx="736416" cy="894404"/>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49" name="TextBox 648">
              <a:extLst>
                <a:ext uri="{FF2B5EF4-FFF2-40B4-BE49-F238E27FC236}">
                  <a16:creationId xmlns:a16="http://schemas.microsoft.com/office/drawing/2014/main" id="{4B6916C7-17C2-0043-9CA5-2291C94B8E33}"/>
                </a:ext>
              </a:extLst>
            </p:cNvPr>
            <p:cNvSpPr txBox="1"/>
            <p:nvPr/>
          </p:nvSpPr>
          <p:spPr>
            <a:xfrm>
              <a:off x="7104370" y="4101302"/>
              <a:ext cx="493533" cy="338554"/>
            </a:xfrm>
            <a:prstGeom prst="rect">
              <a:avLst/>
            </a:prstGeom>
            <a:noFill/>
          </p:spPr>
          <p:txBody>
            <a:bodyPr wrap="none" rtlCol="0">
              <a:spAutoFit/>
            </a:bodyPr>
            <a:lstStyle/>
            <a:p>
              <a:r>
                <a:rPr lang="en-US" sz="1600" i="1" dirty="0">
                  <a:solidFill>
                    <a:srgbClr val="C00000"/>
                  </a:solidFill>
                </a:rPr>
                <a:t>TCP</a:t>
              </a:r>
              <a:endParaRPr lang="en-US" i="1" dirty="0">
                <a:solidFill>
                  <a:srgbClr val="C00000"/>
                </a:solidFill>
              </a:endParaRPr>
            </a:p>
          </p:txBody>
        </p:sp>
        <p:cxnSp>
          <p:nvCxnSpPr>
            <p:cNvPr id="650" name="Straight Connector 649">
              <a:extLst>
                <a:ext uri="{FF2B5EF4-FFF2-40B4-BE49-F238E27FC236}">
                  <a16:creationId xmlns:a16="http://schemas.microsoft.com/office/drawing/2014/main" id="{335A84F3-D0D9-FA40-8F7D-57F594BAB312}"/>
                </a:ext>
              </a:extLst>
            </p:cNvPr>
            <p:cNvCxnSpPr>
              <a:cxnSpLocks/>
            </p:cNvCxnSpPr>
            <p:nvPr/>
          </p:nvCxnSpPr>
          <p:spPr>
            <a:xfrm flipH="1" flipV="1">
              <a:off x="6929789" y="3709511"/>
              <a:ext cx="297918" cy="45078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E364A443-9918-5240-B7CC-82287B806A53}"/>
              </a:ext>
            </a:extLst>
          </p:cNvPr>
          <p:cNvGrpSpPr/>
          <p:nvPr/>
        </p:nvGrpSpPr>
        <p:grpSpPr>
          <a:xfrm>
            <a:off x="9218788" y="2327787"/>
            <a:ext cx="2594095" cy="1025465"/>
            <a:chOff x="9218788" y="2327787"/>
            <a:chExt cx="2594095" cy="1025465"/>
          </a:xfrm>
        </p:grpSpPr>
        <p:cxnSp>
          <p:nvCxnSpPr>
            <p:cNvPr id="652" name="Straight Connector 651">
              <a:extLst>
                <a:ext uri="{FF2B5EF4-FFF2-40B4-BE49-F238E27FC236}">
                  <a16:creationId xmlns:a16="http://schemas.microsoft.com/office/drawing/2014/main" id="{77901D56-40A9-044D-A6DB-ADD17E4B4B0E}"/>
                </a:ext>
              </a:extLst>
            </p:cNvPr>
            <p:cNvCxnSpPr>
              <a:cxnSpLocks/>
            </p:cNvCxnSpPr>
            <p:nvPr/>
          </p:nvCxnSpPr>
          <p:spPr>
            <a:xfrm>
              <a:off x="9218788" y="2327787"/>
              <a:ext cx="1698979" cy="1025465"/>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4" name="TextBox 653">
              <a:extLst>
                <a:ext uri="{FF2B5EF4-FFF2-40B4-BE49-F238E27FC236}">
                  <a16:creationId xmlns:a16="http://schemas.microsoft.com/office/drawing/2014/main" id="{AAECF4C4-245B-3B4F-935D-656C1B7C4318}"/>
                </a:ext>
              </a:extLst>
            </p:cNvPr>
            <p:cNvSpPr txBox="1"/>
            <p:nvPr/>
          </p:nvSpPr>
          <p:spPr>
            <a:xfrm>
              <a:off x="10772213" y="2684297"/>
              <a:ext cx="1040670" cy="584775"/>
            </a:xfrm>
            <a:prstGeom prst="rect">
              <a:avLst/>
            </a:prstGeom>
            <a:noFill/>
          </p:spPr>
          <p:txBody>
            <a:bodyPr wrap="none" rtlCol="0">
              <a:spAutoFit/>
            </a:bodyPr>
            <a:lstStyle/>
            <a:p>
              <a:r>
                <a:rPr lang="en-US" sz="1600" i="1" dirty="0">
                  <a:solidFill>
                    <a:srgbClr val="C00000"/>
                  </a:solidFill>
                </a:rPr>
                <a:t>Streaming</a:t>
              </a:r>
            </a:p>
            <a:p>
              <a:r>
                <a:rPr lang="en-US" sz="1600" i="1" dirty="0">
                  <a:solidFill>
                    <a:srgbClr val="C00000"/>
                  </a:solidFill>
                </a:rPr>
                <a:t>video</a:t>
              </a:r>
              <a:endParaRPr lang="en-US" i="1" dirty="0">
                <a:solidFill>
                  <a:srgbClr val="C00000"/>
                </a:solidFill>
              </a:endParaRPr>
            </a:p>
          </p:txBody>
        </p:sp>
        <p:cxnSp>
          <p:nvCxnSpPr>
            <p:cNvPr id="656" name="Straight Connector 655">
              <a:extLst>
                <a:ext uri="{FF2B5EF4-FFF2-40B4-BE49-F238E27FC236}">
                  <a16:creationId xmlns:a16="http://schemas.microsoft.com/office/drawing/2014/main" id="{89160B6B-CFAC-0C4E-AFB5-940C8EF68FD6}"/>
                </a:ext>
              </a:extLst>
            </p:cNvPr>
            <p:cNvCxnSpPr>
              <a:cxnSpLocks/>
            </p:cNvCxnSpPr>
            <p:nvPr/>
          </p:nvCxnSpPr>
          <p:spPr>
            <a:xfrm flipV="1">
              <a:off x="10569552" y="2937299"/>
              <a:ext cx="405322" cy="14757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575" name="Content Placeholder 2">
            <a:extLst>
              <a:ext uri="{FF2B5EF4-FFF2-40B4-BE49-F238E27FC236}">
                <a16:creationId xmlns:a16="http://schemas.microsoft.com/office/drawing/2014/main" id="{E555DF1E-6B68-E548-AEFD-AF3AF6587383}"/>
              </a:ext>
            </a:extLst>
          </p:cNvPr>
          <p:cNvSpPr txBox="1">
            <a:spLocks/>
          </p:cNvSpPr>
          <p:nvPr/>
        </p:nvSpPr>
        <p:spPr>
          <a:xfrm>
            <a:off x="852411" y="4676300"/>
            <a:ext cx="5394571" cy="18683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i="1" dirty="0">
                <a:solidFill>
                  <a:srgbClr val="C00000"/>
                </a:solidFill>
                <a:ea typeface="ＭＳ Ｐゴシック" panose="020B0600070205080204" pitchFamily="34" charset="-128"/>
                <a:cs typeface="Calibri" panose="020F0502020204030204" pitchFamily="34" charset="0"/>
              </a:rPr>
              <a:t>Internet  standards</a:t>
            </a:r>
          </a:p>
          <a:p>
            <a:pPr lvl="1"/>
            <a:r>
              <a:rPr lang="en-US" altLang="en-US" dirty="0">
                <a:ea typeface="Arial" panose="020B0604020202020204" pitchFamily="34" charset="0"/>
                <a:cs typeface="Calibri" panose="020F0502020204030204" pitchFamily="34" charset="0"/>
              </a:rPr>
              <a:t>RFC: Request for Comments</a:t>
            </a:r>
          </a:p>
          <a:p>
            <a:pPr lvl="1"/>
            <a:r>
              <a:rPr lang="en-US" altLang="en-US" dirty="0">
                <a:ea typeface="Arial" panose="020B0604020202020204" pitchFamily="34" charset="0"/>
                <a:cs typeface="Calibri" panose="020F0502020204030204" pitchFamily="34" charset="0"/>
              </a:rPr>
              <a:t>IETF: Internet Engineering Task Force</a:t>
            </a:r>
          </a:p>
          <a:p>
            <a:pPr marL="0" indent="0">
              <a:buFont typeface="Wingdings" pitchFamily="2" charset="2"/>
              <a:buNone/>
            </a:pPr>
            <a:endParaRPr lang="en-US" dirty="0"/>
          </a:p>
        </p:txBody>
      </p:sp>
      <p:sp>
        <p:nvSpPr>
          <p:cNvPr id="571" name="Slide Number Placeholder 2">
            <a:extLst>
              <a:ext uri="{FF2B5EF4-FFF2-40B4-BE49-F238E27FC236}">
                <a16:creationId xmlns:a16="http://schemas.microsoft.com/office/drawing/2014/main" id="{D700D0DA-FF82-8C47-B06E-D85C6A43B72B}"/>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a:t>
            </a:fld>
            <a:endParaRPr lang="en-US" dirty="0"/>
          </a:p>
        </p:txBody>
      </p:sp>
    </p:spTree>
    <p:extLst>
      <p:ext uri="{BB962C8B-B14F-4D97-AF65-F5344CB8AC3E}">
        <p14:creationId xmlns:p14="http://schemas.microsoft.com/office/powerpoint/2010/main" val="1744555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9"/>
                                        </p:tgtEl>
                                        <p:attrNameLst>
                                          <p:attrName>style.visibility</p:attrName>
                                        </p:attrNameLst>
                                      </p:cBhvr>
                                      <p:to>
                                        <p:strVal val="visible"/>
                                      </p:to>
                                    </p:set>
                                    <p:animEffect transition="in" filter="dissolve">
                                      <p:cBhvr>
                                        <p:cTn id="7" dur="500"/>
                                        <p:tgtEl>
                                          <p:spTgt spid="609"/>
                                        </p:tgtEl>
                                      </p:cBhvr>
                                    </p:animEffect>
                                  </p:childTnLst>
                                </p:cTn>
                              </p:par>
                            </p:childTnLst>
                          </p:cTn>
                        </p:par>
                        <p:par>
                          <p:cTn id="8" fill="hold">
                            <p:stCondLst>
                              <p:cond delay="500"/>
                            </p:stCondLst>
                            <p:childTnLst>
                              <p:par>
                                <p:cTn id="9" presetID="9" presetClass="entr" presetSubtype="0" fill="hold"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dissolve">
                                      <p:cBhvr>
                                        <p:cTn id="11" dur="500"/>
                                        <p:tgtEl>
                                          <p:spTgt spid="18"/>
                                        </p:tgtEl>
                                      </p:cBhvr>
                                    </p:animEffect>
                                  </p:childTnLst>
                                </p:cTn>
                              </p:par>
                            </p:childTnLst>
                          </p:cTn>
                        </p:par>
                        <p:par>
                          <p:cTn id="12" fill="hold">
                            <p:stCondLst>
                              <p:cond delay="1500"/>
                            </p:stCondLst>
                            <p:childTnLst>
                              <p:par>
                                <p:cTn id="13" presetID="9" presetClass="entr" presetSubtype="0" fill="hold" nodeType="afterEffect">
                                  <p:stCondLst>
                                    <p:cond delay="500"/>
                                  </p:stCondLst>
                                  <p:childTnLst>
                                    <p:set>
                                      <p:cBhvr>
                                        <p:cTn id="14" dur="1" fill="hold">
                                          <p:stCondLst>
                                            <p:cond delay="0"/>
                                          </p:stCondLst>
                                        </p:cTn>
                                        <p:tgtEl>
                                          <p:spTgt spid="35"/>
                                        </p:tgtEl>
                                        <p:attrNameLst>
                                          <p:attrName>style.visibility</p:attrName>
                                        </p:attrNameLst>
                                      </p:cBhvr>
                                      <p:to>
                                        <p:strVal val="visible"/>
                                      </p:to>
                                    </p:set>
                                    <p:animEffect transition="in" filter="dissolve">
                                      <p:cBhvr>
                                        <p:cTn id="15" dur="500"/>
                                        <p:tgtEl>
                                          <p:spTgt spid="35"/>
                                        </p:tgtEl>
                                      </p:cBhvr>
                                    </p:animEffect>
                                  </p:childTnLst>
                                </p:cTn>
                              </p:par>
                            </p:childTnLst>
                          </p:cTn>
                        </p:par>
                        <p:par>
                          <p:cTn id="16" fill="hold">
                            <p:stCondLst>
                              <p:cond delay="2500"/>
                            </p:stCondLst>
                            <p:childTnLst>
                              <p:par>
                                <p:cTn id="17" presetID="9" presetClass="entr" presetSubtype="0" fill="hold"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dissolve">
                                      <p:cBhvr>
                                        <p:cTn id="19" dur="500"/>
                                        <p:tgtEl>
                                          <p:spTgt spid="64"/>
                                        </p:tgtEl>
                                      </p:cBhvr>
                                    </p:animEffect>
                                  </p:childTnLst>
                                </p:cTn>
                              </p:par>
                            </p:childTnLst>
                          </p:cTn>
                        </p:par>
                        <p:par>
                          <p:cTn id="20" fill="hold">
                            <p:stCondLst>
                              <p:cond delay="3000"/>
                            </p:stCondLst>
                            <p:childTnLst>
                              <p:par>
                                <p:cTn id="21" presetID="9" presetClass="entr" presetSubtype="0" fill="hold" nodeType="afterEffect">
                                  <p:stCondLst>
                                    <p:cond delay="500"/>
                                  </p:stCondLst>
                                  <p:childTnLst>
                                    <p:set>
                                      <p:cBhvr>
                                        <p:cTn id="22" dur="1" fill="hold">
                                          <p:stCondLst>
                                            <p:cond delay="0"/>
                                          </p:stCondLst>
                                        </p:cTn>
                                        <p:tgtEl>
                                          <p:spTgt spid="647"/>
                                        </p:tgtEl>
                                        <p:attrNameLst>
                                          <p:attrName>style.visibility</p:attrName>
                                        </p:attrNameLst>
                                      </p:cBhvr>
                                      <p:to>
                                        <p:strVal val="visible"/>
                                      </p:to>
                                    </p:set>
                                    <p:animEffect transition="in" filter="dissolve">
                                      <p:cBhvr>
                                        <p:cTn id="23" dur="500"/>
                                        <p:tgtEl>
                                          <p:spTgt spid="647"/>
                                        </p:tgtEl>
                                      </p:cBhvr>
                                    </p:animEffect>
                                  </p:childTnLst>
                                </p:cTn>
                              </p:par>
                            </p:childTnLst>
                          </p:cTn>
                        </p:par>
                        <p:par>
                          <p:cTn id="24" fill="hold">
                            <p:stCondLst>
                              <p:cond delay="4000"/>
                            </p:stCondLst>
                            <p:childTnLst>
                              <p:par>
                                <p:cTn id="25" presetID="9" presetClass="entr" presetSubtype="0" fill="hold" nodeType="afterEffect">
                                  <p:stCondLst>
                                    <p:cond delay="500"/>
                                  </p:stCondLst>
                                  <p:childTnLst>
                                    <p:set>
                                      <p:cBhvr>
                                        <p:cTn id="26" dur="1" fill="hold">
                                          <p:stCondLst>
                                            <p:cond delay="0"/>
                                          </p:stCondLst>
                                        </p:cTn>
                                        <p:tgtEl>
                                          <p:spTgt spid="635"/>
                                        </p:tgtEl>
                                        <p:attrNameLst>
                                          <p:attrName>style.visibility</p:attrName>
                                        </p:attrNameLst>
                                      </p:cBhvr>
                                      <p:to>
                                        <p:strVal val="visible"/>
                                      </p:to>
                                    </p:set>
                                    <p:animEffect transition="in" filter="dissolve">
                                      <p:cBhvr>
                                        <p:cTn id="27" dur="500"/>
                                        <p:tgtEl>
                                          <p:spTgt spid="635"/>
                                        </p:tgtEl>
                                      </p:cBhvr>
                                    </p:animEffect>
                                  </p:childTnLst>
                                </p:cTn>
                              </p:par>
                            </p:childTnLst>
                          </p:cTn>
                        </p:par>
                        <p:par>
                          <p:cTn id="28" fill="hold">
                            <p:stCondLst>
                              <p:cond delay="5000"/>
                            </p:stCondLst>
                            <p:childTnLst>
                              <p:par>
                                <p:cTn id="29" presetID="9" presetClass="entr" presetSubtype="0" fill="hold" nodeType="afterEffect">
                                  <p:stCondLst>
                                    <p:cond delay="500"/>
                                  </p:stCondLst>
                                  <p:childTnLst>
                                    <p:set>
                                      <p:cBhvr>
                                        <p:cTn id="30" dur="1" fill="hold">
                                          <p:stCondLst>
                                            <p:cond delay="0"/>
                                          </p:stCondLst>
                                        </p:cTn>
                                        <p:tgtEl>
                                          <p:spTgt spid="639"/>
                                        </p:tgtEl>
                                        <p:attrNameLst>
                                          <p:attrName>style.visibility</p:attrName>
                                        </p:attrNameLst>
                                      </p:cBhvr>
                                      <p:to>
                                        <p:strVal val="visible"/>
                                      </p:to>
                                    </p:set>
                                    <p:animEffect transition="in" filter="dissolve">
                                      <p:cBhvr>
                                        <p:cTn id="31" dur="500"/>
                                        <p:tgtEl>
                                          <p:spTgt spid="639"/>
                                        </p:tgtEl>
                                      </p:cBhvr>
                                    </p:animEffect>
                                  </p:childTnLst>
                                </p:cTn>
                              </p:par>
                            </p:childTnLst>
                          </p:cTn>
                        </p:par>
                        <p:par>
                          <p:cTn id="32" fill="hold">
                            <p:stCondLst>
                              <p:cond delay="6000"/>
                            </p:stCondLst>
                            <p:childTnLst>
                              <p:par>
                                <p:cTn id="33" presetID="9" presetClass="entr" presetSubtype="0" fill="hold" nodeType="afterEffect">
                                  <p:stCondLst>
                                    <p:cond delay="500"/>
                                  </p:stCondLst>
                                  <p:childTnLst>
                                    <p:set>
                                      <p:cBhvr>
                                        <p:cTn id="34" dur="1" fill="hold">
                                          <p:stCondLst>
                                            <p:cond delay="0"/>
                                          </p:stCondLst>
                                        </p:cTn>
                                        <p:tgtEl>
                                          <p:spTgt spid="643"/>
                                        </p:tgtEl>
                                        <p:attrNameLst>
                                          <p:attrName>style.visibility</p:attrName>
                                        </p:attrNameLst>
                                      </p:cBhvr>
                                      <p:to>
                                        <p:strVal val="visible"/>
                                      </p:to>
                                    </p:set>
                                    <p:animEffect transition="in" filter="dissolve">
                                      <p:cBhvr>
                                        <p:cTn id="35" dur="500"/>
                                        <p:tgtEl>
                                          <p:spTgt spid="643"/>
                                        </p:tgtEl>
                                      </p:cBhvr>
                                    </p:animEffect>
                                  </p:childTnLst>
                                </p:cTn>
                              </p:par>
                            </p:childTnLst>
                          </p:cTn>
                        </p:par>
                        <p:par>
                          <p:cTn id="36" fill="hold">
                            <p:stCondLst>
                              <p:cond delay="7000"/>
                            </p:stCondLst>
                            <p:childTnLst>
                              <p:par>
                                <p:cTn id="37" presetID="9" presetClass="entr" presetSubtype="0" fill="hold" nodeType="after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dissolve">
                                      <p:cBhvr>
                                        <p:cTn id="39" dur="500"/>
                                        <p:tgtEl>
                                          <p:spTgt spid="15"/>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575"/>
                                        </p:tgtEl>
                                        <p:attrNameLst>
                                          <p:attrName>style.visibility</p:attrName>
                                        </p:attrNameLst>
                                      </p:cBhvr>
                                      <p:to>
                                        <p:strVal val="visible"/>
                                      </p:to>
                                    </p:set>
                                    <p:animEffect transition="in" filter="dissolve">
                                      <p:cBhvr>
                                        <p:cTn id="44" dur="500"/>
                                        <p:tgtEl>
                                          <p:spTgt spid="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 grpId="0"/>
      <p:bldP spid="57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88366B7-1FF0-134B-B419-0A5A82710974}"/>
              </a:ext>
            </a:extLst>
          </p:cNvPr>
          <p:cNvSpPr>
            <a:spLocks noGrp="1"/>
          </p:cNvSpPr>
          <p:nvPr>
            <p:ph idx="1"/>
          </p:nvPr>
        </p:nvSpPr>
        <p:spPr>
          <a:xfrm>
            <a:off x="868663" y="1426343"/>
            <a:ext cx="5394571" cy="2251565"/>
          </a:xfrm>
        </p:spPr>
        <p:txBody>
          <a:bodyPr>
            <a:noAutofit/>
          </a:bodyPr>
          <a:lstStyle/>
          <a:p>
            <a:pPr>
              <a:buSzPct val="75000"/>
            </a:pPr>
            <a:r>
              <a:rPr lang="en-US" altLang="en-US" i="1" dirty="0">
                <a:solidFill>
                  <a:srgbClr val="CC0000"/>
                </a:solidFill>
                <a:ea typeface="ＭＳ Ｐゴシック" panose="020B0600070205080204" pitchFamily="34" charset="-128"/>
              </a:rPr>
              <a:t>Infrastructure </a:t>
            </a:r>
            <a:r>
              <a:rPr lang="en-US" altLang="en-US" dirty="0">
                <a:ea typeface="ＭＳ Ｐゴシック" panose="020B0600070205080204" pitchFamily="34" charset="-128"/>
              </a:rPr>
              <a:t>that provides services to applications:</a:t>
            </a:r>
            <a:endParaRPr lang="en-US" altLang="en-US" sz="2400" dirty="0">
              <a:ea typeface="ＭＳ Ｐゴシック" panose="020B0600070205080204" pitchFamily="34" charset="-128"/>
            </a:endParaRPr>
          </a:p>
          <a:p>
            <a:pPr lvl="1"/>
            <a:r>
              <a:rPr lang="en-US" altLang="en-US" dirty="0">
                <a:ea typeface="Arial" panose="020B0604020202020204" pitchFamily="34" charset="0"/>
              </a:rPr>
              <a:t>Web, streaming video, multimedia teleconferencing, email, games, e-commerce, social media, inter-connected appliances, …</a:t>
            </a:r>
          </a:p>
          <a:p>
            <a:pPr marL="130175" indent="0">
              <a:buNone/>
            </a:pPr>
            <a:endParaRPr lang="en-US" altLang="en-US" dirty="0">
              <a:ea typeface="Arial" panose="020B0604020202020204" pitchFamily="34" charset="0"/>
            </a:endParaRPr>
          </a:p>
          <a:p>
            <a:pPr marL="0"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The Internet: a “services” view</a:t>
            </a:r>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nvGrpSpPr>
          <p:cNvPr id="787" name="Group 786">
            <a:extLst>
              <a:ext uri="{FF2B5EF4-FFF2-40B4-BE49-F238E27FC236}">
                <a16:creationId xmlns:a16="http://schemas.microsoft.com/office/drawing/2014/main" id="{C944F5F4-7AD1-AE48-9769-ABE2F95B5A26}"/>
              </a:ext>
            </a:extLst>
          </p:cNvPr>
          <p:cNvGrpSpPr/>
          <p:nvPr/>
        </p:nvGrpSpPr>
        <p:grpSpPr>
          <a:xfrm>
            <a:off x="7414072" y="1891912"/>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68516" y="3357611"/>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39945" y="3460672"/>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63913" y="5306138"/>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55853" y="4932348"/>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010801" y="5861358"/>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48979" y="5313247"/>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28907" y="5536844"/>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27132" y="5558317"/>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647169" y="6015687"/>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9992875" y="5668575"/>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571" name="Group 570">
            <a:extLst>
              <a:ext uri="{FF2B5EF4-FFF2-40B4-BE49-F238E27FC236}">
                <a16:creationId xmlns:a16="http://schemas.microsoft.com/office/drawing/2014/main" id="{6E7E1949-D432-8F47-806C-E1300655FD5B}"/>
              </a:ext>
            </a:extLst>
          </p:cNvPr>
          <p:cNvGrpSpPr/>
          <p:nvPr/>
        </p:nvGrpSpPr>
        <p:grpSpPr>
          <a:xfrm>
            <a:off x="7562720" y="3698398"/>
            <a:ext cx="3589569" cy="1371857"/>
            <a:chOff x="7562720" y="3668418"/>
            <a:chExt cx="3589569" cy="1371857"/>
          </a:xfrm>
        </p:grpSpPr>
        <p:cxnSp>
          <p:nvCxnSpPr>
            <p:cNvPr id="572" name="Straight Connector 571">
              <a:extLst>
                <a:ext uri="{FF2B5EF4-FFF2-40B4-BE49-F238E27FC236}">
                  <a16:creationId xmlns:a16="http://schemas.microsoft.com/office/drawing/2014/main" id="{CDEF5ABA-1B3E-E140-B54D-1BC500151074}"/>
                </a:ext>
              </a:extLst>
            </p:cNvPr>
            <p:cNvCxnSpPr>
              <a:cxnSpLocks/>
            </p:cNvCxnSpPr>
            <p:nvPr/>
          </p:nvCxnSpPr>
          <p:spPr>
            <a:xfrm flipH="1">
              <a:off x="8285300" y="3668418"/>
              <a:ext cx="2866989" cy="1371857"/>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575" name="TextBox 574">
              <a:extLst>
                <a:ext uri="{FF2B5EF4-FFF2-40B4-BE49-F238E27FC236}">
                  <a16:creationId xmlns:a16="http://schemas.microsoft.com/office/drawing/2014/main" id="{E0F4780A-E96A-7C4F-98CD-8BE40652E91D}"/>
                </a:ext>
              </a:extLst>
            </p:cNvPr>
            <p:cNvSpPr txBox="1"/>
            <p:nvPr/>
          </p:nvSpPr>
          <p:spPr>
            <a:xfrm>
              <a:off x="7562720" y="4539626"/>
              <a:ext cx="620363" cy="338554"/>
            </a:xfrm>
            <a:prstGeom prst="rect">
              <a:avLst/>
            </a:prstGeom>
            <a:noFill/>
          </p:spPr>
          <p:txBody>
            <a:bodyPr wrap="none" rtlCol="0">
              <a:spAutoFit/>
            </a:bodyPr>
            <a:lstStyle/>
            <a:p>
              <a:r>
                <a:rPr lang="en-US" sz="1600" i="1" dirty="0">
                  <a:solidFill>
                    <a:srgbClr val="C00000"/>
                  </a:solidFill>
                </a:rPr>
                <a:t>HTTP</a:t>
              </a:r>
              <a:endParaRPr lang="en-US" i="1" dirty="0">
                <a:solidFill>
                  <a:srgbClr val="C00000"/>
                </a:solidFill>
              </a:endParaRPr>
            </a:p>
          </p:txBody>
        </p:sp>
        <p:cxnSp>
          <p:nvCxnSpPr>
            <p:cNvPr id="576" name="Straight Connector 575">
              <a:extLst>
                <a:ext uri="{FF2B5EF4-FFF2-40B4-BE49-F238E27FC236}">
                  <a16:creationId xmlns:a16="http://schemas.microsoft.com/office/drawing/2014/main" id="{554065B8-11FC-3B4E-8CEB-951199B1DF2C}"/>
                </a:ext>
              </a:extLst>
            </p:cNvPr>
            <p:cNvCxnSpPr>
              <a:cxnSpLocks/>
            </p:cNvCxnSpPr>
            <p:nvPr/>
          </p:nvCxnSpPr>
          <p:spPr>
            <a:xfrm>
              <a:off x="8099825" y="4723687"/>
              <a:ext cx="402218" cy="11586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FCFF39BD-FF72-D744-894D-516FB364E8AE}"/>
              </a:ext>
            </a:extLst>
          </p:cNvPr>
          <p:cNvGrpSpPr/>
          <p:nvPr/>
        </p:nvGrpSpPr>
        <p:grpSpPr>
          <a:xfrm>
            <a:off x="6371219" y="2787535"/>
            <a:ext cx="1271296" cy="663792"/>
            <a:chOff x="6371219" y="2787535"/>
            <a:chExt cx="1271296" cy="663792"/>
          </a:xfrm>
        </p:grpSpPr>
        <p:cxnSp>
          <p:nvCxnSpPr>
            <p:cNvPr id="631" name="Straight Connector 630">
              <a:extLst>
                <a:ext uri="{FF2B5EF4-FFF2-40B4-BE49-F238E27FC236}">
                  <a16:creationId xmlns:a16="http://schemas.microsoft.com/office/drawing/2014/main" id="{1AB1A9D8-C145-B64F-A99E-384F072DA600}"/>
                </a:ext>
              </a:extLst>
            </p:cNvPr>
            <p:cNvCxnSpPr>
              <a:cxnSpLocks/>
            </p:cNvCxnSpPr>
            <p:nvPr/>
          </p:nvCxnSpPr>
          <p:spPr>
            <a:xfrm>
              <a:off x="7631020" y="2787535"/>
              <a:ext cx="11495" cy="663792"/>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1" name="TextBox 650">
              <a:extLst>
                <a:ext uri="{FF2B5EF4-FFF2-40B4-BE49-F238E27FC236}">
                  <a16:creationId xmlns:a16="http://schemas.microsoft.com/office/drawing/2014/main" id="{488A4C35-0916-9F43-8EB4-57709849D76D}"/>
                </a:ext>
              </a:extLst>
            </p:cNvPr>
            <p:cNvSpPr txBox="1"/>
            <p:nvPr/>
          </p:nvSpPr>
          <p:spPr>
            <a:xfrm>
              <a:off x="6371219" y="2944679"/>
              <a:ext cx="665567" cy="338554"/>
            </a:xfrm>
            <a:prstGeom prst="rect">
              <a:avLst/>
            </a:prstGeom>
            <a:noFill/>
          </p:spPr>
          <p:txBody>
            <a:bodyPr wrap="none" rtlCol="0">
              <a:spAutoFit/>
            </a:bodyPr>
            <a:lstStyle/>
            <a:p>
              <a:r>
                <a:rPr lang="en-US" sz="1600" i="1" dirty="0">
                  <a:solidFill>
                    <a:srgbClr val="C00000"/>
                  </a:solidFill>
                </a:rPr>
                <a:t>Skype</a:t>
              </a:r>
              <a:endParaRPr lang="en-US" i="1" dirty="0">
                <a:solidFill>
                  <a:srgbClr val="C00000"/>
                </a:solidFill>
              </a:endParaRPr>
            </a:p>
          </p:txBody>
        </p:sp>
        <p:cxnSp>
          <p:nvCxnSpPr>
            <p:cNvPr id="652" name="Straight Connector 651">
              <a:extLst>
                <a:ext uri="{FF2B5EF4-FFF2-40B4-BE49-F238E27FC236}">
                  <a16:creationId xmlns:a16="http://schemas.microsoft.com/office/drawing/2014/main" id="{D72E54CC-6B2F-634D-BC7D-2171694AA3FB}"/>
                </a:ext>
              </a:extLst>
            </p:cNvPr>
            <p:cNvCxnSpPr>
              <a:cxnSpLocks/>
            </p:cNvCxnSpPr>
            <p:nvPr/>
          </p:nvCxnSpPr>
          <p:spPr>
            <a:xfrm>
              <a:off x="6973411" y="3119431"/>
              <a:ext cx="559043"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4" name="Group 653">
            <a:extLst>
              <a:ext uri="{FF2B5EF4-FFF2-40B4-BE49-F238E27FC236}">
                <a16:creationId xmlns:a16="http://schemas.microsoft.com/office/drawing/2014/main" id="{B4BC79F0-E00C-7044-BC07-1474A974BA16}"/>
              </a:ext>
            </a:extLst>
          </p:cNvPr>
          <p:cNvGrpSpPr/>
          <p:nvPr/>
        </p:nvGrpSpPr>
        <p:grpSpPr>
          <a:xfrm>
            <a:off x="9218788" y="2327787"/>
            <a:ext cx="2594095" cy="1025465"/>
            <a:chOff x="9218788" y="2327787"/>
            <a:chExt cx="2594095" cy="1025465"/>
          </a:xfrm>
        </p:grpSpPr>
        <p:cxnSp>
          <p:nvCxnSpPr>
            <p:cNvPr id="656" name="Straight Connector 655">
              <a:extLst>
                <a:ext uri="{FF2B5EF4-FFF2-40B4-BE49-F238E27FC236}">
                  <a16:creationId xmlns:a16="http://schemas.microsoft.com/office/drawing/2014/main" id="{B102C048-49F5-7548-812F-9F5B72021501}"/>
                </a:ext>
              </a:extLst>
            </p:cNvPr>
            <p:cNvCxnSpPr>
              <a:cxnSpLocks/>
            </p:cNvCxnSpPr>
            <p:nvPr/>
          </p:nvCxnSpPr>
          <p:spPr>
            <a:xfrm>
              <a:off x="9218788" y="2327787"/>
              <a:ext cx="1698979" cy="1025465"/>
            </a:xfrm>
            <a:prstGeom prst="line">
              <a:avLst/>
            </a:prstGeom>
            <a:ln w="31750">
              <a:solidFill>
                <a:srgbClr val="C00000"/>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659" name="TextBox 658">
              <a:extLst>
                <a:ext uri="{FF2B5EF4-FFF2-40B4-BE49-F238E27FC236}">
                  <a16:creationId xmlns:a16="http://schemas.microsoft.com/office/drawing/2014/main" id="{F126167F-C8BB-234E-9136-D15CA93E673F}"/>
                </a:ext>
              </a:extLst>
            </p:cNvPr>
            <p:cNvSpPr txBox="1"/>
            <p:nvPr/>
          </p:nvSpPr>
          <p:spPr>
            <a:xfrm>
              <a:off x="10772213" y="2684297"/>
              <a:ext cx="1040670" cy="584775"/>
            </a:xfrm>
            <a:prstGeom prst="rect">
              <a:avLst/>
            </a:prstGeom>
            <a:noFill/>
          </p:spPr>
          <p:txBody>
            <a:bodyPr wrap="none" rtlCol="0">
              <a:spAutoFit/>
            </a:bodyPr>
            <a:lstStyle/>
            <a:p>
              <a:r>
                <a:rPr lang="en-US" sz="1600" i="1" dirty="0">
                  <a:solidFill>
                    <a:srgbClr val="C00000"/>
                  </a:solidFill>
                </a:rPr>
                <a:t>Streaming</a:t>
              </a:r>
            </a:p>
            <a:p>
              <a:r>
                <a:rPr lang="en-US" sz="1600" i="1" dirty="0">
                  <a:solidFill>
                    <a:srgbClr val="C00000"/>
                  </a:solidFill>
                </a:rPr>
                <a:t>video</a:t>
              </a:r>
              <a:endParaRPr lang="en-US" i="1" dirty="0">
                <a:solidFill>
                  <a:srgbClr val="C00000"/>
                </a:solidFill>
              </a:endParaRPr>
            </a:p>
          </p:txBody>
        </p:sp>
        <p:cxnSp>
          <p:nvCxnSpPr>
            <p:cNvPr id="660" name="Straight Connector 659">
              <a:extLst>
                <a:ext uri="{FF2B5EF4-FFF2-40B4-BE49-F238E27FC236}">
                  <a16:creationId xmlns:a16="http://schemas.microsoft.com/office/drawing/2014/main" id="{662BF10B-C3AA-B044-B3C4-6ADB2CCF2BD6}"/>
                </a:ext>
              </a:extLst>
            </p:cNvPr>
            <p:cNvCxnSpPr>
              <a:cxnSpLocks/>
            </p:cNvCxnSpPr>
            <p:nvPr/>
          </p:nvCxnSpPr>
          <p:spPr>
            <a:xfrm flipV="1">
              <a:off x="10569552" y="2937299"/>
              <a:ext cx="405322" cy="14757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09" name="Content Placeholder 2">
            <a:extLst>
              <a:ext uri="{FF2B5EF4-FFF2-40B4-BE49-F238E27FC236}">
                <a16:creationId xmlns:a16="http://schemas.microsoft.com/office/drawing/2014/main" id="{AA2FA344-354C-4B4C-B02C-3A8507EDA90B}"/>
              </a:ext>
            </a:extLst>
          </p:cNvPr>
          <p:cNvSpPr txBox="1">
            <a:spLocks/>
          </p:cNvSpPr>
          <p:nvPr/>
        </p:nvSpPr>
        <p:spPr>
          <a:xfrm>
            <a:off x="868663" y="3677908"/>
            <a:ext cx="5394571" cy="272101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ct val="75000"/>
            </a:pPr>
            <a:r>
              <a:rPr lang="en-US" altLang="en-US" dirty="0">
                <a:ea typeface="ＭＳ Ｐゴシック" panose="020B0600070205080204" pitchFamily="34" charset="-128"/>
              </a:rPr>
              <a:t>provides </a:t>
            </a:r>
            <a:r>
              <a:rPr lang="en-US" altLang="en-US" i="1" dirty="0">
                <a:solidFill>
                  <a:srgbClr val="C00000"/>
                </a:solidFill>
                <a:ea typeface="ＭＳ Ｐゴシック" panose="020B0600070205080204" pitchFamily="34" charset="-128"/>
              </a:rPr>
              <a:t>programming interface </a:t>
            </a:r>
            <a:r>
              <a:rPr lang="en-US" altLang="en-US" dirty="0">
                <a:ea typeface="ＭＳ Ｐゴシック" panose="020B0600070205080204" pitchFamily="34" charset="-128"/>
              </a:rPr>
              <a:t>to distributed applications:</a:t>
            </a:r>
          </a:p>
          <a:p>
            <a:pPr lvl="1"/>
            <a:r>
              <a:rPr lang="en-US" altLang="en-US" dirty="0">
                <a:ea typeface="Arial" panose="020B0604020202020204" pitchFamily="34" charset="0"/>
              </a:rPr>
              <a:t>“hooks” allowing sending/receiving  apps to </a:t>
            </a:r>
            <a:r>
              <a:rPr lang="ja-JP" altLang="en-US">
                <a:ea typeface="ＭＳ Ｐゴシック" panose="020B0600070205080204" pitchFamily="34" charset="-128"/>
              </a:rPr>
              <a:t>“</a:t>
            </a:r>
            <a:r>
              <a:rPr lang="en-US" altLang="ja-JP" dirty="0">
                <a:ea typeface="ＭＳ Ｐゴシック" panose="020B0600070205080204" pitchFamily="34" charset="-128"/>
              </a:rPr>
              <a:t>connect</a:t>
            </a:r>
            <a:r>
              <a:rPr lang="ja-JP" altLang="en-US">
                <a:ea typeface="ＭＳ Ｐゴシック" panose="020B0600070205080204" pitchFamily="34" charset="-128"/>
              </a:rPr>
              <a:t>”</a:t>
            </a:r>
            <a:r>
              <a:rPr lang="en-US" altLang="ja-JP" dirty="0">
                <a:ea typeface="ＭＳ Ｐゴシック" panose="020B0600070205080204" pitchFamily="34" charset="-128"/>
              </a:rPr>
              <a:t> to, use  Internet transport service</a:t>
            </a:r>
          </a:p>
          <a:p>
            <a:pPr lvl="1"/>
            <a:r>
              <a:rPr lang="en-US" altLang="en-US" dirty="0">
                <a:ea typeface="Arial" panose="020B0604020202020204" pitchFamily="34" charset="0"/>
              </a:rPr>
              <a:t>provides service options, analogous to postal service</a:t>
            </a:r>
          </a:p>
          <a:p>
            <a:endParaRPr lang="en-US" altLang="en-US" dirty="0">
              <a:ea typeface="Arial" panose="020B0604020202020204" pitchFamily="34" charset="0"/>
            </a:endParaRPr>
          </a:p>
          <a:p>
            <a:pPr marL="0" indent="0">
              <a:buFont typeface="Wingdings" pitchFamily="2" charset="2"/>
              <a:buNone/>
            </a:pPr>
            <a:endParaRPr lang="en-US" dirty="0"/>
          </a:p>
        </p:txBody>
      </p:sp>
      <p:sp>
        <p:nvSpPr>
          <p:cNvPr id="610" name="Slide Number Placeholder 2">
            <a:extLst>
              <a:ext uri="{FF2B5EF4-FFF2-40B4-BE49-F238E27FC236}">
                <a16:creationId xmlns:a16="http://schemas.microsoft.com/office/drawing/2014/main" id="{E60E8B63-DADE-E844-901A-5111527B4F8E}"/>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a:t>
            </a:fld>
            <a:endParaRPr lang="en-US" dirty="0"/>
          </a:p>
        </p:txBody>
      </p:sp>
    </p:spTree>
    <p:extLst>
      <p:ext uri="{BB962C8B-B14F-4D97-AF65-F5344CB8AC3E}">
        <p14:creationId xmlns:p14="http://schemas.microsoft.com/office/powerpoint/2010/main" val="2264044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9"/>
                                        </p:tgtEl>
                                        <p:attrNameLst>
                                          <p:attrName>style.visibility</p:attrName>
                                        </p:attrNameLst>
                                      </p:cBhvr>
                                      <p:to>
                                        <p:strVal val="visible"/>
                                      </p:to>
                                    </p:set>
                                    <p:animEffect transition="in" filter="dissolve">
                                      <p:cBhvr>
                                        <p:cTn id="7" dur="500"/>
                                        <p:tgtEl>
                                          <p:spTgt spid="6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609" name="Rectangle 3">
            <a:extLst>
              <a:ext uri="{FF2B5EF4-FFF2-40B4-BE49-F238E27FC236}">
                <a16:creationId xmlns:a16="http://schemas.microsoft.com/office/drawing/2014/main" id="{206E5658-AD06-5B45-9559-3CE607888606}"/>
              </a:ext>
            </a:extLst>
          </p:cNvPr>
          <p:cNvSpPr txBox="1">
            <a:spLocks noChangeArrowheads="1"/>
          </p:cNvSpPr>
          <p:nvPr/>
        </p:nvSpPr>
        <p:spPr>
          <a:xfrm>
            <a:off x="844202" y="1490089"/>
            <a:ext cx="3581400" cy="46482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ea typeface="ＭＳ Ｐゴシック" panose="020B0600070205080204" pitchFamily="34" charset="-128"/>
              </a:rPr>
              <a:t>Human protocols:</a:t>
            </a:r>
          </a:p>
          <a:p>
            <a:pPr marL="349250" indent="-220663">
              <a:buSzPct val="75000"/>
            </a:pPr>
            <a:r>
              <a:rPr lang="en-US" altLang="ja-JP" sz="2400" dirty="0">
                <a:ea typeface="ＭＳ Ｐゴシック" panose="020B0600070205080204" pitchFamily="34" charset="-128"/>
              </a:rPr>
              <a:t>“what’s the time?”</a:t>
            </a:r>
          </a:p>
          <a:p>
            <a:pPr marL="349250" indent="-220663">
              <a:buSzPct val="75000"/>
            </a:pPr>
            <a:r>
              <a:rPr lang="en-US" altLang="ja-JP" sz="2400" dirty="0">
                <a:ea typeface="ＭＳ Ｐゴシック" panose="020B0600070205080204" pitchFamily="34" charset="-128"/>
              </a:rPr>
              <a:t>“I have a question”</a:t>
            </a:r>
          </a:p>
          <a:p>
            <a:pPr marL="349250" indent="-220663">
              <a:buSzPct val="75000"/>
            </a:pPr>
            <a:r>
              <a:rPr lang="en-US" altLang="en-US" sz="2400" dirty="0">
                <a:ea typeface="ＭＳ Ｐゴシック" panose="020B0600070205080204" pitchFamily="34" charset="-128"/>
              </a:rPr>
              <a:t>introductions</a:t>
            </a:r>
            <a:endParaRPr lang="en-US" altLang="en-US" dirty="0">
              <a:ea typeface="ＭＳ Ｐゴシック" panose="020B0600070205080204" pitchFamily="34" charset="-128"/>
            </a:endParaRPr>
          </a:p>
        </p:txBody>
      </p:sp>
      <p:sp>
        <p:nvSpPr>
          <p:cNvPr id="610" name="Rectangle 4">
            <a:extLst>
              <a:ext uri="{FF2B5EF4-FFF2-40B4-BE49-F238E27FC236}">
                <a16:creationId xmlns:a16="http://schemas.microsoft.com/office/drawing/2014/main" id="{9D396FB4-4702-8A46-BFF5-B81AA58972AF}"/>
              </a:ext>
            </a:extLst>
          </p:cNvPr>
          <p:cNvSpPr txBox="1">
            <a:spLocks noChangeArrowheads="1"/>
          </p:cNvSpPr>
          <p:nvPr/>
        </p:nvSpPr>
        <p:spPr>
          <a:xfrm>
            <a:off x="5182172" y="1500137"/>
            <a:ext cx="5780439" cy="25908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protocols: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computers (devices) rather than humans</a:t>
            </a:r>
          </a:p>
          <a:p>
            <a:pPr marL="349250" indent="-220663">
              <a:buSzPct val="75000"/>
            </a:pPr>
            <a:r>
              <a:rPr lang="en-US" altLang="en-US" sz="2400" dirty="0">
                <a:latin typeface="Calibri" panose="020F0502020204030204" pitchFamily="34" charset="0"/>
                <a:ea typeface="ＭＳ Ｐゴシック" panose="020B0600070205080204" pitchFamily="34" charset="-128"/>
                <a:cs typeface="Calibri" panose="020F0502020204030204" pitchFamily="34" charset="0"/>
              </a:rPr>
              <a:t>all communication activity in Internet governed by protocols</a:t>
            </a:r>
          </a:p>
        </p:txBody>
      </p:sp>
      <p:grpSp>
        <p:nvGrpSpPr>
          <p:cNvPr id="7" name="Group 6">
            <a:extLst>
              <a:ext uri="{FF2B5EF4-FFF2-40B4-BE49-F238E27FC236}">
                <a16:creationId xmlns:a16="http://schemas.microsoft.com/office/drawing/2014/main" id="{ED53E871-92D8-754E-98DE-E8454C077808}"/>
              </a:ext>
            </a:extLst>
          </p:cNvPr>
          <p:cNvGrpSpPr/>
          <p:nvPr/>
        </p:nvGrpSpPr>
        <p:grpSpPr>
          <a:xfrm>
            <a:off x="5192221" y="3708643"/>
            <a:ext cx="5860823" cy="2568587"/>
            <a:chOff x="5573361" y="3999310"/>
            <a:chExt cx="5860823" cy="2568587"/>
          </a:xfrm>
        </p:grpSpPr>
        <p:sp>
          <p:nvSpPr>
            <p:cNvPr id="612" name="Rectangle 5">
              <a:extLst>
                <a:ext uri="{FF2B5EF4-FFF2-40B4-BE49-F238E27FC236}">
                  <a16:creationId xmlns:a16="http://schemas.microsoft.com/office/drawing/2014/main" id="{638623C1-C1BD-AA44-B5D3-D4E8981772E9}"/>
                </a:ext>
              </a:extLst>
            </p:cNvPr>
            <p:cNvSpPr>
              <a:spLocks noChangeArrowheads="1"/>
            </p:cNvSpPr>
            <p:nvPr/>
          </p:nvSpPr>
          <p:spPr bwMode="auto">
            <a:xfrm>
              <a:off x="5573361" y="4205697"/>
              <a:ext cx="5720151"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spcBef>
                  <a:spcPct val="20000"/>
                </a:spcBef>
                <a:buClr>
                  <a:schemeClr val="accent2"/>
                </a:buClr>
                <a:buSzPct val="85000"/>
                <a:buFont typeface="Wingdings" pitchFamily="2" charset="2"/>
                <a:buNone/>
              </a:pPr>
              <a:r>
                <a:rPr lang="en-US" altLang="en-US" sz="2800" i="1" dirty="0">
                  <a:solidFill>
                    <a:srgbClr val="CC0000"/>
                  </a:solidFill>
                  <a:latin typeface="+mn-lt"/>
                </a:rPr>
                <a:t>Protocols</a:t>
              </a:r>
              <a:r>
                <a:rPr lang="en-US" altLang="en-US" sz="2800" i="1" dirty="0">
                  <a:latin typeface="+mn-lt"/>
                </a:rPr>
                <a:t> define the </a:t>
              </a:r>
              <a:r>
                <a:rPr lang="en-US" altLang="en-US" sz="2800" i="1" dirty="0">
                  <a:solidFill>
                    <a:srgbClr val="CC0000"/>
                  </a:solidFill>
                  <a:latin typeface="+mn-lt"/>
                </a:rPr>
                <a:t>format</a:t>
              </a:r>
              <a:r>
                <a:rPr lang="en-US" altLang="en-US" sz="2800" i="1" dirty="0">
                  <a:latin typeface="+mn-lt"/>
                </a:rPr>
                <a:t>, </a:t>
              </a:r>
              <a:r>
                <a:rPr lang="en-US" altLang="en-US" sz="2800" i="1" dirty="0">
                  <a:solidFill>
                    <a:srgbClr val="CC0000"/>
                  </a:solidFill>
                  <a:latin typeface="+mn-lt"/>
                </a:rPr>
                <a:t>order</a:t>
              </a:r>
              <a:r>
                <a:rPr lang="en-US" altLang="en-US" sz="2800" i="1" dirty="0">
                  <a:latin typeface="+mn-lt"/>
                </a:rPr>
                <a:t> of </a:t>
              </a:r>
              <a:r>
                <a:rPr lang="en-US" altLang="en-US" sz="2800" i="1" dirty="0">
                  <a:solidFill>
                    <a:srgbClr val="CC0000"/>
                  </a:solidFill>
                  <a:latin typeface="+mn-lt"/>
                </a:rPr>
                <a:t>messages sent and received</a:t>
              </a:r>
              <a:r>
                <a:rPr lang="en-US" altLang="en-US" sz="2800" i="1" dirty="0">
                  <a:latin typeface="+mn-lt"/>
                </a:rPr>
                <a:t> among network entities, and </a:t>
              </a:r>
              <a:r>
                <a:rPr lang="en-US" altLang="en-US" sz="2800" i="1" dirty="0">
                  <a:solidFill>
                    <a:srgbClr val="CC0000"/>
                  </a:solidFill>
                  <a:latin typeface="+mn-lt"/>
                </a:rPr>
                <a:t>actions taken</a:t>
              </a:r>
              <a:r>
                <a:rPr lang="en-US" altLang="en-US" sz="2800" i="1" dirty="0">
                  <a:latin typeface="+mn-lt"/>
                </a:rPr>
                <a:t> on message transmission, receipt</a:t>
              </a:r>
              <a:r>
                <a:rPr lang="en-US" altLang="en-US" i="1" dirty="0">
                  <a:solidFill>
                    <a:srgbClr val="FF0000"/>
                  </a:solidFill>
                  <a:latin typeface="+mn-lt"/>
                </a:rPr>
                <a:t> </a:t>
              </a:r>
            </a:p>
          </p:txBody>
        </p:sp>
        <p:sp>
          <p:nvSpPr>
            <p:cNvPr id="613" name="Rectangle 6">
              <a:extLst>
                <a:ext uri="{FF2B5EF4-FFF2-40B4-BE49-F238E27FC236}">
                  <a16:creationId xmlns:a16="http://schemas.microsoft.com/office/drawing/2014/main" id="{4BB2FBA9-962F-5D48-9F9D-959DBE62A5C6}"/>
                </a:ext>
              </a:extLst>
            </p:cNvPr>
            <p:cNvSpPr>
              <a:spLocks noChangeArrowheads="1"/>
            </p:cNvSpPr>
            <p:nvPr/>
          </p:nvSpPr>
          <p:spPr bwMode="auto">
            <a:xfrm>
              <a:off x="5653745" y="3999310"/>
              <a:ext cx="5780439" cy="2362200"/>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grpSp>
      <p:sp>
        <p:nvSpPr>
          <p:cNvPr id="9" name="Rectangle 3">
            <a:extLst>
              <a:ext uri="{FF2B5EF4-FFF2-40B4-BE49-F238E27FC236}">
                <a16:creationId xmlns:a16="http://schemas.microsoft.com/office/drawing/2014/main" id="{5C4EF36E-7FBB-D046-BD23-68A2AE895884}"/>
              </a:ext>
            </a:extLst>
          </p:cNvPr>
          <p:cNvSpPr txBox="1">
            <a:spLocks noChangeArrowheads="1"/>
          </p:cNvSpPr>
          <p:nvPr/>
        </p:nvSpPr>
        <p:spPr>
          <a:xfrm>
            <a:off x="952500" y="3843823"/>
            <a:ext cx="3581400" cy="206591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2400" dirty="0">
                <a:ea typeface="ＭＳ Ｐゴシック" panose="020B0600070205080204" pitchFamily="34" charset="-128"/>
              </a:rPr>
              <a:t>Rules for:</a:t>
            </a:r>
          </a:p>
          <a:p>
            <a:pPr>
              <a:buFont typeface="Wingdings" pitchFamily="2" charset="2"/>
              <a:buNone/>
            </a:pPr>
            <a:r>
              <a:rPr lang="en-US" altLang="en-US" sz="2400" dirty="0">
                <a:ea typeface="ＭＳ Ｐゴシック" panose="020B0600070205080204" pitchFamily="34" charset="-128"/>
              </a:rPr>
              <a:t>… specific messages sent</a:t>
            </a:r>
          </a:p>
          <a:p>
            <a:pPr>
              <a:buFont typeface="Wingdings" pitchFamily="2" charset="2"/>
              <a:buNone/>
            </a:pPr>
            <a:r>
              <a:rPr lang="en-US" altLang="en-US" sz="2400" dirty="0">
                <a:ea typeface="ＭＳ Ｐゴシック" panose="020B0600070205080204" pitchFamily="34" charset="-128"/>
              </a:rPr>
              <a:t>… specific actions taken when message received, or other events</a:t>
            </a:r>
          </a:p>
        </p:txBody>
      </p:sp>
      <p:sp>
        <p:nvSpPr>
          <p:cNvPr id="10" name="Slide Number Placeholder 2">
            <a:extLst>
              <a:ext uri="{FF2B5EF4-FFF2-40B4-BE49-F238E27FC236}">
                <a16:creationId xmlns:a16="http://schemas.microsoft.com/office/drawing/2014/main" id="{AE2BFFF5-C0D1-DE46-8808-B7F7F61640ED}"/>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a:t>
            </a:fld>
            <a:endParaRPr lang="en-US" dirty="0"/>
          </a:p>
        </p:txBody>
      </p:sp>
    </p:spTree>
    <p:extLst>
      <p:ext uri="{BB962C8B-B14F-4D97-AF65-F5344CB8AC3E}">
        <p14:creationId xmlns:p14="http://schemas.microsoft.com/office/powerpoint/2010/main" val="730174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0"/>
                                        </p:tgtEl>
                                        <p:attrNameLst>
                                          <p:attrName>style.visibility</p:attrName>
                                        </p:attrNameLst>
                                      </p:cBhvr>
                                      <p:to>
                                        <p:strVal val="visible"/>
                                      </p:to>
                                    </p:set>
                                    <p:animEffect transition="in" filter="dissolve">
                                      <p:cBhvr>
                                        <p:cTn id="12" dur="500"/>
                                        <p:tgtEl>
                                          <p:spTgt spid="6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0" grpId="0"/>
      <p:bldP spid="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451821"/>
            <a:ext cx="10515600" cy="894622"/>
          </a:xfrm>
        </p:spPr>
        <p:txBody>
          <a:bodyPr/>
          <a:lstStyle/>
          <a:p>
            <a:r>
              <a:rPr lang="en-US" altLang="ja-JP" dirty="0"/>
              <a:t>What’s a protocol?</a:t>
            </a:r>
            <a:endParaRPr lang="en-US" dirty="0"/>
          </a:p>
        </p:txBody>
      </p:sp>
      <p:sp>
        <p:nvSpPr>
          <p:cNvPr id="10" name="Rectangle 3">
            <a:extLst>
              <a:ext uri="{FF2B5EF4-FFF2-40B4-BE49-F238E27FC236}">
                <a16:creationId xmlns:a16="http://schemas.microsoft.com/office/drawing/2014/main" id="{5FDA5BE8-E15B-EA45-8818-A68BEA678236}"/>
              </a:ext>
            </a:extLst>
          </p:cNvPr>
          <p:cNvSpPr txBox="1">
            <a:spLocks noChangeArrowheads="1"/>
          </p:cNvSpPr>
          <p:nvPr/>
        </p:nvSpPr>
        <p:spPr>
          <a:xfrm>
            <a:off x="885095" y="1371600"/>
            <a:ext cx="8153400" cy="6858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Clr>
                <a:srgbClr val="0000A3"/>
              </a:buClr>
              <a:buFont typeface="Wingdings" pitchFamily="2" charset="2"/>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0000A8"/>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dirty="0">
                <a:ea typeface="ＭＳ Ｐゴシック" panose="020B0600070205080204" pitchFamily="34" charset="-128"/>
              </a:rPr>
              <a:t>A human protocol and a computer network protocol:</a:t>
            </a:r>
          </a:p>
          <a:p>
            <a:pPr>
              <a:buFont typeface="Wingdings" pitchFamily="2" charset="2"/>
              <a:buNone/>
            </a:pPr>
            <a:endParaRPr lang="en-US" altLang="en-US" dirty="0">
              <a:ea typeface="ＭＳ Ｐゴシック" panose="020B0600070205080204" pitchFamily="34" charset="-128"/>
            </a:endParaRPr>
          </a:p>
        </p:txBody>
      </p:sp>
      <p:sp>
        <p:nvSpPr>
          <p:cNvPr id="11" name="Rectangle 8">
            <a:extLst>
              <a:ext uri="{FF2B5EF4-FFF2-40B4-BE49-F238E27FC236}">
                <a16:creationId xmlns:a16="http://schemas.microsoft.com/office/drawing/2014/main" id="{CD43C19F-41ED-3443-B50D-7AA2E7350B6B}"/>
              </a:ext>
            </a:extLst>
          </p:cNvPr>
          <p:cNvSpPr>
            <a:spLocks noChangeArrowheads="1"/>
          </p:cNvSpPr>
          <p:nvPr/>
        </p:nvSpPr>
        <p:spPr bwMode="auto">
          <a:xfrm>
            <a:off x="980344" y="5862638"/>
            <a:ext cx="551189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spcBef>
                <a:spcPct val="20000"/>
              </a:spcBef>
              <a:buClr>
                <a:schemeClr val="accent2"/>
              </a:buClr>
              <a:buSzPct val="85000"/>
              <a:buFont typeface="Wingdings" pitchFamily="2" charset="2"/>
              <a:buNone/>
            </a:pPr>
            <a:r>
              <a:rPr lang="en-US" altLang="en-US" sz="3200" i="1" dirty="0">
                <a:solidFill>
                  <a:srgbClr val="CC0000"/>
                </a:solidFill>
                <a:latin typeface="Calibri" panose="020F0502020204030204" pitchFamily="34" charset="0"/>
                <a:cs typeface="Calibri" panose="020F0502020204030204" pitchFamily="34" charset="0"/>
              </a:rPr>
              <a:t>Q:</a:t>
            </a:r>
            <a:r>
              <a:rPr lang="en-US" altLang="en-US" sz="3200" dirty="0">
                <a:latin typeface="Calibri" panose="020F0502020204030204" pitchFamily="34" charset="0"/>
                <a:cs typeface="Calibri" panose="020F0502020204030204" pitchFamily="34" charset="0"/>
              </a:rPr>
              <a:t> other human protocols? </a:t>
            </a:r>
          </a:p>
        </p:txBody>
      </p:sp>
      <p:pic>
        <p:nvPicPr>
          <p:cNvPr id="13" name="Picture 62" descr="Alice">
            <a:extLst>
              <a:ext uri="{FF2B5EF4-FFF2-40B4-BE49-F238E27FC236}">
                <a16:creationId xmlns:a16="http://schemas.microsoft.com/office/drawing/2014/main" id="{6AC32637-72CC-184C-8EF2-C7474809C0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7642" y="2314576"/>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63" descr="Bob">
            <a:extLst>
              <a:ext uri="{FF2B5EF4-FFF2-40B4-BE49-F238E27FC236}">
                <a16:creationId xmlns:a16="http://schemas.microsoft.com/office/drawing/2014/main" id="{0C9653DB-36BF-FC4E-96D5-398A63E280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96992" y="2709863"/>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8">
            <a:extLst>
              <a:ext uri="{FF2B5EF4-FFF2-40B4-BE49-F238E27FC236}">
                <a16:creationId xmlns:a16="http://schemas.microsoft.com/office/drawing/2014/main" id="{2A0AB36B-394C-B44E-9FDF-B5332733F92C}"/>
              </a:ext>
            </a:extLst>
          </p:cNvPr>
          <p:cNvGrpSpPr/>
          <p:nvPr/>
        </p:nvGrpSpPr>
        <p:grpSpPr>
          <a:xfrm>
            <a:off x="2925329" y="2422526"/>
            <a:ext cx="1762125" cy="563562"/>
            <a:chOff x="2925329" y="2422526"/>
            <a:chExt cx="1762125" cy="563562"/>
          </a:xfrm>
        </p:grpSpPr>
        <p:sp>
          <p:nvSpPr>
            <p:cNvPr id="12" name="Line 10">
              <a:extLst>
                <a:ext uri="{FF2B5EF4-FFF2-40B4-BE49-F238E27FC236}">
                  <a16:creationId xmlns:a16="http://schemas.microsoft.com/office/drawing/2014/main" id="{AF107355-7D98-0B44-975B-CBF0C399423E}"/>
                </a:ext>
              </a:extLst>
            </p:cNvPr>
            <p:cNvSpPr>
              <a:spLocks noChangeShapeType="1"/>
            </p:cNvSpPr>
            <p:nvPr/>
          </p:nvSpPr>
          <p:spPr bwMode="auto">
            <a:xfrm>
              <a:off x="2925329" y="2709863"/>
              <a:ext cx="1762125" cy="276225"/>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15" name="Text Box 64">
              <a:extLst>
                <a:ext uri="{FF2B5EF4-FFF2-40B4-BE49-F238E27FC236}">
                  <a16:creationId xmlns:a16="http://schemas.microsoft.com/office/drawing/2014/main" id="{E3C8F55E-81A4-6845-B300-C80C498A8F1A}"/>
                </a:ext>
              </a:extLst>
            </p:cNvPr>
            <p:cNvSpPr txBox="1">
              <a:spLocks noChangeArrowheads="1"/>
            </p:cNvSpPr>
            <p:nvPr/>
          </p:nvSpPr>
          <p:spPr bwMode="auto">
            <a:xfrm>
              <a:off x="3366654" y="2422526"/>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Hi</a:t>
              </a:r>
            </a:p>
          </p:txBody>
        </p:sp>
      </p:grpSp>
      <p:grpSp>
        <p:nvGrpSpPr>
          <p:cNvPr id="79" name="Group 78">
            <a:extLst>
              <a:ext uri="{FF2B5EF4-FFF2-40B4-BE49-F238E27FC236}">
                <a16:creationId xmlns:a16="http://schemas.microsoft.com/office/drawing/2014/main" id="{A770EA7E-36C8-3342-B70C-2DA2FD8C7B3E}"/>
              </a:ext>
            </a:extLst>
          </p:cNvPr>
          <p:cNvGrpSpPr/>
          <p:nvPr/>
        </p:nvGrpSpPr>
        <p:grpSpPr>
          <a:xfrm>
            <a:off x="2617354" y="3046413"/>
            <a:ext cx="2085975" cy="584200"/>
            <a:chOff x="2617354" y="3046413"/>
            <a:chExt cx="2085975" cy="584200"/>
          </a:xfrm>
        </p:grpSpPr>
        <p:sp>
          <p:nvSpPr>
            <p:cNvPr id="16" name="Line 66">
              <a:extLst>
                <a:ext uri="{FF2B5EF4-FFF2-40B4-BE49-F238E27FC236}">
                  <a16:creationId xmlns:a16="http://schemas.microsoft.com/office/drawing/2014/main" id="{7BC224F4-2A52-C946-B3A2-501E3BADDE24}"/>
                </a:ext>
              </a:extLst>
            </p:cNvPr>
            <p:cNvSpPr>
              <a:spLocks noChangeShapeType="1"/>
            </p:cNvSpPr>
            <p:nvPr/>
          </p:nvSpPr>
          <p:spPr bwMode="auto">
            <a:xfrm flipV="1">
              <a:off x="2617354" y="3268663"/>
              <a:ext cx="2085975" cy="361950"/>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17" name="Text Box 67">
              <a:extLst>
                <a:ext uri="{FF2B5EF4-FFF2-40B4-BE49-F238E27FC236}">
                  <a16:creationId xmlns:a16="http://schemas.microsoft.com/office/drawing/2014/main" id="{EF38DB23-31AC-F649-B4F9-0760E840DF33}"/>
                </a:ext>
              </a:extLst>
            </p:cNvPr>
            <p:cNvSpPr txBox="1">
              <a:spLocks noChangeArrowheads="1"/>
            </p:cNvSpPr>
            <p:nvPr/>
          </p:nvSpPr>
          <p:spPr bwMode="auto">
            <a:xfrm>
              <a:off x="3357129" y="3046413"/>
              <a:ext cx="4475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Hi</a:t>
              </a:r>
            </a:p>
          </p:txBody>
        </p:sp>
      </p:grpSp>
      <p:grpSp>
        <p:nvGrpSpPr>
          <p:cNvPr id="80" name="Group 79">
            <a:extLst>
              <a:ext uri="{FF2B5EF4-FFF2-40B4-BE49-F238E27FC236}">
                <a16:creationId xmlns:a16="http://schemas.microsoft.com/office/drawing/2014/main" id="{C148AFC4-3C67-AC4E-9DBE-C6C666348971}"/>
              </a:ext>
            </a:extLst>
          </p:cNvPr>
          <p:cNvGrpSpPr/>
          <p:nvPr/>
        </p:nvGrpSpPr>
        <p:grpSpPr>
          <a:xfrm>
            <a:off x="2601479" y="3632201"/>
            <a:ext cx="2162175" cy="708025"/>
            <a:chOff x="2601479" y="3632201"/>
            <a:chExt cx="2162175" cy="708025"/>
          </a:xfrm>
        </p:grpSpPr>
        <p:sp>
          <p:nvSpPr>
            <p:cNvPr id="18" name="Line 70">
              <a:extLst>
                <a:ext uri="{FF2B5EF4-FFF2-40B4-BE49-F238E27FC236}">
                  <a16:creationId xmlns:a16="http://schemas.microsoft.com/office/drawing/2014/main" id="{D7E081E5-97A2-4147-A169-A6935464DFF0}"/>
                </a:ext>
              </a:extLst>
            </p:cNvPr>
            <p:cNvSpPr>
              <a:spLocks noChangeShapeType="1"/>
            </p:cNvSpPr>
            <p:nvPr/>
          </p:nvSpPr>
          <p:spPr bwMode="auto">
            <a:xfrm>
              <a:off x="2601479" y="3700463"/>
              <a:ext cx="2162175" cy="43815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grpSp>
          <p:nvGrpSpPr>
            <p:cNvPr id="19" name="Group 72">
              <a:extLst>
                <a:ext uri="{FF2B5EF4-FFF2-40B4-BE49-F238E27FC236}">
                  <a16:creationId xmlns:a16="http://schemas.microsoft.com/office/drawing/2014/main" id="{A01E23B5-0258-7C4C-BA5D-199419A7F92F}"/>
                </a:ext>
              </a:extLst>
            </p:cNvPr>
            <p:cNvGrpSpPr>
              <a:grpSpLocks/>
            </p:cNvGrpSpPr>
            <p:nvPr/>
          </p:nvGrpSpPr>
          <p:grpSpPr bwMode="auto">
            <a:xfrm>
              <a:off x="3158693" y="3632201"/>
              <a:ext cx="974725" cy="708025"/>
              <a:chOff x="773" y="2747"/>
              <a:chExt cx="614" cy="446"/>
            </a:xfrm>
          </p:grpSpPr>
          <p:sp>
            <p:nvSpPr>
              <p:cNvPr id="20" name="Rectangle 71">
                <a:extLst>
                  <a:ext uri="{FF2B5EF4-FFF2-40B4-BE49-F238E27FC236}">
                    <a16:creationId xmlns:a16="http://schemas.microsoft.com/office/drawing/2014/main" id="{66DE04EC-3AB2-4545-8A40-349D717B3F7F}"/>
                  </a:ext>
                </a:extLst>
              </p:cNvPr>
              <p:cNvSpPr>
                <a:spLocks noChangeArrowheads="1"/>
              </p:cNvSpPr>
              <p:nvPr/>
            </p:nvSpPr>
            <p:spPr bwMode="auto">
              <a:xfrm>
                <a:off x="786" y="2790"/>
                <a:ext cx="588"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21" name="Text Box 69">
                <a:extLst>
                  <a:ext uri="{FF2B5EF4-FFF2-40B4-BE49-F238E27FC236}">
                    <a16:creationId xmlns:a16="http://schemas.microsoft.com/office/drawing/2014/main" id="{74B04ADF-02C6-6943-8532-39BACC3EDB9B}"/>
                  </a:ext>
                </a:extLst>
              </p:cNvPr>
              <p:cNvSpPr txBox="1">
                <a:spLocks noChangeArrowheads="1"/>
              </p:cNvSpPr>
              <p:nvPr/>
            </p:nvSpPr>
            <p:spPr bwMode="auto">
              <a:xfrm>
                <a:off x="773" y="2747"/>
                <a:ext cx="614" cy="44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latin typeface="Calibri" panose="020F0502020204030204" pitchFamily="34" charset="0"/>
                    <a:cs typeface="Calibri" panose="020F0502020204030204" pitchFamily="34" charset="0"/>
                  </a:rPr>
                  <a:t>Got the</a:t>
                </a:r>
              </a:p>
              <a:p>
                <a:pPr algn="ctr"/>
                <a:r>
                  <a:rPr lang="en-US" altLang="en-US" sz="2000" dirty="0">
                    <a:latin typeface="Calibri" panose="020F0502020204030204" pitchFamily="34" charset="0"/>
                    <a:cs typeface="Calibri" panose="020F0502020204030204" pitchFamily="34" charset="0"/>
                  </a:rPr>
                  <a:t>time?</a:t>
                </a:r>
              </a:p>
            </p:txBody>
          </p:sp>
        </p:grpSp>
      </p:grpSp>
      <p:grpSp>
        <p:nvGrpSpPr>
          <p:cNvPr id="81" name="Group 80">
            <a:extLst>
              <a:ext uri="{FF2B5EF4-FFF2-40B4-BE49-F238E27FC236}">
                <a16:creationId xmlns:a16="http://schemas.microsoft.com/office/drawing/2014/main" id="{0746F316-9DC6-CE4A-B297-F2AB0B6A4762}"/>
              </a:ext>
            </a:extLst>
          </p:cNvPr>
          <p:cNvGrpSpPr/>
          <p:nvPr/>
        </p:nvGrpSpPr>
        <p:grpSpPr>
          <a:xfrm>
            <a:off x="2763404" y="4271963"/>
            <a:ext cx="1952625" cy="466731"/>
            <a:chOff x="2763404" y="4271963"/>
            <a:chExt cx="1952625" cy="466731"/>
          </a:xfrm>
        </p:grpSpPr>
        <p:sp>
          <p:nvSpPr>
            <p:cNvPr id="22" name="Line 73">
              <a:extLst>
                <a:ext uri="{FF2B5EF4-FFF2-40B4-BE49-F238E27FC236}">
                  <a16:creationId xmlns:a16="http://schemas.microsoft.com/office/drawing/2014/main" id="{33CD3426-2C89-A640-B8D9-4426CF1B003F}"/>
                </a:ext>
              </a:extLst>
            </p:cNvPr>
            <p:cNvSpPr>
              <a:spLocks noChangeShapeType="1"/>
            </p:cNvSpPr>
            <p:nvPr/>
          </p:nvSpPr>
          <p:spPr bwMode="auto">
            <a:xfrm flipV="1">
              <a:off x="2763404" y="4271963"/>
              <a:ext cx="1952625" cy="33337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grpSp>
          <p:nvGrpSpPr>
            <p:cNvPr id="23" name="Group 76">
              <a:extLst>
                <a:ext uri="{FF2B5EF4-FFF2-40B4-BE49-F238E27FC236}">
                  <a16:creationId xmlns:a16="http://schemas.microsoft.com/office/drawing/2014/main" id="{A6420C74-64CF-2247-8D4B-DD2DBFA6F771}"/>
                </a:ext>
              </a:extLst>
            </p:cNvPr>
            <p:cNvGrpSpPr>
              <a:grpSpLocks/>
            </p:cNvGrpSpPr>
            <p:nvPr/>
          </p:nvGrpSpPr>
          <p:grpSpPr bwMode="auto">
            <a:xfrm>
              <a:off x="3233304" y="4276731"/>
              <a:ext cx="796925" cy="461963"/>
              <a:chOff x="1046" y="2771"/>
              <a:chExt cx="502" cy="291"/>
            </a:xfrm>
          </p:grpSpPr>
          <p:sp>
            <p:nvSpPr>
              <p:cNvPr id="24" name="Rectangle 75">
                <a:extLst>
                  <a:ext uri="{FF2B5EF4-FFF2-40B4-BE49-F238E27FC236}">
                    <a16:creationId xmlns:a16="http://schemas.microsoft.com/office/drawing/2014/main" id="{D5183736-BE0E-AB46-AFBB-CE022786DFEA}"/>
                  </a:ext>
                </a:extLst>
              </p:cNvPr>
              <p:cNvSpPr>
                <a:spLocks noChangeArrowheads="1"/>
              </p:cNvSpPr>
              <p:nvPr/>
            </p:nvSpPr>
            <p:spPr bwMode="auto">
              <a:xfrm>
                <a:off x="1104" y="2820"/>
                <a:ext cx="444" cy="18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25" name="Text Box 74">
                <a:extLst>
                  <a:ext uri="{FF2B5EF4-FFF2-40B4-BE49-F238E27FC236}">
                    <a16:creationId xmlns:a16="http://schemas.microsoft.com/office/drawing/2014/main" id="{1F4F822A-BED8-454A-AAC2-A1B3AFF6B966}"/>
                  </a:ext>
                </a:extLst>
              </p:cNvPr>
              <p:cNvSpPr txBox="1">
                <a:spLocks noChangeArrowheads="1"/>
              </p:cNvSpPr>
              <p:nvPr/>
            </p:nvSpPr>
            <p:spPr bwMode="auto">
              <a:xfrm>
                <a:off x="1046" y="2771"/>
                <a:ext cx="4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2:00</a:t>
                </a:r>
              </a:p>
            </p:txBody>
          </p:sp>
        </p:grpSp>
      </p:grpSp>
      <p:sp>
        <p:nvSpPr>
          <p:cNvPr id="37" name="Line 101">
            <a:extLst>
              <a:ext uri="{FF2B5EF4-FFF2-40B4-BE49-F238E27FC236}">
                <a16:creationId xmlns:a16="http://schemas.microsoft.com/office/drawing/2014/main" id="{CAF66A4D-D465-0449-A83A-EAD8BADEBC8D}"/>
              </a:ext>
            </a:extLst>
          </p:cNvPr>
          <p:cNvSpPr>
            <a:spLocks noChangeShapeType="1"/>
          </p:cNvSpPr>
          <p:nvPr/>
        </p:nvSpPr>
        <p:spPr bwMode="auto">
          <a:xfrm>
            <a:off x="5730145" y="2115345"/>
            <a:ext cx="0" cy="3573462"/>
          </a:xfrm>
          <a:prstGeom prst="line">
            <a:avLst/>
          </a:prstGeom>
          <a:noFill/>
          <a:ln w="19050">
            <a:solidFill>
              <a:schemeClr val="bg1">
                <a:lumMod val="7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nvGrpSpPr>
          <p:cNvPr id="38" name="Group 105">
            <a:extLst>
              <a:ext uri="{FF2B5EF4-FFF2-40B4-BE49-F238E27FC236}">
                <a16:creationId xmlns:a16="http://schemas.microsoft.com/office/drawing/2014/main" id="{CC2D24A5-7C64-F545-A05A-3752F815F89F}"/>
              </a:ext>
            </a:extLst>
          </p:cNvPr>
          <p:cNvGrpSpPr>
            <a:grpSpLocks/>
          </p:cNvGrpSpPr>
          <p:nvPr/>
        </p:nvGrpSpPr>
        <p:grpSpPr bwMode="auto">
          <a:xfrm>
            <a:off x="5403417" y="4910138"/>
            <a:ext cx="720725" cy="396875"/>
            <a:chOff x="2198" y="3221"/>
            <a:chExt cx="454" cy="250"/>
          </a:xfrm>
        </p:grpSpPr>
        <p:sp>
          <p:nvSpPr>
            <p:cNvPr id="39" name="Rectangle 104">
              <a:extLst>
                <a:ext uri="{FF2B5EF4-FFF2-40B4-BE49-F238E27FC236}">
                  <a16:creationId xmlns:a16="http://schemas.microsoft.com/office/drawing/2014/main" id="{6BF887FC-DA49-BC42-A376-A29D67B86ED9}"/>
                </a:ext>
              </a:extLst>
            </p:cNvPr>
            <p:cNvSpPr>
              <a:spLocks noChangeArrowheads="1"/>
            </p:cNvSpPr>
            <p:nvPr/>
          </p:nvSpPr>
          <p:spPr bwMode="auto">
            <a:xfrm>
              <a:off x="2244" y="3282"/>
              <a:ext cx="408" cy="1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0" name="Text Box 102">
              <a:extLst>
                <a:ext uri="{FF2B5EF4-FFF2-40B4-BE49-F238E27FC236}">
                  <a16:creationId xmlns:a16="http://schemas.microsoft.com/office/drawing/2014/main" id="{FD6E114D-BB61-5A43-A6C4-EB93B477DD11}"/>
                </a:ext>
              </a:extLst>
            </p:cNvPr>
            <p:cNvSpPr txBox="1">
              <a:spLocks noChangeArrowheads="1"/>
            </p:cNvSpPr>
            <p:nvPr/>
          </p:nvSpPr>
          <p:spPr bwMode="auto">
            <a:xfrm>
              <a:off x="2198" y="3221"/>
              <a:ext cx="41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000" dirty="0">
                  <a:latin typeface="Calibri" panose="020F0502020204030204" pitchFamily="34" charset="0"/>
                  <a:cs typeface="Calibri" panose="020F0502020204030204" pitchFamily="34" charset="0"/>
                </a:rPr>
                <a:t>time</a:t>
              </a:r>
            </a:p>
          </p:txBody>
        </p:sp>
      </p:grpSp>
      <p:grpSp>
        <p:nvGrpSpPr>
          <p:cNvPr id="83" name="Group 82">
            <a:extLst>
              <a:ext uri="{FF2B5EF4-FFF2-40B4-BE49-F238E27FC236}">
                <a16:creationId xmlns:a16="http://schemas.microsoft.com/office/drawing/2014/main" id="{0CD6B86A-6F1B-0548-9764-136C60D90701}"/>
              </a:ext>
            </a:extLst>
          </p:cNvPr>
          <p:cNvGrpSpPr/>
          <p:nvPr/>
        </p:nvGrpSpPr>
        <p:grpSpPr>
          <a:xfrm>
            <a:off x="6786129" y="3255963"/>
            <a:ext cx="2216150" cy="589096"/>
            <a:chOff x="6786129" y="3255963"/>
            <a:chExt cx="2216150" cy="589096"/>
          </a:xfrm>
        </p:grpSpPr>
        <p:sp>
          <p:nvSpPr>
            <p:cNvPr id="28" name="Line 90">
              <a:extLst>
                <a:ext uri="{FF2B5EF4-FFF2-40B4-BE49-F238E27FC236}">
                  <a16:creationId xmlns:a16="http://schemas.microsoft.com/office/drawing/2014/main" id="{BE73EB41-048F-AA4A-A7C0-5C13D2C2255F}"/>
                </a:ext>
              </a:extLst>
            </p:cNvPr>
            <p:cNvSpPr>
              <a:spLocks noChangeShapeType="1"/>
            </p:cNvSpPr>
            <p:nvPr/>
          </p:nvSpPr>
          <p:spPr bwMode="auto">
            <a:xfrm flipV="1">
              <a:off x="6786129" y="3255963"/>
              <a:ext cx="2216150" cy="398463"/>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29" name="Rectangle 92">
              <a:extLst>
                <a:ext uri="{FF2B5EF4-FFF2-40B4-BE49-F238E27FC236}">
                  <a16:creationId xmlns:a16="http://schemas.microsoft.com/office/drawing/2014/main" id="{3D5059BF-BB04-1840-B77C-F70CB09CD95F}"/>
                </a:ext>
              </a:extLst>
            </p:cNvPr>
            <p:cNvSpPr>
              <a:spLocks noChangeArrowheads="1"/>
            </p:cNvSpPr>
            <p:nvPr/>
          </p:nvSpPr>
          <p:spPr bwMode="auto">
            <a:xfrm>
              <a:off x="7221104" y="3278188"/>
              <a:ext cx="1438275" cy="3937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30" name="Text Box 91">
              <a:extLst>
                <a:ext uri="{FF2B5EF4-FFF2-40B4-BE49-F238E27FC236}">
                  <a16:creationId xmlns:a16="http://schemas.microsoft.com/office/drawing/2014/main" id="{8B99F7C9-41C0-E948-A1F8-DBFF6271EFCF}"/>
                </a:ext>
              </a:extLst>
            </p:cNvPr>
            <p:cNvSpPr txBox="1">
              <a:spLocks noChangeArrowheads="1"/>
            </p:cNvSpPr>
            <p:nvPr/>
          </p:nvSpPr>
          <p:spPr bwMode="auto">
            <a:xfrm>
              <a:off x="7125853" y="3279776"/>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Calibri" panose="020F0502020204030204" pitchFamily="34" charset="0"/>
                  <a:cs typeface="Calibri" panose="020F0502020204030204" pitchFamily="34" charset="0"/>
                </a:rPr>
                <a:t>TCP connection</a:t>
              </a:r>
            </a:p>
            <a:p>
              <a:pPr algn="ctr">
                <a:lnSpc>
                  <a:spcPct val="85000"/>
                </a:lnSpc>
              </a:pPr>
              <a:r>
                <a:rPr lang="en-US" altLang="en-US" sz="1800" dirty="0">
                  <a:latin typeface="Calibri" panose="020F0502020204030204" pitchFamily="34" charset="0"/>
                  <a:cs typeface="Calibri" panose="020F0502020204030204" pitchFamily="34" charset="0"/>
                </a:rPr>
                <a:t>response</a:t>
              </a:r>
            </a:p>
          </p:txBody>
        </p:sp>
      </p:grpSp>
      <p:grpSp>
        <p:nvGrpSpPr>
          <p:cNvPr id="85" name="Group 84">
            <a:extLst>
              <a:ext uri="{FF2B5EF4-FFF2-40B4-BE49-F238E27FC236}">
                <a16:creationId xmlns:a16="http://schemas.microsoft.com/office/drawing/2014/main" id="{B3F6BB2A-A83B-6E42-97C8-7ABAD5335595}"/>
              </a:ext>
            </a:extLst>
          </p:cNvPr>
          <p:cNvGrpSpPr/>
          <p:nvPr/>
        </p:nvGrpSpPr>
        <p:grpSpPr>
          <a:xfrm>
            <a:off x="6833754" y="4448176"/>
            <a:ext cx="2343150" cy="461665"/>
            <a:chOff x="6833754" y="4448176"/>
            <a:chExt cx="2343150" cy="461665"/>
          </a:xfrm>
        </p:grpSpPr>
        <p:sp>
          <p:nvSpPr>
            <p:cNvPr id="26" name="Line 85">
              <a:extLst>
                <a:ext uri="{FF2B5EF4-FFF2-40B4-BE49-F238E27FC236}">
                  <a16:creationId xmlns:a16="http://schemas.microsoft.com/office/drawing/2014/main" id="{45CDA1E6-D436-1747-9985-487C3C2A77F0}"/>
                </a:ext>
              </a:extLst>
            </p:cNvPr>
            <p:cNvSpPr>
              <a:spLocks noChangeShapeType="1"/>
            </p:cNvSpPr>
            <p:nvPr/>
          </p:nvSpPr>
          <p:spPr bwMode="auto">
            <a:xfrm flipV="1">
              <a:off x="6833754" y="4464051"/>
              <a:ext cx="2343150" cy="428625"/>
            </a:xfrm>
            <a:prstGeom prst="line">
              <a:avLst/>
            </a:prstGeom>
            <a:noFill/>
            <a:ln w="28575">
              <a:solidFill>
                <a:srgbClr val="0000A8"/>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35" name="Rectangle 99">
              <a:extLst>
                <a:ext uri="{FF2B5EF4-FFF2-40B4-BE49-F238E27FC236}">
                  <a16:creationId xmlns:a16="http://schemas.microsoft.com/office/drawing/2014/main" id="{0522444E-A828-BE46-A531-855D0C776C75}"/>
                </a:ext>
              </a:extLst>
            </p:cNvPr>
            <p:cNvSpPr>
              <a:spLocks noChangeArrowheads="1"/>
            </p:cNvSpPr>
            <p:nvPr/>
          </p:nvSpPr>
          <p:spPr bwMode="auto">
            <a:xfrm>
              <a:off x="7602104" y="4562476"/>
              <a:ext cx="919163"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36" name="Text Box 100">
              <a:extLst>
                <a:ext uri="{FF2B5EF4-FFF2-40B4-BE49-F238E27FC236}">
                  <a16:creationId xmlns:a16="http://schemas.microsoft.com/office/drawing/2014/main" id="{D6A3FC64-B8C3-524A-97EA-7601A8235EE4}"/>
                </a:ext>
              </a:extLst>
            </p:cNvPr>
            <p:cNvSpPr txBox="1">
              <a:spLocks noChangeArrowheads="1"/>
            </p:cNvSpPr>
            <p:nvPr/>
          </p:nvSpPr>
          <p:spPr bwMode="auto">
            <a:xfrm>
              <a:off x="7568767" y="4448176"/>
              <a:ext cx="8819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dirty="0">
                  <a:latin typeface="Calibri" panose="020F0502020204030204" pitchFamily="34" charset="0"/>
                  <a:cs typeface="Calibri" panose="020F0502020204030204" pitchFamily="34" charset="0"/>
                </a:rPr>
                <a:t>&lt;file&gt;</a:t>
              </a:r>
            </a:p>
          </p:txBody>
        </p:sp>
      </p:grpSp>
      <p:grpSp>
        <p:nvGrpSpPr>
          <p:cNvPr id="82" name="Group 81">
            <a:extLst>
              <a:ext uri="{FF2B5EF4-FFF2-40B4-BE49-F238E27FC236}">
                <a16:creationId xmlns:a16="http://schemas.microsoft.com/office/drawing/2014/main" id="{0CDE2E27-ED1E-7344-9B31-50A4E5C09D16}"/>
              </a:ext>
            </a:extLst>
          </p:cNvPr>
          <p:cNvGrpSpPr/>
          <p:nvPr/>
        </p:nvGrpSpPr>
        <p:grpSpPr>
          <a:xfrm>
            <a:off x="6848042" y="2620963"/>
            <a:ext cx="2176462" cy="565283"/>
            <a:chOff x="6848042" y="2620963"/>
            <a:chExt cx="2176462" cy="565283"/>
          </a:xfrm>
        </p:grpSpPr>
        <p:sp>
          <p:nvSpPr>
            <p:cNvPr id="27" name="Line 89">
              <a:extLst>
                <a:ext uri="{FF2B5EF4-FFF2-40B4-BE49-F238E27FC236}">
                  <a16:creationId xmlns:a16="http://schemas.microsoft.com/office/drawing/2014/main" id="{ABF41D13-8507-D844-86E0-3E5322573953}"/>
                </a:ext>
              </a:extLst>
            </p:cNvPr>
            <p:cNvSpPr>
              <a:spLocks noChangeShapeType="1"/>
            </p:cNvSpPr>
            <p:nvPr/>
          </p:nvSpPr>
          <p:spPr bwMode="auto">
            <a:xfrm>
              <a:off x="6848042" y="2749551"/>
              <a:ext cx="2176462" cy="347662"/>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41" name="Rectangle 52">
              <a:extLst>
                <a:ext uri="{FF2B5EF4-FFF2-40B4-BE49-F238E27FC236}">
                  <a16:creationId xmlns:a16="http://schemas.microsoft.com/office/drawing/2014/main" id="{3880A042-2FB6-1941-9EF6-2BBEF497D0DB}"/>
                </a:ext>
              </a:extLst>
            </p:cNvPr>
            <p:cNvSpPr>
              <a:spLocks noChangeArrowheads="1"/>
            </p:cNvSpPr>
            <p:nvPr/>
          </p:nvSpPr>
          <p:spPr bwMode="auto">
            <a:xfrm>
              <a:off x="7133792" y="2689226"/>
              <a:ext cx="1365250" cy="4397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2" name="Text Box 91">
              <a:extLst>
                <a:ext uri="{FF2B5EF4-FFF2-40B4-BE49-F238E27FC236}">
                  <a16:creationId xmlns:a16="http://schemas.microsoft.com/office/drawing/2014/main" id="{520D7CEC-5ABE-CB47-A52E-8A54D3A49642}"/>
                </a:ext>
              </a:extLst>
            </p:cNvPr>
            <p:cNvSpPr txBox="1">
              <a:spLocks noChangeArrowheads="1"/>
            </p:cNvSpPr>
            <p:nvPr/>
          </p:nvSpPr>
          <p:spPr bwMode="auto">
            <a:xfrm>
              <a:off x="7170303" y="2620963"/>
              <a:ext cx="163512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sz="1800" dirty="0">
                  <a:latin typeface="Calibri" panose="020F0502020204030204" pitchFamily="34" charset="0"/>
                  <a:cs typeface="Calibri" panose="020F0502020204030204" pitchFamily="34" charset="0"/>
                </a:rPr>
                <a:t>TCP connection</a:t>
              </a:r>
            </a:p>
            <a:p>
              <a:pPr algn="ctr">
                <a:lnSpc>
                  <a:spcPct val="85000"/>
                </a:lnSpc>
              </a:pPr>
              <a:r>
                <a:rPr lang="en-US" altLang="en-US" sz="1800" dirty="0">
                  <a:latin typeface="Calibri" panose="020F0502020204030204" pitchFamily="34" charset="0"/>
                  <a:cs typeface="Calibri" panose="020F0502020204030204" pitchFamily="34" charset="0"/>
                </a:rPr>
                <a:t>request</a:t>
              </a:r>
            </a:p>
          </p:txBody>
        </p:sp>
      </p:grpSp>
      <p:grpSp>
        <p:nvGrpSpPr>
          <p:cNvPr id="43" name="Group 57">
            <a:extLst>
              <a:ext uri="{FF2B5EF4-FFF2-40B4-BE49-F238E27FC236}">
                <a16:creationId xmlns:a16="http://schemas.microsoft.com/office/drawing/2014/main" id="{4A4CE652-658D-B343-B65F-6AC8513C167B}"/>
              </a:ext>
            </a:extLst>
          </p:cNvPr>
          <p:cNvGrpSpPr>
            <a:grpSpLocks/>
          </p:cNvGrpSpPr>
          <p:nvPr/>
        </p:nvGrpSpPr>
        <p:grpSpPr bwMode="auto">
          <a:xfrm>
            <a:off x="9080067" y="2720976"/>
            <a:ext cx="357186" cy="755650"/>
            <a:chOff x="4140" y="429"/>
            <a:chExt cx="1425" cy="2396"/>
          </a:xfrm>
        </p:grpSpPr>
        <p:sp>
          <p:nvSpPr>
            <p:cNvPr id="44" name="Freeform 58">
              <a:extLst>
                <a:ext uri="{FF2B5EF4-FFF2-40B4-BE49-F238E27FC236}">
                  <a16:creationId xmlns:a16="http://schemas.microsoft.com/office/drawing/2014/main" id="{ADF25789-D94D-6440-A211-5DCCB02CE5A2}"/>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5" name="Rectangle 59">
              <a:extLst>
                <a:ext uri="{FF2B5EF4-FFF2-40B4-BE49-F238E27FC236}">
                  <a16:creationId xmlns:a16="http://schemas.microsoft.com/office/drawing/2014/main" id="{E3F6D782-AA2A-884C-8F31-18FB963D429A}"/>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46" name="Freeform 60">
              <a:extLst>
                <a:ext uri="{FF2B5EF4-FFF2-40B4-BE49-F238E27FC236}">
                  <a16:creationId xmlns:a16="http://schemas.microsoft.com/office/drawing/2014/main" id="{8E62C232-6002-7B40-98F7-09DFB8653CE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7" name="Freeform 61">
              <a:extLst>
                <a:ext uri="{FF2B5EF4-FFF2-40B4-BE49-F238E27FC236}">
                  <a16:creationId xmlns:a16="http://schemas.microsoft.com/office/drawing/2014/main" id="{4AE6A750-54A6-B943-91AB-340390A7C6C1}"/>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48" name="Rectangle 62">
              <a:extLst>
                <a:ext uri="{FF2B5EF4-FFF2-40B4-BE49-F238E27FC236}">
                  <a16:creationId xmlns:a16="http://schemas.microsoft.com/office/drawing/2014/main" id="{E71E8CB8-4382-3242-ABC5-C14F81AC8593}"/>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49" name="Group 63">
              <a:extLst>
                <a:ext uri="{FF2B5EF4-FFF2-40B4-BE49-F238E27FC236}">
                  <a16:creationId xmlns:a16="http://schemas.microsoft.com/office/drawing/2014/main" id="{E7EC998A-9B7F-0746-ABE8-80C8192CA7B9}"/>
                </a:ext>
              </a:extLst>
            </p:cNvPr>
            <p:cNvGrpSpPr>
              <a:grpSpLocks/>
            </p:cNvGrpSpPr>
            <p:nvPr/>
          </p:nvGrpSpPr>
          <p:grpSpPr bwMode="auto">
            <a:xfrm>
              <a:off x="4749" y="668"/>
              <a:ext cx="581" cy="145"/>
              <a:chOff x="614" y="2568"/>
              <a:chExt cx="725" cy="139"/>
            </a:xfrm>
          </p:grpSpPr>
          <p:sp>
            <p:nvSpPr>
              <p:cNvPr id="74" name="AutoShape 64">
                <a:extLst>
                  <a:ext uri="{FF2B5EF4-FFF2-40B4-BE49-F238E27FC236}">
                    <a16:creationId xmlns:a16="http://schemas.microsoft.com/office/drawing/2014/main" id="{89BFB453-7EA4-7040-A1A5-7D0E5E721F0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5" name="AutoShape 65">
                <a:extLst>
                  <a:ext uri="{FF2B5EF4-FFF2-40B4-BE49-F238E27FC236}">
                    <a16:creationId xmlns:a16="http://schemas.microsoft.com/office/drawing/2014/main" id="{DD4207D9-1C2C-A642-874A-C950D1B2F63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0" name="Rectangle 66">
              <a:extLst>
                <a:ext uri="{FF2B5EF4-FFF2-40B4-BE49-F238E27FC236}">
                  <a16:creationId xmlns:a16="http://schemas.microsoft.com/office/drawing/2014/main" id="{B93B87B1-D6FF-1A43-AFA9-2F4308B469D1}"/>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51" name="Group 67">
              <a:extLst>
                <a:ext uri="{FF2B5EF4-FFF2-40B4-BE49-F238E27FC236}">
                  <a16:creationId xmlns:a16="http://schemas.microsoft.com/office/drawing/2014/main" id="{38088FF7-02F0-DB41-8855-F8E64BFD6295}"/>
                </a:ext>
              </a:extLst>
            </p:cNvPr>
            <p:cNvGrpSpPr>
              <a:grpSpLocks/>
            </p:cNvGrpSpPr>
            <p:nvPr/>
          </p:nvGrpSpPr>
          <p:grpSpPr bwMode="auto">
            <a:xfrm>
              <a:off x="4747" y="994"/>
              <a:ext cx="581" cy="134"/>
              <a:chOff x="614" y="2568"/>
              <a:chExt cx="725" cy="139"/>
            </a:xfrm>
          </p:grpSpPr>
          <p:sp>
            <p:nvSpPr>
              <p:cNvPr id="72" name="AutoShape 68">
                <a:extLst>
                  <a:ext uri="{FF2B5EF4-FFF2-40B4-BE49-F238E27FC236}">
                    <a16:creationId xmlns:a16="http://schemas.microsoft.com/office/drawing/2014/main" id="{2800C9B7-CBF6-284C-B26D-9F63F319DF21}"/>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3" name="AutoShape 69">
                <a:extLst>
                  <a:ext uri="{FF2B5EF4-FFF2-40B4-BE49-F238E27FC236}">
                    <a16:creationId xmlns:a16="http://schemas.microsoft.com/office/drawing/2014/main" id="{96A6E1AD-EAAE-7447-A0BC-68D76E1B928F}"/>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2" name="Rectangle 70">
              <a:extLst>
                <a:ext uri="{FF2B5EF4-FFF2-40B4-BE49-F238E27FC236}">
                  <a16:creationId xmlns:a16="http://schemas.microsoft.com/office/drawing/2014/main" id="{81E7EE8D-57F7-6848-B16A-D11B811B8054}"/>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53" name="Rectangle 71">
              <a:extLst>
                <a:ext uri="{FF2B5EF4-FFF2-40B4-BE49-F238E27FC236}">
                  <a16:creationId xmlns:a16="http://schemas.microsoft.com/office/drawing/2014/main" id="{0C489C2A-C1EE-ED4E-915C-600DF0A70B15}"/>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nvGrpSpPr>
            <p:cNvPr id="54" name="Group 72">
              <a:extLst>
                <a:ext uri="{FF2B5EF4-FFF2-40B4-BE49-F238E27FC236}">
                  <a16:creationId xmlns:a16="http://schemas.microsoft.com/office/drawing/2014/main" id="{3D5AED95-1F84-444D-A859-E38C83F838CB}"/>
                </a:ext>
              </a:extLst>
            </p:cNvPr>
            <p:cNvGrpSpPr>
              <a:grpSpLocks/>
            </p:cNvGrpSpPr>
            <p:nvPr/>
          </p:nvGrpSpPr>
          <p:grpSpPr bwMode="auto">
            <a:xfrm>
              <a:off x="4735" y="1627"/>
              <a:ext cx="582" cy="151"/>
              <a:chOff x="614" y="2568"/>
              <a:chExt cx="725" cy="139"/>
            </a:xfrm>
          </p:grpSpPr>
          <p:sp>
            <p:nvSpPr>
              <p:cNvPr id="70" name="AutoShape 73">
                <a:extLst>
                  <a:ext uri="{FF2B5EF4-FFF2-40B4-BE49-F238E27FC236}">
                    <a16:creationId xmlns:a16="http://schemas.microsoft.com/office/drawing/2014/main" id="{A9389B09-349A-964B-85BC-37C0E562CA26}"/>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71" name="AutoShape 74">
                <a:extLst>
                  <a:ext uri="{FF2B5EF4-FFF2-40B4-BE49-F238E27FC236}">
                    <a16:creationId xmlns:a16="http://schemas.microsoft.com/office/drawing/2014/main" id="{4ACE943E-F10C-654A-BD48-143DEEAAE85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5" name="Freeform 75">
              <a:extLst>
                <a:ext uri="{FF2B5EF4-FFF2-40B4-BE49-F238E27FC236}">
                  <a16:creationId xmlns:a16="http://schemas.microsoft.com/office/drawing/2014/main" id="{9F74734C-9E68-9045-A6CE-133984B96481}"/>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grpSp>
          <p:nvGrpSpPr>
            <p:cNvPr id="56" name="Group 76">
              <a:extLst>
                <a:ext uri="{FF2B5EF4-FFF2-40B4-BE49-F238E27FC236}">
                  <a16:creationId xmlns:a16="http://schemas.microsoft.com/office/drawing/2014/main" id="{99AB90FB-10F4-8646-A5E4-C5948E7CADAE}"/>
                </a:ext>
              </a:extLst>
            </p:cNvPr>
            <p:cNvGrpSpPr>
              <a:grpSpLocks/>
            </p:cNvGrpSpPr>
            <p:nvPr/>
          </p:nvGrpSpPr>
          <p:grpSpPr bwMode="auto">
            <a:xfrm>
              <a:off x="4739" y="1327"/>
              <a:ext cx="582" cy="139"/>
              <a:chOff x="614" y="2568"/>
              <a:chExt cx="725" cy="139"/>
            </a:xfrm>
          </p:grpSpPr>
          <p:sp>
            <p:nvSpPr>
              <p:cNvPr id="68" name="AutoShape 77">
                <a:extLst>
                  <a:ext uri="{FF2B5EF4-FFF2-40B4-BE49-F238E27FC236}">
                    <a16:creationId xmlns:a16="http://schemas.microsoft.com/office/drawing/2014/main" id="{7F4F7BD0-881C-EA41-BF03-C3C7AA0E14C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9" name="AutoShape 78">
                <a:extLst>
                  <a:ext uri="{FF2B5EF4-FFF2-40B4-BE49-F238E27FC236}">
                    <a16:creationId xmlns:a16="http://schemas.microsoft.com/office/drawing/2014/main" id="{82794333-9BCA-1844-811D-E175BCA1CB6B}"/>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sp>
          <p:nvSpPr>
            <p:cNvPr id="57" name="Rectangle 79">
              <a:extLst>
                <a:ext uri="{FF2B5EF4-FFF2-40B4-BE49-F238E27FC236}">
                  <a16:creationId xmlns:a16="http://schemas.microsoft.com/office/drawing/2014/main" id="{68D85044-2238-9042-992D-932AE7A07DC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58" name="Freeform 80">
              <a:extLst>
                <a:ext uri="{FF2B5EF4-FFF2-40B4-BE49-F238E27FC236}">
                  <a16:creationId xmlns:a16="http://schemas.microsoft.com/office/drawing/2014/main" id="{E6A4A31B-CB3E-DB4B-8D15-11D8649E5CCD}"/>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59" name="Freeform 81">
              <a:extLst>
                <a:ext uri="{FF2B5EF4-FFF2-40B4-BE49-F238E27FC236}">
                  <a16:creationId xmlns:a16="http://schemas.microsoft.com/office/drawing/2014/main" id="{F52D98EE-0DD8-4D4C-98E3-A45D68AEDD56}"/>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60" name="Oval 82">
              <a:extLst>
                <a:ext uri="{FF2B5EF4-FFF2-40B4-BE49-F238E27FC236}">
                  <a16:creationId xmlns:a16="http://schemas.microsoft.com/office/drawing/2014/main" id="{490E9F0F-6592-0E4D-A291-EBC6AB463A49}"/>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1" name="Freeform 83">
              <a:extLst>
                <a:ext uri="{FF2B5EF4-FFF2-40B4-BE49-F238E27FC236}">
                  <a16:creationId xmlns:a16="http://schemas.microsoft.com/office/drawing/2014/main" id="{250F3DCA-32F4-CC4A-891A-B30F6D8ECE25}"/>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panose="020F0502020204030204" pitchFamily="34" charset="0"/>
                <a:cs typeface="Calibri" panose="020F0502020204030204" pitchFamily="34" charset="0"/>
              </a:endParaRPr>
            </a:p>
          </p:txBody>
        </p:sp>
        <p:sp>
          <p:nvSpPr>
            <p:cNvPr id="62" name="AutoShape 84">
              <a:extLst>
                <a:ext uri="{FF2B5EF4-FFF2-40B4-BE49-F238E27FC236}">
                  <a16:creationId xmlns:a16="http://schemas.microsoft.com/office/drawing/2014/main" id="{6DF44EB1-30B7-8E4A-A62D-94C2ECCAE568}"/>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3" name="AutoShape 85">
              <a:extLst>
                <a:ext uri="{FF2B5EF4-FFF2-40B4-BE49-F238E27FC236}">
                  <a16:creationId xmlns:a16="http://schemas.microsoft.com/office/drawing/2014/main" id="{1E80FD31-CF6D-E841-82CE-8485CA3930B6}"/>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4" name="Oval 86">
              <a:extLst>
                <a:ext uri="{FF2B5EF4-FFF2-40B4-BE49-F238E27FC236}">
                  <a16:creationId xmlns:a16="http://schemas.microsoft.com/office/drawing/2014/main" id="{A6798635-53B6-DB47-8748-A593507CD788}"/>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5" name="Oval 87">
              <a:extLst>
                <a:ext uri="{FF2B5EF4-FFF2-40B4-BE49-F238E27FC236}">
                  <a16:creationId xmlns:a16="http://schemas.microsoft.com/office/drawing/2014/main" id="{37BB0D05-8767-CF4E-8C65-67C1D8D3FDA2}"/>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en-US" sz="1800" dirty="0">
                <a:latin typeface="Calibri" panose="020F0502020204030204" pitchFamily="34" charset="0"/>
                <a:cs typeface="Calibri" panose="020F0502020204030204" pitchFamily="34" charset="0"/>
              </a:endParaRPr>
            </a:p>
          </p:txBody>
        </p:sp>
        <p:sp>
          <p:nvSpPr>
            <p:cNvPr id="66" name="Oval 88">
              <a:extLst>
                <a:ext uri="{FF2B5EF4-FFF2-40B4-BE49-F238E27FC236}">
                  <a16:creationId xmlns:a16="http://schemas.microsoft.com/office/drawing/2014/main" id="{FA7F2C7C-7482-A14C-87FE-F9538208A662}"/>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sp>
          <p:nvSpPr>
            <p:cNvPr id="67" name="Rectangle 89">
              <a:extLst>
                <a:ext uri="{FF2B5EF4-FFF2-40B4-BE49-F238E27FC236}">
                  <a16:creationId xmlns:a16="http://schemas.microsoft.com/office/drawing/2014/main" id="{9D056117-88A7-394A-A294-1A033CE4FB8C}"/>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Calibri" panose="020F0502020204030204" pitchFamily="34" charset="0"/>
                <a:cs typeface="Calibri" panose="020F0502020204030204" pitchFamily="34" charset="0"/>
              </a:endParaRPr>
            </a:p>
          </p:txBody>
        </p:sp>
      </p:grpSp>
      <p:grpSp>
        <p:nvGrpSpPr>
          <p:cNvPr id="76" name="Group 90">
            <a:extLst>
              <a:ext uri="{FF2B5EF4-FFF2-40B4-BE49-F238E27FC236}">
                <a16:creationId xmlns:a16="http://schemas.microsoft.com/office/drawing/2014/main" id="{95F59C81-FDB0-844F-941B-B561FC589D42}"/>
              </a:ext>
            </a:extLst>
          </p:cNvPr>
          <p:cNvGrpSpPr>
            <a:grpSpLocks/>
          </p:cNvGrpSpPr>
          <p:nvPr/>
        </p:nvGrpSpPr>
        <p:grpSpPr bwMode="auto">
          <a:xfrm>
            <a:off x="5943167" y="2278063"/>
            <a:ext cx="893762" cy="828675"/>
            <a:chOff x="-44" y="1473"/>
            <a:chExt cx="981" cy="1105"/>
          </a:xfrm>
        </p:grpSpPr>
        <p:pic>
          <p:nvPicPr>
            <p:cNvPr id="77" name="Picture 91" descr="desktop_computer_stylized_medium">
              <a:extLst>
                <a:ext uri="{FF2B5EF4-FFF2-40B4-BE49-F238E27FC236}">
                  <a16:creationId xmlns:a16="http://schemas.microsoft.com/office/drawing/2014/main" id="{82B0CE96-D20F-0542-B0DD-F5A7003AAB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92">
              <a:extLst>
                <a:ext uri="{FF2B5EF4-FFF2-40B4-BE49-F238E27FC236}">
                  <a16:creationId xmlns:a16="http://schemas.microsoft.com/office/drawing/2014/main" id="{F915E8C7-3CEB-4841-BD57-4B6D62B70280}"/>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latin typeface="Calibri" panose="020F0502020204030204" pitchFamily="34" charset="0"/>
                <a:cs typeface="Calibri" panose="020F0502020204030204" pitchFamily="34" charset="0"/>
              </a:endParaRPr>
            </a:p>
          </p:txBody>
        </p:sp>
      </p:grpSp>
      <p:grpSp>
        <p:nvGrpSpPr>
          <p:cNvPr id="84" name="Group 83">
            <a:extLst>
              <a:ext uri="{FF2B5EF4-FFF2-40B4-BE49-F238E27FC236}">
                <a16:creationId xmlns:a16="http://schemas.microsoft.com/office/drawing/2014/main" id="{FE692778-9BBA-824F-8F43-DA909E4E4FB8}"/>
              </a:ext>
            </a:extLst>
          </p:cNvPr>
          <p:cNvGrpSpPr/>
          <p:nvPr/>
        </p:nvGrpSpPr>
        <p:grpSpPr>
          <a:xfrm>
            <a:off x="6666309" y="3902076"/>
            <a:ext cx="2925958" cy="425450"/>
            <a:chOff x="6666309" y="3902076"/>
            <a:chExt cx="2925958" cy="425450"/>
          </a:xfrm>
        </p:grpSpPr>
        <p:sp>
          <p:nvSpPr>
            <p:cNvPr id="31" name="Line 94">
              <a:extLst>
                <a:ext uri="{FF2B5EF4-FFF2-40B4-BE49-F238E27FC236}">
                  <a16:creationId xmlns:a16="http://schemas.microsoft.com/office/drawing/2014/main" id="{1E51E9DA-15A6-C14B-AFD5-A46BE25514EC}"/>
                </a:ext>
              </a:extLst>
            </p:cNvPr>
            <p:cNvSpPr>
              <a:spLocks noChangeShapeType="1"/>
            </p:cNvSpPr>
            <p:nvPr/>
          </p:nvSpPr>
          <p:spPr bwMode="auto">
            <a:xfrm>
              <a:off x="6833754" y="3902076"/>
              <a:ext cx="2400300" cy="41910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latin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7F4E0794-86DC-1F40-8E76-AAAF9B0356E2}"/>
                </a:ext>
              </a:extLst>
            </p:cNvPr>
            <p:cNvSpPr/>
            <p:nvPr/>
          </p:nvSpPr>
          <p:spPr>
            <a:xfrm>
              <a:off x="7315200" y="4021087"/>
              <a:ext cx="1687079" cy="282938"/>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 Box 95">
              <a:extLst>
                <a:ext uri="{FF2B5EF4-FFF2-40B4-BE49-F238E27FC236}">
                  <a16:creationId xmlns:a16="http://schemas.microsoft.com/office/drawing/2014/main" id="{F4BA7FFC-6F32-A047-8695-B7E781EB81A0}"/>
                </a:ext>
              </a:extLst>
            </p:cNvPr>
            <p:cNvSpPr txBox="1">
              <a:spLocks noChangeArrowheads="1"/>
            </p:cNvSpPr>
            <p:nvPr/>
          </p:nvSpPr>
          <p:spPr bwMode="auto">
            <a:xfrm>
              <a:off x="6666309" y="3960813"/>
              <a:ext cx="292595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Calibri" panose="020F0502020204030204" pitchFamily="34" charset="0"/>
                  <a:cs typeface="Calibri" panose="020F0502020204030204" pitchFamily="34" charset="0"/>
                </a:rPr>
                <a:t>GET</a:t>
              </a:r>
              <a:r>
                <a:rPr lang="en-US" altLang="en-US" sz="1400" dirty="0">
                  <a:latin typeface="Calibri" panose="020F0502020204030204" pitchFamily="34" charset="0"/>
                  <a:cs typeface="Calibri" panose="020F0502020204030204" pitchFamily="34" charset="0"/>
                </a:rPr>
                <a:t> </a:t>
              </a:r>
              <a:r>
                <a:rPr lang="en-US" altLang="en-US" sz="1200" dirty="0">
                  <a:latin typeface="+mn-lt"/>
                  <a:cs typeface="Calibri" panose="020F0502020204030204" pitchFamily="34" charset="0"/>
                </a:rPr>
                <a:t>http://gaia.cs.umass.edu/kurose_ross</a:t>
              </a:r>
              <a:endParaRPr lang="en-US" altLang="en-US" dirty="0">
                <a:latin typeface="+mn-lt"/>
                <a:cs typeface="Calibri" panose="020F0502020204030204" pitchFamily="34" charset="0"/>
              </a:endParaRPr>
            </a:p>
          </p:txBody>
        </p:sp>
      </p:grpSp>
      <p:sp>
        <p:nvSpPr>
          <p:cNvPr id="86" name="Slide Number Placeholder 2">
            <a:extLst>
              <a:ext uri="{FF2B5EF4-FFF2-40B4-BE49-F238E27FC236}">
                <a16:creationId xmlns:a16="http://schemas.microsoft.com/office/drawing/2014/main" id="{A02DAD4C-5683-1744-A5AB-F5881D3D36A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a:t>
            </a:fld>
            <a:endParaRPr lang="en-US" dirty="0"/>
          </a:p>
        </p:txBody>
      </p:sp>
    </p:spTree>
    <p:extLst>
      <p:ext uri="{BB962C8B-B14F-4D97-AF65-F5344CB8AC3E}">
        <p14:creationId xmlns:p14="http://schemas.microsoft.com/office/powerpoint/2010/main" val="3673921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79"/>
                                        </p:tgtEl>
                                        <p:attrNameLst>
                                          <p:attrName>style.visibility</p:attrName>
                                        </p:attrNameLst>
                                      </p:cBhvr>
                                      <p:to>
                                        <p:strVal val="visible"/>
                                      </p:to>
                                    </p:set>
                                    <p:animEffect transition="in" filter="wipe(right)">
                                      <p:cBhvr>
                                        <p:cTn id="19" dur="500"/>
                                        <p:tgtEl>
                                          <p:spTgt spid="79"/>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0"/>
                                        </p:tgtEl>
                                        <p:attrNameLst>
                                          <p:attrName>style.visibility</p:attrName>
                                        </p:attrNameLst>
                                      </p:cBhvr>
                                      <p:to>
                                        <p:strVal val="visible"/>
                                      </p:to>
                                    </p:set>
                                    <p:animEffect transition="in" filter="wipe(left)">
                                      <p:cBhvr>
                                        <p:cTn id="23" dur="500"/>
                                        <p:tgtEl>
                                          <p:spTgt spid="8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wipe(right)">
                                      <p:cBhvr>
                                        <p:cTn id="27" dur="500"/>
                                        <p:tgtEl>
                                          <p:spTgt spid="81"/>
                                        </p:tgtEl>
                                      </p:cBhvr>
                                    </p:animEffect>
                                  </p:childTnLst>
                                </p:cTn>
                              </p:par>
                            </p:childTnLst>
                          </p:cTn>
                        </p:par>
                        <p:par>
                          <p:cTn id="28" fill="hold">
                            <p:stCondLst>
                              <p:cond delay="3000"/>
                            </p:stCondLst>
                            <p:childTnLst>
                              <p:par>
                                <p:cTn id="29" presetID="9" presetClass="entr" presetSubtype="0" fill="hold" grpId="0" nodeType="afterEffect">
                                  <p:stCondLst>
                                    <p:cond delay="100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6"/>
                                        </p:tgtEl>
                                        <p:attrNameLst>
                                          <p:attrName>style.visibility</p:attrName>
                                        </p:attrNameLst>
                                      </p:cBhvr>
                                      <p:to>
                                        <p:strVal val="visible"/>
                                      </p:to>
                                    </p:set>
                                    <p:animEffect transition="in" filter="dissolve">
                                      <p:cBhvr>
                                        <p:cTn id="36" dur="500"/>
                                        <p:tgtEl>
                                          <p:spTgt spid="76"/>
                                        </p:tgtEl>
                                      </p:cBhvr>
                                    </p:animEffect>
                                  </p:childTnLst>
                                </p:cTn>
                              </p:par>
                            </p:childTnLst>
                          </p:cTn>
                        </p:par>
                        <p:par>
                          <p:cTn id="37" fill="hold">
                            <p:stCondLst>
                              <p:cond delay="500"/>
                            </p:stCondLst>
                            <p:childTnLst>
                              <p:par>
                                <p:cTn id="38" presetID="22" presetClass="entr" presetSubtype="8" fill="hold" nodeType="after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wipe(left)">
                                      <p:cBhvr>
                                        <p:cTn id="40" dur="500"/>
                                        <p:tgtEl>
                                          <p:spTgt spid="82"/>
                                        </p:tgtEl>
                                      </p:cBhvr>
                                    </p:animEffect>
                                  </p:childTnLst>
                                </p:cTn>
                              </p:par>
                            </p:childTnLst>
                          </p:cTn>
                        </p:par>
                        <p:par>
                          <p:cTn id="41" fill="hold">
                            <p:stCondLst>
                              <p:cond delay="1000"/>
                            </p:stCondLst>
                            <p:childTnLst>
                              <p:par>
                                <p:cTn id="42" presetID="9" presetClass="entr" presetSubtype="0" fill="hold" nodeType="after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dissolve">
                                      <p:cBhvr>
                                        <p:cTn id="44" dur="500"/>
                                        <p:tgtEl>
                                          <p:spTgt spid="43"/>
                                        </p:tgtEl>
                                      </p:cBhvr>
                                    </p:animEffect>
                                  </p:childTnLst>
                                </p:cTn>
                              </p:par>
                            </p:childTnLst>
                          </p:cTn>
                        </p:par>
                        <p:par>
                          <p:cTn id="45" fill="hold">
                            <p:stCondLst>
                              <p:cond delay="1500"/>
                            </p:stCondLst>
                            <p:childTnLst>
                              <p:par>
                                <p:cTn id="46" presetID="22" presetClass="entr" presetSubtype="2" fill="hold" nodeType="afterEffect">
                                  <p:stCondLst>
                                    <p:cond delay="0"/>
                                  </p:stCondLst>
                                  <p:childTnLst>
                                    <p:set>
                                      <p:cBhvr>
                                        <p:cTn id="47" dur="1" fill="hold">
                                          <p:stCondLst>
                                            <p:cond delay="0"/>
                                          </p:stCondLst>
                                        </p:cTn>
                                        <p:tgtEl>
                                          <p:spTgt spid="83"/>
                                        </p:tgtEl>
                                        <p:attrNameLst>
                                          <p:attrName>style.visibility</p:attrName>
                                        </p:attrNameLst>
                                      </p:cBhvr>
                                      <p:to>
                                        <p:strVal val="visible"/>
                                      </p:to>
                                    </p:set>
                                    <p:animEffect transition="in" filter="wipe(right)">
                                      <p:cBhvr>
                                        <p:cTn id="48" dur="500"/>
                                        <p:tgtEl>
                                          <p:spTgt spid="83"/>
                                        </p:tgtEl>
                                      </p:cBhvr>
                                    </p:animEffect>
                                  </p:childTnLst>
                                </p:cTn>
                              </p:par>
                            </p:childTnLst>
                          </p:cTn>
                        </p:par>
                        <p:par>
                          <p:cTn id="49" fill="hold">
                            <p:stCondLst>
                              <p:cond delay="2000"/>
                            </p:stCondLst>
                            <p:childTnLst>
                              <p:par>
                                <p:cTn id="50" presetID="22" presetClass="entr" presetSubtype="8" fill="hold" nodeType="afterEffect">
                                  <p:stCondLst>
                                    <p:cond delay="0"/>
                                  </p:stCondLst>
                                  <p:childTnLst>
                                    <p:set>
                                      <p:cBhvr>
                                        <p:cTn id="51" dur="1" fill="hold">
                                          <p:stCondLst>
                                            <p:cond delay="0"/>
                                          </p:stCondLst>
                                        </p:cTn>
                                        <p:tgtEl>
                                          <p:spTgt spid="84"/>
                                        </p:tgtEl>
                                        <p:attrNameLst>
                                          <p:attrName>style.visibility</p:attrName>
                                        </p:attrNameLst>
                                      </p:cBhvr>
                                      <p:to>
                                        <p:strVal val="visible"/>
                                      </p:to>
                                    </p:set>
                                    <p:animEffect transition="in" filter="wipe(left)">
                                      <p:cBhvr>
                                        <p:cTn id="52" dur="500"/>
                                        <p:tgtEl>
                                          <p:spTgt spid="84"/>
                                        </p:tgtEl>
                                      </p:cBhvr>
                                    </p:animEffect>
                                  </p:childTnLst>
                                </p:cTn>
                              </p:par>
                            </p:childTnLst>
                          </p:cTn>
                        </p:par>
                        <p:par>
                          <p:cTn id="53" fill="hold">
                            <p:stCondLst>
                              <p:cond delay="2500"/>
                            </p:stCondLst>
                            <p:childTnLst>
                              <p:par>
                                <p:cTn id="54" presetID="22" presetClass="entr" presetSubtype="2"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wipe(right)">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9</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pPr>
            <a:r>
              <a:rPr lang="en-US" altLang="en-US" sz="3200" dirty="0">
                <a:solidFill>
                  <a:srgbClr val="0000A8"/>
                </a:solidFill>
                <a:latin typeface="Calibri" panose="020F0502020204030204" pitchFamily="34" charset="0"/>
                <a:cs typeface="Calibri" panose="020F0502020204030204" pitchFamily="34" charset="0"/>
              </a:rPr>
              <a:t>Network edge: </a:t>
            </a:r>
            <a:r>
              <a:rPr lang="en-US" altLang="en-US" sz="3200" dirty="0">
                <a:latin typeface="Calibri" panose="020F0502020204030204" pitchFamily="34" charset="0"/>
                <a:cs typeface="Calibri" panose="020F0502020204030204" pitchFamily="34" charset="0"/>
              </a:rPr>
              <a:t>hosts, access network, physical media</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5D50F62E-24AA-E249-A90A-18C2FD24028E}"/>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altLang="ja-JP" sz="5400" b="0" dirty="0"/>
              <a:t>A closer look at Internet structure</a:t>
            </a:r>
            <a:endParaRPr lang="en-US" sz="5400" b="0" dirty="0"/>
          </a:p>
        </p:txBody>
      </p:sp>
      <p:grpSp>
        <p:nvGrpSpPr>
          <p:cNvPr id="801" name="Group 800">
            <a:extLst>
              <a:ext uri="{FF2B5EF4-FFF2-40B4-BE49-F238E27FC236}">
                <a16:creationId xmlns:a16="http://schemas.microsoft.com/office/drawing/2014/main" id="{120F2BC7-BB63-8D47-A127-7655CBFA7174}"/>
              </a:ext>
            </a:extLst>
          </p:cNvPr>
          <p:cNvGrpSpPr/>
          <p:nvPr/>
        </p:nvGrpSpPr>
        <p:grpSpPr>
          <a:xfrm>
            <a:off x="7205350" y="1488461"/>
            <a:ext cx="4525460" cy="4859961"/>
            <a:chOff x="7268561" y="1458365"/>
            <a:chExt cx="4525460" cy="4859961"/>
          </a:xfrm>
        </p:grpSpPr>
        <p:sp>
          <p:nvSpPr>
            <p:cNvPr id="371" name="Freeform 370">
              <a:extLst>
                <a:ext uri="{FF2B5EF4-FFF2-40B4-BE49-F238E27FC236}">
                  <a16:creationId xmlns:a16="http://schemas.microsoft.com/office/drawing/2014/main" id="{21662630-62BB-AE4A-A779-AEACD21E6D7C}"/>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68561" y="3259155"/>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900911" y="3897954"/>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834382" y="3164075"/>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90412" y="1821099"/>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829373" y="3417823"/>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80978" y="4647841"/>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126229" y="4198152"/>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5" name="Group 1024">
            <a:extLst>
              <a:ext uri="{FF2B5EF4-FFF2-40B4-BE49-F238E27FC236}">
                <a16:creationId xmlns:a16="http://schemas.microsoft.com/office/drawing/2014/main" id="{B7334F8A-78E8-5447-8C7B-A897E1246B5B}"/>
              </a:ext>
            </a:extLst>
          </p:cNvPr>
          <p:cNvGrpSpPr/>
          <p:nvPr/>
        </p:nvGrpSpPr>
        <p:grpSpPr>
          <a:xfrm>
            <a:off x="7562238" y="2127325"/>
            <a:ext cx="3578867" cy="3640283"/>
            <a:chOff x="7562238" y="2127325"/>
            <a:chExt cx="3578867" cy="3640283"/>
          </a:xfrm>
        </p:grpSpPr>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grpSp>
        <p:nvGrpSpPr>
          <p:cNvPr id="1024" name="Group 1023">
            <a:extLst>
              <a:ext uri="{FF2B5EF4-FFF2-40B4-BE49-F238E27FC236}">
                <a16:creationId xmlns:a16="http://schemas.microsoft.com/office/drawing/2014/main" id="{11D2D3D5-CF37-8945-8D0A-CBA0214240EA}"/>
              </a:ext>
            </a:extLst>
          </p:cNvPr>
          <p:cNvGrpSpPr/>
          <p:nvPr/>
        </p:nvGrpSpPr>
        <p:grpSpPr>
          <a:xfrm>
            <a:off x="7613882" y="2107963"/>
            <a:ext cx="3540395" cy="3733733"/>
            <a:chOff x="7619038" y="2102861"/>
            <a:chExt cx="3540395" cy="3733733"/>
          </a:xfrm>
        </p:grpSpPr>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5854" y="2304274"/>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8714" y="4984881"/>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54521" y="5333935"/>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81775" y="4962318"/>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6676" y="5189331"/>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44983" y="2807207"/>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5226" y="3960892"/>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9241" y="3596263"/>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5765" y="3491036"/>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53880" y="2197190"/>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32370" y="2608265"/>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8981" y="2102861"/>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103944" y="3951522"/>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5282" y="2656463"/>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502294" y="3388930"/>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6710" y="3994661"/>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80415" y="3987223"/>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53049" y="4770584"/>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31138" y="4364023"/>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 name="Rectangle 8">
            <a:extLst>
              <a:ext uri="{FF2B5EF4-FFF2-40B4-BE49-F238E27FC236}">
                <a16:creationId xmlns:a16="http://schemas.microsoft.com/office/drawing/2014/main" id="{04483029-0B46-154F-9CA3-FEA06875B8DB}"/>
              </a:ext>
            </a:extLst>
          </p:cNvPr>
          <p:cNvSpPr/>
          <p:nvPr/>
        </p:nvSpPr>
        <p:spPr>
          <a:xfrm>
            <a:off x="6718300"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97" name="Group 796">
            <a:extLst>
              <a:ext uri="{FF2B5EF4-FFF2-40B4-BE49-F238E27FC236}">
                <a16:creationId xmlns:a16="http://schemas.microsoft.com/office/drawing/2014/main" id="{D383E01F-FA6F-5647-A6B1-D5444F12E4E2}"/>
              </a:ext>
            </a:extLst>
          </p:cNvPr>
          <p:cNvGrpSpPr/>
          <p:nvPr/>
        </p:nvGrpSpPr>
        <p:grpSpPr>
          <a:xfrm>
            <a:off x="7439074" y="1859725"/>
            <a:ext cx="4144321" cy="4300892"/>
            <a:chOff x="7432700" y="1830405"/>
            <a:chExt cx="4144321" cy="4300892"/>
          </a:xfrm>
        </p:grpSpPr>
        <p:grpSp>
          <p:nvGrpSpPr>
            <p:cNvPr id="787" name="Group 786">
              <a:extLst>
                <a:ext uri="{FF2B5EF4-FFF2-40B4-BE49-F238E27FC236}">
                  <a16:creationId xmlns:a16="http://schemas.microsoft.com/office/drawing/2014/main" id="{C944F5F4-7AD1-AE48-9769-ABE2F95B5A26}"/>
                </a:ext>
              </a:extLst>
            </p:cNvPr>
            <p:cNvGrpSpPr/>
            <p:nvPr/>
          </p:nvGrpSpPr>
          <p:grpSpPr>
            <a:xfrm>
              <a:off x="7432700" y="1830405"/>
              <a:ext cx="1909777" cy="938011"/>
              <a:chOff x="7432700" y="1830405"/>
              <a:chExt cx="1909777" cy="938011"/>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43850" y="183040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5" name="Group 784">
                <a:extLst>
                  <a:ext uri="{FF2B5EF4-FFF2-40B4-BE49-F238E27FC236}">
                    <a16:creationId xmlns:a16="http://schemas.microsoft.com/office/drawing/2014/main" id="{91E02B81-5B35-4545-A954-B7E923AB7286}"/>
                  </a:ext>
                </a:extLst>
              </p:cNvPr>
              <p:cNvGrpSpPr/>
              <p:nvPr/>
            </p:nvGrpSpPr>
            <p:grpSpPr>
              <a:xfrm>
                <a:off x="7432700" y="232729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1407" y="229040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3165" y="202980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3" name="Group 792">
              <a:extLst>
                <a:ext uri="{FF2B5EF4-FFF2-40B4-BE49-F238E27FC236}">
                  <a16:creationId xmlns:a16="http://schemas.microsoft.com/office/drawing/2014/main" id="{93351559-0D4C-F04C-928E-5CDA57B5EB47}"/>
                </a:ext>
              </a:extLst>
            </p:cNvPr>
            <p:cNvGrpSpPr/>
            <p:nvPr/>
          </p:nvGrpSpPr>
          <p:grpSpPr>
            <a:xfrm>
              <a:off x="7487144" y="329610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58573" y="339916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96" name="Group 795">
              <a:extLst>
                <a:ext uri="{FF2B5EF4-FFF2-40B4-BE49-F238E27FC236}">
                  <a16:creationId xmlns:a16="http://schemas.microsoft.com/office/drawing/2014/main" id="{2287FB5D-0F91-9741-8D3A-0A38C2D4142B}"/>
                </a:ext>
              </a:extLst>
            </p:cNvPr>
            <p:cNvGrpSpPr/>
            <p:nvPr/>
          </p:nvGrpSpPr>
          <p:grpSpPr>
            <a:xfrm>
              <a:off x="7767607" y="4870841"/>
              <a:ext cx="2692126" cy="1260456"/>
              <a:chOff x="7767607" y="4870841"/>
              <a:chExt cx="2692126" cy="1260456"/>
            </a:xfrm>
          </p:grpSpPr>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2541" y="524463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794" name="Group 793">
                <a:extLst>
                  <a:ext uri="{FF2B5EF4-FFF2-40B4-BE49-F238E27FC236}">
                    <a16:creationId xmlns:a16="http://schemas.microsoft.com/office/drawing/2014/main" id="{418A016B-3865-5C4A-BF54-A4D433F011BA}"/>
                  </a:ext>
                </a:extLst>
              </p:cNvPr>
              <p:cNvGrpSpPr/>
              <p:nvPr/>
            </p:nvGrpSpPr>
            <p:grpSpPr>
              <a:xfrm>
                <a:off x="7767607" y="4870841"/>
                <a:ext cx="2080029" cy="1260456"/>
                <a:chOff x="7767607" y="4870841"/>
                <a:chExt cx="2080029" cy="1260456"/>
              </a:xfrm>
            </p:grpSpPr>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74481" y="487084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195307" y="582348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67607" y="525174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47535" y="547533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45760" y="549681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28372" y="576581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1503" y="560706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grpSp>
      <p:grpSp>
        <p:nvGrpSpPr>
          <p:cNvPr id="8" name="Group 7">
            <a:extLst>
              <a:ext uri="{FF2B5EF4-FFF2-40B4-BE49-F238E27FC236}">
                <a16:creationId xmlns:a16="http://schemas.microsoft.com/office/drawing/2014/main" id="{FCEA6D79-FD00-1148-A95A-8E46A45625BA}"/>
              </a:ext>
            </a:extLst>
          </p:cNvPr>
          <p:cNvGrpSpPr/>
          <p:nvPr/>
        </p:nvGrpSpPr>
        <p:grpSpPr>
          <a:xfrm>
            <a:off x="7332141" y="1814171"/>
            <a:ext cx="4398669" cy="4440468"/>
            <a:chOff x="7295123" y="1843082"/>
            <a:chExt cx="4398669" cy="4440468"/>
          </a:xfrm>
        </p:grpSpPr>
        <p:sp>
          <p:nvSpPr>
            <p:cNvPr id="614" name="Oval 613">
              <a:extLst>
                <a:ext uri="{FF2B5EF4-FFF2-40B4-BE49-F238E27FC236}">
                  <a16:creationId xmlns:a16="http://schemas.microsoft.com/office/drawing/2014/main" id="{6D8354C1-1210-1940-9F91-B4758D5841DC}"/>
                </a:ext>
              </a:extLst>
            </p:cNvPr>
            <p:cNvSpPr/>
            <p:nvPr/>
          </p:nvSpPr>
          <p:spPr>
            <a:xfrm>
              <a:off x="7866885" y="34508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Oval 630">
              <a:extLst>
                <a:ext uri="{FF2B5EF4-FFF2-40B4-BE49-F238E27FC236}">
                  <a16:creationId xmlns:a16="http://schemas.microsoft.com/office/drawing/2014/main" id="{E3958303-11B7-AC47-B40B-E7F34DA98B87}"/>
                </a:ext>
              </a:extLst>
            </p:cNvPr>
            <p:cNvSpPr/>
            <p:nvPr/>
          </p:nvSpPr>
          <p:spPr>
            <a:xfrm>
              <a:off x="7675465" y="324742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Oval 631">
              <a:extLst>
                <a:ext uri="{FF2B5EF4-FFF2-40B4-BE49-F238E27FC236}">
                  <a16:creationId xmlns:a16="http://schemas.microsoft.com/office/drawing/2014/main" id="{E52B2236-5BAD-4448-BEE0-0CD0D214FDEF}"/>
                </a:ext>
              </a:extLst>
            </p:cNvPr>
            <p:cNvSpPr/>
            <p:nvPr/>
          </p:nvSpPr>
          <p:spPr>
            <a:xfrm>
              <a:off x="7295123" y="3349484"/>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94D09F97-D3D9-764B-B75B-ED7B4816D5B9}"/>
                </a:ext>
              </a:extLst>
            </p:cNvPr>
            <p:cNvGrpSpPr/>
            <p:nvPr/>
          </p:nvGrpSpPr>
          <p:grpSpPr>
            <a:xfrm>
              <a:off x="7384850" y="1843082"/>
              <a:ext cx="4308942" cy="4440468"/>
              <a:chOff x="7384850" y="1843082"/>
              <a:chExt cx="4308942" cy="4440468"/>
            </a:xfrm>
          </p:grpSpPr>
          <p:sp>
            <p:nvSpPr>
              <p:cNvPr id="609" name="Oval 608">
                <a:extLst>
                  <a:ext uri="{FF2B5EF4-FFF2-40B4-BE49-F238E27FC236}">
                    <a16:creationId xmlns:a16="http://schemas.microsoft.com/office/drawing/2014/main" id="{8000236D-4FCB-8E42-8443-B60A47AB111C}"/>
                  </a:ext>
                </a:extLst>
              </p:cNvPr>
              <p:cNvSpPr/>
              <p:nvPr/>
            </p:nvSpPr>
            <p:spPr>
              <a:xfrm>
                <a:off x="9026135" y="577348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D2A0E321-E076-5E4B-B83B-757AFB1A4CEA}"/>
                  </a:ext>
                </a:extLst>
              </p:cNvPr>
              <p:cNvSpPr/>
              <p:nvPr/>
            </p:nvSpPr>
            <p:spPr>
              <a:xfrm>
                <a:off x="8465833" y="5458029"/>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25D6BB58-705A-994A-A4C0-4597BD3E586E}"/>
                  </a:ext>
                </a:extLst>
              </p:cNvPr>
              <p:cNvSpPr/>
              <p:nvPr/>
            </p:nvSpPr>
            <p:spPr>
              <a:xfrm>
                <a:off x="7992829" y="538502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626C6AB3-E95B-4E45-912D-03BD50D0AB9E}"/>
                  </a:ext>
                </a:extLst>
              </p:cNvPr>
              <p:cNvSpPr/>
              <p:nvPr/>
            </p:nvSpPr>
            <p:spPr>
              <a:xfrm>
                <a:off x="7652236" y="518975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651092E3-127F-B747-AC6B-A506BBC80C9F}"/>
                  </a:ext>
                </a:extLst>
              </p:cNvPr>
              <p:cNvSpPr/>
              <p:nvPr/>
            </p:nvSpPr>
            <p:spPr>
              <a:xfrm>
                <a:off x="11017339" y="3399436"/>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C302BF23-8204-FB46-A78D-495CB59FC0FB}"/>
                  </a:ext>
                </a:extLst>
              </p:cNvPr>
              <p:cNvSpPr/>
              <p:nvPr/>
            </p:nvSpPr>
            <p:spPr>
              <a:xfrm>
                <a:off x="8605132" y="1925480"/>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Oval 633">
                <a:extLst>
                  <a:ext uri="{FF2B5EF4-FFF2-40B4-BE49-F238E27FC236}">
                    <a16:creationId xmlns:a16="http://schemas.microsoft.com/office/drawing/2014/main" id="{ED9D1CE7-97E7-BE42-9A9E-DFF564EF6FD2}"/>
                  </a:ext>
                </a:extLst>
              </p:cNvPr>
              <p:cNvSpPr/>
              <p:nvPr/>
            </p:nvSpPr>
            <p:spPr>
              <a:xfrm>
                <a:off x="7384850" y="233272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43306" y="184308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33196CF4-E8B7-C748-AEBE-BE1C069588D5}"/>
                  </a:ext>
                </a:extLst>
              </p:cNvPr>
              <p:cNvSpPr/>
              <p:nvPr/>
            </p:nvSpPr>
            <p:spPr>
              <a:xfrm>
                <a:off x="11081481" y="4188998"/>
                <a:ext cx="612311" cy="510076"/>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Oval 636">
                <a:extLst>
                  <a:ext uri="{FF2B5EF4-FFF2-40B4-BE49-F238E27FC236}">
                    <a16:creationId xmlns:a16="http://schemas.microsoft.com/office/drawing/2014/main" id="{B8AA2F12-9606-F944-8D71-78704F4F02AC}"/>
                  </a:ext>
                </a:extLst>
              </p:cNvPr>
              <p:cNvSpPr/>
              <p:nvPr/>
            </p:nvSpPr>
            <p:spPr>
              <a:xfrm>
                <a:off x="7866885" y="48089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786432" y="558368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Oval 638">
                <a:extLst>
                  <a:ext uri="{FF2B5EF4-FFF2-40B4-BE49-F238E27FC236}">
                    <a16:creationId xmlns:a16="http://schemas.microsoft.com/office/drawing/2014/main" id="{DF73A1CD-668E-B544-868D-FCFA8CE79DB9}"/>
                  </a:ext>
                </a:extLst>
              </p:cNvPr>
              <p:cNvSpPr/>
              <p:nvPr/>
            </p:nvSpPr>
            <p:spPr>
              <a:xfrm>
                <a:off x="10048818" y="5198326"/>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40" name="Content Placeholder 2">
            <a:extLst>
              <a:ext uri="{FF2B5EF4-FFF2-40B4-BE49-F238E27FC236}">
                <a16:creationId xmlns:a16="http://schemas.microsoft.com/office/drawing/2014/main" id="{CAE1DAE5-E210-1642-9C4E-115EA6D0718E}"/>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74625" indent="0">
              <a:buSzPct val="75000"/>
              <a:buNone/>
            </a:pPr>
            <a:endParaRPr lang="en-US" altLang="en-US" dirty="0"/>
          </a:p>
          <a:p>
            <a:endParaRPr lang="en-US" dirty="0"/>
          </a:p>
        </p:txBody>
      </p:sp>
      <p:sp>
        <p:nvSpPr>
          <p:cNvPr id="571" name="Slide Number Placeholder 5">
            <a:extLst>
              <a:ext uri="{FF2B5EF4-FFF2-40B4-BE49-F238E27FC236}">
                <a16:creationId xmlns:a16="http://schemas.microsoft.com/office/drawing/2014/main" id="{708DEF7C-B0F7-A64F-8A70-6995BEA8D4E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10</a:t>
            </a:fld>
            <a:endParaRPr lang="en-US" dirty="0"/>
          </a:p>
        </p:txBody>
      </p:sp>
    </p:spTree>
    <p:extLst>
      <p:ext uri="{BB962C8B-B14F-4D97-AF65-F5344CB8AC3E}">
        <p14:creationId xmlns:p14="http://schemas.microsoft.com/office/powerpoint/2010/main" val="3991590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640">
                                            <p:txEl>
                                              <p:pRg st="0" end="0"/>
                                            </p:txEl>
                                          </p:spTgt>
                                        </p:tgtEl>
                                        <p:attrNameLst>
                                          <p:attrName>style.visibility</p:attrName>
                                        </p:attrNameLst>
                                      </p:cBhvr>
                                      <p:to>
                                        <p:strVal val="visible"/>
                                      </p:to>
                                    </p:set>
                                    <p:animEffect transition="in" filter="dissolve">
                                      <p:cBhvr>
                                        <p:cTn id="13" dur="500"/>
                                        <p:tgtEl>
                                          <p:spTgt spid="640">
                                            <p:txEl>
                                              <p:pRg st="0" end="0"/>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640">
                                            <p:txEl>
                                              <p:pRg st="1" end="1"/>
                                            </p:txEl>
                                          </p:spTgt>
                                        </p:tgtEl>
                                        <p:attrNameLst>
                                          <p:attrName>style.visibility</p:attrName>
                                        </p:attrNameLst>
                                      </p:cBhvr>
                                      <p:to>
                                        <p:strVal val="visible"/>
                                      </p:to>
                                    </p:set>
                                    <p:animEffect transition="in" filter="dissolve">
                                      <p:cBhvr>
                                        <p:cTn id="16" dur="500"/>
                                        <p:tgtEl>
                                          <p:spTgt spid="640">
                                            <p:txEl>
                                              <p:pRg st="1" end="1"/>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640">
                                            <p:txEl>
                                              <p:pRg st="2" end="2"/>
                                            </p:txEl>
                                          </p:spTgt>
                                        </p:tgtEl>
                                        <p:attrNameLst>
                                          <p:attrName>style.visibility</p:attrName>
                                        </p:attrNameLst>
                                      </p:cBhvr>
                                      <p:to>
                                        <p:strVal val="visible"/>
                                      </p:to>
                                    </p:set>
                                    <p:animEffect transition="in" filter="dissolve">
                                      <p:cBhvr>
                                        <p:cTn id="19" dur="500"/>
                                        <p:tgtEl>
                                          <p:spTgt spid="64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40"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altLang="ja-JP" sz="5400" b="0" dirty="0"/>
              <a:t>A closer look at Internet structure</a:t>
            </a:r>
            <a:endParaRPr lang="en-US" sz="5400" b="0"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 name="Rectangle 8">
            <a:extLst>
              <a:ext uri="{FF2B5EF4-FFF2-40B4-BE49-F238E27FC236}">
                <a16:creationId xmlns:a16="http://schemas.microsoft.com/office/drawing/2014/main" id="{04483029-0B46-154F-9CA3-FEA06875B8DB}"/>
              </a:ext>
            </a:extLst>
          </p:cNvPr>
          <p:cNvSpPr/>
          <p:nvPr/>
        </p:nvSpPr>
        <p:spPr>
          <a:xfrm>
            <a:off x="6471025" y="145155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7380480" y="1798646"/>
            <a:ext cx="4322981" cy="3874447"/>
            <a:chOff x="11448552" y="1676017"/>
            <a:chExt cx="4322981" cy="3874447"/>
          </a:xfrm>
        </p:grpSpPr>
        <p:sp>
          <p:nvSpPr>
            <p:cNvPr id="609" name="Oval 608">
              <a:extLst>
                <a:ext uri="{FF2B5EF4-FFF2-40B4-BE49-F238E27FC236}">
                  <a16:creationId xmlns:a16="http://schemas.microsoft.com/office/drawing/2014/main" id="{8000236D-4FCB-8E42-8443-B60A47AB111C}"/>
                </a:ext>
              </a:extLst>
            </p:cNvPr>
            <p:cNvSpPr/>
            <p:nvPr/>
          </p:nvSpPr>
          <p:spPr>
            <a:xfrm>
              <a:off x="11548524" y="3627656"/>
              <a:ext cx="1007401" cy="44821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D2A0E321-E076-5E4B-B83B-757AFB1A4CEA}"/>
                </a:ext>
              </a:extLst>
            </p:cNvPr>
            <p:cNvSpPr/>
            <p:nvPr/>
          </p:nvSpPr>
          <p:spPr>
            <a:xfrm rot="1622536">
              <a:off x="12634901" y="5270789"/>
              <a:ext cx="887739" cy="16172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651092E3-127F-B747-AC6B-A506BBC80C9F}"/>
                </a:ext>
              </a:extLst>
            </p:cNvPr>
            <p:cNvSpPr/>
            <p:nvPr/>
          </p:nvSpPr>
          <p:spPr>
            <a:xfrm>
              <a:off x="12775958" y="1847944"/>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C302BF23-8204-FB46-A78D-495CB59FC0FB}"/>
                </a:ext>
              </a:extLst>
            </p:cNvPr>
            <p:cNvSpPr/>
            <p:nvPr/>
          </p:nvSpPr>
          <p:spPr>
            <a:xfrm>
              <a:off x="12669374" y="4563454"/>
              <a:ext cx="1698836"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12239699" y="4881027"/>
              <a:ext cx="660040" cy="553827"/>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33196CF4-E8B7-C748-AEBE-BE1C069588D5}"/>
                </a:ext>
              </a:extLst>
            </p:cNvPr>
            <p:cNvSpPr/>
            <p:nvPr/>
          </p:nvSpPr>
          <p:spPr>
            <a:xfrm>
              <a:off x="12638017" y="2106713"/>
              <a:ext cx="503074" cy="2433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Oval 636">
              <a:extLst>
                <a:ext uri="{FF2B5EF4-FFF2-40B4-BE49-F238E27FC236}">
                  <a16:creationId xmlns:a16="http://schemas.microsoft.com/office/drawing/2014/main" id="{B8AA2F12-9606-F944-8D71-78704F4F02AC}"/>
                </a:ext>
              </a:extLst>
            </p:cNvPr>
            <p:cNvSpPr/>
            <p:nvPr/>
          </p:nvSpPr>
          <p:spPr>
            <a:xfrm>
              <a:off x="13837524" y="504039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rot="2528345">
              <a:off x="12297976" y="2504847"/>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Oval 638">
              <a:extLst>
                <a:ext uri="{FF2B5EF4-FFF2-40B4-BE49-F238E27FC236}">
                  <a16:creationId xmlns:a16="http://schemas.microsoft.com/office/drawing/2014/main" id="{DF73A1CD-668E-B544-868D-FCFA8CE79DB9}"/>
                </a:ext>
              </a:extLst>
            </p:cNvPr>
            <p:cNvSpPr/>
            <p:nvPr/>
          </p:nvSpPr>
          <p:spPr>
            <a:xfrm>
              <a:off x="11972286" y="1972003"/>
              <a:ext cx="612303" cy="75426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500940CE-3A4B-8544-8F75-20D608AFFFB0}"/>
                </a:ext>
              </a:extLst>
            </p:cNvPr>
            <p:cNvSpPr/>
            <p:nvPr/>
          </p:nvSpPr>
          <p:spPr>
            <a:xfrm>
              <a:off x="11792971" y="167601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E74C110B-4F40-B84E-93CB-C30BF30DDED9}"/>
                </a:ext>
              </a:extLst>
            </p:cNvPr>
            <p:cNvSpPr/>
            <p:nvPr/>
          </p:nvSpPr>
          <p:spPr>
            <a:xfrm>
              <a:off x="11448552" y="2167072"/>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5" name="Oval 574">
              <a:extLst>
                <a:ext uri="{FF2B5EF4-FFF2-40B4-BE49-F238E27FC236}">
                  <a16:creationId xmlns:a16="http://schemas.microsoft.com/office/drawing/2014/main" id="{2CC4CBCD-9D3E-664B-9A59-A12E27F46392}"/>
                </a:ext>
              </a:extLst>
            </p:cNvPr>
            <p:cNvSpPr/>
            <p:nvPr/>
          </p:nvSpPr>
          <p:spPr>
            <a:xfrm>
              <a:off x="11807613" y="308958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F26C818D-F631-C04E-9F69-A6D978B05150}"/>
                </a:ext>
              </a:extLst>
            </p:cNvPr>
            <p:cNvSpPr/>
            <p:nvPr/>
          </p:nvSpPr>
          <p:spPr>
            <a:xfrm>
              <a:off x="11461856" y="3203435"/>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Oval 639">
              <a:extLst>
                <a:ext uri="{FF2B5EF4-FFF2-40B4-BE49-F238E27FC236}">
                  <a16:creationId xmlns:a16="http://schemas.microsoft.com/office/drawing/2014/main" id="{67287325-A3CF-3F47-9A8A-8C7EE2AD7C46}"/>
                </a:ext>
              </a:extLst>
            </p:cNvPr>
            <p:cNvSpPr/>
            <p:nvPr/>
          </p:nvSpPr>
          <p:spPr>
            <a:xfrm>
              <a:off x="14880961" y="3246013"/>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0F5FBC8A-7824-B94D-A922-EFEF1B35EA37}"/>
                </a:ext>
              </a:extLst>
            </p:cNvPr>
            <p:cNvSpPr/>
            <p:nvPr/>
          </p:nvSpPr>
          <p:spPr>
            <a:xfrm>
              <a:off x="14958490" y="4026029"/>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42" name="Content Placeholder 2">
            <a:extLst>
              <a:ext uri="{FF2B5EF4-FFF2-40B4-BE49-F238E27FC236}">
                <a16:creationId xmlns:a16="http://schemas.microsoft.com/office/drawing/2014/main" id="{42E83185-879F-5940-902F-C059E5776B03}"/>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174625" indent="0">
              <a:buSzPct val="75000"/>
              <a:buNone/>
            </a:pPr>
            <a:endParaRPr lang="en-US" altLang="en-US" dirty="0"/>
          </a:p>
          <a:p>
            <a:endParaRPr lang="en-US" dirty="0"/>
          </a:p>
        </p:txBody>
      </p:sp>
      <p:sp>
        <p:nvSpPr>
          <p:cNvPr id="35" name="Rectangle 34">
            <a:extLst>
              <a:ext uri="{FF2B5EF4-FFF2-40B4-BE49-F238E27FC236}">
                <a16:creationId xmlns:a16="http://schemas.microsoft.com/office/drawing/2014/main" id="{CED6763B-8C95-A249-B406-399CD97D3BBA}"/>
              </a:ext>
            </a:extLst>
          </p:cNvPr>
          <p:cNvSpPr/>
          <p:nvPr/>
        </p:nvSpPr>
        <p:spPr>
          <a:xfrm>
            <a:off x="683172" y="1681655"/>
            <a:ext cx="5787853" cy="1703362"/>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6" name="Slide Number Placeholder 5">
            <a:extLst>
              <a:ext uri="{FF2B5EF4-FFF2-40B4-BE49-F238E27FC236}">
                <a16:creationId xmlns:a16="http://schemas.microsoft.com/office/drawing/2014/main" id="{A788B1F4-B4B8-854F-BF10-4760630704C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11</a:t>
            </a:fld>
            <a:endParaRPr lang="en-US" dirty="0"/>
          </a:p>
        </p:txBody>
      </p:sp>
    </p:spTree>
    <p:extLst>
      <p:ext uri="{BB962C8B-B14F-4D97-AF65-F5344CB8AC3E}">
        <p14:creationId xmlns:p14="http://schemas.microsoft.com/office/powerpoint/2010/main" val="9740507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fontScale="90000"/>
          </a:bodyPr>
          <a:lstStyle/>
          <a:p>
            <a:r>
              <a:rPr lang="en-US" altLang="ja-JP" sz="6000" b="0" dirty="0"/>
              <a:t>A closer look at Internet structure</a:t>
            </a:r>
            <a:endParaRPr lang="en-US" sz="6000" b="0"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38199" y="1825625"/>
            <a:ext cx="5692665" cy="4617464"/>
          </a:xfrm>
        </p:spPr>
        <p:txBody>
          <a:bodyPr>
            <a:normAutofit/>
          </a:bodyPr>
          <a:lstStyle/>
          <a:p>
            <a:pPr marL="0" indent="0">
              <a:buSzPct val="75000"/>
              <a:buNone/>
            </a:pPr>
            <a:r>
              <a:rPr lang="en-US" altLang="en-US" sz="3200" dirty="0">
                <a:solidFill>
                  <a:srgbClr val="CC0000"/>
                </a:solidFill>
                <a:latin typeface="Calibri" panose="020F0502020204030204" pitchFamily="34" charset="0"/>
                <a:ea typeface="ＭＳ Ｐゴシック" panose="020B0600070205080204" pitchFamily="34" charset="-128"/>
                <a:cs typeface="Calibri" panose="020F0502020204030204" pitchFamily="34" charset="0"/>
              </a:rPr>
              <a:t>Network edge:</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hosts: clients and servers</a:t>
            </a:r>
          </a:p>
          <a:p>
            <a:pPr marL="350838" indent="-225425">
              <a:buSzPct val="100000"/>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servers often in data centers</a:t>
            </a:r>
          </a:p>
          <a:p>
            <a:pPr marL="11113"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Access networks, physical media:</a:t>
            </a:r>
          </a:p>
          <a:p>
            <a:pPr marL="290513" indent="-176213">
              <a:buSzPct val="100000"/>
            </a:pPr>
            <a:r>
              <a:rPr lang="en-US" altLang="en-US" dirty="0">
                <a:latin typeface="Calibri" panose="020F0502020204030204" pitchFamily="34" charset="0"/>
                <a:cs typeface="Calibri" panose="020F0502020204030204" pitchFamily="34" charset="0"/>
              </a:rPr>
              <a:t>wired, wireless communication links</a:t>
            </a:r>
            <a:r>
              <a:rPr lang="en-US" altLang="en-US" dirty="0">
                <a:solidFill>
                  <a:srgbClr val="FF0000"/>
                </a:solidFill>
                <a:latin typeface="Calibri" panose="020F0502020204030204" pitchFamily="34" charset="0"/>
                <a:cs typeface="Calibri" panose="020F0502020204030204" pitchFamily="34" charset="0"/>
              </a:rPr>
              <a:t> </a:t>
            </a:r>
          </a:p>
          <a:p>
            <a:pPr marL="9525" indent="0">
              <a:spcBef>
                <a:spcPts val="2200"/>
              </a:spcBef>
              <a:buSzPct val="75000"/>
              <a:buNone/>
            </a:pPr>
            <a:r>
              <a:rPr lang="en-US" altLang="en-US" sz="3200" dirty="0">
                <a:solidFill>
                  <a:srgbClr val="CC0000"/>
                </a:solidFill>
                <a:latin typeface="Calibri" panose="020F0502020204030204" pitchFamily="34" charset="0"/>
                <a:cs typeface="Calibri" panose="020F0502020204030204" pitchFamily="34" charset="0"/>
              </a:rPr>
              <a:t>Network core: </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interconnected routers</a:t>
            </a:r>
          </a:p>
          <a:p>
            <a:pPr marL="342900" lvl="1" indent="-207963">
              <a:lnSpc>
                <a:spcPct val="85000"/>
              </a:lnSpc>
              <a:spcBef>
                <a:spcPct val="15000"/>
              </a:spcBef>
              <a:buClr>
                <a:srgbClr val="000099"/>
              </a:buClr>
              <a:buSzPct val="95000"/>
              <a:buFont typeface="Wingdings" pitchFamily="2" charset="2"/>
              <a:buChar char="§"/>
            </a:pPr>
            <a:r>
              <a:rPr lang="en-US" altLang="en-US" sz="2800" dirty="0">
                <a:latin typeface="Calibri" panose="020F0502020204030204" pitchFamily="34" charset="0"/>
                <a:cs typeface="Calibri" panose="020F0502020204030204" pitchFamily="34" charset="0"/>
              </a:rPr>
              <a:t>network of networks</a:t>
            </a:r>
          </a:p>
          <a:p>
            <a:pPr marL="174625" indent="0">
              <a:buSzPct val="75000"/>
              <a:buNone/>
            </a:pPr>
            <a:endParaRPr lang="en-US" altLang="en-US" dirty="0"/>
          </a:p>
          <a:p>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8694912" y="1702617"/>
            <a:ext cx="2658888" cy="2831440"/>
            <a:chOff x="17449127" y="2067553"/>
            <a:chExt cx="2658888" cy="2831440"/>
          </a:xfrm>
        </p:grpSpPr>
        <p:sp>
          <p:nvSpPr>
            <p:cNvPr id="640" name="Oval 639">
              <a:extLst>
                <a:ext uri="{FF2B5EF4-FFF2-40B4-BE49-F238E27FC236}">
                  <a16:creationId xmlns:a16="http://schemas.microsoft.com/office/drawing/2014/main" id="{67287325-A3CF-3F47-9A8A-8C7EE2AD7C46}"/>
                </a:ext>
              </a:extLst>
            </p:cNvPr>
            <p:cNvSpPr/>
            <p:nvPr/>
          </p:nvSpPr>
          <p:spPr>
            <a:xfrm>
              <a:off x="18054808" y="2067553"/>
              <a:ext cx="2053207" cy="139951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D09BD5F5-1EE1-7744-94DF-5BEAED02584D}"/>
                </a:ext>
              </a:extLst>
            </p:cNvPr>
            <p:cNvSpPr/>
            <p:nvPr/>
          </p:nvSpPr>
          <p:spPr>
            <a:xfrm>
              <a:off x="17449127" y="3391110"/>
              <a:ext cx="2173774" cy="150788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6" name="Rectangle 495">
            <a:extLst>
              <a:ext uri="{FF2B5EF4-FFF2-40B4-BE49-F238E27FC236}">
                <a16:creationId xmlns:a16="http://schemas.microsoft.com/office/drawing/2014/main" id="{E9B89C25-995B-4D4B-BEAF-83AAF26ACE92}"/>
              </a:ext>
            </a:extLst>
          </p:cNvPr>
          <p:cNvSpPr/>
          <p:nvPr/>
        </p:nvSpPr>
        <p:spPr>
          <a:xfrm>
            <a:off x="807652" y="1884278"/>
            <a:ext cx="5787853" cy="2921876"/>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Freeform 4">
            <a:extLst>
              <a:ext uri="{FF2B5EF4-FFF2-40B4-BE49-F238E27FC236}">
                <a16:creationId xmlns:a16="http://schemas.microsoft.com/office/drawing/2014/main" id="{22D8BA93-CE35-C54A-BCA8-174D5BBE10D2}"/>
              </a:ext>
            </a:extLst>
          </p:cNvPr>
          <p:cNvSpPr/>
          <p:nvPr/>
        </p:nvSpPr>
        <p:spPr>
          <a:xfrm>
            <a:off x="7157545" y="1523999"/>
            <a:ext cx="4550979" cy="4897821"/>
          </a:xfrm>
          <a:custGeom>
            <a:avLst/>
            <a:gdLst>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713187 w 4656083"/>
              <a:gd name="connsiteY6" fmla="*/ 3100551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126410 w 4656369"/>
              <a:gd name="connsiteY0" fmla="*/ 234571 h 4953715"/>
              <a:gd name="connsiteX1" fmla="*/ 286 w 4656369"/>
              <a:gd name="connsiteY1" fmla="*/ 13853 h 4953715"/>
              <a:gd name="connsiteX2" fmla="*/ 94879 w 4656369"/>
              <a:gd name="connsiteY2" fmla="*/ 24363 h 4953715"/>
              <a:gd name="connsiteX3" fmla="*/ 2375624 w 4656369"/>
              <a:gd name="connsiteY3" fmla="*/ 55894 h 4953715"/>
              <a:gd name="connsiteX4" fmla="*/ 2438686 w 4656369"/>
              <a:gd name="connsiteY4" fmla="*/ 1485300 h 4953715"/>
              <a:gd name="connsiteX5" fmla="*/ 1692452 w 4656369"/>
              <a:gd name="connsiteY5" fmla="*/ 1937246 h 4953715"/>
              <a:gd name="connsiteX6" fmla="*/ 1555817 w 4656369"/>
              <a:gd name="connsiteY6" fmla="*/ 2483783 h 4953715"/>
              <a:gd name="connsiteX7" fmla="*/ 3132369 w 4656369"/>
              <a:gd name="connsiteY7" fmla="*/ 3103894 h 4953715"/>
              <a:gd name="connsiteX8" fmla="*/ 3605335 w 4656369"/>
              <a:gd name="connsiteY8" fmla="*/ 2883177 h 4953715"/>
              <a:gd name="connsiteX9" fmla="*/ 3805031 w 4656369"/>
              <a:gd name="connsiteY9" fmla="*/ 2609907 h 4953715"/>
              <a:gd name="connsiteX10" fmla="*/ 3826052 w 4656369"/>
              <a:gd name="connsiteY10" fmla="*/ 2273577 h 4953715"/>
              <a:gd name="connsiteX11" fmla="*/ 3784011 w 4656369"/>
              <a:gd name="connsiteY11" fmla="*/ 2073880 h 4953715"/>
              <a:gd name="connsiteX12" fmla="*/ 3689417 w 4656369"/>
              <a:gd name="connsiteY12" fmla="*/ 1895204 h 4953715"/>
              <a:gd name="connsiteX13" fmla="*/ 3447679 w 4656369"/>
              <a:gd name="connsiteY13" fmla="*/ 1737549 h 4953715"/>
              <a:gd name="connsiteX14" fmla="*/ 4498714 w 4656369"/>
              <a:gd name="connsiteY14" fmla="*/ 1600915 h 4953715"/>
              <a:gd name="connsiteX15" fmla="*/ 4656369 w 4656369"/>
              <a:gd name="connsiteY15" fmla="*/ 2935728 h 4953715"/>
              <a:gd name="connsiteX16" fmla="*/ 4509224 w 4656369"/>
              <a:gd name="connsiteY16" fmla="*/ 4575342 h 4953715"/>
              <a:gd name="connsiteX17" fmla="*/ 3500231 w 4656369"/>
              <a:gd name="connsiteY17" fmla="*/ 4953715 h 4953715"/>
              <a:gd name="connsiteX18" fmla="*/ 105390 w 4656369"/>
              <a:gd name="connsiteY18" fmla="*/ 4911673 h 4953715"/>
              <a:gd name="connsiteX19" fmla="*/ 126410 w 4656369"/>
              <a:gd name="connsiteY19" fmla="*/ 234571 h 4953715"/>
              <a:gd name="connsiteX0" fmla="*/ 190699 w 4720658"/>
              <a:gd name="connsiteY0" fmla="*/ 417353 h 5136497"/>
              <a:gd name="connsiteX1" fmla="*/ 159168 w 4720658"/>
              <a:gd name="connsiteY1" fmla="*/ 207145 h 5136497"/>
              <a:gd name="connsiteX2" fmla="*/ 2439913 w 4720658"/>
              <a:gd name="connsiteY2" fmla="*/ 238676 h 5136497"/>
              <a:gd name="connsiteX3" fmla="*/ 2502975 w 4720658"/>
              <a:gd name="connsiteY3" fmla="*/ 1668082 h 5136497"/>
              <a:gd name="connsiteX4" fmla="*/ 1756741 w 4720658"/>
              <a:gd name="connsiteY4" fmla="*/ 2120028 h 5136497"/>
              <a:gd name="connsiteX5" fmla="*/ 1620106 w 4720658"/>
              <a:gd name="connsiteY5" fmla="*/ 2666565 h 5136497"/>
              <a:gd name="connsiteX6" fmla="*/ 3196658 w 4720658"/>
              <a:gd name="connsiteY6" fmla="*/ 3286676 h 5136497"/>
              <a:gd name="connsiteX7" fmla="*/ 3669624 w 4720658"/>
              <a:gd name="connsiteY7" fmla="*/ 3065959 h 5136497"/>
              <a:gd name="connsiteX8" fmla="*/ 3869320 w 4720658"/>
              <a:gd name="connsiteY8" fmla="*/ 2792689 h 5136497"/>
              <a:gd name="connsiteX9" fmla="*/ 3890341 w 4720658"/>
              <a:gd name="connsiteY9" fmla="*/ 2456359 h 5136497"/>
              <a:gd name="connsiteX10" fmla="*/ 3848300 w 4720658"/>
              <a:gd name="connsiteY10" fmla="*/ 2256662 h 5136497"/>
              <a:gd name="connsiteX11" fmla="*/ 3753706 w 4720658"/>
              <a:gd name="connsiteY11" fmla="*/ 2077986 h 5136497"/>
              <a:gd name="connsiteX12" fmla="*/ 3511968 w 4720658"/>
              <a:gd name="connsiteY12" fmla="*/ 1920331 h 5136497"/>
              <a:gd name="connsiteX13" fmla="*/ 4563003 w 4720658"/>
              <a:gd name="connsiteY13" fmla="*/ 1783697 h 5136497"/>
              <a:gd name="connsiteX14" fmla="*/ 4720658 w 4720658"/>
              <a:gd name="connsiteY14" fmla="*/ 3118510 h 5136497"/>
              <a:gd name="connsiteX15" fmla="*/ 4573513 w 4720658"/>
              <a:gd name="connsiteY15" fmla="*/ 4758124 h 5136497"/>
              <a:gd name="connsiteX16" fmla="*/ 3564520 w 4720658"/>
              <a:gd name="connsiteY16" fmla="*/ 5136497 h 5136497"/>
              <a:gd name="connsiteX17" fmla="*/ 169679 w 4720658"/>
              <a:gd name="connsiteY17" fmla="*/ 5094455 h 5136497"/>
              <a:gd name="connsiteX18" fmla="*/ 190699 w 4720658"/>
              <a:gd name="connsiteY18" fmla="*/ 417353 h 5136497"/>
              <a:gd name="connsiteX0" fmla="*/ 21020 w 4550979"/>
              <a:gd name="connsiteY0" fmla="*/ 476180 h 5195324"/>
              <a:gd name="connsiteX1" fmla="*/ 2270234 w 4550979"/>
              <a:gd name="connsiteY1" fmla="*/ 297503 h 5195324"/>
              <a:gd name="connsiteX2" fmla="*/ 2333296 w 4550979"/>
              <a:gd name="connsiteY2" fmla="*/ 1726909 h 5195324"/>
              <a:gd name="connsiteX3" fmla="*/ 1587062 w 4550979"/>
              <a:gd name="connsiteY3" fmla="*/ 2178855 h 5195324"/>
              <a:gd name="connsiteX4" fmla="*/ 1450427 w 4550979"/>
              <a:gd name="connsiteY4" fmla="*/ 2725392 h 5195324"/>
              <a:gd name="connsiteX5" fmla="*/ 3026979 w 4550979"/>
              <a:gd name="connsiteY5" fmla="*/ 3345503 h 5195324"/>
              <a:gd name="connsiteX6" fmla="*/ 3499945 w 4550979"/>
              <a:gd name="connsiteY6" fmla="*/ 3124786 h 5195324"/>
              <a:gd name="connsiteX7" fmla="*/ 3699641 w 4550979"/>
              <a:gd name="connsiteY7" fmla="*/ 2851516 h 5195324"/>
              <a:gd name="connsiteX8" fmla="*/ 3720662 w 4550979"/>
              <a:gd name="connsiteY8" fmla="*/ 2515186 h 5195324"/>
              <a:gd name="connsiteX9" fmla="*/ 3678621 w 4550979"/>
              <a:gd name="connsiteY9" fmla="*/ 2315489 h 5195324"/>
              <a:gd name="connsiteX10" fmla="*/ 3584027 w 4550979"/>
              <a:gd name="connsiteY10" fmla="*/ 2136813 h 5195324"/>
              <a:gd name="connsiteX11" fmla="*/ 3342289 w 4550979"/>
              <a:gd name="connsiteY11" fmla="*/ 1979158 h 5195324"/>
              <a:gd name="connsiteX12" fmla="*/ 4393324 w 4550979"/>
              <a:gd name="connsiteY12" fmla="*/ 1842524 h 5195324"/>
              <a:gd name="connsiteX13" fmla="*/ 4550979 w 4550979"/>
              <a:gd name="connsiteY13" fmla="*/ 3177337 h 5195324"/>
              <a:gd name="connsiteX14" fmla="*/ 4403834 w 4550979"/>
              <a:gd name="connsiteY14" fmla="*/ 4816951 h 5195324"/>
              <a:gd name="connsiteX15" fmla="*/ 3394841 w 4550979"/>
              <a:gd name="connsiteY15" fmla="*/ 5195324 h 5195324"/>
              <a:gd name="connsiteX16" fmla="*/ 0 w 4550979"/>
              <a:gd name="connsiteY16" fmla="*/ 5153282 h 5195324"/>
              <a:gd name="connsiteX17" fmla="*/ 21020 w 4550979"/>
              <a:gd name="connsiteY17" fmla="*/ 476180 h 5195324"/>
              <a:gd name="connsiteX0" fmla="*/ 21020 w 4550979"/>
              <a:gd name="connsiteY0" fmla="*/ 258442 h 4977586"/>
              <a:gd name="connsiteX1" fmla="*/ 2270234 w 4550979"/>
              <a:gd name="connsiteY1" fmla="*/ 79765 h 4977586"/>
              <a:gd name="connsiteX2" fmla="*/ 2333296 w 4550979"/>
              <a:gd name="connsiteY2" fmla="*/ 1509171 h 4977586"/>
              <a:gd name="connsiteX3" fmla="*/ 1587062 w 4550979"/>
              <a:gd name="connsiteY3" fmla="*/ 1961117 h 4977586"/>
              <a:gd name="connsiteX4" fmla="*/ 1450427 w 4550979"/>
              <a:gd name="connsiteY4" fmla="*/ 2507654 h 4977586"/>
              <a:gd name="connsiteX5" fmla="*/ 3026979 w 4550979"/>
              <a:gd name="connsiteY5" fmla="*/ 3127765 h 4977586"/>
              <a:gd name="connsiteX6" fmla="*/ 3499945 w 4550979"/>
              <a:gd name="connsiteY6" fmla="*/ 2907048 h 4977586"/>
              <a:gd name="connsiteX7" fmla="*/ 3699641 w 4550979"/>
              <a:gd name="connsiteY7" fmla="*/ 2633778 h 4977586"/>
              <a:gd name="connsiteX8" fmla="*/ 3720662 w 4550979"/>
              <a:gd name="connsiteY8" fmla="*/ 2297448 h 4977586"/>
              <a:gd name="connsiteX9" fmla="*/ 3678621 w 4550979"/>
              <a:gd name="connsiteY9" fmla="*/ 2097751 h 4977586"/>
              <a:gd name="connsiteX10" fmla="*/ 3584027 w 4550979"/>
              <a:gd name="connsiteY10" fmla="*/ 1919075 h 4977586"/>
              <a:gd name="connsiteX11" fmla="*/ 3342289 w 4550979"/>
              <a:gd name="connsiteY11" fmla="*/ 1761420 h 4977586"/>
              <a:gd name="connsiteX12" fmla="*/ 4393324 w 4550979"/>
              <a:gd name="connsiteY12" fmla="*/ 1624786 h 4977586"/>
              <a:gd name="connsiteX13" fmla="*/ 4550979 w 4550979"/>
              <a:gd name="connsiteY13" fmla="*/ 2959599 h 4977586"/>
              <a:gd name="connsiteX14" fmla="*/ 4403834 w 4550979"/>
              <a:gd name="connsiteY14" fmla="*/ 4599213 h 4977586"/>
              <a:gd name="connsiteX15" fmla="*/ 3394841 w 4550979"/>
              <a:gd name="connsiteY15" fmla="*/ 4977586 h 4977586"/>
              <a:gd name="connsiteX16" fmla="*/ 0 w 4550979"/>
              <a:gd name="connsiteY16" fmla="*/ 4935544 h 4977586"/>
              <a:gd name="connsiteX17" fmla="*/ 21020 w 4550979"/>
              <a:gd name="connsiteY17" fmla="*/ 258442 h 4977586"/>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99945 w 4550979"/>
              <a:gd name="connsiteY6" fmla="*/ 2827283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979" h="4897821">
                <a:moveTo>
                  <a:pt x="21020" y="178677"/>
                </a:moveTo>
                <a:cubicBezTo>
                  <a:pt x="1030013" y="42043"/>
                  <a:pt x="1453930" y="54304"/>
                  <a:pt x="2270234" y="0"/>
                </a:cubicBezTo>
                <a:cubicBezTo>
                  <a:pt x="2291255" y="476469"/>
                  <a:pt x="1902372" y="963447"/>
                  <a:pt x="2333296" y="1429406"/>
                </a:cubicBezTo>
                <a:lnTo>
                  <a:pt x="1587062" y="1881352"/>
                </a:lnTo>
                <a:lnTo>
                  <a:pt x="1450427" y="2427889"/>
                </a:lnTo>
                <a:cubicBezTo>
                  <a:pt x="1681655" y="2998951"/>
                  <a:pt x="2312276" y="3139089"/>
                  <a:pt x="3026979" y="3048000"/>
                </a:cubicBezTo>
                <a:lnTo>
                  <a:pt x="3499945" y="2827283"/>
                </a:lnTo>
                <a:lnTo>
                  <a:pt x="3699641" y="2554013"/>
                </a:lnTo>
                <a:lnTo>
                  <a:pt x="3720662" y="2217683"/>
                </a:lnTo>
                <a:lnTo>
                  <a:pt x="3678621" y="2017986"/>
                </a:lnTo>
                <a:lnTo>
                  <a:pt x="3584027" y="1839310"/>
                </a:lnTo>
                <a:lnTo>
                  <a:pt x="3342289" y="1681655"/>
                </a:lnTo>
                <a:lnTo>
                  <a:pt x="4393324" y="1545021"/>
                </a:lnTo>
                <a:lnTo>
                  <a:pt x="4550979" y="2879834"/>
                </a:lnTo>
                <a:lnTo>
                  <a:pt x="4403834" y="4519448"/>
                </a:lnTo>
                <a:lnTo>
                  <a:pt x="3394841" y="4897821"/>
                </a:lnTo>
                <a:lnTo>
                  <a:pt x="0" y="4855779"/>
                </a:lnTo>
                <a:cubicBezTo>
                  <a:pt x="7007" y="3296745"/>
                  <a:pt x="14013" y="1737711"/>
                  <a:pt x="21020" y="178677"/>
                </a:cubicBezTo>
                <a:close/>
              </a:path>
            </a:pathLst>
          </a:custGeom>
          <a:solidFill>
            <a:schemeClr val="bg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4" name="Slide Number Placeholder 5">
            <a:extLst>
              <a:ext uri="{FF2B5EF4-FFF2-40B4-BE49-F238E27FC236}">
                <a16:creationId xmlns:a16="http://schemas.microsoft.com/office/drawing/2014/main" id="{9DD86218-2819-DB49-BA50-5AE1BB15CB0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12</a:t>
            </a:fld>
            <a:endParaRPr lang="en-US" dirty="0"/>
          </a:p>
        </p:txBody>
      </p:sp>
    </p:spTree>
    <p:extLst>
      <p:ext uri="{BB962C8B-B14F-4D97-AF65-F5344CB8AC3E}">
        <p14:creationId xmlns:p14="http://schemas.microsoft.com/office/powerpoint/2010/main" val="420859379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normAutofit/>
          </a:bodyPr>
          <a:lstStyle/>
          <a:p>
            <a:r>
              <a:rPr lang="en-US" altLang="en-US" sz="4800" b="0" dirty="0">
                <a:ea typeface="ＭＳ Ｐゴシック" panose="020B0600070205080204" pitchFamily="34" charset="-128"/>
              </a:rPr>
              <a:t>Access networks and physical media</a:t>
            </a:r>
            <a:endParaRPr lang="en-US" sz="4800" b="0"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 name="Rectangle 8">
            <a:extLst>
              <a:ext uri="{FF2B5EF4-FFF2-40B4-BE49-F238E27FC236}">
                <a16:creationId xmlns:a16="http://schemas.microsoft.com/office/drawing/2014/main" id="{04483029-0B46-154F-9CA3-FEA06875B8DB}"/>
              </a:ext>
            </a:extLst>
          </p:cNvPr>
          <p:cNvSpPr/>
          <p:nvPr/>
        </p:nvSpPr>
        <p:spPr>
          <a:xfrm>
            <a:off x="6471025" y="145155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7380480" y="1798646"/>
            <a:ext cx="4322981" cy="3874447"/>
            <a:chOff x="11448552" y="1676017"/>
            <a:chExt cx="4322981" cy="3874447"/>
          </a:xfrm>
        </p:grpSpPr>
        <p:sp>
          <p:nvSpPr>
            <p:cNvPr id="609" name="Oval 608">
              <a:extLst>
                <a:ext uri="{FF2B5EF4-FFF2-40B4-BE49-F238E27FC236}">
                  <a16:creationId xmlns:a16="http://schemas.microsoft.com/office/drawing/2014/main" id="{8000236D-4FCB-8E42-8443-B60A47AB111C}"/>
                </a:ext>
              </a:extLst>
            </p:cNvPr>
            <p:cNvSpPr/>
            <p:nvPr/>
          </p:nvSpPr>
          <p:spPr>
            <a:xfrm>
              <a:off x="11548524" y="3627656"/>
              <a:ext cx="1007401" cy="44821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D2A0E321-E076-5E4B-B83B-757AFB1A4CEA}"/>
                </a:ext>
              </a:extLst>
            </p:cNvPr>
            <p:cNvSpPr/>
            <p:nvPr/>
          </p:nvSpPr>
          <p:spPr>
            <a:xfrm rot="1622536">
              <a:off x="12634901" y="5270789"/>
              <a:ext cx="887739" cy="16172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651092E3-127F-B747-AC6B-A506BBC80C9F}"/>
                </a:ext>
              </a:extLst>
            </p:cNvPr>
            <p:cNvSpPr/>
            <p:nvPr/>
          </p:nvSpPr>
          <p:spPr>
            <a:xfrm>
              <a:off x="12775958" y="1847944"/>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C302BF23-8204-FB46-A78D-495CB59FC0FB}"/>
                </a:ext>
              </a:extLst>
            </p:cNvPr>
            <p:cNvSpPr/>
            <p:nvPr/>
          </p:nvSpPr>
          <p:spPr>
            <a:xfrm>
              <a:off x="12669374" y="4563454"/>
              <a:ext cx="1698836"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12239699" y="4881027"/>
              <a:ext cx="660040" cy="553827"/>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33196CF4-E8B7-C748-AEBE-BE1C069588D5}"/>
                </a:ext>
              </a:extLst>
            </p:cNvPr>
            <p:cNvSpPr/>
            <p:nvPr/>
          </p:nvSpPr>
          <p:spPr>
            <a:xfrm>
              <a:off x="12638017" y="2106713"/>
              <a:ext cx="503074" cy="2433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Oval 636">
              <a:extLst>
                <a:ext uri="{FF2B5EF4-FFF2-40B4-BE49-F238E27FC236}">
                  <a16:creationId xmlns:a16="http://schemas.microsoft.com/office/drawing/2014/main" id="{B8AA2F12-9606-F944-8D71-78704F4F02AC}"/>
                </a:ext>
              </a:extLst>
            </p:cNvPr>
            <p:cNvSpPr/>
            <p:nvPr/>
          </p:nvSpPr>
          <p:spPr>
            <a:xfrm>
              <a:off x="13837524" y="5040395"/>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rot="2528345">
              <a:off x="12297976" y="2504847"/>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Oval 638">
              <a:extLst>
                <a:ext uri="{FF2B5EF4-FFF2-40B4-BE49-F238E27FC236}">
                  <a16:creationId xmlns:a16="http://schemas.microsoft.com/office/drawing/2014/main" id="{DF73A1CD-668E-B544-868D-FCFA8CE79DB9}"/>
                </a:ext>
              </a:extLst>
            </p:cNvPr>
            <p:cNvSpPr/>
            <p:nvPr/>
          </p:nvSpPr>
          <p:spPr>
            <a:xfrm>
              <a:off x="11972286" y="1972003"/>
              <a:ext cx="612303" cy="75426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500940CE-3A4B-8544-8F75-20D608AFFFB0}"/>
                </a:ext>
              </a:extLst>
            </p:cNvPr>
            <p:cNvSpPr/>
            <p:nvPr/>
          </p:nvSpPr>
          <p:spPr>
            <a:xfrm>
              <a:off x="11792971" y="167601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E74C110B-4F40-B84E-93CB-C30BF30DDED9}"/>
                </a:ext>
              </a:extLst>
            </p:cNvPr>
            <p:cNvSpPr/>
            <p:nvPr/>
          </p:nvSpPr>
          <p:spPr>
            <a:xfrm>
              <a:off x="11448552" y="2167072"/>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5" name="Oval 574">
              <a:extLst>
                <a:ext uri="{FF2B5EF4-FFF2-40B4-BE49-F238E27FC236}">
                  <a16:creationId xmlns:a16="http://schemas.microsoft.com/office/drawing/2014/main" id="{2CC4CBCD-9D3E-664B-9A59-A12E27F46392}"/>
                </a:ext>
              </a:extLst>
            </p:cNvPr>
            <p:cNvSpPr/>
            <p:nvPr/>
          </p:nvSpPr>
          <p:spPr>
            <a:xfrm>
              <a:off x="11807613" y="3089587"/>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F26C818D-F631-C04E-9F69-A6D978B05150}"/>
                </a:ext>
              </a:extLst>
            </p:cNvPr>
            <p:cNvSpPr/>
            <p:nvPr/>
          </p:nvSpPr>
          <p:spPr>
            <a:xfrm>
              <a:off x="11461856" y="3203435"/>
              <a:ext cx="473396" cy="24421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Oval 639">
              <a:extLst>
                <a:ext uri="{FF2B5EF4-FFF2-40B4-BE49-F238E27FC236}">
                  <a16:creationId xmlns:a16="http://schemas.microsoft.com/office/drawing/2014/main" id="{67287325-A3CF-3F47-9A8A-8C7EE2AD7C46}"/>
                </a:ext>
              </a:extLst>
            </p:cNvPr>
            <p:cNvSpPr/>
            <p:nvPr/>
          </p:nvSpPr>
          <p:spPr>
            <a:xfrm>
              <a:off x="14880961" y="3246013"/>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0F5FBC8A-7824-B94D-A922-EFEF1B35EA37}"/>
                </a:ext>
              </a:extLst>
            </p:cNvPr>
            <p:cNvSpPr/>
            <p:nvPr/>
          </p:nvSpPr>
          <p:spPr>
            <a:xfrm>
              <a:off x="14958490" y="4026029"/>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42" name="Content Placeholder 2">
            <a:extLst>
              <a:ext uri="{FF2B5EF4-FFF2-40B4-BE49-F238E27FC236}">
                <a16:creationId xmlns:a16="http://schemas.microsoft.com/office/drawing/2014/main" id="{42E83185-879F-5940-902F-C059E5776B03}"/>
              </a:ext>
            </a:extLst>
          </p:cNvPr>
          <p:cNvSpPr>
            <a:spLocks noGrp="1"/>
          </p:cNvSpPr>
          <p:nvPr>
            <p:ph sz="half" idx="1"/>
          </p:nvPr>
        </p:nvSpPr>
        <p:spPr>
          <a:xfrm>
            <a:off x="839285" y="1424002"/>
            <a:ext cx="5823897" cy="2635217"/>
          </a:xfrm>
        </p:spPr>
        <p:txBody>
          <a:bodyPr>
            <a:normAutofit/>
          </a:bodyPr>
          <a:lstStyle/>
          <a:p>
            <a:pPr>
              <a:spcBef>
                <a:spcPts val="600"/>
              </a:spcBef>
              <a:buNone/>
            </a:pPr>
            <a:r>
              <a:rPr lang="en-US" altLang="en-US" sz="3200" i="1" dirty="0">
                <a:solidFill>
                  <a:srgbClr val="CC0000"/>
                </a:solidFill>
                <a:ea typeface="ＭＳ Ｐゴシック" panose="020B0600070205080204" pitchFamily="34" charset="-128"/>
              </a:rPr>
              <a:t>Q: How to connect end systems to edge router?</a:t>
            </a:r>
          </a:p>
          <a:p>
            <a:pPr>
              <a:spcBef>
                <a:spcPts val="600"/>
              </a:spcBef>
              <a:buSzPct val="75000"/>
            </a:pPr>
            <a:r>
              <a:rPr lang="en-US" altLang="en-US" sz="2400" dirty="0">
                <a:ea typeface="ＭＳ Ｐゴシック" panose="020B0600070205080204" pitchFamily="34" charset="-128"/>
              </a:rPr>
              <a:t>residential access nets</a:t>
            </a:r>
          </a:p>
          <a:p>
            <a:pPr>
              <a:spcBef>
                <a:spcPts val="600"/>
              </a:spcBef>
              <a:buSzPct val="75000"/>
            </a:pPr>
            <a:r>
              <a:rPr lang="en-US" altLang="en-US" sz="2400" dirty="0">
                <a:ea typeface="ＭＳ Ｐゴシック" panose="020B0600070205080204" pitchFamily="34" charset="-128"/>
              </a:rPr>
              <a:t>institutional access networks (school, company)</a:t>
            </a:r>
          </a:p>
          <a:p>
            <a:pPr>
              <a:spcBef>
                <a:spcPts val="600"/>
              </a:spcBef>
              <a:spcAft>
                <a:spcPct val="30000"/>
              </a:spcAft>
              <a:buSzPct val="75000"/>
            </a:pPr>
            <a:r>
              <a:rPr lang="en-US" altLang="en-US" sz="2400" dirty="0">
                <a:ea typeface="ＭＳ Ｐゴシック" panose="020B0600070205080204" pitchFamily="34" charset="-128"/>
              </a:rPr>
              <a:t>mobile access networks (WiFi, 4G/5G)</a:t>
            </a:r>
            <a:endParaRPr lang="en-US" altLang="en-US" sz="2400" dirty="0">
              <a:solidFill>
                <a:srgbClr val="FF0000"/>
              </a:solidFill>
              <a:ea typeface="ＭＳ Ｐゴシック" panose="020B0600070205080204" pitchFamily="34" charset="-128"/>
            </a:endParaRPr>
          </a:p>
          <a:p>
            <a:pPr marL="174625" indent="0">
              <a:buSzPct val="75000"/>
              <a:buNone/>
            </a:pPr>
            <a:endParaRPr lang="en-US" altLang="en-US" dirty="0"/>
          </a:p>
          <a:p>
            <a:endParaRPr lang="en-US" dirty="0"/>
          </a:p>
        </p:txBody>
      </p:sp>
      <p:sp>
        <p:nvSpPr>
          <p:cNvPr id="496" name="Slide Number Placeholder 5">
            <a:extLst>
              <a:ext uri="{FF2B5EF4-FFF2-40B4-BE49-F238E27FC236}">
                <a16:creationId xmlns:a16="http://schemas.microsoft.com/office/drawing/2014/main" id="{07CB61A5-B745-9B48-98E1-9AC8048F5A4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13</a:t>
            </a:fld>
            <a:endParaRPr lang="en-US" dirty="0"/>
          </a:p>
        </p:txBody>
      </p:sp>
    </p:spTree>
    <p:extLst>
      <p:ext uri="{BB962C8B-B14F-4D97-AF65-F5344CB8AC3E}">
        <p14:creationId xmlns:p14="http://schemas.microsoft.com/office/powerpoint/2010/main" val="195921837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normAutofit/>
          </a:bodyPr>
          <a:lstStyle/>
          <a:p>
            <a:r>
              <a:rPr lang="en-US" altLang="en-US" sz="4800" b="0" dirty="0">
                <a:ea typeface="ＭＳ Ｐゴシック" panose="020B0600070205080204" pitchFamily="34" charset="-128"/>
              </a:rPr>
              <a:t>Access networks: cable-based access</a:t>
            </a:r>
            <a:endParaRPr lang="en-US" sz="4800" b="0" dirty="0"/>
          </a:p>
        </p:txBody>
      </p:sp>
      <p:sp>
        <p:nvSpPr>
          <p:cNvPr id="611" name="Rectangle 60">
            <a:extLst>
              <a:ext uri="{FF2B5EF4-FFF2-40B4-BE49-F238E27FC236}">
                <a16:creationId xmlns:a16="http://schemas.microsoft.com/office/drawing/2014/main" id="{55C1251C-79AE-8E45-A29D-D20BC725A961}"/>
              </a:ext>
            </a:extLst>
          </p:cNvPr>
          <p:cNvSpPr>
            <a:spLocks noChangeArrowheads="1"/>
          </p:cNvSpPr>
          <p:nvPr/>
        </p:nvSpPr>
        <p:spPr bwMode="auto">
          <a:xfrm>
            <a:off x="2097142" y="1686498"/>
            <a:ext cx="1793875" cy="92551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2" name="Line 7">
            <a:extLst>
              <a:ext uri="{FF2B5EF4-FFF2-40B4-BE49-F238E27FC236}">
                <a16:creationId xmlns:a16="http://schemas.microsoft.com/office/drawing/2014/main" id="{29D57EF7-9FD7-8E4C-8851-986BAF26F81A}"/>
              </a:ext>
            </a:extLst>
          </p:cNvPr>
          <p:cNvSpPr>
            <a:spLocks noChangeShapeType="1"/>
          </p:cNvSpPr>
          <p:nvPr/>
        </p:nvSpPr>
        <p:spPr bwMode="auto">
          <a:xfrm flipV="1">
            <a:off x="2398767" y="2237361"/>
            <a:ext cx="3651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Text Box 39">
            <a:extLst>
              <a:ext uri="{FF2B5EF4-FFF2-40B4-BE49-F238E27FC236}">
                <a16:creationId xmlns:a16="http://schemas.microsoft.com/office/drawing/2014/main" id="{E2260115-6B62-6442-BFA6-A406A51902CD}"/>
              </a:ext>
            </a:extLst>
          </p:cNvPr>
          <p:cNvSpPr txBox="1">
            <a:spLocks noChangeArrowheads="1"/>
          </p:cNvSpPr>
          <p:nvPr/>
        </p:nvSpPr>
        <p:spPr bwMode="auto">
          <a:xfrm>
            <a:off x="2560692" y="2388173"/>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631" name="Text Box 41">
            <a:extLst>
              <a:ext uri="{FF2B5EF4-FFF2-40B4-BE49-F238E27FC236}">
                <a16:creationId xmlns:a16="http://schemas.microsoft.com/office/drawing/2014/main" id="{B16AC43B-CDE4-3943-992B-D7039B5F9CA3}"/>
              </a:ext>
            </a:extLst>
          </p:cNvPr>
          <p:cNvSpPr txBox="1">
            <a:spLocks noChangeArrowheads="1"/>
          </p:cNvSpPr>
          <p:nvPr/>
        </p:nvSpPr>
        <p:spPr bwMode="auto">
          <a:xfrm>
            <a:off x="3227442" y="2389761"/>
            <a:ext cx="7064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632" name="Group 64">
            <a:extLst>
              <a:ext uri="{FF2B5EF4-FFF2-40B4-BE49-F238E27FC236}">
                <a16:creationId xmlns:a16="http://schemas.microsoft.com/office/drawing/2014/main" id="{59FF6125-68C3-404F-958E-E497C5054413}"/>
              </a:ext>
            </a:extLst>
          </p:cNvPr>
          <p:cNvGrpSpPr>
            <a:grpSpLocks/>
          </p:cNvGrpSpPr>
          <p:nvPr/>
        </p:nvGrpSpPr>
        <p:grpSpPr bwMode="auto">
          <a:xfrm>
            <a:off x="2744842" y="2113536"/>
            <a:ext cx="614363" cy="220662"/>
            <a:chOff x="322" y="890"/>
            <a:chExt cx="872" cy="339"/>
          </a:xfrm>
        </p:grpSpPr>
        <p:sp>
          <p:nvSpPr>
            <p:cNvPr id="634" name="Rectangle 65">
              <a:extLst>
                <a:ext uri="{FF2B5EF4-FFF2-40B4-BE49-F238E27FC236}">
                  <a16:creationId xmlns:a16="http://schemas.microsoft.com/office/drawing/2014/main" id="{A04303C8-C01F-8E4D-8DD9-97A6F17FB683}"/>
                </a:ext>
              </a:extLst>
            </p:cNvPr>
            <p:cNvSpPr>
              <a:spLocks noChangeArrowheads="1"/>
            </p:cNvSpPr>
            <p:nvPr/>
          </p:nvSpPr>
          <p:spPr bwMode="auto">
            <a:xfrm>
              <a:off x="322" y="1005"/>
              <a:ext cx="872" cy="224"/>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3" name="Rectangle 66">
              <a:extLst>
                <a:ext uri="{FF2B5EF4-FFF2-40B4-BE49-F238E27FC236}">
                  <a16:creationId xmlns:a16="http://schemas.microsoft.com/office/drawing/2014/main" id="{F4E92BE5-6E50-3A42-86C7-AE2B0766F22A}"/>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67">
              <a:extLst>
                <a:ext uri="{FF2B5EF4-FFF2-40B4-BE49-F238E27FC236}">
                  <a16:creationId xmlns:a16="http://schemas.microsoft.com/office/drawing/2014/main" id="{48B16CFE-F93D-134C-AA5B-0DEC4F393771}"/>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68">
              <a:extLst>
                <a:ext uri="{FF2B5EF4-FFF2-40B4-BE49-F238E27FC236}">
                  <a16:creationId xmlns:a16="http://schemas.microsoft.com/office/drawing/2014/main" id="{26BB4A5D-5EA1-3D45-BD71-6DC59C9203DF}"/>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Rectangle 69">
              <a:extLst>
                <a:ext uri="{FF2B5EF4-FFF2-40B4-BE49-F238E27FC236}">
                  <a16:creationId xmlns:a16="http://schemas.microsoft.com/office/drawing/2014/main" id="{85A45FB4-6297-2C4A-9FCA-EC5650EC0E45}"/>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AutoShape 70">
              <a:extLst>
                <a:ext uri="{FF2B5EF4-FFF2-40B4-BE49-F238E27FC236}">
                  <a16:creationId xmlns:a16="http://schemas.microsoft.com/office/drawing/2014/main" id="{28F48A32-80A3-EA4F-9C35-F6F37E1D52D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48" name="AutoShape 72">
            <a:extLst>
              <a:ext uri="{FF2B5EF4-FFF2-40B4-BE49-F238E27FC236}">
                <a16:creationId xmlns:a16="http://schemas.microsoft.com/office/drawing/2014/main" id="{00521831-0ED5-1349-A47C-654339E42A5E}"/>
              </a:ext>
            </a:extLst>
          </p:cNvPr>
          <p:cNvSpPr>
            <a:spLocks noChangeArrowheads="1"/>
          </p:cNvSpPr>
          <p:nvPr/>
        </p:nvSpPr>
        <p:spPr bwMode="auto">
          <a:xfrm>
            <a:off x="1859017" y="1275336"/>
            <a:ext cx="2268538" cy="468312"/>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9" name="Rectangle 73">
            <a:extLst>
              <a:ext uri="{FF2B5EF4-FFF2-40B4-BE49-F238E27FC236}">
                <a16:creationId xmlns:a16="http://schemas.microsoft.com/office/drawing/2014/main" id="{FD3FC836-7E87-9B4B-B95B-3BA0FE84BF70}"/>
              </a:ext>
            </a:extLst>
          </p:cNvPr>
          <p:cNvSpPr>
            <a:spLocks noChangeArrowheads="1"/>
          </p:cNvSpPr>
          <p:nvPr/>
        </p:nvSpPr>
        <p:spPr bwMode="auto">
          <a:xfrm>
            <a:off x="3475092" y="2175448"/>
            <a:ext cx="166688" cy="144463"/>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0" name="Freeform 74">
            <a:extLst>
              <a:ext uri="{FF2B5EF4-FFF2-40B4-BE49-F238E27FC236}">
                <a16:creationId xmlns:a16="http://schemas.microsoft.com/office/drawing/2014/main" id="{02BC4B2D-D64A-8743-BADC-E5942116F402}"/>
              </a:ext>
            </a:extLst>
          </p:cNvPr>
          <p:cNvSpPr>
            <a:spLocks/>
          </p:cNvSpPr>
          <p:nvPr/>
        </p:nvSpPr>
        <p:spPr bwMode="auto">
          <a:xfrm>
            <a:off x="3084567" y="1730948"/>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Line 95">
            <a:extLst>
              <a:ext uri="{FF2B5EF4-FFF2-40B4-BE49-F238E27FC236}">
                <a16:creationId xmlns:a16="http://schemas.microsoft.com/office/drawing/2014/main" id="{92E8BA01-B757-A445-BCC4-2A21C55AFB06}"/>
              </a:ext>
            </a:extLst>
          </p:cNvPr>
          <p:cNvSpPr>
            <a:spLocks noChangeShapeType="1"/>
          </p:cNvSpPr>
          <p:nvPr/>
        </p:nvSpPr>
        <p:spPr bwMode="auto">
          <a:xfrm flipH="1">
            <a:off x="3383017" y="2237361"/>
            <a:ext cx="2397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96" descr="tv">
            <a:extLst>
              <a:ext uri="{FF2B5EF4-FFF2-40B4-BE49-F238E27FC236}">
                <a16:creationId xmlns:a16="http://schemas.microsoft.com/office/drawing/2014/main" id="{06B7565B-0476-B44C-9A6B-CF79DB7BFD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67" y="1391223"/>
            <a:ext cx="755650"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4" name="Group 117">
            <a:extLst>
              <a:ext uri="{FF2B5EF4-FFF2-40B4-BE49-F238E27FC236}">
                <a16:creationId xmlns:a16="http://schemas.microsoft.com/office/drawing/2014/main" id="{5F9A759B-4E1F-9A42-88D3-95E2D1ADE5D5}"/>
              </a:ext>
            </a:extLst>
          </p:cNvPr>
          <p:cNvGrpSpPr>
            <a:grpSpLocks/>
          </p:cNvGrpSpPr>
          <p:nvPr/>
        </p:nvGrpSpPr>
        <p:grpSpPr bwMode="auto">
          <a:xfrm>
            <a:off x="4116442" y="1505523"/>
            <a:ext cx="850900" cy="527050"/>
            <a:chOff x="-490" y="1664"/>
            <a:chExt cx="1429" cy="842"/>
          </a:xfrm>
        </p:grpSpPr>
        <p:sp>
          <p:nvSpPr>
            <p:cNvPr id="656" name="AutoShape 111">
              <a:extLst>
                <a:ext uri="{FF2B5EF4-FFF2-40B4-BE49-F238E27FC236}">
                  <a16:creationId xmlns:a16="http://schemas.microsoft.com/office/drawing/2014/main" id="{A37F5E29-F1C8-BD4E-B673-F4A5E1378B0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59" name="Group 116">
              <a:extLst>
                <a:ext uri="{FF2B5EF4-FFF2-40B4-BE49-F238E27FC236}">
                  <a16:creationId xmlns:a16="http://schemas.microsoft.com/office/drawing/2014/main" id="{2DA152DF-FEA3-294D-B52C-2222A7727E66}"/>
                </a:ext>
              </a:extLst>
            </p:cNvPr>
            <p:cNvGrpSpPr>
              <a:grpSpLocks/>
            </p:cNvGrpSpPr>
            <p:nvPr/>
          </p:nvGrpSpPr>
          <p:grpSpPr bwMode="auto">
            <a:xfrm>
              <a:off x="-427" y="1737"/>
              <a:ext cx="1217" cy="769"/>
              <a:chOff x="-427" y="1737"/>
              <a:chExt cx="1217" cy="769"/>
            </a:xfrm>
          </p:grpSpPr>
          <p:sp>
            <p:nvSpPr>
              <p:cNvPr id="660" name="Rectangle 99">
                <a:extLst>
                  <a:ext uri="{FF2B5EF4-FFF2-40B4-BE49-F238E27FC236}">
                    <a16:creationId xmlns:a16="http://schemas.microsoft.com/office/drawing/2014/main" id="{FEF82E20-9540-FA47-B132-B655B1AF0A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1" name="Line 7">
                <a:extLst>
                  <a:ext uri="{FF2B5EF4-FFF2-40B4-BE49-F238E27FC236}">
                    <a16:creationId xmlns:a16="http://schemas.microsoft.com/office/drawing/2014/main" id="{B4ECB5F0-AD7E-C54C-BBB3-5E4CD32BA91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2" name="Group 103">
                <a:extLst>
                  <a:ext uri="{FF2B5EF4-FFF2-40B4-BE49-F238E27FC236}">
                    <a16:creationId xmlns:a16="http://schemas.microsoft.com/office/drawing/2014/main" id="{BB9980BD-7F9B-A245-B8F6-E05A608C9B84}"/>
                  </a:ext>
                </a:extLst>
              </p:cNvPr>
              <p:cNvGrpSpPr>
                <a:grpSpLocks/>
              </p:cNvGrpSpPr>
              <p:nvPr/>
            </p:nvGrpSpPr>
            <p:grpSpPr bwMode="auto">
              <a:xfrm>
                <a:off x="68" y="2192"/>
                <a:ext cx="387" cy="139"/>
                <a:chOff x="322" y="890"/>
                <a:chExt cx="872" cy="339"/>
              </a:xfrm>
            </p:grpSpPr>
            <p:sp>
              <p:nvSpPr>
                <p:cNvPr id="668" name="Rectangle 104">
                  <a:extLst>
                    <a:ext uri="{FF2B5EF4-FFF2-40B4-BE49-F238E27FC236}">
                      <a16:creationId xmlns:a16="http://schemas.microsoft.com/office/drawing/2014/main" id="{CB801CDD-878F-264A-B04B-22F90AFEA560}"/>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9" name="Rectangle 105">
                  <a:extLst>
                    <a:ext uri="{FF2B5EF4-FFF2-40B4-BE49-F238E27FC236}">
                      <a16:creationId xmlns:a16="http://schemas.microsoft.com/office/drawing/2014/main" id="{40EF4DE4-AB89-BF47-BE95-0FE3143D693A}"/>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0" name="Rectangle 106">
                  <a:extLst>
                    <a:ext uri="{FF2B5EF4-FFF2-40B4-BE49-F238E27FC236}">
                      <a16:creationId xmlns:a16="http://schemas.microsoft.com/office/drawing/2014/main" id="{8A2E685A-F21F-A044-A292-443868825A0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1" name="Rectangle 107">
                  <a:extLst>
                    <a:ext uri="{FF2B5EF4-FFF2-40B4-BE49-F238E27FC236}">
                      <a16:creationId xmlns:a16="http://schemas.microsoft.com/office/drawing/2014/main" id="{9CEDA3B1-67D8-8140-8400-1801AD93A458}"/>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2" name="Rectangle 108">
                  <a:extLst>
                    <a:ext uri="{FF2B5EF4-FFF2-40B4-BE49-F238E27FC236}">
                      <a16:creationId xmlns:a16="http://schemas.microsoft.com/office/drawing/2014/main" id="{3E0A215B-99C5-3A45-923B-3E1FCFA96F7E}"/>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3" name="AutoShape 109">
                  <a:extLst>
                    <a:ext uri="{FF2B5EF4-FFF2-40B4-BE49-F238E27FC236}">
                      <a16:creationId xmlns:a16="http://schemas.microsoft.com/office/drawing/2014/main" id="{03427BB6-F823-1943-A491-FE684FCEF995}"/>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63" name="Picture 110" descr="desktop_computer_stylized_small">
                <a:extLst>
                  <a:ext uri="{FF2B5EF4-FFF2-40B4-BE49-F238E27FC236}">
                    <a16:creationId xmlns:a16="http://schemas.microsoft.com/office/drawing/2014/main" id="{81C3AA03-0C7A-FE4D-8FD6-D0582D645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4" name="Rectangle 112">
                <a:extLst>
                  <a:ext uri="{FF2B5EF4-FFF2-40B4-BE49-F238E27FC236}">
                    <a16:creationId xmlns:a16="http://schemas.microsoft.com/office/drawing/2014/main" id="{156C1929-05F3-934C-84C9-0ACB6362725E}"/>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5" name="Freeform 113">
                <a:extLst>
                  <a:ext uri="{FF2B5EF4-FFF2-40B4-BE49-F238E27FC236}">
                    <a16:creationId xmlns:a16="http://schemas.microsoft.com/office/drawing/2014/main" id="{5320422D-A8AF-E64D-9F26-C8B5750D9B1E}"/>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Line 114">
                <a:extLst>
                  <a:ext uri="{FF2B5EF4-FFF2-40B4-BE49-F238E27FC236}">
                    <a16:creationId xmlns:a16="http://schemas.microsoft.com/office/drawing/2014/main" id="{3EDC9FDD-617A-8546-9A8D-6862867D76B1}"/>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5" descr="tv">
                <a:extLst>
                  <a:ext uri="{FF2B5EF4-FFF2-40B4-BE49-F238E27FC236}">
                    <a16:creationId xmlns:a16="http://schemas.microsoft.com/office/drawing/2014/main" id="{252176B8-F3FD-5844-B5A3-7BF9CDF001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74" name="Group 118">
            <a:extLst>
              <a:ext uri="{FF2B5EF4-FFF2-40B4-BE49-F238E27FC236}">
                <a16:creationId xmlns:a16="http://schemas.microsoft.com/office/drawing/2014/main" id="{087367B6-4D70-604B-8798-517094B2852A}"/>
              </a:ext>
            </a:extLst>
          </p:cNvPr>
          <p:cNvGrpSpPr>
            <a:grpSpLocks/>
          </p:cNvGrpSpPr>
          <p:nvPr/>
        </p:nvGrpSpPr>
        <p:grpSpPr bwMode="auto">
          <a:xfrm>
            <a:off x="5018142" y="1499173"/>
            <a:ext cx="850900" cy="527050"/>
            <a:chOff x="-490" y="1664"/>
            <a:chExt cx="1429" cy="842"/>
          </a:xfrm>
        </p:grpSpPr>
        <p:sp>
          <p:nvSpPr>
            <p:cNvPr id="675" name="AutoShape 119">
              <a:extLst>
                <a:ext uri="{FF2B5EF4-FFF2-40B4-BE49-F238E27FC236}">
                  <a16:creationId xmlns:a16="http://schemas.microsoft.com/office/drawing/2014/main" id="{D0705D65-1E98-FB46-A6B4-9487DA18C7BF}"/>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76" name="Group 120">
              <a:extLst>
                <a:ext uri="{FF2B5EF4-FFF2-40B4-BE49-F238E27FC236}">
                  <a16:creationId xmlns:a16="http://schemas.microsoft.com/office/drawing/2014/main" id="{BACFDD7A-CE89-BF4A-A529-778489B85D0D}"/>
                </a:ext>
              </a:extLst>
            </p:cNvPr>
            <p:cNvGrpSpPr>
              <a:grpSpLocks/>
            </p:cNvGrpSpPr>
            <p:nvPr/>
          </p:nvGrpSpPr>
          <p:grpSpPr bwMode="auto">
            <a:xfrm>
              <a:off x="-427" y="1737"/>
              <a:ext cx="1217" cy="769"/>
              <a:chOff x="-427" y="1737"/>
              <a:chExt cx="1217" cy="769"/>
            </a:xfrm>
          </p:grpSpPr>
          <p:sp>
            <p:nvSpPr>
              <p:cNvPr id="677" name="Rectangle 121">
                <a:extLst>
                  <a:ext uri="{FF2B5EF4-FFF2-40B4-BE49-F238E27FC236}">
                    <a16:creationId xmlns:a16="http://schemas.microsoft.com/office/drawing/2014/main" id="{2E58DC0C-E3FF-9A4A-BCAA-688B1D8659A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8" name="Line 7">
                <a:extLst>
                  <a:ext uri="{FF2B5EF4-FFF2-40B4-BE49-F238E27FC236}">
                    <a16:creationId xmlns:a16="http://schemas.microsoft.com/office/drawing/2014/main" id="{22D21B4A-F92E-B047-83E1-B9AD411C62A9}"/>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9" name="Group 123">
                <a:extLst>
                  <a:ext uri="{FF2B5EF4-FFF2-40B4-BE49-F238E27FC236}">
                    <a16:creationId xmlns:a16="http://schemas.microsoft.com/office/drawing/2014/main" id="{B7C38FD8-AEF7-474B-A4FD-027D3DB985AA}"/>
                  </a:ext>
                </a:extLst>
              </p:cNvPr>
              <p:cNvGrpSpPr>
                <a:grpSpLocks/>
              </p:cNvGrpSpPr>
              <p:nvPr/>
            </p:nvGrpSpPr>
            <p:grpSpPr bwMode="auto">
              <a:xfrm>
                <a:off x="68" y="2192"/>
                <a:ext cx="387" cy="139"/>
                <a:chOff x="322" y="890"/>
                <a:chExt cx="872" cy="339"/>
              </a:xfrm>
            </p:grpSpPr>
            <p:sp>
              <p:nvSpPr>
                <p:cNvPr id="685" name="Rectangle 124">
                  <a:extLst>
                    <a:ext uri="{FF2B5EF4-FFF2-40B4-BE49-F238E27FC236}">
                      <a16:creationId xmlns:a16="http://schemas.microsoft.com/office/drawing/2014/main" id="{89BC40B5-F324-084A-AAD2-E95D6012736F}"/>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6" name="Rectangle 125">
                  <a:extLst>
                    <a:ext uri="{FF2B5EF4-FFF2-40B4-BE49-F238E27FC236}">
                      <a16:creationId xmlns:a16="http://schemas.microsoft.com/office/drawing/2014/main" id="{F88ABF72-A8F0-4143-907E-B17400F7508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7" name="Rectangle 126">
                  <a:extLst>
                    <a:ext uri="{FF2B5EF4-FFF2-40B4-BE49-F238E27FC236}">
                      <a16:creationId xmlns:a16="http://schemas.microsoft.com/office/drawing/2014/main" id="{7CB754ED-8EDA-2843-9D7A-93B067C9EA6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8" name="Rectangle 127">
                  <a:extLst>
                    <a:ext uri="{FF2B5EF4-FFF2-40B4-BE49-F238E27FC236}">
                      <a16:creationId xmlns:a16="http://schemas.microsoft.com/office/drawing/2014/main" id="{A34B79E6-F1DF-E74B-9FB2-88F5D6DC7E5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9" name="Rectangle 128">
                  <a:extLst>
                    <a:ext uri="{FF2B5EF4-FFF2-40B4-BE49-F238E27FC236}">
                      <a16:creationId xmlns:a16="http://schemas.microsoft.com/office/drawing/2014/main" id="{AD595A8F-88AF-A445-A105-4A989940941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0" name="AutoShape 129">
                  <a:extLst>
                    <a:ext uri="{FF2B5EF4-FFF2-40B4-BE49-F238E27FC236}">
                      <a16:creationId xmlns:a16="http://schemas.microsoft.com/office/drawing/2014/main" id="{050E52BF-49DA-324C-9803-B502A47D8F9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80" name="Picture 130" descr="desktop_computer_stylized_small">
                <a:extLst>
                  <a:ext uri="{FF2B5EF4-FFF2-40B4-BE49-F238E27FC236}">
                    <a16:creationId xmlns:a16="http://schemas.microsoft.com/office/drawing/2014/main" id="{4C1535D7-F881-874A-B719-63A277CDC40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1" name="Rectangle 131">
                <a:extLst>
                  <a:ext uri="{FF2B5EF4-FFF2-40B4-BE49-F238E27FC236}">
                    <a16:creationId xmlns:a16="http://schemas.microsoft.com/office/drawing/2014/main" id="{24165D37-4D41-4C46-9B07-0868F9F5A8B1}"/>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2" name="Freeform 132">
                <a:extLst>
                  <a:ext uri="{FF2B5EF4-FFF2-40B4-BE49-F238E27FC236}">
                    <a16:creationId xmlns:a16="http://schemas.microsoft.com/office/drawing/2014/main" id="{C44CEEE1-83E3-A14C-A7E9-A9F0E5741B6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Line 133">
                <a:extLst>
                  <a:ext uri="{FF2B5EF4-FFF2-40B4-BE49-F238E27FC236}">
                    <a16:creationId xmlns:a16="http://schemas.microsoft.com/office/drawing/2014/main" id="{62F2C93F-511D-3147-B8BE-81E8838762E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84" name="Picture 134" descr="tv">
                <a:extLst>
                  <a:ext uri="{FF2B5EF4-FFF2-40B4-BE49-F238E27FC236}">
                    <a16:creationId xmlns:a16="http://schemas.microsoft.com/office/drawing/2014/main" id="{BCC7F36B-9984-5F40-8042-AAFF0875E4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91" name="Group 135">
            <a:extLst>
              <a:ext uri="{FF2B5EF4-FFF2-40B4-BE49-F238E27FC236}">
                <a16:creationId xmlns:a16="http://schemas.microsoft.com/office/drawing/2014/main" id="{B35A80F1-D0E0-F049-AF3B-A40C61B0C1DC}"/>
              </a:ext>
            </a:extLst>
          </p:cNvPr>
          <p:cNvGrpSpPr>
            <a:grpSpLocks/>
          </p:cNvGrpSpPr>
          <p:nvPr/>
        </p:nvGrpSpPr>
        <p:grpSpPr bwMode="auto">
          <a:xfrm>
            <a:off x="4203755" y="2345311"/>
            <a:ext cx="850900" cy="527050"/>
            <a:chOff x="-490" y="1664"/>
            <a:chExt cx="1429" cy="842"/>
          </a:xfrm>
        </p:grpSpPr>
        <p:sp>
          <p:nvSpPr>
            <p:cNvPr id="692" name="AutoShape 136">
              <a:extLst>
                <a:ext uri="{FF2B5EF4-FFF2-40B4-BE49-F238E27FC236}">
                  <a16:creationId xmlns:a16="http://schemas.microsoft.com/office/drawing/2014/main" id="{F38822C2-4C99-5C4E-8386-17BBD6B7D24B}"/>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93" name="Group 137">
              <a:extLst>
                <a:ext uri="{FF2B5EF4-FFF2-40B4-BE49-F238E27FC236}">
                  <a16:creationId xmlns:a16="http://schemas.microsoft.com/office/drawing/2014/main" id="{280A7536-2297-7545-8BD8-ACCAE36D2084}"/>
                </a:ext>
              </a:extLst>
            </p:cNvPr>
            <p:cNvGrpSpPr>
              <a:grpSpLocks/>
            </p:cNvGrpSpPr>
            <p:nvPr/>
          </p:nvGrpSpPr>
          <p:grpSpPr bwMode="auto">
            <a:xfrm>
              <a:off x="-427" y="1737"/>
              <a:ext cx="1217" cy="769"/>
              <a:chOff x="-427" y="1737"/>
              <a:chExt cx="1217" cy="769"/>
            </a:xfrm>
          </p:grpSpPr>
          <p:sp>
            <p:nvSpPr>
              <p:cNvPr id="694" name="Rectangle 138">
                <a:extLst>
                  <a:ext uri="{FF2B5EF4-FFF2-40B4-BE49-F238E27FC236}">
                    <a16:creationId xmlns:a16="http://schemas.microsoft.com/office/drawing/2014/main" id="{FD4AA4EA-1734-E548-8AAE-E12D871545A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5" name="Line 7">
                <a:extLst>
                  <a:ext uri="{FF2B5EF4-FFF2-40B4-BE49-F238E27FC236}">
                    <a16:creationId xmlns:a16="http://schemas.microsoft.com/office/drawing/2014/main" id="{770E1C91-B880-D946-BC70-EE5844E3C4C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96" name="Group 140">
                <a:extLst>
                  <a:ext uri="{FF2B5EF4-FFF2-40B4-BE49-F238E27FC236}">
                    <a16:creationId xmlns:a16="http://schemas.microsoft.com/office/drawing/2014/main" id="{B7E245A3-5E8E-A74D-AF55-7D6A9DF0318A}"/>
                  </a:ext>
                </a:extLst>
              </p:cNvPr>
              <p:cNvGrpSpPr>
                <a:grpSpLocks/>
              </p:cNvGrpSpPr>
              <p:nvPr/>
            </p:nvGrpSpPr>
            <p:grpSpPr bwMode="auto">
              <a:xfrm>
                <a:off x="68" y="2192"/>
                <a:ext cx="387" cy="139"/>
                <a:chOff x="322" y="890"/>
                <a:chExt cx="872" cy="339"/>
              </a:xfrm>
            </p:grpSpPr>
            <p:sp>
              <p:nvSpPr>
                <p:cNvPr id="702" name="Rectangle 141">
                  <a:extLst>
                    <a:ext uri="{FF2B5EF4-FFF2-40B4-BE49-F238E27FC236}">
                      <a16:creationId xmlns:a16="http://schemas.microsoft.com/office/drawing/2014/main" id="{E8CA17C2-65F4-C847-A921-177D38C81B88}"/>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3" name="Rectangle 142">
                  <a:extLst>
                    <a:ext uri="{FF2B5EF4-FFF2-40B4-BE49-F238E27FC236}">
                      <a16:creationId xmlns:a16="http://schemas.microsoft.com/office/drawing/2014/main" id="{0248A613-8BF9-744E-A64D-D564AF82529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4" name="Rectangle 143">
                  <a:extLst>
                    <a:ext uri="{FF2B5EF4-FFF2-40B4-BE49-F238E27FC236}">
                      <a16:creationId xmlns:a16="http://schemas.microsoft.com/office/drawing/2014/main" id="{406CCBDD-EEEE-1D45-AA33-2EBE6279F4C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5" name="Rectangle 144">
                  <a:extLst>
                    <a:ext uri="{FF2B5EF4-FFF2-40B4-BE49-F238E27FC236}">
                      <a16:creationId xmlns:a16="http://schemas.microsoft.com/office/drawing/2014/main" id="{977402B9-0CBB-0D4B-B4B0-9589408E2B8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6" name="Rectangle 145">
                  <a:extLst>
                    <a:ext uri="{FF2B5EF4-FFF2-40B4-BE49-F238E27FC236}">
                      <a16:creationId xmlns:a16="http://schemas.microsoft.com/office/drawing/2014/main" id="{3D3165A8-FF26-134E-9F1C-A7A20F77AF0B}"/>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7" name="AutoShape 146">
                  <a:extLst>
                    <a:ext uri="{FF2B5EF4-FFF2-40B4-BE49-F238E27FC236}">
                      <a16:creationId xmlns:a16="http://schemas.microsoft.com/office/drawing/2014/main" id="{EC84391B-1851-544C-B2BC-7C592248BE2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97" name="Picture 147" descr="desktop_computer_stylized_small">
                <a:extLst>
                  <a:ext uri="{FF2B5EF4-FFF2-40B4-BE49-F238E27FC236}">
                    <a16:creationId xmlns:a16="http://schemas.microsoft.com/office/drawing/2014/main" id="{E527FB23-79FC-7A4B-A986-12E7037C9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8" name="Rectangle 148">
                <a:extLst>
                  <a:ext uri="{FF2B5EF4-FFF2-40B4-BE49-F238E27FC236}">
                    <a16:creationId xmlns:a16="http://schemas.microsoft.com/office/drawing/2014/main" id="{61BFA118-3935-F540-A954-BA2E87833344}"/>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9" name="Freeform 149">
                <a:extLst>
                  <a:ext uri="{FF2B5EF4-FFF2-40B4-BE49-F238E27FC236}">
                    <a16:creationId xmlns:a16="http://schemas.microsoft.com/office/drawing/2014/main" id="{043DF8A9-6DC7-F349-B0A7-2CC27CE1489F}"/>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0" name="Line 150">
                <a:extLst>
                  <a:ext uri="{FF2B5EF4-FFF2-40B4-BE49-F238E27FC236}">
                    <a16:creationId xmlns:a16="http://schemas.microsoft.com/office/drawing/2014/main" id="{74759C54-5940-F74A-BC60-5BE43CD21C00}"/>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01" name="Picture 151" descr="tv">
                <a:extLst>
                  <a:ext uri="{FF2B5EF4-FFF2-40B4-BE49-F238E27FC236}">
                    <a16:creationId xmlns:a16="http://schemas.microsoft.com/office/drawing/2014/main" id="{4E572681-7AA1-214C-A61D-E41CBA2888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08" name="Group 152">
            <a:extLst>
              <a:ext uri="{FF2B5EF4-FFF2-40B4-BE49-F238E27FC236}">
                <a16:creationId xmlns:a16="http://schemas.microsoft.com/office/drawing/2014/main" id="{B99E0137-E9E9-2449-A341-E95B1A39B473}"/>
              </a:ext>
            </a:extLst>
          </p:cNvPr>
          <p:cNvGrpSpPr>
            <a:grpSpLocks/>
          </p:cNvGrpSpPr>
          <p:nvPr/>
        </p:nvGrpSpPr>
        <p:grpSpPr bwMode="auto">
          <a:xfrm>
            <a:off x="5070530" y="2354836"/>
            <a:ext cx="850900" cy="527050"/>
            <a:chOff x="-490" y="1664"/>
            <a:chExt cx="1429" cy="842"/>
          </a:xfrm>
        </p:grpSpPr>
        <p:sp>
          <p:nvSpPr>
            <p:cNvPr id="709" name="AutoShape 153">
              <a:extLst>
                <a:ext uri="{FF2B5EF4-FFF2-40B4-BE49-F238E27FC236}">
                  <a16:creationId xmlns:a16="http://schemas.microsoft.com/office/drawing/2014/main" id="{6638BF32-7CF1-1B4E-AAED-A6CBD4BB69A0}"/>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10" name="Group 154">
              <a:extLst>
                <a:ext uri="{FF2B5EF4-FFF2-40B4-BE49-F238E27FC236}">
                  <a16:creationId xmlns:a16="http://schemas.microsoft.com/office/drawing/2014/main" id="{BE2429F4-383A-544D-BD63-8AF872349ED4}"/>
                </a:ext>
              </a:extLst>
            </p:cNvPr>
            <p:cNvGrpSpPr>
              <a:grpSpLocks/>
            </p:cNvGrpSpPr>
            <p:nvPr/>
          </p:nvGrpSpPr>
          <p:grpSpPr bwMode="auto">
            <a:xfrm>
              <a:off x="-427" y="1737"/>
              <a:ext cx="1217" cy="769"/>
              <a:chOff x="-427" y="1737"/>
              <a:chExt cx="1217" cy="769"/>
            </a:xfrm>
          </p:grpSpPr>
          <p:sp>
            <p:nvSpPr>
              <p:cNvPr id="711" name="Rectangle 155">
                <a:extLst>
                  <a:ext uri="{FF2B5EF4-FFF2-40B4-BE49-F238E27FC236}">
                    <a16:creationId xmlns:a16="http://schemas.microsoft.com/office/drawing/2014/main" id="{EBB425AA-0585-2749-BC85-AFA5C7AAAA5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2" name="Line 7">
                <a:extLst>
                  <a:ext uri="{FF2B5EF4-FFF2-40B4-BE49-F238E27FC236}">
                    <a16:creationId xmlns:a16="http://schemas.microsoft.com/office/drawing/2014/main" id="{A482784A-1FA4-1E45-85F9-5DE284EE814F}"/>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13" name="Group 157">
                <a:extLst>
                  <a:ext uri="{FF2B5EF4-FFF2-40B4-BE49-F238E27FC236}">
                    <a16:creationId xmlns:a16="http://schemas.microsoft.com/office/drawing/2014/main" id="{F0EAA516-BD5F-774A-9B68-AEA2591140A2}"/>
                  </a:ext>
                </a:extLst>
              </p:cNvPr>
              <p:cNvGrpSpPr>
                <a:grpSpLocks/>
              </p:cNvGrpSpPr>
              <p:nvPr/>
            </p:nvGrpSpPr>
            <p:grpSpPr bwMode="auto">
              <a:xfrm>
                <a:off x="68" y="2192"/>
                <a:ext cx="387" cy="139"/>
                <a:chOff x="322" y="890"/>
                <a:chExt cx="872" cy="339"/>
              </a:xfrm>
            </p:grpSpPr>
            <p:sp>
              <p:nvSpPr>
                <p:cNvPr id="719" name="Rectangle 158">
                  <a:extLst>
                    <a:ext uri="{FF2B5EF4-FFF2-40B4-BE49-F238E27FC236}">
                      <a16:creationId xmlns:a16="http://schemas.microsoft.com/office/drawing/2014/main" id="{D26B702C-4102-F746-8A1A-44FA54012212}"/>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0" name="Rectangle 159">
                  <a:extLst>
                    <a:ext uri="{FF2B5EF4-FFF2-40B4-BE49-F238E27FC236}">
                      <a16:creationId xmlns:a16="http://schemas.microsoft.com/office/drawing/2014/main" id="{836CD9F3-93C8-EE4D-A1F1-161D2391D82D}"/>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1" name="Rectangle 160">
                  <a:extLst>
                    <a:ext uri="{FF2B5EF4-FFF2-40B4-BE49-F238E27FC236}">
                      <a16:creationId xmlns:a16="http://schemas.microsoft.com/office/drawing/2014/main" id="{A3BCDA4F-140D-7E44-A8FC-8D7C2D705EBC}"/>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2" name="Rectangle 161">
                  <a:extLst>
                    <a:ext uri="{FF2B5EF4-FFF2-40B4-BE49-F238E27FC236}">
                      <a16:creationId xmlns:a16="http://schemas.microsoft.com/office/drawing/2014/main" id="{56A4DF97-4C28-D947-BF5A-829F0697D1B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3" name="Rectangle 162">
                  <a:extLst>
                    <a:ext uri="{FF2B5EF4-FFF2-40B4-BE49-F238E27FC236}">
                      <a16:creationId xmlns:a16="http://schemas.microsoft.com/office/drawing/2014/main" id="{D68B0B55-2628-AF44-9B8B-2405E00A0C4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4" name="AutoShape 163">
                  <a:extLst>
                    <a:ext uri="{FF2B5EF4-FFF2-40B4-BE49-F238E27FC236}">
                      <a16:creationId xmlns:a16="http://schemas.microsoft.com/office/drawing/2014/main" id="{8629FA7E-1037-8C4F-8810-408283380C7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714" name="Picture 164" descr="desktop_computer_stylized_small">
                <a:extLst>
                  <a:ext uri="{FF2B5EF4-FFF2-40B4-BE49-F238E27FC236}">
                    <a16:creationId xmlns:a16="http://schemas.microsoft.com/office/drawing/2014/main" id="{2C8AE386-EE13-6D42-9CE2-3226B5E36C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5" name="Rectangle 165">
                <a:extLst>
                  <a:ext uri="{FF2B5EF4-FFF2-40B4-BE49-F238E27FC236}">
                    <a16:creationId xmlns:a16="http://schemas.microsoft.com/office/drawing/2014/main" id="{9AC9091D-06AA-5245-BF88-B75BC27623E8}"/>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6" name="Freeform 166">
                <a:extLst>
                  <a:ext uri="{FF2B5EF4-FFF2-40B4-BE49-F238E27FC236}">
                    <a16:creationId xmlns:a16="http://schemas.microsoft.com/office/drawing/2014/main" id="{0327A2D8-A266-3E44-8EA9-71273B379721}"/>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7" name="Line 167">
                <a:extLst>
                  <a:ext uri="{FF2B5EF4-FFF2-40B4-BE49-F238E27FC236}">
                    <a16:creationId xmlns:a16="http://schemas.microsoft.com/office/drawing/2014/main" id="{F2687AEF-F7A2-2143-8718-7CD837CBF922}"/>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18" name="Picture 168" descr="tv">
                <a:extLst>
                  <a:ext uri="{FF2B5EF4-FFF2-40B4-BE49-F238E27FC236}">
                    <a16:creationId xmlns:a16="http://schemas.microsoft.com/office/drawing/2014/main" id="{AAFC4C6D-F52A-6046-9403-425D9D673F4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25" name="Line 169">
            <a:extLst>
              <a:ext uri="{FF2B5EF4-FFF2-40B4-BE49-F238E27FC236}">
                <a16:creationId xmlns:a16="http://schemas.microsoft.com/office/drawing/2014/main" id="{ADE52973-3C0D-654A-B045-1EDAD64D65D6}"/>
              </a:ext>
            </a:extLst>
          </p:cNvPr>
          <p:cNvSpPr>
            <a:spLocks noChangeShapeType="1"/>
          </p:cNvSpPr>
          <p:nvPr/>
        </p:nvSpPr>
        <p:spPr bwMode="auto">
          <a:xfrm>
            <a:off x="3657655" y="2248473"/>
            <a:ext cx="369093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6" name="Group 170">
            <a:extLst>
              <a:ext uri="{FF2B5EF4-FFF2-40B4-BE49-F238E27FC236}">
                <a16:creationId xmlns:a16="http://schemas.microsoft.com/office/drawing/2014/main" id="{3D447709-B395-E140-A6E8-A4B0C8933F41}"/>
              </a:ext>
            </a:extLst>
          </p:cNvPr>
          <p:cNvGrpSpPr>
            <a:grpSpLocks/>
          </p:cNvGrpSpPr>
          <p:nvPr/>
        </p:nvGrpSpPr>
        <p:grpSpPr bwMode="auto">
          <a:xfrm>
            <a:off x="6159555" y="1507111"/>
            <a:ext cx="850900" cy="527050"/>
            <a:chOff x="-490" y="1664"/>
            <a:chExt cx="1429" cy="842"/>
          </a:xfrm>
        </p:grpSpPr>
        <p:sp>
          <p:nvSpPr>
            <p:cNvPr id="727" name="AutoShape 171">
              <a:extLst>
                <a:ext uri="{FF2B5EF4-FFF2-40B4-BE49-F238E27FC236}">
                  <a16:creationId xmlns:a16="http://schemas.microsoft.com/office/drawing/2014/main" id="{F84AA9D6-A486-E04C-804D-DFE0C1539708}"/>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28" name="Group 172">
              <a:extLst>
                <a:ext uri="{FF2B5EF4-FFF2-40B4-BE49-F238E27FC236}">
                  <a16:creationId xmlns:a16="http://schemas.microsoft.com/office/drawing/2014/main" id="{543D769A-7CD2-8048-8FE3-27348F62D8C6}"/>
                </a:ext>
              </a:extLst>
            </p:cNvPr>
            <p:cNvGrpSpPr>
              <a:grpSpLocks/>
            </p:cNvGrpSpPr>
            <p:nvPr/>
          </p:nvGrpSpPr>
          <p:grpSpPr bwMode="auto">
            <a:xfrm>
              <a:off x="-427" y="1737"/>
              <a:ext cx="1217" cy="769"/>
              <a:chOff x="-427" y="1737"/>
              <a:chExt cx="1217" cy="769"/>
            </a:xfrm>
          </p:grpSpPr>
          <p:sp>
            <p:nvSpPr>
              <p:cNvPr id="729" name="Rectangle 173">
                <a:extLst>
                  <a:ext uri="{FF2B5EF4-FFF2-40B4-BE49-F238E27FC236}">
                    <a16:creationId xmlns:a16="http://schemas.microsoft.com/office/drawing/2014/main" id="{F2369E5A-97BD-6448-9C48-4B6DBA063821}"/>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0" name="Line 7">
                <a:extLst>
                  <a:ext uri="{FF2B5EF4-FFF2-40B4-BE49-F238E27FC236}">
                    <a16:creationId xmlns:a16="http://schemas.microsoft.com/office/drawing/2014/main" id="{2AC0A61E-F926-0D4B-B5E9-DF0BC1F34016}"/>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31" name="Group 175">
                <a:extLst>
                  <a:ext uri="{FF2B5EF4-FFF2-40B4-BE49-F238E27FC236}">
                    <a16:creationId xmlns:a16="http://schemas.microsoft.com/office/drawing/2014/main" id="{28882AE2-523F-3A48-A31B-7F5125D45364}"/>
                  </a:ext>
                </a:extLst>
              </p:cNvPr>
              <p:cNvGrpSpPr>
                <a:grpSpLocks/>
              </p:cNvGrpSpPr>
              <p:nvPr/>
            </p:nvGrpSpPr>
            <p:grpSpPr bwMode="auto">
              <a:xfrm>
                <a:off x="68" y="2192"/>
                <a:ext cx="387" cy="139"/>
                <a:chOff x="322" y="890"/>
                <a:chExt cx="872" cy="339"/>
              </a:xfrm>
            </p:grpSpPr>
            <p:sp>
              <p:nvSpPr>
                <p:cNvPr id="737" name="Rectangle 176">
                  <a:extLst>
                    <a:ext uri="{FF2B5EF4-FFF2-40B4-BE49-F238E27FC236}">
                      <a16:creationId xmlns:a16="http://schemas.microsoft.com/office/drawing/2014/main" id="{54F16B2F-608C-0A4C-B57B-5C7376E1CD7D}"/>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8" name="Rectangle 177">
                  <a:extLst>
                    <a:ext uri="{FF2B5EF4-FFF2-40B4-BE49-F238E27FC236}">
                      <a16:creationId xmlns:a16="http://schemas.microsoft.com/office/drawing/2014/main" id="{16358853-C1FC-1B4A-90B8-0526F7FF392F}"/>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9" name="Rectangle 178">
                  <a:extLst>
                    <a:ext uri="{FF2B5EF4-FFF2-40B4-BE49-F238E27FC236}">
                      <a16:creationId xmlns:a16="http://schemas.microsoft.com/office/drawing/2014/main" id="{95865896-45F0-9E45-88A7-DDEAF0816961}"/>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0" name="Rectangle 179">
                  <a:extLst>
                    <a:ext uri="{FF2B5EF4-FFF2-40B4-BE49-F238E27FC236}">
                      <a16:creationId xmlns:a16="http://schemas.microsoft.com/office/drawing/2014/main" id="{1C2FE1AC-5BF7-3F4E-A430-7CA6A6969083}"/>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1" name="Rectangle 180">
                  <a:extLst>
                    <a:ext uri="{FF2B5EF4-FFF2-40B4-BE49-F238E27FC236}">
                      <a16:creationId xmlns:a16="http://schemas.microsoft.com/office/drawing/2014/main" id="{218C2436-F090-5B40-9775-6467F646F5A5}"/>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2" name="AutoShape 181">
                  <a:extLst>
                    <a:ext uri="{FF2B5EF4-FFF2-40B4-BE49-F238E27FC236}">
                      <a16:creationId xmlns:a16="http://schemas.microsoft.com/office/drawing/2014/main" id="{2346CC88-82BF-DA46-B70A-55B4ED444CE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732" name="Picture 182" descr="desktop_computer_stylized_small">
                <a:extLst>
                  <a:ext uri="{FF2B5EF4-FFF2-40B4-BE49-F238E27FC236}">
                    <a16:creationId xmlns:a16="http://schemas.microsoft.com/office/drawing/2014/main" id="{9C9448D8-C41E-1B4C-8F18-B3F661D7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3" name="Rectangle 183">
                <a:extLst>
                  <a:ext uri="{FF2B5EF4-FFF2-40B4-BE49-F238E27FC236}">
                    <a16:creationId xmlns:a16="http://schemas.microsoft.com/office/drawing/2014/main" id="{EC20C728-8848-8748-8001-99D9BBF00006}"/>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4" name="Freeform 184">
                <a:extLst>
                  <a:ext uri="{FF2B5EF4-FFF2-40B4-BE49-F238E27FC236}">
                    <a16:creationId xmlns:a16="http://schemas.microsoft.com/office/drawing/2014/main" id="{A3C302FC-0DCE-7B44-87E9-318491675B3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5" name="Line 185">
                <a:extLst>
                  <a:ext uri="{FF2B5EF4-FFF2-40B4-BE49-F238E27FC236}">
                    <a16:creationId xmlns:a16="http://schemas.microsoft.com/office/drawing/2014/main" id="{28070A37-5593-0448-896E-478F25FA108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36" name="Picture 186" descr="tv">
                <a:extLst>
                  <a:ext uri="{FF2B5EF4-FFF2-40B4-BE49-F238E27FC236}">
                    <a16:creationId xmlns:a16="http://schemas.microsoft.com/office/drawing/2014/main" id="{23BD1939-D865-6047-93F0-ED52890AAF0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43" name="Text Box 204">
            <a:extLst>
              <a:ext uri="{FF2B5EF4-FFF2-40B4-BE49-F238E27FC236}">
                <a16:creationId xmlns:a16="http://schemas.microsoft.com/office/drawing/2014/main" id="{114B5E74-3593-4647-A004-4F78DEEBD9A4}"/>
              </a:ext>
            </a:extLst>
          </p:cNvPr>
          <p:cNvSpPr txBox="1">
            <a:spLocks noChangeArrowheads="1"/>
          </p:cNvSpPr>
          <p:nvPr/>
        </p:nvSpPr>
        <p:spPr bwMode="auto">
          <a:xfrm>
            <a:off x="5770617" y="1576961"/>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sp>
        <p:nvSpPr>
          <p:cNvPr id="744" name="Line 205">
            <a:extLst>
              <a:ext uri="{FF2B5EF4-FFF2-40B4-BE49-F238E27FC236}">
                <a16:creationId xmlns:a16="http://schemas.microsoft.com/office/drawing/2014/main" id="{DC1BDAA3-86EF-E54B-AD19-30AE2ECA9311}"/>
              </a:ext>
            </a:extLst>
          </p:cNvPr>
          <p:cNvSpPr>
            <a:spLocks noChangeShapeType="1"/>
          </p:cNvSpPr>
          <p:nvPr/>
        </p:nvSpPr>
        <p:spPr bwMode="auto">
          <a:xfrm flipH="1">
            <a:off x="4751442"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5" name="Line 206">
            <a:extLst>
              <a:ext uri="{FF2B5EF4-FFF2-40B4-BE49-F238E27FC236}">
                <a16:creationId xmlns:a16="http://schemas.microsoft.com/office/drawing/2014/main" id="{148D29E6-C94A-DC42-8250-908976A5D102}"/>
              </a:ext>
            </a:extLst>
          </p:cNvPr>
          <p:cNvSpPr>
            <a:spLocks noChangeShapeType="1"/>
          </p:cNvSpPr>
          <p:nvPr/>
        </p:nvSpPr>
        <p:spPr bwMode="auto">
          <a:xfrm flipH="1">
            <a:off x="565631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6" name="Line 207">
            <a:extLst>
              <a:ext uri="{FF2B5EF4-FFF2-40B4-BE49-F238E27FC236}">
                <a16:creationId xmlns:a16="http://schemas.microsoft.com/office/drawing/2014/main" id="{01C6EDDD-38D0-6B49-B717-D2D0A8815C12}"/>
              </a:ext>
            </a:extLst>
          </p:cNvPr>
          <p:cNvSpPr>
            <a:spLocks noChangeShapeType="1"/>
          </p:cNvSpPr>
          <p:nvPr/>
        </p:nvSpPr>
        <p:spPr bwMode="auto">
          <a:xfrm flipH="1">
            <a:off x="679296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7" name="Freeform 208">
            <a:extLst>
              <a:ext uri="{FF2B5EF4-FFF2-40B4-BE49-F238E27FC236}">
                <a16:creationId xmlns:a16="http://schemas.microsoft.com/office/drawing/2014/main" id="{13411482-5915-9549-9E0F-94906C9234B0}"/>
              </a:ext>
            </a:extLst>
          </p:cNvPr>
          <p:cNvSpPr>
            <a:spLocks/>
          </p:cNvSpPr>
          <p:nvPr/>
        </p:nvSpPr>
        <p:spPr bwMode="auto">
          <a:xfrm>
            <a:off x="5742042" y="225482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8" name="Freeform 209">
            <a:extLst>
              <a:ext uri="{FF2B5EF4-FFF2-40B4-BE49-F238E27FC236}">
                <a16:creationId xmlns:a16="http://schemas.microsoft.com/office/drawing/2014/main" id="{1F9C292F-8EBB-3541-9B89-E1F31CD174E4}"/>
              </a:ext>
            </a:extLst>
          </p:cNvPr>
          <p:cNvSpPr>
            <a:spLocks/>
          </p:cNvSpPr>
          <p:nvPr/>
        </p:nvSpPr>
        <p:spPr bwMode="auto">
          <a:xfrm>
            <a:off x="4875267" y="224847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9" name="Rectangle 44">
            <a:extLst>
              <a:ext uri="{FF2B5EF4-FFF2-40B4-BE49-F238E27FC236}">
                <a16:creationId xmlns:a16="http://schemas.microsoft.com/office/drawing/2014/main" id="{7320EA55-A59E-E248-A70B-FDBD113905C5}"/>
              </a:ext>
            </a:extLst>
          </p:cNvPr>
          <p:cNvSpPr>
            <a:spLocks noChangeArrowheads="1"/>
          </p:cNvSpPr>
          <p:nvPr/>
        </p:nvSpPr>
        <p:spPr bwMode="auto">
          <a:xfrm>
            <a:off x="7086655" y="1823023"/>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50" name="Text Box 45">
            <a:extLst>
              <a:ext uri="{FF2B5EF4-FFF2-40B4-BE49-F238E27FC236}">
                <a16:creationId xmlns:a16="http://schemas.microsoft.com/office/drawing/2014/main" id="{DB61BF90-6CFB-6842-9230-52758DB964BD}"/>
              </a:ext>
            </a:extLst>
          </p:cNvPr>
          <p:cNvSpPr txBox="1">
            <a:spLocks noChangeArrowheads="1"/>
          </p:cNvSpPr>
          <p:nvPr/>
        </p:nvSpPr>
        <p:spPr bwMode="auto">
          <a:xfrm>
            <a:off x="6597705" y="1286448"/>
            <a:ext cx="1925637"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headend</a:t>
            </a:r>
          </a:p>
        </p:txBody>
      </p:sp>
      <p:sp>
        <p:nvSpPr>
          <p:cNvPr id="751" name="Freeform 216">
            <a:extLst>
              <a:ext uri="{FF2B5EF4-FFF2-40B4-BE49-F238E27FC236}">
                <a16:creationId xmlns:a16="http://schemas.microsoft.com/office/drawing/2014/main" id="{5282A8AA-73E0-1047-98E9-0E8A22EB1094}"/>
              </a:ext>
            </a:extLst>
          </p:cNvPr>
          <p:cNvSpPr>
            <a:spLocks/>
          </p:cNvSpPr>
          <p:nvPr/>
        </p:nvSpPr>
        <p:spPr bwMode="auto">
          <a:xfrm>
            <a:off x="7343830" y="2005586"/>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lumMod val="60000"/>
                  <a:lumOff val="40000"/>
                </a:schemeClr>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2" name="Freeform 217">
            <a:extLst>
              <a:ext uri="{FF2B5EF4-FFF2-40B4-BE49-F238E27FC236}">
                <a16:creationId xmlns:a16="http://schemas.microsoft.com/office/drawing/2014/main" id="{7C99B789-7258-6A4A-9F8D-57979E1CEE4E}"/>
              </a:ext>
            </a:extLst>
          </p:cNvPr>
          <p:cNvSpPr>
            <a:spLocks/>
          </p:cNvSpPr>
          <p:nvPr/>
        </p:nvSpPr>
        <p:spPr bwMode="auto">
          <a:xfrm>
            <a:off x="7345417" y="1940498"/>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lumMod val="75000"/>
            </a:schemeClr>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3" name="Line 218">
            <a:extLst>
              <a:ext uri="{FF2B5EF4-FFF2-40B4-BE49-F238E27FC236}">
                <a16:creationId xmlns:a16="http://schemas.microsoft.com/office/drawing/2014/main" id="{B1D16F00-E881-6A47-A6A1-0BBDC19BC901}"/>
              </a:ext>
            </a:extLst>
          </p:cNvPr>
          <p:cNvSpPr>
            <a:spLocks noChangeShapeType="1"/>
          </p:cNvSpPr>
          <p:nvPr/>
        </p:nvSpPr>
        <p:spPr bwMode="auto">
          <a:xfrm flipH="1">
            <a:off x="7670855" y="2064323"/>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4" name="Line 219">
            <a:extLst>
              <a:ext uri="{FF2B5EF4-FFF2-40B4-BE49-F238E27FC236}">
                <a16:creationId xmlns:a16="http://schemas.microsoft.com/office/drawing/2014/main" id="{838FA314-27D9-7A43-996B-E5F93E02DF5E}"/>
              </a:ext>
            </a:extLst>
          </p:cNvPr>
          <p:cNvSpPr>
            <a:spLocks noChangeShapeType="1"/>
          </p:cNvSpPr>
          <p:nvPr/>
        </p:nvSpPr>
        <p:spPr bwMode="auto">
          <a:xfrm>
            <a:off x="7372405" y="2235773"/>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5" name="Freeform 220">
            <a:extLst>
              <a:ext uri="{FF2B5EF4-FFF2-40B4-BE49-F238E27FC236}">
                <a16:creationId xmlns:a16="http://schemas.microsoft.com/office/drawing/2014/main" id="{45C72033-F8DA-3B45-8390-923125718D2A}"/>
              </a:ext>
            </a:extLst>
          </p:cNvPr>
          <p:cNvSpPr>
            <a:spLocks/>
          </p:cNvSpPr>
          <p:nvPr/>
        </p:nvSpPr>
        <p:spPr bwMode="auto">
          <a:xfrm>
            <a:off x="7366055" y="2059561"/>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6" name="Freeform 221">
            <a:extLst>
              <a:ext uri="{FF2B5EF4-FFF2-40B4-BE49-F238E27FC236}">
                <a16:creationId xmlns:a16="http://schemas.microsoft.com/office/drawing/2014/main" id="{19393445-5216-7C45-9B45-58EB5CD3E448}"/>
              </a:ext>
            </a:extLst>
          </p:cNvPr>
          <p:cNvSpPr>
            <a:spLocks/>
          </p:cNvSpPr>
          <p:nvPr/>
        </p:nvSpPr>
        <p:spPr bwMode="auto">
          <a:xfrm flipV="1">
            <a:off x="7366055" y="2296098"/>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7" name="AutoShape 225">
            <a:extLst>
              <a:ext uri="{FF2B5EF4-FFF2-40B4-BE49-F238E27FC236}">
                <a16:creationId xmlns:a16="http://schemas.microsoft.com/office/drawing/2014/main" id="{D5C846CD-8651-7846-BF61-84EC54D4AEB7}"/>
              </a:ext>
            </a:extLst>
          </p:cNvPr>
          <p:cNvSpPr>
            <a:spLocks noChangeArrowheads="1"/>
          </p:cNvSpPr>
          <p:nvPr/>
        </p:nvSpPr>
        <p:spPr bwMode="auto">
          <a:xfrm>
            <a:off x="6946955" y="1559498"/>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58" name="Group 37">
            <a:extLst>
              <a:ext uri="{FF2B5EF4-FFF2-40B4-BE49-F238E27FC236}">
                <a16:creationId xmlns:a16="http://schemas.microsoft.com/office/drawing/2014/main" id="{2E8824F7-4522-D447-9DC0-38FAFCEAC5FD}"/>
              </a:ext>
            </a:extLst>
          </p:cNvPr>
          <p:cNvGrpSpPr>
            <a:grpSpLocks/>
          </p:cNvGrpSpPr>
          <p:nvPr/>
        </p:nvGrpSpPr>
        <p:grpSpPr bwMode="auto">
          <a:xfrm>
            <a:off x="4857805" y="3221611"/>
            <a:ext cx="2043112" cy="958850"/>
            <a:chOff x="2505" y="826"/>
            <a:chExt cx="1287" cy="604"/>
          </a:xfrm>
        </p:grpSpPr>
        <p:sp>
          <p:nvSpPr>
            <p:cNvPr id="759" name="Line 38">
              <a:extLst>
                <a:ext uri="{FF2B5EF4-FFF2-40B4-BE49-F238E27FC236}">
                  <a16:creationId xmlns:a16="http://schemas.microsoft.com/office/drawing/2014/main" id="{836381BA-38E7-1643-BF9A-B180406656CB}"/>
                </a:ext>
              </a:extLst>
            </p:cNvPr>
            <p:cNvSpPr>
              <a:spLocks noChangeShapeType="1"/>
            </p:cNvSpPr>
            <p:nvPr/>
          </p:nvSpPr>
          <p:spPr bwMode="auto">
            <a:xfrm flipH="1">
              <a:off x="2505" y="1115"/>
              <a:ext cx="128" cy="29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0" name="Freeform 39">
              <a:extLst>
                <a:ext uri="{FF2B5EF4-FFF2-40B4-BE49-F238E27FC236}">
                  <a16:creationId xmlns:a16="http://schemas.microsoft.com/office/drawing/2014/main" id="{A91A763D-8E94-C349-8834-D48E9C7C4109}"/>
                </a:ext>
              </a:extLst>
            </p:cNvPr>
            <p:cNvSpPr>
              <a:spLocks/>
            </p:cNvSpPr>
            <p:nvPr/>
          </p:nvSpPr>
          <p:spPr bwMode="auto">
            <a:xfrm>
              <a:off x="2548" y="826"/>
              <a:ext cx="562" cy="266"/>
            </a:xfrm>
            <a:custGeom>
              <a:avLst/>
              <a:gdLst>
                <a:gd name="T0" fmla="*/ 4 w 562"/>
                <a:gd name="T1" fmla="*/ 264 h 266"/>
                <a:gd name="T2" fmla="*/ 52 w 562"/>
                <a:gd name="T3" fmla="*/ 6 h 266"/>
                <a:gd name="T4" fmla="*/ 108 w 562"/>
                <a:gd name="T5" fmla="*/ 266 h 266"/>
                <a:gd name="T6" fmla="*/ 174 w 562"/>
                <a:gd name="T7" fmla="*/ 0 h 266"/>
                <a:gd name="T8" fmla="*/ 228 w 562"/>
                <a:gd name="T9" fmla="*/ 264 h 266"/>
                <a:gd name="T10" fmla="*/ 288 w 562"/>
                <a:gd name="T11" fmla="*/ 8 h 266"/>
                <a:gd name="T12" fmla="*/ 354 w 562"/>
                <a:gd name="T13" fmla="*/ 266 h 266"/>
                <a:gd name="T14" fmla="*/ 402 w 562"/>
                <a:gd name="T15" fmla="*/ 8 h 266"/>
                <a:gd name="T16" fmla="*/ 464 w 562"/>
                <a:gd name="T17" fmla="*/ 264 h 266"/>
                <a:gd name="T18" fmla="*/ 506 w 562"/>
                <a:gd name="T19" fmla="*/ 6 h 266"/>
                <a:gd name="T20" fmla="*/ 556 w 562"/>
                <a:gd name="T21" fmla="*/ 266 h 2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2"/>
                <a:gd name="T34" fmla="*/ 0 h 266"/>
                <a:gd name="T35" fmla="*/ 562 w 562"/>
                <a:gd name="T36" fmla="*/ 266 h 2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2" h="266">
                  <a:moveTo>
                    <a:pt x="4" y="264"/>
                  </a:moveTo>
                  <a:cubicBezTo>
                    <a:pt x="4" y="212"/>
                    <a:pt x="0" y="4"/>
                    <a:pt x="52" y="6"/>
                  </a:cubicBezTo>
                  <a:cubicBezTo>
                    <a:pt x="106" y="4"/>
                    <a:pt x="58" y="266"/>
                    <a:pt x="108" y="266"/>
                  </a:cubicBezTo>
                  <a:cubicBezTo>
                    <a:pt x="158" y="266"/>
                    <a:pt x="126" y="0"/>
                    <a:pt x="174" y="0"/>
                  </a:cubicBezTo>
                  <a:cubicBezTo>
                    <a:pt x="222" y="0"/>
                    <a:pt x="184" y="266"/>
                    <a:pt x="228" y="264"/>
                  </a:cubicBezTo>
                  <a:cubicBezTo>
                    <a:pt x="272" y="262"/>
                    <a:pt x="244" y="8"/>
                    <a:pt x="288" y="8"/>
                  </a:cubicBezTo>
                  <a:cubicBezTo>
                    <a:pt x="332" y="8"/>
                    <a:pt x="304" y="266"/>
                    <a:pt x="354" y="266"/>
                  </a:cubicBezTo>
                  <a:cubicBezTo>
                    <a:pt x="404" y="266"/>
                    <a:pt x="336" y="8"/>
                    <a:pt x="402" y="8"/>
                  </a:cubicBezTo>
                  <a:cubicBezTo>
                    <a:pt x="468" y="8"/>
                    <a:pt x="416" y="266"/>
                    <a:pt x="464" y="264"/>
                  </a:cubicBezTo>
                  <a:cubicBezTo>
                    <a:pt x="512" y="262"/>
                    <a:pt x="450" y="4"/>
                    <a:pt x="506" y="6"/>
                  </a:cubicBezTo>
                  <a:cubicBezTo>
                    <a:pt x="562" y="8"/>
                    <a:pt x="546" y="192"/>
                    <a:pt x="556" y="2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1" name="Freeform 40">
              <a:extLst>
                <a:ext uri="{FF2B5EF4-FFF2-40B4-BE49-F238E27FC236}">
                  <a16:creationId xmlns:a16="http://schemas.microsoft.com/office/drawing/2014/main" id="{DE43773C-7E50-304C-B96C-1B9B432AB750}"/>
                </a:ext>
              </a:extLst>
            </p:cNvPr>
            <p:cNvSpPr>
              <a:spLocks/>
            </p:cNvSpPr>
            <p:nvPr/>
          </p:nvSpPr>
          <p:spPr bwMode="auto">
            <a:xfrm>
              <a:off x="3523" y="830"/>
              <a:ext cx="269" cy="266"/>
            </a:xfrm>
            <a:custGeom>
              <a:avLst/>
              <a:gdLst>
                <a:gd name="T0" fmla="*/ 0 w 562"/>
                <a:gd name="T1" fmla="*/ 264 h 266"/>
                <a:gd name="T2" fmla="*/ 0 w 562"/>
                <a:gd name="T3" fmla="*/ 6 h 266"/>
                <a:gd name="T4" fmla="*/ 0 w 562"/>
                <a:gd name="T5" fmla="*/ 266 h 266"/>
                <a:gd name="T6" fmla="*/ 0 w 562"/>
                <a:gd name="T7" fmla="*/ 0 h 266"/>
                <a:gd name="T8" fmla="*/ 0 w 562"/>
                <a:gd name="T9" fmla="*/ 264 h 266"/>
                <a:gd name="T10" fmla="*/ 0 w 562"/>
                <a:gd name="T11" fmla="*/ 8 h 266"/>
                <a:gd name="T12" fmla="*/ 0 w 562"/>
                <a:gd name="T13" fmla="*/ 266 h 266"/>
                <a:gd name="T14" fmla="*/ 0 w 562"/>
                <a:gd name="T15" fmla="*/ 8 h 266"/>
                <a:gd name="T16" fmla="*/ 0 w 562"/>
                <a:gd name="T17" fmla="*/ 264 h 266"/>
                <a:gd name="T18" fmla="*/ 0 w 562"/>
                <a:gd name="T19" fmla="*/ 6 h 266"/>
                <a:gd name="T20" fmla="*/ 0 w 562"/>
                <a:gd name="T21" fmla="*/ 266 h 2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2"/>
                <a:gd name="T34" fmla="*/ 0 h 266"/>
                <a:gd name="T35" fmla="*/ 562 w 562"/>
                <a:gd name="T36" fmla="*/ 266 h 2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2" h="266">
                  <a:moveTo>
                    <a:pt x="4" y="264"/>
                  </a:moveTo>
                  <a:cubicBezTo>
                    <a:pt x="4" y="212"/>
                    <a:pt x="0" y="4"/>
                    <a:pt x="52" y="6"/>
                  </a:cubicBezTo>
                  <a:cubicBezTo>
                    <a:pt x="106" y="4"/>
                    <a:pt x="58" y="266"/>
                    <a:pt x="108" y="266"/>
                  </a:cubicBezTo>
                  <a:cubicBezTo>
                    <a:pt x="158" y="266"/>
                    <a:pt x="126" y="0"/>
                    <a:pt x="174" y="0"/>
                  </a:cubicBezTo>
                  <a:cubicBezTo>
                    <a:pt x="222" y="0"/>
                    <a:pt x="184" y="266"/>
                    <a:pt x="228" y="264"/>
                  </a:cubicBezTo>
                  <a:cubicBezTo>
                    <a:pt x="272" y="262"/>
                    <a:pt x="244" y="8"/>
                    <a:pt x="288" y="8"/>
                  </a:cubicBezTo>
                  <a:cubicBezTo>
                    <a:pt x="332" y="8"/>
                    <a:pt x="304" y="266"/>
                    <a:pt x="354" y="266"/>
                  </a:cubicBezTo>
                  <a:cubicBezTo>
                    <a:pt x="404" y="266"/>
                    <a:pt x="336" y="8"/>
                    <a:pt x="402" y="8"/>
                  </a:cubicBezTo>
                  <a:cubicBezTo>
                    <a:pt x="468" y="8"/>
                    <a:pt x="416" y="266"/>
                    <a:pt x="464" y="264"/>
                  </a:cubicBezTo>
                  <a:cubicBezTo>
                    <a:pt x="512" y="262"/>
                    <a:pt x="450" y="4"/>
                    <a:pt x="506" y="6"/>
                  </a:cubicBezTo>
                  <a:cubicBezTo>
                    <a:pt x="562" y="8"/>
                    <a:pt x="546" y="192"/>
                    <a:pt x="556" y="2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2" name="Line 41">
              <a:extLst>
                <a:ext uri="{FF2B5EF4-FFF2-40B4-BE49-F238E27FC236}">
                  <a16:creationId xmlns:a16="http://schemas.microsoft.com/office/drawing/2014/main" id="{F3C41C4C-476A-2B45-A87C-AC86EB4B906A}"/>
                </a:ext>
              </a:extLst>
            </p:cNvPr>
            <p:cNvSpPr>
              <a:spLocks noChangeShapeType="1"/>
            </p:cNvSpPr>
            <p:nvPr/>
          </p:nvSpPr>
          <p:spPr bwMode="auto">
            <a:xfrm flipH="1">
              <a:off x="3433" y="1137"/>
              <a:ext cx="128" cy="29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63" name="Group 42">
            <a:extLst>
              <a:ext uri="{FF2B5EF4-FFF2-40B4-BE49-F238E27FC236}">
                <a16:creationId xmlns:a16="http://schemas.microsoft.com/office/drawing/2014/main" id="{1414EDE7-3EB5-FA4B-9DD4-E6353E20A214}"/>
              </a:ext>
            </a:extLst>
          </p:cNvPr>
          <p:cNvGrpSpPr>
            <a:grpSpLocks/>
          </p:cNvGrpSpPr>
          <p:nvPr/>
        </p:nvGrpSpPr>
        <p:grpSpPr bwMode="auto">
          <a:xfrm>
            <a:off x="4148192" y="3378773"/>
            <a:ext cx="3021013" cy="2114550"/>
            <a:chOff x="2606" y="951"/>
            <a:chExt cx="1903" cy="1332"/>
          </a:xfrm>
        </p:grpSpPr>
        <p:sp>
          <p:nvSpPr>
            <p:cNvPr id="764" name="Text Box 43">
              <a:extLst>
                <a:ext uri="{FF2B5EF4-FFF2-40B4-BE49-F238E27FC236}">
                  <a16:creationId xmlns:a16="http://schemas.microsoft.com/office/drawing/2014/main" id="{DABDD206-5A3A-D340-BB90-8F77E10D875A}"/>
                </a:ext>
              </a:extLst>
            </p:cNvPr>
            <p:cNvSpPr txBox="1">
              <a:spLocks noChangeArrowheads="1"/>
            </p:cNvSpPr>
            <p:nvPr/>
          </p:nvSpPr>
          <p:spPr bwMode="auto">
            <a:xfrm>
              <a:off x="3378" y="2071"/>
              <a:ext cx="65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Channels</a:t>
              </a:r>
            </a:p>
          </p:txBody>
        </p:sp>
        <p:sp>
          <p:nvSpPr>
            <p:cNvPr id="765" name="Line 44">
              <a:extLst>
                <a:ext uri="{FF2B5EF4-FFF2-40B4-BE49-F238E27FC236}">
                  <a16:creationId xmlns:a16="http://schemas.microsoft.com/office/drawing/2014/main" id="{96A99A85-0F58-904A-AB9B-E4531C44DB12}"/>
                </a:ext>
              </a:extLst>
            </p:cNvPr>
            <p:cNvSpPr>
              <a:spLocks noChangeShapeType="1"/>
            </p:cNvSpPr>
            <p:nvPr/>
          </p:nvSpPr>
          <p:spPr bwMode="auto">
            <a:xfrm>
              <a:off x="2994" y="951"/>
              <a:ext cx="0" cy="97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6" name="Line 45">
              <a:extLst>
                <a:ext uri="{FF2B5EF4-FFF2-40B4-BE49-F238E27FC236}">
                  <a16:creationId xmlns:a16="http://schemas.microsoft.com/office/drawing/2014/main" id="{A885BDAD-38DA-9945-9914-5285D7B28868}"/>
                </a:ext>
              </a:extLst>
            </p:cNvPr>
            <p:cNvSpPr>
              <a:spLocks noChangeShapeType="1"/>
            </p:cNvSpPr>
            <p:nvPr/>
          </p:nvSpPr>
          <p:spPr bwMode="auto">
            <a:xfrm flipV="1">
              <a:off x="2988" y="1935"/>
              <a:ext cx="146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7" name="Text Box 46">
              <a:extLst>
                <a:ext uri="{FF2B5EF4-FFF2-40B4-BE49-F238E27FC236}">
                  <a16:creationId xmlns:a16="http://schemas.microsoft.com/office/drawing/2014/main" id="{8BF7E924-5AB7-6A4B-A536-D9B3F0CB3266}"/>
                </a:ext>
              </a:extLst>
            </p:cNvPr>
            <p:cNvSpPr txBox="1">
              <a:spLocks noChangeArrowheads="1"/>
            </p:cNvSpPr>
            <p:nvPr/>
          </p:nvSpPr>
          <p:spPr bwMode="auto">
            <a:xfrm>
              <a:off x="297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68" name="Line 47">
              <a:extLst>
                <a:ext uri="{FF2B5EF4-FFF2-40B4-BE49-F238E27FC236}">
                  <a16:creationId xmlns:a16="http://schemas.microsoft.com/office/drawing/2014/main" id="{C5F7EC21-9A57-044C-B03E-D70253629E40}"/>
                </a:ext>
              </a:extLst>
            </p:cNvPr>
            <p:cNvSpPr>
              <a:spLocks noChangeShapeType="1"/>
            </p:cNvSpPr>
            <p:nvPr/>
          </p:nvSpPr>
          <p:spPr bwMode="auto">
            <a:xfrm>
              <a:off x="3150"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9" name="Text Box 48">
              <a:extLst>
                <a:ext uri="{FF2B5EF4-FFF2-40B4-BE49-F238E27FC236}">
                  <a16:creationId xmlns:a16="http://schemas.microsoft.com/office/drawing/2014/main" id="{6475D001-0073-DB4C-A0B0-434A434B76BE}"/>
                </a:ext>
              </a:extLst>
            </p:cNvPr>
            <p:cNvSpPr txBox="1">
              <a:spLocks noChangeArrowheads="1"/>
            </p:cNvSpPr>
            <p:nvPr/>
          </p:nvSpPr>
          <p:spPr bwMode="auto">
            <a:xfrm>
              <a:off x="3152"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0" name="Text Box 49">
              <a:extLst>
                <a:ext uri="{FF2B5EF4-FFF2-40B4-BE49-F238E27FC236}">
                  <a16:creationId xmlns:a16="http://schemas.microsoft.com/office/drawing/2014/main" id="{1B807D23-BCCC-3D4C-B708-860B33956FC7}"/>
                </a:ext>
              </a:extLst>
            </p:cNvPr>
            <p:cNvSpPr txBox="1">
              <a:spLocks noChangeArrowheads="1"/>
            </p:cNvSpPr>
            <p:nvPr/>
          </p:nvSpPr>
          <p:spPr bwMode="auto">
            <a:xfrm>
              <a:off x="3338"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1" name="Text Box 50">
              <a:extLst>
                <a:ext uri="{FF2B5EF4-FFF2-40B4-BE49-F238E27FC236}">
                  <a16:creationId xmlns:a16="http://schemas.microsoft.com/office/drawing/2014/main" id="{2C33566C-1F05-5942-A816-F796C365DA74}"/>
                </a:ext>
              </a:extLst>
            </p:cNvPr>
            <p:cNvSpPr txBox="1">
              <a:spLocks noChangeArrowheads="1"/>
            </p:cNvSpPr>
            <p:nvPr/>
          </p:nvSpPr>
          <p:spPr bwMode="auto">
            <a:xfrm>
              <a:off x="3524"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2" name="Text Box 51">
              <a:extLst>
                <a:ext uri="{FF2B5EF4-FFF2-40B4-BE49-F238E27FC236}">
                  <a16:creationId xmlns:a16="http://schemas.microsoft.com/office/drawing/2014/main" id="{DB987581-9E28-AC45-BEFB-196B623D0090}"/>
                </a:ext>
              </a:extLst>
            </p:cNvPr>
            <p:cNvSpPr txBox="1">
              <a:spLocks noChangeArrowheads="1"/>
            </p:cNvSpPr>
            <p:nvPr/>
          </p:nvSpPr>
          <p:spPr bwMode="auto">
            <a:xfrm>
              <a:off x="3710"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3" name="Text Box 52">
              <a:extLst>
                <a:ext uri="{FF2B5EF4-FFF2-40B4-BE49-F238E27FC236}">
                  <a16:creationId xmlns:a16="http://schemas.microsoft.com/office/drawing/2014/main" id="{33A1BB55-0F18-824B-8857-AF323BE0F781}"/>
                </a:ext>
              </a:extLst>
            </p:cNvPr>
            <p:cNvSpPr txBox="1">
              <a:spLocks noChangeArrowheads="1"/>
            </p:cNvSpPr>
            <p:nvPr/>
          </p:nvSpPr>
          <p:spPr bwMode="auto">
            <a:xfrm>
              <a:off x="3896" y="1408"/>
              <a:ext cx="178"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p:txBody>
        </p:sp>
        <p:sp>
          <p:nvSpPr>
            <p:cNvPr id="774" name="Text Box 53">
              <a:extLst>
                <a:ext uri="{FF2B5EF4-FFF2-40B4-BE49-F238E27FC236}">
                  <a16:creationId xmlns:a16="http://schemas.microsoft.com/office/drawing/2014/main" id="{7B84E930-AB40-A748-8E0A-E98ABEEF0B85}"/>
                </a:ext>
              </a:extLst>
            </p:cNvPr>
            <p:cNvSpPr txBox="1">
              <a:spLocks noChangeArrowheads="1"/>
            </p:cNvSpPr>
            <p:nvPr/>
          </p:nvSpPr>
          <p:spPr bwMode="auto">
            <a:xfrm>
              <a:off x="4058"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775" name="Text Box 54">
              <a:extLst>
                <a:ext uri="{FF2B5EF4-FFF2-40B4-BE49-F238E27FC236}">
                  <a16:creationId xmlns:a16="http://schemas.microsoft.com/office/drawing/2014/main" id="{7D32602C-6A0F-7C40-A551-B7104647A3E2}"/>
                </a:ext>
              </a:extLst>
            </p:cNvPr>
            <p:cNvSpPr txBox="1">
              <a:spLocks noChangeArrowheads="1"/>
            </p:cNvSpPr>
            <p:nvPr/>
          </p:nvSpPr>
          <p:spPr bwMode="auto">
            <a:xfrm>
              <a:off x="4202" y="1402"/>
              <a:ext cx="174"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776" name="Text Box 55">
              <a:extLst>
                <a:ext uri="{FF2B5EF4-FFF2-40B4-BE49-F238E27FC236}">
                  <a16:creationId xmlns:a16="http://schemas.microsoft.com/office/drawing/2014/main" id="{581BF3CE-EA1F-7F45-A6B9-7961CB9412D4}"/>
                </a:ext>
              </a:extLst>
            </p:cNvPr>
            <p:cNvSpPr txBox="1">
              <a:spLocks noChangeArrowheads="1"/>
            </p:cNvSpPr>
            <p:nvPr/>
          </p:nvSpPr>
          <p:spPr bwMode="auto">
            <a:xfrm>
              <a:off x="4330" y="1114"/>
              <a:ext cx="178"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a:t>
              </a:r>
            </a:p>
          </p:txBody>
        </p:sp>
        <p:sp>
          <p:nvSpPr>
            <p:cNvPr id="777" name="Line 56">
              <a:extLst>
                <a:ext uri="{FF2B5EF4-FFF2-40B4-BE49-F238E27FC236}">
                  <a16:creationId xmlns:a16="http://schemas.microsoft.com/office/drawing/2014/main" id="{0A951E6D-91FD-BC40-BE35-736F691CF64D}"/>
                </a:ext>
              </a:extLst>
            </p:cNvPr>
            <p:cNvSpPr>
              <a:spLocks noChangeShapeType="1"/>
            </p:cNvSpPr>
            <p:nvPr/>
          </p:nvSpPr>
          <p:spPr bwMode="auto">
            <a:xfrm>
              <a:off x="333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8" name="Line 57">
              <a:extLst>
                <a:ext uri="{FF2B5EF4-FFF2-40B4-BE49-F238E27FC236}">
                  <a16:creationId xmlns:a16="http://schemas.microsoft.com/office/drawing/2014/main" id="{5E999E18-DC3D-B24A-84D5-3F3C023E3DBB}"/>
                </a:ext>
              </a:extLst>
            </p:cNvPr>
            <p:cNvSpPr>
              <a:spLocks noChangeShapeType="1"/>
            </p:cNvSpPr>
            <p:nvPr/>
          </p:nvSpPr>
          <p:spPr bwMode="auto">
            <a:xfrm>
              <a:off x="3514"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9" name="Line 58">
              <a:extLst>
                <a:ext uri="{FF2B5EF4-FFF2-40B4-BE49-F238E27FC236}">
                  <a16:creationId xmlns:a16="http://schemas.microsoft.com/office/drawing/2014/main" id="{B443EB33-B0B3-404F-9B62-D37E25919C08}"/>
                </a:ext>
              </a:extLst>
            </p:cNvPr>
            <p:cNvSpPr>
              <a:spLocks noChangeShapeType="1"/>
            </p:cNvSpPr>
            <p:nvPr/>
          </p:nvSpPr>
          <p:spPr bwMode="auto">
            <a:xfrm>
              <a:off x="3698"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0" name="Line 59">
              <a:extLst>
                <a:ext uri="{FF2B5EF4-FFF2-40B4-BE49-F238E27FC236}">
                  <a16:creationId xmlns:a16="http://schemas.microsoft.com/office/drawing/2014/main" id="{A793C62D-57C3-2D4F-B19B-F421124A1C6A}"/>
                </a:ext>
              </a:extLst>
            </p:cNvPr>
            <p:cNvSpPr>
              <a:spLocks noChangeShapeType="1"/>
            </p:cNvSpPr>
            <p:nvPr/>
          </p:nvSpPr>
          <p:spPr bwMode="auto">
            <a:xfrm>
              <a:off x="3886" y="1863"/>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1" name="Line 60">
              <a:extLst>
                <a:ext uri="{FF2B5EF4-FFF2-40B4-BE49-F238E27FC236}">
                  <a16:creationId xmlns:a16="http://schemas.microsoft.com/office/drawing/2014/main" id="{95DF33C1-5139-264C-9193-58D2C4E3D2B7}"/>
                </a:ext>
              </a:extLst>
            </p:cNvPr>
            <p:cNvSpPr>
              <a:spLocks noChangeShapeType="1"/>
            </p:cNvSpPr>
            <p:nvPr/>
          </p:nvSpPr>
          <p:spPr bwMode="auto">
            <a:xfrm>
              <a:off x="4062" y="1871"/>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2" name="Line 61">
              <a:extLst>
                <a:ext uri="{FF2B5EF4-FFF2-40B4-BE49-F238E27FC236}">
                  <a16:creationId xmlns:a16="http://schemas.microsoft.com/office/drawing/2014/main" id="{238C031D-4A29-2A49-A018-22AFDE60817F}"/>
                </a:ext>
              </a:extLst>
            </p:cNvPr>
            <p:cNvSpPr>
              <a:spLocks noChangeShapeType="1"/>
            </p:cNvSpPr>
            <p:nvPr/>
          </p:nvSpPr>
          <p:spPr bwMode="auto">
            <a:xfrm>
              <a:off x="4218" y="1867"/>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3" name="Line 62">
              <a:extLst>
                <a:ext uri="{FF2B5EF4-FFF2-40B4-BE49-F238E27FC236}">
                  <a16:creationId xmlns:a16="http://schemas.microsoft.com/office/drawing/2014/main" id="{62551AD8-B04E-164B-B96F-D9A6D99C52E1}"/>
                </a:ext>
              </a:extLst>
            </p:cNvPr>
            <p:cNvSpPr>
              <a:spLocks noChangeShapeType="1"/>
            </p:cNvSpPr>
            <p:nvPr/>
          </p:nvSpPr>
          <p:spPr bwMode="auto">
            <a:xfrm>
              <a:off x="4362" y="1859"/>
              <a:ext cx="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4" name="Text Box 63">
              <a:extLst>
                <a:ext uri="{FF2B5EF4-FFF2-40B4-BE49-F238E27FC236}">
                  <a16:creationId xmlns:a16="http://schemas.microsoft.com/office/drawing/2014/main" id="{BCEF8A3A-5771-C646-B965-99C3210D43EE}"/>
                </a:ext>
              </a:extLst>
            </p:cNvPr>
            <p:cNvSpPr txBox="1">
              <a:spLocks noChangeArrowheads="1"/>
            </p:cNvSpPr>
            <p:nvPr/>
          </p:nvSpPr>
          <p:spPr bwMode="auto">
            <a:xfrm>
              <a:off x="298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p:txBody>
        </p:sp>
        <p:sp>
          <p:nvSpPr>
            <p:cNvPr id="785" name="Text Box 64">
              <a:extLst>
                <a:ext uri="{FF2B5EF4-FFF2-40B4-BE49-F238E27FC236}">
                  <a16:creationId xmlns:a16="http://schemas.microsoft.com/office/drawing/2014/main" id="{D6D160AE-E751-A445-AFBC-4A5A297DFE78}"/>
                </a:ext>
              </a:extLst>
            </p:cNvPr>
            <p:cNvSpPr txBox="1">
              <a:spLocks noChangeArrowheads="1"/>
            </p:cNvSpPr>
            <p:nvPr/>
          </p:nvSpPr>
          <p:spPr bwMode="auto">
            <a:xfrm>
              <a:off x="3153"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p:txBody>
        </p:sp>
        <p:sp>
          <p:nvSpPr>
            <p:cNvPr id="786" name="Text Box 65">
              <a:extLst>
                <a:ext uri="{FF2B5EF4-FFF2-40B4-BE49-F238E27FC236}">
                  <a16:creationId xmlns:a16="http://schemas.microsoft.com/office/drawing/2014/main" id="{C78FDC46-A5E0-8E4B-A27F-2AE7E8E5806D}"/>
                </a:ext>
              </a:extLst>
            </p:cNvPr>
            <p:cNvSpPr txBox="1">
              <a:spLocks noChangeArrowheads="1"/>
            </p:cNvSpPr>
            <p:nvPr/>
          </p:nvSpPr>
          <p:spPr bwMode="auto">
            <a:xfrm>
              <a:off x="3345"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787" name="Text Box 66">
              <a:extLst>
                <a:ext uri="{FF2B5EF4-FFF2-40B4-BE49-F238E27FC236}">
                  <a16:creationId xmlns:a16="http://schemas.microsoft.com/office/drawing/2014/main" id="{43B98151-958B-2048-A7D4-503448CF7050}"/>
                </a:ext>
              </a:extLst>
            </p:cNvPr>
            <p:cNvSpPr txBox="1">
              <a:spLocks noChangeArrowheads="1"/>
            </p:cNvSpPr>
            <p:nvPr/>
          </p:nvSpPr>
          <p:spPr bwMode="auto">
            <a:xfrm>
              <a:off x="3517" y="1960"/>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4</a:t>
              </a:r>
            </a:p>
          </p:txBody>
        </p:sp>
        <p:sp>
          <p:nvSpPr>
            <p:cNvPr id="788" name="Text Box 67">
              <a:extLst>
                <a:ext uri="{FF2B5EF4-FFF2-40B4-BE49-F238E27FC236}">
                  <a16:creationId xmlns:a16="http://schemas.microsoft.com/office/drawing/2014/main" id="{600CEE94-BC49-B348-950C-BA97B4D4A36B}"/>
                </a:ext>
              </a:extLst>
            </p:cNvPr>
            <p:cNvSpPr txBox="1">
              <a:spLocks noChangeArrowheads="1"/>
            </p:cNvSpPr>
            <p:nvPr/>
          </p:nvSpPr>
          <p:spPr bwMode="auto">
            <a:xfrm>
              <a:off x="37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5</a:t>
              </a:r>
            </a:p>
          </p:txBody>
        </p:sp>
        <p:sp>
          <p:nvSpPr>
            <p:cNvPr id="789" name="Text Box 68">
              <a:extLst>
                <a:ext uri="{FF2B5EF4-FFF2-40B4-BE49-F238E27FC236}">
                  <a16:creationId xmlns:a16="http://schemas.microsoft.com/office/drawing/2014/main" id="{05095793-31D3-914F-9F27-39504524FEB7}"/>
                </a:ext>
              </a:extLst>
            </p:cNvPr>
            <p:cNvSpPr txBox="1">
              <a:spLocks noChangeArrowheads="1"/>
            </p:cNvSpPr>
            <p:nvPr/>
          </p:nvSpPr>
          <p:spPr bwMode="auto">
            <a:xfrm>
              <a:off x="3893"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6</a:t>
              </a:r>
            </a:p>
          </p:txBody>
        </p:sp>
        <p:sp>
          <p:nvSpPr>
            <p:cNvPr id="790" name="Text Box 69">
              <a:extLst>
                <a:ext uri="{FF2B5EF4-FFF2-40B4-BE49-F238E27FC236}">
                  <a16:creationId xmlns:a16="http://schemas.microsoft.com/office/drawing/2014/main" id="{85BECD34-15AC-AE4C-AD97-183EE41CDD91}"/>
                </a:ext>
              </a:extLst>
            </p:cNvPr>
            <p:cNvSpPr txBox="1">
              <a:spLocks noChangeArrowheads="1"/>
            </p:cNvSpPr>
            <p:nvPr/>
          </p:nvSpPr>
          <p:spPr bwMode="auto">
            <a:xfrm>
              <a:off x="4057"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7</a:t>
              </a:r>
            </a:p>
          </p:txBody>
        </p:sp>
        <p:sp>
          <p:nvSpPr>
            <p:cNvPr id="791" name="Text Box 70">
              <a:extLst>
                <a:ext uri="{FF2B5EF4-FFF2-40B4-BE49-F238E27FC236}">
                  <a16:creationId xmlns:a16="http://schemas.microsoft.com/office/drawing/2014/main" id="{BF7A1046-C5C6-4A46-AA39-D48887B74952}"/>
                </a:ext>
              </a:extLst>
            </p:cNvPr>
            <p:cNvSpPr txBox="1">
              <a:spLocks noChangeArrowheads="1"/>
            </p:cNvSpPr>
            <p:nvPr/>
          </p:nvSpPr>
          <p:spPr bwMode="auto">
            <a:xfrm>
              <a:off x="4205"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8</a:t>
              </a:r>
            </a:p>
          </p:txBody>
        </p:sp>
        <p:sp>
          <p:nvSpPr>
            <p:cNvPr id="792" name="Text Box 71">
              <a:extLst>
                <a:ext uri="{FF2B5EF4-FFF2-40B4-BE49-F238E27FC236}">
                  <a16:creationId xmlns:a16="http://schemas.microsoft.com/office/drawing/2014/main" id="{66F573F0-E355-984D-BB14-098438C95190}"/>
                </a:ext>
              </a:extLst>
            </p:cNvPr>
            <p:cNvSpPr txBox="1">
              <a:spLocks noChangeArrowheads="1"/>
            </p:cNvSpPr>
            <p:nvPr/>
          </p:nvSpPr>
          <p:spPr bwMode="auto">
            <a:xfrm>
              <a:off x="4349" y="1956"/>
              <a:ext cx="16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9</a:t>
              </a:r>
            </a:p>
          </p:txBody>
        </p:sp>
        <p:sp>
          <p:nvSpPr>
            <p:cNvPr id="793" name="Freeform 72">
              <a:extLst>
                <a:ext uri="{FF2B5EF4-FFF2-40B4-BE49-F238E27FC236}">
                  <a16:creationId xmlns:a16="http://schemas.microsoft.com/office/drawing/2014/main" id="{D4F248F8-0F2C-E74E-B550-F9A925A231DE}"/>
                </a:ext>
              </a:extLst>
            </p:cNvPr>
            <p:cNvSpPr>
              <a:spLocks/>
            </p:cNvSpPr>
            <p:nvPr/>
          </p:nvSpPr>
          <p:spPr bwMode="auto">
            <a:xfrm>
              <a:off x="2606" y="969"/>
              <a:ext cx="375" cy="969"/>
            </a:xfrm>
            <a:custGeom>
              <a:avLst/>
              <a:gdLst>
                <a:gd name="T0" fmla="*/ 375 w 375"/>
                <a:gd name="T1" fmla="*/ 0 h 969"/>
                <a:gd name="T2" fmla="*/ 0 w 375"/>
                <a:gd name="T3" fmla="*/ 485 h 969"/>
                <a:gd name="T4" fmla="*/ 375 w 375"/>
                <a:gd name="T5" fmla="*/ 969 h 969"/>
                <a:gd name="T6" fmla="*/ 375 w 375"/>
                <a:gd name="T7" fmla="*/ 0 h 969"/>
                <a:gd name="T8" fmla="*/ 0 60000 65536"/>
                <a:gd name="T9" fmla="*/ 0 60000 65536"/>
                <a:gd name="T10" fmla="*/ 0 60000 65536"/>
                <a:gd name="T11" fmla="*/ 0 60000 65536"/>
                <a:gd name="T12" fmla="*/ 0 w 375"/>
                <a:gd name="T13" fmla="*/ 0 h 969"/>
                <a:gd name="T14" fmla="*/ 375 w 375"/>
                <a:gd name="T15" fmla="*/ 969 h 969"/>
              </a:gdLst>
              <a:ahLst/>
              <a:cxnLst>
                <a:cxn ang="T8">
                  <a:pos x="T0" y="T1"/>
                </a:cxn>
                <a:cxn ang="T9">
                  <a:pos x="T2" y="T3"/>
                </a:cxn>
                <a:cxn ang="T10">
                  <a:pos x="T4" y="T5"/>
                </a:cxn>
                <a:cxn ang="T11">
                  <a:pos x="T6" y="T7"/>
                </a:cxn>
              </a:cxnLst>
              <a:rect l="T12" t="T13" r="T14" b="T15"/>
              <a:pathLst>
                <a:path w="375" h="969">
                  <a:moveTo>
                    <a:pt x="375" y="0"/>
                  </a:moveTo>
                  <a:lnTo>
                    <a:pt x="0" y="485"/>
                  </a:lnTo>
                  <a:lnTo>
                    <a:pt x="375" y="969"/>
                  </a:lnTo>
                  <a:lnTo>
                    <a:pt x="375" y="0"/>
                  </a:lnTo>
                  <a:close/>
                </a:path>
              </a:pathLst>
            </a:custGeom>
            <a:gradFill rotWithShape="1">
              <a:gsLst>
                <a:gs pos="0">
                  <a:srgbClr val="0000A8"/>
                </a:gs>
                <a:gs pos="100000">
                  <a:schemeClr val="bg1"/>
                </a:gs>
              </a:gsLst>
              <a:lin ang="0" scaled="1"/>
            </a:gra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4" name="Group 73">
            <a:extLst>
              <a:ext uri="{FF2B5EF4-FFF2-40B4-BE49-F238E27FC236}">
                <a16:creationId xmlns:a16="http://schemas.microsoft.com/office/drawing/2014/main" id="{03B9EEF1-DE3C-7048-980C-B0ACEAA55DF2}"/>
              </a:ext>
            </a:extLst>
          </p:cNvPr>
          <p:cNvGrpSpPr>
            <a:grpSpLocks/>
          </p:cNvGrpSpPr>
          <p:nvPr/>
        </p:nvGrpSpPr>
        <p:grpSpPr bwMode="auto">
          <a:xfrm flipV="1">
            <a:off x="2479730" y="2273873"/>
            <a:ext cx="1666875" cy="2062163"/>
            <a:chOff x="1511" y="1371"/>
            <a:chExt cx="1050" cy="1299"/>
          </a:xfrm>
        </p:grpSpPr>
        <p:grpSp>
          <p:nvGrpSpPr>
            <p:cNvPr id="795" name="Group 74">
              <a:extLst>
                <a:ext uri="{FF2B5EF4-FFF2-40B4-BE49-F238E27FC236}">
                  <a16:creationId xmlns:a16="http://schemas.microsoft.com/office/drawing/2014/main" id="{DBCD71CC-0E63-0D4A-BD4C-E0B99F805618}"/>
                </a:ext>
              </a:extLst>
            </p:cNvPr>
            <p:cNvGrpSpPr>
              <a:grpSpLocks/>
            </p:cNvGrpSpPr>
            <p:nvPr/>
          </p:nvGrpSpPr>
          <p:grpSpPr bwMode="auto">
            <a:xfrm>
              <a:off x="1511" y="1371"/>
              <a:ext cx="1050" cy="198"/>
              <a:chOff x="1614" y="1494"/>
              <a:chExt cx="1050" cy="198"/>
            </a:xfrm>
          </p:grpSpPr>
          <p:sp>
            <p:nvSpPr>
              <p:cNvPr id="797" name="Rectangle 75">
                <a:extLst>
                  <a:ext uri="{FF2B5EF4-FFF2-40B4-BE49-F238E27FC236}">
                    <a16:creationId xmlns:a16="http://schemas.microsoft.com/office/drawing/2014/main" id="{B0909C13-5FD7-C24B-8A89-CD6B72081D29}"/>
                  </a:ext>
                </a:extLst>
              </p:cNvPr>
              <p:cNvSpPr>
                <a:spLocks noChangeArrowheads="1"/>
              </p:cNvSpPr>
              <p:nvPr/>
            </p:nvSpPr>
            <p:spPr bwMode="auto">
              <a:xfrm>
                <a:off x="2358" y="1500"/>
                <a:ext cx="168" cy="174"/>
              </a:xfrm>
              <a:prstGeom prst="rect">
                <a:avLst/>
              </a:prstGeom>
              <a:solidFill>
                <a:schemeClr val="bg1"/>
              </a:solidFill>
              <a:ln w="9525">
                <a:solidFill>
                  <a:schemeClr val="tx1"/>
                </a:solidFill>
                <a:miter lim="800000"/>
                <a:headEnd/>
                <a:tailEnd/>
              </a:ln>
            </p:spPr>
            <p:txBody>
              <a:bodyPr rot="10800000"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98" name="Freeform 76">
                <a:extLst>
                  <a:ext uri="{FF2B5EF4-FFF2-40B4-BE49-F238E27FC236}">
                    <a16:creationId xmlns:a16="http://schemas.microsoft.com/office/drawing/2014/main" id="{523176FF-760E-914C-B9AE-F376F40F42D2}"/>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 name="T21" fmla="*/ 0 w 896"/>
                  <a:gd name="T22" fmla="*/ 0 h 198"/>
                  <a:gd name="T23" fmla="*/ 896 w 896"/>
                  <a:gd name="T24" fmla="*/ 198 h 1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chemeClr val="tx1"/>
                  </a:gs>
                  <a:gs pos="50000">
                    <a:schemeClr val="bg1"/>
                  </a:gs>
                  <a:gs pos="100000">
                    <a:schemeClr val="tx1"/>
                  </a:gs>
                </a:gsLst>
                <a:lin ang="5400000" scaled="1"/>
              </a:gradFill>
              <a:ln w="9525">
                <a:solidFill>
                  <a:schemeClr val="tx1"/>
                </a:solidFill>
                <a:round/>
                <a:headEnd/>
                <a:tailEnd/>
              </a:ln>
            </p:spPr>
            <p:txBody>
              <a:bodyPr rot="1080000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imes New Roman" pitchFamily="18" charset="0"/>
                  <a:ea typeface="+mn-ea"/>
                  <a:cs typeface="+mn-cs"/>
                </a:endParaRPr>
              </a:p>
            </p:txBody>
          </p:sp>
          <p:sp>
            <p:nvSpPr>
              <p:cNvPr id="799" name="Oval 77">
                <a:extLst>
                  <a:ext uri="{FF2B5EF4-FFF2-40B4-BE49-F238E27FC236}">
                    <a16:creationId xmlns:a16="http://schemas.microsoft.com/office/drawing/2014/main" id="{EB6F8498-309C-5147-B645-AC0F357513B1}"/>
                  </a:ext>
                </a:extLst>
              </p:cNvPr>
              <p:cNvSpPr>
                <a:spLocks noChangeArrowheads="1"/>
              </p:cNvSpPr>
              <p:nvPr/>
            </p:nvSpPr>
            <p:spPr bwMode="auto">
              <a:xfrm>
                <a:off x="2502" y="1506"/>
                <a:ext cx="62" cy="168"/>
              </a:xfrm>
              <a:prstGeom prst="ellipse">
                <a:avLst/>
              </a:prstGeom>
              <a:solidFill>
                <a:schemeClr val="bg1"/>
              </a:solidFill>
              <a:ln w="9525">
                <a:solidFill>
                  <a:schemeClr val="tx1"/>
                </a:solidFill>
                <a:round/>
                <a:headEnd/>
                <a:tailEnd/>
              </a:ln>
            </p:spPr>
            <p:txBody>
              <a:bodyPr rot="10800000"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0" name="Line 78">
                <a:extLst>
                  <a:ext uri="{FF2B5EF4-FFF2-40B4-BE49-F238E27FC236}">
                    <a16:creationId xmlns:a16="http://schemas.microsoft.com/office/drawing/2014/main" id="{13D6B6A0-C35F-1A40-A986-AA473118809F}"/>
                  </a:ext>
                </a:extLst>
              </p:cNvPr>
              <p:cNvSpPr>
                <a:spLocks noChangeShapeType="1"/>
              </p:cNvSpPr>
              <p:nvPr/>
            </p:nvSpPr>
            <p:spPr bwMode="auto">
              <a:xfrm>
                <a:off x="2526" y="1584"/>
                <a:ext cx="13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96" name="Freeform 79">
              <a:extLst>
                <a:ext uri="{FF2B5EF4-FFF2-40B4-BE49-F238E27FC236}">
                  <a16:creationId xmlns:a16="http://schemas.microsoft.com/office/drawing/2014/main" id="{AB540E37-D74B-6A49-8313-1A8880AF39CA}"/>
                </a:ext>
              </a:extLst>
            </p:cNvPr>
            <p:cNvSpPr>
              <a:spLocks/>
            </p:cNvSpPr>
            <p:nvPr/>
          </p:nvSpPr>
          <p:spPr bwMode="auto">
            <a:xfrm>
              <a:off x="1536" y="1563"/>
              <a:ext cx="1015" cy="1107"/>
            </a:xfrm>
            <a:custGeom>
              <a:avLst/>
              <a:gdLst>
                <a:gd name="T0" fmla="*/ 1015 w 1015"/>
                <a:gd name="T1" fmla="*/ 1107 h 1107"/>
                <a:gd name="T2" fmla="*/ 0 w 1015"/>
                <a:gd name="T3" fmla="*/ 0 h 1107"/>
                <a:gd name="T4" fmla="*/ 905 w 1015"/>
                <a:gd name="T5" fmla="*/ 0 h 1107"/>
                <a:gd name="T6" fmla="*/ 1015 w 1015"/>
                <a:gd name="T7" fmla="*/ 1107 h 1107"/>
                <a:gd name="T8" fmla="*/ 0 60000 65536"/>
                <a:gd name="T9" fmla="*/ 0 60000 65536"/>
                <a:gd name="T10" fmla="*/ 0 60000 65536"/>
                <a:gd name="T11" fmla="*/ 0 60000 65536"/>
                <a:gd name="T12" fmla="*/ 0 w 1015"/>
                <a:gd name="T13" fmla="*/ 0 h 1107"/>
                <a:gd name="T14" fmla="*/ 1015 w 1015"/>
                <a:gd name="T15" fmla="*/ 1107 h 1107"/>
              </a:gdLst>
              <a:ahLst/>
              <a:cxnLst>
                <a:cxn ang="T8">
                  <a:pos x="T0" y="T1"/>
                </a:cxn>
                <a:cxn ang="T9">
                  <a:pos x="T2" y="T3"/>
                </a:cxn>
                <a:cxn ang="T10">
                  <a:pos x="T4" y="T5"/>
                </a:cxn>
                <a:cxn ang="T11">
                  <a:pos x="T6" y="T7"/>
                </a:cxn>
              </a:cxnLst>
              <a:rect l="T12" t="T13" r="T14" b="T15"/>
              <a:pathLst>
                <a:path w="1015" h="1107">
                  <a:moveTo>
                    <a:pt x="1015" y="1107"/>
                  </a:moveTo>
                  <a:lnTo>
                    <a:pt x="0" y="0"/>
                  </a:lnTo>
                  <a:lnTo>
                    <a:pt x="905" y="0"/>
                  </a:lnTo>
                  <a:lnTo>
                    <a:pt x="1015" y="1107"/>
                  </a:lnTo>
                  <a:close/>
                </a:path>
              </a:pathLst>
            </a:custGeom>
            <a:gradFill rotWithShape="1">
              <a:gsLst>
                <a:gs pos="0">
                  <a:schemeClr val="bg1"/>
                </a:gs>
                <a:gs pos="100000">
                  <a:srgbClr val="0000A8"/>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1" name="Text Box 324">
            <a:extLst>
              <a:ext uri="{FF2B5EF4-FFF2-40B4-BE49-F238E27FC236}">
                <a16:creationId xmlns:a16="http://schemas.microsoft.com/office/drawing/2014/main" id="{50494245-6BC0-4744-8241-DE379EAB70EA}"/>
              </a:ext>
            </a:extLst>
          </p:cNvPr>
          <p:cNvSpPr txBox="1">
            <a:spLocks noChangeArrowheads="1"/>
          </p:cNvSpPr>
          <p:nvPr/>
        </p:nvSpPr>
        <p:spPr bwMode="auto">
          <a:xfrm>
            <a:off x="1551869" y="5790510"/>
            <a:ext cx="9964671"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frequency division multiplexing (FDM):</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different channels transmitted in different frequency bands</a:t>
            </a:r>
          </a:p>
        </p:txBody>
      </p:sp>
      <p:grpSp>
        <p:nvGrpSpPr>
          <p:cNvPr id="802" name="Group 326">
            <a:extLst>
              <a:ext uri="{FF2B5EF4-FFF2-40B4-BE49-F238E27FC236}">
                <a16:creationId xmlns:a16="http://schemas.microsoft.com/office/drawing/2014/main" id="{69F003EB-6D99-1141-ABFE-67460D1B76E9}"/>
              </a:ext>
            </a:extLst>
          </p:cNvPr>
          <p:cNvGrpSpPr>
            <a:grpSpLocks/>
          </p:cNvGrpSpPr>
          <p:nvPr/>
        </p:nvGrpSpPr>
        <p:grpSpPr bwMode="auto">
          <a:xfrm>
            <a:off x="2000305" y="1964311"/>
            <a:ext cx="609600" cy="609600"/>
            <a:chOff x="-44" y="1473"/>
            <a:chExt cx="981" cy="1105"/>
          </a:xfrm>
        </p:grpSpPr>
        <p:pic>
          <p:nvPicPr>
            <p:cNvPr id="803" name="Picture 327" descr="desktop_computer_stylized_medium">
              <a:extLst>
                <a:ext uri="{FF2B5EF4-FFF2-40B4-BE49-F238E27FC236}">
                  <a16:creationId xmlns:a16="http://schemas.microsoft.com/office/drawing/2014/main" id="{BCAB1A26-F538-9E43-9300-98DBF76645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4" name="Freeform 328">
              <a:extLst>
                <a:ext uri="{FF2B5EF4-FFF2-40B4-BE49-F238E27FC236}">
                  <a16:creationId xmlns:a16="http://schemas.microsoft.com/office/drawing/2014/main" id="{DF498DD9-C2F7-E142-A48F-929956C96E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Slide Number Placeholder 5">
            <a:extLst>
              <a:ext uri="{FF2B5EF4-FFF2-40B4-BE49-F238E27FC236}">
                <a16:creationId xmlns:a16="http://schemas.microsoft.com/office/drawing/2014/main" id="{0A83B500-DD61-DB49-8165-53644769A46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14</a:t>
            </a:fld>
            <a:endParaRPr lang="en-US" dirty="0"/>
          </a:p>
        </p:txBody>
      </p:sp>
    </p:spTree>
    <p:extLst>
      <p:ext uri="{BB962C8B-B14F-4D97-AF65-F5344CB8AC3E}">
        <p14:creationId xmlns:p14="http://schemas.microsoft.com/office/powerpoint/2010/main" val="2505513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794"/>
                                        </p:tgtEl>
                                        <p:attrNameLst>
                                          <p:attrName>style.visibility</p:attrName>
                                        </p:attrNameLst>
                                      </p:cBhvr>
                                      <p:to>
                                        <p:strVal val="visible"/>
                                      </p:to>
                                    </p:set>
                                    <p:animEffect transition="in" filter="dissolve">
                                      <p:cBhvr>
                                        <p:cTn id="7" dur="500"/>
                                        <p:tgtEl>
                                          <p:spTgt spid="79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63"/>
                                        </p:tgtEl>
                                        <p:attrNameLst>
                                          <p:attrName>style.visibility</p:attrName>
                                        </p:attrNameLst>
                                      </p:cBhvr>
                                      <p:to>
                                        <p:strVal val="visible"/>
                                      </p:to>
                                    </p:set>
                                    <p:animEffect transition="in" filter="dissolve">
                                      <p:cBhvr>
                                        <p:cTn id="12" dur="500"/>
                                        <p:tgtEl>
                                          <p:spTgt spid="763"/>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758"/>
                                        </p:tgtEl>
                                        <p:attrNameLst>
                                          <p:attrName>style.visibility</p:attrName>
                                        </p:attrNameLst>
                                      </p:cBhvr>
                                      <p:to>
                                        <p:strVal val="visible"/>
                                      </p:to>
                                    </p:set>
                                    <p:animEffect transition="in" filter="dissolve">
                                      <p:cBhvr>
                                        <p:cTn id="16" dur="500"/>
                                        <p:tgtEl>
                                          <p:spTgt spid="758"/>
                                        </p:tgtEl>
                                      </p:cBhvr>
                                    </p:animEffect>
                                  </p:childTnLst>
                                </p:cTn>
                              </p:par>
                            </p:childTnLst>
                          </p:cTn>
                        </p:par>
                        <p:par>
                          <p:cTn id="17" fill="hold">
                            <p:stCondLst>
                              <p:cond delay="1000"/>
                            </p:stCondLst>
                            <p:childTnLst>
                              <p:par>
                                <p:cTn id="18" presetID="9" presetClass="entr" presetSubtype="0" fill="hold" grpId="0" nodeType="afterEffect">
                                  <p:stCondLst>
                                    <p:cond delay="0"/>
                                  </p:stCondLst>
                                  <p:childTnLst>
                                    <p:set>
                                      <p:cBhvr>
                                        <p:cTn id="19" dur="1" fill="hold">
                                          <p:stCondLst>
                                            <p:cond delay="0"/>
                                          </p:stCondLst>
                                        </p:cTn>
                                        <p:tgtEl>
                                          <p:spTgt spid="801"/>
                                        </p:tgtEl>
                                        <p:attrNameLst>
                                          <p:attrName>style.visibility</p:attrName>
                                        </p:attrNameLst>
                                      </p:cBhvr>
                                      <p:to>
                                        <p:strVal val="visible"/>
                                      </p:to>
                                    </p:set>
                                    <p:animEffect transition="in" filter="dissolve">
                                      <p:cBhvr>
                                        <p:cTn id="20" dur="500"/>
                                        <p:tgtEl>
                                          <p:spTgt spid="8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48710" y="273146"/>
            <a:ext cx="10515600" cy="894622"/>
          </a:xfrm>
        </p:spPr>
        <p:txBody>
          <a:bodyPr>
            <a:normAutofit/>
          </a:bodyPr>
          <a:lstStyle/>
          <a:p>
            <a:r>
              <a:rPr lang="en-US" altLang="en-US" sz="4800" b="0" dirty="0">
                <a:ea typeface="ＭＳ Ｐゴシック" panose="020B0600070205080204" pitchFamily="34" charset="-128"/>
              </a:rPr>
              <a:t>Access networks: cable-based access</a:t>
            </a:r>
            <a:endParaRPr lang="en-US" sz="4800" b="0" dirty="0"/>
          </a:p>
        </p:txBody>
      </p:sp>
      <p:sp>
        <p:nvSpPr>
          <p:cNvPr id="611" name="Rectangle 60">
            <a:extLst>
              <a:ext uri="{FF2B5EF4-FFF2-40B4-BE49-F238E27FC236}">
                <a16:creationId xmlns:a16="http://schemas.microsoft.com/office/drawing/2014/main" id="{55C1251C-79AE-8E45-A29D-D20BC725A961}"/>
              </a:ext>
            </a:extLst>
          </p:cNvPr>
          <p:cNvSpPr>
            <a:spLocks noChangeArrowheads="1"/>
          </p:cNvSpPr>
          <p:nvPr/>
        </p:nvSpPr>
        <p:spPr bwMode="auto">
          <a:xfrm>
            <a:off x="2097142" y="1686498"/>
            <a:ext cx="1793875" cy="92551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2" name="Line 7">
            <a:extLst>
              <a:ext uri="{FF2B5EF4-FFF2-40B4-BE49-F238E27FC236}">
                <a16:creationId xmlns:a16="http://schemas.microsoft.com/office/drawing/2014/main" id="{29D57EF7-9FD7-8E4C-8851-986BAF26F81A}"/>
              </a:ext>
            </a:extLst>
          </p:cNvPr>
          <p:cNvSpPr>
            <a:spLocks noChangeShapeType="1"/>
          </p:cNvSpPr>
          <p:nvPr/>
        </p:nvSpPr>
        <p:spPr bwMode="auto">
          <a:xfrm flipV="1">
            <a:off x="2398767" y="2237361"/>
            <a:ext cx="3651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Text Box 39">
            <a:extLst>
              <a:ext uri="{FF2B5EF4-FFF2-40B4-BE49-F238E27FC236}">
                <a16:creationId xmlns:a16="http://schemas.microsoft.com/office/drawing/2014/main" id="{E2260115-6B62-6442-BFA6-A406A51902CD}"/>
              </a:ext>
            </a:extLst>
          </p:cNvPr>
          <p:cNvSpPr txBox="1">
            <a:spLocks noChangeArrowheads="1"/>
          </p:cNvSpPr>
          <p:nvPr/>
        </p:nvSpPr>
        <p:spPr bwMode="auto">
          <a:xfrm>
            <a:off x="2560692" y="2388173"/>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631" name="Text Box 41">
            <a:extLst>
              <a:ext uri="{FF2B5EF4-FFF2-40B4-BE49-F238E27FC236}">
                <a16:creationId xmlns:a16="http://schemas.microsoft.com/office/drawing/2014/main" id="{B16AC43B-CDE4-3943-992B-D7039B5F9CA3}"/>
              </a:ext>
            </a:extLst>
          </p:cNvPr>
          <p:cNvSpPr txBox="1">
            <a:spLocks noChangeArrowheads="1"/>
          </p:cNvSpPr>
          <p:nvPr/>
        </p:nvSpPr>
        <p:spPr bwMode="auto">
          <a:xfrm>
            <a:off x="3227442" y="2389761"/>
            <a:ext cx="7064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632" name="Group 64">
            <a:extLst>
              <a:ext uri="{FF2B5EF4-FFF2-40B4-BE49-F238E27FC236}">
                <a16:creationId xmlns:a16="http://schemas.microsoft.com/office/drawing/2014/main" id="{59FF6125-68C3-404F-958E-E497C5054413}"/>
              </a:ext>
            </a:extLst>
          </p:cNvPr>
          <p:cNvGrpSpPr>
            <a:grpSpLocks/>
          </p:cNvGrpSpPr>
          <p:nvPr/>
        </p:nvGrpSpPr>
        <p:grpSpPr bwMode="auto">
          <a:xfrm>
            <a:off x="2744842" y="2113536"/>
            <a:ext cx="614363" cy="220662"/>
            <a:chOff x="322" y="890"/>
            <a:chExt cx="872" cy="339"/>
          </a:xfrm>
        </p:grpSpPr>
        <p:sp>
          <p:nvSpPr>
            <p:cNvPr id="634" name="Rectangle 65">
              <a:extLst>
                <a:ext uri="{FF2B5EF4-FFF2-40B4-BE49-F238E27FC236}">
                  <a16:creationId xmlns:a16="http://schemas.microsoft.com/office/drawing/2014/main" id="{A04303C8-C01F-8E4D-8DD9-97A6F17FB683}"/>
                </a:ext>
              </a:extLst>
            </p:cNvPr>
            <p:cNvSpPr>
              <a:spLocks noChangeArrowheads="1"/>
            </p:cNvSpPr>
            <p:nvPr/>
          </p:nvSpPr>
          <p:spPr bwMode="auto">
            <a:xfrm>
              <a:off x="322" y="1005"/>
              <a:ext cx="872" cy="224"/>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3" name="Rectangle 66">
              <a:extLst>
                <a:ext uri="{FF2B5EF4-FFF2-40B4-BE49-F238E27FC236}">
                  <a16:creationId xmlns:a16="http://schemas.microsoft.com/office/drawing/2014/main" id="{F4E92BE5-6E50-3A42-86C7-AE2B0766F22A}"/>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67">
              <a:extLst>
                <a:ext uri="{FF2B5EF4-FFF2-40B4-BE49-F238E27FC236}">
                  <a16:creationId xmlns:a16="http://schemas.microsoft.com/office/drawing/2014/main" id="{48B16CFE-F93D-134C-AA5B-0DEC4F393771}"/>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68">
              <a:extLst>
                <a:ext uri="{FF2B5EF4-FFF2-40B4-BE49-F238E27FC236}">
                  <a16:creationId xmlns:a16="http://schemas.microsoft.com/office/drawing/2014/main" id="{26BB4A5D-5EA1-3D45-BD71-6DC59C9203DF}"/>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Rectangle 69">
              <a:extLst>
                <a:ext uri="{FF2B5EF4-FFF2-40B4-BE49-F238E27FC236}">
                  <a16:creationId xmlns:a16="http://schemas.microsoft.com/office/drawing/2014/main" id="{85A45FB4-6297-2C4A-9FCA-EC5650EC0E45}"/>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AutoShape 70">
              <a:extLst>
                <a:ext uri="{FF2B5EF4-FFF2-40B4-BE49-F238E27FC236}">
                  <a16:creationId xmlns:a16="http://schemas.microsoft.com/office/drawing/2014/main" id="{28F48A32-80A3-EA4F-9C35-F6F37E1D52D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48" name="AutoShape 72">
            <a:extLst>
              <a:ext uri="{FF2B5EF4-FFF2-40B4-BE49-F238E27FC236}">
                <a16:creationId xmlns:a16="http://schemas.microsoft.com/office/drawing/2014/main" id="{00521831-0ED5-1349-A47C-654339E42A5E}"/>
              </a:ext>
            </a:extLst>
          </p:cNvPr>
          <p:cNvSpPr>
            <a:spLocks noChangeArrowheads="1"/>
          </p:cNvSpPr>
          <p:nvPr/>
        </p:nvSpPr>
        <p:spPr bwMode="auto">
          <a:xfrm>
            <a:off x="1859017" y="1275336"/>
            <a:ext cx="2268538" cy="468312"/>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9" name="Rectangle 73">
            <a:extLst>
              <a:ext uri="{FF2B5EF4-FFF2-40B4-BE49-F238E27FC236}">
                <a16:creationId xmlns:a16="http://schemas.microsoft.com/office/drawing/2014/main" id="{FD3FC836-7E87-9B4B-B95B-3BA0FE84BF70}"/>
              </a:ext>
            </a:extLst>
          </p:cNvPr>
          <p:cNvSpPr>
            <a:spLocks noChangeArrowheads="1"/>
          </p:cNvSpPr>
          <p:nvPr/>
        </p:nvSpPr>
        <p:spPr bwMode="auto">
          <a:xfrm>
            <a:off x="3475092" y="2175448"/>
            <a:ext cx="166688" cy="144463"/>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0" name="Freeform 74">
            <a:extLst>
              <a:ext uri="{FF2B5EF4-FFF2-40B4-BE49-F238E27FC236}">
                <a16:creationId xmlns:a16="http://schemas.microsoft.com/office/drawing/2014/main" id="{02BC4B2D-D64A-8743-BADC-E5942116F402}"/>
              </a:ext>
            </a:extLst>
          </p:cNvPr>
          <p:cNvSpPr>
            <a:spLocks/>
          </p:cNvSpPr>
          <p:nvPr/>
        </p:nvSpPr>
        <p:spPr bwMode="auto">
          <a:xfrm>
            <a:off x="3084567" y="1730948"/>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Line 95">
            <a:extLst>
              <a:ext uri="{FF2B5EF4-FFF2-40B4-BE49-F238E27FC236}">
                <a16:creationId xmlns:a16="http://schemas.microsoft.com/office/drawing/2014/main" id="{92E8BA01-B757-A445-BCC4-2A21C55AFB06}"/>
              </a:ext>
            </a:extLst>
          </p:cNvPr>
          <p:cNvSpPr>
            <a:spLocks noChangeShapeType="1"/>
          </p:cNvSpPr>
          <p:nvPr/>
        </p:nvSpPr>
        <p:spPr bwMode="auto">
          <a:xfrm flipH="1">
            <a:off x="3383017" y="2237361"/>
            <a:ext cx="2397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96" descr="tv">
            <a:extLst>
              <a:ext uri="{FF2B5EF4-FFF2-40B4-BE49-F238E27FC236}">
                <a16:creationId xmlns:a16="http://schemas.microsoft.com/office/drawing/2014/main" id="{06B7565B-0476-B44C-9A6B-CF79DB7BFD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67" y="1391223"/>
            <a:ext cx="755650"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4" name="Group 117">
            <a:extLst>
              <a:ext uri="{FF2B5EF4-FFF2-40B4-BE49-F238E27FC236}">
                <a16:creationId xmlns:a16="http://schemas.microsoft.com/office/drawing/2014/main" id="{5F9A759B-4E1F-9A42-88D3-95E2D1ADE5D5}"/>
              </a:ext>
            </a:extLst>
          </p:cNvPr>
          <p:cNvGrpSpPr>
            <a:grpSpLocks/>
          </p:cNvGrpSpPr>
          <p:nvPr/>
        </p:nvGrpSpPr>
        <p:grpSpPr bwMode="auto">
          <a:xfrm>
            <a:off x="4116442" y="1505523"/>
            <a:ext cx="850900" cy="527050"/>
            <a:chOff x="-490" y="1664"/>
            <a:chExt cx="1429" cy="842"/>
          </a:xfrm>
        </p:grpSpPr>
        <p:sp>
          <p:nvSpPr>
            <p:cNvPr id="656" name="AutoShape 111">
              <a:extLst>
                <a:ext uri="{FF2B5EF4-FFF2-40B4-BE49-F238E27FC236}">
                  <a16:creationId xmlns:a16="http://schemas.microsoft.com/office/drawing/2014/main" id="{A37F5E29-F1C8-BD4E-B673-F4A5E1378B0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59" name="Group 116">
              <a:extLst>
                <a:ext uri="{FF2B5EF4-FFF2-40B4-BE49-F238E27FC236}">
                  <a16:creationId xmlns:a16="http://schemas.microsoft.com/office/drawing/2014/main" id="{2DA152DF-FEA3-294D-B52C-2222A7727E66}"/>
                </a:ext>
              </a:extLst>
            </p:cNvPr>
            <p:cNvGrpSpPr>
              <a:grpSpLocks/>
            </p:cNvGrpSpPr>
            <p:nvPr/>
          </p:nvGrpSpPr>
          <p:grpSpPr bwMode="auto">
            <a:xfrm>
              <a:off x="-427" y="1737"/>
              <a:ext cx="1217" cy="769"/>
              <a:chOff x="-427" y="1737"/>
              <a:chExt cx="1217" cy="769"/>
            </a:xfrm>
          </p:grpSpPr>
          <p:sp>
            <p:nvSpPr>
              <p:cNvPr id="660" name="Rectangle 99">
                <a:extLst>
                  <a:ext uri="{FF2B5EF4-FFF2-40B4-BE49-F238E27FC236}">
                    <a16:creationId xmlns:a16="http://schemas.microsoft.com/office/drawing/2014/main" id="{FEF82E20-9540-FA47-B132-B655B1AF0A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1" name="Line 7">
                <a:extLst>
                  <a:ext uri="{FF2B5EF4-FFF2-40B4-BE49-F238E27FC236}">
                    <a16:creationId xmlns:a16="http://schemas.microsoft.com/office/drawing/2014/main" id="{B4ECB5F0-AD7E-C54C-BBB3-5E4CD32BA91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2" name="Group 103">
                <a:extLst>
                  <a:ext uri="{FF2B5EF4-FFF2-40B4-BE49-F238E27FC236}">
                    <a16:creationId xmlns:a16="http://schemas.microsoft.com/office/drawing/2014/main" id="{BB9980BD-7F9B-A245-B8F6-E05A608C9B84}"/>
                  </a:ext>
                </a:extLst>
              </p:cNvPr>
              <p:cNvGrpSpPr>
                <a:grpSpLocks/>
              </p:cNvGrpSpPr>
              <p:nvPr/>
            </p:nvGrpSpPr>
            <p:grpSpPr bwMode="auto">
              <a:xfrm>
                <a:off x="68" y="2192"/>
                <a:ext cx="387" cy="139"/>
                <a:chOff x="322" y="890"/>
                <a:chExt cx="872" cy="339"/>
              </a:xfrm>
            </p:grpSpPr>
            <p:sp>
              <p:nvSpPr>
                <p:cNvPr id="668" name="Rectangle 104">
                  <a:extLst>
                    <a:ext uri="{FF2B5EF4-FFF2-40B4-BE49-F238E27FC236}">
                      <a16:creationId xmlns:a16="http://schemas.microsoft.com/office/drawing/2014/main" id="{CB801CDD-878F-264A-B04B-22F90AFEA560}"/>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9" name="Rectangle 105">
                  <a:extLst>
                    <a:ext uri="{FF2B5EF4-FFF2-40B4-BE49-F238E27FC236}">
                      <a16:creationId xmlns:a16="http://schemas.microsoft.com/office/drawing/2014/main" id="{40EF4DE4-AB89-BF47-BE95-0FE3143D693A}"/>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0" name="Rectangle 106">
                  <a:extLst>
                    <a:ext uri="{FF2B5EF4-FFF2-40B4-BE49-F238E27FC236}">
                      <a16:creationId xmlns:a16="http://schemas.microsoft.com/office/drawing/2014/main" id="{8A2E685A-F21F-A044-A292-443868825A0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1" name="Rectangle 107">
                  <a:extLst>
                    <a:ext uri="{FF2B5EF4-FFF2-40B4-BE49-F238E27FC236}">
                      <a16:creationId xmlns:a16="http://schemas.microsoft.com/office/drawing/2014/main" id="{9CEDA3B1-67D8-8140-8400-1801AD93A458}"/>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2" name="Rectangle 108">
                  <a:extLst>
                    <a:ext uri="{FF2B5EF4-FFF2-40B4-BE49-F238E27FC236}">
                      <a16:creationId xmlns:a16="http://schemas.microsoft.com/office/drawing/2014/main" id="{3E0A215B-99C5-3A45-923B-3E1FCFA96F7E}"/>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3" name="AutoShape 109">
                  <a:extLst>
                    <a:ext uri="{FF2B5EF4-FFF2-40B4-BE49-F238E27FC236}">
                      <a16:creationId xmlns:a16="http://schemas.microsoft.com/office/drawing/2014/main" id="{03427BB6-F823-1943-A491-FE684FCEF995}"/>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63" name="Picture 110" descr="desktop_computer_stylized_small">
                <a:extLst>
                  <a:ext uri="{FF2B5EF4-FFF2-40B4-BE49-F238E27FC236}">
                    <a16:creationId xmlns:a16="http://schemas.microsoft.com/office/drawing/2014/main" id="{81C3AA03-0C7A-FE4D-8FD6-D0582D645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4" name="Rectangle 112">
                <a:extLst>
                  <a:ext uri="{FF2B5EF4-FFF2-40B4-BE49-F238E27FC236}">
                    <a16:creationId xmlns:a16="http://schemas.microsoft.com/office/drawing/2014/main" id="{156C1929-05F3-934C-84C9-0ACB6362725E}"/>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65" name="Freeform 113">
                <a:extLst>
                  <a:ext uri="{FF2B5EF4-FFF2-40B4-BE49-F238E27FC236}">
                    <a16:creationId xmlns:a16="http://schemas.microsoft.com/office/drawing/2014/main" id="{5320422D-A8AF-E64D-9F26-C8B5750D9B1E}"/>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Line 114">
                <a:extLst>
                  <a:ext uri="{FF2B5EF4-FFF2-40B4-BE49-F238E27FC236}">
                    <a16:creationId xmlns:a16="http://schemas.microsoft.com/office/drawing/2014/main" id="{3EDC9FDD-617A-8546-9A8D-6862867D76B1}"/>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5" descr="tv">
                <a:extLst>
                  <a:ext uri="{FF2B5EF4-FFF2-40B4-BE49-F238E27FC236}">
                    <a16:creationId xmlns:a16="http://schemas.microsoft.com/office/drawing/2014/main" id="{252176B8-F3FD-5844-B5A3-7BF9CDF001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74" name="Group 118">
            <a:extLst>
              <a:ext uri="{FF2B5EF4-FFF2-40B4-BE49-F238E27FC236}">
                <a16:creationId xmlns:a16="http://schemas.microsoft.com/office/drawing/2014/main" id="{087367B6-4D70-604B-8798-517094B2852A}"/>
              </a:ext>
            </a:extLst>
          </p:cNvPr>
          <p:cNvGrpSpPr>
            <a:grpSpLocks/>
          </p:cNvGrpSpPr>
          <p:nvPr/>
        </p:nvGrpSpPr>
        <p:grpSpPr bwMode="auto">
          <a:xfrm>
            <a:off x="5018142" y="1499173"/>
            <a:ext cx="850900" cy="527050"/>
            <a:chOff x="-490" y="1664"/>
            <a:chExt cx="1429" cy="842"/>
          </a:xfrm>
        </p:grpSpPr>
        <p:sp>
          <p:nvSpPr>
            <p:cNvPr id="675" name="AutoShape 119">
              <a:extLst>
                <a:ext uri="{FF2B5EF4-FFF2-40B4-BE49-F238E27FC236}">
                  <a16:creationId xmlns:a16="http://schemas.microsoft.com/office/drawing/2014/main" id="{D0705D65-1E98-FB46-A6B4-9487DA18C7BF}"/>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76" name="Group 120">
              <a:extLst>
                <a:ext uri="{FF2B5EF4-FFF2-40B4-BE49-F238E27FC236}">
                  <a16:creationId xmlns:a16="http://schemas.microsoft.com/office/drawing/2014/main" id="{BACFDD7A-CE89-BF4A-A529-778489B85D0D}"/>
                </a:ext>
              </a:extLst>
            </p:cNvPr>
            <p:cNvGrpSpPr>
              <a:grpSpLocks/>
            </p:cNvGrpSpPr>
            <p:nvPr/>
          </p:nvGrpSpPr>
          <p:grpSpPr bwMode="auto">
            <a:xfrm>
              <a:off x="-427" y="1737"/>
              <a:ext cx="1217" cy="769"/>
              <a:chOff x="-427" y="1737"/>
              <a:chExt cx="1217" cy="769"/>
            </a:xfrm>
          </p:grpSpPr>
          <p:sp>
            <p:nvSpPr>
              <p:cNvPr id="677" name="Rectangle 121">
                <a:extLst>
                  <a:ext uri="{FF2B5EF4-FFF2-40B4-BE49-F238E27FC236}">
                    <a16:creationId xmlns:a16="http://schemas.microsoft.com/office/drawing/2014/main" id="{2E58DC0C-E3FF-9A4A-BCAA-688B1D8659A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78" name="Line 7">
                <a:extLst>
                  <a:ext uri="{FF2B5EF4-FFF2-40B4-BE49-F238E27FC236}">
                    <a16:creationId xmlns:a16="http://schemas.microsoft.com/office/drawing/2014/main" id="{22D21B4A-F92E-B047-83E1-B9AD411C62A9}"/>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9" name="Group 123">
                <a:extLst>
                  <a:ext uri="{FF2B5EF4-FFF2-40B4-BE49-F238E27FC236}">
                    <a16:creationId xmlns:a16="http://schemas.microsoft.com/office/drawing/2014/main" id="{B7C38FD8-AEF7-474B-A4FD-027D3DB985AA}"/>
                  </a:ext>
                </a:extLst>
              </p:cNvPr>
              <p:cNvGrpSpPr>
                <a:grpSpLocks/>
              </p:cNvGrpSpPr>
              <p:nvPr/>
            </p:nvGrpSpPr>
            <p:grpSpPr bwMode="auto">
              <a:xfrm>
                <a:off x="68" y="2192"/>
                <a:ext cx="387" cy="139"/>
                <a:chOff x="322" y="890"/>
                <a:chExt cx="872" cy="339"/>
              </a:xfrm>
            </p:grpSpPr>
            <p:sp>
              <p:nvSpPr>
                <p:cNvPr id="685" name="Rectangle 124">
                  <a:extLst>
                    <a:ext uri="{FF2B5EF4-FFF2-40B4-BE49-F238E27FC236}">
                      <a16:creationId xmlns:a16="http://schemas.microsoft.com/office/drawing/2014/main" id="{89BC40B5-F324-084A-AAD2-E95D6012736F}"/>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6" name="Rectangle 125">
                  <a:extLst>
                    <a:ext uri="{FF2B5EF4-FFF2-40B4-BE49-F238E27FC236}">
                      <a16:creationId xmlns:a16="http://schemas.microsoft.com/office/drawing/2014/main" id="{F88ABF72-A8F0-4143-907E-B17400F7508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7" name="Rectangle 126">
                  <a:extLst>
                    <a:ext uri="{FF2B5EF4-FFF2-40B4-BE49-F238E27FC236}">
                      <a16:creationId xmlns:a16="http://schemas.microsoft.com/office/drawing/2014/main" id="{7CB754ED-8EDA-2843-9D7A-93B067C9EA6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8" name="Rectangle 127">
                  <a:extLst>
                    <a:ext uri="{FF2B5EF4-FFF2-40B4-BE49-F238E27FC236}">
                      <a16:creationId xmlns:a16="http://schemas.microsoft.com/office/drawing/2014/main" id="{A34B79E6-F1DF-E74B-9FB2-88F5D6DC7E5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9" name="Rectangle 128">
                  <a:extLst>
                    <a:ext uri="{FF2B5EF4-FFF2-40B4-BE49-F238E27FC236}">
                      <a16:creationId xmlns:a16="http://schemas.microsoft.com/office/drawing/2014/main" id="{AD595A8F-88AF-A445-A105-4A989940941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0" name="AutoShape 129">
                  <a:extLst>
                    <a:ext uri="{FF2B5EF4-FFF2-40B4-BE49-F238E27FC236}">
                      <a16:creationId xmlns:a16="http://schemas.microsoft.com/office/drawing/2014/main" id="{050E52BF-49DA-324C-9803-B502A47D8F9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80" name="Picture 130" descr="desktop_computer_stylized_small">
                <a:extLst>
                  <a:ext uri="{FF2B5EF4-FFF2-40B4-BE49-F238E27FC236}">
                    <a16:creationId xmlns:a16="http://schemas.microsoft.com/office/drawing/2014/main" id="{4C1535D7-F881-874A-B719-63A277CDC40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1" name="Rectangle 131">
                <a:extLst>
                  <a:ext uri="{FF2B5EF4-FFF2-40B4-BE49-F238E27FC236}">
                    <a16:creationId xmlns:a16="http://schemas.microsoft.com/office/drawing/2014/main" id="{24165D37-4D41-4C46-9B07-0868F9F5A8B1}"/>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82" name="Freeform 132">
                <a:extLst>
                  <a:ext uri="{FF2B5EF4-FFF2-40B4-BE49-F238E27FC236}">
                    <a16:creationId xmlns:a16="http://schemas.microsoft.com/office/drawing/2014/main" id="{C44CEEE1-83E3-A14C-A7E9-A9F0E5741B6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Line 133">
                <a:extLst>
                  <a:ext uri="{FF2B5EF4-FFF2-40B4-BE49-F238E27FC236}">
                    <a16:creationId xmlns:a16="http://schemas.microsoft.com/office/drawing/2014/main" id="{62F2C93F-511D-3147-B8BE-81E8838762E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84" name="Picture 134" descr="tv">
                <a:extLst>
                  <a:ext uri="{FF2B5EF4-FFF2-40B4-BE49-F238E27FC236}">
                    <a16:creationId xmlns:a16="http://schemas.microsoft.com/office/drawing/2014/main" id="{BCC7F36B-9984-5F40-8042-AAFF0875E4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91" name="Group 135">
            <a:extLst>
              <a:ext uri="{FF2B5EF4-FFF2-40B4-BE49-F238E27FC236}">
                <a16:creationId xmlns:a16="http://schemas.microsoft.com/office/drawing/2014/main" id="{B35A80F1-D0E0-F049-AF3B-A40C61B0C1DC}"/>
              </a:ext>
            </a:extLst>
          </p:cNvPr>
          <p:cNvGrpSpPr>
            <a:grpSpLocks/>
          </p:cNvGrpSpPr>
          <p:nvPr/>
        </p:nvGrpSpPr>
        <p:grpSpPr bwMode="auto">
          <a:xfrm>
            <a:off x="4203755" y="2345311"/>
            <a:ext cx="850900" cy="527050"/>
            <a:chOff x="-490" y="1664"/>
            <a:chExt cx="1429" cy="842"/>
          </a:xfrm>
        </p:grpSpPr>
        <p:sp>
          <p:nvSpPr>
            <p:cNvPr id="692" name="AutoShape 136">
              <a:extLst>
                <a:ext uri="{FF2B5EF4-FFF2-40B4-BE49-F238E27FC236}">
                  <a16:creationId xmlns:a16="http://schemas.microsoft.com/office/drawing/2014/main" id="{F38822C2-4C99-5C4E-8386-17BBD6B7D24B}"/>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693" name="Group 137">
              <a:extLst>
                <a:ext uri="{FF2B5EF4-FFF2-40B4-BE49-F238E27FC236}">
                  <a16:creationId xmlns:a16="http://schemas.microsoft.com/office/drawing/2014/main" id="{280A7536-2297-7545-8BD8-ACCAE36D2084}"/>
                </a:ext>
              </a:extLst>
            </p:cNvPr>
            <p:cNvGrpSpPr>
              <a:grpSpLocks/>
            </p:cNvGrpSpPr>
            <p:nvPr/>
          </p:nvGrpSpPr>
          <p:grpSpPr bwMode="auto">
            <a:xfrm>
              <a:off x="-427" y="1737"/>
              <a:ext cx="1217" cy="769"/>
              <a:chOff x="-427" y="1737"/>
              <a:chExt cx="1217" cy="769"/>
            </a:xfrm>
          </p:grpSpPr>
          <p:sp>
            <p:nvSpPr>
              <p:cNvPr id="694" name="Rectangle 138">
                <a:extLst>
                  <a:ext uri="{FF2B5EF4-FFF2-40B4-BE49-F238E27FC236}">
                    <a16:creationId xmlns:a16="http://schemas.microsoft.com/office/drawing/2014/main" id="{FD4AA4EA-1734-E548-8AAE-E12D871545A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5" name="Line 7">
                <a:extLst>
                  <a:ext uri="{FF2B5EF4-FFF2-40B4-BE49-F238E27FC236}">
                    <a16:creationId xmlns:a16="http://schemas.microsoft.com/office/drawing/2014/main" id="{770E1C91-B880-D946-BC70-EE5844E3C4C5}"/>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96" name="Group 140">
                <a:extLst>
                  <a:ext uri="{FF2B5EF4-FFF2-40B4-BE49-F238E27FC236}">
                    <a16:creationId xmlns:a16="http://schemas.microsoft.com/office/drawing/2014/main" id="{B7E245A3-5E8E-A74D-AF55-7D6A9DF0318A}"/>
                  </a:ext>
                </a:extLst>
              </p:cNvPr>
              <p:cNvGrpSpPr>
                <a:grpSpLocks/>
              </p:cNvGrpSpPr>
              <p:nvPr/>
            </p:nvGrpSpPr>
            <p:grpSpPr bwMode="auto">
              <a:xfrm>
                <a:off x="68" y="2192"/>
                <a:ext cx="387" cy="139"/>
                <a:chOff x="322" y="890"/>
                <a:chExt cx="872" cy="339"/>
              </a:xfrm>
            </p:grpSpPr>
            <p:sp>
              <p:nvSpPr>
                <p:cNvPr id="702" name="Rectangle 141">
                  <a:extLst>
                    <a:ext uri="{FF2B5EF4-FFF2-40B4-BE49-F238E27FC236}">
                      <a16:creationId xmlns:a16="http://schemas.microsoft.com/office/drawing/2014/main" id="{E8CA17C2-65F4-C847-A921-177D38C81B88}"/>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3" name="Rectangle 142">
                  <a:extLst>
                    <a:ext uri="{FF2B5EF4-FFF2-40B4-BE49-F238E27FC236}">
                      <a16:creationId xmlns:a16="http://schemas.microsoft.com/office/drawing/2014/main" id="{0248A613-8BF9-744E-A64D-D564AF82529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4" name="Rectangle 143">
                  <a:extLst>
                    <a:ext uri="{FF2B5EF4-FFF2-40B4-BE49-F238E27FC236}">
                      <a16:creationId xmlns:a16="http://schemas.microsoft.com/office/drawing/2014/main" id="{406CCBDD-EEEE-1D45-AA33-2EBE6279F4C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5" name="Rectangle 144">
                  <a:extLst>
                    <a:ext uri="{FF2B5EF4-FFF2-40B4-BE49-F238E27FC236}">
                      <a16:creationId xmlns:a16="http://schemas.microsoft.com/office/drawing/2014/main" id="{977402B9-0CBB-0D4B-B4B0-9589408E2B8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6" name="Rectangle 145">
                  <a:extLst>
                    <a:ext uri="{FF2B5EF4-FFF2-40B4-BE49-F238E27FC236}">
                      <a16:creationId xmlns:a16="http://schemas.microsoft.com/office/drawing/2014/main" id="{3D3165A8-FF26-134E-9F1C-A7A20F77AF0B}"/>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7" name="AutoShape 146">
                  <a:extLst>
                    <a:ext uri="{FF2B5EF4-FFF2-40B4-BE49-F238E27FC236}">
                      <a16:creationId xmlns:a16="http://schemas.microsoft.com/office/drawing/2014/main" id="{EC84391B-1851-544C-B2BC-7C592248BE2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97" name="Picture 147" descr="desktop_computer_stylized_small">
                <a:extLst>
                  <a:ext uri="{FF2B5EF4-FFF2-40B4-BE49-F238E27FC236}">
                    <a16:creationId xmlns:a16="http://schemas.microsoft.com/office/drawing/2014/main" id="{E527FB23-79FC-7A4B-A986-12E7037C9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8" name="Rectangle 148">
                <a:extLst>
                  <a:ext uri="{FF2B5EF4-FFF2-40B4-BE49-F238E27FC236}">
                    <a16:creationId xmlns:a16="http://schemas.microsoft.com/office/drawing/2014/main" id="{61BFA118-3935-F540-A954-BA2E87833344}"/>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99" name="Freeform 149">
                <a:extLst>
                  <a:ext uri="{FF2B5EF4-FFF2-40B4-BE49-F238E27FC236}">
                    <a16:creationId xmlns:a16="http://schemas.microsoft.com/office/drawing/2014/main" id="{043DF8A9-6DC7-F349-B0A7-2CC27CE1489F}"/>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0" name="Line 150">
                <a:extLst>
                  <a:ext uri="{FF2B5EF4-FFF2-40B4-BE49-F238E27FC236}">
                    <a16:creationId xmlns:a16="http://schemas.microsoft.com/office/drawing/2014/main" id="{74759C54-5940-F74A-BC60-5BE43CD21C00}"/>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01" name="Picture 151" descr="tv">
                <a:extLst>
                  <a:ext uri="{FF2B5EF4-FFF2-40B4-BE49-F238E27FC236}">
                    <a16:creationId xmlns:a16="http://schemas.microsoft.com/office/drawing/2014/main" id="{4E572681-7AA1-214C-A61D-E41CBA2888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08" name="Group 152">
            <a:extLst>
              <a:ext uri="{FF2B5EF4-FFF2-40B4-BE49-F238E27FC236}">
                <a16:creationId xmlns:a16="http://schemas.microsoft.com/office/drawing/2014/main" id="{B99E0137-E9E9-2449-A341-E95B1A39B473}"/>
              </a:ext>
            </a:extLst>
          </p:cNvPr>
          <p:cNvGrpSpPr>
            <a:grpSpLocks/>
          </p:cNvGrpSpPr>
          <p:nvPr/>
        </p:nvGrpSpPr>
        <p:grpSpPr bwMode="auto">
          <a:xfrm>
            <a:off x="5070530" y="2354836"/>
            <a:ext cx="850900" cy="527050"/>
            <a:chOff x="-490" y="1664"/>
            <a:chExt cx="1429" cy="842"/>
          </a:xfrm>
        </p:grpSpPr>
        <p:sp>
          <p:nvSpPr>
            <p:cNvPr id="709" name="AutoShape 153">
              <a:extLst>
                <a:ext uri="{FF2B5EF4-FFF2-40B4-BE49-F238E27FC236}">
                  <a16:creationId xmlns:a16="http://schemas.microsoft.com/office/drawing/2014/main" id="{6638BF32-7CF1-1B4E-AAED-A6CBD4BB69A0}"/>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10" name="Group 154">
              <a:extLst>
                <a:ext uri="{FF2B5EF4-FFF2-40B4-BE49-F238E27FC236}">
                  <a16:creationId xmlns:a16="http://schemas.microsoft.com/office/drawing/2014/main" id="{BE2429F4-383A-544D-BD63-8AF872349ED4}"/>
                </a:ext>
              </a:extLst>
            </p:cNvPr>
            <p:cNvGrpSpPr>
              <a:grpSpLocks/>
            </p:cNvGrpSpPr>
            <p:nvPr/>
          </p:nvGrpSpPr>
          <p:grpSpPr bwMode="auto">
            <a:xfrm>
              <a:off x="-427" y="1737"/>
              <a:ext cx="1217" cy="769"/>
              <a:chOff x="-427" y="1737"/>
              <a:chExt cx="1217" cy="769"/>
            </a:xfrm>
          </p:grpSpPr>
          <p:sp>
            <p:nvSpPr>
              <p:cNvPr id="711" name="Rectangle 155">
                <a:extLst>
                  <a:ext uri="{FF2B5EF4-FFF2-40B4-BE49-F238E27FC236}">
                    <a16:creationId xmlns:a16="http://schemas.microsoft.com/office/drawing/2014/main" id="{EBB425AA-0585-2749-BC85-AFA5C7AAAA5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2" name="Line 7">
                <a:extLst>
                  <a:ext uri="{FF2B5EF4-FFF2-40B4-BE49-F238E27FC236}">
                    <a16:creationId xmlns:a16="http://schemas.microsoft.com/office/drawing/2014/main" id="{A482784A-1FA4-1E45-85F9-5DE284EE814F}"/>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13" name="Group 157">
                <a:extLst>
                  <a:ext uri="{FF2B5EF4-FFF2-40B4-BE49-F238E27FC236}">
                    <a16:creationId xmlns:a16="http://schemas.microsoft.com/office/drawing/2014/main" id="{F0EAA516-BD5F-774A-9B68-AEA2591140A2}"/>
                  </a:ext>
                </a:extLst>
              </p:cNvPr>
              <p:cNvGrpSpPr>
                <a:grpSpLocks/>
              </p:cNvGrpSpPr>
              <p:nvPr/>
            </p:nvGrpSpPr>
            <p:grpSpPr bwMode="auto">
              <a:xfrm>
                <a:off x="68" y="2192"/>
                <a:ext cx="387" cy="139"/>
                <a:chOff x="322" y="890"/>
                <a:chExt cx="872" cy="339"/>
              </a:xfrm>
            </p:grpSpPr>
            <p:sp>
              <p:nvSpPr>
                <p:cNvPr id="719" name="Rectangle 158">
                  <a:extLst>
                    <a:ext uri="{FF2B5EF4-FFF2-40B4-BE49-F238E27FC236}">
                      <a16:creationId xmlns:a16="http://schemas.microsoft.com/office/drawing/2014/main" id="{D26B702C-4102-F746-8A1A-44FA54012212}"/>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0" name="Rectangle 159">
                  <a:extLst>
                    <a:ext uri="{FF2B5EF4-FFF2-40B4-BE49-F238E27FC236}">
                      <a16:creationId xmlns:a16="http://schemas.microsoft.com/office/drawing/2014/main" id="{836CD9F3-93C8-EE4D-A1F1-161D2391D82D}"/>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1" name="Rectangle 160">
                  <a:extLst>
                    <a:ext uri="{FF2B5EF4-FFF2-40B4-BE49-F238E27FC236}">
                      <a16:creationId xmlns:a16="http://schemas.microsoft.com/office/drawing/2014/main" id="{A3BCDA4F-140D-7E44-A8FC-8D7C2D705EBC}"/>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2" name="Rectangle 161">
                  <a:extLst>
                    <a:ext uri="{FF2B5EF4-FFF2-40B4-BE49-F238E27FC236}">
                      <a16:creationId xmlns:a16="http://schemas.microsoft.com/office/drawing/2014/main" id="{56A4DF97-4C28-D947-BF5A-829F0697D1B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3" name="Rectangle 162">
                  <a:extLst>
                    <a:ext uri="{FF2B5EF4-FFF2-40B4-BE49-F238E27FC236}">
                      <a16:creationId xmlns:a16="http://schemas.microsoft.com/office/drawing/2014/main" id="{D68B0B55-2628-AF44-9B8B-2405E00A0C4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24" name="AutoShape 163">
                  <a:extLst>
                    <a:ext uri="{FF2B5EF4-FFF2-40B4-BE49-F238E27FC236}">
                      <a16:creationId xmlns:a16="http://schemas.microsoft.com/office/drawing/2014/main" id="{8629FA7E-1037-8C4F-8810-408283380C7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714" name="Picture 164" descr="desktop_computer_stylized_small">
                <a:extLst>
                  <a:ext uri="{FF2B5EF4-FFF2-40B4-BE49-F238E27FC236}">
                    <a16:creationId xmlns:a16="http://schemas.microsoft.com/office/drawing/2014/main" id="{2C8AE386-EE13-6D42-9CE2-3226B5E36C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5" name="Rectangle 165">
                <a:extLst>
                  <a:ext uri="{FF2B5EF4-FFF2-40B4-BE49-F238E27FC236}">
                    <a16:creationId xmlns:a16="http://schemas.microsoft.com/office/drawing/2014/main" id="{9AC9091D-06AA-5245-BF88-B75BC27623E8}"/>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16" name="Freeform 166">
                <a:extLst>
                  <a:ext uri="{FF2B5EF4-FFF2-40B4-BE49-F238E27FC236}">
                    <a16:creationId xmlns:a16="http://schemas.microsoft.com/office/drawing/2014/main" id="{0327A2D8-A266-3E44-8EA9-71273B379721}"/>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7" name="Line 167">
                <a:extLst>
                  <a:ext uri="{FF2B5EF4-FFF2-40B4-BE49-F238E27FC236}">
                    <a16:creationId xmlns:a16="http://schemas.microsoft.com/office/drawing/2014/main" id="{F2687AEF-F7A2-2143-8718-7CD837CBF922}"/>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18" name="Picture 168" descr="tv">
                <a:extLst>
                  <a:ext uri="{FF2B5EF4-FFF2-40B4-BE49-F238E27FC236}">
                    <a16:creationId xmlns:a16="http://schemas.microsoft.com/office/drawing/2014/main" id="{AAFC4C6D-F52A-6046-9403-425D9D673F4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25" name="Line 169">
            <a:extLst>
              <a:ext uri="{FF2B5EF4-FFF2-40B4-BE49-F238E27FC236}">
                <a16:creationId xmlns:a16="http://schemas.microsoft.com/office/drawing/2014/main" id="{ADE52973-3C0D-654A-B045-1EDAD64D65D6}"/>
              </a:ext>
            </a:extLst>
          </p:cNvPr>
          <p:cNvSpPr>
            <a:spLocks noChangeShapeType="1"/>
          </p:cNvSpPr>
          <p:nvPr/>
        </p:nvSpPr>
        <p:spPr bwMode="auto">
          <a:xfrm>
            <a:off x="3657655" y="2248473"/>
            <a:ext cx="3690937"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6" name="Group 170">
            <a:extLst>
              <a:ext uri="{FF2B5EF4-FFF2-40B4-BE49-F238E27FC236}">
                <a16:creationId xmlns:a16="http://schemas.microsoft.com/office/drawing/2014/main" id="{3D447709-B395-E140-A6E8-A4B0C8933F41}"/>
              </a:ext>
            </a:extLst>
          </p:cNvPr>
          <p:cNvGrpSpPr>
            <a:grpSpLocks/>
          </p:cNvGrpSpPr>
          <p:nvPr/>
        </p:nvGrpSpPr>
        <p:grpSpPr bwMode="auto">
          <a:xfrm>
            <a:off x="6159555" y="1507111"/>
            <a:ext cx="850900" cy="527050"/>
            <a:chOff x="-490" y="1664"/>
            <a:chExt cx="1429" cy="842"/>
          </a:xfrm>
        </p:grpSpPr>
        <p:sp>
          <p:nvSpPr>
            <p:cNvPr id="727" name="AutoShape 171">
              <a:extLst>
                <a:ext uri="{FF2B5EF4-FFF2-40B4-BE49-F238E27FC236}">
                  <a16:creationId xmlns:a16="http://schemas.microsoft.com/office/drawing/2014/main" id="{F84AA9D6-A486-E04C-804D-DFE0C1539708}"/>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28" name="Group 172">
              <a:extLst>
                <a:ext uri="{FF2B5EF4-FFF2-40B4-BE49-F238E27FC236}">
                  <a16:creationId xmlns:a16="http://schemas.microsoft.com/office/drawing/2014/main" id="{543D769A-7CD2-8048-8FE3-27348F62D8C6}"/>
                </a:ext>
              </a:extLst>
            </p:cNvPr>
            <p:cNvGrpSpPr>
              <a:grpSpLocks/>
            </p:cNvGrpSpPr>
            <p:nvPr/>
          </p:nvGrpSpPr>
          <p:grpSpPr bwMode="auto">
            <a:xfrm>
              <a:off x="-427" y="1737"/>
              <a:ext cx="1217" cy="769"/>
              <a:chOff x="-427" y="1737"/>
              <a:chExt cx="1217" cy="769"/>
            </a:xfrm>
          </p:grpSpPr>
          <p:sp>
            <p:nvSpPr>
              <p:cNvPr id="729" name="Rectangle 173">
                <a:extLst>
                  <a:ext uri="{FF2B5EF4-FFF2-40B4-BE49-F238E27FC236}">
                    <a16:creationId xmlns:a16="http://schemas.microsoft.com/office/drawing/2014/main" id="{F2369E5A-97BD-6448-9C48-4B6DBA063821}"/>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0" name="Line 7">
                <a:extLst>
                  <a:ext uri="{FF2B5EF4-FFF2-40B4-BE49-F238E27FC236}">
                    <a16:creationId xmlns:a16="http://schemas.microsoft.com/office/drawing/2014/main" id="{2AC0A61E-F926-0D4B-B5E9-DF0BC1F34016}"/>
                  </a:ext>
                </a:extLst>
              </p:cNvPr>
              <p:cNvSpPr>
                <a:spLocks noChangeShapeType="1"/>
              </p:cNvSpPr>
              <p:nvPr/>
            </p:nvSpPr>
            <p:spPr bwMode="auto">
              <a:xfrm flipV="1">
                <a:off x="-150" y="2270"/>
                <a:ext cx="230"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31" name="Group 175">
                <a:extLst>
                  <a:ext uri="{FF2B5EF4-FFF2-40B4-BE49-F238E27FC236}">
                    <a16:creationId xmlns:a16="http://schemas.microsoft.com/office/drawing/2014/main" id="{28882AE2-523F-3A48-A31B-7F5125D45364}"/>
                  </a:ext>
                </a:extLst>
              </p:cNvPr>
              <p:cNvGrpSpPr>
                <a:grpSpLocks/>
              </p:cNvGrpSpPr>
              <p:nvPr/>
            </p:nvGrpSpPr>
            <p:grpSpPr bwMode="auto">
              <a:xfrm>
                <a:off x="68" y="2192"/>
                <a:ext cx="387" cy="139"/>
                <a:chOff x="322" y="890"/>
                <a:chExt cx="872" cy="339"/>
              </a:xfrm>
            </p:grpSpPr>
            <p:sp>
              <p:nvSpPr>
                <p:cNvPr id="737" name="Rectangle 176">
                  <a:extLst>
                    <a:ext uri="{FF2B5EF4-FFF2-40B4-BE49-F238E27FC236}">
                      <a16:creationId xmlns:a16="http://schemas.microsoft.com/office/drawing/2014/main" id="{54F16B2F-608C-0A4C-B57B-5C7376E1CD7D}"/>
                    </a:ext>
                  </a:extLst>
                </p:cNvPr>
                <p:cNvSpPr>
                  <a:spLocks noChangeArrowheads="1"/>
                </p:cNvSpPr>
                <p:nvPr/>
              </p:nvSpPr>
              <p:spPr bwMode="auto">
                <a:xfrm>
                  <a:off x="320" y="1000"/>
                  <a:ext cx="871" cy="229"/>
                </a:xfrm>
                <a:prstGeom prst="rect">
                  <a:avLst/>
                </a:prstGeom>
                <a:solidFill>
                  <a:schemeClr val="bg1">
                    <a:lumMod val="8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8" name="Rectangle 177">
                  <a:extLst>
                    <a:ext uri="{FF2B5EF4-FFF2-40B4-BE49-F238E27FC236}">
                      <a16:creationId xmlns:a16="http://schemas.microsoft.com/office/drawing/2014/main" id="{16358853-C1FC-1B4A-90B8-0526F7FF392F}"/>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9" name="Rectangle 178">
                  <a:extLst>
                    <a:ext uri="{FF2B5EF4-FFF2-40B4-BE49-F238E27FC236}">
                      <a16:creationId xmlns:a16="http://schemas.microsoft.com/office/drawing/2014/main" id="{95865896-45F0-9E45-88A7-DDEAF0816961}"/>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0" name="Rectangle 179">
                  <a:extLst>
                    <a:ext uri="{FF2B5EF4-FFF2-40B4-BE49-F238E27FC236}">
                      <a16:creationId xmlns:a16="http://schemas.microsoft.com/office/drawing/2014/main" id="{1C2FE1AC-5BF7-3F4E-A430-7CA6A6969083}"/>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1" name="Rectangle 180">
                  <a:extLst>
                    <a:ext uri="{FF2B5EF4-FFF2-40B4-BE49-F238E27FC236}">
                      <a16:creationId xmlns:a16="http://schemas.microsoft.com/office/drawing/2014/main" id="{218C2436-F090-5B40-9775-6467F646F5A5}"/>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2" name="AutoShape 181">
                  <a:extLst>
                    <a:ext uri="{FF2B5EF4-FFF2-40B4-BE49-F238E27FC236}">
                      <a16:creationId xmlns:a16="http://schemas.microsoft.com/office/drawing/2014/main" id="{2346CC88-82BF-DA46-B70A-55B4ED444CE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732" name="Picture 182" descr="desktop_computer_stylized_small">
                <a:extLst>
                  <a:ext uri="{FF2B5EF4-FFF2-40B4-BE49-F238E27FC236}">
                    <a16:creationId xmlns:a16="http://schemas.microsoft.com/office/drawing/2014/main" id="{9C9448D8-C41E-1B4C-8F18-B3F661D7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3" name="Rectangle 183">
                <a:extLst>
                  <a:ext uri="{FF2B5EF4-FFF2-40B4-BE49-F238E27FC236}">
                    <a16:creationId xmlns:a16="http://schemas.microsoft.com/office/drawing/2014/main" id="{EC20C728-8848-8748-8001-99D9BBF00006}"/>
                  </a:ext>
                </a:extLst>
              </p:cNvPr>
              <p:cNvSpPr>
                <a:spLocks noChangeArrowheads="1"/>
              </p:cNvSpPr>
              <p:nvPr/>
            </p:nvSpPr>
            <p:spPr bwMode="auto">
              <a:xfrm>
                <a:off x="528" y="2232"/>
                <a:ext cx="104" cy="91"/>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34" name="Freeform 184">
                <a:extLst>
                  <a:ext uri="{FF2B5EF4-FFF2-40B4-BE49-F238E27FC236}">
                    <a16:creationId xmlns:a16="http://schemas.microsoft.com/office/drawing/2014/main" id="{A3C302FC-0DCE-7B44-87E9-318491675B3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5" name="Line 185">
                <a:extLst>
                  <a:ext uri="{FF2B5EF4-FFF2-40B4-BE49-F238E27FC236}">
                    <a16:creationId xmlns:a16="http://schemas.microsoft.com/office/drawing/2014/main" id="{28070A37-5593-0448-896E-478F25FA1085}"/>
                  </a:ext>
                </a:extLst>
              </p:cNvPr>
              <p:cNvSpPr>
                <a:spLocks noChangeShapeType="1"/>
              </p:cNvSpPr>
              <p:nvPr/>
            </p:nvSpPr>
            <p:spPr bwMode="auto">
              <a:xfrm flipH="1">
                <a:off x="470" y="2270"/>
                <a:ext cx="15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36" name="Picture 186" descr="tv">
                <a:extLst>
                  <a:ext uri="{FF2B5EF4-FFF2-40B4-BE49-F238E27FC236}">
                    <a16:creationId xmlns:a16="http://schemas.microsoft.com/office/drawing/2014/main" id="{23BD1939-D865-6047-93F0-ED52890AAF0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743" name="Text Box 204">
            <a:extLst>
              <a:ext uri="{FF2B5EF4-FFF2-40B4-BE49-F238E27FC236}">
                <a16:creationId xmlns:a16="http://schemas.microsoft.com/office/drawing/2014/main" id="{114B5E74-3593-4647-A004-4F78DEEBD9A4}"/>
              </a:ext>
            </a:extLst>
          </p:cNvPr>
          <p:cNvSpPr txBox="1">
            <a:spLocks noChangeArrowheads="1"/>
          </p:cNvSpPr>
          <p:nvPr/>
        </p:nvSpPr>
        <p:spPr bwMode="auto">
          <a:xfrm>
            <a:off x="5770617" y="1576961"/>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sp>
        <p:nvSpPr>
          <p:cNvPr id="744" name="Line 205">
            <a:extLst>
              <a:ext uri="{FF2B5EF4-FFF2-40B4-BE49-F238E27FC236}">
                <a16:creationId xmlns:a16="http://schemas.microsoft.com/office/drawing/2014/main" id="{DC1BDAA3-86EF-E54B-AD19-30AE2ECA9311}"/>
              </a:ext>
            </a:extLst>
          </p:cNvPr>
          <p:cNvSpPr>
            <a:spLocks noChangeShapeType="1"/>
          </p:cNvSpPr>
          <p:nvPr/>
        </p:nvSpPr>
        <p:spPr bwMode="auto">
          <a:xfrm flipH="1">
            <a:off x="4751442"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5" name="Line 206">
            <a:extLst>
              <a:ext uri="{FF2B5EF4-FFF2-40B4-BE49-F238E27FC236}">
                <a16:creationId xmlns:a16="http://schemas.microsoft.com/office/drawing/2014/main" id="{148D29E6-C94A-DC42-8250-908976A5D102}"/>
              </a:ext>
            </a:extLst>
          </p:cNvPr>
          <p:cNvSpPr>
            <a:spLocks noChangeShapeType="1"/>
          </p:cNvSpPr>
          <p:nvPr/>
        </p:nvSpPr>
        <p:spPr bwMode="auto">
          <a:xfrm flipH="1">
            <a:off x="565631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6" name="Line 207">
            <a:extLst>
              <a:ext uri="{FF2B5EF4-FFF2-40B4-BE49-F238E27FC236}">
                <a16:creationId xmlns:a16="http://schemas.microsoft.com/office/drawing/2014/main" id="{01C6EDDD-38D0-6B49-B717-D2D0A8815C12}"/>
              </a:ext>
            </a:extLst>
          </p:cNvPr>
          <p:cNvSpPr>
            <a:spLocks noChangeShapeType="1"/>
          </p:cNvSpPr>
          <p:nvPr/>
        </p:nvSpPr>
        <p:spPr bwMode="auto">
          <a:xfrm flipH="1">
            <a:off x="6792967" y="1918273"/>
            <a:ext cx="3175" cy="3333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7" name="Freeform 208">
            <a:extLst>
              <a:ext uri="{FF2B5EF4-FFF2-40B4-BE49-F238E27FC236}">
                <a16:creationId xmlns:a16="http://schemas.microsoft.com/office/drawing/2014/main" id="{13411482-5915-9549-9E0F-94906C9234B0}"/>
              </a:ext>
            </a:extLst>
          </p:cNvPr>
          <p:cNvSpPr>
            <a:spLocks/>
          </p:cNvSpPr>
          <p:nvPr/>
        </p:nvSpPr>
        <p:spPr bwMode="auto">
          <a:xfrm>
            <a:off x="5742042" y="225482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8" name="Freeform 209">
            <a:extLst>
              <a:ext uri="{FF2B5EF4-FFF2-40B4-BE49-F238E27FC236}">
                <a16:creationId xmlns:a16="http://schemas.microsoft.com/office/drawing/2014/main" id="{1F9C292F-8EBB-3541-9B89-E1F31CD174E4}"/>
              </a:ext>
            </a:extLst>
          </p:cNvPr>
          <p:cNvSpPr>
            <a:spLocks/>
          </p:cNvSpPr>
          <p:nvPr/>
        </p:nvSpPr>
        <p:spPr bwMode="auto">
          <a:xfrm>
            <a:off x="4875267" y="2248473"/>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9" name="Rectangle 44">
            <a:extLst>
              <a:ext uri="{FF2B5EF4-FFF2-40B4-BE49-F238E27FC236}">
                <a16:creationId xmlns:a16="http://schemas.microsoft.com/office/drawing/2014/main" id="{7320EA55-A59E-E248-A70B-FDBD113905C5}"/>
              </a:ext>
            </a:extLst>
          </p:cNvPr>
          <p:cNvSpPr>
            <a:spLocks noChangeArrowheads="1"/>
          </p:cNvSpPr>
          <p:nvPr/>
        </p:nvSpPr>
        <p:spPr bwMode="auto">
          <a:xfrm>
            <a:off x="7086655" y="1823023"/>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50" name="Text Box 45">
            <a:extLst>
              <a:ext uri="{FF2B5EF4-FFF2-40B4-BE49-F238E27FC236}">
                <a16:creationId xmlns:a16="http://schemas.microsoft.com/office/drawing/2014/main" id="{DB61BF90-6CFB-6842-9230-52758DB964BD}"/>
              </a:ext>
            </a:extLst>
          </p:cNvPr>
          <p:cNvSpPr txBox="1">
            <a:spLocks noChangeArrowheads="1"/>
          </p:cNvSpPr>
          <p:nvPr/>
        </p:nvSpPr>
        <p:spPr bwMode="auto">
          <a:xfrm>
            <a:off x="6597705" y="1286448"/>
            <a:ext cx="1925637"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headend</a:t>
            </a:r>
          </a:p>
        </p:txBody>
      </p:sp>
      <p:sp>
        <p:nvSpPr>
          <p:cNvPr id="751" name="Freeform 216">
            <a:extLst>
              <a:ext uri="{FF2B5EF4-FFF2-40B4-BE49-F238E27FC236}">
                <a16:creationId xmlns:a16="http://schemas.microsoft.com/office/drawing/2014/main" id="{5282A8AA-73E0-1047-98E9-0E8A22EB1094}"/>
              </a:ext>
            </a:extLst>
          </p:cNvPr>
          <p:cNvSpPr>
            <a:spLocks/>
          </p:cNvSpPr>
          <p:nvPr/>
        </p:nvSpPr>
        <p:spPr bwMode="auto">
          <a:xfrm>
            <a:off x="7343830" y="2005586"/>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lumMod val="60000"/>
                  <a:lumOff val="40000"/>
                </a:schemeClr>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2" name="Freeform 217">
            <a:extLst>
              <a:ext uri="{FF2B5EF4-FFF2-40B4-BE49-F238E27FC236}">
                <a16:creationId xmlns:a16="http://schemas.microsoft.com/office/drawing/2014/main" id="{7C99B789-7258-6A4A-9F8D-57979E1CEE4E}"/>
              </a:ext>
            </a:extLst>
          </p:cNvPr>
          <p:cNvSpPr>
            <a:spLocks/>
          </p:cNvSpPr>
          <p:nvPr/>
        </p:nvSpPr>
        <p:spPr bwMode="auto">
          <a:xfrm>
            <a:off x="7345417" y="1940498"/>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lumMod val="75000"/>
            </a:schemeClr>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3" name="Line 218">
            <a:extLst>
              <a:ext uri="{FF2B5EF4-FFF2-40B4-BE49-F238E27FC236}">
                <a16:creationId xmlns:a16="http://schemas.microsoft.com/office/drawing/2014/main" id="{B1D16F00-E881-6A47-A6A1-0BBDC19BC901}"/>
              </a:ext>
            </a:extLst>
          </p:cNvPr>
          <p:cNvSpPr>
            <a:spLocks noChangeShapeType="1"/>
          </p:cNvSpPr>
          <p:nvPr/>
        </p:nvSpPr>
        <p:spPr bwMode="auto">
          <a:xfrm flipH="1">
            <a:off x="7670855" y="2064323"/>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4" name="Line 219">
            <a:extLst>
              <a:ext uri="{FF2B5EF4-FFF2-40B4-BE49-F238E27FC236}">
                <a16:creationId xmlns:a16="http://schemas.microsoft.com/office/drawing/2014/main" id="{838FA314-27D9-7A43-996B-E5F93E02DF5E}"/>
              </a:ext>
            </a:extLst>
          </p:cNvPr>
          <p:cNvSpPr>
            <a:spLocks noChangeShapeType="1"/>
          </p:cNvSpPr>
          <p:nvPr/>
        </p:nvSpPr>
        <p:spPr bwMode="auto">
          <a:xfrm>
            <a:off x="7372405" y="2235773"/>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5" name="Freeform 220">
            <a:extLst>
              <a:ext uri="{FF2B5EF4-FFF2-40B4-BE49-F238E27FC236}">
                <a16:creationId xmlns:a16="http://schemas.microsoft.com/office/drawing/2014/main" id="{45C72033-F8DA-3B45-8390-923125718D2A}"/>
              </a:ext>
            </a:extLst>
          </p:cNvPr>
          <p:cNvSpPr>
            <a:spLocks/>
          </p:cNvSpPr>
          <p:nvPr/>
        </p:nvSpPr>
        <p:spPr bwMode="auto">
          <a:xfrm>
            <a:off x="7366055" y="2059561"/>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6" name="Freeform 221">
            <a:extLst>
              <a:ext uri="{FF2B5EF4-FFF2-40B4-BE49-F238E27FC236}">
                <a16:creationId xmlns:a16="http://schemas.microsoft.com/office/drawing/2014/main" id="{19393445-5216-7C45-9B45-58EB5CD3E448}"/>
              </a:ext>
            </a:extLst>
          </p:cNvPr>
          <p:cNvSpPr>
            <a:spLocks/>
          </p:cNvSpPr>
          <p:nvPr/>
        </p:nvSpPr>
        <p:spPr bwMode="auto">
          <a:xfrm flipV="1">
            <a:off x="7366055" y="2296098"/>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7" name="AutoShape 225">
            <a:extLst>
              <a:ext uri="{FF2B5EF4-FFF2-40B4-BE49-F238E27FC236}">
                <a16:creationId xmlns:a16="http://schemas.microsoft.com/office/drawing/2014/main" id="{D5C846CD-8651-7846-BF61-84EC54D4AEB7}"/>
              </a:ext>
            </a:extLst>
          </p:cNvPr>
          <p:cNvSpPr>
            <a:spLocks noChangeArrowheads="1"/>
          </p:cNvSpPr>
          <p:nvPr/>
        </p:nvSpPr>
        <p:spPr bwMode="auto">
          <a:xfrm>
            <a:off x="6946955" y="1559498"/>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02" name="Group 326">
            <a:extLst>
              <a:ext uri="{FF2B5EF4-FFF2-40B4-BE49-F238E27FC236}">
                <a16:creationId xmlns:a16="http://schemas.microsoft.com/office/drawing/2014/main" id="{69F003EB-6D99-1141-ABFE-67460D1B76E9}"/>
              </a:ext>
            </a:extLst>
          </p:cNvPr>
          <p:cNvGrpSpPr>
            <a:grpSpLocks/>
          </p:cNvGrpSpPr>
          <p:nvPr/>
        </p:nvGrpSpPr>
        <p:grpSpPr bwMode="auto">
          <a:xfrm>
            <a:off x="2000305" y="1964311"/>
            <a:ext cx="609600" cy="609600"/>
            <a:chOff x="-44" y="1473"/>
            <a:chExt cx="981" cy="1105"/>
          </a:xfrm>
        </p:grpSpPr>
        <p:pic>
          <p:nvPicPr>
            <p:cNvPr id="803" name="Picture 327" descr="desktop_computer_stylized_medium">
              <a:extLst>
                <a:ext uri="{FF2B5EF4-FFF2-40B4-BE49-F238E27FC236}">
                  <a16:creationId xmlns:a16="http://schemas.microsoft.com/office/drawing/2014/main" id="{BCAB1A26-F538-9E43-9300-98DBF76645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4" name="Freeform 328">
              <a:extLst>
                <a:ext uri="{FF2B5EF4-FFF2-40B4-BE49-F238E27FC236}">
                  <a16:creationId xmlns:a16="http://schemas.microsoft.com/office/drawing/2014/main" id="{DF498DD9-C2F7-E142-A48F-929956C96E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9" name="Group 5">
            <a:extLst>
              <a:ext uri="{FF2B5EF4-FFF2-40B4-BE49-F238E27FC236}">
                <a16:creationId xmlns:a16="http://schemas.microsoft.com/office/drawing/2014/main" id="{2F6C783C-0026-4943-BF4A-677BBABDEDED}"/>
              </a:ext>
            </a:extLst>
          </p:cNvPr>
          <p:cNvGrpSpPr>
            <a:grpSpLocks/>
          </p:cNvGrpSpPr>
          <p:nvPr/>
        </p:nvGrpSpPr>
        <p:grpSpPr bwMode="auto">
          <a:xfrm>
            <a:off x="1815284" y="2250058"/>
            <a:ext cx="3092450" cy="1417637"/>
            <a:chOff x="256" y="1443"/>
            <a:chExt cx="1948" cy="893"/>
          </a:xfrm>
        </p:grpSpPr>
        <p:sp>
          <p:nvSpPr>
            <p:cNvPr id="260" name="Text Box 6">
              <a:extLst>
                <a:ext uri="{FF2B5EF4-FFF2-40B4-BE49-F238E27FC236}">
                  <a16:creationId xmlns:a16="http://schemas.microsoft.com/office/drawing/2014/main" id="{3A960207-651B-E74F-9A13-2415AC01B5D5}"/>
                </a:ext>
              </a:extLst>
            </p:cNvPr>
            <p:cNvSpPr txBox="1">
              <a:spLocks noChangeArrowheads="1"/>
            </p:cNvSpPr>
            <p:nvPr/>
          </p:nvSpPr>
          <p:spPr bwMode="auto">
            <a:xfrm>
              <a:off x="256" y="1885"/>
              <a:ext cx="1948"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TV transmitted at different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frequencies over </a:t>
              </a: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shared </a:t>
              </a: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distribution network</a:t>
              </a:r>
            </a:p>
          </p:txBody>
        </p:sp>
        <p:sp>
          <p:nvSpPr>
            <p:cNvPr id="261" name="Line 7">
              <a:extLst>
                <a:ext uri="{FF2B5EF4-FFF2-40B4-BE49-F238E27FC236}">
                  <a16:creationId xmlns:a16="http://schemas.microsoft.com/office/drawing/2014/main" id="{FBA0C571-DE6E-AB4E-B457-4EE79045B619}"/>
                </a:ext>
              </a:extLst>
            </p:cNvPr>
            <p:cNvSpPr>
              <a:spLocks noChangeShapeType="1"/>
            </p:cNvSpPr>
            <p:nvPr/>
          </p:nvSpPr>
          <p:spPr bwMode="auto">
            <a:xfrm flipV="1">
              <a:off x="1452" y="1443"/>
              <a:ext cx="282" cy="47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3" name="Rectangle 3">
            <a:extLst>
              <a:ext uri="{FF2B5EF4-FFF2-40B4-BE49-F238E27FC236}">
                <a16:creationId xmlns:a16="http://schemas.microsoft.com/office/drawing/2014/main" id="{65731DA2-5F5C-CE45-8C28-78D072DBA74A}"/>
              </a:ext>
            </a:extLst>
          </p:cNvPr>
          <p:cNvSpPr>
            <a:spLocks noChangeArrowheads="1"/>
          </p:cNvSpPr>
          <p:nvPr/>
        </p:nvSpPr>
        <p:spPr bwMode="auto">
          <a:xfrm>
            <a:off x="952500" y="4196551"/>
            <a:ext cx="11503627" cy="238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7338" marR="0" lvl="0" indent="-287338" algn="l" defTabSz="914400" rtl="0" eaLnBrk="1" fontAlgn="auto" latinLnBrk="0" hangingPunct="1">
              <a:lnSpc>
                <a:spcPct val="9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HFC: hybrid fiber coax</a:t>
            </a:r>
          </a:p>
          <a:p>
            <a:pPr marL="682625" marR="0" lvl="1" indent="-225425" algn="l" defTabSz="914400" rtl="0" eaLnBrk="1" fontAlgn="auto" latinLnBrk="0" hangingPunct="1">
              <a:lnSpc>
                <a:spcPct val="9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asymmetric: up to 40 Mbps – 1.2 Gbps downstream transmission rate, 30-100 Mbps upstream transmission rate</a:t>
            </a:r>
          </a:p>
          <a:p>
            <a:pPr marL="342900" marR="0" lvl="0" indent="-342900" algn="l" defTabSz="914400" rtl="0" eaLnBrk="1" fontAlgn="auto" latinLnBrk="0" hangingPunct="1">
              <a:lnSpc>
                <a:spcPct val="9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network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of cable, fiber attaches homes to ISP router</a:t>
            </a:r>
          </a:p>
          <a:p>
            <a:pPr marL="682625" marR="0" lvl="1" indent="-225425" algn="l" defTabSz="914400" rtl="0" eaLnBrk="1" fontAlgn="auto" latinLnBrk="0" hangingPunct="1">
              <a:lnSpc>
                <a:spcPct val="9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homes </a:t>
            </a: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share access network</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ＭＳ Ｐゴシック" charset="0"/>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to cable headend </a:t>
            </a:r>
          </a:p>
          <a:p>
            <a:pPr marL="742950" marR="0" lvl="1" indent="-285750" algn="l" defTabSz="914400" rtl="0" eaLnBrk="1" fontAlgn="auto" latinLnBrk="0" hangingPunct="1">
              <a:lnSpc>
                <a:spcPct val="85000"/>
              </a:lnSpc>
              <a:spcBef>
                <a:spcPct val="20000"/>
              </a:spcBef>
              <a:spcAft>
                <a:spcPts val="0"/>
              </a:spcAft>
              <a:buClr>
                <a:srgbClr val="000099"/>
              </a:buClr>
              <a:buSzTx/>
              <a:buFont typeface="Wingdings" charset="0"/>
              <a:buNone/>
              <a:tabLst/>
              <a:defRPr/>
            </a:pPr>
            <a:endParaRPr kumimoji="0" lang="en-US" sz="20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endParaRPr>
          </a:p>
        </p:txBody>
      </p:sp>
      <p:grpSp>
        <p:nvGrpSpPr>
          <p:cNvPr id="5" name="Group 4">
            <a:extLst>
              <a:ext uri="{FF2B5EF4-FFF2-40B4-BE49-F238E27FC236}">
                <a16:creationId xmlns:a16="http://schemas.microsoft.com/office/drawing/2014/main" id="{425B97A1-27C5-EC40-B34A-476FC38D829B}"/>
              </a:ext>
            </a:extLst>
          </p:cNvPr>
          <p:cNvGrpSpPr/>
          <p:nvPr/>
        </p:nvGrpSpPr>
        <p:grpSpPr>
          <a:xfrm>
            <a:off x="6634372" y="2229423"/>
            <a:ext cx="3584575" cy="1858963"/>
            <a:chOff x="6634372" y="2229423"/>
            <a:chExt cx="3584575" cy="1858963"/>
          </a:xfrm>
        </p:grpSpPr>
        <p:grpSp>
          <p:nvGrpSpPr>
            <p:cNvPr id="256" name="Group 175">
              <a:extLst>
                <a:ext uri="{FF2B5EF4-FFF2-40B4-BE49-F238E27FC236}">
                  <a16:creationId xmlns:a16="http://schemas.microsoft.com/office/drawing/2014/main" id="{C8649510-55E2-8E4D-980F-F2253D56B67B}"/>
                </a:ext>
              </a:extLst>
            </p:cNvPr>
            <p:cNvGrpSpPr>
              <a:grpSpLocks/>
            </p:cNvGrpSpPr>
            <p:nvPr/>
          </p:nvGrpSpPr>
          <p:grpSpPr bwMode="auto">
            <a:xfrm>
              <a:off x="7701172" y="2391348"/>
              <a:ext cx="2517775" cy="508000"/>
              <a:chOff x="3912" y="1484"/>
              <a:chExt cx="1586" cy="320"/>
            </a:xfrm>
          </p:grpSpPr>
          <p:sp>
            <p:nvSpPr>
              <p:cNvPr id="257" name="Line 176">
                <a:extLst>
                  <a:ext uri="{FF2B5EF4-FFF2-40B4-BE49-F238E27FC236}">
                    <a16:creationId xmlns:a16="http://schemas.microsoft.com/office/drawing/2014/main" id="{6C84205A-1EF0-9A40-9DC2-11FBC845B45C}"/>
                  </a:ext>
                </a:extLst>
              </p:cNvPr>
              <p:cNvSpPr>
                <a:spLocks noChangeShapeType="1"/>
              </p:cNvSpPr>
              <p:nvPr/>
            </p:nvSpPr>
            <p:spPr bwMode="auto">
              <a:xfrm flipH="1" flipV="1">
                <a:off x="3912" y="1497"/>
                <a:ext cx="711" cy="9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Text Box 177">
                <a:extLst>
                  <a:ext uri="{FF2B5EF4-FFF2-40B4-BE49-F238E27FC236}">
                    <a16:creationId xmlns:a16="http://schemas.microsoft.com/office/drawing/2014/main" id="{1FDC6261-0139-DC43-8EE8-F1CB71429659}"/>
                  </a:ext>
                </a:extLst>
              </p:cNvPr>
              <p:cNvSpPr txBox="1">
                <a:spLocks noChangeArrowheads="1"/>
              </p:cNvSpPr>
              <p:nvPr/>
            </p:nvSpPr>
            <p:spPr bwMode="auto">
              <a:xfrm>
                <a:off x="4307" y="1484"/>
                <a:ext cx="1191"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cable modem</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termination system</a:t>
                </a:r>
              </a:p>
            </p:txBody>
          </p:sp>
        </p:grpSp>
        <p:sp>
          <p:nvSpPr>
            <p:cNvPr id="262" name="Text Box 126">
              <a:extLst>
                <a:ext uri="{FF2B5EF4-FFF2-40B4-BE49-F238E27FC236}">
                  <a16:creationId xmlns:a16="http://schemas.microsoft.com/office/drawing/2014/main" id="{87E3F100-F024-1944-A35D-301D8C8A7040}"/>
                </a:ext>
              </a:extLst>
            </p:cNvPr>
            <p:cNvSpPr txBox="1">
              <a:spLocks noChangeArrowheads="1"/>
            </p:cNvSpPr>
            <p:nvPr/>
          </p:nvSpPr>
          <p:spPr bwMode="auto">
            <a:xfrm>
              <a:off x="7086655" y="2478661"/>
              <a:ext cx="95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CMTS</a:t>
              </a:r>
            </a:p>
          </p:txBody>
        </p:sp>
        <p:sp>
          <p:nvSpPr>
            <p:cNvPr id="255" name="Freeform 174">
              <a:extLst>
                <a:ext uri="{FF2B5EF4-FFF2-40B4-BE49-F238E27FC236}">
                  <a16:creationId xmlns:a16="http://schemas.microsoft.com/office/drawing/2014/main" id="{77071BA4-7575-3044-9EDE-3484F273E281}"/>
                </a:ext>
              </a:extLst>
            </p:cNvPr>
            <p:cNvSpPr>
              <a:spLocks/>
            </p:cNvSpPr>
            <p:nvPr/>
          </p:nvSpPr>
          <p:spPr bwMode="auto">
            <a:xfrm>
              <a:off x="7742447" y="2229423"/>
              <a:ext cx="206375" cy="927100"/>
            </a:xfrm>
            <a:custGeom>
              <a:avLst/>
              <a:gdLst>
                <a:gd name="T0" fmla="*/ 0 w 130"/>
                <a:gd name="T1" fmla="*/ 0 h 584"/>
                <a:gd name="T2" fmla="*/ 2147483647 w 130"/>
                <a:gd name="T3" fmla="*/ 0 h 584"/>
                <a:gd name="T4" fmla="*/ 2147483647 w 130"/>
                <a:gd name="T5" fmla="*/ 2147483647 h 584"/>
                <a:gd name="T6" fmla="*/ 0 60000 65536"/>
                <a:gd name="T7" fmla="*/ 0 60000 65536"/>
                <a:gd name="T8" fmla="*/ 0 60000 65536"/>
                <a:gd name="T9" fmla="*/ 0 w 130"/>
                <a:gd name="T10" fmla="*/ 0 h 584"/>
                <a:gd name="T11" fmla="*/ 130 w 130"/>
                <a:gd name="T12" fmla="*/ 584 h 584"/>
              </a:gdLst>
              <a:ahLst/>
              <a:cxnLst>
                <a:cxn ang="T6">
                  <a:pos x="T0" y="T1"/>
                </a:cxn>
                <a:cxn ang="T7">
                  <a:pos x="T2" y="T3"/>
                </a:cxn>
                <a:cxn ang="T8">
                  <a:pos x="T4" y="T5"/>
                </a:cxn>
              </a:cxnLst>
              <a:rect l="T9" t="T10" r="T11" b="T12"/>
              <a:pathLst>
                <a:path w="130" h="584">
                  <a:moveTo>
                    <a:pt x="0" y="0"/>
                  </a:moveTo>
                  <a:lnTo>
                    <a:pt x="130" y="0"/>
                  </a:lnTo>
                  <a:lnTo>
                    <a:pt x="130" y="584"/>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501E124-3E58-B143-B400-8C1CA0410903}"/>
                </a:ext>
              </a:extLst>
            </p:cNvPr>
            <p:cNvGrpSpPr/>
            <p:nvPr/>
          </p:nvGrpSpPr>
          <p:grpSpPr>
            <a:xfrm>
              <a:off x="6634372" y="2940623"/>
              <a:ext cx="2178050" cy="1147763"/>
              <a:chOff x="6634372" y="2940623"/>
              <a:chExt cx="2178050" cy="1147763"/>
            </a:xfrm>
          </p:grpSpPr>
          <p:sp>
            <p:nvSpPr>
              <p:cNvPr id="210" name="Freeform 129">
                <a:extLst>
                  <a:ext uri="{FF2B5EF4-FFF2-40B4-BE49-F238E27FC236}">
                    <a16:creationId xmlns:a16="http://schemas.microsoft.com/office/drawing/2014/main" id="{2714FDDC-4D17-7B45-B269-20EEE62DAB72}"/>
                  </a:ext>
                </a:extLst>
              </p:cNvPr>
              <p:cNvSpPr>
                <a:spLocks/>
              </p:cNvSpPr>
              <p:nvPr/>
            </p:nvSpPr>
            <p:spPr bwMode="auto">
              <a:xfrm>
                <a:off x="6634372" y="2940623"/>
                <a:ext cx="2178050" cy="1147763"/>
              </a:xfrm>
              <a:custGeom>
                <a:avLst/>
                <a:gdLst>
                  <a:gd name="T0" fmla="*/ 1509012 w 765"/>
                  <a:gd name="T1" fmla="*/ 5729 h 459"/>
                  <a:gd name="T2" fmla="*/ 1027025 w 765"/>
                  <a:gd name="T3" fmla="*/ 40395 h 459"/>
                  <a:gd name="T4" fmla="*/ 340902 w 765"/>
                  <a:gd name="T5" fmla="*/ 58024 h 459"/>
                  <a:gd name="T6" fmla="*/ 49874 w 765"/>
                  <a:gd name="T7" fmla="*/ 194383 h 459"/>
                  <a:gd name="T8" fmla="*/ 640932 w 765"/>
                  <a:gd name="T9" fmla="*/ 256788 h 459"/>
                  <a:gd name="T10" fmla="*/ 1233656 w 765"/>
                  <a:gd name="T11" fmla="*/ 246677 h 459"/>
                  <a:gd name="T12" fmla="*/ 2079640 w 765"/>
                  <a:gd name="T13" fmla="*/ 256788 h 459"/>
                  <a:gd name="T14" fmla="*/ 2485867 w 765"/>
                  <a:gd name="T15" fmla="*/ 251149 h 459"/>
                  <a:gd name="T16" fmla="*/ 2678580 w 765"/>
                  <a:gd name="T17" fmla="*/ 215337 h 459"/>
                  <a:gd name="T18" fmla="*/ 2671282 w 765"/>
                  <a:gd name="T19" fmla="*/ 91397 h 459"/>
                  <a:gd name="T20" fmla="*/ 2357408 w 765"/>
                  <a:gd name="T21" fmla="*/ 19830 h 459"/>
                  <a:gd name="T22" fmla="*/ 1509012 w 765"/>
                  <a:gd name="T23" fmla="*/ 5729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Line 130">
                <a:extLst>
                  <a:ext uri="{FF2B5EF4-FFF2-40B4-BE49-F238E27FC236}">
                    <a16:creationId xmlns:a16="http://schemas.microsoft.com/office/drawing/2014/main" id="{97A8AF07-C5B4-6640-B645-1A49ED64702F}"/>
                  </a:ext>
                </a:extLst>
              </p:cNvPr>
              <p:cNvSpPr>
                <a:spLocks noChangeShapeType="1"/>
              </p:cNvSpPr>
              <p:nvPr/>
            </p:nvSpPr>
            <p:spPr bwMode="auto">
              <a:xfrm flipV="1">
                <a:off x="7464635" y="3294636"/>
                <a:ext cx="168275" cy="120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Line 131">
                <a:extLst>
                  <a:ext uri="{FF2B5EF4-FFF2-40B4-BE49-F238E27FC236}">
                    <a16:creationId xmlns:a16="http://schemas.microsoft.com/office/drawing/2014/main" id="{A1E962AC-8FDB-1E4E-BD0F-904307702696}"/>
                  </a:ext>
                </a:extLst>
              </p:cNvPr>
              <p:cNvSpPr>
                <a:spLocks noChangeShapeType="1"/>
              </p:cNvSpPr>
              <p:nvPr/>
            </p:nvSpPr>
            <p:spPr bwMode="auto">
              <a:xfrm>
                <a:off x="7231272" y="3534348"/>
                <a:ext cx="0" cy="114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Line 132">
                <a:extLst>
                  <a:ext uri="{FF2B5EF4-FFF2-40B4-BE49-F238E27FC236}">
                    <a16:creationId xmlns:a16="http://schemas.microsoft.com/office/drawing/2014/main" id="{4122262E-A7B6-7449-AB95-3FC64C5C2DF3}"/>
                  </a:ext>
                </a:extLst>
              </p:cNvPr>
              <p:cNvSpPr>
                <a:spLocks noChangeShapeType="1"/>
              </p:cNvSpPr>
              <p:nvPr/>
            </p:nvSpPr>
            <p:spPr bwMode="auto">
              <a:xfrm flipV="1">
                <a:off x="7464635" y="3391473"/>
                <a:ext cx="358775" cy="400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Line 133">
                <a:extLst>
                  <a:ext uri="{FF2B5EF4-FFF2-40B4-BE49-F238E27FC236}">
                    <a16:creationId xmlns:a16="http://schemas.microsoft.com/office/drawing/2014/main" id="{7B0F03F2-5671-944D-B9F4-87F926A07AEE}"/>
                  </a:ext>
                </a:extLst>
              </p:cNvPr>
              <p:cNvSpPr>
                <a:spLocks noChangeShapeType="1"/>
              </p:cNvSpPr>
              <p:nvPr/>
            </p:nvSpPr>
            <p:spPr bwMode="auto">
              <a:xfrm>
                <a:off x="7961522" y="3389886"/>
                <a:ext cx="0" cy="271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Line 134">
                <a:extLst>
                  <a:ext uri="{FF2B5EF4-FFF2-40B4-BE49-F238E27FC236}">
                    <a16:creationId xmlns:a16="http://schemas.microsoft.com/office/drawing/2014/main" id="{F0BA2E1D-EA0D-D24C-9CC5-8122F354D0CC}"/>
                  </a:ext>
                </a:extLst>
              </p:cNvPr>
              <p:cNvSpPr>
                <a:spLocks noChangeShapeType="1"/>
              </p:cNvSpPr>
              <p:nvPr/>
            </p:nvSpPr>
            <p:spPr bwMode="auto">
              <a:xfrm>
                <a:off x="7490035" y="3813748"/>
                <a:ext cx="2571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Line 135">
                <a:extLst>
                  <a:ext uri="{FF2B5EF4-FFF2-40B4-BE49-F238E27FC236}">
                    <a16:creationId xmlns:a16="http://schemas.microsoft.com/office/drawing/2014/main" id="{41C88D92-E893-3547-A895-EE2536756658}"/>
                  </a:ext>
                </a:extLst>
              </p:cNvPr>
              <p:cNvSpPr>
                <a:spLocks noChangeShapeType="1"/>
              </p:cNvSpPr>
              <p:nvPr/>
            </p:nvSpPr>
            <p:spPr bwMode="auto">
              <a:xfrm>
                <a:off x="8245685" y="3801048"/>
                <a:ext cx="241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Line 172">
                <a:extLst>
                  <a:ext uri="{FF2B5EF4-FFF2-40B4-BE49-F238E27FC236}">
                    <a16:creationId xmlns:a16="http://schemas.microsoft.com/office/drawing/2014/main" id="{1921FCA0-8355-3148-9A13-062F091A4073}"/>
                  </a:ext>
                </a:extLst>
              </p:cNvPr>
              <p:cNvSpPr>
                <a:spLocks noChangeShapeType="1"/>
              </p:cNvSpPr>
              <p:nvPr/>
            </p:nvSpPr>
            <p:spPr bwMode="auto">
              <a:xfrm>
                <a:off x="8510797" y="3797873"/>
                <a:ext cx="242888" cy="0"/>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Text Box 580">
                <a:extLst>
                  <a:ext uri="{FF2B5EF4-FFF2-40B4-BE49-F238E27FC236}">
                    <a16:creationId xmlns:a16="http://schemas.microsoft.com/office/drawing/2014/main" id="{4A3D00CF-E661-5640-9D56-DEC692C4B7F1}"/>
                  </a:ext>
                </a:extLst>
              </p:cNvPr>
              <p:cNvSpPr txBox="1">
                <a:spLocks noChangeArrowheads="1"/>
              </p:cNvSpPr>
              <p:nvPr/>
            </p:nvSpPr>
            <p:spPr bwMode="auto">
              <a:xfrm>
                <a:off x="8207585" y="3191448"/>
                <a:ext cx="55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ISP</a:t>
                </a:r>
              </a:p>
            </p:txBody>
          </p:sp>
          <p:grpSp>
            <p:nvGrpSpPr>
              <p:cNvPr id="302" name="Group 301">
                <a:extLst>
                  <a:ext uri="{FF2B5EF4-FFF2-40B4-BE49-F238E27FC236}">
                    <a16:creationId xmlns:a16="http://schemas.microsoft.com/office/drawing/2014/main" id="{E50386C4-B069-4C43-8CFF-1CE6BF8E6F35}"/>
                  </a:ext>
                </a:extLst>
              </p:cNvPr>
              <p:cNvGrpSpPr/>
              <p:nvPr/>
            </p:nvGrpSpPr>
            <p:grpSpPr>
              <a:xfrm>
                <a:off x="6972551" y="3193191"/>
                <a:ext cx="576221" cy="330754"/>
                <a:chOff x="7493876" y="2774731"/>
                <a:chExt cx="1481958" cy="894622"/>
              </a:xfrm>
            </p:grpSpPr>
            <p:sp>
              <p:nvSpPr>
                <p:cNvPr id="303" name="Freeform 302">
                  <a:extLst>
                    <a:ext uri="{FF2B5EF4-FFF2-40B4-BE49-F238E27FC236}">
                      <a16:creationId xmlns:a16="http://schemas.microsoft.com/office/drawing/2014/main" id="{F6B400F7-8176-5D4D-B79C-399B665727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4" name="Oval 303">
                  <a:extLst>
                    <a:ext uri="{FF2B5EF4-FFF2-40B4-BE49-F238E27FC236}">
                      <a16:creationId xmlns:a16="http://schemas.microsoft.com/office/drawing/2014/main" id="{D5DD275D-1BBB-DC48-ABA5-EBF01DD85CC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5" name="Group 304">
                  <a:extLst>
                    <a:ext uri="{FF2B5EF4-FFF2-40B4-BE49-F238E27FC236}">
                      <a16:creationId xmlns:a16="http://schemas.microsoft.com/office/drawing/2014/main" id="{2C35B1C2-ED05-8144-83A6-62211C766560}"/>
                    </a:ext>
                  </a:extLst>
                </p:cNvPr>
                <p:cNvGrpSpPr/>
                <p:nvPr/>
              </p:nvGrpSpPr>
              <p:grpSpPr>
                <a:xfrm>
                  <a:off x="7713663" y="2848339"/>
                  <a:ext cx="1042107" cy="425543"/>
                  <a:chOff x="7786941" y="2884917"/>
                  <a:chExt cx="897649" cy="353919"/>
                </a:xfrm>
              </p:grpSpPr>
              <p:sp>
                <p:nvSpPr>
                  <p:cNvPr id="306" name="Freeform 305">
                    <a:extLst>
                      <a:ext uri="{FF2B5EF4-FFF2-40B4-BE49-F238E27FC236}">
                        <a16:creationId xmlns:a16="http://schemas.microsoft.com/office/drawing/2014/main" id="{1AC0CB26-40B8-B844-97B1-817204D299A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7" name="Freeform 306">
                    <a:extLst>
                      <a:ext uri="{FF2B5EF4-FFF2-40B4-BE49-F238E27FC236}">
                        <a16:creationId xmlns:a16="http://schemas.microsoft.com/office/drawing/2014/main" id="{3E664694-5EEC-A641-9FCB-53282AB2F2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EDC3EEFD-A60B-B649-AC31-2A974A7A0A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A78726D5-64F7-814F-A0A5-F2F9937919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0" name="Group 309">
                <a:extLst>
                  <a:ext uri="{FF2B5EF4-FFF2-40B4-BE49-F238E27FC236}">
                    <a16:creationId xmlns:a16="http://schemas.microsoft.com/office/drawing/2014/main" id="{963510FF-BFE8-0848-A3AB-5E8FB082C76A}"/>
                  </a:ext>
                </a:extLst>
              </p:cNvPr>
              <p:cNvGrpSpPr/>
              <p:nvPr/>
            </p:nvGrpSpPr>
            <p:grpSpPr>
              <a:xfrm>
                <a:off x="6955883" y="3598924"/>
                <a:ext cx="576221" cy="330754"/>
                <a:chOff x="7493876" y="2774731"/>
                <a:chExt cx="1481958" cy="894622"/>
              </a:xfrm>
            </p:grpSpPr>
            <p:sp>
              <p:nvSpPr>
                <p:cNvPr id="311" name="Freeform 310">
                  <a:extLst>
                    <a:ext uri="{FF2B5EF4-FFF2-40B4-BE49-F238E27FC236}">
                      <a16:creationId xmlns:a16="http://schemas.microsoft.com/office/drawing/2014/main" id="{C4A019C5-7F53-6647-B1F8-36A9E7850A4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2" name="Oval 311">
                  <a:extLst>
                    <a:ext uri="{FF2B5EF4-FFF2-40B4-BE49-F238E27FC236}">
                      <a16:creationId xmlns:a16="http://schemas.microsoft.com/office/drawing/2014/main" id="{7A90237A-6248-3A4D-8783-2E7C66E68FD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3" name="Group 312">
                  <a:extLst>
                    <a:ext uri="{FF2B5EF4-FFF2-40B4-BE49-F238E27FC236}">
                      <a16:creationId xmlns:a16="http://schemas.microsoft.com/office/drawing/2014/main" id="{0DD0128B-ECE6-4643-A683-4B4324D7E55E}"/>
                    </a:ext>
                  </a:extLst>
                </p:cNvPr>
                <p:cNvGrpSpPr/>
                <p:nvPr/>
              </p:nvGrpSpPr>
              <p:grpSpPr>
                <a:xfrm>
                  <a:off x="7713663" y="2848339"/>
                  <a:ext cx="1042107" cy="425543"/>
                  <a:chOff x="7786941" y="2884917"/>
                  <a:chExt cx="897649" cy="353919"/>
                </a:xfrm>
              </p:grpSpPr>
              <p:sp>
                <p:nvSpPr>
                  <p:cNvPr id="314" name="Freeform 313">
                    <a:extLst>
                      <a:ext uri="{FF2B5EF4-FFF2-40B4-BE49-F238E27FC236}">
                        <a16:creationId xmlns:a16="http://schemas.microsoft.com/office/drawing/2014/main" id="{B5ACBA40-6C98-4D43-AC27-C08351AB55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5" name="Freeform 314">
                    <a:extLst>
                      <a:ext uri="{FF2B5EF4-FFF2-40B4-BE49-F238E27FC236}">
                        <a16:creationId xmlns:a16="http://schemas.microsoft.com/office/drawing/2014/main" id="{96A02CCB-7BC0-0145-AD57-FC0B4CCE657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48E39E91-1D0A-B04A-93B2-0FAE0974568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F00BA411-4D8F-BF47-92F5-D890F7041A7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8" name="Group 317">
                <a:extLst>
                  <a:ext uri="{FF2B5EF4-FFF2-40B4-BE49-F238E27FC236}">
                    <a16:creationId xmlns:a16="http://schemas.microsoft.com/office/drawing/2014/main" id="{51F28CFC-CA6F-D84F-8E80-C98627F34B62}"/>
                  </a:ext>
                </a:extLst>
              </p:cNvPr>
              <p:cNvGrpSpPr/>
              <p:nvPr/>
            </p:nvGrpSpPr>
            <p:grpSpPr>
              <a:xfrm>
                <a:off x="7720114" y="3593282"/>
                <a:ext cx="576221" cy="330754"/>
                <a:chOff x="7493876" y="2774731"/>
                <a:chExt cx="1481958" cy="894622"/>
              </a:xfrm>
            </p:grpSpPr>
            <p:sp>
              <p:nvSpPr>
                <p:cNvPr id="319" name="Freeform 318">
                  <a:extLst>
                    <a:ext uri="{FF2B5EF4-FFF2-40B4-BE49-F238E27FC236}">
                      <a16:creationId xmlns:a16="http://schemas.microsoft.com/office/drawing/2014/main" id="{6F4A5F65-E4F1-0C40-AC07-38C042A8D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0" name="Oval 319">
                  <a:extLst>
                    <a:ext uri="{FF2B5EF4-FFF2-40B4-BE49-F238E27FC236}">
                      <a16:creationId xmlns:a16="http://schemas.microsoft.com/office/drawing/2014/main" id="{7960C155-64DA-4F42-8B5E-08FF5CB27C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1" name="Group 320">
                  <a:extLst>
                    <a:ext uri="{FF2B5EF4-FFF2-40B4-BE49-F238E27FC236}">
                      <a16:creationId xmlns:a16="http://schemas.microsoft.com/office/drawing/2014/main" id="{E00DB61B-002E-9047-BCB1-D94BB8FBCC8E}"/>
                    </a:ext>
                  </a:extLst>
                </p:cNvPr>
                <p:cNvGrpSpPr/>
                <p:nvPr/>
              </p:nvGrpSpPr>
              <p:grpSpPr>
                <a:xfrm>
                  <a:off x="7713663" y="2848339"/>
                  <a:ext cx="1042107" cy="425543"/>
                  <a:chOff x="7786941" y="2884917"/>
                  <a:chExt cx="897649" cy="353919"/>
                </a:xfrm>
              </p:grpSpPr>
              <p:sp>
                <p:nvSpPr>
                  <p:cNvPr id="322" name="Freeform 321">
                    <a:extLst>
                      <a:ext uri="{FF2B5EF4-FFF2-40B4-BE49-F238E27FC236}">
                        <a16:creationId xmlns:a16="http://schemas.microsoft.com/office/drawing/2014/main" id="{0A8FAC80-D4F8-604B-8B67-49E82742418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7285BE00-18E3-A048-B7ED-22DCE0CFD13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78129E4B-CB99-694A-A77B-2E22814F235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B0BDF800-7AEE-A94F-BECE-219E0320E3B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7" name="Group 266">
                <a:extLst>
                  <a:ext uri="{FF2B5EF4-FFF2-40B4-BE49-F238E27FC236}">
                    <a16:creationId xmlns:a16="http://schemas.microsoft.com/office/drawing/2014/main" id="{736946C1-1E2F-DF4A-9F00-C263EE5AE234}"/>
                  </a:ext>
                </a:extLst>
              </p:cNvPr>
              <p:cNvGrpSpPr/>
              <p:nvPr/>
            </p:nvGrpSpPr>
            <p:grpSpPr>
              <a:xfrm>
                <a:off x="7618622" y="3082478"/>
                <a:ext cx="576221" cy="330754"/>
                <a:chOff x="7493876" y="2774731"/>
                <a:chExt cx="1481958" cy="894622"/>
              </a:xfrm>
            </p:grpSpPr>
            <p:sp>
              <p:nvSpPr>
                <p:cNvPr id="276" name="Freeform 275">
                  <a:extLst>
                    <a:ext uri="{FF2B5EF4-FFF2-40B4-BE49-F238E27FC236}">
                      <a16:creationId xmlns:a16="http://schemas.microsoft.com/office/drawing/2014/main" id="{148A40A3-9A45-F842-B673-319FA17C4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7" name="Oval 276">
                  <a:extLst>
                    <a:ext uri="{FF2B5EF4-FFF2-40B4-BE49-F238E27FC236}">
                      <a16:creationId xmlns:a16="http://schemas.microsoft.com/office/drawing/2014/main" id="{FA99FC29-A9F6-1D4A-BFA4-3ACEB5227B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8" name="Group 277">
                  <a:extLst>
                    <a:ext uri="{FF2B5EF4-FFF2-40B4-BE49-F238E27FC236}">
                      <a16:creationId xmlns:a16="http://schemas.microsoft.com/office/drawing/2014/main" id="{3184AD4E-CBF9-304F-B87E-D3672E024874}"/>
                    </a:ext>
                  </a:extLst>
                </p:cNvPr>
                <p:cNvGrpSpPr/>
                <p:nvPr/>
              </p:nvGrpSpPr>
              <p:grpSpPr>
                <a:xfrm>
                  <a:off x="7713663" y="2848339"/>
                  <a:ext cx="1042107" cy="425543"/>
                  <a:chOff x="7786941" y="2884917"/>
                  <a:chExt cx="897649" cy="353919"/>
                </a:xfrm>
              </p:grpSpPr>
              <p:sp>
                <p:nvSpPr>
                  <p:cNvPr id="279" name="Freeform 278">
                    <a:extLst>
                      <a:ext uri="{FF2B5EF4-FFF2-40B4-BE49-F238E27FC236}">
                        <a16:creationId xmlns:a16="http://schemas.microsoft.com/office/drawing/2014/main" id="{1E7C4115-9DB9-B742-ADA0-538B15DFC1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CE335472-B8B5-6B49-A72F-A564CB566A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15F1BD6F-0F3C-FC44-8552-C4E10F60DA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BD5BA84-60F4-B943-9657-3E980A6686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75" name="Slide Number Placeholder 5">
            <a:extLst>
              <a:ext uri="{FF2B5EF4-FFF2-40B4-BE49-F238E27FC236}">
                <a16:creationId xmlns:a16="http://schemas.microsoft.com/office/drawing/2014/main" id="{8AB4FB91-7996-6644-8110-7C90425FAA0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15</a:t>
            </a:fld>
            <a:endParaRPr lang="en-US" dirty="0"/>
          </a:p>
        </p:txBody>
      </p:sp>
    </p:spTree>
    <p:extLst>
      <p:ext uri="{BB962C8B-B14F-4D97-AF65-F5344CB8AC3E}">
        <p14:creationId xmlns:p14="http://schemas.microsoft.com/office/powerpoint/2010/main" val="386987374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4FE7365B-0CF2-6D4E-8662-17C5789974A9}"/>
              </a:ext>
            </a:extLst>
          </p:cNvPr>
          <p:cNvGrpSpPr/>
          <p:nvPr/>
        </p:nvGrpSpPr>
        <p:grpSpPr>
          <a:xfrm>
            <a:off x="6745014" y="2947413"/>
            <a:ext cx="2178050" cy="1147763"/>
            <a:chOff x="6634372" y="2940623"/>
            <a:chExt cx="2178050" cy="1147763"/>
          </a:xfrm>
        </p:grpSpPr>
        <p:sp>
          <p:nvSpPr>
            <p:cNvPr id="158" name="Freeform 129">
              <a:extLst>
                <a:ext uri="{FF2B5EF4-FFF2-40B4-BE49-F238E27FC236}">
                  <a16:creationId xmlns:a16="http://schemas.microsoft.com/office/drawing/2014/main" id="{40DE505F-8692-0345-9DB0-E86A6C74F03A}"/>
                </a:ext>
              </a:extLst>
            </p:cNvPr>
            <p:cNvSpPr>
              <a:spLocks/>
            </p:cNvSpPr>
            <p:nvPr/>
          </p:nvSpPr>
          <p:spPr bwMode="auto">
            <a:xfrm>
              <a:off x="6634372" y="2940623"/>
              <a:ext cx="2178050" cy="1147763"/>
            </a:xfrm>
            <a:custGeom>
              <a:avLst/>
              <a:gdLst>
                <a:gd name="T0" fmla="*/ 1509012 w 765"/>
                <a:gd name="T1" fmla="*/ 5729 h 459"/>
                <a:gd name="T2" fmla="*/ 1027025 w 765"/>
                <a:gd name="T3" fmla="*/ 40395 h 459"/>
                <a:gd name="T4" fmla="*/ 340902 w 765"/>
                <a:gd name="T5" fmla="*/ 58024 h 459"/>
                <a:gd name="T6" fmla="*/ 49874 w 765"/>
                <a:gd name="T7" fmla="*/ 194383 h 459"/>
                <a:gd name="T8" fmla="*/ 640932 w 765"/>
                <a:gd name="T9" fmla="*/ 256788 h 459"/>
                <a:gd name="T10" fmla="*/ 1233656 w 765"/>
                <a:gd name="T11" fmla="*/ 246677 h 459"/>
                <a:gd name="T12" fmla="*/ 2079640 w 765"/>
                <a:gd name="T13" fmla="*/ 256788 h 459"/>
                <a:gd name="T14" fmla="*/ 2485867 w 765"/>
                <a:gd name="T15" fmla="*/ 251149 h 459"/>
                <a:gd name="T16" fmla="*/ 2678580 w 765"/>
                <a:gd name="T17" fmla="*/ 215337 h 459"/>
                <a:gd name="T18" fmla="*/ 2671282 w 765"/>
                <a:gd name="T19" fmla="*/ 91397 h 459"/>
                <a:gd name="T20" fmla="*/ 2357408 w 765"/>
                <a:gd name="T21" fmla="*/ 19830 h 459"/>
                <a:gd name="T22" fmla="*/ 1509012 w 765"/>
                <a:gd name="T23" fmla="*/ 5729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9CDFF9"/>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Line 130">
              <a:extLst>
                <a:ext uri="{FF2B5EF4-FFF2-40B4-BE49-F238E27FC236}">
                  <a16:creationId xmlns:a16="http://schemas.microsoft.com/office/drawing/2014/main" id="{CC1BFC25-D727-AD4D-932D-8009CE2F7FCA}"/>
                </a:ext>
              </a:extLst>
            </p:cNvPr>
            <p:cNvSpPr>
              <a:spLocks noChangeShapeType="1"/>
            </p:cNvSpPr>
            <p:nvPr/>
          </p:nvSpPr>
          <p:spPr bwMode="auto">
            <a:xfrm flipV="1">
              <a:off x="7464635" y="3294636"/>
              <a:ext cx="168275" cy="120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Line 131">
              <a:extLst>
                <a:ext uri="{FF2B5EF4-FFF2-40B4-BE49-F238E27FC236}">
                  <a16:creationId xmlns:a16="http://schemas.microsoft.com/office/drawing/2014/main" id="{61F57A9F-0CD0-5C4E-86E8-ADC53B557A3B}"/>
                </a:ext>
              </a:extLst>
            </p:cNvPr>
            <p:cNvSpPr>
              <a:spLocks noChangeShapeType="1"/>
            </p:cNvSpPr>
            <p:nvPr/>
          </p:nvSpPr>
          <p:spPr bwMode="auto">
            <a:xfrm>
              <a:off x="7231272" y="3534348"/>
              <a:ext cx="0" cy="1143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Line 132">
              <a:extLst>
                <a:ext uri="{FF2B5EF4-FFF2-40B4-BE49-F238E27FC236}">
                  <a16:creationId xmlns:a16="http://schemas.microsoft.com/office/drawing/2014/main" id="{1718B686-5972-DA46-8450-6B2CB8980D36}"/>
                </a:ext>
              </a:extLst>
            </p:cNvPr>
            <p:cNvSpPr>
              <a:spLocks noChangeShapeType="1"/>
            </p:cNvSpPr>
            <p:nvPr/>
          </p:nvSpPr>
          <p:spPr bwMode="auto">
            <a:xfrm flipV="1">
              <a:off x="7464635" y="3391473"/>
              <a:ext cx="358775" cy="400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Line 133">
              <a:extLst>
                <a:ext uri="{FF2B5EF4-FFF2-40B4-BE49-F238E27FC236}">
                  <a16:creationId xmlns:a16="http://schemas.microsoft.com/office/drawing/2014/main" id="{B42FEC22-AB27-0D42-869D-64B05CD22DA3}"/>
                </a:ext>
              </a:extLst>
            </p:cNvPr>
            <p:cNvSpPr>
              <a:spLocks noChangeShapeType="1"/>
            </p:cNvSpPr>
            <p:nvPr/>
          </p:nvSpPr>
          <p:spPr bwMode="auto">
            <a:xfrm>
              <a:off x="7961522" y="3389886"/>
              <a:ext cx="0" cy="271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Line 134">
              <a:extLst>
                <a:ext uri="{FF2B5EF4-FFF2-40B4-BE49-F238E27FC236}">
                  <a16:creationId xmlns:a16="http://schemas.microsoft.com/office/drawing/2014/main" id="{CAD79659-4AA7-BF43-AA32-59993085B2B5}"/>
                </a:ext>
              </a:extLst>
            </p:cNvPr>
            <p:cNvSpPr>
              <a:spLocks noChangeShapeType="1"/>
            </p:cNvSpPr>
            <p:nvPr/>
          </p:nvSpPr>
          <p:spPr bwMode="auto">
            <a:xfrm>
              <a:off x="7490035" y="3813748"/>
              <a:ext cx="25717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Line 135">
              <a:extLst>
                <a:ext uri="{FF2B5EF4-FFF2-40B4-BE49-F238E27FC236}">
                  <a16:creationId xmlns:a16="http://schemas.microsoft.com/office/drawing/2014/main" id="{F7F9DB5C-1752-3341-B2E8-C273BF78641C}"/>
                </a:ext>
              </a:extLst>
            </p:cNvPr>
            <p:cNvSpPr>
              <a:spLocks noChangeShapeType="1"/>
            </p:cNvSpPr>
            <p:nvPr/>
          </p:nvSpPr>
          <p:spPr bwMode="auto">
            <a:xfrm>
              <a:off x="8245685" y="3801048"/>
              <a:ext cx="241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Line 172">
              <a:extLst>
                <a:ext uri="{FF2B5EF4-FFF2-40B4-BE49-F238E27FC236}">
                  <a16:creationId xmlns:a16="http://schemas.microsoft.com/office/drawing/2014/main" id="{FFC4002F-4477-624F-8ED5-E93EA6CC0598}"/>
                </a:ext>
              </a:extLst>
            </p:cNvPr>
            <p:cNvSpPr>
              <a:spLocks noChangeShapeType="1"/>
            </p:cNvSpPr>
            <p:nvPr/>
          </p:nvSpPr>
          <p:spPr bwMode="auto">
            <a:xfrm>
              <a:off x="8510797" y="3797873"/>
              <a:ext cx="242888" cy="0"/>
            </a:xfrm>
            <a:prstGeom prst="line">
              <a:avLst/>
            </a:prstGeom>
            <a:noFill/>
            <a:ln w="9525">
              <a:solidFill>
                <a:schemeClr val="bg2"/>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Text Box 580">
              <a:extLst>
                <a:ext uri="{FF2B5EF4-FFF2-40B4-BE49-F238E27FC236}">
                  <a16:creationId xmlns:a16="http://schemas.microsoft.com/office/drawing/2014/main" id="{ACBE8DF7-D16E-E14B-90B6-558C55C0DDC5}"/>
                </a:ext>
              </a:extLst>
            </p:cNvPr>
            <p:cNvSpPr txBox="1">
              <a:spLocks noChangeArrowheads="1"/>
            </p:cNvSpPr>
            <p:nvPr/>
          </p:nvSpPr>
          <p:spPr bwMode="auto">
            <a:xfrm>
              <a:off x="8207585" y="3191448"/>
              <a:ext cx="552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ISP</a:t>
              </a:r>
            </a:p>
          </p:txBody>
        </p:sp>
        <p:grpSp>
          <p:nvGrpSpPr>
            <p:cNvPr id="167" name="Group 166">
              <a:extLst>
                <a:ext uri="{FF2B5EF4-FFF2-40B4-BE49-F238E27FC236}">
                  <a16:creationId xmlns:a16="http://schemas.microsoft.com/office/drawing/2014/main" id="{4F16207F-582A-1640-9758-D1D4AB63C1AD}"/>
                </a:ext>
              </a:extLst>
            </p:cNvPr>
            <p:cNvGrpSpPr/>
            <p:nvPr/>
          </p:nvGrpSpPr>
          <p:grpSpPr>
            <a:xfrm>
              <a:off x="6972551" y="3193191"/>
              <a:ext cx="576221" cy="330754"/>
              <a:chOff x="7493876" y="2774731"/>
              <a:chExt cx="1481958" cy="894622"/>
            </a:xfrm>
          </p:grpSpPr>
          <p:sp>
            <p:nvSpPr>
              <p:cNvPr id="192" name="Freeform 191">
                <a:extLst>
                  <a:ext uri="{FF2B5EF4-FFF2-40B4-BE49-F238E27FC236}">
                    <a16:creationId xmlns:a16="http://schemas.microsoft.com/office/drawing/2014/main" id="{8CB87AD0-1F5F-CC48-8F7E-433D23860E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3" name="Oval 192">
                <a:extLst>
                  <a:ext uri="{FF2B5EF4-FFF2-40B4-BE49-F238E27FC236}">
                    <a16:creationId xmlns:a16="http://schemas.microsoft.com/office/drawing/2014/main" id="{6529692B-F269-C243-BA24-E4BF8FDA899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351E7744-7123-6D4B-85E6-B3A507AE763C}"/>
                  </a:ext>
                </a:extLst>
              </p:cNvPr>
              <p:cNvGrpSpPr/>
              <p:nvPr/>
            </p:nvGrpSpPr>
            <p:grpSpPr>
              <a:xfrm>
                <a:off x="7713663" y="2848339"/>
                <a:ext cx="1042107" cy="425543"/>
                <a:chOff x="7786941" y="2884917"/>
                <a:chExt cx="897649" cy="353919"/>
              </a:xfrm>
            </p:grpSpPr>
            <p:sp>
              <p:nvSpPr>
                <p:cNvPr id="195" name="Freeform 194">
                  <a:extLst>
                    <a:ext uri="{FF2B5EF4-FFF2-40B4-BE49-F238E27FC236}">
                      <a16:creationId xmlns:a16="http://schemas.microsoft.com/office/drawing/2014/main" id="{D1029CA6-C2F3-FF45-91EF-15AF0F20C0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6" name="Freeform 195">
                  <a:extLst>
                    <a:ext uri="{FF2B5EF4-FFF2-40B4-BE49-F238E27FC236}">
                      <a16:creationId xmlns:a16="http://schemas.microsoft.com/office/drawing/2014/main" id="{51839164-1EE5-804A-8D25-CC2C5B8885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7" name="Freeform 196">
                  <a:extLst>
                    <a:ext uri="{FF2B5EF4-FFF2-40B4-BE49-F238E27FC236}">
                      <a16:creationId xmlns:a16="http://schemas.microsoft.com/office/drawing/2014/main" id="{FF2ADE02-E4B7-1F42-A6D9-9E518AE7455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6B699C31-703A-E049-8445-0251EF0EC7E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112657C9-2B1C-464C-B664-009C9B87C46E}"/>
                </a:ext>
              </a:extLst>
            </p:cNvPr>
            <p:cNvGrpSpPr/>
            <p:nvPr/>
          </p:nvGrpSpPr>
          <p:grpSpPr>
            <a:xfrm>
              <a:off x="6955883" y="3598924"/>
              <a:ext cx="576221" cy="330754"/>
              <a:chOff x="7493876" y="2774731"/>
              <a:chExt cx="1481958" cy="894622"/>
            </a:xfrm>
          </p:grpSpPr>
          <p:sp>
            <p:nvSpPr>
              <p:cNvPr id="185" name="Freeform 184">
                <a:extLst>
                  <a:ext uri="{FF2B5EF4-FFF2-40B4-BE49-F238E27FC236}">
                    <a16:creationId xmlns:a16="http://schemas.microsoft.com/office/drawing/2014/main" id="{45B05C36-2E4E-394B-9F08-B52E1B9FCE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6" name="Oval 185">
                <a:extLst>
                  <a:ext uri="{FF2B5EF4-FFF2-40B4-BE49-F238E27FC236}">
                    <a16:creationId xmlns:a16="http://schemas.microsoft.com/office/drawing/2014/main" id="{81F630B3-D1BF-5942-81D4-51DE1AA6E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7" name="Group 186">
                <a:extLst>
                  <a:ext uri="{FF2B5EF4-FFF2-40B4-BE49-F238E27FC236}">
                    <a16:creationId xmlns:a16="http://schemas.microsoft.com/office/drawing/2014/main" id="{EEB78467-07B5-234D-87F6-94C3F198E0D6}"/>
                  </a:ext>
                </a:extLst>
              </p:cNvPr>
              <p:cNvGrpSpPr/>
              <p:nvPr/>
            </p:nvGrpSpPr>
            <p:grpSpPr>
              <a:xfrm>
                <a:off x="7713663" y="2848339"/>
                <a:ext cx="1042107" cy="425543"/>
                <a:chOff x="7786941" y="2884917"/>
                <a:chExt cx="897649" cy="353919"/>
              </a:xfrm>
            </p:grpSpPr>
            <p:sp>
              <p:nvSpPr>
                <p:cNvPr id="188" name="Freeform 187">
                  <a:extLst>
                    <a:ext uri="{FF2B5EF4-FFF2-40B4-BE49-F238E27FC236}">
                      <a16:creationId xmlns:a16="http://schemas.microsoft.com/office/drawing/2014/main" id="{9D366415-ABBC-F44B-9A8C-EF997C48DA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Freeform 188">
                  <a:extLst>
                    <a:ext uri="{FF2B5EF4-FFF2-40B4-BE49-F238E27FC236}">
                      <a16:creationId xmlns:a16="http://schemas.microsoft.com/office/drawing/2014/main" id="{F661368A-D1A5-BD4D-8014-E42D38154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88992003-9DD6-FB4A-A6B8-C981B5A1B0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D51EB078-6D1B-A34F-BC6D-1132156447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2BCDF68D-C756-C842-A015-6B56DEF238B7}"/>
                </a:ext>
              </a:extLst>
            </p:cNvPr>
            <p:cNvGrpSpPr/>
            <p:nvPr/>
          </p:nvGrpSpPr>
          <p:grpSpPr>
            <a:xfrm>
              <a:off x="7720114" y="3593282"/>
              <a:ext cx="576221" cy="330754"/>
              <a:chOff x="7493876" y="2774731"/>
              <a:chExt cx="1481958" cy="894622"/>
            </a:xfrm>
          </p:grpSpPr>
          <p:sp>
            <p:nvSpPr>
              <p:cNvPr id="178" name="Freeform 177">
                <a:extLst>
                  <a:ext uri="{FF2B5EF4-FFF2-40B4-BE49-F238E27FC236}">
                    <a16:creationId xmlns:a16="http://schemas.microsoft.com/office/drawing/2014/main" id="{50934850-2B02-CD47-ABA0-24759729C11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35B062D7-BF74-C14E-B1E8-702BA91D5C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E0C6A5ED-08F2-4749-9658-C573A2633D76}"/>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9DBE865-2695-8A45-82F3-DEE52966AF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E3EEAA19-E572-7347-A807-3E19B64957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A5912A8E-8AC5-0A40-B58C-7A1236AB74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84AC52AA-A89D-A548-9B8A-36C520B687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451DCC0B-CF83-FE4A-B66E-827D2B24DBF9}"/>
                </a:ext>
              </a:extLst>
            </p:cNvPr>
            <p:cNvGrpSpPr/>
            <p:nvPr/>
          </p:nvGrpSpPr>
          <p:grpSpPr>
            <a:xfrm>
              <a:off x="7618622" y="3082478"/>
              <a:ext cx="576221" cy="330754"/>
              <a:chOff x="7493876" y="2774731"/>
              <a:chExt cx="1481958" cy="894622"/>
            </a:xfrm>
          </p:grpSpPr>
          <p:sp>
            <p:nvSpPr>
              <p:cNvPr id="171" name="Freeform 170">
                <a:extLst>
                  <a:ext uri="{FF2B5EF4-FFF2-40B4-BE49-F238E27FC236}">
                    <a16:creationId xmlns:a16="http://schemas.microsoft.com/office/drawing/2014/main" id="{00331BBA-EC67-F64D-BF3C-96A5FBF3D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2" name="Oval 171">
                <a:extLst>
                  <a:ext uri="{FF2B5EF4-FFF2-40B4-BE49-F238E27FC236}">
                    <a16:creationId xmlns:a16="http://schemas.microsoft.com/office/drawing/2014/main" id="{863117E0-75B3-714A-8A78-456DB99C211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3" name="Group 172">
                <a:extLst>
                  <a:ext uri="{FF2B5EF4-FFF2-40B4-BE49-F238E27FC236}">
                    <a16:creationId xmlns:a16="http://schemas.microsoft.com/office/drawing/2014/main" id="{2E22C89F-90E0-564A-B49C-2943AA77A866}"/>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79344540-AE9B-F845-B49C-C25ABD4D09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46CF243F-7407-9A46-B12E-221427A59A7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1A40EBD6-E642-D14B-AA50-184636F20A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ED79DD0B-A70A-4649-9BE9-2ACD3F88BC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419100" y="273146"/>
            <a:ext cx="11430000" cy="894622"/>
          </a:xfrm>
        </p:spPr>
        <p:txBody>
          <a:bodyPr>
            <a:normAutofit/>
          </a:bodyPr>
          <a:lstStyle/>
          <a:p>
            <a:r>
              <a:rPr lang="en-US" altLang="en-US" sz="4800" b="0" dirty="0">
                <a:ea typeface="ＭＳ Ｐゴシック" panose="020B0600070205080204" pitchFamily="34" charset="-128"/>
              </a:rPr>
              <a:t>Access networks: digital subscriber line (DSL)</a:t>
            </a:r>
            <a:endParaRPr lang="en-US" sz="4800" b="0" dirty="0"/>
          </a:p>
        </p:txBody>
      </p:sp>
      <p:sp>
        <p:nvSpPr>
          <p:cNvPr id="95" name="Freeform 3">
            <a:extLst>
              <a:ext uri="{FF2B5EF4-FFF2-40B4-BE49-F238E27FC236}">
                <a16:creationId xmlns:a16="http://schemas.microsoft.com/office/drawing/2014/main" id="{2CC01EB9-754B-CE41-8582-3B2E9CE9F114}"/>
              </a:ext>
            </a:extLst>
          </p:cNvPr>
          <p:cNvSpPr>
            <a:spLocks/>
          </p:cNvSpPr>
          <p:nvPr/>
        </p:nvSpPr>
        <p:spPr bwMode="auto">
          <a:xfrm>
            <a:off x="5902873" y="1444625"/>
            <a:ext cx="2216150" cy="1477963"/>
          </a:xfrm>
          <a:custGeom>
            <a:avLst/>
            <a:gdLst>
              <a:gd name="T0" fmla="*/ 2147483647 w 1396"/>
              <a:gd name="T1" fmla="*/ 2147483647 h 931"/>
              <a:gd name="T2" fmla="*/ 2147483647 w 1396"/>
              <a:gd name="T3" fmla="*/ 2147483647 h 931"/>
              <a:gd name="T4" fmla="*/ 2147483647 w 1396"/>
              <a:gd name="T5" fmla="*/ 2147483647 h 931"/>
              <a:gd name="T6" fmla="*/ 2147483647 w 1396"/>
              <a:gd name="T7" fmla="*/ 2147483647 h 931"/>
              <a:gd name="T8" fmla="*/ 2147483647 w 1396"/>
              <a:gd name="T9" fmla="*/ 2147483647 h 931"/>
              <a:gd name="T10" fmla="*/ 2147483647 w 1396"/>
              <a:gd name="T11" fmla="*/ 2147483647 h 931"/>
              <a:gd name="T12" fmla="*/ 2147483647 w 1396"/>
              <a:gd name="T13" fmla="*/ 2147483647 h 931"/>
              <a:gd name="T14" fmla="*/ 2147483647 w 1396"/>
              <a:gd name="T15" fmla="*/ 2147483647 h 931"/>
              <a:gd name="T16" fmla="*/ 2147483647 w 1396"/>
              <a:gd name="T17" fmla="*/ 2147483647 h 931"/>
              <a:gd name="T18" fmla="*/ 2147483647 w 1396"/>
              <a:gd name="T19" fmla="*/ 2147483647 h 931"/>
              <a:gd name="T20" fmla="*/ 2147483647 w 1396"/>
              <a:gd name="T21" fmla="*/ 2147483647 h 931"/>
              <a:gd name="T22" fmla="*/ 2147483647 w 1396"/>
              <a:gd name="T23" fmla="*/ 2147483647 h 931"/>
              <a:gd name="T24" fmla="*/ 2147483647 w 1396"/>
              <a:gd name="T25" fmla="*/ 2147483647 h 931"/>
              <a:gd name="T26" fmla="*/ 2147483647 w 1396"/>
              <a:gd name="T27" fmla="*/ 2147483647 h 931"/>
              <a:gd name="T28" fmla="*/ 2147483647 w 1396"/>
              <a:gd name="T29" fmla="*/ 2147483647 h 931"/>
              <a:gd name="T30" fmla="*/ 2147483647 w 1396"/>
              <a:gd name="T31" fmla="*/ 2147483647 h 9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6"/>
              <a:gd name="T49" fmla="*/ 0 h 931"/>
              <a:gd name="T50" fmla="*/ 1396 w 1396"/>
              <a:gd name="T51" fmla="*/ 931 h 9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6" h="931">
                <a:moveTo>
                  <a:pt x="873" y="18"/>
                </a:moveTo>
                <a:cubicBezTo>
                  <a:pt x="787" y="32"/>
                  <a:pt x="625" y="55"/>
                  <a:pt x="526" y="89"/>
                </a:cubicBezTo>
                <a:cubicBezTo>
                  <a:pt x="426" y="122"/>
                  <a:pt x="346" y="184"/>
                  <a:pt x="278" y="216"/>
                </a:cubicBezTo>
                <a:cubicBezTo>
                  <a:pt x="210" y="248"/>
                  <a:pt x="159" y="236"/>
                  <a:pt x="118" y="283"/>
                </a:cubicBezTo>
                <a:cubicBezTo>
                  <a:pt x="77" y="330"/>
                  <a:pt x="46" y="416"/>
                  <a:pt x="30" y="497"/>
                </a:cubicBezTo>
                <a:cubicBezTo>
                  <a:pt x="14" y="578"/>
                  <a:pt x="0" y="714"/>
                  <a:pt x="24" y="768"/>
                </a:cubicBezTo>
                <a:cubicBezTo>
                  <a:pt x="49" y="821"/>
                  <a:pt x="112" y="796"/>
                  <a:pt x="178" y="818"/>
                </a:cubicBezTo>
                <a:cubicBezTo>
                  <a:pt x="244" y="840"/>
                  <a:pt x="318" y="886"/>
                  <a:pt x="421" y="902"/>
                </a:cubicBezTo>
                <a:cubicBezTo>
                  <a:pt x="524" y="918"/>
                  <a:pt x="681" y="916"/>
                  <a:pt x="793" y="916"/>
                </a:cubicBezTo>
                <a:cubicBezTo>
                  <a:pt x="905" y="916"/>
                  <a:pt x="1004" y="931"/>
                  <a:pt x="1095" y="902"/>
                </a:cubicBezTo>
                <a:cubicBezTo>
                  <a:pt x="1186" y="873"/>
                  <a:pt x="1291" y="813"/>
                  <a:pt x="1337" y="744"/>
                </a:cubicBezTo>
                <a:cubicBezTo>
                  <a:pt x="1383" y="675"/>
                  <a:pt x="1365" y="580"/>
                  <a:pt x="1372" y="487"/>
                </a:cubicBezTo>
                <a:cubicBezTo>
                  <a:pt x="1378" y="393"/>
                  <a:pt x="1396" y="256"/>
                  <a:pt x="1377" y="179"/>
                </a:cubicBezTo>
                <a:cubicBezTo>
                  <a:pt x="1358" y="102"/>
                  <a:pt x="1314" y="57"/>
                  <a:pt x="1259" y="28"/>
                </a:cubicBezTo>
                <a:cubicBezTo>
                  <a:pt x="1203" y="0"/>
                  <a:pt x="1110" y="7"/>
                  <a:pt x="1046" y="5"/>
                </a:cubicBezTo>
                <a:cubicBezTo>
                  <a:pt x="981" y="3"/>
                  <a:pt x="959" y="5"/>
                  <a:pt x="873" y="18"/>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9">
            <a:extLst>
              <a:ext uri="{FF2B5EF4-FFF2-40B4-BE49-F238E27FC236}">
                <a16:creationId xmlns:a16="http://schemas.microsoft.com/office/drawing/2014/main" id="{B627A3EE-6F93-284A-83BB-FE4EAD9D53CD}"/>
              </a:ext>
            </a:extLst>
          </p:cNvPr>
          <p:cNvSpPr>
            <a:spLocks noChangeArrowheads="1"/>
          </p:cNvSpPr>
          <p:nvPr/>
        </p:nvSpPr>
        <p:spPr bwMode="auto">
          <a:xfrm>
            <a:off x="6902998" y="2151063"/>
            <a:ext cx="193675" cy="193675"/>
          </a:xfrm>
          <a:prstGeom prst="ellipse">
            <a:avLst/>
          </a:prstGeom>
          <a:solidFill>
            <a:schemeClr val="tx1"/>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7" name="Oval 12">
            <a:extLst>
              <a:ext uri="{FF2B5EF4-FFF2-40B4-BE49-F238E27FC236}">
                <a16:creationId xmlns:a16="http://schemas.microsoft.com/office/drawing/2014/main" id="{C57B5EF8-F77C-1B42-AB82-72529296692D}"/>
              </a:ext>
            </a:extLst>
          </p:cNvPr>
          <p:cNvSpPr>
            <a:spLocks noChangeArrowheads="1"/>
          </p:cNvSpPr>
          <p:nvPr/>
        </p:nvSpPr>
        <p:spPr bwMode="auto">
          <a:xfrm>
            <a:off x="7283998" y="1779588"/>
            <a:ext cx="193675" cy="193675"/>
          </a:xfrm>
          <a:prstGeom prst="ellipse">
            <a:avLst/>
          </a:prstGeom>
          <a:solidFill>
            <a:schemeClr val="tx1"/>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8" name="Line 15">
            <a:extLst>
              <a:ext uri="{FF2B5EF4-FFF2-40B4-BE49-F238E27FC236}">
                <a16:creationId xmlns:a16="http://schemas.microsoft.com/office/drawing/2014/main" id="{61C37BF6-4477-1B43-8E1D-3D1B221EC6A7}"/>
              </a:ext>
            </a:extLst>
          </p:cNvPr>
          <p:cNvSpPr>
            <a:spLocks noChangeShapeType="1"/>
          </p:cNvSpPr>
          <p:nvPr/>
        </p:nvSpPr>
        <p:spPr bwMode="auto">
          <a:xfrm flipV="1">
            <a:off x="6990311" y="1920875"/>
            <a:ext cx="317500" cy="3365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16">
            <a:extLst>
              <a:ext uri="{FF2B5EF4-FFF2-40B4-BE49-F238E27FC236}">
                <a16:creationId xmlns:a16="http://schemas.microsoft.com/office/drawing/2014/main" id="{8B677416-ACBA-BE49-99D1-9E00AF65AB46}"/>
              </a:ext>
            </a:extLst>
          </p:cNvPr>
          <p:cNvSpPr>
            <a:spLocks noChangeShapeType="1"/>
          </p:cNvSpPr>
          <p:nvPr/>
        </p:nvSpPr>
        <p:spPr bwMode="auto">
          <a:xfrm>
            <a:off x="7384011" y="1897063"/>
            <a:ext cx="400050" cy="59055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44">
            <a:extLst>
              <a:ext uri="{FF2B5EF4-FFF2-40B4-BE49-F238E27FC236}">
                <a16:creationId xmlns:a16="http://schemas.microsoft.com/office/drawing/2014/main" id="{8C3CA799-9994-7B4C-A236-0CBDAF9C4754}"/>
              </a:ext>
            </a:extLst>
          </p:cNvPr>
          <p:cNvSpPr>
            <a:spLocks noChangeArrowheads="1"/>
          </p:cNvSpPr>
          <p:nvPr/>
        </p:nvSpPr>
        <p:spPr bwMode="auto">
          <a:xfrm>
            <a:off x="6182273" y="1900238"/>
            <a:ext cx="955675" cy="700087"/>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1" name="Text Box 45">
            <a:extLst>
              <a:ext uri="{FF2B5EF4-FFF2-40B4-BE49-F238E27FC236}">
                <a16:creationId xmlns:a16="http://schemas.microsoft.com/office/drawing/2014/main" id="{ABC0609F-F95A-6A4D-ACAE-3A0EAA895F3E}"/>
              </a:ext>
            </a:extLst>
          </p:cNvPr>
          <p:cNvSpPr txBox="1">
            <a:spLocks noChangeArrowheads="1"/>
          </p:cNvSpPr>
          <p:nvPr/>
        </p:nvSpPr>
        <p:spPr bwMode="auto">
          <a:xfrm>
            <a:off x="5637761" y="1419225"/>
            <a:ext cx="192563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central office</a:t>
            </a:r>
          </a:p>
        </p:txBody>
      </p:sp>
      <p:sp>
        <p:nvSpPr>
          <p:cNvPr id="102" name="Line 14">
            <a:extLst>
              <a:ext uri="{FF2B5EF4-FFF2-40B4-BE49-F238E27FC236}">
                <a16:creationId xmlns:a16="http://schemas.microsoft.com/office/drawing/2014/main" id="{C86E3CF4-AAAA-074D-BAA4-B02F477DCD0E}"/>
              </a:ext>
            </a:extLst>
          </p:cNvPr>
          <p:cNvSpPr>
            <a:spLocks noChangeShapeType="1"/>
          </p:cNvSpPr>
          <p:nvPr/>
        </p:nvSpPr>
        <p:spPr bwMode="auto">
          <a:xfrm flipV="1">
            <a:off x="4288386" y="2306638"/>
            <a:ext cx="193833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 Box 17">
            <a:extLst>
              <a:ext uri="{FF2B5EF4-FFF2-40B4-BE49-F238E27FC236}">
                <a16:creationId xmlns:a16="http://schemas.microsoft.com/office/drawing/2014/main" id="{840DC24E-DBCB-E94C-8975-B46FBD3E0BE6}"/>
              </a:ext>
            </a:extLst>
          </p:cNvPr>
          <p:cNvSpPr txBox="1">
            <a:spLocks noChangeArrowheads="1"/>
          </p:cNvSpPr>
          <p:nvPr/>
        </p:nvSpPr>
        <p:spPr bwMode="auto">
          <a:xfrm>
            <a:off x="7539586" y="1473200"/>
            <a:ext cx="10747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telephone</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p:txBody>
      </p:sp>
      <p:grpSp>
        <p:nvGrpSpPr>
          <p:cNvPr id="104" name="Group 108">
            <a:extLst>
              <a:ext uri="{FF2B5EF4-FFF2-40B4-BE49-F238E27FC236}">
                <a16:creationId xmlns:a16="http://schemas.microsoft.com/office/drawing/2014/main" id="{218A2C9E-40B0-5943-B5FF-D927729FA1FA}"/>
              </a:ext>
            </a:extLst>
          </p:cNvPr>
          <p:cNvGrpSpPr>
            <a:grpSpLocks/>
          </p:cNvGrpSpPr>
          <p:nvPr/>
        </p:nvGrpSpPr>
        <p:grpSpPr bwMode="auto">
          <a:xfrm>
            <a:off x="6239423" y="2017713"/>
            <a:ext cx="368300" cy="519112"/>
            <a:chOff x="1852" y="2562"/>
            <a:chExt cx="355" cy="471"/>
          </a:xfrm>
        </p:grpSpPr>
        <p:sp>
          <p:nvSpPr>
            <p:cNvPr id="105" name="Freeform 109">
              <a:extLst>
                <a:ext uri="{FF2B5EF4-FFF2-40B4-BE49-F238E27FC236}">
                  <a16:creationId xmlns:a16="http://schemas.microsoft.com/office/drawing/2014/main" id="{45B8912E-0D7C-E043-A9BD-224FD05B1482}"/>
                </a:ext>
              </a:extLst>
            </p:cNvPr>
            <p:cNvSpPr>
              <a:spLocks/>
            </p:cNvSpPr>
            <p:nvPr/>
          </p:nvSpPr>
          <p:spPr bwMode="auto">
            <a:xfrm>
              <a:off x="1852" y="2621"/>
              <a:ext cx="318" cy="412"/>
            </a:xfrm>
            <a:custGeom>
              <a:avLst/>
              <a:gdLst>
                <a:gd name="T0" fmla="*/ 0 w 318"/>
                <a:gd name="T1" fmla="*/ 412 h 412"/>
                <a:gd name="T2" fmla="*/ 3 w 318"/>
                <a:gd name="T3" fmla="*/ 1 h 412"/>
                <a:gd name="T4" fmla="*/ 74 w 318"/>
                <a:gd name="T5" fmla="*/ 0 h 412"/>
                <a:gd name="T6" fmla="*/ 254 w 318"/>
                <a:gd name="T7" fmla="*/ 111 h 412"/>
                <a:gd name="T8" fmla="*/ 318 w 318"/>
                <a:gd name="T9" fmla="*/ 115 h 412"/>
                <a:gd name="T10" fmla="*/ 318 w 318"/>
                <a:gd name="T11" fmla="*/ 308 h 412"/>
                <a:gd name="T12" fmla="*/ 246 w 318"/>
                <a:gd name="T13" fmla="*/ 308 h 412"/>
                <a:gd name="T14" fmla="*/ 74 w 318"/>
                <a:gd name="T15" fmla="*/ 412 h 412"/>
                <a:gd name="T16" fmla="*/ 0 w 318"/>
                <a:gd name="T17" fmla="*/ 412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100000">
                  <a:schemeClr val="accent1"/>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0">
              <a:extLst>
                <a:ext uri="{FF2B5EF4-FFF2-40B4-BE49-F238E27FC236}">
                  <a16:creationId xmlns:a16="http://schemas.microsoft.com/office/drawing/2014/main" id="{C648ABA8-AD4C-7045-B95D-4AFA6789EE18}"/>
                </a:ext>
              </a:extLst>
            </p:cNvPr>
            <p:cNvSpPr>
              <a:spLocks/>
            </p:cNvSpPr>
            <p:nvPr/>
          </p:nvSpPr>
          <p:spPr bwMode="auto">
            <a:xfrm>
              <a:off x="1854" y="2562"/>
              <a:ext cx="353" cy="369"/>
            </a:xfrm>
            <a:custGeom>
              <a:avLst/>
              <a:gdLst>
                <a:gd name="T0" fmla="*/ 0 w 353"/>
                <a:gd name="T1" fmla="*/ 59 h 369"/>
                <a:gd name="T2" fmla="*/ 32 w 353"/>
                <a:gd name="T3" fmla="*/ 0 h 369"/>
                <a:gd name="T4" fmla="*/ 105 w 353"/>
                <a:gd name="T5" fmla="*/ 0 h 369"/>
                <a:gd name="T6" fmla="*/ 276 w 353"/>
                <a:gd name="T7" fmla="*/ 113 h 369"/>
                <a:gd name="T8" fmla="*/ 353 w 353"/>
                <a:gd name="T9" fmla="*/ 113 h 369"/>
                <a:gd name="T10" fmla="*/ 353 w 353"/>
                <a:gd name="T11" fmla="*/ 315 h 369"/>
                <a:gd name="T12" fmla="*/ 318 w 353"/>
                <a:gd name="T13" fmla="*/ 369 h 369"/>
                <a:gd name="T14" fmla="*/ 315 w 353"/>
                <a:gd name="T15" fmla="*/ 173 h 369"/>
                <a:gd name="T16" fmla="*/ 254 w 353"/>
                <a:gd name="T17" fmla="*/ 173 h 369"/>
                <a:gd name="T18" fmla="*/ 75 w 353"/>
                <a:gd name="T19" fmla="*/ 60 h 369"/>
                <a:gd name="T20" fmla="*/ 0 w 353"/>
                <a:gd name="T21" fmla="*/ 59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chemeClr val="accent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111">
              <a:extLst>
                <a:ext uri="{FF2B5EF4-FFF2-40B4-BE49-F238E27FC236}">
                  <a16:creationId xmlns:a16="http://schemas.microsoft.com/office/drawing/2014/main" id="{880C7F42-24AB-BE42-A8D4-BCF7622D469B}"/>
                </a:ext>
              </a:extLst>
            </p:cNvPr>
            <p:cNvSpPr>
              <a:spLocks noChangeShapeType="1"/>
            </p:cNvSpPr>
            <p:nvPr/>
          </p:nvSpPr>
          <p:spPr bwMode="auto">
            <a:xfrm flipH="1">
              <a:off x="2167" y="2674"/>
              <a:ext cx="34"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112">
              <a:extLst>
                <a:ext uri="{FF2B5EF4-FFF2-40B4-BE49-F238E27FC236}">
                  <a16:creationId xmlns:a16="http://schemas.microsoft.com/office/drawing/2014/main" id="{CB4756AB-EF1F-9E4A-8E5F-FC03EF7B6841}"/>
                </a:ext>
              </a:extLst>
            </p:cNvPr>
            <p:cNvSpPr>
              <a:spLocks noChangeShapeType="1"/>
            </p:cNvSpPr>
            <p:nvPr/>
          </p:nvSpPr>
          <p:spPr bwMode="auto">
            <a:xfrm>
              <a:off x="1880" y="2830"/>
              <a:ext cx="26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3">
              <a:extLst>
                <a:ext uri="{FF2B5EF4-FFF2-40B4-BE49-F238E27FC236}">
                  <a16:creationId xmlns:a16="http://schemas.microsoft.com/office/drawing/2014/main" id="{F4FDFC8D-7497-0B4E-BB98-EC6A2F919570}"/>
                </a:ext>
              </a:extLst>
            </p:cNvPr>
            <p:cNvSpPr>
              <a:spLocks/>
            </p:cNvSpPr>
            <p:nvPr/>
          </p:nvSpPr>
          <p:spPr bwMode="auto">
            <a:xfrm>
              <a:off x="1874" y="2670"/>
              <a:ext cx="264" cy="105"/>
            </a:xfrm>
            <a:custGeom>
              <a:avLst/>
              <a:gdLst>
                <a:gd name="T0" fmla="*/ 0 w 264"/>
                <a:gd name="T1" fmla="*/ 0 h 105"/>
                <a:gd name="T2" fmla="*/ 52 w 264"/>
                <a:gd name="T3" fmla="*/ 0 h 105"/>
                <a:gd name="T4" fmla="*/ 207 w 264"/>
                <a:gd name="T5" fmla="*/ 105 h 105"/>
                <a:gd name="T6" fmla="*/ 264 w 264"/>
                <a:gd name="T7" fmla="*/ 105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14">
              <a:extLst>
                <a:ext uri="{FF2B5EF4-FFF2-40B4-BE49-F238E27FC236}">
                  <a16:creationId xmlns:a16="http://schemas.microsoft.com/office/drawing/2014/main" id="{59F7FFFC-6804-A54D-A576-FA1FEBB9A136}"/>
                </a:ext>
              </a:extLst>
            </p:cNvPr>
            <p:cNvSpPr>
              <a:spLocks/>
            </p:cNvSpPr>
            <p:nvPr/>
          </p:nvSpPr>
          <p:spPr bwMode="auto">
            <a:xfrm flipV="1">
              <a:off x="1874" y="2884"/>
              <a:ext cx="264" cy="105"/>
            </a:xfrm>
            <a:custGeom>
              <a:avLst/>
              <a:gdLst>
                <a:gd name="T0" fmla="*/ 0 w 264"/>
                <a:gd name="T1" fmla="*/ 0 h 105"/>
                <a:gd name="T2" fmla="*/ 52 w 264"/>
                <a:gd name="T3" fmla="*/ 0 h 105"/>
                <a:gd name="T4" fmla="*/ 207 w 264"/>
                <a:gd name="T5" fmla="*/ 105 h 105"/>
                <a:gd name="T6" fmla="*/ 264 w 264"/>
                <a:gd name="T7" fmla="*/ 105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1" name="Text Box 115">
            <a:extLst>
              <a:ext uri="{FF2B5EF4-FFF2-40B4-BE49-F238E27FC236}">
                <a16:creationId xmlns:a16="http://schemas.microsoft.com/office/drawing/2014/main" id="{C49B2571-785F-8141-BD4A-B30372BAB3EA}"/>
              </a:ext>
            </a:extLst>
          </p:cNvPr>
          <p:cNvSpPr txBox="1">
            <a:spLocks noChangeArrowheads="1"/>
          </p:cNvSpPr>
          <p:nvPr/>
        </p:nvSpPr>
        <p:spPr bwMode="auto">
          <a:xfrm>
            <a:off x="5918748" y="2562225"/>
            <a:ext cx="950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DSLAM</a:t>
            </a:r>
          </a:p>
        </p:txBody>
      </p:sp>
      <p:grpSp>
        <p:nvGrpSpPr>
          <p:cNvPr id="112" name="Group 118">
            <a:extLst>
              <a:ext uri="{FF2B5EF4-FFF2-40B4-BE49-F238E27FC236}">
                <a16:creationId xmlns:a16="http://schemas.microsoft.com/office/drawing/2014/main" id="{C9BAF3DB-0084-0642-AE8F-E48499FC4E61}"/>
              </a:ext>
            </a:extLst>
          </p:cNvPr>
          <p:cNvGrpSpPr>
            <a:grpSpLocks/>
          </p:cNvGrpSpPr>
          <p:nvPr/>
        </p:nvGrpSpPr>
        <p:grpSpPr bwMode="auto">
          <a:xfrm>
            <a:off x="4980536" y="1304925"/>
            <a:ext cx="796925" cy="658813"/>
            <a:chOff x="1671" y="1861"/>
            <a:chExt cx="502" cy="415"/>
          </a:xfrm>
        </p:grpSpPr>
        <p:sp>
          <p:nvSpPr>
            <p:cNvPr id="113" name="Rectangle 116">
              <a:extLst>
                <a:ext uri="{FF2B5EF4-FFF2-40B4-BE49-F238E27FC236}">
                  <a16:creationId xmlns:a16="http://schemas.microsoft.com/office/drawing/2014/main" id="{BF2CCE2C-7318-3F45-89ED-AC0CE601E4BC}"/>
                </a:ext>
              </a:extLst>
            </p:cNvPr>
            <p:cNvSpPr>
              <a:spLocks noChangeArrowheads="1"/>
            </p:cNvSpPr>
            <p:nvPr/>
          </p:nvSpPr>
          <p:spPr bwMode="auto">
            <a:xfrm>
              <a:off x="1742" y="1966"/>
              <a:ext cx="360" cy="310"/>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4" name="AutoShape 117">
              <a:extLst>
                <a:ext uri="{FF2B5EF4-FFF2-40B4-BE49-F238E27FC236}">
                  <a16:creationId xmlns:a16="http://schemas.microsoft.com/office/drawing/2014/main" id="{7F3ACC6C-EF23-B844-A225-435E1C02C5FD}"/>
                </a:ext>
              </a:extLst>
            </p:cNvPr>
            <p:cNvSpPr>
              <a:spLocks noChangeArrowheads="1"/>
            </p:cNvSpPr>
            <p:nvPr/>
          </p:nvSpPr>
          <p:spPr bwMode="auto">
            <a:xfrm>
              <a:off x="1671" y="1861"/>
              <a:ext cx="502" cy="129"/>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15" name="Freeform 119">
            <a:extLst>
              <a:ext uri="{FF2B5EF4-FFF2-40B4-BE49-F238E27FC236}">
                <a16:creationId xmlns:a16="http://schemas.microsoft.com/office/drawing/2014/main" id="{AE2A4503-59F8-EE45-A067-8713395B9C4D}"/>
              </a:ext>
            </a:extLst>
          </p:cNvPr>
          <p:cNvSpPr>
            <a:spLocks/>
          </p:cNvSpPr>
          <p:nvPr/>
        </p:nvSpPr>
        <p:spPr bwMode="auto">
          <a:xfrm>
            <a:off x="5583786" y="1893888"/>
            <a:ext cx="674687" cy="239712"/>
          </a:xfrm>
          <a:custGeom>
            <a:avLst/>
            <a:gdLst>
              <a:gd name="T0" fmla="*/ 0 w 425"/>
              <a:gd name="T1" fmla="*/ 0 h 151"/>
              <a:gd name="T2" fmla="*/ 0 w 425"/>
              <a:gd name="T3" fmla="*/ 2147483647 h 151"/>
              <a:gd name="T4" fmla="*/ 2147483647 w 425"/>
              <a:gd name="T5" fmla="*/ 2147483647 h 151"/>
              <a:gd name="T6" fmla="*/ 0 60000 65536"/>
              <a:gd name="T7" fmla="*/ 0 60000 65536"/>
              <a:gd name="T8" fmla="*/ 0 60000 65536"/>
              <a:gd name="T9" fmla="*/ 0 w 425"/>
              <a:gd name="T10" fmla="*/ 0 h 151"/>
              <a:gd name="T11" fmla="*/ 425 w 425"/>
              <a:gd name="T12" fmla="*/ 151 h 151"/>
            </a:gdLst>
            <a:ahLst/>
            <a:cxnLst>
              <a:cxn ang="T6">
                <a:pos x="T0" y="T1"/>
              </a:cxn>
              <a:cxn ang="T7">
                <a:pos x="T2" y="T3"/>
              </a:cxn>
              <a:cxn ang="T8">
                <a:pos x="T4" y="T5"/>
              </a:cxn>
            </a:cxnLst>
            <a:rect l="T9" t="T10" r="T11" b="T12"/>
            <a:pathLst>
              <a:path w="425" h="151">
                <a:moveTo>
                  <a:pt x="0" y="0"/>
                </a:moveTo>
                <a:lnTo>
                  <a:pt x="0" y="151"/>
                </a:lnTo>
                <a:lnTo>
                  <a:pt x="425" y="151"/>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120">
            <a:extLst>
              <a:ext uri="{FF2B5EF4-FFF2-40B4-BE49-F238E27FC236}">
                <a16:creationId xmlns:a16="http://schemas.microsoft.com/office/drawing/2014/main" id="{D69F4117-7839-1943-A5FE-926B01D84B78}"/>
              </a:ext>
            </a:extLst>
          </p:cNvPr>
          <p:cNvSpPr>
            <a:spLocks noChangeShapeType="1"/>
          </p:cNvSpPr>
          <p:nvPr/>
        </p:nvSpPr>
        <p:spPr bwMode="auto">
          <a:xfrm>
            <a:off x="6612486" y="2259013"/>
            <a:ext cx="3778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23">
            <a:extLst>
              <a:ext uri="{FF2B5EF4-FFF2-40B4-BE49-F238E27FC236}">
                <a16:creationId xmlns:a16="http://schemas.microsoft.com/office/drawing/2014/main" id="{71A3F73C-866C-2049-9C1B-445DBD854DB4}"/>
              </a:ext>
            </a:extLst>
          </p:cNvPr>
          <p:cNvSpPr>
            <a:spLocks/>
          </p:cNvSpPr>
          <p:nvPr/>
        </p:nvSpPr>
        <p:spPr bwMode="auto">
          <a:xfrm>
            <a:off x="6612486" y="2327275"/>
            <a:ext cx="463550" cy="1009650"/>
          </a:xfrm>
          <a:custGeom>
            <a:avLst/>
            <a:gdLst>
              <a:gd name="T0" fmla="*/ 0 w 292"/>
              <a:gd name="T1" fmla="*/ 0 h 636"/>
              <a:gd name="T2" fmla="*/ 2147483647 w 292"/>
              <a:gd name="T3" fmla="*/ 0 h 636"/>
              <a:gd name="T4" fmla="*/ 2147483647 w 292"/>
              <a:gd name="T5" fmla="*/ 2147483647 h 636"/>
              <a:gd name="T6" fmla="*/ 2147483647 w 292"/>
              <a:gd name="T7" fmla="*/ 2147483647 h 636"/>
              <a:gd name="T8" fmla="*/ 0 60000 65536"/>
              <a:gd name="T9" fmla="*/ 0 60000 65536"/>
              <a:gd name="T10" fmla="*/ 0 60000 65536"/>
              <a:gd name="T11" fmla="*/ 0 60000 65536"/>
              <a:gd name="T12" fmla="*/ 0 w 292"/>
              <a:gd name="T13" fmla="*/ 0 h 636"/>
              <a:gd name="T14" fmla="*/ 292 w 292"/>
              <a:gd name="T15" fmla="*/ 636 h 636"/>
            </a:gdLst>
            <a:ahLst/>
            <a:cxnLst>
              <a:cxn ang="T8">
                <a:pos x="T0" y="T1"/>
              </a:cxn>
              <a:cxn ang="T9">
                <a:pos x="T2" y="T3"/>
              </a:cxn>
              <a:cxn ang="T10">
                <a:pos x="T4" y="T5"/>
              </a:cxn>
              <a:cxn ang="T11">
                <a:pos x="T6" y="T7"/>
              </a:cxn>
            </a:cxnLst>
            <a:rect l="T12" t="T13" r="T14" b="T15"/>
            <a:pathLst>
              <a:path w="292" h="636">
                <a:moveTo>
                  <a:pt x="0" y="0"/>
                </a:moveTo>
                <a:lnTo>
                  <a:pt x="130" y="0"/>
                </a:lnTo>
                <a:lnTo>
                  <a:pt x="130" y="636"/>
                </a:lnTo>
                <a:lnTo>
                  <a:pt x="292" y="636"/>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8" name="Group 135">
            <a:extLst>
              <a:ext uri="{FF2B5EF4-FFF2-40B4-BE49-F238E27FC236}">
                <a16:creationId xmlns:a16="http://schemas.microsoft.com/office/drawing/2014/main" id="{7DC11D2E-7EFC-264E-9DA3-A2DC76738630}"/>
              </a:ext>
            </a:extLst>
          </p:cNvPr>
          <p:cNvGrpSpPr>
            <a:grpSpLocks/>
          </p:cNvGrpSpPr>
          <p:nvPr/>
        </p:nvGrpSpPr>
        <p:grpSpPr bwMode="auto">
          <a:xfrm>
            <a:off x="2375448" y="2384425"/>
            <a:ext cx="3117850" cy="1611313"/>
            <a:chOff x="490" y="1538"/>
            <a:chExt cx="1964" cy="1015"/>
          </a:xfrm>
        </p:grpSpPr>
        <p:sp>
          <p:nvSpPr>
            <p:cNvPr id="119" name="Text Box 124">
              <a:extLst>
                <a:ext uri="{FF2B5EF4-FFF2-40B4-BE49-F238E27FC236}">
                  <a16:creationId xmlns:a16="http://schemas.microsoft.com/office/drawing/2014/main" id="{F820F6C6-093F-9C4E-AB3B-6C47EF093FC5}"/>
                </a:ext>
              </a:extLst>
            </p:cNvPr>
            <p:cNvSpPr txBox="1">
              <a:spLocks noChangeArrowheads="1"/>
            </p:cNvSpPr>
            <p:nvPr/>
          </p:nvSpPr>
          <p:spPr bwMode="auto">
            <a:xfrm>
              <a:off x="490" y="2102"/>
              <a:ext cx="1809"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voice, data transmitted</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different frequencies over</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dedicated </a:t>
              </a: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line to central office</a:t>
              </a:r>
            </a:p>
          </p:txBody>
        </p:sp>
        <p:sp>
          <p:nvSpPr>
            <p:cNvPr id="120" name="Line 125">
              <a:extLst>
                <a:ext uri="{FF2B5EF4-FFF2-40B4-BE49-F238E27FC236}">
                  <a16:creationId xmlns:a16="http://schemas.microsoft.com/office/drawing/2014/main" id="{B265F954-771D-354D-8226-0A3C1F05D93D}"/>
                </a:ext>
              </a:extLst>
            </p:cNvPr>
            <p:cNvSpPr>
              <a:spLocks noChangeShapeType="1"/>
            </p:cNvSpPr>
            <p:nvPr/>
          </p:nvSpPr>
          <p:spPr bwMode="auto">
            <a:xfrm flipV="1">
              <a:off x="2093" y="1538"/>
              <a:ext cx="361" cy="58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1" name="Rectangle 52">
            <a:extLst>
              <a:ext uri="{FF2B5EF4-FFF2-40B4-BE49-F238E27FC236}">
                <a16:creationId xmlns:a16="http://schemas.microsoft.com/office/drawing/2014/main" id="{2727FB33-7506-E74E-B6C6-D1B4CA8AE42F}"/>
              </a:ext>
            </a:extLst>
          </p:cNvPr>
          <p:cNvSpPr>
            <a:spLocks noChangeArrowheads="1"/>
          </p:cNvSpPr>
          <p:nvPr/>
        </p:nvSpPr>
        <p:spPr bwMode="auto">
          <a:xfrm>
            <a:off x="1010672" y="4004660"/>
            <a:ext cx="10515599"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38188" indent="-280988">
              <a:defRPr sz="2400">
                <a:solidFill>
                  <a:schemeClr val="tx1"/>
                </a:solidFill>
                <a:latin typeface="Arial" panose="020B0604020202020204" pitchFamily="34" charset="0"/>
                <a:ea typeface="ＭＳ Ｐゴシック" panose="020B0600070205080204" pitchFamily="34" charset="-128"/>
              </a:defRPr>
            </a:lvl2pPr>
            <a:lvl3pPr marL="1147763" indent="-233363">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ct val="20000"/>
              </a:spcBef>
              <a:spcAft>
                <a:spcPts val="0"/>
              </a:spcAft>
              <a:buClr>
                <a:srgbClr val="ED7D31"/>
              </a:buClr>
              <a:buSzPct val="85000"/>
              <a:buFontTx/>
              <a:buNone/>
              <a:tabLst/>
              <a:defRPr/>
            </a:pPr>
            <a:endParaRPr kumimoji="0" lang="en-US" altLang="en-US" sz="2400" b="0" i="0" u="none" strike="noStrike" kern="1200" cap="none" spc="0" normalizeH="0" baseline="0" noProof="0" dirty="0">
              <a:ln>
                <a:noFill/>
              </a:ln>
              <a:solidFill>
                <a:srgbClr val="FF0000"/>
              </a:solidFill>
              <a:effectLst/>
              <a:uLnTx/>
              <a:uFillTx/>
              <a:latin typeface="Comic Sans MS" panose="030F0902030302020204" pitchFamily="66" charset="0"/>
              <a:ea typeface="ＭＳ Ｐゴシック" panose="020B0600070205080204" pitchFamily="34" charset="-128"/>
              <a:cs typeface="+mn-cs"/>
            </a:endParaRP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existing</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telephone line to central office DSLAM</a:t>
            </a:r>
          </a:p>
          <a:p>
            <a:pPr marL="1147763" marR="0" lvl="2" indent="-233363" algn="l" defTabSz="914400" rtl="0" eaLnBrk="1" fontAlgn="auto" latinLnBrk="0" hangingPunct="1">
              <a:lnSpc>
                <a:spcPct val="9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over DSL phone line goes to Internet</a:t>
            </a:r>
          </a:p>
          <a:p>
            <a:pPr marL="1147763" marR="0" lvl="2" indent="-233363" algn="l" defTabSz="914400" rtl="0" eaLnBrk="1" fontAlgn="auto" latinLnBrk="0" hangingPunct="1">
              <a:lnSpc>
                <a:spcPct val="9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DSL phone line goes to telephone net</a:t>
            </a: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24-52 Mbps dedicated downstream transmission rate </a:t>
            </a:r>
          </a:p>
          <a:p>
            <a:pPr marL="738188" marR="0" lvl="1" indent="-219075" algn="l" defTabSz="914400" rtl="0" eaLnBrk="1" fontAlgn="auto" latinLnBrk="0" hangingPunct="1">
              <a:lnSpc>
                <a:spcPct val="9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3.5-16 Mbps dedicated upstream transmission rate</a:t>
            </a:r>
          </a:p>
        </p:txBody>
      </p:sp>
      <p:sp>
        <p:nvSpPr>
          <p:cNvPr id="122" name="Rectangle 90">
            <a:extLst>
              <a:ext uri="{FF2B5EF4-FFF2-40B4-BE49-F238E27FC236}">
                <a16:creationId xmlns:a16="http://schemas.microsoft.com/office/drawing/2014/main" id="{2B92D0F8-9673-174E-ABDD-490B4CD83240}"/>
              </a:ext>
            </a:extLst>
          </p:cNvPr>
          <p:cNvSpPr>
            <a:spLocks noChangeArrowheads="1"/>
          </p:cNvSpPr>
          <p:nvPr/>
        </p:nvSpPr>
        <p:spPr bwMode="auto">
          <a:xfrm>
            <a:off x="2835823" y="1757363"/>
            <a:ext cx="1978025" cy="1395412"/>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3" name="Line 7">
            <a:extLst>
              <a:ext uri="{FF2B5EF4-FFF2-40B4-BE49-F238E27FC236}">
                <a16:creationId xmlns:a16="http://schemas.microsoft.com/office/drawing/2014/main" id="{C21251FC-E166-AC42-B133-BE3F95DBDFE2}"/>
              </a:ext>
            </a:extLst>
          </p:cNvPr>
          <p:cNvSpPr>
            <a:spLocks noChangeShapeType="1"/>
          </p:cNvSpPr>
          <p:nvPr/>
        </p:nvSpPr>
        <p:spPr bwMode="auto">
          <a:xfrm flipV="1">
            <a:off x="3321598" y="2308225"/>
            <a:ext cx="365125"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Text Box 39">
            <a:extLst>
              <a:ext uri="{FF2B5EF4-FFF2-40B4-BE49-F238E27FC236}">
                <a16:creationId xmlns:a16="http://schemas.microsoft.com/office/drawing/2014/main" id="{D8496936-8AB9-684C-9A18-7A7544551DDD}"/>
              </a:ext>
            </a:extLst>
          </p:cNvPr>
          <p:cNvSpPr txBox="1">
            <a:spLocks noChangeArrowheads="1"/>
          </p:cNvSpPr>
          <p:nvPr/>
        </p:nvSpPr>
        <p:spPr bwMode="auto">
          <a:xfrm>
            <a:off x="3583536" y="2414588"/>
            <a:ext cx="7747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DSL</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modem</a:t>
            </a:r>
          </a:p>
        </p:txBody>
      </p:sp>
      <p:sp>
        <p:nvSpPr>
          <p:cNvPr id="125" name="Text Box 41">
            <a:extLst>
              <a:ext uri="{FF2B5EF4-FFF2-40B4-BE49-F238E27FC236}">
                <a16:creationId xmlns:a16="http://schemas.microsoft.com/office/drawing/2014/main" id="{EADDD86B-745F-024B-9185-ADF0A40570D1}"/>
              </a:ext>
            </a:extLst>
          </p:cNvPr>
          <p:cNvSpPr txBox="1">
            <a:spLocks noChangeArrowheads="1"/>
          </p:cNvSpPr>
          <p:nvPr/>
        </p:nvSpPr>
        <p:spPr bwMode="auto">
          <a:xfrm>
            <a:off x="4261398" y="2438400"/>
            <a:ext cx="70643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splitter</a:t>
            </a:r>
          </a:p>
        </p:txBody>
      </p:sp>
      <p:grpSp>
        <p:nvGrpSpPr>
          <p:cNvPr id="126" name="Group 94">
            <a:extLst>
              <a:ext uri="{FF2B5EF4-FFF2-40B4-BE49-F238E27FC236}">
                <a16:creationId xmlns:a16="http://schemas.microsoft.com/office/drawing/2014/main" id="{B8E4BADE-83DB-6E48-8758-3C586A60214D}"/>
              </a:ext>
            </a:extLst>
          </p:cNvPr>
          <p:cNvGrpSpPr>
            <a:grpSpLocks/>
          </p:cNvGrpSpPr>
          <p:nvPr/>
        </p:nvGrpSpPr>
        <p:grpSpPr bwMode="auto">
          <a:xfrm>
            <a:off x="3677198" y="2195513"/>
            <a:ext cx="614363" cy="220662"/>
            <a:chOff x="322" y="890"/>
            <a:chExt cx="872" cy="339"/>
          </a:xfrm>
        </p:grpSpPr>
        <p:sp>
          <p:nvSpPr>
            <p:cNvPr id="127" name="Rectangle 95">
              <a:extLst>
                <a:ext uri="{FF2B5EF4-FFF2-40B4-BE49-F238E27FC236}">
                  <a16:creationId xmlns:a16="http://schemas.microsoft.com/office/drawing/2014/main" id="{EF4650A9-E136-A746-BBB1-8E2CB021FC15}"/>
                </a:ext>
              </a:extLst>
            </p:cNvPr>
            <p:cNvSpPr>
              <a:spLocks noChangeArrowheads="1"/>
            </p:cNvSpPr>
            <p:nvPr/>
          </p:nvSpPr>
          <p:spPr bwMode="auto">
            <a:xfrm>
              <a:off x="322" y="1005"/>
              <a:ext cx="872" cy="224"/>
            </a:xfrm>
            <a:prstGeom prst="rect">
              <a:avLst/>
            </a:prstGeom>
            <a:solidFill>
              <a:schemeClr val="bg1">
                <a:lumMod val="7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8" name="Rectangle 96">
              <a:extLst>
                <a:ext uri="{FF2B5EF4-FFF2-40B4-BE49-F238E27FC236}">
                  <a16:creationId xmlns:a16="http://schemas.microsoft.com/office/drawing/2014/main" id="{D0CF841A-8554-624D-86A1-1E42B847F646}"/>
                </a:ext>
              </a:extLst>
            </p:cNvPr>
            <p:cNvSpPr>
              <a:spLocks noChangeArrowheads="1"/>
            </p:cNvSpPr>
            <p:nvPr/>
          </p:nvSpPr>
          <p:spPr bwMode="auto">
            <a:xfrm>
              <a:off x="394" y="1073"/>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29" name="Rectangle 97">
              <a:extLst>
                <a:ext uri="{FF2B5EF4-FFF2-40B4-BE49-F238E27FC236}">
                  <a16:creationId xmlns:a16="http://schemas.microsoft.com/office/drawing/2014/main" id="{3FD8358D-90D2-0B45-973D-DDA1E5D9553C}"/>
                </a:ext>
              </a:extLst>
            </p:cNvPr>
            <p:cNvSpPr>
              <a:spLocks noChangeArrowheads="1"/>
            </p:cNvSpPr>
            <p:nvPr/>
          </p:nvSpPr>
          <p:spPr bwMode="auto">
            <a:xfrm>
              <a:off x="466" y="1073"/>
              <a:ext cx="56"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0" name="Rectangle 98">
              <a:extLst>
                <a:ext uri="{FF2B5EF4-FFF2-40B4-BE49-F238E27FC236}">
                  <a16:creationId xmlns:a16="http://schemas.microsoft.com/office/drawing/2014/main" id="{22A39A62-0617-DE41-B483-0B36601B1B04}"/>
                </a:ext>
              </a:extLst>
            </p:cNvPr>
            <p:cNvSpPr>
              <a:spLocks noChangeArrowheads="1"/>
            </p:cNvSpPr>
            <p:nvPr/>
          </p:nvSpPr>
          <p:spPr bwMode="auto">
            <a:xfrm>
              <a:off x="541"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99">
              <a:extLst>
                <a:ext uri="{FF2B5EF4-FFF2-40B4-BE49-F238E27FC236}">
                  <a16:creationId xmlns:a16="http://schemas.microsoft.com/office/drawing/2014/main" id="{70CBDBDE-EA6B-AD4F-9BBC-19A5D1E28AFB}"/>
                </a:ext>
              </a:extLst>
            </p:cNvPr>
            <p:cNvSpPr>
              <a:spLocks noChangeArrowheads="1"/>
            </p:cNvSpPr>
            <p:nvPr/>
          </p:nvSpPr>
          <p:spPr bwMode="auto">
            <a:xfrm>
              <a:off x="615" y="1070"/>
              <a:ext cx="56"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2" name="AutoShape 100">
              <a:extLst>
                <a:ext uri="{FF2B5EF4-FFF2-40B4-BE49-F238E27FC236}">
                  <a16:creationId xmlns:a16="http://schemas.microsoft.com/office/drawing/2014/main" id="{9E5FC757-6FA6-7344-948E-99FB53AF99C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8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3" name="AutoShape 102">
            <a:extLst>
              <a:ext uri="{FF2B5EF4-FFF2-40B4-BE49-F238E27FC236}">
                <a16:creationId xmlns:a16="http://schemas.microsoft.com/office/drawing/2014/main" id="{CC195EEC-FB36-F24B-A858-23772E742026}"/>
              </a:ext>
            </a:extLst>
          </p:cNvPr>
          <p:cNvSpPr>
            <a:spLocks noChangeArrowheads="1"/>
          </p:cNvSpPr>
          <p:nvPr/>
        </p:nvSpPr>
        <p:spPr bwMode="auto">
          <a:xfrm>
            <a:off x="2553248" y="1346200"/>
            <a:ext cx="2498725" cy="468313"/>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4" name="Rectangle 103">
            <a:extLst>
              <a:ext uri="{FF2B5EF4-FFF2-40B4-BE49-F238E27FC236}">
                <a16:creationId xmlns:a16="http://schemas.microsoft.com/office/drawing/2014/main" id="{E92D772C-9AFC-9349-9025-8376CFF02765}"/>
              </a:ext>
            </a:extLst>
          </p:cNvPr>
          <p:cNvSpPr>
            <a:spLocks noChangeArrowheads="1"/>
          </p:cNvSpPr>
          <p:nvPr/>
        </p:nvSpPr>
        <p:spPr bwMode="auto">
          <a:xfrm>
            <a:off x="4531273" y="2246313"/>
            <a:ext cx="166688" cy="144462"/>
          </a:xfrm>
          <a:prstGeom prst="rect">
            <a:avLst/>
          </a:prstGeom>
          <a:solidFill>
            <a:srgbClr val="00009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5" name="Freeform 104">
            <a:extLst>
              <a:ext uri="{FF2B5EF4-FFF2-40B4-BE49-F238E27FC236}">
                <a16:creationId xmlns:a16="http://schemas.microsoft.com/office/drawing/2014/main" id="{31C23065-7938-0F48-81C0-C7E9438F805C}"/>
              </a:ext>
            </a:extLst>
          </p:cNvPr>
          <p:cNvSpPr>
            <a:spLocks/>
          </p:cNvSpPr>
          <p:nvPr/>
        </p:nvSpPr>
        <p:spPr bwMode="auto">
          <a:xfrm>
            <a:off x="4007398" y="1801813"/>
            <a:ext cx="604838"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aphicFrame>
        <p:nvGraphicFramePr>
          <p:cNvPr id="136" name="Object 3">
            <a:extLst>
              <a:ext uri="{FF2B5EF4-FFF2-40B4-BE49-F238E27FC236}">
                <a16:creationId xmlns:a16="http://schemas.microsoft.com/office/drawing/2014/main" id="{5697AB3B-F080-8640-9CE2-419B33C50CF8}"/>
              </a:ext>
            </a:extLst>
          </p:cNvPr>
          <p:cNvGraphicFramePr>
            <a:graphicFrameLocks noChangeAspect="1"/>
          </p:cNvGraphicFramePr>
          <p:nvPr/>
        </p:nvGraphicFramePr>
        <p:xfrm>
          <a:off x="3667673" y="1598613"/>
          <a:ext cx="490538" cy="369887"/>
        </p:xfrm>
        <a:graphic>
          <a:graphicData uri="http://schemas.openxmlformats.org/presentationml/2006/ole">
            <mc:AlternateContent xmlns:mc="http://schemas.openxmlformats.org/markup-compatibility/2006">
              <mc:Choice xmlns:v="urn:schemas-microsoft-com:vml" Requires="v">
                <p:oleObj spid="_x0000_s2055" name="Clip" r:id="rId4" imgW="9131300" imgH="6438900" progId="MS_ClipArt_Gallery.2">
                  <p:embed/>
                </p:oleObj>
              </mc:Choice>
              <mc:Fallback>
                <p:oleObj name="Clip" r:id="rId4" imgW="9131300" imgH="6438900" progId="MS_ClipArt_Gallery.2">
                  <p:embed/>
                  <p:pic>
                    <p:nvPicPr>
                      <p:cNvPr id="136" name="Object 3">
                        <a:extLst>
                          <a:ext uri="{FF2B5EF4-FFF2-40B4-BE49-F238E27FC236}">
                            <a16:creationId xmlns:a16="http://schemas.microsoft.com/office/drawing/2014/main" id="{5697AB3B-F080-8640-9CE2-419B33C50C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67673" y="1598613"/>
                        <a:ext cx="4905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137" name="Line 130">
            <a:extLst>
              <a:ext uri="{FF2B5EF4-FFF2-40B4-BE49-F238E27FC236}">
                <a16:creationId xmlns:a16="http://schemas.microsoft.com/office/drawing/2014/main" id="{EB0812CC-AFEC-F147-B616-6659B4656ADC}"/>
              </a:ext>
            </a:extLst>
          </p:cNvPr>
          <p:cNvSpPr>
            <a:spLocks noChangeShapeType="1"/>
          </p:cNvSpPr>
          <p:nvPr/>
        </p:nvSpPr>
        <p:spPr bwMode="auto">
          <a:xfrm flipH="1">
            <a:off x="4294736" y="2308225"/>
            <a:ext cx="23971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AutoShape 131">
            <a:extLst>
              <a:ext uri="{FF2B5EF4-FFF2-40B4-BE49-F238E27FC236}">
                <a16:creationId xmlns:a16="http://schemas.microsoft.com/office/drawing/2014/main" id="{4A782F57-90A1-0546-906A-779DD46840D3}"/>
              </a:ext>
            </a:extLst>
          </p:cNvPr>
          <p:cNvSpPr>
            <a:spLocks noChangeArrowheads="1"/>
          </p:cNvSpPr>
          <p:nvPr/>
        </p:nvSpPr>
        <p:spPr bwMode="auto">
          <a:xfrm>
            <a:off x="6042573" y="1646238"/>
            <a:ext cx="1206500" cy="261937"/>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39" name="Group 136">
            <a:extLst>
              <a:ext uri="{FF2B5EF4-FFF2-40B4-BE49-F238E27FC236}">
                <a16:creationId xmlns:a16="http://schemas.microsoft.com/office/drawing/2014/main" id="{C3294CA0-A83A-DA46-8A62-EBF0F7BF323E}"/>
              </a:ext>
            </a:extLst>
          </p:cNvPr>
          <p:cNvGrpSpPr>
            <a:grpSpLocks/>
          </p:cNvGrpSpPr>
          <p:nvPr/>
        </p:nvGrpSpPr>
        <p:grpSpPr bwMode="auto">
          <a:xfrm>
            <a:off x="5275811" y="2809875"/>
            <a:ext cx="1323975" cy="1174750"/>
            <a:chOff x="2317" y="1806"/>
            <a:chExt cx="834" cy="740"/>
          </a:xfrm>
        </p:grpSpPr>
        <p:sp>
          <p:nvSpPr>
            <p:cNvPr id="140" name="Line 132">
              <a:extLst>
                <a:ext uri="{FF2B5EF4-FFF2-40B4-BE49-F238E27FC236}">
                  <a16:creationId xmlns:a16="http://schemas.microsoft.com/office/drawing/2014/main" id="{7ACA0D7A-9A8B-164D-8196-0D58A33B101B}"/>
                </a:ext>
              </a:extLst>
            </p:cNvPr>
            <p:cNvSpPr>
              <a:spLocks noChangeShapeType="1"/>
            </p:cNvSpPr>
            <p:nvPr/>
          </p:nvSpPr>
          <p:spPr bwMode="auto">
            <a:xfrm flipV="1">
              <a:off x="2671" y="1806"/>
              <a:ext cx="268" cy="43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133">
              <a:extLst>
                <a:ext uri="{FF2B5EF4-FFF2-40B4-BE49-F238E27FC236}">
                  <a16:creationId xmlns:a16="http://schemas.microsoft.com/office/drawing/2014/main" id="{217BB671-44AF-9E41-AB6C-D8AD58156A6B}"/>
                </a:ext>
              </a:extLst>
            </p:cNvPr>
            <p:cNvSpPr txBox="1">
              <a:spLocks noChangeArrowheads="1"/>
            </p:cNvSpPr>
            <p:nvPr/>
          </p:nvSpPr>
          <p:spPr bwMode="auto">
            <a:xfrm>
              <a:off x="2317" y="2226"/>
              <a:ext cx="83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DSL access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multiplexer</a:t>
              </a:r>
            </a:p>
          </p:txBody>
        </p:sp>
      </p:grpSp>
      <p:grpSp>
        <p:nvGrpSpPr>
          <p:cNvPr id="142" name="Group 141">
            <a:extLst>
              <a:ext uri="{FF2B5EF4-FFF2-40B4-BE49-F238E27FC236}">
                <a16:creationId xmlns:a16="http://schemas.microsoft.com/office/drawing/2014/main" id="{FAAF6165-084E-AD4E-9369-2E1C7C7F794B}"/>
              </a:ext>
            </a:extLst>
          </p:cNvPr>
          <p:cNvGrpSpPr>
            <a:grpSpLocks/>
          </p:cNvGrpSpPr>
          <p:nvPr/>
        </p:nvGrpSpPr>
        <p:grpSpPr bwMode="auto">
          <a:xfrm>
            <a:off x="2740573" y="1985963"/>
            <a:ext cx="642938" cy="644525"/>
            <a:chOff x="-44" y="1473"/>
            <a:chExt cx="981" cy="1105"/>
          </a:xfrm>
        </p:grpSpPr>
        <p:pic>
          <p:nvPicPr>
            <p:cNvPr id="143" name="Picture 142" descr="desktop_computer_stylized_medium">
              <a:extLst>
                <a:ext uri="{FF2B5EF4-FFF2-40B4-BE49-F238E27FC236}">
                  <a16:creationId xmlns:a16="http://schemas.microsoft.com/office/drawing/2014/main" id="{AB8FFE91-63AE-D84F-86AA-964095AB9A3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Freeform 143">
              <a:extLst>
                <a:ext uri="{FF2B5EF4-FFF2-40B4-BE49-F238E27FC236}">
                  <a16:creationId xmlns:a16="http://schemas.microsoft.com/office/drawing/2014/main" id="{F37A1DB2-D794-F84F-AC85-6EB60FF36CD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5" name="Slide Number Placeholder 5">
            <a:extLst>
              <a:ext uri="{FF2B5EF4-FFF2-40B4-BE49-F238E27FC236}">
                <a16:creationId xmlns:a16="http://schemas.microsoft.com/office/drawing/2014/main" id="{C1DD55C4-45D3-C345-BFAA-DE78A84DF0F3}"/>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16</a:t>
            </a:fld>
            <a:endParaRPr lang="en-US" dirty="0"/>
          </a:p>
        </p:txBody>
      </p:sp>
    </p:spTree>
    <p:extLst>
      <p:ext uri="{BB962C8B-B14F-4D97-AF65-F5344CB8AC3E}">
        <p14:creationId xmlns:p14="http://schemas.microsoft.com/office/powerpoint/2010/main" val="557112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1">
                                            <p:txEl>
                                              <p:pRg st="4" end="4"/>
                                            </p:txEl>
                                          </p:spTgt>
                                        </p:tgtEl>
                                        <p:attrNameLst>
                                          <p:attrName>style.visibility</p:attrName>
                                        </p:attrNameLst>
                                      </p:cBhvr>
                                      <p:to>
                                        <p:strVal val="visible"/>
                                      </p:to>
                                    </p:set>
                                    <p:animEffect transition="in" filter="dissolve">
                                      <p:cBhvr>
                                        <p:cTn id="7" dur="500"/>
                                        <p:tgtEl>
                                          <p:spTgt spid="121">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1">
                                            <p:txEl>
                                              <p:pRg st="5" end="5"/>
                                            </p:txEl>
                                          </p:spTgt>
                                        </p:tgtEl>
                                        <p:attrNameLst>
                                          <p:attrName>style.visibility</p:attrName>
                                        </p:attrNameLst>
                                      </p:cBhvr>
                                      <p:to>
                                        <p:strVal val="visible"/>
                                      </p:to>
                                    </p:set>
                                    <p:animEffect transition="in" filter="dissolve">
                                      <p:cBhvr>
                                        <p:cTn id="10" dur="500"/>
                                        <p:tgtEl>
                                          <p:spTgt spid="12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Access networks: home networks</a:t>
            </a:r>
            <a:endParaRPr lang="en-US" sz="5400" b="0" dirty="0"/>
          </a:p>
        </p:txBody>
      </p:sp>
      <p:sp>
        <p:nvSpPr>
          <p:cNvPr id="146" name="AutoShape 99">
            <a:extLst>
              <a:ext uri="{FF2B5EF4-FFF2-40B4-BE49-F238E27FC236}">
                <a16:creationId xmlns:a16="http://schemas.microsoft.com/office/drawing/2014/main" id="{4A160FD5-4C4D-7544-A021-EFE195A31483}"/>
              </a:ext>
            </a:extLst>
          </p:cNvPr>
          <p:cNvSpPr>
            <a:spLocks noChangeArrowheads="1"/>
          </p:cNvSpPr>
          <p:nvPr/>
        </p:nvSpPr>
        <p:spPr bwMode="auto">
          <a:xfrm>
            <a:off x="2624905" y="1540065"/>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7" name="Text Box 26">
            <a:extLst>
              <a:ext uri="{FF2B5EF4-FFF2-40B4-BE49-F238E27FC236}">
                <a16:creationId xmlns:a16="http://schemas.microsoft.com/office/drawing/2014/main" id="{D0274863-BB77-C24E-B396-56EED77DE923}"/>
              </a:ext>
            </a:extLst>
          </p:cNvPr>
          <p:cNvSpPr txBox="1">
            <a:spLocks noChangeArrowheads="1"/>
          </p:cNvSpPr>
          <p:nvPr/>
        </p:nvSpPr>
        <p:spPr bwMode="auto">
          <a:xfrm>
            <a:off x="8542942" y="3493569"/>
            <a:ext cx="2897188"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to/from headend or central office</a:t>
            </a:r>
          </a:p>
        </p:txBody>
      </p:sp>
      <p:sp>
        <p:nvSpPr>
          <p:cNvPr id="148" name="Rectangle 87">
            <a:extLst>
              <a:ext uri="{FF2B5EF4-FFF2-40B4-BE49-F238E27FC236}">
                <a16:creationId xmlns:a16="http://schemas.microsoft.com/office/drawing/2014/main" id="{7D6B5C84-08A7-C741-8874-5BEAB1BC71B2}"/>
              </a:ext>
            </a:extLst>
          </p:cNvPr>
          <p:cNvSpPr>
            <a:spLocks noChangeArrowheads="1"/>
          </p:cNvSpPr>
          <p:nvPr/>
        </p:nvSpPr>
        <p:spPr bwMode="auto">
          <a:xfrm>
            <a:off x="3059880" y="2294128"/>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49" name="Group 105">
            <a:extLst>
              <a:ext uri="{FF2B5EF4-FFF2-40B4-BE49-F238E27FC236}">
                <a16:creationId xmlns:a16="http://schemas.microsoft.com/office/drawing/2014/main" id="{B63ECFC0-CE11-5245-ADFB-E70CAF22F69D}"/>
              </a:ext>
            </a:extLst>
          </p:cNvPr>
          <p:cNvGrpSpPr>
            <a:grpSpLocks/>
          </p:cNvGrpSpPr>
          <p:nvPr/>
        </p:nvGrpSpPr>
        <p:grpSpPr bwMode="auto">
          <a:xfrm>
            <a:off x="6158680" y="3633978"/>
            <a:ext cx="3000375" cy="361950"/>
            <a:chOff x="2434" y="2109"/>
            <a:chExt cx="1890" cy="228"/>
          </a:xfrm>
        </p:grpSpPr>
        <p:grpSp>
          <p:nvGrpSpPr>
            <p:cNvPr id="150" name="Group 91">
              <a:extLst>
                <a:ext uri="{FF2B5EF4-FFF2-40B4-BE49-F238E27FC236}">
                  <a16:creationId xmlns:a16="http://schemas.microsoft.com/office/drawing/2014/main" id="{F907AE85-CF02-154A-8A53-7BFE20B3828A}"/>
                </a:ext>
              </a:extLst>
            </p:cNvPr>
            <p:cNvGrpSpPr>
              <a:grpSpLocks/>
            </p:cNvGrpSpPr>
            <p:nvPr/>
          </p:nvGrpSpPr>
          <p:grpSpPr bwMode="auto">
            <a:xfrm>
              <a:off x="2722" y="2109"/>
              <a:ext cx="642" cy="228"/>
              <a:chOff x="322" y="890"/>
              <a:chExt cx="872" cy="339"/>
            </a:xfrm>
          </p:grpSpPr>
          <p:sp>
            <p:nvSpPr>
              <p:cNvPr id="153" name="Rectangle 92">
                <a:extLst>
                  <a:ext uri="{FF2B5EF4-FFF2-40B4-BE49-F238E27FC236}">
                    <a16:creationId xmlns:a16="http://schemas.microsoft.com/office/drawing/2014/main" id="{DC808D90-CA5B-CC4E-9F59-8446FCBD4619}"/>
                  </a:ext>
                </a:extLst>
              </p:cNvPr>
              <p:cNvSpPr>
                <a:spLocks noChangeArrowheads="1"/>
              </p:cNvSpPr>
              <p:nvPr/>
            </p:nvSpPr>
            <p:spPr bwMode="auto">
              <a:xfrm>
                <a:off x="323" y="1004"/>
                <a:ext cx="871" cy="225"/>
              </a:xfrm>
              <a:prstGeom prst="rect">
                <a:avLst/>
              </a:prstGeom>
              <a:solidFill>
                <a:schemeClr val="bg1">
                  <a:lumMod val="75000"/>
                </a:schemeClr>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4" name="Rectangle 93">
                <a:extLst>
                  <a:ext uri="{FF2B5EF4-FFF2-40B4-BE49-F238E27FC236}">
                    <a16:creationId xmlns:a16="http://schemas.microsoft.com/office/drawing/2014/main" id="{1B2C7640-D539-9344-A812-A544BBE81F3D}"/>
                  </a:ext>
                </a:extLst>
              </p:cNvPr>
              <p:cNvSpPr>
                <a:spLocks noChangeArrowheads="1"/>
              </p:cNvSpPr>
              <p:nvPr/>
            </p:nvSpPr>
            <p:spPr bwMode="auto">
              <a:xfrm>
                <a:off x="393" y="1073"/>
                <a:ext cx="57" cy="57"/>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5" name="Rectangle 94">
                <a:extLst>
                  <a:ext uri="{FF2B5EF4-FFF2-40B4-BE49-F238E27FC236}">
                    <a16:creationId xmlns:a16="http://schemas.microsoft.com/office/drawing/2014/main" id="{575359A2-2620-6041-9836-24D2493EA9B6}"/>
                  </a:ext>
                </a:extLst>
              </p:cNvPr>
              <p:cNvSpPr>
                <a:spLocks noChangeArrowheads="1"/>
              </p:cNvSpPr>
              <p:nvPr/>
            </p:nvSpPr>
            <p:spPr bwMode="auto">
              <a:xfrm>
                <a:off x="467" y="1073"/>
                <a:ext cx="56" cy="57"/>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6" name="Rectangle 95">
                <a:extLst>
                  <a:ext uri="{FF2B5EF4-FFF2-40B4-BE49-F238E27FC236}">
                    <a16:creationId xmlns:a16="http://schemas.microsoft.com/office/drawing/2014/main" id="{E5B3B553-893B-584E-8E61-7820A60B1217}"/>
                  </a:ext>
                </a:extLst>
              </p:cNvPr>
              <p:cNvSpPr>
                <a:spLocks noChangeArrowheads="1"/>
              </p:cNvSpPr>
              <p:nvPr/>
            </p:nvSpPr>
            <p:spPr bwMode="auto">
              <a:xfrm>
                <a:off x="541" y="1071"/>
                <a:ext cx="56" cy="5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9" name="Rectangle 96">
                <a:extLst>
                  <a:ext uri="{FF2B5EF4-FFF2-40B4-BE49-F238E27FC236}">
                    <a16:creationId xmlns:a16="http://schemas.microsoft.com/office/drawing/2014/main" id="{828B514D-B09C-D14D-AF7B-ABABEE49BBB4}"/>
                  </a:ext>
                </a:extLst>
              </p:cNvPr>
              <p:cNvSpPr>
                <a:spLocks noChangeArrowheads="1"/>
              </p:cNvSpPr>
              <p:nvPr/>
            </p:nvSpPr>
            <p:spPr bwMode="auto">
              <a:xfrm>
                <a:off x="615" y="1071"/>
                <a:ext cx="56" cy="5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00" name="AutoShape 97">
                <a:extLst>
                  <a:ext uri="{FF2B5EF4-FFF2-40B4-BE49-F238E27FC236}">
                    <a16:creationId xmlns:a16="http://schemas.microsoft.com/office/drawing/2014/main" id="{421771C9-7AD4-CC4C-B3BA-4D57863F16F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8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1" name="Line 102">
              <a:extLst>
                <a:ext uri="{FF2B5EF4-FFF2-40B4-BE49-F238E27FC236}">
                  <a16:creationId xmlns:a16="http://schemas.microsoft.com/office/drawing/2014/main" id="{9BAD5509-6D09-DB44-87DD-29C938B0C840}"/>
                </a:ext>
              </a:extLst>
            </p:cNvPr>
            <p:cNvSpPr>
              <a:spLocks noChangeShapeType="1"/>
            </p:cNvSpPr>
            <p:nvPr/>
          </p:nvSpPr>
          <p:spPr bwMode="auto">
            <a:xfrm flipH="1">
              <a:off x="3361" y="2258"/>
              <a:ext cx="96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Line 104">
              <a:extLst>
                <a:ext uri="{FF2B5EF4-FFF2-40B4-BE49-F238E27FC236}">
                  <a16:creationId xmlns:a16="http://schemas.microsoft.com/office/drawing/2014/main" id="{44F38783-51E9-1F46-8255-A525AF657711}"/>
                </a:ext>
              </a:extLst>
            </p:cNvPr>
            <p:cNvSpPr>
              <a:spLocks noChangeShapeType="1"/>
            </p:cNvSpPr>
            <p:nvPr/>
          </p:nvSpPr>
          <p:spPr bwMode="auto">
            <a:xfrm flipH="1">
              <a:off x="2434" y="2261"/>
              <a:ext cx="288"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Line 116">
            <a:extLst>
              <a:ext uri="{FF2B5EF4-FFF2-40B4-BE49-F238E27FC236}">
                <a16:creationId xmlns:a16="http://schemas.microsoft.com/office/drawing/2014/main" id="{7856E2F5-6F18-C846-8F52-6729FBB66F0E}"/>
              </a:ext>
            </a:extLst>
          </p:cNvPr>
          <p:cNvSpPr>
            <a:spLocks noChangeShapeType="1"/>
          </p:cNvSpPr>
          <p:nvPr/>
        </p:nvSpPr>
        <p:spPr bwMode="auto">
          <a:xfrm flipH="1">
            <a:off x="4306067" y="3845115"/>
            <a:ext cx="822325"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1" name="Group 119">
            <a:extLst>
              <a:ext uri="{FF2B5EF4-FFF2-40B4-BE49-F238E27FC236}">
                <a16:creationId xmlns:a16="http://schemas.microsoft.com/office/drawing/2014/main" id="{EC5DA6E3-3363-1B48-B254-2EBFB5498103}"/>
              </a:ext>
            </a:extLst>
          </p:cNvPr>
          <p:cNvGrpSpPr>
            <a:grpSpLocks/>
          </p:cNvGrpSpPr>
          <p:nvPr/>
        </p:nvGrpSpPr>
        <p:grpSpPr bwMode="auto">
          <a:xfrm>
            <a:off x="3685355" y="3265678"/>
            <a:ext cx="1068387" cy="820737"/>
            <a:chOff x="2967" y="478"/>
            <a:chExt cx="788" cy="625"/>
          </a:xfrm>
        </p:grpSpPr>
        <p:pic>
          <p:nvPicPr>
            <p:cNvPr id="212" name="Picture 120" descr="access_point_stylized_small">
              <a:extLst>
                <a:ext uri="{FF2B5EF4-FFF2-40B4-BE49-F238E27FC236}">
                  <a16:creationId xmlns:a16="http://schemas.microsoft.com/office/drawing/2014/main" id="{C61FCE92-D1E3-EE4A-B69C-DF13FA394A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121" descr="antenna_radiation_stylized">
              <a:extLst>
                <a:ext uri="{FF2B5EF4-FFF2-40B4-BE49-F238E27FC236}">
                  <a16:creationId xmlns:a16="http://schemas.microsoft.com/office/drawing/2014/main" id="{5D07953C-19D0-2E42-9860-0BDAE4B7FA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Line 122">
            <a:extLst>
              <a:ext uri="{FF2B5EF4-FFF2-40B4-BE49-F238E27FC236}">
                <a16:creationId xmlns:a16="http://schemas.microsoft.com/office/drawing/2014/main" id="{BE64F84C-B27F-B442-9E28-B4C0179086AE}"/>
              </a:ext>
            </a:extLst>
          </p:cNvPr>
          <p:cNvSpPr>
            <a:spLocks noChangeShapeType="1"/>
          </p:cNvSpPr>
          <p:nvPr/>
        </p:nvSpPr>
        <p:spPr bwMode="auto">
          <a:xfrm flipH="1" flipV="1">
            <a:off x="5632155" y="3109101"/>
            <a:ext cx="0" cy="46831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5" name="Group 138">
            <a:extLst>
              <a:ext uri="{FF2B5EF4-FFF2-40B4-BE49-F238E27FC236}">
                <a16:creationId xmlns:a16="http://schemas.microsoft.com/office/drawing/2014/main" id="{D742C348-83AB-E741-83A9-DF2ED1BEF85B}"/>
              </a:ext>
            </a:extLst>
          </p:cNvPr>
          <p:cNvGrpSpPr>
            <a:grpSpLocks/>
          </p:cNvGrpSpPr>
          <p:nvPr/>
        </p:nvGrpSpPr>
        <p:grpSpPr bwMode="auto">
          <a:xfrm>
            <a:off x="7196905" y="4084827"/>
            <a:ext cx="2527300" cy="1298574"/>
            <a:chOff x="3355" y="2333"/>
            <a:chExt cx="1592" cy="818"/>
          </a:xfrm>
        </p:grpSpPr>
        <p:sp>
          <p:nvSpPr>
            <p:cNvPr id="216" name="Text Box 39">
              <a:extLst>
                <a:ext uri="{FF2B5EF4-FFF2-40B4-BE49-F238E27FC236}">
                  <a16:creationId xmlns:a16="http://schemas.microsoft.com/office/drawing/2014/main" id="{646A742F-504F-3B40-89FE-C4D20BCCDC37}"/>
                </a:ext>
              </a:extLst>
            </p:cNvPr>
            <p:cNvSpPr txBox="1">
              <a:spLocks noChangeArrowheads="1"/>
            </p:cNvSpPr>
            <p:nvPr/>
          </p:nvSpPr>
          <p:spPr bwMode="auto">
            <a:xfrm>
              <a:off x="3355" y="2934"/>
              <a:ext cx="1592"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cable or DSL modem</a:t>
              </a:r>
            </a:p>
          </p:txBody>
        </p:sp>
        <p:sp>
          <p:nvSpPr>
            <p:cNvPr id="217" name="Line 129">
              <a:extLst>
                <a:ext uri="{FF2B5EF4-FFF2-40B4-BE49-F238E27FC236}">
                  <a16:creationId xmlns:a16="http://schemas.microsoft.com/office/drawing/2014/main" id="{7503FB48-7A18-9847-91A0-679C80B8D223}"/>
                </a:ext>
              </a:extLst>
            </p:cNvPr>
            <p:cNvSpPr>
              <a:spLocks noChangeShapeType="1"/>
            </p:cNvSpPr>
            <p:nvPr/>
          </p:nvSpPr>
          <p:spPr bwMode="auto">
            <a:xfrm>
              <a:off x="3449" y="2333"/>
              <a:ext cx="0" cy="59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Group 139">
            <a:extLst>
              <a:ext uri="{FF2B5EF4-FFF2-40B4-BE49-F238E27FC236}">
                <a16:creationId xmlns:a16="http://schemas.microsoft.com/office/drawing/2014/main" id="{D1281F21-D2B1-9B46-8003-6AB257C40294}"/>
              </a:ext>
            </a:extLst>
          </p:cNvPr>
          <p:cNvGrpSpPr>
            <a:grpSpLocks/>
          </p:cNvGrpSpPr>
          <p:nvPr/>
        </p:nvGrpSpPr>
        <p:grpSpPr bwMode="auto">
          <a:xfrm>
            <a:off x="5931667" y="4076891"/>
            <a:ext cx="2593975" cy="1811338"/>
            <a:chOff x="2558" y="2328"/>
            <a:chExt cx="1634" cy="1141"/>
          </a:xfrm>
        </p:grpSpPr>
        <p:sp>
          <p:nvSpPr>
            <p:cNvPr id="219" name="Text Box 39">
              <a:extLst>
                <a:ext uri="{FF2B5EF4-FFF2-40B4-BE49-F238E27FC236}">
                  <a16:creationId xmlns:a16="http://schemas.microsoft.com/office/drawing/2014/main" id="{F6831A30-ACB5-104B-98AE-925BD43DD76C}"/>
                </a:ext>
              </a:extLst>
            </p:cNvPr>
            <p:cNvSpPr txBox="1">
              <a:spLocks noChangeArrowheads="1"/>
            </p:cNvSpPr>
            <p:nvPr/>
          </p:nvSpPr>
          <p:spPr bwMode="auto">
            <a:xfrm>
              <a:off x="2558" y="3252"/>
              <a:ext cx="1634" cy="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 firewall, NAT</a:t>
              </a:r>
            </a:p>
          </p:txBody>
        </p:sp>
        <p:sp>
          <p:nvSpPr>
            <p:cNvPr id="220" name="Line 133">
              <a:extLst>
                <a:ext uri="{FF2B5EF4-FFF2-40B4-BE49-F238E27FC236}">
                  <a16:creationId xmlns:a16="http://schemas.microsoft.com/office/drawing/2014/main" id="{DABF8E2E-008F-544C-BCD6-751130DFA4C1}"/>
                </a:ext>
              </a:extLst>
            </p:cNvPr>
            <p:cNvSpPr>
              <a:spLocks noChangeShapeType="1"/>
            </p:cNvSpPr>
            <p:nvPr/>
          </p:nvSpPr>
          <p:spPr bwMode="auto">
            <a:xfrm>
              <a:off x="2645" y="2328"/>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1" name="Group 141">
            <a:extLst>
              <a:ext uri="{FF2B5EF4-FFF2-40B4-BE49-F238E27FC236}">
                <a16:creationId xmlns:a16="http://schemas.microsoft.com/office/drawing/2014/main" id="{49F7E4B1-9167-8448-9366-611119FFC227}"/>
              </a:ext>
            </a:extLst>
          </p:cNvPr>
          <p:cNvGrpSpPr>
            <a:grpSpLocks/>
          </p:cNvGrpSpPr>
          <p:nvPr/>
        </p:nvGrpSpPr>
        <p:grpSpPr bwMode="auto">
          <a:xfrm>
            <a:off x="5476055" y="4957952"/>
            <a:ext cx="2927350" cy="1425205"/>
            <a:chOff x="2062" y="2532"/>
            <a:chExt cx="1844" cy="1239"/>
          </a:xfrm>
        </p:grpSpPr>
        <p:sp>
          <p:nvSpPr>
            <p:cNvPr id="222" name="Line 134">
              <a:extLst>
                <a:ext uri="{FF2B5EF4-FFF2-40B4-BE49-F238E27FC236}">
                  <a16:creationId xmlns:a16="http://schemas.microsoft.com/office/drawing/2014/main" id="{30BA4B16-BA39-F546-81EE-7C093F7618F7}"/>
                </a:ext>
              </a:extLst>
            </p:cNvPr>
            <p:cNvSpPr>
              <a:spLocks noChangeShapeType="1"/>
            </p:cNvSpPr>
            <p:nvPr/>
          </p:nvSpPr>
          <p:spPr bwMode="auto">
            <a:xfrm>
              <a:off x="2064" y="2532"/>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Text Box 39">
              <a:extLst>
                <a:ext uri="{FF2B5EF4-FFF2-40B4-BE49-F238E27FC236}">
                  <a16:creationId xmlns:a16="http://schemas.microsoft.com/office/drawing/2014/main" id="{A8AAE27C-6F91-8745-B8A0-54C5B6F4E41E}"/>
                </a:ext>
              </a:extLst>
            </p:cNvPr>
            <p:cNvSpPr txBox="1">
              <a:spLocks noChangeArrowheads="1"/>
            </p:cNvSpPr>
            <p:nvPr/>
          </p:nvSpPr>
          <p:spPr bwMode="auto">
            <a:xfrm>
              <a:off x="2062" y="3471"/>
              <a:ext cx="1844"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wired Ethernet (1 Gbps)</a:t>
              </a:r>
            </a:p>
          </p:txBody>
        </p:sp>
      </p:grpSp>
      <p:grpSp>
        <p:nvGrpSpPr>
          <p:cNvPr id="224" name="Group 140">
            <a:extLst>
              <a:ext uri="{FF2B5EF4-FFF2-40B4-BE49-F238E27FC236}">
                <a16:creationId xmlns:a16="http://schemas.microsoft.com/office/drawing/2014/main" id="{712546AE-4EB8-8246-8F62-5C8ACD7A1157}"/>
              </a:ext>
            </a:extLst>
          </p:cNvPr>
          <p:cNvGrpSpPr>
            <a:grpSpLocks/>
          </p:cNvGrpSpPr>
          <p:nvPr/>
        </p:nvGrpSpPr>
        <p:grpSpPr bwMode="auto">
          <a:xfrm>
            <a:off x="1907355" y="4107051"/>
            <a:ext cx="2354262" cy="2103436"/>
            <a:chOff x="23" y="2347"/>
            <a:chExt cx="1483" cy="1325"/>
          </a:xfrm>
        </p:grpSpPr>
        <p:sp>
          <p:nvSpPr>
            <p:cNvPr id="225" name="Line 136">
              <a:extLst>
                <a:ext uri="{FF2B5EF4-FFF2-40B4-BE49-F238E27FC236}">
                  <a16:creationId xmlns:a16="http://schemas.microsoft.com/office/drawing/2014/main" id="{826E64FA-8748-A443-9DDC-23B3930BBDD2}"/>
                </a:ext>
              </a:extLst>
            </p:cNvPr>
            <p:cNvSpPr>
              <a:spLocks noChangeShapeType="1"/>
            </p:cNvSpPr>
            <p:nvPr/>
          </p:nvSpPr>
          <p:spPr bwMode="auto">
            <a:xfrm>
              <a:off x="1360" y="2347"/>
              <a:ext cx="0" cy="9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Text Box 39">
              <a:extLst>
                <a:ext uri="{FF2B5EF4-FFF2-40B4-BE49-F238E27FC236}">
                  <a16:creationId xmlns:a16="http://schemas.microsoft.com/office/drawing/2014/main" id="{27BB7BBE-95DA-E14B-98DC-638CE33FCD11}"/>
                </a:ext>
              </a:extLst>
            </p:cNvPr>
            <p:cNvSpPr txBox="1">
              <a:spLocks noChangeArrowheads="1"/>
            </p:cNvSpPr>
            <p:nvPr/>
          </p:nvSpPr>
          <p:spPr bwMode="auto">
            <a:xfrm>
              <a:off x="23" y="3300"/>
              <a:ext cx="1483"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WiFi wireless access </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point (54, 450 Mbps)</a:t>
              </a:r>
            </a:p>
          </p:txBody>
        </p:sp>
      </p:grpSp>
      <p:sp>
        <p:nvSpPr>
          <p:cNvPr id="227" name="Text Box 142">
            <a:extLst>
              <a:ext uri="{FF2B5EF4-FFF2-40B4-BE49-F238E27FC236}">
                <a16:creationId xmlns:a16="http://schemas.microsoft.com/office/drawing/2014/main" id="{E0D602B7-3D10-644F-A082-4AD00685B939}"/>
              </a:ext>
            </a:extLst>
          </p:cNvPr>
          <p:cNvSpPr txBox="1">
            <a:spLocks noChangeArrowheads="1"/>
          </p:cNvSpPr>
          <p:nvPr/>
        </p:nvSpPr>
        <p:spPr bwMode="auto">
          <a:xfrm>
            <a:off x="2285961" y="1599824"/>
            <a:ext cx="256987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Wireless and wired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a:t>
            </a:r>
          </a:p>
        </p:txBody>
      </p:sp>
      <p:grpSp>
        <p:nvGrpSpPr>
          <p:cNvPr id="228" name="Group 143">
            <a:extLst>
              <a:ext uri="{FF2B5EF4-FFF2-40B4-BE49-F238E27FC236}">
                <a16:creationId xmlns:a16="http://schemas.microsoft.com/office/drawing/2014/main" id="{9AA4B710-3339-A346-9EC7-A09E554F6751}"/>
              </a:ext>
            </a:extLst>
          </p:cNvPr>
          <p:cNvGrpSpPr>
            <a:grpSpLocks/>
          </p:cNvGrpSpPr>
          <p:nvPr/>
        </p:nvGrpSpPr>
        <p:grpSpPr bwMode="auto">
          <a:xfrm>
            <a:off x="3255142" y="2335403"/>
            <a:ext cx="733425" cy="758825"/>
            <a:chOff x="2751" y="1851"/>
            <a:chExt cx="462" cy="478"/>
          </a:xfrm>
        </p:grpSpPr>
        <p:pic>
          <p:nvPicPr>
            <p:cNvPr id="229" name="Picture 144" descr="iphone_stylized_small">
              <a:extLst>
                <a:ext uri="{FF2B5EF4-FFF2-40B4-BE49-F238E27FC236}">
                  <a16:creationId xmlns:a16="http://schemas.microsoft.com/office/drawing/2014/main" id="{41513B1D-08CB-D742-8152-CA81640B606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45" descr="antenna_radiation_stylized">
              <a:extLst>
                <a:ext uri="{FF2B5EF4-FFF2-40B4-BE49-F238E27FC236}">
                  <a16:creationId xmlns:a16="http://schemas.microsoft.com/office/drawing/2014/main" id="{F159AFE2-B4D2-464C-84AA-CF64E1E833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1" name="Line 146">
            <a:extLst>
              <a:ext uri="{FF2B5EF4-FFF2-40B4-BE49-F238E27FC236}">
                <a16:creationId xmlns:a16="http://schemas.microsoft.com/office/drawing/2014/main" id="{6BA2DD01-EC8E-9945-A63F-E69A2B22C129}"/>
              </a:ext>
            </a:extLst>
          </p:cNvPr>
          <p:cNvSpPr>
            <a:spLocks noChangeShapeType="1"/>
          </p:cNvSpPr>
          <p:nvPr/>
        </p:nvSpPr>
        <p:spPr bwMode="auto">
          <a:xfrm>
            <a:off x="5632155" y="4054099"/>
            <a:ext cx="2" cy="2251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Oval 147">
            <a:extLst>
              <a:ext uri="{FF2B5EF4-FFF2-40B4-BE49-F238E27FC236}">
                <a16:creationId xmlns:a16="http://schemas.microsoft.com/office/drawing/2014/main" id="{F04BCE9C-46F3-6345-9348-15575C0EFC92}"/>
              </a:ext>
            </a:extLst>
          </p:cNvPr>
          <p:cNvSpPr>
            <a:spLocks noChangeArrowheads="1"/>
          </p:cNvSpPr>
          <p:nvPr/>
        </p:nvSpPr>
        <p:spPr bwMode="auto">
          <a:xfrm>
            <a:off x="3151955" y="3382613"/>
            <a:ext cx="4895850" cy="810170"/>
          </a:xfrm>
          <a:prstGeom prst="ellipse">
            <a:avLst/>
          </a:prstGeom>
          <a:noFill/>
          <a:ln w="19050">
            <a:solidFill>
              <a:srgbClr val="CC0000"/>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3" name="Group 150">
            <a:extLst>
              <a:ext uri="{FF2B5EF4-FFF2-40B4-BE49-F238E27FC236}">
                <a16:creationId xmlns:a16="http://schemas.microsoft.com/office/drawing/2014/main" id="{1BFB59FB-B949-4343-8746-FA556294EC0E}"/>
              </a:ext>
            </a:extLst>
          </p:cNvPr>
          <p:cNvGrpSpPr>
            <a:grpSpLocks/>
          </p:cNvGrpSpPr>
          <p:nvPr/>
        </p:nvGrpSpPr>
        <p:grpSpPr bwMode="auto">
          <a:xfrm>
            <a:off x="1907354" y="3913382"/>
            <a:ext cx="1730376" cy="774701"/>
            <a:chOff x="23" y="2225"/>
            <a:chExt cx="1090" cy="488"/>
          </a:xfrm>
        </p:grpSpPr>
        <p:sp>
          <p:nvSpPr>
            <p:cNvPr id="234" name="Text Box 148">
              <a:extLst>
                <a:ext uri="{FF2B5EF4-FFF2-40B4-BE49-F238E27FC236}">
                  <a16:creationId xmlns:a16="http://schemas.microsoft.com/office/drawing/2014/main" id="{2847F148-6A2D-A24E-9C3A-CB4657150AC4}"/>
                </a:ext>
              </a:extLst>
            </p:cNvPr>
            <p:cNvSpPr txBox="1">
              <a:spLocks noChangeArrowheads="1"/>
            </p:cNvSpPr>
            <p:nvPr/>
          </p:nvSpPr>
          <p:spPr bwMode="auto">
            <a:xfrm>
              <a:off x="23" y="2357"/>
              <a:ext cx="109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combined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 single box</a:t>
              </a:r>
            </a:p>
          </p:txBody>
        </p:sp>
        <p:sp>
          <p:nvSpPr>
            <p:cNvPr id="235" name="Line 149">
              <a:extLst>
                <a:ext uri="{FF2B5EF4-FFF2-40B4-BE49-F238E27FC236}">
                  <a16:creationId xmlns:a16="http://schemas.microsoft.com/office/drawing/2014/main" id="{791A7321-82EF-304E-8F5B-C7B5BF553FDE}"/>
                </a:ext>
              </a:extLst>
            </p:cNvPr>
            <p:cNvSpPr>
              <a:spLocks noChangeShapeType="1"/>
            </p:cNvSpPr>
            <p:nvPr/>
          </p:nvSpPr>
          <p:spPr bwMode="auto">
            <a:xfrm flipV="1">
              <a:off x="590" y="2225"/>
              <a:ext cx="238" cy="1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6" name="Group 151">
            <a:extLst>
              <a:ext uri="{FF2B5EF4-FFF2-40B4-BE49-F238E27FC236}">
                <a16:creationId xmlns:a16="http://schemas.microsoft.com/office/drawing/2014/main" id="{CAC24AE8-8B01-2646-892D-B47CEA005DE7}"/>
              </a:ext>
            </a:extLst>
          </p:cNvPr>
          <p:cNvGrpSpPr>
            <a:grpSpLocks/>
          </p:cNvGrpSpPr>
          <p:nvPr/>
        </p:nvGrpSpPr>
        <p:grpSpPr bwMode="auto">
          <a:xfrm>
            <a:off x="4250505" y="1948053"/>
            <a:ext cx="954087" cy="1027112"/>
            <a:chOff x="877" y="1008"/>
            <a:chExt cx="2747" cy="2591"/>
          </a:xfrm>
        </p:grpSpPr>
        <p:pic>
          <p:nvPicPr>
            <p:cNvPr id="237" name="Picture 152" descr="antenna_stylized">
              <a:extLst>
                <a:ext uri="{FF2B5EF4-FFF2-40B4-BE49-F238E27FC236}">
                  <a16:creationId xmlns:a16="http://schemas.microsoft.com/office/drawing/2014/main" id="{1BE3B9ED-47B2-614A-9C09-F039CFE3A1A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153" descr="laptop_keyboard">
              <a:extLst>
                <a:ext uri="{FF2B5EF4-FFF2-40B4-BE49-F238E27FC236}">
                  <a16:creationId xmlns:a16="http://schemas.microsoft.com/office/drawing/2014/main" id="{195E45EA-7733-D744-B06F-ACC6D6D56D7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154">
              <a:extLst>
                <a:ext uri="{FF2B5EF4-FFF2-40B4-BE49-F238E27FC236}">
                  <a16:creationId xmlns:a16="http://schemas.microsoft.com/office/drawing/2014/main" id="{F01194AD-C0B6-BD40-8B0C-95F73DDCEB5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0" name="Picture 155" descr="screen">
              <a:extLst>
                <a:ext uri="{FF2B5EF4-FFF2-40B4-BE49-F238E27FC236}">
                  <a16:creationId xmlns:a16="http://schemas.microsoft.com/office/drawing/2014/main" id="{5AA702A9-39D0-0F44-9DAA-746AF6B659A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56">
              <a:extLst>
                <a:ext uri="{FF2B5EF4-FFF2-40B4-BE49-F238E27FC236}">
                  <a16:creationId xmlns:a16="http://schemas.microsoft.com/office/drawing/2014/main" id="{68A5CCA6-333E-7140-BA3D-1173FFD240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57">
              <a:extLst>
                <a:ext uri="{FF2B5EF4-FFF2-40B4-BE49-F238E27FC236}">
                  <a16:creationId xmlns:a16="http://schemas.microsoft.com/office/drawing/2014/main" id="{C4A8539F-1084-394E-A596-C0B374A3C39C}"/>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58">
              <a:extLst>
                <a:ext uri="{FF2B5EF4-FFF2-40B4-BE49-F238E27FC236}">
                  <a16:creationId xmlns:a16="http://schemas.microsoft.com/office/drawing/2014/main" id="{C76F3FE2-141C-1D47-A04F-56C430C21F5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59">
              <a:extLst>
                <a:ext uri="{FF2B5EF4-FFF2-40B4-BE49-F238E27FC236}">
                  <a16:creationId xmlns:a16="http://schemas.microsoft.com/office/drawing/2014/main" id="{7AC362EC-1B99-534E-95D8-5A24FAF24D0D}"/>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60">
              <a:extLst>
                <a:ext uri="{FF2B5EF4-FFF2-40B4-BE49-F238E27FC236}">
                  <a16:creationId xmlns:a16="http://schemas.microsoft.com/office/drawing/2014/main" id="{84D8536F-497F-2D44-8E01-C75CAE459AA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61">
              <a:extLst>
                <a:ext uri="{FF2B5EF4-FFF2-40B4-BE49-F238E27FC236}">
                  <a16:creationId xmlns:a16="http://schemas.microsoft.com/office/drawing/2014/main" id="{01A5853F-2286-F74E-9472-2D882E49159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7" name="Group 162">
              <a:extLst>
                <a:ext uri="{FF2B5EF4-FFF2-40B4-BE49-F238E27FC236}">
                  <a16:creationId xmlns:a16="http://schemas.microsoft.com/office/drawing/2014/main" id="{FC372C7C-5EC9-9544-AA74-D69BBB0D1A5F}"/>
                </a:ext>
              </a:extLst>
            </p:cNvPr>
            <p:cNvGrpSpPr>
              <a:grpSpLocks/>
            </p:cNvGrpSpPr>
            <p:nvPr/>
          </p:nvGrpSpPr>
          <p:grpSpPr bwMode="auto">
            <a:xfrm>
              <a:off x="1709" y="3008"/>
              <a:ext cx="507" cy="234"/>
              <a:chOff x="1740" y="2642"/>
              <a:chExt cx="752" cy="327"/>
            </a:xfrm>
          </p:grpSpPr>
          <p:sp>
            <p:nvSpPr>
              <p:cNvPr id="254" name="Freeform 163">
                <a:extLst>
                  <a:ext uri="{FF2B5EF4-FFF2-40B4-BE49-F238E27FC236}">
                    <a16:creationId xmlns:a16="http://schemas.microsoft.com/office/drawing/2014/main" id="{856C9B59-FB1D-C848-9140-35A178B5022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64">
                <a:extLst>
                  <a:ext uri="{FF2B5EF4-FFF2-40B4-BE49-F238E27FC236}">
                    <a16:creationId xmlns:a16="http://schemas.microsoft.com/office/drawing/2014/main" id="{7094626E-365E-9A43-BD33-797126F012D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65">
                <a:extLst>
                  <a:ext uri="{FF2B5EF4-FFF2-40B4-BE49-F238E27FC236}">
                    <a16:creationId xmlns:a16="http://schemas.microsoft.com/office/drawing/2014/main" id="{B40F99D7-58E8-E040-B1F5-A267B2B3D15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66">
                <a:extLst>
                  <a:ext uri="{FF2B5EF4-FFF2-40B4-BE49-F238E27FC236}">
                    <a16:creationId xmlns:a16="http://schemas.microsoft.com/office/drawing/2014/main" id="{54B36EFA-A40E-3349-9364-BEF869A6C27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67">
                <a:extLst>
                  <a:ext uri="{FF2B5EF4-FFF2-40B4-BE49-F238E27FC236}">
                    <a16:creationId xmlns:a16="http://schemas.microsoft.com/office/drawing/2014/main" id="{72B5FEE0-627E-2A44-A802-F468CAA77A4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68">
                <a:extLst>
                  <a:ext uri="{FF2B5EF4-FFF2-40B4-BE49-F238E27FC236}">
                    <a16:creationId xmlns:a16="http://schemas.microsoft.com/office/drawing/2014/main" id="{64E86AD2-B652-474E-8F8E-4BEE5805551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8" name="Freeform 169">
              <a:extLst>
                <a:ext uri="{FF2B5EF4-FFF2-40B4-BE49-F238E27FC236}">
                  <a16:creationId xmlns:a16="http://schemas.microsoft.com/office/drawing/2014/main" id="{14152147-A3DF-4443-82CD-24E6A7B886B9}"/>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70">
              <a:extLst>
                <a:ext uri="{FF2B5EF4-FFF2-40B4-BE49-F238E27FC236}">
                  <a16:creationId xmlns:a16="http://schemas.microsoft.com/office/drawing/2014/main" id="{77E7A1C9-A3D9-AA47-AF22-8859F248BB01}"/>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71">
              <a:extLst>
                <a:ext uri="{FF2B5EF4-FFF2-40B4-BE49-F238E27FC236}">
                  <a16:creationId xmlns:a16="http://schemas.microsoft.com/office/drawing/2014/main" id="{9364745C-5427-5047-A89F-23E558404326}"/>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72">
              <a:extLst>
                <a:ext uri="{FF2B5EF4-FFF2-40B4-BE49-F238E27FC236}">
                  <a16:creationId xmlns:a16="http://schemas.microsoft.com/office/drawing/2014/main" id="{32386009-1275-DE49-9140-E7500A951C37}"/>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73">
              <a:extLst>
                <a:ext uri="{FF2B5EF4-FFF2-40B4-BE49-F238E27FC236}">
                  <a16:creationId xmlns:a16="http://schemas.microsoft.com/office/drawing/2014/main" id="{87F49C34-B4C6-FA43-AA66-542D1E995D3A}"/>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74">
              <a:extLst>
                <a:ext uri="{FF2B5EF4-FFF2-40B4-BE49-F238E27FC236}">
                  <a16:creationId xmlns:a16="http://schemas.microsoft.com/office/drawing/2014/main" id="{FEA4386D-E8CF-1A45-8AFD-BA52E4034AEE}"/>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0" name="Group 175">
            <a:extLst>
              <a:ext uri="{FF2B5EF4-FFF2-40B4-BE49-F238E27FC236}">
                <a16:creationId xmlns:a16="http://schemas.microsoft.com/office/drawing/2014/main" id="{B6936DC6-44F7-CB40-83FE-8A8E8F6B6953}"/>
              </a:ext>
            </a:extLst>
          </p:cNvPr>
          <p:cNvGrpSpPr>
            <a:grpSpLocks/>
          </p:cNvGrpSpPr>
          <p:nvPr/>
        </p:nvGrpSpPr>
        <p:grpSpPr bwMode="auto">
          <a:xfrm>
            <a:off x="5020442" y="2413190"/>
            <a:ext cx="1123950" cy="862013"/>
            <a:chOff x="-44" y="1473"/>
            <a:chExt cx="981" cy="1105"/>
          </a:xfrm>
        </p:grpSpPr>
        <p:pic>
          <p:nvPicPr>
            <p:cNvPr id="261" name="Picture 176" descr="desktop_computer_stylized_medium">
              <a:extLst>
                <a:ext uri="{FF2B5EF4-FFF2-40B4-BE49-F238E27FC236}">
                  <a16:creationId xmlns:a16="http://schemas.microsoft.com/office/drawing/2014/main" id="{DD8A088B-92B7-C94B-A78B-C7EEF5CC928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177">
              <a:extLst>
                <a:ext uri="{FF2B5EF4-FFF2-40B4-BE49-F238E27FC236}">
                  <a16:creationId xmlns:a16="http://schemas.microsoft.com/office/drawing/2014/main" id="{6BA9B84C-C884-674B-BC10-7591CA428A4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3" name="Group 178">
            <a:extLst>
              <a:ext uri="{FF2B5EF4-FFF2-40B4-BE49-F238E27FC236}">
                <a16:creationId xmlns:a16="http://schemas.microsoft.com/office/drawing/2014/main" id="{CA75072E-ACB4-2742-82C6-C3324A921E2D}"/>
              </a:ext>
            </a:extLst>
          </p:cNvPr>
          <p:cNvGrpSpPr>
            <a:grpSpLocks/>
          </p:cNvGrpSpPr>
          <p:nvPr/>
        </p:nvGrpSpPr>
        <p:grpSpPr bwMode="auto">
          <a:xfrm>
            <a:off x="4961705" y="4219765"/>
            <a:ext cx="849312" cy="712788"/>
            <a:chOff x="-44" y="1473"/>
            <a:chExt cx="981" cy="1105"/>
          </a:xfrm>
        </p:grpSpPr>
        <p:pic>
          <p:nvPicPr>
            <p:cNvPr id="264" name="Picture 179" descr="desktop_computer_stylized_medium">
              <a:extLst>
                <a:ext uri="{FF2B5EF4-FFF2-40B4-BE49-F238E27FC236}">
                  <a16:creationId xmlns:a16="http://schemas.microsoft.com/office/drawing/2014/main" id="{00E678F0-099F-6844-9F36-4E5530807C4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180">
              <a:extLst>
                <a:ext uri="{FF2B5EF4-FFF2-40B4-BE49-F238E27FC236}">
                  <a16:creationId xmlns:a16="http://schemas.microsoft.com/office/drawing/2014/main" id="{3F89BBB2-AF47-CE4F-8BCA-113B5761032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6" name="Group 98">
            <a:extLst>
              <a:ext uri="{FF2B5EF4-FFF2-40B4-BE49-F238E27FC236}">
                <a16:creationId xmlns:a16="http://schemas.microsoft.com/office/drawing/2014/main" id="{A3DA2B28-D9C2-BC43-A42F-30A066AEF6C2}"/>
              </a:ext>
            </a:extLst>
          </p:cNvPr>
          <p:cNvGrpSpPr>
            <a:grpSpLocks/>
          </p:cNvGrpSpPr>
          <p:nvPr/>
        </p:nvGrpSpPr>
        <p:grpSpPr bwMode="auto">
          <a:xfrm>
            <a:off x="6357117" y="2089340"/>
            <a:ext cx="958850" cy="1276350"/>
            <a:chOff x="5806938" y="3011924"/>
            <a:chExt cx="347997" cy="396620"/>
          </a:xfrm>
        </p:grpSpPr>
        <p:pic>
          <p:nvPicPr>
            <p:cNvPr id="267" name="Picture 101" descr="fridge2.png">
              <a:extLst>
                <a:ext uri="{FF2B5EF4-FFF2-40B4-BE49-F238E27FC236}">
                  <a16:creationId xmlns:a16="http://schemas.microsoft.com/office/drawing/2014/main" id="{59D46EB5-E84A-B84C-A47E-A7F91543AE71}"/>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5906702" y="30715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 name="Picture 1115" descr="antenna_stylized">
              <a:extLst>
                <a:ext uri="{FF2B5EF4-FFF2-40B4-BE49-F238E27FC236}">
                  <a16:creationId xmlns:a16="http://schemas.microsoft.com/office/drawing/2014/main" id="{8EEB311B-0E27-4240-8EBE-6A91CB84D837}"/>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6938" y="30119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1" name="Group 280">
            <a:extLst>
              <a:ext uri="{FF2B5EF4-FFF2-40B4-BE49-F238E27FC236}">
                <a16:creationId xmlns:a16="http://schemas.microsoft.com/office/drawing/2014/main" id="{37A8C1F2-8D7B-3045-B15A-5DB56AB82DFE}"/>
              </a:ext>
            </a:extLst>
          </p:cNvPr>
          <p:cNvGrpSpPr/>
          <p:nvPr/>
        </p:nvGrpSpPr>
        <p:grpSpPr>
          <a:xfrm>
            <a:off x="5059243" y="3529374"/>
            <a:ext cx="1192203" cy="583857"/>
            <a:chOff x="7493876" y="2774731"/>
            <a:chExt cx="1481958" cy="894622"/>
          </a:xfrm>
        </p:grpSpPr>
        <p:sp>
          <p:nvSpPr>
            <p:cNvPr id="282" name="Freeform 281">
              <a:extLst>
                <a:ext uri="{FF2B5EF4-FFF2-40B4-BE49-F238E27FC236}">
                  <a16:creationId xmlns:a16="http://schemas.microsoft.com/office/drawing/2014/main" id="{B49BEC54-DEA5-CA4E-B957-C65E2CEC65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3" name="Oval 282">
              <a:extLst>
                <a:ext uri="{FF2B5EF4-FFF2-40B4-BE49-F238E27FC236}">
                  <a16:creationId xmlns:a16="http://schemas.microsoft.com/office/drawing/2014/main" id="{0B80E2CA-F9B2-6349-BC4E-75B4DCD9E3A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4" name="Group 283">
              <a:extLst>
                <a:ext uri="{FF2B5EF4-FFF2-40B4-BE49-F238E27FC236}">
                  <a16:creationId xmlns:a16="http://schemas.microsoft.com/office/drawing/2014/main" id="{C588090F-19FF-6E4C-84BC-12D7596DA014}"/>
                </a:ext>
              </a:extLst>
            </p:cNvPr>
            <p:cNvGrpSpPr/>
            <p:nvPr/>
          </p:nvGrpSpPr>
          <p:grpSpPr>
            <a:xfrm>
              <a:off x="7713663" y="2848339"/>
              <a:ext cx="1042107" cy="425543"/>
              <a:chOff x="7786941" y="2884917"/>
              <a:chExt cx="897649" cy="353919"/>
            </a:xfrm>
          </p:grpSpPr>
          <p:sp>
            <p:nvSpPr>
              <p:cNvPr id="285" name="Freeform 284">
                <a:extLst>
                  <a:ext uri="{FF2B5EF4-FFF2-40B4-BE49-F238E27FC236}">
                    <a16:creationId xmlns:a16="http://schemas.microsoft.com/office/drawing/2014/main" id="{BABB54BB-EBB6-9142-9753-E527BC1E910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3E0E4E3B-AF65-094E-8217-883961A8DB2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7" name="Freeform 286">
                <a:extLst>
                  <a:ext uri="{FF2B5EF4-FFF2-40B4-BE49-F238E27FC236}">
                    <a16:creationId xmlns:a16="http://schemas.microsoft.com/office/drawing/2014/main" id="{9546C5AA-74FA-3A42-86B2-47124A8C6E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F09D7B5-E321-AD40-818B-AD357E78BC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3" name="Slide Number Placeholder 5">
            <a:extLst>
              <a:ext uri="{FF2B5EF4-FFF2-40B4-BE49-F238E27FC236}">
                <a16:creationId xmlns:a16="http://schemas.microsoft.com/office/drawing/2014/main" id="{9949E408-613C-0D4F-9EA9-41A0BFE4E599}"/>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17</a:t>
            </a:fld>
            <a:endParaRPr lang="en-US" dirty="0"/>
          </a:p>
        </p:txBody>
      </p:sp>
    </p:spTree>
    <p:extLst>
      <p:ext uri="{BB962C8B-B14F-4D97-AF65-F5344CB8AC3E}">
        <p14:creationId xmlns:p14="http://schemas.microsoft.com/office/powerpoint/2010/main" val="972422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dissolve">
                                      <p:cBhvr>
                                        <p:cTn id="7" dur="5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gtEl>
                                        <p:attrNameLst>
                                          <p:attrName>style.visibility</p:attrName>
                                        </p:attrNameLst>
                                      </p:cBhvr>
                                      <p:to>
                                        <p:strVal val="visible"/>
                                      </p:to>
                                    </p:set>
                                    <p:animEffect transition="in" filter="dissolve">
                                      <p:cBhvr>
                                        <p:cTn id="12" dur="500"/>
                                        <p:tgtEl>
                                          <p:spTgt spid="21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18"/>
                                        </p:tgtEl>
                                        <p:attrNameLst>
                                          <p:attrName>style.visibility</p:attrName>
                                        </p:attrNameLst>
                                      </p:cBhvr>
                                      <p:to>
                                        <p:strVal val="visible"/>
                                      </p:to>
                                    </p:set>
                                    <p:animEffect transition="in" filter="dissolve">
                                      <p:cBhvr>
                                        <p:cTn id="17" dur="500"/>
                                        <p:tgtEl>
                                          <p:spTgt spid="2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1"/>
                                        </p:tgtEl>
                                        <p:attrNameLst>
                                          <p:attrName>style.visibility</p:attrName>
                                        </p:attrNameLst>
                                      </p:cBhvr>
                                      <p:to>
                                        <p:strVal val="visible"/>
                                      </p:to>
                                    </p:set>
                                    <p:animEffect transition="in" filter="dissolve">
                                      <p:cBhvr>
                                        <p:cTn id="22" dur="500"/>
                                        <p:tgtEl>
                                          <p:spTgt spid="2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24"/>
                                        </p:tgtEl>
                                        <p:attrNameLst>
                                          <p:attrName>style.visibility</p:attrName>
                                        </p:attrNameLst>
                                      </p:cBhvr>
                                      <p:to>
                                        <p:strVal val="visible"/>
                                      </p:to>
                                    </p:set>
                                    <p:animEffect transition="in" filter="dissolve">
                                      <p:cBhvr>
                                        <p:cTn id="27" dur="500"/>
                                        <p:tgtEl>
                                          <p:spTgt spid="22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2"/>
                                        </p:tgtEl>
                                        <p:attrNameLst>
                                          <p:attrName>style.visibility</p:attrName>
                                        </p:attrNameLst>
                                      </p:cBhvr>
                                      <p:to>
                                        <p:strVal val="visible"/>
                                      </p:to>
                                    </p:set>
                                    <p:animEffect transition="in" filter="dissolve">
                                      <p:cBhvr>
                                        <p:cTn id="32" dur="500"/>
                                        <p:tgtEl>
                                          <p:spTgt spid="232"/>
                                        </p:tgtEl>
                                      </p:cBhvr>
                                    </p:animEffect>
                                  </p:childTnLst>
                                </p:cTn>
                              </p:par>
                              <p:par>
                                <p:cTn id="33" presetID="9" presetClass="entr" presetSubtype="0" fill="hold" nodeType="withEffect">
                                  <p:stCondLst>
                                    <p:cond delay="0"/>
                                  </p:stCondLst>
                                  <p:childTnLst>
                                    <p:set>
                                      <p:cBhvr>
                                        <p:cTn id="34" dur="1" fill="hold">
                                          <p:stCondLst>
                                            <p:cond delay="0"/>
                                          </p:stCondLst>
                                        </p:cTn>
                                        <p:tgtEl>
                                          <p:spTgt spid="233"/>
                                        </p:tgtEl>
                                        <p:attrNameLst>
                                          <p:attrName>style.visibility</p:attrName>
                                        </p:attrNameLst>
                                      </p:cBhvr>
                                      <p:to>
                                        <p:strVal val="visible"/>
                                      </p:to>
                                    </p:set>
                                    <p:animEffect transition="in" filter="dissolve">
                                      <p:cBhvr>
                                        <p:cTn id="35" dur="500"/>
                                        <p:tgtEl>
                                          <p:spTgt spid="23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27"/>
                                        </p:tgtEl>
                                        <p:attrNameLst>
                                          <p:attrName>style.visibility</p:attrName>
                                        </p:attrNameLst>
                                      </p:cBhvr>
                                      <p:to>
                                        <p:strVal val="visible"/>
                                      </p:to>
                                    </p:set>
                                    <p:animEffect transition="in" filter="dissolve">
                                      <p:cBhvr>
                                        <p:cTn id="40"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p:bldP spid="227" grpId="0"/>
      <p:bldP spid="23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Wireless access networks</a:t>
            </a:r>
            <a:endParaRPr lang="en-US" sz="5400" b="0" dirty="0"/>
          </a:p>
        </p:txBody>
      </p:sp>
      <p:sp>
        <p:nvSpPr>
          <p:cNvPr id="274" name="Rectangle 3">
            <a:extLst>
              <a:ext uri="{FF2B5EF4-FFF2-40B4-BE49-F238E27FC236}">
                <a16:creationId xmlns:a16="http://schemas.microsoft.com/office/drawing/2014/main" id="{C852E311-2B98-3D4D-B5CD-7B58FBE2D507}"/>
              </a:ext>
            </a:extLst>
          </p:cNvPr>
          <p:cNvSpPr txBox="1">
            <a:spLocks noChangeArrowheads="1"/>
          </p:cNvSpPr>
          <p:nvPr/>
        </p:nvSpPr>
        <p:spPr>
          <a:xfrm>
            <a:off x="889001" y="1174398"/>
            <a:ext cx="9379606" cy="11186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Shared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wireless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access network connects end system to router</a:t>
            </a:r>
          </a:p>
          <a:p>
            <a:pPr marL="339725" marR="0" lvl="0" indent="-2254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via base station aka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access point”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p:txBody>
      </p:sp>
      <p:grpSp>
        <p:nvGrpSpPr>
          <p:cNvPr id="3" name="Group 2">
            <a:extLst>
              <a:ext uri="{FF2B5EF4-FFF2-40B4-BE49-F238E27FC236}">
                <a16:creationId xmlns:a16="http://schemas.microsoft.com/office/drawing/2014/main" id="{C63E597B-7570-D146-AF73-1D0E01AB468C}"/>
              </a:ext>
            </a:extLst>
          </p:cNvPr>
          <p:cNvGrpSpPr/>
          <p:nvPr/>
        </p:nvGrpSpPr>
        <p:grpSpPr>
          <a:xfrm>
            <a:off x="848711" y="2383154"/>
            <a:ext cx="4720964" cy="4020776"/>
            <a:chOff x="848711" y="2383154"/>
            <a:chExt cx="4720964" cy="4020776"/>
          </a:xfrm>
        </p:grpSpPr>
        <p:sp>
          <p:nvSpPr>
            <p:cNvPr id="275" name="Rectangle 3">
              <a:extLst>
                <a:ext uri="{FF2B5EF4-FFF2-40B4-BE49-F238E27FC236}">
                  <a16:creationId xmlns:a16="http://schemas.microsoft.com/office/drawing/2014/main" id="{507B7289-7AEE-9442-86FC-7846C9A20E5B}"/>
                </a:ext>
              </a:extLst>
            </p:cNvPr>
            <p:cNvSpPr>
              <a:spLocks noChangeArrowheads="1"/>
            </p:cNvSpPr>
            <p:nvPr/>
          </p:nvSpPr>
          <p:spPr bwMode="auto">
            <a:xfrm>
              <a:off x="848711" y="2383154"/>
              <a:ext cx="4720964" cy="3118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Wireless local area networks </a:t>
              </a: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(WLANs)</a:t>
              </a:r>
            </a:p>
            <a:p>
              <a:pPr marL="342900" marR="0" lvl="1" indent="-260350" algn="l" defTabSz="914400" rtl="0" eaLnBrk="1" fontAlgn="auto" latinLnBrk="0" hangingPunct="1">
                <a:lnSpc>
                  <a:spcPct val="90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typically within or around building (~100 ft)</a:t>
              </a:r>
            </a:p>
            <a:p>
              <a:pPr marL="342900" marR="0" lvl="1" indent="-260350" algn="l" defTabSz="914400" rtl="0" eaLnBrk="1" fontAlgn="auto" latinLnBrk="0" hangingPunct="1">
                <a:lnSpc>
                  <a:spcPct val="90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802.11b/g/n (WiFi): 11, 54, 450 Mbps transmission rate</a:t>
              </a:r>
            </a:p>
          </p:txBody>
        </p:sp>
        <p:grpSp>
          <p:nvGrpSpPr>
            <p:cNvPr id="276" name="Group 85">
              <a:extLst>
                <a:ext uri="{FF2B5EF4-FFF2-40B4-BE49-F238E27FC236}">
                  <a16:creationId xmlns:a16="http://schemas.microsoft.com/office/drawing/2014/main" id="{1E5C1FB4-96B5-1549-9EA9-C4C877601D41}"/>
                </a:ext>
              </a:extLst>
            </p:cNvPr>
            <p:cNvGrpSpPr>
              <a:grpSpLocks/>
            </p:cNvGrpSpPr>
            <p:nvPr/>
          </p:nvGrpSpPr>
          <p:grpSpPr bwMode="auto">
            <a:xfrm>
              <a:off x="1457197" y="4740844"/>
              <a:ext cx="2487613" cy="1562100"/>
              <a:chOff x="2889" y="1631"/>
              <a:chExt cx="980" cy="743"/>
            </a:xfrm>
          </p:grpSpPr>
          <p:sp>
            <p:nvSpPr>
              <p:cNvPr id="277" name="Rectangle 86">
                <a:extLst>
                  <a:ext uri="{FF2B5EF4-FFF2-40B4-BE49-F238E27FC236}">
                    <a16:creationId xmlns:a16="http://schemas.microsoft.com/office/drawing/2014/main" id="{0DEDFA50-4D81-5044-AECD-5FA9C81530F9}"/>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8" name="AutoShape 87">
                <a:extLst>
                  <a:ext uri="{FF2B5EF4-FFF2-40B4-BE49-F238E27FC236}">
                    <a16:creationId xmlns:a16="http://schemas.microsoft.com/office/drawing/2014/main" id="{F3166EDD-1642-CE42-8A80-905D2B2FC163}"/>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ＭＳ Ｐゴシック" panose="020B0600070205080204" pitchFamily="34" charset="-128"/>
                  <a:cs typeface="+mn-cs"/>
                </a:endParaRPr>
              </a:p>
            </p:txBody>
          </p:sp>
        </p:grpSp>
        <p:sp>
          <p:nvSpPr>
            <p:cNvPr id="279" name="Line 110">
              <a:extLst>
                <a:ext uri="{FF2B5EF4-FFF2-40B4-BE49-F238E27FC236}">
                  <a16:creationId xmlns:a16="http://schemas.microsoft.com/office/drawing/2014/main" id="{D363724C-D4D5-AE42-B0EB-49CDF8565AE2}"/>
                </a:ext>
              </a:extLst>
            </p:cNvPr>
            <p:cNvSpPr>
              <a:spLocks noChangeShapeType="1"/>
            </p:cNvSpPr>
            <p:nvPr/>
          </p:nvSpPr>
          <p:spPr bwMode="auto">
            <a:xfrm>
              <a:off x="3123661" y="6082085"/>
              <a:ext cx="934073" cy="39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Line 116">
              <a:extLst>
                <a:ext uri="{FF2B5EF4-FFF2-40B4-BE49-F238E27FC236}">
                  <a16:creationId xmlns:a16="http://schemas.microsoft.com/office/drawing/2014/main" id="{C737A2C2-F349-534E-8E7F-DEE682F91C6C}"/>
                </a:ext>
              </a:extLst>
            </p:cNvPr>
            <p:cNvSpPr>
              <a:spLocks noChangeShapeType="1"/>
            </p:cNvSpPr>
            <p:nvPr/>
          </p:nvSpPr>
          <p:spPr bwMode="auto">
            <a:xfrm flipV="1">
              <a:off x="2501772" y="6010844"/>
              <a:ext cx="287338" cy="4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3" name="Group 246">
              <a:extLst>
                <a:ext uri="{FF2B5EF4-FFF2-40B4-BE49-F238E27FC236}">
                  <a16:creationId xmlns:a16="http://schemas.microsoft.com/office/drawing/2014/main" id="{30E16050-D356-0644-BE98-F9013447D0E9}"/>
                </a:ext>
              </a:extLst>
            </p:cNvPr>
            <p:cNvGrpSpPr>
              <a:grpSpLocks/>
            </p:cNvGrpSpPr>
            <p:nvPr/>
          </p:nvGrpSpPr>
          <p:grpSpPr bwMode="auto">
            <a:xfrm>
              <a:off x="2025522" y="5620319"/>
              <a:ext cx="863600" cy="588962"/>
              <a:chOff x="2967" y="478"/>
              <a:chExt cx="788" cy="625"/>
            </a:xfrm>
          </p:grpSpPr>
          <p:pic>
            <p:nvPicPr>
              <p:cNvPr id="384" name="Picture 247" descr="access_point_stylized_small">
                <a:extLst>
                  <a:ext uri="{FF2B5EF4-FFF2-40B4-BE49-F238E27FC236}">
                    <a16:creationId xmlns:a16="http://schemas.microsoft.com/office/drawing/2014/main" id="{38317097-25CA-3444-BCBF-133874013A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5" name="Picture 248" descr="antenna_radiation_stylized">
                <a:extLst>
                  <a:ext uri="{FF2B5EF4-FFF2-40B4-BE49-F238E27FC236}">
                    <a16:creationId xmlns:a16="http://schemas.microsoft.com/office/drawing/2014/main" id="{9B8610E4-100E-B349-B08F-C4E646F538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86" name="Group 390">
              <a:extLst>
                <a:ext uri="{FF2B5EF4-FFF2-40B4-BE49-F238E27FC236}">
                  <a16:creationId xmlns:a16="http://schemas.microsoft.com/office/drawing/2014/main" id="{FAAA55DA-ADE3-E443-841D-CDBF9B4C27F7}"/>
                </a:ext>
              </a:extLst>
            </p:cNvPr>
            <p:cNvGrpSpPr>
              <a:grpSpLocks/>
            </p:cNvGrpSpPr>
            <p:nvPr/>
          </p:nvGrpSpPr>
          <p:grpSpPr bwMode="auto">
            <a:xfrm>
              <a:off x="1939797" y="4851969"/>
              <a:ext cx="757238" cy="682625"/>
              <a:chOff x="877" y="1008"/>
              <a:chExt cx="2747" cy="2591"/>
            </a:xfrm>
          </p:grpSpPr>
          <p:pic>
            <p:nvPicPr>
              <p:cNvPr id="387" name="Picture 391" descr="antenna_stylized">
                <a:extLst>
                  <a:ext uri="{FF2B5EF4-FFF2-40B4-BE49-F238E27FC236}">
                    <a16:creationId xmlns:a16="http://schemas.microsoft.com/office/drawing/2014/main" id="{1DEF40AC-79A6-904A-A606-A1BAF512D0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8" name="Picture 392" descr="laptop_keyboard">
                <a:extLst>
                  <a:ext uri="{FF2B5EF4-FFF2-40B4-BE49-F238E27FC236}">
                    <a16:creationId xmlns:a16="http://schemas.microsoft.com/office/drawing/2014/main" id="{54169649-35A6-144B-A18B-136B61B7219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 name="Freeform 393">
                <a:extLst>
                  <a:ext uri="{FF2B5EF4-FFF2-40B4-BE49-F238E27FC236}">
                    <a16:creationId xmlns:a16="http://schemas.microsoft.com/office/drawing/2014/main" id="{1334E773-93FF-1842-83E0-85D95285109E}"/>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394" descr="screen">
                <a:extLst>
                  <a:ext uri="{FF2B5EF4-FFF2-40B4-BE49-F238E27FC236}">
                    <a16:creationId xmlns:a16="http://schemas.microsoft.com/office/drawing/2014/main" id="{2EE963A1-67D0-6C4D-B557-6D983D06492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1" name="Freeform 395">
                <a:extLst>
                  <a:ext uri="{FF2B5EF4-FFF2-40B4-BE49-F238E27FC236}">
                    <a16:creationId xmlns:a16="http://schemas.microsoft.com/office/drawing/2014/main" id="{4490769E-9EE9-744B-8B95-4D0EA5E2CB9F}"/>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396">
                <a:extLst>
                  <a:ext uri="{FF2B5EF4-FFF2-40B4-BE49-F238E27FC236}">
                    <a16:creationId xmlns:a16="http://schemas.microsoft.com/office/drawing/2014/main" id="{86B549E5-F6AB-0243-8BA4-02E6A5C61FA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397">
                <a:extLst>
                  <a:ext uri="{FF2B5EF4-FFF2-40B4-BE49-F238E27FC236}">
                    <a16:creationId xmlns:a16="http://schemas.microsoft.com/office/drawing/2014/main" id="{2158DB92-5A91-F54B-89BD-22C15347A39C}"/>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398">
                <a:extLst>
                  <a:ext uri="{FF2B5EF4-FFF2-40B4-BE49-F238E27FC236}">
                    <a16:creationId xmlns:a16="http://schemas.microsoft.com/office/drawing/2014/main" id="{064AA7AE-552D-FC4B-AB18-43DD23E76E1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399">
                <a:extLst>
                  <a:ext uri="{FF2B5EF4-FFF2-40B4-BE49-F238E27FC236}">
                    <a16:creationId xmlns:a16="http://schemas.microsoft.com/office/drawing/2014/main" id="{B109158B-A820-0C43-A7F4-AD2D27EBF217}"/>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400">
                <a:extLst>
                  <a:ext uri="{FF2B5EF4-FFF2-40B4-BE49-F238E27FC236}">
                    <a16:creationId xmlns:a16="http://schemas.microsoft.com/office/drawing/2014/main" id="{2B4B0633-4E89-864D-99B5-B369ABA21EF0}"/>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13" name="Group 401">
                <a:extLst>
                  <a:ext uri="{FF2B5EF4-FFF2-40B4-BE49-F238E27FC236}">
                    <a16:creationId xmlns:a16="http://schemas.microsoft.com/office/drawing/2014/main" id="{D30B7833-DC10-DB4C-891B-956E992BBA0A}"/>
                  </a:ext>
                </a:extLst>
              </p:cNvPr>
              <p:cNvGrpSpPr>
                <a:grpSpLocks/>
              </p:cNvGrpSpPr>
              <p:nvPr/>
            </p:nvGrpSpPr>
            <p:grpSpPr bwMode="auto">
              <a:xfrm>
                <a:off x="1709" y="3008"/>
                <a:ext cx="507" cy="234"/>
                <a:chOff x="1740" y="2642"/>
                <a:chExt cx="752" cy="327"/>
              </a:xfrm>
            </p:grpSpPr>
            <p:sp>
              <p:nvSpPr>
                <p:cNvPr id="428" name="Freeform 402">
                  <a:extLst>
                    <a:ext uri="{FF2B5EF4-FFF2-40B4-BE49-F238E27FC236}">
                      <a16:creationId xmlns:a16="http://schemas.microsoft.com/office/drawing/2014/main" id="{2A2DF47F-482A-4C4B-8F26-E682B9C84C1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9" name="Freeform 403">
                  <a:extLst>
                    <a:ext uri="{FF2B5EF4-FFF2-40B4-BE49-F238E27FC236}">
                      <a16:creationId xmlns:a16="http://schemas.microsoft.com/office/drawing/2014/main" id="{D89B427F-55D6-7F48-A040-E93E341821F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0" name="Freeform 404">
                  <a:extLst>
                    <a:ext uri="{FF2B5EF4-FFF2-40B4-BE49-F238E27FC236}">
                      <a16:creationId xmlns:a16="http://schemas.microsoft.com/office/drawing/2014/main" id="{B8497482-C311-8A49-8EA0-97A9755C84E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1" name="Freeform 405">
                  <a:extLst>
                    <a:ext uri="{FF2B5EF4-FFF2-40B4-BE49-F238E27FC236}">
                      <a16:creationId xmlns:a16="http://schemas.microsoft.com/office/drawing/2014/main" id="{79ECED84-E4CB-694E-A50E-9D06939B3FC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2" name="Freeform 406">
                  <a:extLst>
                    <a:ext uri="{FF2B5EF4-FFF2-40B4-BE49-F238E27FC236}">
                      <a16:creationId xmlns:a16="http://schemas.microsoft.com/office/drawing/2014/main" id="{80C19383-6CF7-544E-AD91-DC62824CFF4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3" name="Freeform 407">
                  <a:extLst>
                    <a:ext uri="{FF2B5EF4-FFF2-40B4-BE49-F238E27FC236}">
                      <a16:creationId xmlns:a16="http://schemas.microsoft.com/office/drawing/2014/main" id="{694FEF7D-90AA-B64C-B271-895E860B0F7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4" name="Freeform 408">
                <a:extLst>
                  <a:ext uri="{FF2B5EF4-FFF2-40B4-BE49-F238E27FC236}">
                    <a16:creationId xmlns:a16="http://schemas.microsoft.com/office/drawing/2014/main" id="{FCA32457-04CE-CC41-86F1-43D4958F94DA}"/>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409">
                <a:extLst>
                  <a:ext uri="{FF2B5EF4-FFF2-40B4-BE49-F238E27FC236}">
                    <a16:creationId xmlns:a16="http://schemas.microsoft.com/office/drawing/2014/main" id="{A9D5B70C-2017-CC4E-8B0F-6BF50D56D48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Freeform 410">
                <a:extLst>
                  <a:ext uri="{FF2B5EF4-FFF2-40B4-BE49-F238E27FC236}">
                    <a16:creationId xmlns:a16="http://schemas.microsoft.com/office/drawing/2014/main" id="{8E9EA5E7-2B72-5945-B81D-B56209A4BD9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7" name="Freeform 411">
                <a:extLst>
                  <a:ext uri="{FF2B5EF4-FFF2-40B4-BE49-F238E27FC236}">
                    <a16:creationId xmlns:a16="http://schemas.microsoft.com/office/drawing/2014/main" id="{3086408F-FB97-0342-9DF4-2F6CEF480A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8" name="Freeform 412">
                <a:extLst>
                  <a:ext uri="{FF2B5EF4-FFF2-40B4-BE49-F238E27FC236}">
                    <a16:creationId xmlns:a16="http://schemas.microsoft.com/office/drawing/2014/main" id="{A65312A3-A823-6847-AFEB-6B5C6CF2DAA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Freeform 413">
                <a:extLst>
                  <a:ext uri="{FF2B5EF4-FFF2-40B4-BE49-F238E27FC236}">
                    <a16:creationId xmlns:a16="http://schemas.microsoft.com/office/drawing/2014/main" id="{01CB1475-1200-8E4F-A96B-22BBF439F5B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4" name="Text Box 446">
              <a:extLst>
                <a:ext uri="{FF2B5EF4-FFF2-40B4-BE49-F238E27FC236}">
                  <a16:creationId xmlns:a16="http://schemas.microsoft.com/office/drawing/2014/main" id="{77B0C617-629A-E847-826F-89D4A80DBAF0}"/>
                </a:ext>
              </a:extLst>
            </p:cNvPr>
            <p:cNvSpPr txBox="1">
              <a:spLocks noChangeArrowheads="1"/>
            </p:cNvSpPr>
            <p:nvPr/>
          </p:nvSpPr>
          <p:spPr bwMode="auto">
            <a:xfrm>
              <a:off x="3690431" y="6037217"/>
              <a:ext cx="1212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Internet</a:t>
              </a:r>
            </a:p>
          </p:txBody>
        </p:sp>
        <p:grpSp>
          <p:nvGrpSpPr>
            <p:cNvPr id="496" name="Group 114">
              <a:extLst>
                <a:ext uri="{FF2B5EF4-FFF2-40B4-BE49-F238E27FC236}">
                  <a16:creationId xmlns:a16="http://schemas.microsoft.com/office/drawing/2014/main" id="{B6E0C4FE-F286-644F-BAC2-A1DC8618FFCA}"/>
                </a:ext>
              </a:extLst>
            </p:cNvPr>
            <p:cNvGrpSpPr>
              <a:grpSpLocks/>
            </p:cNvGrpSpPr>
            <p:nvPr/>
          </p:nvGrpSpPr>
          <p:grpSpPr bwMode="auto">
            <a:xfrm>
              <a:off x="2828797" y="4912294"/>
              <a:ext cx="636588" cy="879475"/>
              <a:chOff x="5806938" y="3011924"/>
              <a:chExt cx="347997" cy="396620"/>
            </a:xfrm>
          </p:grpSpPr>
          <p:pic>
            <p:nvPicPr>
              <p:cNvPr id="497" name="Picture 117" descr="fridge2.png">
                <a:extLst>
                  <a:ext uri="{FF2B5EF4-FFF2-40B4-BE49-F238E27FC236}">
                    <a16:creationId xmlns:a16="http://schemas.microsoft.com/office/drawing/2014/main" id="{092DD1DD-274C-5543-92C3-6F5EA0CEC254}"/>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5906702" y="30715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115" descr="antenna_stylized">
                <a:extLst>
                  <a:ext uri="{FF2B5EF4-FFF2-40B4-BE49-F238E27FC236}">
                    <a16:creationId xmlns:a16="http://schemas.microsoft.com/office/drawing/2014/main" id="{77E3B796-99C6-C544-AF7A-E6CF22C59D3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6938" y="30119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20" name="Group 519">
              <a:extLst>
                <a:ext uri="{FF2B5EF4-FFF2-40B4-BE49-F238E27FC236}">
                  <a16:creationId xmlns:a16="http://schemas.microsoft.com/office/drawing/2014/main" id="{A8AFD06E-51F7-BC46-9B65-24254676E3FB}"/>
                </a:ext>
              </a:extLst>
            </p:cNvPr>
            <p:cNvGrpSpPr/>
            <p:nvPr/>
          </p:nvGrpSpPr>
          <p:grpSpPr>
            <a:xfrm>
              <a:off x="2789999" y="5883655"/>
              <a:ext cx="686068" cy="362749"/>
              <a:chOff x="7493876" y="2774731"/>
              <a:chExt cx="1481958" cy="894622"/>
            </a:xfrm>
          </p:grpSpPr>
          <p:sp>
            <p:nvSpPr>
              <p:cNvPr id="521" name="Freeform 520">
                <a:extLst>
                  <a:ext uri="{FF2B5EF4-FFF2-40B4-BE49-F238E27FC236}">
                    <a16:creationId xmlns:a16="http://schemas.microsoft.com/office/drawing/2014/main" id="{9B3AF3CF-631D-C049-AEC8-6B1A6454821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2" name="Oval 521">
                <a:extLst>
                  <a:ext uri="{FF2B5EF4-FFF2-40B4-BE49-F238E27FC236}">
                    <a16:creationId xmlns:a16="http://schemas.microsoft.com/office/drawing/2014/main" id="{52CF3104-11F0-AB47-A540-B9EEE075A8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3" name="Group 522">
                <a:extLst>
                  <a:ext uri="{FF2B5EF4-FFF2-40B4-BE49-F238E27FC236}">
                    <a16:creationId xmlns:a16="http://schemas.microsoft.com/office/drawing/2014/main" id="{D6B1DC5D-1FB3-ED43-B200-16DCD1485E7D}"/>
                  </a:ext>
                </a:extLst>
              </p:cNvPr>
              <p:cNvGrpSpPr/>
              <p:nvPr/>
            </p:nvGrpSpPr>
            <p:grpSpPr>
              <a:xfrm>
                <a:off x="7713663" y="2848339"/>
                <a:ext cx="1042107" cy="425543"/>
                <a:chOff x="7786941" y="2884917"/>
                <a:chExt cx="897649" cy="353919"/>
              </a:xfrm>
            </p:grpSpPr>
            <p:sp>
              <p:nvSpPr>
                <p:cNvPr id="524" name="Freeform 523">
                  <a:extLst>
                    <a:ext uri="{FF2B5EF4-FFF2-40B4-BE49-F238E27FC236}">
                      <a16:creationId xmlns:a16="http://schemas.microsoft.com/office/drawing/2014/main" id="{6E2041D5-1650-8247-B5F1-4231E7A552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6C9729AF-3D56-0B4F-99AF-A7E8368674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58CA7E-67F5-574F-92F8-05C1E26C15B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6460EEC5-0ECA-EF4B-8CD6-D1A9A438051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 name="Group 1">
            <a:extLst>
              <a:ext uri="{FF2B5EF4-FFF2-40B4-BE49-F238E27FC236}">
                <a16:creationId xmlns:a16="http://schemas.microsoft.com/office/drawing/2014/main" id="{0A10AE25-0B57-C546-B85A-8CA4E50124F9}"/>
              </a:ext>
            </a:extLst>
          </p:cNvPr>
          <p:cNvGrpSpPr/>
          <p:nvPr/>
        </p:nvGrpSpPr>
        <p:grpSpPr>
          <a:xfrm>
            <a:off x="6622327" y="1977830"/>
            <a:ext cx="5443549" cy="4198133"/>
            <a:chOff x="6622327" y="1977830"/>
            <a:chExt cx="5443549" cy="4198133"/>
          </a:xfrm>
        </p:grpSpPr>
        <p:sp>
          <p:nvSpPr>
            <p:cNvPr id="435" name="Freeform 84">
              <a:extLst>
                <a:ext uri="{FF2B5EF4-FFF2-40B4-BE49-F238E27FC236}">
                  <a16:creationId xmlns:a16="http://schemas.microsoft.com/office/drawing/2014/main" id="{9CDCB2CD-4EE3-8A41-9279-3F5B5ED7EA24}"/>
                </a:ext>
              </a:extLst>
            </p:cNvPr>
            <p:cNvSpPr>
              <a:spLocks/>
            </p:cNvSpPr>
            <p:nvPr/>
          </p:nvSpPr>
          <p:spPr bwMode="auto">
            <a:xfrm>
              <a:off x="6874928" y="4765952"/>
              <a:ext cx="2365994" cy="1410011"/>
            </a:xfrm>
            <a:custGeom>
              <a:avLst/>
              <a:gdLst>
                <a:gd name="T0" fmla="*/ 1388 w 1036"/>
                <a:gd name="T1" fmla="*/ 11 h 675"/>
                <a:gd name="T2" fmla="*/ 837 w 1036"/>
                <a:gd name="T3" fmla="*/ 53 h 675"/>
                <a:gd name="T4" fmla="*/ 442 w 1036"/>
                <a:gd name="T5" fmla="*/ 129 h 675"/>
                <a:gd name="T6" fmla="*/ 329 w 1036"/>
                <a:gd name="T7" fmla="*/ 229 h 675"/>
                <a:gd name="T8" fmla="*/ 45 w 1036"/>
                <a:gd name="T9" fmla="*/ 297 h 675"/>
                <a:gd name="T10" fmla="*/ 37 w 1036"/>
                <a:gd name="T11" fmla="*/ 459 h 675"/>
                <a:gd name="T12" fmla="*/ 282 w 1036"/>
                <a:gd name="T13" fmla="*/ 489 h 675"/>
                <a:gd name="T14" fmla="*/ 984 w 1036"/>
                <a:gd name="T15" fmla="*/ 489 h 675"/>
                <a:gd name="T16" fmla="*/ 1281 w 1036"/>
                <a:gd name="T17" fmla="*/ 555 h 675"/>
                <a:gd name="T18" fmla="*/ 1612 w 1036"/>
                <a:gd name="T19" fmla="*/ 657 h 675"/>
                <a:gd name="T20" fmla="*/ 1865 w 1036"/>
                <a:gd name="T21" fmla="*/ 661 h 675"/>
                <a:gd name="T22" fmla="*/ 2039 w 1036"/>
                <a:gd name="T23" fmla="*/ 603 h 675"/>
                <a:gd name="T24" fmla="*/ 2128 w 1036"/>
                <a:gd name="T25" fmla="*/ 445 h 675"/>
                <a:gd name="T26" fmla="*/ 2183 w 1036"/>
                <a:gd name="T27" fmla="*/ 291 h 675"/>
                <a:gd name="T28" fmla="*/ 2189 w 1036"/>
                <a:gd name="T29" fmla="*/ 107 h 675"/>
                <a:gd name="T30" fmla="*/ 2001 w 1036"/>
                <a:gd name="T31" fmla="*/ 17 h 675"/>
                <a:gd name="T32" fmla="*/ 1662 w 1036"/>
                <a:gd name="T33" fmla="*/ 3 h 675"/>
                <a:gd name="T34" fmla="*/ 1388 w 1036"/>
                <a:gd name="T35" fmla="*/ 11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Line 93">
              <a:extLst>
                <a:ext uri="{FF2B5EF4-FFF2-40B4-BE49-F238E27FC236}">
                  <a16:creationId xmlns:a16="http://schemas.microsoft.com/office/drawing/2014/main" id="{6FDAE611-2E57-5A47-872E-E5E3B5F0E4ED}"/>
                </a:ext>
              </a:extLst>
            </p:cNvPr>
            <p:cNvSpPr>
              <a:spLocks noChangeShapeType="1"/>
            </p:cNvSpPr>
            <p:nvPr/>
          </p:nvSpPr>
          <p:spPr bwMode="auto">
            <a:xfrm>
              <a:off x="8360702" y="5771600"/>
              <a:ext cx="203294" cy="32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37" name="Picture 133" descr="car_icon_small">
              <a:extLst>
                <a:ext uri="{FF2B5EF4-FFF2-40B4-BE49-F238E27FC236}">
                  <a16:creationId xmlns:a16="http://schemas.microsoft.com/office/drawing/2014/main" id="{637721B2-956D-D641-840D-1562F36440B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747" y="4780575"/>
              <a:ext cx="1157044" cy="221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8" name="Group 134">
              <a:extLst>
                <a:ext uri="{FF2B5EF4-FFF2-40B4-BE49-F238E27FC236}">
                  <a16:creationId xmlns:a16="http://schemas.microsoft.com/office/drawing/2014/main" id="{0F7E2BCC-C8D7-BB4F-9192-511E99286097}"/>
                </a:ext>
              </a:extLst>
            </p:cNvPr>
            <p:cNvGrpSpPr>
              <a:grpSpLocks/>
            </p:cNvGrpSpPr>
            <p:nvPr/>
          </p:nvGrpSpPr>
          <p:grpSpPr bwMode="auto">
            <a:xfrm>
              <a:off x="7435067" y="4550795"/>
              <a:ext cx="566627" cy="507604"/>
              <a:chOff x="2751" y="1851"/>
              <a:chExt cx="462" cy="478"/>
            </a:xfrm>
          </p:grpSpPr>
          <p:pic>
            <p:nvPicPr>
              <p:cNvPr id="492" name="Picture 135" descr="iphone_stylized_small">
                <a:extLst>
                  <a:ext uri="{FF2B5EF4-FFF2-40B4-BE49-F238E27FC236}">
                    <a16:creationId xmlns:a16="http://schemas.microsoft.com/office/drawing/2014/main" id="{D235C6D0-2907-324E-B167-1D284A7162D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136" descr="antenna_radiation_stylized">
                <a:extLst>
                  <a:ext uri="{FF2B5EF4-FFF2-40B4-BE49-F238E27FC236}">
                    <a16:creationId xmlns:a16="http://schemas.microsoft.com/office/drawing/2014/main" id="{28B99AF5-1D2E-3E41-B4BF-B68E85E0F0B4}"/>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9" name="Group 252">
              <a:extLst>
                <a:ext uri="{FF2B5EF4-FFF2-40B4-BE49-F238E27FC236}">
                  <a16:creationId xmlns:a16="http://schemas.microsoft.com/office/drawing/2014/main" id="{50E2A8EC-FB31-5641-8D7F-E159AC664424}"/>
                </a:ext>
              </a:extLst>
            </p:cNvPr>
            <p:cNvGrpSpPr>
              <a:grpSpLocks/>
            </p:cNvGrpSpPr>
            <p:nvPr/>
          </p:nvGrpSpPr>
          <p:grpSpPr bwMode="auto">
            <a:xfrm>
              <a:off x="8044949" y="4943509"/>
              <a:ext cx="622858" cy="831384"/>
              <a:chOff x="742" y="2409"/>
              <a:chExt cx="576" cy="881"/>
            </a:xfrm>
          </p:grpSpPr>
          <p:grpSp>
            <p:nvGrpSpPr>
              <p:cNvPr id="474" name="Group 253">
                <a:extLst>
                  <a:ext uri="{FF2B5EF4-FFF2-40B4-BE49-F238E27FC236}">
                    <a16:creationId xmlns:a16="http://schemas.microsoft.com/office/drawing/2014/main" id="{C32350E9-2A70-3C4B-AF84-F993852C3FDF}"/>
                  </a:ext>
                </a:extLst>
              </p:cNvPr>
              <p:cNvGrpSpPr>
                <a:grpSpLocks/>
              </p:cNvGrpSpPr>
              <p:nvPr/>
            </p:nvGrpSpPr>
            <p:grpSpPr bwMode="auto">
              <a:xfrm>
                <a:off x="832" y="2643"/>
                <a:ext cx="376" cy="647"/>
                <a:chOff x="3130" y="3288"/>
                <a:chExt cx="410" cy="742"/>
              </a:xfrm>
            </p:grpSpPr>
            <p:sp>
              <p:nvSpPr>
                <p:cNvPr id="477" name="Line 270">
                  <a:extLst>
                    <a:ext uri="{FF2B5EF4-FFF2-40B4-BE49-F238E27FC236}">
                      <a16:creationId xmlns:a16="http://schemas.microsoft.com/office/drawing/2014/main" id="{8583BEF8-BEDA-F244-88A4-7F9104FF6399}"/>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8" name="Line 271">
                  <a:extLst>
                    <a:ext uri="{FF2B5EF4-FFF2-40B4-BE49-F238E27FC236}">
                      <a16:creationId xmlns:a16="http://schemas.microsoft.com/office/drawing/2014/main" id="{851DA692-9982-CD45-B908-27C6FE3171FA}"/>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9" name="Line 272">
                  <a:extLst>
                    <a:ext uri="{FF2B5EF4-FFF2-40B4-BE49-F238E27FC236}">
                      <a16:creationId xmlns:a16="http://schemas.microsoft.com/office/drawing/2014/main" id="{0EDF8D44-8A7A-9A44-890A-50EFE9EAB98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0" name="Line 273">
                  <a:extLst>
                    <a:ext uri="{FF2B5EF4-FFF2-40B4-BE49-F238E27FC236}">
                      <a16:creationId xmlns:a16="http://schemas.microsoft.com/office/drawing/2014/main" id="{7DA30A0E-02A3-004E-95E6-34261D127CEF}"/>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Line 274">
                  <a:extLst>
                    <a:ext uri="{FF2B5EF4-FFF2-40B4-BE49-F238E27FC236}">
                      <a16:creationId xmlns:a16="http://schemas.microsoft.com/office/drawing/2014/main" id="{F656242D-4E39-AF46-854A-36BE29E10431}"/>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Line 275">
                  <a:extLst>
                    <a:ext uri="{FF2B5EF4-FFF2-40B4-BE49-F238E27FC236}">
                      <a16:creationId xmlns:a16="http://schemas.microsoft.com/office/drawing/2014/main" id="{10AB3D00-F920-FF4C-8064-0CC634E57B1A}"/>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276">
                  <a:extLst>
                    <a:ext uri="{FF2B5EF4-FFF2-40B4-BE49-F238E27FC236}">
                      <a16:creationId xmlns:a16="http://schemas.microsoft.com/office/drawing/2014/main" id="{183C87D5-A0A3-D349-9E9E-90CFF4AA1E3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277">
                  <a:extLst>
                    <a:ext uri="{FF2B5EF4-FFF2-40B4-BE49-F238E27FC236}">
                      <a16:creationId xmlns:a16="http://schemas.microsoft.com/office/drawing/2014/main" id="{DE4F5680-31BA-7D4A-9D85-201D7A1790DC}"/>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278">
                  <a:extLst>
                    <a:ext uri="{FF2B5EF4-FFF2-40B4-BE49-F238E27FC236}">
                      <a16:creationId xmlns:a16="http://schemas.microsoft.com/office/drawing/2014/main" id="{CA71A0A2-238B-6D4B-AC81-BCE2F78CD6B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279">
                  <a:extLst>
                    <a:ext uri="{FF2B5EF4-FFF2-40B4-BE49-F238E27FC236}">
                      <a16:creationId xmlns:a16="http://schemas.microsoft.com/office/drawing/2014/main" id="{6FCF58F0-3A90-0543-85ED-923CE620E00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280">
                  <a:extLst>
                    <a:ext uri="{FF2B5EF4-FFF2-40B4-BE49-F238E27FC236}">
                      <a16:creationId xmlns:a16="http://schemas.microsoft.com/office/drawing/2014/main" id="{FB6B6298-E1B6-CD4D-909E-E331723D8BE1}"/>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281">
                  <a:extLst>
                    <a:ext uri="{FF2B5EF4-FFF2-40B4-BE49-F238E27FC236}">
                      <a16:creationId xmlns:a16="http://schemas.microsoft.com/office/drawing/2014/main" id="{67EB7EA1-CA9C-3F43-BF34-9263C9C642E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282">
                  <a:extLst>
                    <a:ext uri="{FF2B5EF4-FFF2-40B4-BE49-F238E27FC236}">
                      <a16:creationId xmlns:a16="http://schemas.microsoft.com/office/drawing/2014/main" id="{EDF8C0D4-1D23-FC49-888E-6E37A464090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Line 283">
                  <a:extLst>
                    <a:ext uri="{FF2B5EF4-FFF2-40B4-BE49-F238E27FC236}">
                      <a16:creationId xmlns:a16="http://schemas.microsoft.com/office/drawing/2014/main" id="{67F7C046-7A3F-F342-BB54-DCA37FD3E87F}"/>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Line 284">
                  <a:extLst>
                    <a:ext uri="{FF2B5EF4-FFF2-40B4-BE49-F238E27FC236}">
                      <a16:creationId xmlns:a16="http://schemas.microsoft.com/office/drawing/2014/main" id="{B5CE6A48-9C71-BA49-B354-FB1B882DA40E}"/>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75" name="Picture 269" descr="cell_tower_radiation copy">
                <a:extLst>
                  <a:ext uri="{FF2B5EF4-FFF2-40B4-BE49-F238E27FC236}">
                    <a16:creationId xmlns:a16="http://schemas.microsoft.com/office/drawing/2014/main" id="{07541E4F-69A0-9B40-B347-340BAEF7704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2" y="2409"/>
                <a:ext cx="5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6" name="Oval 270">
                <a:extLst>
                  <a:ext uri="{FF2B5EF4-FFF2-40B4-BE49-F238E27FC236}">
                    <a16:creationId xmlns:a16="http://schemas.microsoft.com/office/drawing/2014/main" id="{E70C0C6B-13F2-DD4E-A1F5-A46EEABDE586}"/>
                  </a:ext>
                </a:extLst>
              </p:cNvPr>
              <p:cNvSpPr>
                <a:spLocks noChangeArrowheads="1"/>
              </p:cNvSpPr>
              <p:nvPr/>
            </p:nvSpPr>
            <p:spPr bwMode="auto">
              <a:xfrm>
                <a:off x="986" y="2597"/>
                <a:ext cx="65" cy="67"/>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440" name="Group 342">
              <a:extLst>
                <a:ext uri="{FF2B5EF4-FFF2-40B4-BE49-F238E27FC236}">
                  <a16:creationId xmlns:a16="http://schemas.microsoft.com/office/drawing/2014/main" id="{E3D3FCB3-71E6-DE44-8A87-D991FFC36EEE}"/>
                </a:ext>
              </a:extLst>
            </p:cNvPr>
            <p:cNvGrpSpPr>
              <a:grpSpLocks/>
            </p:cNvGrpSpPr>
            <p:nvPr/>
          </p:nvGrpSpPr>
          <p:grpSpPr bwMode="auto">
            <a:xfrm>
              <a:off x="7011178" y="5204622"/>
              <a:ext cx="728830" cy="536849"/>
              <a:chOff x="877" y="1008"/>
              <a:chExt cx="2747" cy="2591"/>
            </a:xfrm>
          </p:grpSpPr>
          <p:pic>
            <p:nvPicPr>
              <p:cNvPr id="451" name="Picture 343" descr="antenna_stylized">
                <a:extLst>
                  <a:ext uri="{FF2B5EF4-FFF2-40B4-BE49-F238E27FC236}">
                    <a16:creationId xmlns:a16="http://schemas.microsoft.com/office/drawing/2014/main" id="{A6B9A133-8E91-AE41-9A82-C38BA1D1E0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2" name="Picture 344" descr="laptop_keyboard">
                <a:extLst>
                  <a:ext uri="{FF2B5EF4-FFF2-40B4-BE49-F238E27FC236}">
                    <a16:creationId xmlns:a16="http://schemas.microsoft.com/office/drawing/2014/main" id="{4935A9F8-287E-E64E-9A9A-DDFACF42A837}"/>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345">
                <a:extLst>
                  <a:ext uri="{FF2B5EF4-FFF2-40B4-BE49-F238E27FC236}">
                    <a16:creationId xmlns:a16="http://schemas.microsoft.com/office/drawing/2014/main" id="{0F1D7158-01AF-CC4D-B0F9-AD2B12BE710F}"/>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54" name="Picture 346" descr="screen">
                <a:extLst>
                  <a:ext uri="{FF2B5EF4-FFF2-40B4-BE49-F238E27FC236}">
                    <a16:creationId xmlns:a16="http://schemas.microsoft.com/office/drawing/2014/main" id="{4369ED44-99D4-8B4C-9091-3892F20AB47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47">
                <a:extLst>
                  <a:ext uri="{FF2B5EF4-FFF2-40B4-BE49-F238E27FC236}">
                    <a16:creationId xmlns:a16="http://schemas.microsoft.com/office/drawing/2014/main" id="{67E4F183-1729-1D46-B293-5D756953589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6" name="Freeform 348">
                <a:extLst>
                  <a:ext uri="{FF2B5EF4-FFF2-40B4-BE49-F238E27FC236}">
                    <a16:creationId xmlns:a16="http://schemas.microsoft.com/office/drawing/2014/main" id="{DDF32966-5894-0D4B-9173-E3125F5B266F}"/>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7" name="Freeform 349">
                <a:extLst>
                  <a:ext uri="{FF2B5EF4-FFF2-40B4-BE49-F238E27FC236}">
                    <a16:creationId xmlns:a16="http://schemas.microsoft.com/office/drawing/2014/main" id="{EDCA5A12-6CCA-B24C-8A6D-494F3C007D8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350">
                <a:extLst>
                  <a:ext uri="{FF2B5EF4-FFF2-40B4-BE49-F238E27FC236}">
                    <a16:creationId xmlns:a16="http://schemas.microsoft.com/office/drawing/2014/main" id="{2FDB6017-5761-3845-880C-92229B5C02B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351">
                <a:extLst>
                  <a:ext uri="{FF2B5EF4-FFF2-40B4-BE49-F238E27FC236}">
                    <a16:creationId xmlns:a16="http://schemas.microsoft.com/office/drawing/2014/main" id="{D59CB996-4740-0C4D-A75E-DE481063867D}"/>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352">
                <a:extLst>
                  <a:ext uri="{FF2B5EF4-FFF2-40B4-BE49-F238E27FC236}">
                    <a16:creationId xmlns:a16="http://schemas.microsoft.com/office/drawing/2014/main" id="{5312999F-D54F-1A4D-9720-CF319636168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61" name="Group 353">
                <a:extLst>
                  <a:ext uri="{FF2B5EF4-FFF2-40B4-BE49-F238E27FC236}">
                    <a16:creationId xmlns:a16="http://schemas.microsoft.com/office/drawing/2014/main" id="{3582A132-591C-CA4B-9465-7F64474005F0}"/>
                  </a:ext>
                </a:extLst>
              </p:cNvPr>
              <p:cNvGrpSpPr>
                <a:grpSpLocks/>
              </p:cNvGrpSpPr>
              <p:nvPr/>
            </p:nvGrpSpPr>
            <p:grpSpPr bwMode="auto">
              <a:xfrm>
                <a:off x="1709" y="3008"/>
                <a:ext cx="507" cy="234"/>
                <a:chOff x="1740" y="2642"/>
                <a:chExt cx="752" cy="327"/>
              </a:xfrm>
            </p:grpSpPr>
            <p:sp>
              <p:nvSpPr>
                <p:cNvPr id="468" name="Freeform 354">
                  <a:extLst>
                    <a:ext uri="{FF2B5EF4-FFF2-40B4-BE49-F238E27FC236}">
                      <a16:creationId xmlns:a16="http://schemas.microsoft.com/office/drawing/2014/main" id="{A7F9DE10-10D5-FF46-8F98-AFC1696E3C0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Freeform 355">
                  <a:extLst>
                    <a:ext uri="{FF2B5EF4-FFF2-40B4-BE49-F238E27FC236}">
                      <a16:creationId xmlns:a16="http://schemas.microsoft.com/office/drawing/2014/main" id="{61166FBA-E660-3D40-AC29-29461BA3F63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Freeform 356">
                  <a:extLst>
                    <a:ext uri="{FF2B5EF4-FFF2-40B4-BE49-F238E27FC236}">
                      <a16:creationId xmlns:a16="http://schemas.microsoft.com/office/drawing/2014/main" id="{0301AC7E-4E70-6D44-8036-F42387066FE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Freeform 357">
                  <a:extLst>
                    <a:ext uri="{FF2B5EF4-FFF2-40B4-BE49-F238E27FC236}">
                      <a16:creationId xmlns:a16="http://schemas.microsoft.com/office/drawing/2014/main" id="{4EDBF937-AECE-F044-BBD1-C4949284137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358">
                  <a:extLst>
                    <a:ext uri="{FF2B5EF4-FFF2-40B4-BE49-F238E27FC236}">
                      <a16:creationId xmlns:a16="http://schemas.microsoft.com/office/drawing/2014/main" id="{A336DEE2-1DAE-0D4B-B46D-00609E2C678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359">
                  <a:extLst>
                    <a:ext uri="{FF2B5EF4-FFF2-40B4-BE49-F238E27FC236}">
                      <a16:creationId xmlns:a16="http://schemas.microsoft.com/office/drawing/2014/main" id="{02CB1998-32DE-7B48-9CBD-361C1D3A2E7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62" name="Freeform 360">
                <a:extLst>
                  <a:ext uri="{FF2B5EF4-FFF2-40B4-BE49-F238E27FC236}">
                    <a16:creationId xmlns:a16="http://schemas.microsoft.com/office/drawing/2014/main" id="{26757C20-D719-6A4A-8984-52BB641C59A2}"/>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Freeform 361">
                <a:extLst>
                  <a:ext uri="{FF2B5EF4-FFF2-40B4-BE49-F238E27FC236}">
                    <a16:creationId xmlns:a16="http://schemas.microsoft.com/office/drawing/2014/main" id="{BD62CA5C-D26B-A846-B7B4-2307AEBE37EE}"/>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362">
                <a:extLst>
                  <a:ext uri="{FF2B5EF4-FFF2-40B4-BE49-F238E27FC236}">
                    <a16:creationId xmlns:a16="http://schemas.microsoft.com/office/drawing/2014/main" id="{9126BD70-551D-4A4A-B361-FF7350AA29F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363">
                <a:extLst>
                  <a:ext uri="{FF2B5EF4-FFF2-40B4-BE49-F238E27FC236}">
                    <a16:creationId xmlns:a16="http://schemas.microsoft.com/office/drawing/2014/main" id="{93E901F0-D4A8-514B-9F20-C9620A9580BA}"/>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364">
                <a:extLst>
                  <a:ext uri="{FF2B5EF4-FFF2-40B4-BE49-F238E27FC236}">
                    <a16:creationId xmlns:a16="http://schemas.microsoft.com/office/drawing/2014/main" id="{A9CEC9B5-2324-8B4E-BF53-89EA24EEE52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365">
                <a:extLst>
                  <a:ext uri="{FF2B5EF4-FFF2-40B4-BE49-F238E27FC236}">
                    <a16:creationId xmlns:a16="http://schemas.microsoft.com/office/drawing/2014/main" id="{272F2166-F980-0844-AB5C-698B428C5216}"/>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2" name="Line 444">
              <a:extLst>
                <a:ext uri="{FF2B5EF4-FFF2-40B4-BE49-F238E27FC236}">
                  <a16:creationId xmlns:a16="http://schemas.microsoft.com/office/drawing/2014/main" id="{481CD60C-7E80-3046-BA38-7757FA0D79CF}"/>
                </a:ext>
              </a:extLst>
            </p:cNvPr>
            <p:cNvSpPr>
              <a:spLocks noChangeShapeType="1"/>
            </p:cNvSpPr>
            <p:nvPr/>
          </p:nvSpPr>
          <p:spPr bwMode="auto">
            <a:xfrm>
              <a:off x="8933050" y="5885917"/>
              <a:ext cx="62934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Text Box 447">
              <a:extLst>
                <a:ext uri="{FF2B5EF4-FFF2-40B4-BE49-F238E27FC236}">
                  <a16:creationId xmlns:a16="http://schemas.microsoft.com/office/drawing/2014/main" id="{8B59250E-199D-2D4A-939F-41CE680CA428}"/>
                </a:ext>
              </a:extLst>
            </p:cNvPr>
            <p:cNvSpPr txBox="1">
              <a:spLocks noChangeArrowheads="1"/>
            </p:cNvSpPr>
            <p:nvPr/>
          </p:nvSpPr>
          <p:spPr bwMode="auto">
            <a:xfrm>
              <a:off x="9277842" y="5809251"/>
              <a:ext cx="1212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Internet</a:t>
              </a:r>
            </a:p>
          </p:txBody>
        </p:sp>
        <p:sp>
          <p:nvSpPr>
            <p:cNvPr id="519" name="Rectangle 3">
              <a:extLst>
                <a:ext uri="{FF2B5EF4-FFF2-40B4-BE49-F238E27FC236}">
                  <a16:creationId xmlns:a16="http://schemas.microsoft.com/office/drawing/2014/main" id="{5ACB1E0A-FDEE-D248-9701-84D389859CB1}"/>
                </a:ext>
              </a:extLst>
            </p:cNvPr>
            <p:cNvSpPr>
              <a:spLocks noChangeArrowheads="1"/>
            </p:cNvSpPr>
            <p:nvPr/>
          </p:nvSpPr>
          <p:spPr bwMode="auto">
            <a:xfrm>
              <a:off x="6622327" y="1977830"/>
              <a:ext cx="5443549" cy="262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Wide-area cellular access networks</a:t>
              </a:r>
            </a:p>
            <a:p>
              <a:pPr marL="457200" marR="0" lvl="1" indent="-249238"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provided by mobile, cellular network operator (10’</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km)</a:t>
              </a:r>
            </a:p>
            <a:p>
              <a:pPr marL="457200" marR="0" lvl="1" indent="-249238"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10’s Mbps </a:t>
              </a:r>
            </a:p>
            <a:p>
              <a:pPr marL="457200" marR="0" lvl="1" indent="-249238"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4G/5G cellular networks</a:t>
              </a:r>
            </a:p>
          </p:txBody>
        </p:sp>
        <p:grpSp>
          <p:nvGrpSpPr>
            <p:cNvPr id="528" name="Group 527">
              <a:extLst>
                <a:ext uri="{FF2B5EF4-FFF2-40B4-BE49-F238E27FC236}">
                  <a16:creationId xmlns:a16="http://schemas.microsoft.com/office/drawing/2014/main" id="{28C4EE31-C504-7445-8D95-6A3C3DC5C5B1}"/>
                </a:ext>
              </a:extLst>
            </p:cNvPr>
            <p:cNvGrpSpPr/>
            <p:nvPr/>
          </p:nvGrpSpPr>
          <p:grpSpPr>
            <a:xfrm>
              <a:off x="8517156" y="5755545"/>
              <a:ext cx="499292" cy="246225"/>
              <a:chOff x="7493876" y="2774731"/>
              <a:chExt cx="1481958" cy="894622"/>
            </a:xfrm>
          </p:grpSpPr>
          <p:sp>
            <p:nvSpPr>
              <p:cNvPr id="529" name="Freeform 528">
                <a:extLst>
                  <a:ext uri="{FF2B5EF4-FFF2-40B4-BE49-F238E27FC236}">
                    <a16:creationId xmlns:a16="http://schemas.microsoft.com/office/drawing/2014/main" id="{2F9AC5A6-86B3-264E-9C95-738A625F1E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E1D96795-4FCB-344B-8998-DD0683321A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35B010DA-EA36-324B-918D-6AC6F9C74C52}"/>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67E44A8D-A0DC-6B4F-B985-D75E7A9F23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9E1FF050-72AC-1741-8117-A9A4CDF1D41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23CC4FEB-E25B-6E4C-A347-C7C5CC68E14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9969B14E-BFE8-A344-87C5-0FCB6040CA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11" name="Slide Number Placeholder 5">
            <a:extLst>
              <a:ext uri="{FF2B5EF4-FFF2-40B4-BE49-F238E27FC236}">
                <a16:creationId xmlns:a16="http://schemas.microsoft.com/office/drawing/2014/main" id="{699FA64F-871E-F74D-9176-12428F2FA452}"/>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18</a:t>
            </a:fld>
            <a:endParaRPr lang="en-US" dirty="0"/>
          </a:p>
        </p:txBody>
      </p:sp>
    </p:spTree>
    <p:extLst>
      <p:ext uri="{BB962C8B-B14F-4D97-AF65-F5344CB8AC3E}">
        <p14:creationId xmlns:p14="http://schemas.microsoft.com/office/powerpoint/2010/main" val="237818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xit" presetSubtype="0" fill="hold" nodeType="withEffect">
                                  <p:stCondLst>
                                    <p:cond delay="0"/>
                                  </p:stCondLst>
                                  <p:childTnLst>
                                    <p:animEffect transition="out" filter="dissolve">
                                      <p:cBhvr>
                                        <p:cTn id="9" dur="500"/>
                                        <p:tgtEl>
                                          <p:spTgt spid="3"/>
                                        </p:tgtEl>
                                      </p:cBhvr>
                                    </p:animEffect>
                                    <p:set>
                                      <p:cBhvr>
                                        <p:cTn id="10"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867040" cy="894622"/>
          </a:xfrm>
        </p:spPr>
        <p:txBody>
          <a:bodyPr>
            <a:normAutofit/>
          </a:bodyPr>
          <a:lstStyle/>
          <a:p>
            <a:r>
              <a:rPr lang="en-US" altLang="en-US" sz="5400" b="0" dirty="0">
                <a:ea typeface="ＭＳ Ｐゴシック" panose="020B0600070205080204" pitchFamily="34" charset="-128"/>
              </a:rPr>
              <a:t>Access networks: enterprise networks</a:t>
            </a:r>
            <a:endParaRPr lang="en-US" sz="5400" b="0" dirty="0"/>
          </a:p>
        </p:txBody>
      </p:sp>
      <p:sp>
        <p:nvSpPr>
          <p:cNvPr id="145" name="Content Placeholder 52">
            <a:extLst>
              <a:ext uri="{FF2B5EF4-FFF2-40B4-BE49-F238E27FC236}">
                <a16:creationId xmlns:a16="http://schemas.microsoft.com/office/drawing/2014/main" id="{48955155-F4D7-1E4F-B411-D5E3FDA9D978}"/>
              </a:ext>
            </a:extLst>
          </p:cNvPr>
          <p:cNvSpPr txBox="1">
            <a:spLocks/>
          </p:cNvSpPr>
          <p:nvPr/>
        </p:nvSpPr>
        <p:spPr>
          <a:xfrm>
            <a:off x="1016188" y="3974373"/>
            <a:ext cx="10847590" cy="2401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companies, universities, etc.</a:t>
            </a:r>
          </a:p>
          <a:p>
            <a:pPr marL="287338" marR="0" lvl="1" indent="-287338" algn="l" defTabSz="914400" rtl="0" eaLnBrk="1" fontAlgn="auto" latinLnBrk="0" hangingPunct="1">
              <a:lnSpc>
                <a:spcPct val="90000"/>
              </a:lnSpc>
              <a:spcBef>
                <a:spcPts val="500"/>
              </a:spcBef>
              <a:spcAft>
                <a:spcPts val="0"/>
              </a:spcAft>
              <a:buClr>
                <a:srgbClr val="0000A8"/>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mix of wired, wireless link technologies, connecting a mix of switches and routers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(we’ll cover differences shortly)</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735013" marR="0" lvl="2" indent="-287338" algn="l" defTabSz="914400" rtl="0" eaLnBrk="1" fontAlgn="auto" latinLnBrk="0" hangingPunct="1">
              <a:lnSpc>
                <a:spcPct val="90000"/>
              </a:lnSpc>
              <a:spcBef>
                <a:spcPts val="500"/>
              </a:spcBef>
              <a:spcAft>
                <a:spcPts val="0"/>
              </a:spcAft>
              <a:buClr>
                <a:srgbClr val="0000A8"/>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wired access at 100Mbps, 1Gbps, 10Gbps </a:t>
            </a:r>
          </a:p>
          <a:p>
            <a:pPr marL="735013" marR="0" lvl="2" indent="-287338" algn="l" defTabSz="914400" rtl="0" eaLnBrk="1" fontAlgn="auto" latinLnBrk="0" hangingPunct="1">
              <a:lnSpc>
                <a:spcPct val="90000"/>
              </a:lnSpc>
              <a:spcBef>
                <a:spcPts val="500"/>
              </a:spcBef>
              <a:spcAft>
                <a:spcPts val="0"/>
              </a:spcAft>
              <a:buClr>
                <a:srgbClr val="0000A8"/>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WiFi: wireless access points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mn-ea"/>
                <a:cs typeface="+mn-cs"/>
              </a:rPr>
              <a:t>11, 54, 450 Mbps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Line 2">
            <a:extLst>
              <a:ext uri="{FF2B5EF4-FFF2-40B4-BE49-F238E27FC236}">
                <a16:creationId xmlns:a16="http://schemas.microsoft.com/office/drawing/2014/main" id="{78EC8EF9-E918-4047-8CA6-5136F4F71753}"/>
              </a:ext>
            </a:extLst>
          </p:cNvPr>
          <p:cNvSpPr>
            <a:spLocks noChangeShapeType="1"/>
          </p:cNvSpPr>
          <p:nvPr/>
        </p:nvSpPr>
        <p:spPr bwMode="auto">
          <a:xfrm>
            <a:off x="4170166" y="2675819"/>
            <a:ext cx="0" cy="3065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Line 3">
            <a:extLst>
              <a:ext uri="{FF2B5EF4-FFF2-40B4-BE49-F238E27FC236}">
                <a16:creationId xmlns:a16="http://schemas.microsoft.com/office/drawing/2014/main" id="{3430E7C9-5F72-3E41-BACC-F43489C6FEF2}"/>
              </a:ext>
            </a:extLst>
          </p:cNvPr>
          <p:cNvSpPr>
            <a:spLocks noChangeShapeType="1"/>
          </p:cNvSpPr>
          <p:nvPr/>
        </p:nvSpPr>
        <p:spPr bwMode="auto">
          <a:xfrm>
            <a:off x="4478096" y="2681014"/>
            <a:ext cx="0" cy="3658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Line 4">
            <a:extLst>
              <a:ext uri="{FF2B5EF4-FFF2-40B4-BE49-F238E27FC236}">
                <a16:creationId xmlns:a16="http://schemas.microsoft.com/office/drawing/2014/main" id="{C70C76A9-2C86-B54E-BB1F-E5D1C0DC8924}"/>
              </a:ext>
            </a:extLst>
          </p:cNvPr>
          <p:cNvSpPr>
            <a:spLocks noChangeShapeType="1"/>
          </p:cNvSpPr>
          <p:nvPr/>
        </p:nvSpPr>
        <p:spPr bwMode="auto">
          <a:xfrm flipH="1">
            <a:off x="3726933" y="2663348"/>
            <a:ext cx="51205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59">
            <a:extLst>
              <a:ext uri="{FF2B5EF4-FFF2-40B4-BE49-F238E27FC236}">
                <a16:creationId xmlns:a16="http://schemas.microsoft.com/office/drawing/2014/main" id="{37134444-A8BA-214B-A06A-AE9236E3F933}"/>
              </a:ext>
            </a:extLst>
          </p:cNvPr>
          <p:cNvSpPr>
            <a:spLocks noChangeShapeType="1"/>
          </p:cNvSpPr>
          <p:nvPr/>
        </p:nvSpPr>
        <p:spPr bwMode="auto">
          <a:xfrm flipH="1">
            <a:off x="3354851" y="2518893"/>
            <a:ext cx="78032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61">
            <a:extLst>
              <a:ext uri="{FF2B5EF4-FFF2-40B4-BE49-F238E27FC236}">
                <a16:creationId xmlns:a16="http://schemas.microsoft.com/office/drawing/2014/main" id="{DB749FEF-C2E4-CD41-AD2C-5F18AEA1BA8C}"/>
              </a:ext>
            </a:extLst>
          </p:cNvPr>
          <p:cNvSpPr>
            <a:spLocks noChangeShapeType="1"/>
          </p:cNvSpPr>
          <p:nvPr/>
        </p:nvSpPr>
        <p:spPr bwMode="auto">
          <a:xfrm flipV="1">
            <a:off x="4296137" y="2114630"/>
            <a:ext cx="0" cy="3512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62">
            <a:extLst>
              <a:ext uri="{FF2B5EF4-FFF2-40B4-BE49-F238E27FC236}">
                <a16:creationId xmlns:a16="http://schemas.microsoft.com/office/drawing/2014/main" id="{7B79186C-6091-C54B-A71E-6C432BE2DE9C}"/>
              </a:ext>
            </a:extLst>
          </p:cNvPr>
          <p:cNvGrpSpPr>
            <a:grpSpLocks/>
          </p:cNvGrpSpPr>
          <p:nvPr/>
        </p:nvGrpSpPr>
        <p:grpSpPr bwMode="auto">
          <a:xfrm>
            <a:off x="4075687" y="1818447"/>
            <a:ext cx="641521" cy="410499"/>
            <a:chOff x="2967" y="478"/>
            <a:chExt cx="788" cy="625"/>
          </a:xfrm>
        </p:grpSpPr>
        <p:pic>
          <p:nvPicPr>
            <p:cNvPr id="200" name="Picture 63" descr="access_point_stylized_small">
              <a:extLst>
                <a:ext uri="{FF2B5EF4-FFF2-40B4-BE49-F238E27FC236}">
                  <a16:creationId xmlns:a16="http://schemas.microsoft.com/office/drawing/2014/main" id="{855B47FA-ECFF-7442-9320-1E8F8E5BE7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64" descr="antenna_radiation_stylized">
              <a:extLst>
                <a:ext uri="{FF2B5EF4-FFF2-40B4-BE49-F238E27FC236}">
                  <a16:creationId xmlns:a16="http://schemas.microsoft.com/office/drawing/2014/main" id="{6A2B1A1C-7A73-4841-A562-EB2D93E464E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2" name="Group 65">
            <a:extLst>
              <a:ext uri="{FF2B5EF4-FFF2-40B4-BE49-F238E27FC236}">
                <a16:creationId xmlns:a16="http://schemas.microsoft.com/office/drawing/2014/main" id="{D053B7EE-BFEC-524C-AD4A-6CD534CEEE30}"/>
              </a:ext>
            </a:extLst>
          </p:cNvPr>
          <p:cNvGrpSpPr>
            <a:grpSpLocks/>
          </p:cNvGrpSpPr>
          <p:nvPr/>
        </p:nvGrpSpPr>
        <p:grpSpPr bwMode="auto">
          <a:xfrm>
            <a:off x="4558577" y="1396516"/>
            <a:ext cx="457229" cy="462461"/>
            <a:chOff x="877" y="1008"/>
            <a:chExt cx="2747" cy="2591"/>
          </a:xfrm>
        </p:grpSpPr>
        <p:pic>
          <p:nvPicPr>
            <p:cNvPr id="203" name="Picture 66" descr="antenna_stylized">
              <a:extLst>
                <a:ext uri="{FF2B5EF4-FFF2-40B4-BE49-F238E27FC236}">
                  <a16:creationId xmlns:a16="http://schemas.microsoft.com/office/drawing/2014/main" id="{33BEB7BB-6731-7F49-B6B7-31F8FEC63D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67" descr="laptop_keyboard">
              <a:extLst>
                <a:ext uri="{FF2B5EF4-FFF2-40B4-BE49-F238E27FC236}">
                  <a16:creationId xmlns:a16="http://schemas.microsoft.com/office/drawing/2014/main" id="{BF1602EA-545E-B640-8592-119A84BEE40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Freeform 68">
              <a:extLst>
                <a:ext uri="{FF2B5EF4-FFF2-40B4-BE49-F238E27FC236}">
                  <a16:creationId xmlns:a16="http://schemas.microsoft.com/office/drawing/2014/main" id="{11ECA48A-06A7-8447-BA87-0E8B723ED607}"/>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6" name="Picture 69" descr="screen">
              <a:extLst>
                <a:ext uri="{FF2B5EF4-FFF2-40B4-BE49-F238E27FC236}">
                  <a16:creationId xmlns:a16="http://schemas.microsoft.com/office/drawing/2014/main" id="{1C881AE4-B476-7A44-95A5-82A954B033B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70">
              <a:extLst>
                <a:ext uri="{FF2B5EF4-FFF2-40B4-BE49-F238E27FC236}">
                  <a16:creationId xmlns:a16="http://schemas.microsoft.com/office/drawing/2014/main" id="{1B337601-D9B4-7448-83DD-77341DD6AF2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1">
              <a:extLst>
                <a:ext uri="{FF2B5EF4-FFF2-40B4-BE49-F238E27FC236}">
                  <a16:creationId xmlns:a16="http://schemas.microsoft.com/office/drawing/2014/main" id="{161F090B-9EE2-B94E-A8DF-4A56633618F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2">
              <a:extLst>
                <a:ext uri="{FF2B5EF4-FFF2-40B4-BE49-F238E27FC236}">
                  <a16:creationId xmlns:a16="http://schemas.microsoft.com/office/drawing/2014/main" id="{EA85E2AB-125F-2C49-83F9-C42D1D6EC1F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3">
              <a:extLst>
                <a:ext uri="{FF2B5EF4-FFF2-40B4-BE49-F238E27FC236}">
                  <a16:creationId xmlns:a16="http://schemas.microsoft.com/office/drawing/2014/main" id="{30C6296D-F737-B44E-BE30-85489809AF15}"/>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4">
              <a:extLst>
                <a:ext uri="{FF2B5EF4-FFF2-40B4-BE49-F238E27FC236}">
                  <a16:creationId xmlns:a16="http://schemas.microsoft.com/office/drawing/2014/main" id="{243088FD-E61E-7648-AE02-DDA323B20708}"/>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5">
              <a:extLst>
                <a:ext uri="{FF2B5EF4-FFF2-40B4-BE49-F238E27FC236}">
                  <a16:creationId xmlns:a16="http://schemas.microsoft.com/office/drawing/2014/main" id="{9198CF6D-764B-224A-9A95-622FA22F86EC}"/>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3" name="Group 76">
              <a:extLst>
                <a:ext uri="{FF2B5EF4-FFF2-40B4-BE49-F238E27FC236}">
                  <a16:creationId xmlns:a16="http://schemas.microsoft.com/office/drawing/2014/main" id="{9868D947-6DC7-3643-B7B5-D99B19673E4F}"/>
                </a:ext>
              </a:extLst>
            </p:cNvPr>
            <p:cNvGrpSpPr>
              <a:grpSpLocks/>
            </p:cNvGrpSpPr>
            <p:nvPr/>
          </p:nvGrpSpPr>
          <p:grpSpPr bwMode="auto">
            <a:xfrm>
              <a:off x="1709" y="3008"/>
              <a:ext cx="507" cy="234"/>
              <a:chOff x="1740" y="2642"/>
              <a:chExt cx="752" cy="327"/>
            </a:xfrm>
          </p:grpSpPr>
          <p:sp>
            <p:nvSpPr>
              <p:cNvPr id="220" name="Freeform 77">
                <a:extLst>
                  <a:ext uri="{FF2B5EF4-FFF2-40B4-BE49-F238E27FC236}">
                    <a16:creationId xmlns:a16="http://schemas.microsoft.com/office/drawing/2014/main" id="{50788173-0E26-0B42-B2E8-0EC7A938EC4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78">
                <a:extLst>
                  <a:ext uri="{FF2B5EF4-FFF2-40B4-BE49-F238E27FC236}">
                    <a16:creationId xmlns:a16="http://schemas.microsoft.com/office/drawing/2014/main" id="{180BD8C5-F87F-7E49-B3C8-67A4CDB0C58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79">
                <a:extLst>
                  <a:ext uri="{FF2B5EF4-FFF2-40B4-BE49-F238E27FC236}">
                    <a16:creationId xmlns:a16="http://schemas.microsoft.com/office/drawing/2014/main" id="{C149722A-E2E9-0E45-95F3-42B9BE3806EC}"/>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80">
                <a:extLst>
                  <a:ext uri="{FF2B5EF4-FFF2-40B4-BE49-F238E27FC236}">
                    <a16:creationId xmlns:a16="http://schemas.microsoft.com/office/drawing/2014/main" id="{CFD7B918-016B-C94E-AB8C-4F58772CBA2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81">
                <a:extLst>
                  <a:ext uri="{FF2B5EF4-FFF2-40B4-BE49-F238E27FC236}">
                    <a16:creationId xmlns:a16="http://schemas.microsoft.com/office/drawing/2014/main" id="{64AD1518-EC35-5F4C-8F5B-8E223416E03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82">
                <a:extLst>
                  <a:ext uri="{FF2B5EF4-FFF2-40B4-BE49-F238E27FC236}">
                    <a16:creationId xmlns:a16="http://schemas.microsoft.com/office/drawing/2014/main" id="{EB6197E5-CEFD-934E-8641-906A57EB86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 name="Freeform 83">
              <a:extLst>
                <a:ext uri="{FF2B5EF4-FFF2-40B4-BE49-F238E27FC236}">
                  <a16:creationId xmlns:a16="http://schemas.microsoft.com/office/drawing/2014/main" id="{33A1E63F-43CD-A044-BB06-91CEE273EDAC}"/>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84">
              <a:extLst>
                <a:ext uri="{FF2B5EF4-FFF2-40B4-BE49-F238E27FC236}">
                  <a16:creationId xmlns:a16="http://schemas.microsoft.com/office/drawing/2014/main" id="{57A25C33-4D80-2B4B-A928-426B33FAC5B5}"/>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85">
              <a:extLst>
                <a:ext uri="{FF2B5EF4-FFF2-40B4-BE49-F238E27FC236}">
                  <a16:creationId xmlns:a16="http://schemas.microsoft.com/office/drawing/2014/main" id="{E408CBEA-A44D-A342-B595-30BC7F4AC40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86">
              <a:extLst>
                <a:ext uri="{FF2B5EF4-FFF2-40B4-BE49-F238E27FC236}">
                  <a16:creationId xmlns:a16="http://schemas.microsoft.com/office/drawing/2014/main" id="{AD2A6909-FEE2-0C4D-B8B1-7F94F9D6FEC6}"/>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87">
              <a:extLst>
                <a:ext uri="{FF2B5EF4-FFF2-40B4-BE49-F238E27FC236}">
                  <a16:creationId xmlns:a16="http://schemas.microsoft.com/office/drawing/2014/main" id="{7865A40B-07FE-C945-A916-21A77EA65480}"/>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88">
              <a:extLst>
                <a:ext uri="{FF2B5EF4-FFF2-40B4-BE49-F238E27FC236}">
                  <a16:creationId xmlns:a16="http://schemas.microsoft.com/office/drawing/2014/main" id="{4ECECCC6-85BE-3249-87B3-7075350D2FE7}"/>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89">
            <a:extLst>
              <a:ext uri="{FF2B5EF4-FFF2-40B4-BE49-F238E27FC236}">
                <a16:creationId xmlns:a16="http://schemas.microsoft.com/office/drawing/2014/main" id="{195FBDA6-1C42-ED46-BB36-3E5B4ADF9317}"/>
              </a:ext>
            </a:extLst>
          </p:cNvPr>
          <p:cNvGrpSpPr>
            <a:grpSpLocks/>
          </p:cNvGrpSpPr>
          <p:nvPr/>
        </p:nvGrpSpPr>
        <p:grpSpPr bwMode="auto">
          <a:xfrm>
            <a:off x="3434166" y="1579422"/>
            <a:ext cx="416406" cy="409460"/>
            <a:chOff x="877" y="1008"/>
            <a:chExt cx="2747" cy="2591"/>
          </a:xfrm>
        </p:grpSpPr>
        <p:pic>
          <p:nvPicPr>
            <p:cNvPr id="227" name="Picture 90" descr="antenna_stylized">
              <a:extLst>
                <a:ext uri="{FF2B5EF4-FFF2-40B4-BE49-F238E27FC236}">
                  <a16:creationId xmlns:a16="http://schemas.microsoft.com/office/drawing/2014/main" id="{FB6A7722-2BBA-1F4A-812C-C7E75F5060F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91" descr="laptop_keyboard">
              <a:extLst>
                <a:ext uri="{FF2B5EF4-FFF2-40B4-BE49-F238E27FC236}">
                  <a16:creationId xmlns:a16="http://schemas.microsoft.com/office/drawing/2014/main" id="{D8F9E3AD-6362-6042-823B-BF763AA9B68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92">
              <a:extLst>
                <a:ext uri="{FF2B5EF4-FFF2-40B4-BE49-F238E27FC236}">
                  <a16:creationId xmlns:a16="http://schemas.microsoft.com/office/drawing/2014/main" id="{9D313A38-75E6-C14B-8BA9-04C45E90F587}"/>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0" name="Picture 93" descr="screen">
              <a:extLst>
                <a:ext uri="{FF2B5EF4-FFF2-40B4-BE49-F238E27FC236}">
                  <a16:creationId xmlns:a16="http://schemas.microsoft.com/office/drawing/2014/main" id="{138BC760-A933-DC4F-8D13-AE4B30B8A52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94">
              <a:extLst>
                <a:ext uri="{FF2B5EF4-FFF2-40B4-BE49-F238E27FC236}">
                  <a16:creationId xmlns:a16="http://schemas.microsoft.com/office/drawing/2014/main" id="{46B9C550-136D-8344-8F64-015D0509009D}"/>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95">
              <a:extLst>
                <a:ext uri="{FF2B5EF4-FFF2-40B4-BE49-F238E27FC236}">
                  <a16:creationId xmlns:a16="http://schemas.microsoft.com/office/drawing/2014/main" id="{1AEF38EA-E3E6-684E-A05D-6FCE72C0F4A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96">
              <a:extLst>
                <a:ext uri="{FF2B5EF4-FFF2-40B4-BE49-F238E27FC236}">
                  <a16:creationId xmlns:a16="http://schemas.microsoft.com/office/drawing/2014/main" id="{0CCAEDD5-29B9-EC48-9D02-3C7BCF21660B}"/>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7">
              <a:extLst>
                <a:ext uri="{FF2B5EF4-FFF2-40B4-BE49-F238E27FC236}">
                  <a16:creationId xmlns:a16="http://schemas.microsoft.com/office/drawing/2014/main" id="{BCE03132-8C69-D847-8712-9E6015C5FC1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98">
              <a:extLst>
                <a:ext uri="{FF2B5EF4-FFF2-40B4-BE49-F238E27FC236}">
                  <a16:creationId xmlns:a16="http://schemas.microsoft.com/office/drawing/2014/main" id="{62262D6F-816A-3E4E-BD07-1409ECBA7D8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99">
              <a:extLst>
                <a:ext uri="{FF2B5EF4-FFF2-40B4-BE49-F238E27FC236}">
                  <a16:creationId xmlns:a16="http://schemas.microsoft.com/office/drawing/2014/main" id="{7E84ADC3-5174-F747-991F-E70D98EE9714}"/>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7" name="Group 100">
              <a:extLst>
                <a:ext uri="{FF2B5EF4-FFF2-40B4-BE49-F238E27FC236}">
                  <a16:creationId xmlns:a16="http://schemas.microsoft.com/office/drawing/2014/main" id="{33BB6422-44CD-D34D-BDF2-6A2EB041A8A3}"/>
                </a:ext>
              </a:extLst>
            </p:cNvPr>
            <p:cNvGrpSpPr>
              <a:grpSpLocks/>
            </p:cNvGrpSpPr>
            <p:nvPr/>
          </p:nvGrpSpPr>
          <p:grpSpPr bwMode="auto">
            <a:xfrm>
              <a:off x="1709" y="3008"/>
              <a:ext cx="507" cy="234"/>
              <a:chOff x="1740" y="2642"/>
              <a:chExt cx="752" cy="327"/>
            </a:xfrm>
          </p:grpSpPr>
          <p:sp>
            <p:nvSpPr>
              <p:cNvPr id="244" name="Freeform 101">
                <a:extLst>
                  <a:ext uri="{FF2B5EF4-FFF2-40B4-BE49-F238E27FC236}">
                    <a16:creationId xmlns:a16="http://schemas.microsoft.com/office/drawing/2014/main" id="{57104B12-227C-CB45-BE1C-4D6CBA1A5D0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2">
                <a:extLst>
                  <a:ext uri="{FF2B5EF4-FFF2-40B4-BE49-F238E27FC236}">
                    <a16:creationId xmlns:a16="http://schemas.microsoft.com/office/drawing/2014/main" id="{FDFB2D05-4F98-F149-B42D-DDCE84459D27}"/>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
                <a:extLst>
                  <a:ext uri="{FF2B5EF4-FFF2-40B4-BE49-F238E27FC236}">
                    <a16:creationId xmlns:a16="http://schemas.microsoft.com/office/drawing/2014/main" id="{A23B522D-B23A-674C-8D71-BA8102DB7B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4">
                <a:extLst>
                  <a:ext uri="{FF2B5EF4-FFF2-40B4-BE49-F238E27FC236}">
                    <a16:creationId xmlns:a16="http://schemas.microsoft.com/office/drawing/2014/main" id="{170123EF-410A-0448-A9E9-5D00ED0884B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05">
                <a:extLst>
                  <a:ext uri="{FF2B5EF4-FFF2-40B4-BE49-F238E27FC236}">
                    <a16:creationId xmlns:a16="http://schemas.microsoft.com/office/drawing/2014/main" id="{1CA72CE1-7F70-A848-8469-9D90AD7E4C2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6">
                <a:extLst>
                  <a:ext uri="{FF2B5EF4-FFF2-40B4-BE49-F238E27FC236}">
                    <a16:creationId xmlns:a16="http://schemas.microsoft.com/office/drawing/2014/main" id="{FB74D4D3-7208-E742-9718-C72FDCF9DA9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38" name="Freeform 107">
              <a:extLst>
                <a:ext uri="{FF2B5EF4-FFF2-40B4-BE49-F238E27FC236}">
                  <a16:creationId xmlns:a16="http://schemas.microsoft.com/office/drawing/2014/main" id="{9E7FF2C1-E20A-9A40-9EF9-5761BCDF741E}"/>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8">
              <a:extLst>
                <a:ext uri="{FF2B5EF4-FFF2-40B4-BE49-F238E27FC236}">
                  <a16:creationId xmlns:a16="http://schemas.microsoft.com/office/drawing/2014/main" id="{7333190A-52B4-A447-8967-781E255161A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9">
              <a:extLst>
                <a:ext uri="{FF2B5EF4-FFF2-40B4-BE49-F238E27FC236}">
                  <a16:creationId xmlns:a16="http://schemas.microsoft.com/office/drawing/2014/main" id="{616DE346-7268-F247-B3F1-2DA05CF316A4}"/>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0">
              <a:extLst>
                <a:ext uri="{FF2B5EF4-FFF2-40B4-BE49-F238E27FC236}">
                  <a16:creationId xmlns:a16="http://schemas.microsoft.com/office/drawing/2014/main" id="{7DDDFB91-973A-9643-9FA2-506DBEE4FB6E}"/>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11">
              <a:extLst>
                <a:ext uri="{FF2B5EF4-FFF2-40B4-BE49-F238E27FC236}">
                  <a16:creationId xmlns:a16="http://schemas.microsoft.com/office/drawing/2014/main" id="{84803906-43B0-3742-9B38-4F066FF4ABA5}"/>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12">
              <a:extLst>
                <a:ext uri="{FF2B5EF4-FFF2-40B4-BE49-F238E27FC236}">
                  <a16:creationId xmlns:a16="http://schemas.microsoft.com/office/drawing/2014/main" id="{2E0643D3-4621-104F-B703-5116732F7C0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113">
            <a:extLst>
              <a:ext uri="{FF2B5EF4-FFF2-40B4-BE49-F238E27FC236}">
                <a16:creationId xmlns:a16="http://schemas.microsoft.com/office/drawing/2014/main" id="{0E752C90-C514-3241-8B89-D3D2CCB8A1E8}"/>
              </a:ext>
            </a:extLst>
          </p:cNvPr>
          <p:cNvGrpSpPr>
            <a:grpSpLocks/>
          </p:cNvGrpSpPr>
          <p:nvPr/>
        </p:nvGrpSpPr>
        <p:grpSpPr bwMode="auto">
          <a:xfrm>
            <a:off x="3983542" y="1377810"/>
            <a:ext cx="466561" cy="403224"/>
            <a:chOff x="877" y="1008"/>
            <a:chExt cx="2747" cy="2591"/>
          </a:xfrm>
        </p:grpSpPr>
        <p:pic>
          <p:nvPicPr>
            <p:cNvPr id="251" name="Picture 114" descr="antenna_stylized">
              <a:extLst>
                <a:ext uri="{FF2B5EF4-FFF2-40B4-BE49-F238E27FC236}">
                  <a16:creationId xmlns:a16="http://schemas.microsoft.com/office/drawing/2014/main" id="{2841DB94-38B2-6046-B941-F658081795D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115" descr="laptop_keyboard">
              <a:extLst>
                <a:ext uri="{FF2B5EF4-FFF2-40B4-BE49-F238E27FC236}">
                  <a16:creationId xmlns:a16="http://schemas.microsoft.com/office/drawing/2014/main" id="{0B971AB4-F783-2944-AA4E-FD359F6C40B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 name="Freeform 116">
              <a:extLst>
                <a:ext uri="{FF2B5EF4-FFF2-40B4-BE49-F238E27FC236}">
                  <a16:creationId xmlns:a16="http://schemas.microsoft.com/office/drawing/2014/main" id="{44EC4260-9F60-EF4E-9337-91625F01B49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4" name="Picture 117" descr="screen">
              <a:extLst>
                <a:ext uri="{FF2B5EF4-FFF2-40B4-BE49-F238E27FC236}">
                  <a16:creationId xmlns:a16="http://schemas.microsoft.com/office/drawing/2014/main" id="{286BB844-0A27-2940-A39C-FDBAA3AA5686}"/>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118">
              <a:extLst>
                <a:ext uri="{FF2B5EF4-FFF2-40B4-BE49-F238E27FC236}">
                  <a16:creationId xmlns:a16="http://schemas.microsoft.com/office/drawing/2014/main" id="{1E9B5613-FBBA-4F41-8A83-AA56F652247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19">
              <a:extLst>
                <a:ext uri="{FF2B5EF4-FFF2-40B4-BE49-F238E27FC236}">
                  <a16:creationId xmlns:a16="http://schemas.microsoft.com/office/drawing/2014/main" id="{42455E03-081D-6F4D-8BEB-084B9B67A46C}"/>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20">
              <a:extLst>
                <a:ext uri="{FF2B5EF4-FFF2-40B4-BE49-F238E27FC236}">
                  <a16:creationId xmlns:a16="http://schemas.microsoft.com/office/drawing/2014/main" id="{E92542AF-6D62-DD48-9013-1BC66BEDEA0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21">
              <a:extLst>
                <a:ext uri="{FF2B5EF4-FFF2-40B4-BE49-F238E27FC236}">
                  <a16:creationId xmlns:a16="http://schemas.microsoft.com/office/drawing/2014/main" id="{792BE613-81AF-B14C-A3B2-EE8DF1E911E7}"/>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22">
              <a:extLst>
                <a:ext uri="{FF2B5EF4-FFF2-40B4-BE49-F238E27FC236}">
                  <a16:creationId xmlns:a16="http://schemas.microsoft.com/office/drawing/2014/main" id="{6F215839-7DAB-604E-87F6-6047DF19D7C2}"/>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23">
              <a:extLst>
                <a:ext uri="{FF2B5EF4-FFF2-40B4-BE49-F238E27FC236}">
                  <a16:creationId xmlns:a16="http://schemas.microsoft.com/office/drawing/2014/main" id="{3E5F9781-A4BD-DB4D-82C3-2D92A853824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1" name="Group 124">
              <a:extLst>
                <a:ext uri="{FF2B5EF4-FFF2-40B4-BE49-F238E27FC236}">
                  <a16:creationId xmlns:a16="http://schemas.microsoft.com/office/drawing/2014/main" id="{393E160F-AFD1-5D45-B819-DE879061F4D3}"/>
                </a:ext>
              </a:extLst>
            </p:cNvPr>
            <p:cNvGrpSpPr>
              <a:grpSpLocks/>
            </p:cNvGrpSpPr>
            <p:nvPr/>
          </p:nvGrpSpPr>
          <p:grpSpPr bwMode="auto">
            <a:xfrm>
              <a:off x="1709" y="3008"/>
              <a:ext cx="507" cy="234"/>
              <a:chOff x="1740" y="2642"/>
              <a:chExt cx="752" cy="327"/>
            </a:xfrm>
          </p:grpSpPr>
          <p:sp>
            <p:nvSpPr>
              <p:cNvPr id="268" name="Freeform 125">
                <a:extLst>
                  <a:ext uri="{FF2B5EF4-FFF2-40B4-BE49-F238E27FC236}">
                    <a16:creationId xmlns:a16="http://schemas.microsoft.com/office/drawing/2014/main" id="{4904CC6D-453E-934A-818A-3CF1D255C60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26">
                <a:extLst>
                  <a:ext uri="{FF2B5EF4-FFF2-40B4-BE49-F238E27FC236}">
                    <a16:creationId xmlns:a16="http://schemas.microsoft.com/office/drawing/2014/main" id="{1D0387D3-CCB1-4F49-A44A-C641ACCCF0D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27">
                <a:extLst>
                  <a:ext uri="{FF2B5EF4-FFF2-40B4-BE49-F238E27FC236}">
                    <a16:creationId xmlns:a16="http://schemas.microsoft.com/office/drawing/2014/main" id="{270FA557-F288-8844-90C9-73F2E2AFCF4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28">
                <a:extLst>
                  <a:ext uri="{FF2B5EF4-FFF2-40B4-BE49-F238E27FC236}">
                    <a16:creationId xmlns:a16="http://schemas.microsoft.com/office/drawing/2014/main" id="{B75AB632-12F1-C145-9D0E-E3D452E4821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29">
                <a:extLst>
                  <a:ext uri="{FF2B5EF4-FFF2-40B4-BE49-F238E27FC236}">
                    <a16:creationId xmlns:a16="http://schemas.microsoft.com/office/drawing/2014/main" id="{D2A4E0BA-8C8D-B548-97AF-4D8ED66D723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30">
                <a:extLst>
                  <a:ext uri="{FF2B5EF4-FFF2-40B4-BE49-F238E27FC236}">
                    <a16:creationId xmlns:a16="http://schemas.microsoft.com/office/drawing/2014/main" id="{C17C1EF5-66D1-E14D-A9E8-AF60C754F61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2" name="Freeform 131">
              <a:extLst>
                <a:ext uri="{FF2B5EF4-FFF2-40B4-BE49-F238E27FC236}">
                  <a16:creationId xmlns:a16="http://schemas.microsoft.com/office/drawing/2014/main" id="{1C23D2CA-C579-3D4F-9D1E-D5347D2817C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32">
              <a:extLst>
                <a:ext uri="{FF2B5EF4-FFF2-40B4-BE49-F238E27FC236}">
                  <a16:creationId xmlns:a16="http://schemas.microsoft.com/office/drawing/2014/main" id="{A33C9E47-14D3-ED46-9A0A-92F7CCFDD319}"/>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33">
              <a:extLst>
                <a:ext uri="{FF2B5EF4-FFF2-40B4-BE49-F238E27FC236}">
                  <a16:creationId xmlns:a16="http://schemas.microsoft.com/office/drawing/2014/main" id="{1D805834-F99F-8348-B5AE-489B56E35D4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34">
              <a:extLst>
                <a:ext uri="{FF2B5EF4-FFF2-40B4-BE49-F238E27FC236}">
                  <a16:creationId xmlns:a16="http://schemas.microsoft.com/office/drawing/2014/main" id="{216AC738-4685-0B48-97A3-46CAAFF2334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35">
              <a:extLst>
                <a:ext uri="{FF2B5EF4-FFF2-40B4-BE49-F238E27FC236}">
                  <a16:creationId xmlns:a16="http://schemas.microsoft.com/office/drawing/2014/main" id="{7A3FD7AC-5BB4-9F4F-86B5-3C7016BF6201}"/>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36">
              <a:extLst>
                <a:ext uri="{FF2B5EF4-FFF2-40B4-BE49-F238E27FC236}">
                  <a16:creationId xmlns:a16="http://schemas.microsoft.com/office/drawing/2014/main" id="{7E600B2B-CDB3-BE48-AD4C-A5540AA76B3F}"/>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3" name="Line 305">
            <a:extLst>
              <a:ext uri="{FF2B5EF4-FFF2-40B4-BE49-F238E27FC236}">
                <a16:creationId xmlns:a16="http://schemas.microsoft.com/office/drawing/2014/main" id="{044937FD-83F2-5849-B39F-4C2E6F70CFDD}"/>
              </a:ext>
            </a:extLst>
          </p:cNvPr>
          <p:cNvSpPr>
            <a:spLocks noChangeShapeType="1"/>
          </p:cNvSpPr>
          <p:nvPr/>
        </p:nvSpPr>
        <p:spPr bwMode="auto">
          <a:xfrm flipV="1">
            <a:off x="4581905" y="1972254"/>
            <a:ext cx="1225888" cy="5019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Line 306">
            <a:extLst>
              <a:ext uri="{FF2B5EF4-FFF2-40B4-BE49-F238E27FC236}">
                <a16:creationId xmlns:a16="http://schemas.microsoft.com/office/drawing/2014/main" id="{116BD36F-2C9B-894A-99DC-AD32A65DAE75}"/>
              </a:ext>
            </a:extLst>
          </p:cNvPr>
          <p:cNvSpPr>
            <a:spLocks noChangeShapeType="1"/>
          </p:cNvSpPr>
          <p:nvPr/>
        </p:nvSpPr>
        <p:spPr bwMode="auto">
          <a:xfrm>
            <a:off x="5916269" y="2557345"/>
            <a:ext cx="0" cy="42712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Line 340">
            <a:extLst>
              <a:ext uri="{FF2B5EF4-FFF2-40B4-BE49-F238E27FC236}">
                <a16:creationId xmlns:a16="http://schemas.microsoft.com/office/drawing/2014/main" id="{AA687FF7-49CE-D841-9AB8-00A78E58652E}"/>
              </a:ext>
            </a:extLst>
          </p:cNvPr>
          <p:cNvSpPr>
            <a:spLocks noChangeShapeType="1"/>
          </p:cNvSpPr>
          <p:nvPr/>
        </p:nvSpPr>
        <p:spPr bwMode="auto">
          <a:xfrm>
            <a:off x="6196205" y="2552149"/>
            <a:ext cx="0" cy="42712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6" name="Group 230">
            <a:extLst>
              <a:ext uri="{FF2B5EF4-FFF2-40B4-BE49-F238E27FC236}">
                <a16:creationId xmlns:a16="http://schemas.microsoft.com/office/drawing/2014/main" id="{15AD3327-20C2-F44F-8051-39D4007F22C1}"/>
              </a:ext>
            </a:extLst>
          </p:cNvPr>
          <p:cNvGrpSpPr>
            <a:grpSpLocks/>
          </p:cNvGrpSpPr>
          <p:nvPr/>
        </p:nvGrpSpPr>
        <p:grpSpPr bwMode="auto">
          <a:xfrm>
            <a:off x="5797296" y="2957452"/>
            <a:ext cx="268272" cy="501952"/>
            <a:chOff x="4140" y="429"/>
            <a:chExt cx="1425" cy="2396"/>
          </a:xfrm>
        </p:grpSpPr>
        <p:sp>
          <p:nvSpPr>
            <p:cNvPr id="287" name="Freeform 231">
              <a:extLst>
                <a:ext uri="{FF2B5EF4-FFF2-40B4-BE49-F238E27FC236}">
                  <a16:creationId xmlns:a16="http://schemas.microsoft.com/office/drawing/2014/main" id="{F0ABE57A-D637-5C47-8DF4-FA99B089DD0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Rectangle 232">
              <a:extLst>
                <a:ext uri="{FF2B5EF4-FFF2-40B4-BE49-F238E27FC236}">
                  <a16:creationId xmlns:a16="http://schemas.microsoft.com/office/drawing/2014/main" id="{7C25617C-1459-D649-AA8B-63DF31DE62E7}"/>
                </a:ext>
              </a:extLst>
            </p:cNvPr>
            <p:cNvSpPr>
              <a:spLocks noChangeArrowheads="1"/>
            </p:cNvSpPr>
            <p:nvPr/>
          </p:nvSpPr>
          <p:spPr bwMode="auto">
            <a:xfrm>
              <a:off x="4208" y="429"/>
              <a:ext cx="1047"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Freeform 233">
              <a:extLst>
                <a:ext uri="{FF2B5EF4-FFF2-40B4-BE49-F238E27FC236}">
                  <a16:creationId xmlns:a16="http://schemas.microsoft.com/office/drawing/2014/main" id="{6B116F4F-6EEE-524D-916E-A2B8DC284D1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234">
              <a:extLst>
                <a:ext uri="{FF2B5EF4-FFF2-40B4-BE49-F238E27FC236}">
                  <a16:creationId xmlns:a16="http://schemas.microsoft.com/office/drawing/2014/main" id="{D8A80062-832D-2148-A6AE-0E50F45DE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Rectangle 235">
              <a:extLst>
                <a:ext uri="{FF2B5EF4-FFF2-40B4-BE49-F238E27FC236}">
                  <a16:creationId xmlns:a16="http://schemas.microsoft.com/office/drawing/2014/main" id="{1E6CD5FD-2185-F049-8BB1-7722AD1233F4}"/>
                </a:ext>
              </a:extLst>
            </p:cNvPr>
            <p:cNvSpPr>
              <a:spLocks noChangeArrowheads="1"/>
            </p:cNvSpPr>
            <p:nvPr/>
          </p:nvSpPr>
          <p:spPr bwMode="auto">
            <a:xfrm>
              <a:off x="4214" y="692"/>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236">
              <a:extLst>
                <a:ext uri="{FF2B5EF4-FFF2-40B4-BE49-F238E27FC236}">
                  <a16:creationId xmlns:a16="http://schemas.microsoft.com/office/drawing/2014/main" id="{EC16BD93-C6E9-E44C-8265-25A74EDF5099}"/>
                </a:ext>
              </a:extLst>
            </p:cNvPr>
            <p:cNvGrpSpPr>
              <a:grpSpLocks/>
            </p:cNvGrpSpPr>
            <p:nvPr/>
          </p:nvGrpSpPr>
          <p:grpSpPr bwMode="auto">
            <a:xfrm>
              <a:off x="4749" y="668"/>
              <a:ext cx="581" cy="145"/>
              <a:chOff x="614" y="2568"/>
              <a:chExt cx="725" cy="139"/>
            </a:xfrm>
          </p:grpSpPr>
          <p:sp>
            <p:nvSpPr>
              <p:cNvPr id="317" name="AutoShape 237">
                <a:extLst>
                  <a:ext uri="{FF2B5EF4-FFF2-40B4-BE49-F238E27FC236}">
                    <a16:creationId xmlns:a16="http://schemas.microsoft.com/office/drawing/2014/main" id="{A48A0EE5-D373-7D42-80AF-6624D2B22707}"/>
                  </a:ext>
                </a:extLst>
              </p:cNvPr>
              <p:cNvSpPr>
                <a:spLocks noChangeArrowheads="1"/>
              </p:cNvSpPr>
              <p:nvPr/>
            </p:nvSpPr>
            <p:spPr bwMode="auto">
              <a:xfrm>
                <a:off x="612" y="2567"/>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238">
                <a:extLst>
                  <a:ext uri="{FF2B5EF4-FFF2-40B4-BE49-F238E27FC236}">
                    <a16:creationId xmlns:a16="http://schemas.microsoft.com/office/drawing/2014/main" id="{62B3372D-24FD-224D-87B2-608BB33AFBA0}"/>
                  </a:ext>
                </a:extLst>
              </p:cNvPr>
              <p:cNvSpPr>
                <a:spLocks noChangeArrowheads="1"/>
              </p:cNvSpPr>
              <p:nvPr/>
            </p:nvSpPr>
            <p:spPr bwMode="auto">
              <a:xfrm>
                <a:off x="627" y="2581"/>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93" name="Rectangle 239">
              <a:extLst>
                <a:ext uri="{FF2B5EF4-FFF2-40B4-BE49-F238E27FC236}">
                  <a16:creationId xmlns:a16="http://schemas.microsoft.com/office/drawing/2014/main" id="{34C89A3B-D23A-BC4F-98D0-9C3E37D15B84}"/>
                </a:ext>
              </a:extLst>
            </p:cNvPr>
            <p:cNvSpPr>
              <a:spLocks noChangeArrowheads="1"/>
            </p:cNvSpPr>
            <p:nvPr/>
          </p:nvSpPr>
          <p:spPr bwMode="auto">
            <a:xfrm>
              <a:off x="4227" y="1019"/>
              <a:ext cx="595"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94" name="Group 240">
              <a:extLst>
                <a:ext uri="{FF2B5EF4-FFF2-40B4-BE49-F238E27FC236}">
                  <a16:creationId xmlns:a16="http://schemas.microsoft.com/office/drawing/2014/main" id="{EF0991A6-3D9E-E240-9F78-C22FA850ECDF}"/>
                </a:ext>
              </a:extLst>
            </p:cNvPr>
            <p:cNvGrpSpPr>
              <a:grpSpLocks/>
            </p:cNvGrpSpPr>
            <p:nvPr/>
          </p:nvGrpSpPr>
          <p:grpSpPr bwMode="auto">
            <a:xfrm>
              <a:off x="4747" y="994"/>
              <a:ext cx="581" cy="134"/>
              <a:chOff x="614" y="2568"/>
              <a:chExt cx="725" cy="139"/>
            </a:xfrm>
          </p:grpSpPr>
          <p:sp>
            <p:nvSpPr>
              <p:cNvPr id="315" name="AutoShape 241">
                <a:extLst>
                  <a:ext uri="{FF2B5EF4-FFF2-40B4-BE49-F238E27FC236}">
                    <a16:creationId xmlns:a16="http://schemas.microsoft.com/office/drawing/2014/main" id="{37B22D79-C533-9C45-ACA8-4C435BD41438}"/>
                  </a:ext>
                </a:extLst>
              </p:cNvPr>
              <p:cNvSpPr>
                <a:spLocks noChangeArrowheads="1"/>
              </p:cNvSpPr>
              <p:nvPr/>
            </p:nvSpPr>
            <p:spPr bwMode="auto">
              <a:xfrm>
                <a:off x="614" y="2569"/>
                <a:ext cx="727"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6" name="AutoShape 242">
                <a:extLst>
                  <a:ext uri="{FF2B5EF4-FFF2-40B4-BE49-F238E27FC236}">
                    <a16:creationId xmlns:a16="http://schemas.microsoft.com/office/drawing/2014/main" id="{A7FBB337-3C80-1D4F-9C16-CDA73008EA0F}"/>
                  </a:ext>
                </a:extLst>
              </p:cNvPr>
              <p:cNvSpPr>
                <a:spLocks noChangeArrowheads="1"/>
              </p:cNvSpPr>
              <p:nvPr/>
            </p:nvSpPr>
            <p:spPr bwMode="auto">
              <a:xfrm>
                <a:off x="630" y="2584"/>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95" name="Rectangle 243">
              <a:extLst>
                <a:ext uri="{FF2B5EF4-FFF2-40B4-BE49-F238E27FC236}">
                  <a16:creationId xmlns:a16="http://schemas.microsoft.com/office/drawing/2014/main" id="{98CEF5B7-D2DC-4A45-B21D-4D45002D7792}"/>
                </a:ext>
              </a:extLst>
            </p:cNvPr>
            <p:cNvSpPr>
              <a:spLocks noChangeArrowheads="1"/>
            </p:cNvSpPr>
            <p:nvPr/>
          </p:nvSpPr>
          <p:spPr bwMode="auto">
            <a:xfrm>
              <a:off x="4214" y="135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244">
              <a:extLst>
                <a:ext uri="{FF2B5EF4-FFF2-40B4-BE49-F238E27FC236}">
                  <a16:creationId xmlns:a16="http://schemas.microsoft.com/office/drawing/2014/main" id="{97835B20-A1ED-E544-9C89-CC3420492617}"/>
                </a:ext>
              </a:extLst>
            </p:cNvPr>
            <p:cNvSpPr>
              <a:spLocks noChangeArrowheads="1"/>
            </p:cNvSpPr>
            <p:nvPr/>
          </p:nvSpPr>
          <p:spPr bwMode="auto">
            <a:xfrm>
              <a:off x="4227" y="1654"/>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97" name="Group 245">
              <a:extLst>
                <a:ext uri="{FF2B5EF4-FFF2-40B4-BE49-F238E27FC236}">
                  <a16:creationId xmlns:a16="http://schemas.microsoft.com/office/drawing/2014/main" id="{7A5529E5-2659-4647-9DFF-9F954D4AB7D6}"/>
                </a:ext>
              </a:extLst>
            </p:cNvPr>
            <p:cNvGrpSpPr>
              <a:grpSpLocks/>
            </p:cNvGrpSpPr>
            <p:nvPr/>
          </p:nvGrpSpPr>
          <p:grpSpPr bwMode="auto">
            <a:xfrm>
              <a:off x="4735" y="1627"/>
              <a:ext cx="582" cy="151"/>
              <a:chOff x="614" y="2568"/>
              <a:chExt cx="725" cy="139"/>
            </a:xfrm>
          </p:grpSpPr>
          <p:sp>
            <p:nvSpPr>
              <p:cNvPr id="313" name="AutoShape 246">
                <a:extLst>
                  <a:ext uri="{FF2B5EF4-FFF2-40B4-BE49-F238E27FC236}">
                    <a16:creationId xmlns:a16="http://schemas.microsoft.com/office/drawing/2014/main" id="{DEADFAE0-EB4F-294C-A3F2-6B3F23A30231}"/>
                  </a:ext>
                </a:extLst>
              </p:cNvPr>
              <p:cNvSpPr>
                <a:spLocks noChangeArrowheads="1"/>
              </p:cNvSpPr>
              <p:nvPr/>
            </p:nvSpPr>
            <p:spPr bwMode="auto">
              <a:xfrm>
                <a:off x="614" y="2570"/>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247">
                <a:extLst>
                  <a:ext uri="{FF2B5EF4-FFF2-40B4-BE49-F238E27FC236}">
                    <a16:creationId xmlns:a16="http://schemas.microsoft.com/office/drawing/2014/main" id="{FC511F02-E8D4-4A44-9F9F-740F8FD05BD6}"/>
                  </a:ext>
                </a:extLst>
              </p:cNvPr>
              <p:cNvSpPr>
                <a:spLocks noChangeArrowheads="1"/>
              </p:cNvSpPr>
              <p:nvPr/>
            </p:nvSpPr>
            <p:spPr bwMode="auto">
              <a:xfrm>
                <a:off x="629" y="2584"/>
                <a:ext cx="695"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98" name="Freeform 248">
              <a:extLst>
                <a:ext uri="{FF2B5EF4-FFF2-40B4-BE49-F238E27FC236}">
                  <a16:creationId xmlns:a16="http://schemas.microsoft.com/office/drawing/2014/main" id="{4BDE68C7-631F-AC42-854B-493CB1A2095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9" name="Group 249">
              <a:extLst>
                <a:ext uri="{FF2B5EF4-FFF2-40B4-BE49-F238E27FC236}">
                  <a16:creationId xmlns:a16="http://schemas.microsoft.com/office/drawing/2014/main" id="{FEA57B3C-78A9-8F42-A963-C7851FF77414}"/>
                </a:ext>
              </a:extLst>
            </p:cNvPr>
            <p:cNvGrpSpPr>
              <a:grpSpLocks/>
            </p:cNvGrpSpPr>
            <p:nvPr/>
          </p:nvGrpSpPr>
          <p:grpSpPr bwMode="auto">
            <a:xfrm>
              <a:off x="4739" y="1327"/>
              <a:ext cx="582" cy="139"/>
              <a:chOff x="614" y="2568"/>
              <a:chExt cx="725" cy="139"/>
            </a:xfrm>
          </p:grpSpPr>
          <p:sp>
            <p:nvSpPr>
              <p:cNvPr id="311" name="AutoShape 250">
                <a:extLst>
                  <a:ext uri="{FF2B5EF4-FFF2-40B4-BE49-F238E27FC236}">
                    <a16:creationId xmlns:a16="http://schemas.microsoft.com/office/drawing/2014/main" id="{D6E24A6F-DD80-9140-8755-00540132A83F}"/>
                  </a:ext>
                </a:extLst>
              </p:cNvPr>
              <p:cNvSpPr>
                <a:spLocks noChangeArrowheads="1"/>
              </p:cNvSpPr>
              <p:nvPr/>
            </p:nvSpPr>
            <p:spPr bwMode="auto">
              <a:xfrm>
                <a:off x="616" y="2568"/>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251">
                <a:extLst>
                  <a:ext uri="{FF2B5EF4-FFF2-40B4-BE49-F238E27FC236}">
                    <a16:creationId xmlns:a16="http://schemas.microsoft.com/office/drawing/2014/main" id="{A252A03B-0C9A-AF43-8F54-8E31C2536ACD}"/>
                  </a:ext>
                </a:extLst>
              </p:cNvPr>
              <p:cNvSpPr>
                <a:spLocks noChangeArrowheads="1"/>
              </p:cNvSpPr>
              <p:nvPr/>
            </p:nvSpPr>
            <p:spPr bwMode="auto">
              <a:xfrm>
                <a:off x="632" y="2583"/>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00" name="Rectangle 252">
              <a:extLst>
                <a:ext uri="{FF2B5EF4-FFF2-40B4-BE49-F238E27FC236}">
                  <a16:creationId xmlns:a16="http://schemas.microsoft.com/office/drawing/2014/main" id="{AD65A7A3-C3B2-2D48-823C-4716AFAF8150}"/>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1" name="Freeform 253">
              <a:extLst>
                <a:ext uri="{FF2B5EF4-FFF2-40B4-BE49-F238E27FC236}">
                  <a16:creationId xmlns:a16="http://schemas.microsoft.com/office/drawing/2014/main" id="{55060728-909E-DA45-ABF9-474FEB8DA74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254">
              <a:extLst>
                <a:ext uri="{FF2B5EF4-FFF2-40B4-BE49-F238E27FC236}">
                  <a16:creationId xmlns:a16="http://schemas.microsoft.com/office/drawing/2014/main" id="{E827490C-3738-AD4C-88A6-A9C4923B61D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55">
              <a:extLst>
                <a:ext uri="{FF2B5EF4-FFF2-40B4-BE49-F238E27FC236}">
                  <a16:creationId xmlns:a16="http://schemas.microsoft.com/office/drawing/2014/main" id="{CCC3A224-18A2-AE4B-AD66-FCC527F30642}"/>
                </a:ext>
              </a:extLst>
            </p:cNvPr>
            <p:cNvSpPr>
              <a:spLocks noChangeArrowheads="1"/>
            </p:cNvSpPr>
            <p:nvPr/>
          </p:nvSpPr>
          <p:spPr bwMode="auto">
            <a:xfrm>
              <a:off x="5515" y="2612"/>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56">
              <a:extLst>
                <a:ext uri="{FF2B5EF4-FFF2-40B4-BE49-F238E27FC236}">
                  <a16:creationId xmlns:a16="http://schemas.microsoft.com/office/drawing/2014/main" id="{7C6501F6-6A0F-6641-AF44-CE0295D31BA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AutoShape 257">
              <a:extLst>
                <a:ext uri="{FF2B5EF4-FFF2-40B4-BE49-F238E27FC236}">
                  <a16:creationId xmlns:a16="http://schemas.microsoft.com/office/drawing/2014/main" id="{52FA1B61-3DC9-5C40-AAF2-19B14D2DBF7A}"/>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6" name="AutoShape 258">
              <a:extLst>
                <a:ext uri="{FF2B5EF4-FFF2-40B4-BE49-F238E27FC236}">
                  <a16:creationId xmlns:a16="http://schemas.microsoft.com/office/drawing/2014/main" id="{F9626126-AB4D-7746-9101-53DFEB4F80AC}"/>
                </a:ext>
              </a:extLst>
            </p:cNvPr>
            <p:cNvSpPr>
              <a:spLocks noChangeArrowheads="1"/>
            </p:cNvSpPr>
            <p:nvPr/>
          </p:nvSpPr>
          <p:spPr bwMode="auto">
            <a:xfrm>
              <a:off x="4208" y="2711"/>
              <a:ext cx="1066" cy="84"/>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Oval 259">
              <a:extLst>
                <a:ext uri="{FF2B5EF4-FFF2-40B4-BE49-F238E27FC236}">
                  <a16:creationId xmlns:a16="http://schemas.microsoft.com/office/drawing/2014/main" id="{021860D6-74E1-8441-9209-A901F763E44F}"/>
                </a:ext>
              </a:extLst>
            </p:cNvPr>
            <p:cNvSpPr>
              <a:spLocks noChangeArrowheads="1"/>
            </p:cNvSpPr>
            <p:nvPr/>
          </p:nvSpPr>
          <p:spPr bwMode="auto">
            <a:xfrm>
              <a:off x="4307" y="2383"/>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Oval 260">
              <a:extLst>
                <a:ext uri="{FF2B5EF4-FFF2-40B4-BE49-F238E27FC236}">
                  <a16:creationId xmlns:a16="http://schemas.microsoft.com/office/drawing/2014/main" id="{04E2F25B-A1A7-CD41-8A2E-06E719172997}"/>
                </a:ext>
              </a:extLst>
            </p:cNvPr>
            <p:cNvSpPr>
              <a:spLocks noChangeArrowheads="1"/>
            </p:cNvSpPr>
            <p:nvPr/>
          </p:nvSpPr>
          <p:spPr bwMode="auto">
            <a:xfrm>
              <a:off x="4487" y="2383"/>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309" name="Oval 261">
              <a:extLst>
                <a:ext uri="{FF2B5EF4-FFF2-40B4-BE49-F238E27FC236}">
                  <a16:creationId xmlns:a16="http://schemas.microsoft.com/office/drawing/2014/main" id="{1C097505-D93B-EA4F-935B-69F2E390C170}"/>
                </a:ext>
              </a:extLst>
            </p:cNvPr>
            <p:cNvSpPr>
              <a:spLocks noChangeArrowheads="1"/>
            </p:cNvSpPr>
            <p:nvPr/>
          </p:nvSpPr>
          <p:spPr bwMode="auto">
            <a:xfrm>
              <a:off x="4660" y="2379"/>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62">
              <a:extLst>
                <a:ext uri="{FF2B5EF4-FFF2-40B4-BE49-F238E27FC236}">
                  <a16:creationId xmlns:a16="http://schemas.microsoft.com/office/drawing/2014/main" id="{80EF05EA-B207-E645-85AD-50DEBA997BCD}"/>
                </a:ext>
              </a:extLst>
            </p:cNvPr>
            <p:cNvSpPr>
              <a:spLocks noChangeArrowheads="1"/>
            </p:cNvSpPr>
            <p:nvPr/>
          </p:nvSpPr>
          <p:spPr bwMode="auto">
            <a:xfrm>
              <a:off x="5063" y="1833"/>
              <a:ext cx="87" cy="764"/>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20" name="Text Box 343">
            <a:extLst>
              <a:ext uri="{FF2B5EF4-FFF2-40B4-BE49-F238E27FC236}">
                <a16:creationId xmlns:a16="http://schemas.microsoft.com/office/drawing/2014/main" id="{DAA1BF42-CEB1-D44D-BFCC-227544D66919}"/>
              </a:ext>
            </a:extLst>
          </p:cNvPr>
          <p:cNvSpPr txBox="1">
            <a:spLocks noChangeArrowheads="1"/>
          </p:cNvSpPr>
          <p:nvPr/>
        </p:nvSpPr>
        <p:spPr bwMode="auto">
          <a:xfrm>
            <a:off x="4764388" y="2906529"/>
            <a:ext cx="927409" cy="462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switch</a:t>
            </a:r>
          </a:p>
        </p:txBody>
      </p:sp>
      <p:sp>
        <p:nvSpPr>
          <p:cNvPr id="321" name="Line 344">
            <a:extLst>
              <a:ext uri="{FF2B5EF4-FFF2-40B4-BE49-F238E27FC236}">
                <a16:creationId xmlns:a16="http://schemas.microsoft.com/office/drawing/2014/main" id="{641EC1AA-258E-9B4B-9C37-D25282975350}"/>
              </a:ext>
            </a:extLst>
          </p:cNvPr>
          <p:cNvSpPr>
            <a:spLocks noChangeShapeType="1"/>
          </p:cNvSpPr>
          <p:nvPr/>
        </p:nvSpPr>
        <p:spPr bwMode="auto">
          <a:xfrm>
            <a:off x="6439983" y="3178810"/>
            <a:ext cx="386079"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Text Box 345">
            <a:extLst>
              <a:ext uri="{FF2B5EF4-FFF2-40B4-BE49-F238E27FC236}">
                <a16:creationId xmlns:a16="http://schemas.microsoft.com/office/drawing/2014/main" id="{2B23CE10-4B02-6E4C-ADE8-8FB8E2016A09}"/>
              </a:ext>
            </a:extLst>
          </p:cNvPr>
          <p:cNvSpPr txBox="1">
            <a:spLocks noChangeArrowheads="1"/>
          </p:cNvSpPr>
          <p:nvPr/>
        </p:nvSpPr>
        <p:spPr bwMode="auto">
          <a:xfrm>
            <a:off x="6660355" y="2915882"/>
            <a:ext cx="1603958" cy="462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institutional mail,</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servers</a:t>
            </a:r>
          </a:p>
        </p:txBody>
      </p:sp>
      <p:sp>
        <p:nvSpPr>
          <p:cNvPr id="323" name="Text Box 346">
            <a:extLst>
              <a:ext uri="{FF2B5EF4-FFF2-40B4-BE49-F238E27FC236}">
                <a16:creationId xmlns:a16="http://schemas.microsoft.com/office/drawing/2014/main" id="{C37B11C0-0373-D241-B3F6-6248BB3B2310}"/>
              </a:ext>
            </a:extLst>
          </p:cNvPr>
          <p:cNvSpPr txBox="1">
            <a:spLocks noChangeArrowheads="1"/>
          </p:cNvSpPr>
          <p:nvPr/>
        </p:nvSpPr>
        <p:spPr bwMode="auto">
          <a:xfrm>
            <a:off x="7268479" y="2511682"/>
            <a:ext cx="1719743" cy="269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institutional router</a:t>
            </a:r>
          </a:p>
        </p:txBody>
      </p:sp>
      <p:sp>
        <p:nvSpPr>
          <p:cNvPr id="324" name="Line 347">
            <a:extLst>
              <a:ext uri="{FF2B5EF4-FFF2-40B4-BE49-F238E27FC236}">
                <a16:creationId xmlns:a16="http://schemas.microsoft.com/office/drawing/2014/main" id="{BC9F99E4-CA5B-FD49-A02D-5F85B2296304}"/>
              </a:ext>
            </a:extLst>
          </p:cNvPr>
          <p:cNvSpPr>
            <a:spLocks noChangeShapeType="1"/>
          </p:cNvSpPr>
          <p:nvPr/>
        </p:nvSpPr>
        <p:spPr bwMode="auto">
          <a:xfrm>
            <a:off x="6585783" y="2140611"/>
            <a:ext cx="739499" cy="43440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348">
            <a:extLst>
              <a:ext uri="{FF2B5EF4-FFF2-40B4-BE49-F238E27FC236}">
                <a16:creationId xmlns:a16="http://schemas.microsoft.com/office/drawing/2014/main" id="{3C10B23E-2DA3-234F-BB19-4B7F3FD0C883}"/>
              </a:ext>
            </a:extLst>
          </p:cNvPr>
          <p:cNvSpPr>
            <a:spLocks noChangeShapeType="1"/>
          </p:cNvSpPr>
          <p:nvPr/>
        </p:nvSpPr>
        <p:spPr bwMode="auto">
          <a:xfrm>
            <a:off x="6639438" y="1920292"/>
            <a:ext cx="71383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Line 349">
            <a:extLst>
              <a:ext uri="{FF2B5EF4-FFF2-40B4-BE49-F238E27FC236}">
                <a16:creationId xmlns:a16="http://schemas.microsoft.com/office/drawing/2014/main" id="{0A81B4C1-C1C8-A345-A32D-A82E7EBACC3E}"/>
              </a:ext>
            </a:extLst>
          </p:cNvPr>
          <p:cNvSpPr>
            <a:spLocks noChangeShapeType="1"/>
          </p:cNvSpPr>
          <p:nvPr/>
        </p:nvSpPr>
        <p:spPr bwMode="auto">
          <a:xfrm>
            <a:off x="7396433" y="1918214"/>
            <a:ext cx="713838"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Line 350">
            <a:extLst>
              <a:ext uri="{FF2B5EF4-FFF2-40B4-BE49-F238E27FC236}">
                <a16:creationId xmlns:a16="http://schemas.microsoft.com/office/drawing/2014/main" id="{516F0A60-D8E9-6140-AD11-129F7CA811AA}"/>
              </a:ext>
            </a:extLst>
          </p:cNvPr>
          <p:cNvSpPr>
            <a:spLocks noChangeShapeType="1"/>
          </p:cNvSpPr>
          <p:nvPr/>
        </p:nvSpPr>
        <p:spPr bwMode="auto">
          <a:xfrm>
            <a:off x="6948534" y="1976411"/>
            <a:ext cx="369749" cy="21720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Text Box 351">
            <a:extLst>
              <a:ext uri="{FF2B5EF4-FFF2-40B4-BE49-F238E27FC236}">
                <a16:creationId xmlns:a16="http://schemas.microsoft.com/office/drawing/2014/main" id="{94641050-9D51-CA4C-90D5-813728713DF3}"/>
              </a:ext>
            </a:extLst>
          </p:cNvPr>
          <p:cNvSpPr txBox="1">
            <a:spLocks noChangeArrowheads="1"/>
          </p:cNvSpPr>
          <p:nvPr/>
        </p:nvSpPr>
        <p:spPr bwMode="auto">
          <a:xfrm>
            <a:off x="7321915" y="2109434"/>
            <a:ext cx="1612869" cy="655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Enterprise link to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(Internet)</a:t>
            </a:r>
          </a:p>
          <a:p>
            <a:pPr marL="0" marR="0" lvl="0" indent="0" algn="ctr" defTabSz="9144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35" name="Line 359">
            <a:extLst>
              <a:ext uri="{FF2B5EF4-FFF2-40B4-BE49-F238E27FC236}">
                <a16:creationId xmlns:a16="http://schemas.microsoft.com/office/drawing/2014/main" id="{97A12484-2FF1-6149-8ABD-D6D41AA5A962}"/>
              </a:ext>
            </a:extLst>
          </p:cNvPr>
          <p:cNvSpPr>
            <a:spLocks noChangeShapeType="1"/>
          </p:cNvSpPr>
          <p:nvPr/>
        </p:nvSpPr>
        <p:spPr bwMode="auto">
          <a:xfrm>
            <a:off x="6202037" y="2116709"/>
            <a:ext cx="0" cy="1943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360">
            <a:extLst>
              <a:ext uri="{FF2B5EF4-FFF2-40B4-BE49-F238E27FC236}">
                <a16:creationId xmlns:a16="http://schemas.microsoft.com/office/drawing/2014/main" id="{747942F1-CA1E-1B40-A6D9-EFC1C4EF177F}"/>
              </a:ext>
            </a:extLst>
          </p:cNvPr>
          <p:cNvGrpSpPr>
            <a:grpSpLocks/>
          </p:cNvGrpSpPr>
          <p:nvPr/>
        </p:nvGrpSpPr>
        <p:grpSpPr bwMode="auto">
          <a:xfrm>
            <a:off x="6120389" y="2953295"/>
            <a:ext cx="268272" cy="501952"/>
            <a:chOff x="4140" y="429"/>
            <a:chExt cx="1425" cy="2396"/>
          </a:xfrm>
        </p:grpSpPr>
        <p:sp>
          <p:nvSpPr>
            <p:cNvPr id="337" name="Freeform 361">
              <a:extLst>
                <a:ext uri="{FF2B5EF4-FFF2-40B4-BE49-F238E27FC236}">
                  <a16:creationId xmlns:a16="http://schemas.microsoft.com/office/drawing/2014/main" id="{A95DC624-B285-D246-93FF-BCD2C29F9F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Rectangle 362">
              <a:extLst>
                <a:ext uri="{FF2B5EF4-FFF2-40B4-BE49-F238E27FC236}">
                  <a16:creationId xmlns:a16="http://schemas.microsoft.com/office/drawing/2014/main" id="{9A79B284-8916-FD46-8350-4C85531A9AFD}"/>
                </a:ext>
              </a:extLst>
            </p:cNvPr>
            <p:cNvSpPr>
              <a:spLocks noChangeArrowheads="1"/>
            </p:cNvSpPr>
            <p:nvPr/>
          </p:nvSpPr>
          <p:spPr bwMode="auto">
            <a:xfrm>
              <a:off x="4208" y="429"/>
              <a:ext cx="1047"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Freeform 363">
              <a:extLst>
                <a:ext uri="{FF2B5EF4-FFF2-40B4-BE49-F238E27FC236}">
                  <a16:creationId xmlns:a16="http://schemas.microsoft.com/office/drawing/2014/main" id="{E442C2E6-5E48-F744-BC37-32D55EE9350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Freeform 364">
              <a:extLst>
                <a:ext uri="{FF2B5EF4-FFF2-40B4-BE49-F238E27FC236}">
                  <a16:creationId xmlns:a16="http://schemas.microsoft.com/office/drawing/2014/main" id="{0A95ECE1-B6C3-5E4F-968C-F1815309370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1" name="Rectangle 365">
              <a:extLst>
                <a:ext uri="{FF2B5EF4-FFF2-40B4-BE49-F238E27FC236}">
                  <a16:creationId xmlns:a16="http://schemas.microsoft.com/office/drawing/2014/main" id="{7E2F74EE-7534-BF42-B4B0-776EB1698A3D}"/>
                </a:ext>
              </a:extLst>
            </p:cNvPr>
            <p:cNvSpPr>
              <a:spLocks noChangeArrowheads="1"/>
            </p:cNvSpPr>
            <p:nvPr/>
          </p:nvSpPr>
          <p:spPr bwMode="auto">
            <a:xfrm>
              <a:off x="4214" y="692"/>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2" name="Group 366">
              <a:extLst>
                <a:ext uri="{FF2B5EF4-FFF2-40B4-BE49-F238E27FC236}">
                  <a16:creationId xmlns:a16="http://schemas.microsoft.com/office/drawing/2014/main" id="{5440758F-8C7D-534F-8781-BA459D2D4997}"/>
                </a:ext>
              </a:extLst>
            </p:cNvPr>
            <p:cNvGrpSpPr>
              <a:grpSpLocks/>
            </p:cNvGrpSpPr>
            <p:nvPr/>
          </p:nvGrpSpPr>
          <p:grpSpPr bwMode="auto">
            <a:xfrm>
              <a:off x="4749" y="668"/>
              <a:ext cx="581" cy="145"/>
              <a:chOff x="614" y="2568"/>
              <a:chExt cx="725" cy="139"/>
            </a:xfrm>
          </p:grpSpPr>
          <p:sp>
            <p:nvSpPr>
              <p:cNvPr id="367" name="AutoShape 367">
                <a:extLst>
                  <a:ext uri="{FF2B5EF4-FFF2-40B4-BE49-F238E27FC236}">
                    <a16:creationId xmlns:a16="http://schemas.microsoft.com/office/drawing/2014/main" id="{FA1BC11F-08E0-6741-A19A-91A95371CA93}"/>
                  </a:ext>
                </a:extLst>
              </p:cNvPr>
              <p:cNvSpPr>
                <a:spLocks noChangeArrowheads="1"/>
              </p:cNvSpPr>
              <p:nvPr/>
            </p:nvSpPr>
            <p:spPr bwMode="auto">
              <a:xfrm>
                <a:off x="612" y="2567"/>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8" name="AutoShape 368">
                <a:extLst>
                  <a:ext uri="{FF2B5EF4-FFF2-40B4-BE49-F238E27FC236}">
                    <a16:creationId xmlns:a16="http://schemas.microsoft.com/office/drawing/2014/main" id="{9CD110CA-53B7-F941-B8E8-DCF253E80B7A}"/>
                  </a:ext>
                </a:extLst>
              </p:cNvPr>
              <p:cNvSpPr>
                <a:spLocks noChangeArrowheads="1"/>
              </p:cNvSpPr>
              <p:nvPr/>
            </p:nvSpPr>
            <p:spPr bwMode="auto">
              <a:xfrm>
                <a:off x="627" y="2581"/>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3" name="Rectangle 369">
              <a:extLst>
                <a:ext uri="{FF2B5EF4-FFF2-40B4-BE49-F238E27FC236}">
                  <a16:creationId xmlns:a16="http://schemas.microsoft.com/office/drawing/2014/main" id="{1EC69C20-EBCC-F94C-8E85-3BFDEA3EE94F}"/>
                </a:ext>
              </a:extLst>
            </p:cNvPr>
            <p:cNvSpPr>
              <a:spLocks noChangeArrowheads="1"/>
            </p:cNvSpPr>
            <p:nvPr/>
          </p:nvSpPr>
          <p:spPr bwMode="auto">
            <a:xfrm>
              <a:off x="4227" y="1019"/>
              <a:ext cx="595"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4" name="Group 370">
              <a:extLst>
                <a:ext uri="{FF2B5EF4-FFF2-40B4-BE49-F238E27FC236}">
                  <a16:creationId xmlns:a16="http://schemas.microsoft.com/office/drawing/2014/main" id="{07519735-A399-0245-A06D-45262AB76044}"/>
                </a:ext>
              </a:extLst>
            </p:cNvPr>
            <p:cNvGrpSpPr>
              <a:grpSpLocks/>
            </p:cNvGrpSpPr>
            <p:nvPr/>
          </p:nvGrpSpPr>
          <p:grpSpPr bwMode="auto">
            <a:xfrm>
              <a:off x="4747" y="994"/>
              <a:ext cx="581" cy="134"/>
              <a:chOff x="614" y="2568"/>
              <a:chExt cx="725" cy="139"/>
            </a:xfrm>
          </p:grpSpPr>
          <p:sp>
            <p:nvSpPr>
              <p:cNvPr id="365" name="AutoShape 371">
                <a:extLst>
                  <a:ext uri="{FF2B5EF4-FFF2-40B4-BE49-F238E27FC236}">
                    <a16:creationId xmlns:a16="http://schemas.microsoft.com/office/drawing/2014/main" id="{E8257B33-A34F-9542-B057-AAFF66A5CE03}"/>
                  </a:ext>
                </a:extLst>
              </p:cNvPr>
              <p:cNvSpPr>
                <a:spLocks noChangeArrowheads="1"/>
              </p:cNvSpPr>
              <p:nvPr/>
            </p:nvSpPr>
            <p:spPr bwMode="auto">
              <a:xfrm>
                <a:off x="614" y="2569"/>
                <a:ext cx="727"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6" name="AutoShape 372">
                <a:extLst>
                  <a:ext uri="{FF2B5EF4-FFF2-40B4-BE49-F238E27FC236}">
                    <a16:creationId xmlns:a16="http://schemas.microsoft.com/office/drawing/2014/main" id="{6206D05B-C4DF-2F4E-99A4-33B3EB7BEAF1}"/>
                  </a:ext>
                </a:extLst>
              </p:cNvPr>
              <p:cNvSpPr>
                <a:spLocks noChangeArrowheads="1"/>
              </p:cNvSpPr>
              <p:nvPr/>
            </p:nvSpPr>
            <p:spPr bwMode="auto">
              <a:xfrm>
                <a:off x="630" y="2584"/>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5" name="Rectangle 373">
              <a:extLst>
                <a:ext uri="{FF2B5EF4-FFF2-40B4-BE49-F238E27FC236}">
                  <a16:creationId xmlns:a16="http://schemas.microsoft.com/office/drawing/2014/main" id="{34B7A55F-FAF6-8849-A14E-C0885CC268F7}"/>
                </a:ext>
              </a:extLst>
            </p:cNvPr>
            <p:cNvSpPr>
              <a:spLocks noChangeArrowheads="1"/>
            </p:cNvSpPr>
            <p:nvPr/>
          </p:nvSpPr>
          <p:spPr bwMode="auto">
            <a:xfrm>
              <a:off x="4214" y="1357"/>
              <a:ext cx="60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374">
              <a:extLst>
                <a:ext uri="{FF2B5EF4-FFF2-40B4-BE49-F238E27FC236}">
                  <a16:creationId xmlns:a16="http://schemas.microsoft.com/office/drawing/2014/main" id="{C26AEB9F-96DA-1B4D-97DF-0A9854549971}"/>
                </a:ext>
              </a:extLst>
            </p:cNvPr>
            <p:cNvSpPr>
              <a:spLocks noChangeArrowheads="1"/>
            </p:cNvSpPr>
            <p:nvPr/>
          </p:nvSpPr>
          <p:spPr bwMode="auto">
            <a:xfrm>
              <a:off x="4227" y="1654"/>
              <a:ext cx="595"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7" name="Group 375">
              <a:extLst>
                <a:ext uri="{FF2B5EF4-FFF2-40B4-BE49-F238E27FC236}">
                  <a16:creationId xmlns:a16="http://schemas.microsoft.com/office/drawing/2014/main" id="{0329E24E-6F06-BF4E-955D-9D0A65224E5A}"/>
                </a:ext>
              </a:extLst>
            </p:cNvPr>
            <p:cNvGrpSpPr>
              <a:grpSpLocks/>
            </p:cNvGrpSpPr>
            <p:nvPr/>
          </p:nvGrpSpPr>
          <p:grpSpPr bwMode="auto">
            <a:xfrm>
              <a:off x="4735" y="1627"/>
              <a:ext cx="582" cy="151"/>
              <a:chOff x="614" y="2568"/>
              <a:chExt cx="725" cy="139"/>
            </a:xfrm>
          </p:grpSpPr>
          <p:sp>
            <p:nvSpPr>
              <p:cNvPr id="363" name="AutoShape 376">
                <a:extLst>
                  <a:ext uri="{FF2B5EF4-FFF2-40B4-BE49-F238E27FC236}">
                    <a16:creationId xmlns:a16="http://schemas.microsoft.com/office/drawing/2014/main" id="{FD17C6A2-EAC5-EF40-ABBB-CB758AF39FFA}"/>
                  </a:ext>
                </a:extLst>
              </p:cNvPr>
              <p:cNvSpPr>
                <a:spLocks noChangeArrowheads="1"/>
              </p:cNvSpPr>
              <p:nvPr/>
            </p:nvSpPr>
            <p:spPr bwMode="auto">
              <a:xfrm>
                <a:off x="614" y="2570"/>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AutoShape 377">
                <a:extLst>
                  <a:ext uri="{FF2B5EF4-FFF2-40B4-BE49-F238E27FC236}">
                    <a16:creationId xmlns:a16="http://schemas.microsoft.com/office/drawing/2014/main" id="{D8BB3738-918B-854D-9E55-88D255A72138}"/>
                  </a:ext>
                </a:extLst>
              </p:cNvPr>
              <p:cNvSpPr>
                <a:spLocks noChangeArrowheads="1"/>
              </p:cNvSpPr>
              <p:nvPr/>
            </p:nvSpPr>
            <p:spPr bwMode="auto">
              <a:xfrm>
                <a:off x="629" y="2584"/>
                <a:ext cx="695"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8" name="Freeform 378">
              <a:extLst>
                <a:ext uri="{FF2B5EF4-FFF2-40B4-BE49-F238E27FC236}">
                  <a16:creationId xmlns:a16="http://schemas.microsoft.com/office/drawing/2014/main" id="{F7337DC2-5413-BF46-B779-6F96A77DEB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379">
              <a:extLst>
                <a:ext uri="{FF2B5EF4-FFF2-40B4-BE49-F238E27FC236}">
                  <a16:creationId xmlns:a16="http://schemas.microsoft.com/office/drawing/2014/main" id="{F6601C7A-DE13-3B44-AE58-1B3092D2C5DD}"/>
                </a:ext>
              </a:extLst>
            </p:cNvPr>
            <p:cNvGrpSpPr>
              <a:grpSpLocks/>
            </p:cNvGrpSpPr>
            <p:nvPr/>
          </p:nvGrpSpPr>
          <p:grpSpPr bwMode="auto">
            <a:xfrm>
              <a:off x="4739" y="1327"/>
              <a:ext cx="582" cy="139"/>
              <a:chOff x="614" y="2568"/>
              <a:chExt cx="725" cy="139"/>
            </a:xfrm>
          </p:grpSpPr>
          <p:sp>
            <p:nvSpPr>
              <p:cNvPr id="361" name="AutoShape 380">
                <a:extLst>
                  <a:ext uri="{FF2B5EF4-FFF2-40B4-BE49-F238E27FC236}">
                    <a16:creationId xmlns:a16="http://schemas.microsoft.com/office/drawing/2014/main" id="{721AAB25-2061-A947-86F3-4BE381FC305D}"/>
                  </a:ext>
                </a:extLst>
              </p:cNvPr>
              <p:cNvSpPr>
                <a:spLocks noChangeArrowheads="1"/>
              </p:cNvSpPr>
              <p:nvPr/>
            </p:nvSpPr>
            <p:spPr bwMode="auto">
              <a:xfrm>
                <a:off x="616" y="2568"/>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2" name="AutoShape 381">
                <a:extLst>
                  <a:ext uri="{FF2B5EF4-FFF2-40B4-BE49-F238E27FC236}">
                    <a16:creationId xmlns:a16="http://schemas.microsoft.com/office/drawing/2014/main" id="{429809BB-5207-CA46-808A-B1E3BDA81CAC}"/>
                  </a:ext>
                </a:extLst>
              </p:cNvPr>
              <p:cNvSpPr>
                <a:spLocks noChangeArrowheads="1"/>
              </p:cNvSpPr>
              <p:nvPr/>
            </p:nvSpPr>
            <p:spPr bwMode="auto">
              <a:xfrm>
                <a:off x="632" y="2583"/>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50" name="Rectangle 382">
              <a:extLst>
                <a:ext uri="{FF2B5EF4-FFF2-40B4-BE49-F238E27FC236}">
                  <a16:creationId xmlns:a16="http://schemas.microsoft.com/office/drawing/2014/main" id="{E47E9CEA-B6EE-DE48-A618-79372629DD89}"/>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83">
              <a:extLst>
                <a:ext uri="{FF2B5EF4-FFF2-40B4-BE49-F238E27FC236}">
                  <a16:creationId xmlns:a16="http://schemas.microsoft.com/office/drawing/2014/main" id="{9D844685-50C6-9F49-B75D-D38EF4841C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2" name="Freeform 384">
              <a:extLst>
                <a:ext uri="{FF2B5EF4-FFF2-40B4-BE49-F238E27FC236}">
                  <a16:creationId xmlns:a16="http://schemas.microsoft.com/office/drawing/2014/main" id="{C856727D-A741-4248-AA97-E181A2BC52A6}"/>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Oval 385">
              <a:extLst>
                <a:ext uri="{FF2B5EF4-FFF2-40B4-BE49-F238E27FC236}">
                  <a16:creationId xmlns:a16="http://schemas.microsoft.com/office/drawing/2014/main" id="{2C4B4AB6-1D17-1F4D-8BA0-D5E9F83E81EF}"/>
                </a:ext>
              </a:extLst>
            </p:cNvPr>
            <p:cNvSpPr>
              <a:spLocks noChangeArrowheads="1"/>
            </p:cNvSpPr>
            <p:nvPr/>
          </p:nvSpPr>
          <p:spPr bwMode="auto">
            <a:xfrm>
              <a:off x="5515" y="2612"/>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Freeform 386">
              <a:extLst>
                <a:ext uri="{FF2B5EF4-FFF2-40B4-BE49-F238E27FC236}">
                  <a16:creationId xmlns:a16="http://schemas.microsoft.com/office/drawing/2014/main" id="{6C506339-85FF-E148-B5F8-049C6E141E4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AutoShape 387">
              <a:extLst>
                <a:ext uri="{FF2B5EF4-FFF2-40B4-BE49-F238E27FC236}">
                  <a16:creationId xmlns:a16="http://schemas.microsoft.com/office/drawing/2014/main" id="{ED12CE05-81E4-8946-99AA-9D0A1A7C4781}"/>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388">
              <a:extLst>
                <a:ext uri="{FF2B5EF4-FFF2-40B4-BE49-F238E27FC236}">
                  <a16:creationId xmlns:a16="http://schemas.microsoft.com/office/drawing/2014/main" id="{F7252737-5820-0244-AA4C-5506D7C76BA8}"/>
                </a:ext>
              </a:extLst>
            </p:cNvPr>
            <p:cNvSpPr>
              <a:spLocks noChangeArrowheads="1"/>
            </p:cNvSpPr>
            <p:nvPr/>
          </p:nvSpPr>
          <p:spPr bwMode="auto">
            <a:xfrm>
              <a:off x="4208" y="2711"/>
              <a:ext cx="1066" cy="84"/>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7" name="Oval 389">
              <a:extLst>
                <a:ext uri="{FF2B5EF4-FFF2-40B4-BE49-F238E27FC236}">
                  <a16:creationId xmlns:a16="http://schemas.microsoft.com/office/drawing/2014/main" id="{159E8A40-2489-CD49-B9A0-9A2A2840B7AD}"/>
                </a:ext>
              </a:extLst>
            </p:cNvPr>
            <p:cNvSpPr>
              <a:spLocks noChangeArrowheads="1"/>
            </p:cNvSpPr>
            <p:nvPr/>
          </p:nvSpPr>
          <p:spPr bwMode="auto">
            <a:xfrm>
              <a:off x="4307" y="2383"/>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8" name="Oval 390">
              <a:extLst>
                <a:ext uri="{FF2B5EF4-FFF2-40B4-BE49-F238E27FC236}">
                  <a16:creationId xmlns:a16="http://schemas.microsoft.com/office/drawing/2014/main" id="{DCC47899-EDAF-8243-B83E-B128262A993F}"/>
                </a:ext>
              </a:extLst>
            </p:cNvPr>
            <p:cNvSpPr>
              <a:spLocks noChangeArrowheads="1"/>
            </p:cNvSpPr>
            <p:nvPr/>
          </p:nvSpPr>
          <p:spPr bwMode="auto">
            <a:xfrm>
              <a:off x="4487" y="2383"/>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359" name="Oval 391">
              <a:extLst>
                <a:ext uri="{FF2B5EF4-FFF2-40B4-BE49-F238E27FC236}">
                  <a16:creationId xmlns:a16="http://schemas.microsoft.com/office/drawing/2014/main" id="{46D30038-FDE6-B64A-85D1-5B400F22980F}"/>
                </a:ext>
              </a:extLst>
            </p:cNvPr>
            <p:cNvSpPr>
              <a:spLocks noChangeArrowheads="1"/>
            </p:cNvSpPr>
            <p:nvPr/>
          </p:nvSpPr>
          <p:spPr bwMode="auto">
            <a:xfrm>
              <a:off x="4660" y="2379"/>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392">
              <a:extLst>
                <a:ext uri="{FF2B5EF4-FFF2-40B4-BE49-F238E27FC236}">
                  <a16:creationId xmlns:a16="http://schemas.microsoft.com/office/drawing/2014/main" id="{F74E671F-6892-684D-A076-94F9230D2204}"/>
                </a:ext>
              </a:extLst>
            </p:cNvPr>
            <p:cNvSpPr>
              <a:spLocks noChangeArrowheads="1"/>
            </p:cNvSpPr>
            <p:nvPr/>
          </p:nvSpPr>
          <p:spPr bwMode="auto">
            <a:xfrm>
              <a:off x="5063" y="1833"/>
              <a:ext cx="87" cy="764"/>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395">
            <a:extLst>
              <a:ext uri="{FF2B5EF4-FFF2-40B4-BE49-F238E27FC236}">
                <a16:creationId xmlns:a16="http://schemas.microsoft.com/office/drawing/2014/main" id="{F42AAE7E-5AFB-0249-BDBC-81D5F7DED0C2}"/>
              </a:ext>
            </a:extLst>
          </p:cNvPr>
          <p:cNvGrpSpPr>
            <a:grpSpLocks/>
          </p:cNvGrpSpPr>
          <p:nvPr/>
        </p:nvGrpSpPr>
        <p:grpSpPr bwMode="auto">
          <a:xfrm>
            <a:off x="2986268" y="2270516"/>
            <a:ext cx="531879" cy="435440"/>
            <a:chOff x="-44" y="1473"/>
            <a:chExt cx="981" cy="1105"/>
          </a:xfrm>
        </p:grpSpPr>
        <p:pic>
          <p:nvPicPr>
            <p:cNvPr id="371" name="Picture 396" descr="desktop_computer_stylized_medium">
              <a:extLst>
                <a:ext uri="{FF2B5EF4-FFF2-40B4-BE49-F238E27FC236}">
                  <a16:creationId xmlns:a16="http://schemas.microsoft.com/office/drawing/2014/main" id="{4AE8F020-6115-B04F-81B6-7656CAE9AA82}"/>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97">
              <a:extLst>
                <a:ext uri="{FF2B5EF4-FFF2-40B4-BE49-F238E27FC236}">
                  <a16:creationId xmlns:a16="http://schemas.microsoft.com/office/drawing/2014/main" id="{C4FDE2C9-11FF-FA4F-A204-2288DCC33FE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Group 398">
            <a:extLst>
              <a:ext uri="{FF2B5EF4-FFF2-40B4-BE49-F238E27FC236}">
                <a16:creationId xmlns:a16="http://schemas.microsoft.com/office/drawing/2014/main" id="{2FACFB54-A469-5245-B7FD-22A98FFC4DE7}"/>
              </a:ext>
            </a:extLst>
          </p:cNvPr>
          <p:cNvGrpSpPr>
            <a:grpSpLocks/>
          </p:cNvGrpSpPr>
          <p:nvPr/>
        </p:nvGrpSpPr>
        <p:grpSpPr bwMode="auto">
          <a:xfrm>
            <a:off x="3275536" y="2564620"/>
            <a:ext cx="531879" cy="435441"/>
            <a:chOff x="-44" y="1473"/>
            <a:chExt cx="981" cy="1105"/>
          </a:xfrm>
        </p:grpSpPr>
        <p:pic>
          <p:nvPicPr>
            <p:cNvPr id="374" name="Picture 399" descr="desktop_computer_stylized_medium">
              <a:extLst>
                <a:ext uri="{FF2B5EF4-FFF2-40B4-BE49-F238E27FC236}">
                  <a16:creationId xmlns:a16="http://schemas.microsoft.com/office/drawing/2014/main" id="{7119A347-68E9-F446-93E5-6AC58CB5D658}"/>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5" name="Freeform 400">
              <a:extLst>
                <a:ext uri="{FF2B5EF4-FFF2-40B4-BE49-F238E27FC236}">
                  <a16:creationId xmlns:a16="http://schemas.microsoft.com/office/drawing/2014/main" id="{B4F57E63-5822-F542-94A1-456B247E5C5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401">
            <a:extLst>
              <a:ext uri="{FF2B5EF4-FFF2-40B4-BE49-F238E27FC236}">
                <a16:creationId xmlns:a16="http://schemas.microsoft.com/office/drawing/2014/main" id="{216D9C2E-0D64-5E47-B3FD-92B1FA453364}"/>
              </a:ext>
            </a:extLst>
          </p:cNvPr>
          <p:cNvGrpSpPr>
            <a:grpSpLocks/>
          </p:cNvGrpSpPr>
          <p:nvPr/>
        </p:nvGrpSpPr>
        <p:grpSpPr bwMode="auto">
          <a:xfrm>
            <a:off x="3724601" y="2941863"/>
            <a:ext cx="531879" cy="435440"/>
            <a:chOff x="-44" y="1473"/>
            <a:chExt cx="981" cy="1105"/>
          </a:xfrm>
        </p:grpSpPr>
        <p:pic>
          <p:nvPicPr>
            <p:cNvPr id="377" name="Picture 402" descr="desktop_computer_stylized_medium">
              <a:extLst>
                <a:ext uri="{FF2B5EF4-FFF2-40B4-BE49-F238E27FC236}">
                  <a16:creationId xmlns:a16="http://schemas.microsoft.com/office/drawing/2014/main" id="{7B843EDE-21F6-3447-B5AB-5FA8D30015F4}"/>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8" name="Freeform 403">
              <a:extLst>
                <a:ext uri="{FF2B5EF4-FFF2-40B4-BE49-F238E27FC236}">
                  <a16:creationId xmlns:a16="http://schemas.microsoft.com/office/drawing/2014/main" id="{CA3AAF42-95E2-F94C-AEA5-D68A152C1DE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9" name="Group 404">
            <a:extLst>
              <a:ext uri="{FF2B5EF4-FFF2-40B4-BE49-F238E27FC236}">
                <a16:creationId xmlns:a16="http://schemas.microsoft.com/office/drawing/2014/main" id="{71F2F2F9-9859-2F4A-B7C5-8CBDD6A3A3EF}"/>
              </a:ext>
            </a:extLst>
          </p:cNvPr>
          <p:cNvGrpSpPr>
            <a:grpSpLocks/>
          </p:cNvGrpSpPr>
          <p:nvPr/>
        </p:nvGrpSpPr>
        <p:grpSpPr bwMode="auto">
          <a:xfrm>
            <a:off x="4145671" y="2951216"/>
            <a:ext cx="531879" cy="435441"/>
            <a:chOff x="-44" y="1473"/>
            <a:chExt cx="981" cy="1105"/>
          </a:xfrm>
        </p:grpSpPr>
        <p:pic>
          <p:nvPicPr>
            <p:cNvPr id="380" name="Picture 405" descr="desktop_computer_stylized_medium">
              <a:extLst>
                <a:ext uri="{FF2B5EF4-FFF2-40B4-BE49-F238E27FC236}">
                  <a16:creationId xmlns:a16="http://schemas.microsoft.com/office/drawing/2014/main" id="{2D98BDF3-7E55-BD4F-A14E-C9CFF9C71B2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406">
              <a:extLst>
                <a:ext uri="{FF2B5EF4-FFF2-40B4-BE49-F238E27FC236}">
                  <a16:creationId xmlns:a16="http://schemas.microsoft.com/office/drawing/2014/main" id="{ACDA8376-3C3F-9041-98EB-1F7B7F4EFF7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5" name="Group 394">
            <a:extLst>
              <a:ext uri="{FF2B5EF4-FFF2-40B4-BE49-F238E27FC236}">
                <a16:creationId xmlns:a16="http://schemas.microsoft.com/office/drawing/2014/main" id="{F717C28A-9467-D947-A38C-692D5D85A6B7}"/>
              </a:ext>
            </a:extLst>
          </p:cNvPr>
          <p:cNvGrpSpPr/>
          <p:nvPr/>
        </p:nvGrpSpPr>
        <p:grpSpPr>
          <a:xfrm>
            <a:off x="5763477" y="1758396"/>
            <a:ext cx="875961" cy="382215"/>
            <a:chOff x="7493876" y="2774731"/>
            <a:chExt cx="1481958" cy="894622"/>
          </a:xfrm>
        </p:grpSpPr>
        <p:sp>
          <p:nvSpPr>
            <p:cNvPr id="404" name="Freeform 403">
              <a:extLst>
                <a:ext uri="{FF2B5EF4-FFF2-40B4-BE49-F238E27FC236}">
                  <a16:creationId xmlns:a16="http://schemas.microsoft.com/office/drawing/2014/main" id="{A1CB3C7B-EE14-8A40-8F81-643CED72C6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5" name="Oval 404">
              <a:extLst>
                <a:ext uri="{FF2B5EF4-FFF2-40B4-BE49-F238E27FC236}">
                  <a16:creationId xmlns:a16="http://schemas.microsoft.com/office/drawing/2014/main" id="{35D3F5D2-9919-304A-B981-CF776FEF77C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6" name="Group 405">
              <a:extLst>
                <a:ext uri="{FF2B5EF4-FFF2-40B4-BE49-F238E27FC236}">
                  <a16:creationId xmlns:a16="http://schemas.microsoft.com/office/drawing/2014/main" id="{515934EB-C679-D746-B27A-91B74192C8D0}"/>
                </a:ext>
              </a:extLst>
            </p:cNvPr>
            <p:cNvGrpSpPr/>
            <p:nvPr/>
          </p:nvGrpSpPr>
          <p:grpSpPr>
            <a:xfrm>
              <a:off x="7713663" y="2848339"/>
              <a:ext cx="1042107" cy="425543"/>
              <a:chOff x="7786941" y="2884917"/>
              <a:chExt cx="897649" cy="353919"/>
            </a:xfrm>
          </p:grpSpPr>
          <p:sp>
            <p:nvSpPr>
              <p:cNvPr id="407" name="Freeform 406">
                <a:extLst>
                  <a:ext uri="{FF2B5EF4-FFF2-40B4-BE49-F238E27FC236}">
                    <a16:creationId xmlns:a16="http://schemas.microsoft.com/office/drawing/2014/main" id="{CC966F1C-A1E3-5C45-96A2-6B1B09E683C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Freeform 407">
                <a:extLst>
                  <a:ext uri="{FF2B5EF4-FFF2-40B4-BE49-F238E27FC236}">
                    <a16:creationId xmlns:a16="http://schemas.microsoft.com/office/drawing/2014/main" id="{97ECA770-694E-E24F-9999-797A6C07ED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E5D3E3BF-0513-2E4E-931E-7CA1937C20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12C650F-C0FA-0248-97F7-9D9A70090B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6" name="Group 395">
            <a:extLst>
              <a:ext uri="{FF2B5EF4-FFF2-40B4-BE49-F238E27FC236}">
                <a16:creationId xmlns:a16="http://schemas.microsoft.com/office/drawing/2014/main" id="{A4FCD720-9796-A341-878E-FA6795923656}"/>
              </a:ext>
            </a:extLst>
          </p:cNvPr>
          <p:cNvGrpSpPr/>
          <p:nvPr/>
        </p:nvGrpSpPr>
        <p:grpSpPr>
          <a:xfrm>
            <a:off x="5810083" y="2299755"/>
            <a:ext cx="881870" cy="312528"/>
            <a:chOff x="3668110" y="2448910"/>
            <a:chExt cx="3794234" cy="2165130"/>
          </a:xfrm>
        </p:grpSpPr>
        <p:sp>
          <p:nvSpPr>
            <p:cNvPr id="397" name="Rectangle 396">
              <a:extLst>
                <a:ext uri="{FF2B5EF4-FFF2-40B4-BE49-F238E27FC236}">
                  <a16:creationId xmlns:a16="http://schemas.microsoft.com/office/drawing/2014/main" id="{7A60DFA1-F48E-1D4C-B020-75699DFB0A2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8" name="Freeform 397">
              <a:extLst>
                <a:ext uri="{FF2B5EF4-FFF2-40B4-BE49-F238E27FC236}">
                  <a16:creationId xmlns:a16="http://schemas.microsoft.com/office/drawing/2014/main" id="{682A9A56-08F9-894A-9036-9420C61FD9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99" name="Group 398">
              <a:extLst>
                <a:ext uri="{FF2B5EF4-FFF2-40B4-BE49-F238E27FC236}">
                  <a16:creationId xmlns:a16="http://schemas.microsoft.com/office/drawing/2014/main" id="{7F9B9834-8459-A643-B4AB-42560D2CD9ED}"/>
                </a:ext>
              </a:extLst>
            </p:cNvPr>
            <p:cNvGrpSpPr/>
            <p:nvPr/>
          </p:nvGrpSpPr>
          <p:grpSpPr>
            <a:xfrm>
              <a:off x="3941378" y="2603243"/>
              <a:ext cx="3202061" cy="1066110"/>
              <a:chOff x="7939341" y="3037317"/>
              <a:chExt cx="897649" cy="353919"/>
            </a:xfrm>
          </p:grpSpPr>
          <p:sp>
            <p:nvSpPr>
              <p:cNvPr id="400" name="Freeform 399">
                <a:extLst>
                  <a:ext uri="{FF2B5EF4-FFF2-40B4-BE49-F238E27FC236}">
                    <a16:creationId xmlns:a16="http://schemas.microsoft.com/office/drawing/2014/main" id="{14D64483-06E3-A049-8E3D-0DAB33C318E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F8D997CC-88FB-274A-93F1-94C03E43788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7C3A9D2D-28D6-5D45-85B4-8A8761DA346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5D8BF35-9324-D34D-A712-0563EFB0298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19" name="Line 342">
            <a:extLst>
              <a:ext uri="{FF2B5EF4-FFF2-40B4-BE49-F238E27FC236}">
                <a16:creationId xmlns:a16="http://schemas.microsoft.com/office/drawing/2014/main" id="{34E502BA-8B29-C043-B1AD-12ABDB9B56D0}"/>
              </a:ext>
            </a:extLst>
          </p:cNvPr>
          <p:cNvSpPr>
            <a:spLocks noChangeShapeType="1"/>
          </p:cNvSpPr>
          <p:nvPr/>
        </p:nvSpPr>
        <p:spPr bwMode="auto">
          <a:xfrm>
            <a:off x="4758032" y="2690368"/>
            <a:ext cx="369749" cy="21720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393">
            <a:extLst>
              <a:ext uri="{FF2B5EF4-FFF2-40B4-BE49-F238E27FC236}">
                <a16:creationId xmlns:a16="http://schemas.microsoft.com/office/drawing/2014/main" id="{EBCDBB71-5533-E348-ABDC-6A7616B095DF}"/>
              </a:ext>
            </a:extLst>
          </p:cNvPr>
          <p:cNvSpPr>
            <a:spLocks noChangeShapeType="1"/>
          </p:cNvSpPr>
          <p:nvPr/>
        </p:nvSpPr>
        <p:spPr bwMode="auto">
          <a:xfrm flipH="1">
            <a:off x="5214095" y="2587483"/>
            <a:ext cx="579702" cy="32943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19" name="Group 418">
            <a:extLst>
              <a:ext uri="{FF2B5EF4-FFF2-40B4-BE49-F238E27FC236}">
                <a16:creationId xmlns:a16="http://schemas.microsoft.com/office/drawing/2014/main" id="{46FE21B0-2A14-E543-8E0F-33BD68214A67}"/>
              </a:ext>
            </a:extLst>
          </p:cNvPr>
          <p:cNvGrpSpPr/>
          <p:nvPr/>
        </p:nvGrpSpPr>
        <p:grpSpPr>
          <a:xfrm>
            <a:off x="4009167" y="2420866"/>
            <a:ext cx="881870" cy="312528"/>
            <a:chOff x="3668110" y="2448910"/>
            <a:chExt cx="3794234" cy="2165130"/>
          </a:xfrm>
        </p:grpSpPr>
        <p:sp>
          <p:nvSpPr>
            <p:cNvPr id="420" name="Rectangle 419">
              <a:extLst>
                <a:ext uri="{FF2B5EF4-FFF2-40B4-BE49-F238E27FC236}">
                  <a16:creationId xmlns:a16="http://schemas.microsoft.com/office/drawing/2014/main" id="{F274DFC4-75C5-A14F-A595-4447E11F651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B6C04F47-B628-C640-B4BD-852D0B9CA9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22" name="Group 421">
              <a:extLst>
                <a:ext uri="{FF2B5EF4-FFF2-40B4-BE49-F238E27FC236}">
                  <a16:creationId xmlns:a16="http://schemas.microsoft.com/office/drawing/2014/main" id="{8FD10A4C-5BC1-4440-9E47-289CC78F147D}"/>
                </a:ext>
              </a:extLst>
            </p:cNvPr>
            <p:cNvGrpSpPr/>
            <p:nvPr/>
          </p:nvGrpSpPr>
          <p:grpSpPr>
            <a:xfrm>
              <a:off x="3941378" y="2603243"/>
              <a:ext cx="3202061" cy="1066110"/>
              <a:chOff x="7939341" y="3037317"/>
              <a:chExt cx="897649" cy="353919"/>
            </a:xfrm>
          </p:grpSpPr>
          <p:sp>
            <p:nvSpPr>
              <p:cNvPr id="423" name="Freeform 422">
                <a:extLst>
                  <a:ext uri="{FF2B5EF4-FFF2-40B4-BE49-F238E27FC236}">
                    <a16:creationId xmlns:a16="http://schemas.microsoft.com/office/drawing/2014/main" id="{5F5ABFA5-A0FA-A948-9FB8-59F9335417B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548E1035-CD49-5744-ADCA-210B41B34D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AA015B4B-F15A-C24D-A122-28F325D8135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B7A4BCD1-2CF2-7640-82EE-BA8AB602F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74" name="Slide Number Placeholder 5">
            <a:extLst>
              <a:ext uri="{FF2B5EF4-FFF2-40B4-BE49-F238E27FC236}">
                <a16:creationId xmlns:a16="http://schemas.microsoft.com/office/drawing/2014/main" id="{C2C0494D-1C09-C34C-B630-93286BA7C3E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19</a:t>
            </a:fld>
            <a:endParaRPr lang="en-US" dirty="0"/>
          </a:p>
        </p:txBody>
      </p:sp>
    </p:spTree>
    <p:extLst>
      <p:ext uri="{BB962C8B-B14F-4D97-AF65-F5344CB8AC3E}">
        <p14:creationId xmlns:p14="http://schemas.microsoft.com/office/powerpoint/2010/main" val="95017813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867040" cy="894622"/>
          </a:xfrm>
        </p:spPr>
        <p:txBody>
          <a:bodyPr>
            <a:normAutofit fontScale="90000"/>
          </a:bodyPr>
          <a:lstStyle/>
          <a:p>
            <a:r>
              <a:rPr lang="en-US" altLang="en-US" sz="5400" b="0" dirty="0">
                <a:ea typeface="ＭＳ Ｐゴシック" panose="020B0600070205080204" pitchFamily="34" charset="-128"/>
              </a:rPr>
              <a:t>Access networks: data center networks</a:t>
            </a:r>
            <a:endParaRPr lang="en-US" sz="5400" b="0" dirty="0"/>
          </a:p>
        </p:txBody>
      </p:sp>
      <p:sp>
        <p:nvSpPr>
          <p:cNvPr id="145" name="Content Placeholder 52">
            <a:extLst>
              <a:ext uri="{FF2B5EF4-FFF2-40B4-BE49-F238E27FC236}">
                <a16:creationId xmlns:a16="http://schemas.microsoft.com/office/drawing/2014/main" id="{48955155-F4D7-1E4F-B411-D5E3FDA9D978}"/>
              </a:ext>
            </a:extLst>
          </p:cNvPr>
          <p:cNvSpPr txBox="1">
            <a:spLocks/>
          </p:cNvSpPr>
          <p:nvPr/>
        </p:nvSpPr>
        <p:spPr>
          <a:xfrm>
            <a:off x="698688" y="1650273"/>
            <a:ext cx="6238140" cy="129787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high-bandwidth links (10s to 100s Gbps) connect hundreds to thousands of servers together, and to Internet</a:t>
            </a:r>
          </a:p>
        </p:txBody>
      </p:sp>
      <p:sp>
        <p:nvSpPr>
          <p:cNvPr id="274" name="Rectangle 419">
            <a:extLst>
              <a:ext uri="{FF2B5EF4-FFF2-40B4-BE49-F238E27FC236}">
                <a16:creationId xmlns:a16="http://schemas.microsoft.com/office/drawing/2014/main" id="{36CA4233-EB37-DB41-B41F-8B89232E60C6}"/>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274">
            <a:extLst>
              <a:ext uri="{FF2B5EF4-FFF2-40B4-BE49-F238E27FC236}">
                <a16:creationId xmlns:a16="http://schemas.microsoft.com/office/drawing/2014/main" id="{9058119D-C6F9-714F-B62F-93270559663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6" name="Freeform 417">
            <a:extLst>
              <a:ext uri="{FF2B5EF4-FFF2-40B4-BE49-F238E27FC236}">
                <a16:creationId xmlns:a16="http://schemas.microsoft.com/office/drawing/2014/main" id="{71103BD3-AA3A-3244-8495-DF6DE100EB4B}"/>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AutoShape 420">
            <a:extLst>
              <a:ext uri="{FF2B5EF4-FFF2-40B4-BE49-F238E27FC236}">
                <a16:creationId xmlns:a16="http://schemas.microsoft.com/office/drawing/2014/main" id="{61E390D3-84AC-0F4C-99D4-9DEA92128163}"/>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8" name="Freeform 427">
            <a:extLst>
              <a:ext uri="{FF2B5EF4-FFF2-40B4-BE49-F238E27FC236}">
                <a16:creationId xmlns:a16="http://schemas.microsoft.com/office/drawing/2014/main" id="{BE68DC56-2AEB-4542-8A11-3E6532236986}"/>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580">
            <a:extLst>
              <a:ext uri="{FF2B5EF4-FFF2-40B4-BE49-F238E27FC236}">
                <a16:creationId xmlns:a16="http://schemas.microsoft.com/office/drawing/2014/main" id="{5F230F19-4A93-8C4A-873D-D4CFAC295F43}"/>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280" name="Text Box 580">
            <a:extLst>
              <a:ext uri="{FF2B5EF4-FFF2-40B4-BE49-F238E27FC236}">
                <a16:creationId xmlns:a16="http://schemas.microsoft.com/office/drawing/2014/main" id="{EFF12FAF-1CE5-3C47-A216-FF19F4EBFA9C}"/>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281" name="Text Box 580">
            <a:extLst>
              <a:ext uri="{FF2B5EF4-FFF2-40B4-BE49-F238E27FC236}">
                <a16:creationId xmlns:a16="http://schemas.microsoft.com/office/drawing/2014/main" id="{763FFDEF-27BC-0244-8C2D-F455EBED109A}"/>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82" name="Freeform 281">
            <a:extLst>
              <a:ext uri="{FF2B5EF4-FFF2-40B4-BE49-F238E27FC236}">
                <a16:creationId xmlns:a16="http://schemas.microsoft.com/office/drawing/2014/main" id="{E6C8EA1E-5169-2247-A699-7AB42C9B9BB8}"/>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29" name="Group 328">
            <a:extLst>
              <a:ext uri="{FF2B5EF4-FFF2-40B4-BE49-F238E27FC236}">
                <a16:creationId xmlns:a16="http://schemas.microsoft.com/office/drawing/2014/main" id="{41AC2797-87FF-124D-8C36-8BD6CC3DA601}"/>
              </a:ext>
            </a:extLst>
          </p:cNvPr>
          <p:cNvGrpSpPr/>
          <p:nvPr/>
        </p:nvGrpSpPr>
        <p:grpSpPr>
          <a:xfrm>
            <a:off x="10837700" y="3928050"/>
            <a:ext cx="687393" cy="721548"/>
            <a:chOff x="5203089" y="1751190"/>
            <a:chExt cx="858331" cy="662414"/>
          </a:xfrm>
        </p:grpSpPr>
        <p:sp>
          <p:nvSpPr>
            <p:cNvPr id="330" name="Freeform 329">
              <a:extLst>
                <a:ext uri="{FF2B5EF4-FFF2-40B4-BE49-F238E27FC236}">
                  <a16:creationId xmlns:a16="http://schemas.microsoft.com/office/drawing/2014/main" id="{E15F01B7-41DC-2441-8AED-337BBB23402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D4E26D63-9231-924B-808B-5867BF7101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2" name="Straight Connector 331">
              <a:extLst>
                <a:ext uri="{FF2B5EF4-FFF2-40B4-BE49-F238E27FC236}">
                  <a16:creationId xmlns:a16="http://schemas.microsoft.com/office/drawing/2014/main" id="{8D397B71-E004-D548-8E98-B15188084FF1}"/>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5FD2631D-27C8-9E4E-A893-C18FE03B692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4" name="Straight Connector 333">
              <a:extLst>
                <a:ext uri="{FF2B5EF4-FFF2-40B4-BE49-F238E27FC236}">
                  <a16:creationId xmlns:a16="http://schemas.microsoft.com/office/drawing/2014/main" id="{3A1B005B-CA42-B14B-B884-1421BDD15ADE}"/>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2" name="Straight Connector 381">
              <a:extLst>
                <a:ext uri="{FF2B5EF4-FFF2-40B4-BE49-F238E27FC236}">
                  <a16:creationId xmlns:a16="http://schemas.microsoft.com/office/drawing/2014/main" id="{57ACD0A3-83AF-E546-8605-111E24C5E76E}"/>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a:extLst>
                <a:ext uri="{FF2B5EF4-FFF2-40B4-BE49-F238E27FC236}">
                  <a16:creationId xmlns:a16="http://schemas.microsoft.com/office/drawing/2014/main" id="{CA315F96-ADC4-0C49-A900-F4A1B91F15B6}"/>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A649477B-5A45-5442-B86C-68467314F007}"/>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85" name="Group 384">
            <a:extLst>
              <a:ext uri="{FF2B5EF4-FFF2-40B4-BE49-F238E27FC236}">
                <a16:creationId xmlns:a16="http://schemas.microsoft.com/office/drawing/2014/main" id="{33B3C95D-F76C-5147-BF33-05A8163C47B8}"/>
              </a:ext>
            </a:extLst>
          </p:cNvPr>
          <p:cNvGrpSpPr/>
          <p:nvPr/>
        </p:nvGrpSpPr>
        <p:grpSpPr>
          <a:xfrm>
            <a:off x="10771171" y="3194171"/>
            <a:ext cx="594613" cy="648336"/>
            <a:chOff x="5203089" y="1751190"/>
            <a:chExt cx="858331" cy="662414"/>
          </a:xfrm>
        </p:grpSpPr>
        <p:sp>
          <p:nvSpPr>
            <p:cNvPr id="386" name="Freeform 385">
              <a:extLst>
                <a:ext uri="{FF2B5EF4-FFF2-40B4-BE49-F238E27FC236}">
                  <a16:creationId xmlns:a16="http://schemas.microsoft.com/office/drawing/2014/main" id="{DAB633DE-73CE-714C-8893-2D10448A9FB8}"/>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E42316FC-2612-4243-B7AF-8AB9E788A9A8}"/>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8" name="Straight Connector 387">
              <a:extLst>
                <a:ext uri="{FF2B5EF4-FFF2-40B4-BE49-F238E27FC236}">
                  <a16:creationId xmlns:a16="http://schemas.microsoft.com/office/drawing/2014/main" id="{462ED020-7125-0A4A-899E-33A0503C893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B0D89A3F-655E-6840-BDF9-07B8BEB1625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7B229DC0-BE19-BF44-8B74-EB0FABEEDD4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CA93DA1A-0D59-2544-9600-49E820B2A587}"/>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4A109A3-BDF0-EF4A-93DE-0DAD52601589}"/>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93" name="Straight Connector 392">
              <a:extLst>
                <a:ext uri="{FF2B5EF4-FFF2-40B4-BE49-F238E27FC236}">
                  <a16:creationId xmlns:a16="http://schemas.microsoft.com/office/drawing/2014/main" id="{6E5C5DD8-2689-E646-9EFF-B26A852EC9C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4" name="Freeform 393">
            <a:extLst>
              <a:ext uri="{FF2B5EF4-FFF2-40B4-BE49-F238E27FC236}">
                <a16:creationId xmlns:a16="http://schemas.microsoft.com/office/drawing/2014/main" id="{F8F60D57-DF2A-584D-9B4F-8598E08267A4}"/>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TextBox 410">
            <a:extLst>
              <a:ext uri="{FF2B5EF4-FFF2-40B4-BE49-F238E27FC236}">
                <a16:creationId xmlns:a16="http://schemas.microsoft.com/office/drawing/2014/main" id="{5175CEFD-B416-EC43-9D88-DE6ADA85F3B9}"/>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2" name="Rectangle 411">
            <a:extLst>
              <a:ext uri="{FF2B5EF4-FFF2-40B4-BE49-F238E27FC236}">
                <a16:creationId xmlns:a16="http://schemas.microsoft.com/office/drawing/2014/main" id="{482B2CA5-73F1-6B48-83A9-220EA45D6E11}"/>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TextBox 412">
            <a:extLst>
              <a:ext uri="{FF2B5EF4-FFF2-40B4-BE49-F238E27FC236}">
                <a16:creationId xmlns:a16="http://schemas.microsoft.com/office/drawing/2014/main" id="{1EBC6BD5-14CE-4945-B1BA-BE4545CA8008}"/>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14" name="TextBox 413">
            <a:extLst>
              <a:ext uri="{FF2B5EF4-FFF2-40B4-BE49-F238E27FC236}">
                <a16:creationId xmlns:a16="http://schemas.microsoft.com/office/drawing/2014/main" id="{DEC3A97D-1225-CD43-9C9F-8ECD38854617}"/>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15" name="TextBox 414">
            <a:extLst>
              <a:ext uri="{FF2B5EF4-FFF2-40B4-BE49-F238E27FC236}">
                <a16:creationId xmlns:a16="http://schemas.microsoft.com/office/drawing/2014/main" id="{BB3CA80D-AE31-9141-A3F3-5D2D97D6A49C}"/>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16" name="Straight Connector 415">
            <a:extLst>
              <a:ext uri="{FF2B5EF4-FFF2-40B4-BE49-F238E27FC236}">
                <a16:creationId xmlns:a16="http://schemas.microsoft.com/office/drawing/2014/main" id="{5CACB8BB-D800-3B44-984D-E6AEFC6C6A1C}"/>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6F1BACF3-CAA7-6E45-9AD3-604633297FDD}"/>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FA668F0F-CA0E-7640-91BD-0EA1D5F07B82}"/>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DEB06C55-3309-F547-9480-0B3401F581CF}"/>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043661B9-548C-AD4D-AF57-39494914AD48}"/>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1A67B166-D79C-B942-9DA2-5B0BB0E2CAA9}"/>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E412FD92-D929-5247-9E8C-F2DA6D35C9F8}"/>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87D421B1-BC86-3C48-9023-E75A030C0EA1}"/>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4D100E13-3563-2248-B4C9-022DB77AE9D7}"/>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2E90F774-2A56-A148-8467-E79EA92C2FF7}"/>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4E384DC2-3B49-2744-9B6C-032DDC6524C7}"/>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5" name="Straight Connector 434">
            <a:extLst>
              <a:ext uri="{FF2B5EF4-FFF2-40B4-BE49-F238E27FC236}">
                <a16:creationId xmlns:a16="http://schemas.microsoft.com/office/drawing/2014/main" id="{C9A49C1C-EDF9-1649-8BF2-8BBD599420E4}"/>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6" name="Straight Connector 435">
            <a:extLst>
              <a:ext uri="{FF2B5EF4-FFF2-40B4-BE49-F238E27FC236}">
                <a16:creationId xmlns:a16="http://schemas.microsoft.com/office/drawing/2014/main" id="{37677CC3-5E7F-FB43-AC9C-0C12A8C4730C}"/>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7" name="Straight Connector 436">
            <a:extLst>
              <a:ext uri="{FF2B5EF4-FFF2-40B4-BE49-F238E27FC236}">
                <a16:creationId xmlns:a16="http://schemas.microsoft.com/office/drawing/2014/main" id="{2072990B-D76F-9F46-B0E3-87C8C6A3033A}"/>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8" name="Straight Connector 437">
            <a:extLst>
              <a:ext uri="{FF2B5EF4-FFF2-40B4-BE49-F238E27FC236}">
                <a16:creationId xmlns:a16="http://schemas.microsoft.com/office/drawing/2014/main" id="{6976D38F-2A78-2947-B121-41AA986DC84E}"/>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9" name="Straight Connector 438">
            <a:extLst>
              <a:ext uri="{FF2B5EF4-FFF2-40B4-BE49-F238E27FC236}">
                <a16:creationId xmlns:a16="http://schemas.microsoft.com/office/drawing/2014/main" id="{EF6007F8-8918-CB43-9342-B4AE7A9F9DBD}"/>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0" name="Straight Connector 439">
            <a:extLst>
              <a:ext uri="{FF2B5EF4-FFF2-40B4-BE49-F238E27FC236}">
                <a16:creationId xmlns:a16="http://schemas.microsoft.com/office/drawing/2014/main" id="{24ACB63E-94EF-B74E-B560-667582FAA3C0}"/>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1" name="Straight Connector 440">
            <a:extLst>
              <a:ext uri="{FF2B5EF4-FFF2-40B4-BE49-F238E27FC236}">
                <a16:creationId xmlns:a16="http://schemas.microsoft.com/office/drawing/2014/main" id="{96D346AF-680E-0448-ABDA-D697BA051A9A}"/>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2" name="Straight Connector 441">
            <a:extLst>
              <a:ext uri="{FF2B5EF4-FFF2-40B4-BE49-F238E27FC236}">
                <a16:creationId xmlns:a16="http://schemas.microsoft.com/office/drawing/2014/main" id="{8927FD2C-1E27-CB4A-AED7-5A85061BA21E}"/>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43" name="Line 541">
            <a:extLst>
              <a:ext uri="{FF2B5EF4-FFF2-40B4-BE49-F238E27FC236}">
                <a16:creationId xmlns:a16="http://schemas.microsoft.com/office/drawing/2014/main" id="{7486D04A-35C5-1E48-87A7-E7BD6B1418A9}"/>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Line 424">
            <a:extLst>
              <a:ext uri="{FF2B5EF4-FFF2-40B4-BE49-F238E27FC236}">
                <a16:creationId xmlns:a16="http://schemas.microsoft.com/office/drawing/2014/main" id="{BAB59539-0C84-7244-B45B-D4A904C83284}"/>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Oval 800">
            <a:extLst>
              <a:ext uri="{FF2B5EF4-FFF2-40B4-BE49-F238E27FC236}">
                <a16:creationId xmlns:a16="http://schemas.microsoft.com/office/drawing/2014/main" id="{5417F1AB-23AC-3942-A135-F7969927A1B2}"/>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6" name="Group 445">
            <a:extLst>
              <a:ext uri="{FF2B5EF4-FFF2-40B4-BE49-F238E27FC236}">
                <a16:creationId xmlns:a16="http://schemas.microsoft.com/office/drawing/2014/main" id="{651E7FE8-6183-6744-ABAC-ECC3EBEAFC26}"/>
              </a:ext>
            </a:extLst>
          </p:cNvPr>
          <p:cNvGrpSpPr/>
          <p:nvPr/>
        </p:nvGrpSpPr>
        <p:grpSpPr>
          <a:xfrm>
            <a:off x="10410609" y="3496138"/>
            <a:ext cx="353678" cy="198344"/>
            <a:chOff x="7493876" y="2774731"/>
            <a:chExt cx="1481958" cy="894622"/>
          </a:xfrm>
        </p:grpSpPr>
        <p:sp>
          <p:nvSpPr>
            <p:cNvPr id="447" name="Freeform 446">
              <a:extLst>
                <a:ext uri="{FF2B5EF4-FFF2-40B4-BE49-F238E27FC236}">
                  <a16:creationId xmlns:a16="http://schemas.microsoft.com/office/drawing/2014/main" id="{2C9335CD-A802-0C4F-8120-694F2D3B15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8" name="Oval 447">
              <a:extLst>
                <a:ext uri="{FF2B5EF4-FFF2-40B4-BE49-F238E27FC236}">
                  <a16:creationId xmlns:a16="http://schemas.microsoft.com/office/drawing/2014/main" id="{2C6932CF-92C7-7E42-A862-E031F69472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9" name="Group 448">
              <a:extLst>
                <a:ext uri="{FF2B5EF4-FFF2-40B4-BE49-F238E27FC236}">
                  <a16:creationId xmlns:a16="http://schemas.microsoft.com/office/drawing/2014/main" id="{6ACB8540-CBB7-7140-B640-D2CC9D08A131}"/>
                </a:ext>
              </a:extLst>
            </p:cNvPr>
            <p:cNvGrpSpPr/>
            <p:nvPr/>
          </p:nvGrpSpPr>
          <p:grpSpPr>
            <a:xfrm>
              <a:off x="7713663" y="2848339"/>
              <a:ext cx="1042107" cy="425543"/>
              <a:chOff x="7786941" y="2884917"/>
              <a:chExt cx="897649" cy="353919"/>
            </a:xfrm>
          </p:grpSpPr>
          <p:sp>
            <p:nvSpPr>
              <p:cNvPr id="450" name="Freeform 449">
                <a:extLst>
                  <a:ext uri="{FF2B5EF4-FFF2-40B4-BE49-F238E27FC236}">
                    <a16:creationId xmlns:a16="http://schemas.microsoft.com/office/drawing/2014/main" id="{C74BCB7D-3A08-574D-8108-D782B2FD14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E61989D5-1D39-0344-9A13-6400C025C0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49EFBE89-8085-824C-9C07-68751E664D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0A8C78AC-D568-DD48-B0F3-D2F57CBF804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4" name="Group 453">
            <a:extLst>
              <a:ext uri="{FF2B5EF4-FFF2-40B4-BE49-F238E27FC236}">
                <a16:creationId xmlns:a16="http://schemas.microsoft.com/office/drawing/2014/main" id="{DC8B14F2-759B-234F-8068-0D353D180912}"/>
              </a:ext>
            </a:extLst>
          </p:cNvPr>
          <p:cNvGrpSpPr/>
          <p:nvPr/>
        </p:nvGrpSpPr>
        <p:grpSpPr>
          <a:xfrm>
            <a:off x="9948724" y="2202292"/>
            <a:ext cx="353678" cy="198344"/>
            <a:chOff x="7493876" y="2774731"/>
            <a:chExt cx="1481958" cy="894622"/>
          </a:xfrm>
        </p:grpSpPr>
        <p:sp>
          <p:nvSpPr>
            <p:cNvPr id="455" name="Freeform 454">
              <a:extLst>
                <a:ext uri="{FF2B5EF4-FFF2-40B4-BE49-F238E27FC236}">
                  <a16:creationId xmlns:a16="http://schemas.microsoft.com/office/drawing/2014/main" id="{C053ECA1-017A-B844-9C63-F2EFAE3E25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6" name="Oval 455">
              <a:extLst>
                <a:ext uri="{FF2B5EF4-FFF2-40B4-BE49-F238E27FC236}">
                  <a16:creationId xmlns:a16="http://schemas.microsoft.com/office/drawing/2014/main" id="{83D01575-8FDC-EF4B-80A4-09ECE8C67D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7" name="Group 456">
              <a:extLst>
                <a:ext uri="{FF2B5EF4-FFF2-40B4-BE49-F238E27FC236}">
                  <a16:creationId xmlns:a16="http://schemas.microsoft.com/office/drawing/2014/main" id="{5D868A94-4C60-8F44-B227-C15B29836294}"/>
                </a:ext>
              </a:extLst>
            </p:cNvPr>
            <p:cNvGrpSpPr/>
            <p:nvPr/>
          </p:nvGrpSpPr>
          <p:grpSpPr>
            <a:xfrm>
              <a:off x="7713663" y="2848339"/>
              <a:ext cx="1042107" cy="425543"/>
              <a:chOff x="7786941" y="2884917"/>
              <a:chExt cx="897649" cy="353919"/>
            </a:xfrm>
          </p:grpSpPr>
          <p:sp>
            <p:nvSpPr>
              <p:cNvPr id="458" name="Freeform 457">
                <a:extLst>
                  <a:ext uri="{FF2B5EF4-FFF2-40B4-BE49-F238E27FC236}">
                    <a16:creationId xmlns:a16="http://schemas.microsoft.com/office/drawing/2014/main" id="{6DC90444-9CD3-D044-8FD3-4E1C575A21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B3516423-BF7D-2247-BCF5-88691632F8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18FBB272-C56D-6542-84C0-26BDBB8B8D6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688986C-695B-654D-B930-44E666652D8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2" name="Group 461">
            <a:extLst>
              <a:ext uri="{FF2B5EF4-FFF2-40B4-BE49-F238E27FC236}">
                <a16:creationId xmlns:a16="http://schemas.microsoft.com/office/drawing/2014/main" id="{509E70B8-C7A3-B345-B886-62EB0BB45FF5}"/>
              </a:ext>
            </a:extLst>
          </p:cNvPr>
          <p:cNvGrpSpPr/>
          <p:nvPr/>
        </p:nvGrpSpPr>
        <p:grpSpPr>
          <a:xfrm>
            <a:off x="10527214" y="2613367"/>
            <a:ext cx="353678" cy="198344"/>
            <a:chOff x="7493876" y="2774731"/>
            <a:chExt cx="1481958" cy="894622"/>
          </a:xfrm>
        </p:grpSpPr>
        <p:sp>
          <p:nvSpPr>
            <p:cNvPr id="463" name="Freeform 462">
              <a:extLst>
                <a:ext uri="{FF2B5EF4-FFF2-40B4-BE49-F238E27FC236}">
                  <a16:creationId xmlns:a16="http://schemas.microsoft.com/office/drawing/2014/main" id="{2FB97B21-281E-D545-9A5B-87877EDF7D5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4" name="Oval 463">
              <a:extLst>
                <a:ext uri="{FF2B5EF4-FFF2-40B4-BE49-F238E27FC236}">
                  <a16:creationId xmlns:a16="http://schemas.microsoft.com/office/drawing/2014/main" id="{E337FB9C-CCF1-9644-85FD-4932EAB62D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5" name="Group 464">
              <a:extLst>
                <a:ext uri="{FF2B5EF4-FFF2-40B4-BE49-F238E27FC236}">
                  <a16:creationId xmlns:a16="http://schemas.microsoft.com/office/drawing/2014/main" id="{81568088-0800-E94D-BE10-4CB6257C9E3F}"/>
                </a:ext>
              </a:extLst>
            </p:cNvPr>
            <p:cNvGrpSpPr/>
            <p:nvPr/>
          </p:nvGrpSpPr>
          <p:grpSpPr>
            <a:xfrm>
              <a:off x="7713663" y="2848339"/>
              <a:ext cx="1042107" cy="425543"/>
              <a:chOff x="7786941" y="2884917"/>
              <a:chExt cx="897649" cy="353919"/>
            </a:xfrm>
          </p:grpSpPr>
          <p:sp>
            <p:nvSpPr>
              <p:cNvPr id="466" name="Freeform 465">
                <a:extLst>
                  <a:ext uri="{FF2B5EF4-FFF2-40B4-BE49-F238E27FC236}">
                    <a16:creationId xmlns:a16="http://schemas.microsoft.com/office/drawing/2014/main" id="{3CBF4EB1-4EB5-A149-9611-586F7D3810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7" name="Freeform 466">
                <a:extLst>
                  <a:ext uri="{FF2B5EF4-FFF2-40B4-BE49-F238E27FC236}">
                    <a16:creationId xmlns:a16="http://schemas.microsoft.com/office/drawing/2014/main" id="{9DD94586-7D10-8C4F-99F0-D971D1A1C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AB8C45E6-174D-5242-B3E7-CE36F4CB07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F5D32C65-AA00-314E-A6ED-D343CCD32B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3862EB8F-6EE2-BF4D-9BFF-D2EB7C21487E}"/>
              </a:ext>
            </a:extLst>
          </p:cNvPr>
          <p:cNvGrpSpPr/>
          <p:nvPr/>
        </p:nvGrpSpPr>
        <p:grpSpPr>
          <a:xfrm>
            <a:off x="10643825" y="2107963"/>
            <a:ext cx="353678" cy="198344"/>
            <a:chOff x="7493876" y="2774731"/>
            <a:chExt cx="1481958" cy="894622"/>
          </a:xfrm>
        </p:grpSpPr>
        <p:sp>
          <p:nvSpPr>
            <p:cNvPr id="471" name="Freeform 470">
              <a:extLst>
                <a:ext uri="{FF2B5EF4-FFF2-40B4-BE49-F238E27FC236}">
                  <a16:creationId xmlns:a16="http://schemas.microsoft.com/office/drawing/2014/main" id="{4328317B-D336-8F42-98C3-0157282281F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2" name="Oval 471">
              <a:extLst>
                <a:ext uri="{FF2B5EF4-FFF2-40B4-BE49-F238E27FC236}">
                  <a16:creationId xmlns:a16="http://schemas.microsoft.com/office/drawing/2014/main" id="{BA0B33FC-2CE9-6546-B18A-570C6243E0A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3" name="Group 472">
              <a:extLst>
                <a:ext uri="{FF2B5EF4-FFF2-40B4-BE49-F238E27FC236}">
                  <a16:creationId xmlns:a16="http://schemas.microsoft.com/office/drawing/2014/main" id="{C6A6E038-B580-5442-8A68-B0CF72EA9B23}"/>
                </a:ext>
              </a:extLst>
            </p:cNvPr>
            <p:cNvGrpSpPr/>
            <p:nvPr/>
          </p:nvGrpSpPr>
          <p:grpSpPr>
            <a:xfrm>
              <a:off x="7713663" y="2848339"/>
              <a:ext cx="1042107" cy="425543"/>
              <a:chOff x="7786941" y="2884917"/>
              <a:chExt cx="897649" cy="353919"/>
            </a:xfrm>
          </p:grpSpPr>
          <p:sp>
            <p:nvSpPr>
              <p:cNvPr id="474" name="Freeform 473">
                <a:extLst>
                  <a:ext uri="{FF2B5EF4-FFF2-40B4-BE49-F238E27FC236}">
                    <a16:creationId xmlns:a16="http://schemas.microsoft.com/office/drawing/2014/main" id="{C61B7E13-1721-DD45-AB91-E7E7DCB6CC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5" name="Freeform 474">
                <a:extLst>
                  <a:ext uri="{FF2B5EF4-FFF2-40B4-BE49-F238E27FC236}">
                    <a16:creationId xmlns:a16="http://schemas.microsoft.com/office/drawing/2014/main" id="{B04DF873-CEC9-4F4D-AD0F-10423B9BED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90572109-6F55-7741-8C12-C487E7FA4B8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1FCA451D-CABF-7641-BCD6-9612D541B8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8" name="Group 477">
            <a:extLst>
              <a:ext uri="{FF2B5EF4-FFF2-40B4-BE49-F238E27FC236}">
                <a16:creationId xmlns:a16="http://schemas.microsoft.com/office/drawing/2014/main" id="{77C034C2-7C32-104B-9414-B4EDFD1075D7}"/>
              </a:ext>
            </a:extLst>
          </p:cNvPr>
          <p:cNvGrpSpPr/>
          <p:nvPr/>
        </p:nvGrpSpPr>
        <p:grpSpPr>
          <a:xfrm>
            <a:off x="9098788" y="3956624"/>
            <a:ext cx="367224" cy="240304"/>
            <a:chOff x="7493876" y="2774731"/>
            <a:chExt cx="1481958" cy="894622"/>
          </a:xfrm>
        </p:grpSpPr>
        <p:sp>
          <p:nvSpPr>
            <p:cNvPr id="479" name="Freeform 478">
              <a:extLst>
                <a:ext uri="{FF2B5EF4-FFF2-40B4-BE49-F238E27FC236}">
                  <a16:creationId xmlns:a16="http://schemas.microsoft.com/office/drawing/2014/main" id="{6E0C48F2-342A-A240-813F-D55AC7215C7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0" name="Oval 479">
              <a:extLst>
                <a:ext uri="{FF2B5EF4-FFF2-40B4-BE49-F238E27FC236}">
                  <a16:creationId xmlns:a16="http://schemas.microsoft.com/office/drawing/2014/main" id="{4F63CAA9-8D8E-D042-9041-47931308ACF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1" name="Group 480">
              <a:extLst>
                <a:ext uri="{FF2B5EF4-FFF2-40B4-BE49-F238E27FC236}">
                  <a16:creationId xmlns:a16="http://schemas.microsoft.com/office/drawing/2014/main" id="{F60724F1-BE2F-EA47-9FF3-0F7E19CFA725}"/>
                </a:ext>
              </a:extLst>
            </p:cNvPr>
            <p:cNvGrpSpPr/>
            <p:nvPr/>
          </p:nvGrpSpPr>
          <p:grpSpPr>
            <a:xfrm>
              <a:off x="7713663" y="2848339"/>
              <a:ext cx="1042107" cy="425543"/>
              <a:chOff x="7786941" y="2884917"/>
              <a:chExt cx="897649" cy="353919"/>
            </a:xfrm>
          </p:grpSpPr>
          <p:sp>
            <p:nvSpPr>
              <p:cNvPr id="482" name="Freeform 481">
                <a:extLst>
                  <a:ext uri="{FF2B5EF4-FFF2-40B4-BE49-F238E27FC236}">
                    <a16:creationId xmlns:a16="http://schemas.microsoft.com/office/drawing/2014/main" id="{0D7842EC-3A4E-474A-B64C-40D60072FC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3" name="Freeform 482">
                <a:extLst>
                  <a:ext uri="{FF2B5EF4-FFF2-40B4-BE49-F238E27FC236}">
                    <a16:creationId xmlns:a16="http://schemas.microsoft.com/office/drawing/2014/main" id="{638A3CB6-125B-1948-AA12-CE79CE840A2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440C0696-0D90-534A-A283-5B779ED5CB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9C15702B-AF14-1D4D-AAB4-8033D7BCAE7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6" name="Group 485">
            <a:extLst>
              <a:ext uri="{FF2B5EF4-FFF2-40B4-BE49-F238E27FC236}">
                <a16:creationId xmlns:a16="http://schemas.microsoft.com/office/drawing/2014/main" id="{37F28CF1-9463-844F-9D7D-1DF566562F6F}"/>
              </a:ext>
            </a:extLst>
          </p:cNvPr>
          <p:cNvGrpSpPr/>
          <p:nvPr/>
        </p:nvGrpSpPr>
        <p:grpSpPr>
          <a:xfrm>
            <a:off x="9980126" y="2661565"/>
            <a:ext cx="353678" cy="198344"/>
            <a:chOff x="7493876" y="2774731"/>
            <a:chExt cx="1481958" cy="894622"/>
          </a:xfrm>
        </p:grpSpPr>
        <p:sp>
          <p:nvSpPr>
            <p:cNvPr id="487" name="Freeform 486">
              <a:extLst>
                <a:ext uri="{FF2B5EF4-FFF2-40B4-BE49-F238E27FC236}">
                  <a16:creationId xmlns:a16="http://schemas.microsoft.com/office/drawing/2014/main" id="{C7B6F9B9-2882-E445-BF10-F6140A269D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8" name="Oval 487">
              <a:extLst>
                <a:ext uri="{FF2B5EF4-FFF2-40B4-BE49-F238E27FC236}">
                  <a16:creationId xmlns:a16="http://schemas.microsoft.com/office/drawing/2014/main" id="{4D634B98-08C6-3043-BCBF-AA60310F49D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9" name="Group 488">
              <a:extLst>
                <a:ext uri="{FF2B5EF4-FFF2-40B4-BE49-F238E27FC236}">
                  <a16:creationId xmlns:a16="http://schemas.microsoft.com/office/drawing/2014/main" id="{9C4D8ADA-E1CC-2F42-9EBF-9068C2083849}"/>
                </a:ext>
              </a:extLst>
            </p:cNvPr>
            <p:cNvGrpSpPr/>
            <p:nvPr/>
          </p:nvGrpSpPr>
          <p:grpSpPr>
            <a:xfrm>
              <a:off x="7713663" y="2848339"/>
              <a:ext cx="1042107" cy="425543"/>
              <a:chOff x="7786941" y="2884917"/>
              <a:chExt cx="897649" cy="353919"/>
            </a:xfrm>
          </p:grpSpPr>
          <p:sp>
            <p:nvSpPr>
              <p:cNvPr id="490" name="Freeform 489">
                <a:extLst>
                  <a:ext uri="{FF2B5EF4-FFF2-40B4-BE49-F238E27FC236}">
                    <a16:creationId xmlns:a16="http://schemas.microsoft.com/office/drawing/2014/main" id="{F23451D2-685A-1847-9FDA-3CFCC5CE688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1" name="Freeform 490">
                <a:extLst>
                  <a:ext uri="{FF2B5EF4-FFF2-40B4-BE49-F238E27FC236}">
                    <a16:creationId xmlns:a16="http://schemas.microsoft.com/office/drawing/2014/main" id="{4A79455A-AFE0-4642-A875-37043D6B26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2" name="Freeform 491">
                <a:extLst>
                  <a:ext uri="{FF2B5EF4-FFF2-40B4-BE49-F238E27FC236}">
                    <a16:creationId xmlns:a16="http://schemas.microsoft.com/office/drawing/2014/main" id="{F1CDDB40-7A84-F04C-BEE3-D4AB734947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3CD91213-13A3-9049-AE75-9C2B21DB812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94" name="Group 493">
            <a:extLst>
              <a:ext uri="{FF2B5EF4-FFF2-40B4-BE49-F238E27FC236}">
                <a16:creationId xmlns:a16="http://schemas.microsoft.com/office/drawing/2014/main" id="{43605108-22C9-AF46-858F-65E17F727CA4}"/>
              </a:ext>
            </a:extLst>
          </p:cNvPr>
          <p:cNvGrpSpPr/>
          <p:nvPr/>
        </p:nvGrpSpPr>
        <p:grpSpPr>
          <a:xfrm>
            <a:off x="9497138" y="3394032"/>
            <a:ext cx="367224" cy="240304"/>
            <a:chOff x="7493876" y="2774731"/>
            <a:chExt cx="1481958" cy="894622"/>
          </a:xfrm>
        </p:grpSpPr>
        <p:sp>
          <p:nvSpPr>
            <p:cNvPr id="495" name="Freeform 494">
              <a:extLst>
                <a:ext uri="{FF2B5EF4-FFF2-40B4-BE49-F238E27FC236}">
                  <a16:creationId xmlns:a16="http://schemas.microsoft.com/office/drawing/2014/main" id="{7E6F360E-1A8A-4748-8939-692E1266F49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6" name="Oval 495">
              <a:extLst>
                <a:ext uri="{FF2B5EF4-FFF2-40B4-BE49-F238E27FC236}">
                  <a16:creationId xmlns:a16="http://schemas.microsoft.com/office/drawing/2014/main" id="{3E726AD1-3BE3-8647-BC8E-7F5EE874DB6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7" name="Group 496">
              <a:extLst>
                <a:ext uri="{FF2B5EF4-FFF2-40B4-BE49-F238E27FC236}">
                  <a16:creationId xmlns:a16="http://schemas.microsoft.com/office/drawing/2014/main" id="{BDE7CD08-4BBD-1449-B8A8-434EBC9A66E9}"/>
                </a:ext>
              </a:extLst>
            </p:cNvPr>
            <p:cNvGrpSpPr/>
            <p:nvPr/>
          </p:nvGrpSpPr>
          <p:grpSpPr>
            <a:xfrm>
              <a:off x="7713663" y="2848339"/>
              <a:ext cx="1042107" cy="425543"/>
              <a:chOff x="7786941" y="2884917"/>
              <a:chExt cx="897649" cy="353919"/>
            </a:xfrm>
          </p:grpSpPr>
          <p:sp>
            <p:nvSpPr>
              <p:cNvPr id="498" name="Freeform 497">
                <a:extLst>
                  <a:ext uri="{FF2B5EF4-FFF2-40B4-BE49-F238E27FC236}">
                    <a16:creationId xmlns:a16="http://schemas.microsoft.com/office/drawing/2014/main" id="{7CB81DB1-130E-9741-BF8C-45DB7CD67E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9" name="Freeform 498">
                <a:extLst>
                  <a:ext uri="{FF2B5EF4-FFF2-40B4-BE49-F238E27FC236}">
                    <a16:creationId xmlns:a16="http://schemas.microsoft.com/office/drawing/2014/main" id="{1116311D-0B62-234F-9B3B-F50922D0B5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78FF87C7-94E9-3B4D-992C-C26752A588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64BB4DB4-CF06-404A-ACFE-FBD8C35BB8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2" name="Group 501">
            <a:extLst>
              <a:ext uri="{FF2B5EF4-FFF2-40B4-BE49-F238E27FC236}">
                <a16:creationId xmlns:a16="http://schemas.microsoft.com/office/drawing/2014/main" id="{FDDCF7C1-81DD-A44D-B02D-4E79A183CA23}"/>
              </a:ext>
            </a:extLst>
          </p:cNvPr>
          <p:cNvGrpSpPr/>
          <p:nvPr/>
        </p:nvGrpSpPr>
        <p:grpSpPr>
          <a:xfrm>
            <a:off x="9601554" y="3999763"/>
            <a:ext cx="367224" cy="240304"/>
            <a:chOff x="7493876" y="2774731"/>
            <a:chExt cx="1481958" cy="894622"/>
          </a:xfrm>
        </p:grpSpPr>
        <p:sp>
          <p:nvSpPr>
            <p:cNvPr id="503" name="Freeform 502">
              <a:extLst>
                <a:ext uri="{FF2B5EF4-FFF2-40B4-BE49-F238E27FC236}">
                  <a16:creationId xmlns:a16="http://schemas.microsoft.com/office/drawing/2014/main" id="{82B2EB82-9825-BE4B-A98F-1C25F19962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14B2ACAA-38BE-3344-8C8F-1290E45CE2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305B21EB-654D-0B41-B12F-B237E1301E7A}"/>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35E34F67-C7BF-0343-ACAD-CC0AEF8B6C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EB02D296-BB24-BE49-B993-54EB54BA02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F85B47BE-B4D3-F74E-918C-EB32A7EBD5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17941BAB-6451-7D45-BA18-1613CDCDF6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09">
            <a:extLst>
              <a:ext uri="{FF2B5EF4-FFF2-40B4-BE49-F238E27FC236}">
                <a16:creationId xmlns:a16="http://schemas.microsoft.com/office/drawing/2014/main" id="{3BF157AC-1268-424C-BEFC-6855C063E990}"/>
              </a:ext>
            </a:extLst>
          </p:cNvPr>
          <p:cNvGrpSpPr/>
          <p:nvPr/>
        </p:nvGrpSpPr>
        <p:grpSpPr>
          <a:xfrm>
            <a:off x="10375259" y="3992325"/>
            <a:ext cx="353678" cy="198344"/>
            <a:chOff x="7493876" y="2774731"/>
            <a:chExt cx="1481958" cy="894622"/>
          </a:xfrm>
        </p:grpSpPr>
        <p:sp>
          <p:nvSpPr>
            <p:cNvPr id="511" name="Freeform 510">
              <a:extLst>
                <a:ext uri="{FF2B5EF4-FFF2-40B4-BE49-F238E27FC236}">
                  <a16:creationId xmlns:a16="http://schemas.microsoft.com/office/drawing/2014/main" id="{33F99137-A4D9-284F-BF81-A22A53FB5D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2" name="Oval 511">
              <a:extLst>
                <a:ext uri="{FF2B5EF4-FFF2-40B4-BE49-F238E27FC236}">
                  <a16:creationId xmlns:a16="http://schemas.microsoft.com/office/drawing/2014/main" id="{ACD21682-99F9-5449-BEE5-C5E3B22FCF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3" name="Group 512">
              <a:extLst>
                <a:ext uri="{FF2B5EF4-FFF2-40B4-BE49-F238E27FC236}">
                  <a16:creationId xmlns:a16="http://schemas.microsoft.com/office/drawing/2014/main" id="{235BDB29-62B3-AB4D-A160-D8B9F5BA017C}"/>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3F21DA86-D147-7242-9DEF-44EA4C591C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A940848-F1DB-9D49-9C22-5F7CD2FBE4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F997F3E7-881E-8E43-9314-E6F29E609B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7" name="Freeform 516">
                <a:extLst>
                  <a:ext uri="{FF2B5EF4-FFF2-40B4-BE49-F238E27FC236}">
                    <a16:creationId xmlns:a16="http://schemas.microsoft.com/office/drawing/2014/main" id="{CB94974B-79C7-164A-941F-CB0DFB307A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518" name="Picture 653" descr="iphone_stylized_small">
            <a:extLst>
              <a:ext uri="{FF2B5EF4-FFF2-40B4-BE49-F238E27FC236}">
                <a16:creationId xmlns:a16="http://schemas.microsoft.com/office/drawing/2014/main" id="{576853A2-613B-1242-B1A5-A562921A459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9" name="Picture 1018" descr="laptop_keyboard">
            <a:extLst>
              <a:ext uri="{FF2B5EF4-FFF2-40B4-BE49-F238E27FC236}">
                <a16:creationId xmlns:a16="http://schemas.microsoft.com/office/drawing/2014/main" id="{DBE725B0-769E-104C-AF80-08CE7978C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0" name="Freeform 1019">
            <a:extLst>
              <a:ext uri="{FF2B5EF4-FFF2-40B4-BE49-F238E27FC236}">
                <a16:creationId xmlns:a16="http://schemas.microsoft.com/office/drawing/2014/main" id="{9AD4842A-5EF0-3743-804F-B020734E0F29}"/>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1020" descr="screen">
            <a:extLst>
              <a:ext uri="{FF2B5EF4-FFF2-40B4-BE49-F238E27FC236}">
                <a16:creationId xmlns:a16="http://schemas.microsoft.com/office/drawing/2014/main" id="{FFE3B788-8D4E-DF45-8753-ADBC7512BC9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21">
            <a:extLst>
              <a:ext uri="{FF2B5EF4-FFF2-40B4-BE49-F238E27FC236}">
                <a16:creationId xmlns:a16="http://schemas.microsoft.com/office/drawing/2014/main" id="{F91B3D1C-9653-3148-8FB8-CBA0D113C3F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3" name="Freeform 1022">
            <a:extLst>
              <a:ext uri="{FF2B5EF4-FFF2-40B4-BE49-F238E27FC236}">
                <a16:creationId xmlns:a16="http://schemas.microsoft.com/office/drawing/2014/main" id="{CE501579-A9A1-D147-BCB2-D3BF8563B781}"/>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Freeform 1023">
            <a:extLst>
              <a:ext uri="{FF2B5EF4-FFF2-40B4-BE49-F238E27FC236}">
                <a16:creationId xmlns:a16="http://schemas.microsoft.com/office/drawing/2014/main" id="{8D4FD906-E95B-5B46-A95D-F41C77BCD5B3}"/>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24">
            <a:extLst>
              <a:ext uri="{FF2B5EF4-FFF2-40B4-BE49-F238E27FC236}">
                <a16:creationId xmlns:a16="http://schemas.microsoft.com/office/drawing/2014/main" id="{A2BED042-9143-E34C-8012-2DD0B8D0E593}"/>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25">
            <a:extLst>
              <a:ext uri="{FF2B5EF4-FFF2-40B4-BE49-F238E27FC236}">
                <a16:creationId xmlns:a16="http://schemas.microsoft.com/office/drawing/2014/main" id="{6D7532CB-004C-8D47-BB59-80DD81099AAB}"/>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26">
            <a:extLst>
              <a:ext uri="{FF2B5EF4-FFF2-40B4-BE49-F238E27FC236}">
                <a16:creationId xmlns:a16="http://schemas.microsoft.com/office/drawing/2014/main" id="{B7103C5B-ABB2-A647-AE9E-81E16C03FFD1}"/>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8" name="Group 1027">
            <a:extLst>
              <a:ext uri="{FF2B5EF4-FFF2-40B4-BE49-F238E27FC236}">
                <a16:creationId xmlns:a16="http://schemas.microsoft.com/office/drawing/2014/main" id="{EF2C84B1-C67B-FD41-84E2-8B67A20D69A6}"/>
              </a:ext>
            </a:extLst>
          </p:cNvPr>
          <p:cNvGrpSpPr>
            <a:grpSpLocks/>
          </p:cNvGrpSpPr>
          <p:nvPr/>
        </p:nvGrpSpPr>
        <p:grpSpPr bwMode="auto">
          <a:xfrm>
            <a:off x="7601109" y="2671540"/>
            <a:ext cx="98740" cy="36846"/>
            <a:chOff x="1740" y="2642"/>
            <a:chExt cx="752" cy="327"/>
          </a:xfrm>
        </p:grpSpPr>
        <p:sp>
          <p:nvSpPr>
            <p:cNvPr id="529" name="Freeform 1028">
              <a:extLst>
                <a:ext uri="{FF2B5EF4-FFF2-40B4-BE49-F238E27FC236}">
                  <a16:creationId xmlns:a16="http://schemas.microsoft.com/office/drawing/2014/main" id="{F93D5D9C-8189-C64F-BB4F-6A87D82F38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0" name="Freeform 1029">
              <a:extLst>
                <a:ext uri="{FF2B5EF4-FFF2-40B4-BE49-F238E27FC236}">
                  <a16:creationId xmlns:a16="http://schemas.microsoft.com/office/drawing/2014/main" id="{3573A5D8-AC11-9C42-9FEF-2CC8D8F9033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1" name="Freeform 1030">
              <a:extLst>
                <a:ext uri="{FF2B5EF4-FFF2-40B4-BE49-F238E27FC236}">
                  <a16:creationId xmlns:a16="http://schemas.microsoft.com/office/drawing/2014/main" id="{8F3BC651-C680-1C42-82EB-88A2CC08608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31">
              <a:extLst>
                <a:ext uri="{FF2B5EF4-FFF2-40B4-BE49-F238E27FC236}">
                  <a16:creationId xmlns:a16="http://schemas.microsoft.com/office/drawing/2014/main" id="{6F3F8FD1-E675-B541-9E44-0D5380EE50E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32">
              <a:extLst>
                <a:ext uri="{FF2B5EF4-FFF2-40B4-BE49-F238E27FC236}">
                  <a16:creationId xmlns:a16="http://schemas.microsoft.com/office/drawing/2014/main" id="{0E8A1120-46FA-7040-B3EC-8B2F072908D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33">
              <a:extLst>
                <a:ext uri="{FF2B5EF4-FFF2-40B4-BE49-F238E27FC236}">
                  <a16:creationId xmlns:a16="http://schemas.microsoft.com/office/drawing/2014/main" id="{D90AC69D-A108-7F4F-BD31-3FCCA3EBDC7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5" name="Freeform 1034">
            <a:extLst>
              <a:ext uri="{FF2B5EF4-FFF2-40B4-BE49-F238E27FC236}">
                <a16:creationId xmlns:a16="http://schemas.microsoft.com/office/drawing/2014/main" id="{7B3936A9-FA5B-0440-98BE-CCF5A6CA9545}"/>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35">
            <a:extLst>
              <a:ext uri="{FF2B5EF4-FFF2-40B4-BE49-F238E27FC236}">
                <a16:creationId xmlns:a16="http://schemas.microsoft.com/office/drawing/2014/main" id="{F4DC0485-D6F1-D845-9E11-0096FCF45B78}"/>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Freeform 1036">
            <a:extLst>
              <a:ext uri="{FF2B5EF4-FFF2-40B4-BE49-F238E27FC236}">
                <a16:creationId xmlns:a16="http://schemas.microsoft.com/office/drawing/2014/main" id="{1B1500E7-2F98-A548-B599-95FB64850388}"/>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37">
            <a:extLst>
              <a:ext uri="{FF2B5EF4-FFF2-40B4-BE49-F238E27FC236}">
                <a16:creationId xmlns:a16="http://schemas.microsoft.com/office/drawing/2014/main" id="{AD4230AF-52CC-A04B-9F93-A3F258438791}"/>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38">
            <a:extLst>
              <a:ext uri="{FF2B5EF4-FFF2-40B4-BE49-F238E27FC236}">
                <a16:creationId xmlns:a16="http://schemas.microsoft.com/office/drawing/2014/main" id="{12915212-C284-AC43-8ADA-7CE6203D54CE}"/>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39">
            <a:extLst>
              <a:ext uri="{FF2B5EF4-FFF2-40B4-BE49-F238E27FC236}">
                <a16:creationId xmlns:a16="http://schemas.microsoft.com/office/drawing/2014/main" id="{C6C87C33-6C45-1647-80D7-C65D5A8624C1}"/>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1" name="Picture 568" descr="light2.png">
            <a:extLst>
              <a:ext uri="{FF2B5EF4-FFF2-40B4-BE49-F238E27FC236}">
                <a16:creationId xmlns:a16="http://schemas.microsoft.com/office/drawing/2014/main" id="{111C830E-8A9B-0140-B1F2-8CD09534AE54}"/>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 name="Picture 603" descr="car_icon_small">
            <a:extLst>
              <a:ext uri="{FF2B5EF4-FFF2-40B4-BE49-F238E27FC236}">
                <a16:creationId xmlns:a16="http://schemas.microsoft.com/office/drawing/2014/main" id="{72B1BD49-361A-7145-8378-1A68212755A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 name="Picture 1116" descr="laptop_keyboard">
            <a:extLst>
              <a:ext uri="{FF2B5EF4-FFF2-40B4-BE49-F238E27FC236}">
                <a16:creationId xmlns:a16="http://schemas.microsoft.com/office/drawing/2014/main" id="{DB75202C-D4F7-CF45-8838-740075DBB523}"/>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4" name="Freeform 1117">
            <a:extLst>
              <a:ext uri="{FF2B5EF4-FFF2-40B4-BE49-F238E27FC236}">
                <a16:creationId xmlns:a16="http://schemas.microsoft.com/office/drawing/2014/main" id="{F2A6A09B-A38F-7A4B-BAA2-48ABCDB0C678}"/>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5" name="Picture 1118" descr="screen">
            <a:extLst>
              <a:ext uri="{FF2B5EF4-FFF2-40B4-BE49-F238E27FC236}">
                <a16:creationId xmlns:a16="http://schemas.microsoft.com/office/drawing/2014/main" id="{36D42757-AA82-BC4A-B762-02C1B9622A6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1119">
            <a:extLst>
              <a:ext uri="{FF2B5EF4-FFF2-40B4-BE49-F238E27FC236}">
                <a16:creationId xmlns:a16="http://schemas.microsoft.com/office/drawing/2014/main" id="{771B27C1-651A-E442-8B61-2CE9615A56F4}"/>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7" name="Freeform 1120">
            <a:extLst>
              <a:ext uri="{FF2B5EF4-FFF2-40B4-BE49-F238E27FC236}">
                <a16:creationId xmlns:a16="http://schemas.microsoft.com/office/drawing/2014/main" id="{01F889D1-8887-1C49-BA37-DFD1B9AB2ADA}"/>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121">
            <a:extLst>
              <a:ext uri="{FF2B5EF4-FFF2-40B4-BE49-F238E27FC236}">
                <a16:creationId xmlns:a16="http://schemas.microsoft.com/office/drawing/2014/main" id="{CDC9C001-630A-FA41-B495-4D40D0DD0A16}"/>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122">
            <a:extLst>
              <a:ext uri="{FF2B5EF4-FFF2-40B4-BE49-F238E27FC236}">
                <a16:creationId xmlns:a16="http://schemas.microsoft.com/office/drawing/2014/main" id="{64100BA3-0B54-DD43-BB5E-701CDD8B0F73}"/>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123">
            <a:extLst>
              <a:ext uri="{FF2B5EF4-FFF2-40B4-BE49-F238E27FC236}">
                <a16:creationId xmlns:a16="http://schemas.microsoft.com/office/drawing/2014/main" id="{9E9D3140-D9AE-4F45-8F84-4D3C98D78B6B}"/>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124">
            <a:extLst>
              <a:ext uri="{FF2B5EF4-FFF2-40B4-BE49-F238E27FC236}">
                <a16:creationId xmlns:a16="http://schemas.microsoft.com/office/drawing/2014/main" id="{CB680CE2-70CF-414B-A90C-4F185436FB1E}"/>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2" name="Group 1125">
            <a:extLst>
              <a:ext uri="{FF2B5EF4-FFF2-40B4-BE49-F238E27FC236}">
                <a16:creationId xmlns:a16="http://schemas.microsoft.com/office/drawing/2014/main" id="{9F60269C-87FC-7B4F-A842-9DC67B8EAA98}"/>
              </a:ext>
            </a:extLst>
          </p:cNvPr>
          <p:cNvGrpSpPr>
            <a:grpSpLocks/>
          </p:cNvGrpSpPr>
          <p:nvPr/>
        </p:nvGrpSpPr>
        <p:grpSpPr bwMode="auto">
          <a:xfrm>
            <a:off x="7599769" y="3654969"/>
            <a:ext cx="64747" cy="27592"/>
            <a:chOff x="1740" y="2642"/>
            <a:chExt cx="752" cy="327"/>
          </a:xfrm>
        </p:grpSpPr>
        <p:sp>
          <p:nvSpPr>
            <p:cNvPr id="553" name="Freeform 1126">
              <a:extLst>
                <a:ext uri="{FF2B5EF4-FFF2-40B4-BE49-F238E27FC236}">
                  <a16:creationId xmlns:a16="http://schemas.microsoft.com/office/drawing/2014/main" id="{4FFBDA0B-A844-8843-929D-C2BE7773C21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4" name="Freeform 1127">
              <a:extLst>
                <a:ext uri="{FF2B5EF4-FFF2-40B4-BE49-F238E27FC236}">
                  <a16:creationId xmlns:a16="http://schemas.microsoft.com/office/drawing/2014/main" id="{4DD67F4B-94E5-6549-9752-6611AC95F5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128">
              <a:extLst>
                <a:ext uri="{FF2B5EF4-FFF2-40B4-BE49-F238E27FC236}">
                  <a16:creationId xmlns:a16="http://schemas.microsoft.com/office/drawing/2014/main" id="{750A5FFB-1B12-7F4E-ACA4-2C377FE8485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129">
              <a:extLst>
                <a:ext uri="{FF2B5EF4-FFF2-40B4-BE49-F238E27FC236}">
                  <a16:creationId xmlns:a16="http://schemas.microsoft.com/office/drawing/2014/main" id="{BF7E87D4-1AD3-EE4A-AFFC-99BD48F2351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130">
              <a:extLst>
                <a:ext uri="{FF2B5EF4-FFF2-40B4-BE49-F238E27FC236}">
                  <a16:creationId xmlns:a16="http://schemas.microsoft.com/office/drawing/2014/main" id="{02E16596-C2DE-3647-A871-06DAECE04C9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131">
              <a:extLst>
                <a:ext uri="{FF2B5EF4-FFF2-40B4-BE49-F238E27FC236}">
                  <a16:creationId xmlns:a16="http://schemas.microsoft.com/office/drawing/2014/main" id="{B211ECED-3668-E64F-9A50-7022B4D89B2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9" name="Freeform 1132">
            <a:extLst>
              <a:ext uri="{FF2B5EF4-FFF2-40B4-BE49-F238E27FC236}">
                <a16:creationId xmlns:a16="http://schemas.microsoft.com/office/drawing/2014/main" id="{40336415-FBC4-6744-9E8F-8A7FFA68E1E9}"/>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0" name="Freeform 1133">
            <a:extLst>
              <a:ext uri="{FF2B5EF4-FFF2-40B4-BE49-F238E27FC236}">
                <a16:creationId xmlns:a16="http://schemas.microsoft.com/office/drawing/2014/main" id="{3285F14A-C4F3-9947-A672-077D1F6C1DF0}"/>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134">
            <a:extLst>
              <a:ext uri="{FF2B5EF4-FFF2-40B4-BE49-F238E27FC236}">
                <a16:creationId xmlns:a16="http://schemas.microsoft.com/office/drawing/2014/main" id="{67C2AAE8-4732-E741-A556-5B5FCAA1EF03}"/>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135">
            <a:extLst>
              <a:ext uri="{FF2B5EF4-FFF2-40B4-BE49-F238E27FC236}">
                <a16:creationId xmlns:a16="http://schemas.microsoft.com/office/drawing/2014/main" id="{7B5493A7-0ADE-DE4B-8A2D-B6930CC87E0D}"/>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136">
            <a:extLst>
              <a:ext uri="{FF2B5EF4-FFF2-40B4-BE49-F238E27FC236}">
                <a16:creationId xmlns:a16="http://schemas.microsoft.com/office/drawing/2014/main" id="{ABDF9575-98B6-4B4F-8A52-BE504AC28791}"/>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137">
            <a:extLst>
              <a:ext uri="{FF2B5EF4-FFF2-40B4-BE49-F238E27FC236}">
                <a16:creationId xmlns:a16="http://schemas.microsoft.com/office/drawing/2014/main" id="{0C2D4079-DE2C-DF42-840E-F0C84B211891}"/>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65" name="Picture 1140" descr="desktop_computer_stylized_medium">
            <a:extLst>
              <a:ext uri="{FF2B5EF4-FFF2-40B4-BE49-F238E27FC236}">
                <a16:creationId xmlns:a16="http://schemas.microsoft.com/office/drawing/2014/main" id="{A21E0DBE-D0FD-5041-856A-4ABB25A754F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6" name="Freeform 1141">
            <a:extLst>
              <a:ext uri="{FF2B5EF4-FFF2-40B4-BE49-F238E27FC236}">
                <a16:creationId xmlns:a16="http://schemas.microsoft.com/office/drawing/2014/main" id="{53EA7EB9-B898-3D4C-B484-740149E12EE1}"/>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67" name="Picture 571" descr="fridge2.png">
            <a:extLst>
              <a:ext uri="{FF2B5EF4-FFF2-40B4-BE49-F238E27FC236}">
                <a16:creationId xmlns:a16="http://schemas.microsoft.com/office/drawing/2014/main" id="{577191EB-8A3F-834F-8B39-EC687206A993}"/>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8" name="Group 950">
            <a:extLst>
              <a:ext uri="{FF2B5EF4-FFF2-40B4-BE49-F238E27FC236}">
                <a16:creationId xmlns:a16="http://schemas.microsoft.com/office/drawing/2014/main" id="{5735042C-F4F6-E841-8E40-61483CCB327D}"/>
              </a:ext>
            </a:extLst>
          </p:cNvPr>
          <p:cNvGrpSpPr>
            <a:grpSpLocks/>
          </p:cNvGrpSpPr>
          <p:nvPr/>
        </p:nvGrpSpPr>
        <p:grpSpPr bwMode="auto">
          <a:xfrm>
            <a:off x="10288915" y="5273951"/>
            <a:ext cx="177192" cy="330833"/>
            <a:chOff x="4140" y="429"/>
            <a:chExt cx="1425" cy="2396"/>
          </a:xfrm>
        </p:grpSpPr>
        <p:sp>
          <p:nvSpPr>
            <p:cNvPr id="569" name="Freeform 951">
              <a:extLst>
                <a:ext uri="{FF2B5EF4-FFF2-40B4-BE49-F238E27FC236}">
                  <a16:creationId xmlns:a16="http://schemas.microsoft.com/office/drawing/2014/main" id="{22D3C551-A85F-3745-87FC-A070FB5E02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Rectangle 952">
              <a:extLst>
                <a:ext uri="{FF2B5EF4-FFF2-40B4-BE49-F238E27FC236}">
                  <a16:creationId xmlns:a16="http://schemas.microsoft.com/office/drawing/2014/main" id="{45DACCF3-C286-0A44-8A39-0E10892147A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1" name="Freeform 953">
              <a:extLst>
                <a:ext uri="{FF2B5EF4-FFF2-40B4-BE49-F238E27FC236}">
                  <a16:creationId xmlns:a16="http://schemas.microsoft.com/office/drawing/2014/main" id="{96AEB937-A8A9-AC4F-B23A-6A1E4162AE7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954">
              <a:extLst>
                <a:ext uri="{FF2B5EF4-FFF2-40B4-BE49-F238E27FC236}">
                  <a16:creationId xmlns:a16="http://schemas.microsoft.com/office/drawing/2014/main" id="{783A8F2D-1994-A449-B405-01FDC788292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Rectangle 955">
              <a:extLst>
                <a:ext uri="{FF2B5EF4-FFF2-40B4-BE49-F238E27FC236}">
                  <a16:creationId xmlns:a16="http://schemas.microsoft.com/office/drawing/2014/main" id="{79D1AAF6-E8EA-7047-903F-95811E5E559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74" name="Group 956">
              <a:extLst>
                <a:ext uri="{FF2B5EF4-FFF2-40B4-BE49-F238E27FC236}">
                  <a16:creationId xmlns:a16="http://schemas.microsoft.com/office/drawing/2014/main" id="{1986CD7C-E347-A446-88E4-265D76A88156}"/>
                </a:ext>
              </a:extLst>
            </p:cNvPr>
            <p:cNvGrpSpPr>
              <a:grpSpLocks/>
            </p:cNvGrpSpPr>
            <p:nvPr/>
          </p:nvGrpSpPr>
          <p:grpSpPr bwMode="auto">
            <a:xfrm>
              <a:off x="4749" y="668"/>
              <a:ext cx="581" cy="145"/>
              <a:chOff x="614" y="2568"/>
              <a:chExt cx="725" cy="139"/>
            </a:xfrm>
          </p:grpSpPr>
          <p:sp>
            <p:nvSpPr>
              <p:cNvPr id="599" name="AutoShape 957">
                <a:extLst>
                  <a:ext uri="{FF2B5EF4-FFF2-40B4-BE49-F238E27FC236}">
                    <a16:creationId xmlns:a16="http://schemas.microsoft.com/office/drawing/2014/main" id="{4C4FD478-8464-F646-81D2-1518B9D1AAE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AutoShape 958">
                <a:extLst>
                  <a:ext uri="{FF2B5EF4-FFF2-40B4-BE49-F238E27FC236}">
                    <a16:creationId xmlns:a16="http://schemas.microsoft.com/office/drawing/2014/main" id="{847BFDDE-1F32-9040-8229-CCE48BC9C3F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959">
              <a:extLst>
                <a:ext uri="{FF2B5EF4-FFF2-40B4-BE49-F238E27FC236}">
                  <a16:creationId xmlns:a16="http://schemas.microsoft.com/office/drawing/2014/main" id="{DA51FAAA-95BC-944E-9C3A-7AEC34F123C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76" name="Group 960">
              <a:extLst>
                <a:ext uri="{FF2B5EF4-FFF2-40B4-BE49-F238E27FC236}">
                  <a16:creationId xmlns:a16="http://schemas.microsoft.com/office/drawing/2014/main" id="{0877EF25-76C4-0B4F-ACED-6500AD5778D6}"/>
                </a:ext>
              </a:extLst>
            </p:cNvPr>
            <p:cNvGrpSpPr>
              <a:grpSpLocks/>
            </p:cNvGrpSpPr>
            <p:nvPr/>
          </p:nvGrpSpPr>
          <p:grpSpPr bwMode="auto">
            <a:xfrm>
              <a:off x="4747" y="994"/>
              <a:ext cx="581" cy="134"/>
              <a:chOff x="614" y="2568"/>
              <a:chExt cx="725" cy="139"/>
            </a:xfrm>
          </p:grpSpPr>
          <p:sp>
            <p:nvSpPr>
              <p:cNvPr id="597" name="AutoShape 961">
                <a:extLst>
                  <a:ext uri="{FF2B5EF4-FFF2-40B4-BE49-F238E27FC236}">
                    <a16:creationId xmlns:a16="http://schemas.microsoft.com/office/drawing/2014/main" id="{F5EB3355-E7EE-A34C-8207-46FCE1A47B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8" name="AutoShape 962">
                <a:extLst>
                  <a:ext uri="{FF2B5EF4-FFF2-40B4-BE49-F238E27FC236}">
                    <a16:creationId xmlns:a16="http://schemas.microsoft.com/office/drawing/2014/main" id="{0AC6EC41-3E7E-9841-AA27-EDDD4280C92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7" name="Rectangle 963">
              <a:extLst>
                <a:ext uri="{FF2B5EF4-FFF2-40B4-BE49-F238E27FC236}">
                  <a16:creationId xmlns:a16="http://schemas.microsoft.com/office/drawing/2014/main" id="{8FA0179A-A8BA-8A4D-B70B-90F6D3F1F1F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Rectangle 964">
              <a:extLst>
                <a:ext uri="{FF2B5EF4-FFF2-40B4-BE49-F238E27FC236}">
                  <a16:creationId xmlns:a16="http://schemas.microsoft.com/office/drawing/2014/main" id="{6CD66963-1D27-A64B-8454-69F7B25BFB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79" name="Group 965">
              <a:extLst>
                <a:ext uri="{FF2B5EF4-FFF2-40B4-BE49-F238E27FC236}">
                  <a16:creationId xmlns:a16="http://schemas.microsoft.com/office/drawing/2014/main" id="{CC6095E0-CC4B-1D4F-89A2-7F311C804CA8}"/>
                </a:ext>
              </a:extLst>
            </p:cNvPr>
            <p:cNvGrpSpPr>
              <a:grpSpLocks/>
            </p:cNvGrpSpPr>
            <p:nvPr/>
          </p:nvGrpSpPr>
          <p:grpSpPr bwMode="auto">
            <a:xfrm>
              <a:off x="4735" y="1627"/>
              <a:ext cx="582" cy="151"/>
              <a:chOff x="614" y="2568"/>
              <a:chExt cx="725" cy="139"/>
            </a:xfrm>
          </p:grpSpPr>
          <p:sp>
            <p:nvSpPr>
              <p:cNvPr id="595" name="AutoShape 966">
                <a:extLst>
                  <a:ext uri="{FF2B5EF4-FFF2-40B4-BE49-F238E27FC236}">
                    <a16:creationId xmlns:a16="http://schemas.microsoft.com/office/drawing/2014/main" id="{EB981CA6-F30D-7241-BDD5-D8C0C5731F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6" name="AutoShape 967">
                <a:extLst>
                  <a:ext uri="{FF2B5EF4-FFF2-40B4-BE49-F238E27FC236}">
                    <a16:creationId xmlns:a16="http://schemas.microsoft.com/office/drawing/2014/main" id="{EC19E373-CAD4-6D4C-923F-C5D397A82C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0" name="Freeform 968">
              <a:extLst>
                <a:ext uri="{FF2B5EF4-FFF2-40B4-BE49-F238E27FC236}">
                  <a16:creationId xmlns:a16="http://schemas.microsoft.com/office/drawing/2014/main" id="{72DFB21B-A2A0-1F46-B91B-027AD299692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1" name="Group 969">
              <a:extLst>
                <a:ext uri="{FF2B5EF4-FFF2-40B4-BE49-F238E27FC236}">
                  <a16:creationId xmlns:a16="http://schemas.microsoft.com/office/drawing/2014/main" id="{15849530-6472-3E49-8B7E-1A58856F5FEB}"/>
                </a:ext>
              </a:extLst>
            </p:cNvPr>
            <p:cNvGrpSpPr>
              <a:grpSpLocks/>
            </p:cNvGrpSpPr>
            <p:nvPr/>
          </p:nvGrpSpPr>
          <p:grpSpPr bwMode="auto">
            <a:xfrm>
              <a:off x="4739" y="1327"/>
              <a:ext cx="582" cy="139"/>
              <a:chOff x="614" y="2568"/>
              <a:chExt cx="725" cy="139"/>
            </a:xfrm>
          </p:grpSpPr>
          <p:sp>
            <p:nvSpPr>
              <p:cNvPr id="593" name="AutoShape 970">
                <a:extLst>
                  <a:ext uri="{FF2B5EF4-FFF2-40B4-BE49-F238E27FC236}">
                    <a16:creationId xmlns:a16="http://schemas.microsoft.com/office/drawing/2014/main" id="{CBCF62DB-5E67-CA49-8D3A-662080ADF06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AutoShape 971">
                <a:extLst>
                  <a:ext uri="{FF2B5EF4-FFF2-40B4-BE49-F238E27FC236}">
                    <a16:creationId xmlns:a16="http://schemas.microsoft.com/office/drawing/2014/main" id="{6DB4EBDB-D578-3545-BDB8-9CA4781E0D2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2" name="Rectangle 972">
              <a:extLst>
                <a:ext uri="{FF2B5EF4-FFF2-40B4-BE49-F238E27FC236}">
                  <a16:creationId xmlns:a16="http://schemas.microsoft.com/office/drawing/2014/main" id="{E250C3E9-ACB1-6A4D-95A3-B9B16C1BDD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3" name="Freeform 973">
              <a:extLst>
                <a:ext uri="{FF2B5EF4-FFF2-40B4-BE49-F238E27FC236}">
                  <a16:creationId xmlns:a16="http://schemas.microsoft.com/office/drawing/2014/main" id="{33C50C5C-2AB7-F242-98DA-3307FEF179C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Freeform 974">
              <a:extLst>
                <a:ext uri="{FF2B5EF4-FFF2-40B4-BE49-F238E27FC236}">
                  <a16:creationId xmlns:a16="http://schemas.microsoft.com/office/drawing/2014/main" id="{A79D503A-1A02-C445-981A-74B8D635534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Oval 975">
              <a:extLst>
                <a:ext uri="{FF2B5EF4-FFF2-40B4-BE49-F238E27FC236}">
                  <a16:creationId xmlns:a16="http://schemas.microsoft.com/office/drawing/2014/main" id="{8FA994E3-BACE-B240-9222-28281650B6B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6" name="Freeform 976">
              <a:extLst>
                <a:ext uri="{FF2B5EF4-FFF2-40B4-BE49-F238E27FC236}">
                  <a16:creationId xmlns:a16="http://schemas.microsoft.com/office/drawing/2014/main" id="{3DD7BC31-D168-4F45-B7FD-B1E08C29798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AutoShape 977">
              <a:extLst>
                <a:ext uri="{FF2B5EF4-FFF2-40B4-BE49-F238E27FC236}">
                  <a16:creationId xmlns:a16="http://schemas.microsoft.com/office/drawing/2014/main" id="{E3605F0E-FB5C-B54D-946F-B89035AB4A3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8" name="AutoShape 978">
              <a:extLst>
                <a:ext uri="{FF2B5EF4-FFF2-40B4-BE49-F238E27FC236}">
                  <a16:creationId xmlns:a16="http://schemas.microsoft.com/office/drawing/2014/main" id="{41BAAFA9-F4F1-EE4C-B44E-039A2CDB007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Oval 979">
              <a:extLst>
                <a:ext uri="{FF2B5EF4-FFF2-40B4-BE49-F238E27FC236}">
                  <a16:creationId xmlns:a16="http://schemas.microsoft.com/office/drawing/2014/main" id="{64F7C1B8-8B9D-F447-9E1C-8D97DA0DA765}"/>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0" name="Oval 980">
              <a:extLst>
                <a:ext uri="{FF2B5EF4-FFF2-40B4-BE49-F238E27FC236}">
                  <a16:creationId xmlns:a16="http://schemas.microsoft.com/office/drawing/2014/main" id="{888761A6-604E-F84B-B426-6C858F3F6E2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1" name="Oval 981">
              <a:extLst>
                <a:ext uri="{FF2B5EF4-FFF2-40B4-BE49-F238E27FC236}">
                  <a16:creationId xmlns:a16="http://schemas.microsoft.com/office/drawing/2014/main" id="{A16AC956-F306-D849-B69D-37547256E08F}"/>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2" name="Rectangle 982">
              <a:extLst>
                <a:ext uri="{FF2B5EF4-FFF2-40B4-BE49-F238E27FC236}">
                  <a16:creationId xmlns:a16="http://schemas.microsoft.com/office/drawing/2014/main" id="{AF3FD570-AA67-6449-8E26-A1C30837030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01" name="Group 590">
            <a:extLst>
              <a:ext uri="{FF2B5EF4-FFF2-40B4-BE49-F238E27FC236}">
                <a16:creationId xmlns:a16="http://schemas.microsoft.com/office/drawing/2014/main" id="{9F1CF6AA-66CE-0A4D-8006-7E7CF9B2A53D}"/>
              </a:ext>
            </a:extLst>
          </p:cNvPr>
          <p:cNvGrpSpPr>
            <a:grpSpLocks/>
          </p:cNvGrpSpPr>
          <p:nvPr/>
        </p:nvGrpSpPr>
        <p:grpSpPr bwMode="auto">
          <a:xfrm flipH="1">
            <a:off x="7980855" y="4900161"/>
            <a:ext cx="345630" cy="320302"/>
            <a:chOff x="2839" y="3501"/>
            <a:chExt cx="755" cy="803"/>
          </a:xfrm>
        </p:grpSpPr>
        <p:pic>
          <p:nvPicPr>
            <p:cNvPr id="602" name="Picture 591" descr="desktop_computer_stylized_medium">
              <a:extLst>
                <a:ext uri="{FF2B5EF4-FFF2-40B4-BE49-F238E27FC236}">
                  <a16:creationId xmlns:a16="http://schemas.microsoft.com/office/drawing/2014/main" id="{44C24668-E691-0B42-ACD3-0BF868FDF5B5}"/>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3" name="Freeform 592">
              <a:extLst>
                <a:ext uri="{FF2B5EF4-FFF2-40B4-BE49-F238E27FC236}">
                  <a16:creationId xmlns:a16="http://schemas.microsoft.com/office/drawing/2014/main" id="{CABD3030-DCAF-DD41-B18D-347BE0F2E8E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04" name="Picture 1066" descr="laptop_keyboard">
            <a:extLst>
              <a:ext uri="{FF2B5EF4-FFF2-40B4-BE49-F238E27FC236}">
                <a16:creationId xmlns:a16="http://schemas.microsoft.com/office/drawing/2014/main" id="{2DF4403F-5EFE-304B-81A0-50FF7891E3E2}"/>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5" name="Freeform 1067">
            <a:extLst>
              <a:ext uri="{FF2B5EF4-FFF2-40B4-BE49-F238E27FC236}">
                <a16:creationId xmlns:a16="http://schemas.microsoft.com/office/drawing/2014/main" id="{FB570DDF-A8FB-DF4A-A4CA-015B87954374}"/>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06" name="Picture 1068" descr="screen">
            <a:extLst>
              <a:ext uri="{FF2B5EF4-FFF2-40B4-BE49-F238E27FC236}">
                <a16:creationId xmlns:a16="http://schemas.microsoft.com/office/drawing/2014/main" id="{944E3410-7020-E24A-8524-F1E9D0026E50}"/>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7" name="Freeform 1069">
            <a:extLst>
              <a:ext uri="{FF2B5EF4-FFF2-40B4-BE49-F238E27FC236}">
                <a16:creationId xmlns:a16="http://schemas.microsoft.com/office/drawing/2014/main" id="{E46192AD-5DCB-8E44-99ED-54F5A61D337B}"/>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1070">
            <a:extLst>
              <a:ext uri="{FF2B5EF4-FFF2-40B4-BE49-F238E27FC236}">
                <a16:creationId xmlns:a16="http://schemas.microsoft.com/office/drawing/2014/main" id="{1A14EC36-AA1C-E445-9DA6-6967319BA1F6}"/>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1071">
            <a:extLst>
              <a:ext uri="{FF2B5EF4-FFF2-40B4-BE49-F238E27FC236}">
                <a16:creationId xmlns:a16="http://schemas.microsoft.com/office/drawing/2014/main" id="{B69D8D33-8C94-864D-B235-74D8D2C228CE}"/>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Freeform 1072">
            <a:extLst>
              <a:ext uri="{FF2B5EF4-FFF2-40B4-BE49-F238E27FC236}">
                <a16:creationId xmlns:a16="http://schemas.microsoft.com/office/drawing/2014/main" id="{0841F627-5CDD-9F4A-AD85-20D9D6603BFB}"/>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1073">
            <a:extLst>
              <a:ext uri="{FF2B5EF4-FFF2-40B4-BE49-F238E27FC236}">
                <a16:creationId xmlns:a16="http://schemas.microsoft.com/office/drawing/2014/main" id="{EB79CA9C-4D69-D94C-B9A4-DEEEC0130836}"/>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1074">
            <a:extLst>
              <a:ext uri="{FF2B5EF4-FFF2-40B4-BE49-F238E27FC236}">
                <a16:creationId xmlns:a16="http://schemas.microsoft.com/office/drawing/2014/main" id="{7D676693-034F-6A46-83DB-3286BADB201C}"/>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14" name="Group 1075">
            <a:extLst>
              <a:ext uri="{FF2B5EF4-FFF2-40B4-BE49-F238E27FC236}">
                <a16:creationId xmlns:a16="http://schemas.microsoft.com/office/drawing/2014/main" id="{94CC2DD5-B63F-AB48-93E7-34EC93B0FA2D}"/>
              </a:ext>
            </a:extLst>
          </p:cNvPr>
          <p:cNvGrpSpPr>
            <a:grpSpLocks/>
          </p:cNvGrpSpPr>
          <p:nvPr/>
        </p:nvGrpSpPr>
        <p:grpSpPr bwMode="auto">
          <a:xfrm>
            <a:off x="9295629" y="6090407"/>
            <a:ext cx="57249" cy="27799"/>
            <a:chOff x="1740" y="2642"/>
            <a:chExt cx="752" cy="327"/>
          </a:xfrm>
        </p:grpSpPr>
        <p:sp>
          <p:nvSpPr>
            <p:cNvPr id="615" name="Freeform 1076">
              <a:extLst>
                <a:ext uri="{FF2B5EF4-FFF2-40B4-BE49-F238E27FC236}">
                  <a16:creationId xmlns:a16="http://schemas.microsoft.com/office/drawing/2014/main" id="{45FC5ED1-B408-A24E-8D6D-9AFCF871CB4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1077">
              <a:extLst>
                <a:ext uri="{FF2B5EF4-FFF2-40B4-BE49-F238E27FC236}">
                  <a16:creationId xmlns:a16="http://schemas.microsoft.com/office/drawing/2014/main" id="{63598A40-CC5C-0A49-B903-A698BEDF00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Freeform 1078">
              <a:extLst>
                <a:ext uri="{FF2B5EF4-FFF2-40B4-BE49-F238E27FC236}">
                  <a16:creationId xmlns:a16="http://schemas.microsoft.com/office/drawing/2014/main" id="{CF8B9475-AD03-7E4E-ADB6-4F03AD46916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8" name="Freeform 1079">
              <a:extLst>
                <a:ext uri="{FF2B5EF4-FFF2-40B4-BE49-F238E27FC236}">
                  <a16:creationId xmlns:a16="http://schemas.microsoft.com/office/drawing/2014/main" id="{7AE14138-8A2C-5545-B830-2034C4721B1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1080">
              <a:extLst>
                <a:ext uri="{FF2B5EF4-FFF2-40B4-BE49-F238E27FC236}">
                  <a16:creationId xmlns:a16="http://schemas.microsoft.com/office/drawing/2014/main" id="{BAFE176C-693C-D14B-8E54-419850E2F58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Freeform 1081">
              <a:extLst>
                <a:ext uri="{FF2B5EF4-FFF2-40B4-BE49-F238E27FC236}">
                  <a16:creationId xmlns:a16="http://schemas.microsoft.com/office/drawing/2014/main" id="{481014CC-D260-FA4C-9486-DDB3782B7D5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21" name="Freeform 1082">
            <a:extLst>
              <a:ext uri="{FF2B5EF4-FFF2-40B4-BE49-F238E27FC236}">
                <a16:creationId xmlns:a16="http://schemas.microsoft.com/office/drawing/2014/main" id="{0652B59F-8997-E44F-9DA2-A76CAE887548}"/>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2" name="Freeform 1083">
            <a:extLst>
              <a:ext uri="{FF2B5EF4-FFF2-40B4-BE49-F238E27FC236}">
                <a16:creationId xmlns:a16="http://schemas.microsoft.com/office/drawing/2014/main" id="{C134975A-D4F2-FC47-864A-EE4E8A5F50A3}"/>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3" name="Freeform 1084">
            <a:extLst>
              <a:ext uri="{FF2B5EF4-FFF2-40B4-BE49-F238E27FC236}">
                <a16:creationId xmlns:a16="http://schemas.microsoft.com/office/drawing/2014/main" id="{C8CF8631-059E-1B4C-8273-B06B328E8D68}"/>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4" name="Freeform 1085">
            <a:extLst>
              <a:ext uri="{FF2B5EF4-FFF2-40B4-BE49-F238E27FC236}">
                <a16:creationId xmlns:a16="http://schemas.microsoft.com/office/drawing/2014/main" id="{D070118A-6981-6146-8460-7167D293A57A}"/>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5" name="Freeform 1086">
            <a:extLst>
              <a:ext uri="{FF2B5EF4-FFF2-40B4-BE49-F238E27FC236}">
                <a16:creationId xmlns:a16="http://schemas.microsoft.com/office/drawing/2014/main" id="{57A6D50A-6D07-5F4F-A135-05162A22DF19}"/>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1087">
            <a:extLst>
              <a:ext uri="{FF2B5EF4-FFF2-40B4-BE49-F238E27FC236}">
                <a16:creationId xmlns:a16="http://schemas.microsoft.com/office/drawing/2014/main" id="{B57CACCE-EA63-FA47-B046-754890CFF439}"/>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7" name="Group 590">
            <a:extLst>
              <a:ext uri="{FF2B5EF4-FFF2-40B4-BE49-F238E27FC236}">
                <a16:creationId xmlns:a16="http://schemas.microsoft.com/office/drawing/2014/main" id="{C684AD49-1F76-2E49-9875-F55F5C619E6A}"/>
              </a:ext>
            </a:extLst>
          </p:cNvPr>
          <p:cNvGrpSpPr>
            <a:grpSpLocks/>
          </p:cNvGrpSpPr>
          <p:nvPr/>
        </p:nvGrpSpPr>
        <p:grpSpPr bwMode="auto">
          <a:xfrm flipH="1">
            <a:off x="8153909" y="5504657"/>
            <a:ext cx="345630" cy="320302"/>
            <a:chOff x="2839" y="3501"/>
            <a:chExt cx="755" cy="803"/>
          </a:xfrm>
        </p:grpSpPr>
        <p:pic>
          <p:nvPicPr>
            <p:cNvPr id="628" name="Picture 591" descr="desktop_computer_stylized_medium">
              <a:extLst>
                <a:ext uri="{FF2B5EF4-FFF2-40B4-BE49-F238E27FC236}">
                  <a16:creationId xmlns:a16="http://schemas.microsoft.com/office/drawing/2014/main" id="{9C233B01-D652-D94E-B3AD-055B6CE78161}"/>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9" name="Freeform 592">
              <a:extLst>
                <a:ext uri="{FF2B5EF4-FFF2-40B4-BE49-F238E27FC236}">
                  <a16:creationId xmlns:a16="http://schemas.microsoft.com/office/drawing/2014/main" id="{45269DD4-CA63-354D-9145-2A95C038DE4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0" name="Group 590">
            <a:extLst>
              <a:ext uri="{FF2B5EF4-FFF2-40B4-BE49-F238E27FC236}">
                <a16:creationId xmlns:a16="http://schemas.microsoft.com/office/drawing/2014/main" id="{0649F6EB-AA9E-484D-9520-3B36D71ADC5E}"/>
              </a:ext>
            </a:extLst>
          </p:cNvPr>
          <p:cNvGrpSpPr>
            <a:grpSpLocks/>
          </p:cNvGrpSpPr>
          <p:nvPr/>
        </p:nvGrpSpPr>
        <p:grpSpPr bwMode="auto">
          <a:xfrm flipH="1">
            <a:off x="8552134" y="5526130"/>
            <a:ext cx="345630" cy="320302"/>
            <a:chOff x="2839" y="3501"/>
            <a:chExt cx="755" cy="803"/>
          </a:xfrm>
        </p:grpSpPr>
        <p:pic>
          <p:nvPicPr>
            <p:cNvPr id="631" name="Picture 591" descr="desktop_computer_stylized_medium">
              <a:extLst>
                <a:ext uri="{FF2B5EF4-FFF2-40B4-BE49-F238E27FC236}">
                  <a16:creationId xmlns:a16="http://schemas.microsoft.com/office/drawing/2014/main" id="{A80EE6BA-65D7-E743-873F-A7517F7598BB}"/>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2" name="Freeform 592">
              <a:extLst>
                <a:ext uri="{FF2B5EF4-FFF2-40B4-BE49-F238E27FC236}">
                  <a16:creationId xmlns:a16="http://schemas.microsoft.com/office/drawing/2014/main" id="{C0427B55-470C-CE4E-8B2F-538CBD4C90C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633" name="Picture 1066" descr="laptop_keyboard">
            <a:extLst>
              <a:ext uri="{FF2B5EF4-FFF2-40B4-BE49-F238E27FC236}">
                <a16:creationId xmlns:a16="http://schemas.microsoft.com/office/drawing/2014/main" id="{7E86700F-0659-2444-B8EB-DDF9D7443D3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4" name="Freeform 1067">
            <a:extLst>
              <a:ext uri="{FF2B5EF4-FFF2-40B4-BE49-F238E27FC236}">
                <a16:creationId xmlns:a16="http://schemas.microsoft.com/office/drawing/2014/main" id="{D0C73A4D-4EE5-6547-9535-596AA6C1E74B}"/>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35" name="Picture 1068" descr="screen">
            <a:extLst>
              <a:ext uri="{FF2B5EF4-FFF2-40B4-BE49-F238E27FC236}">
                <a16:creationId xmlns:a16="http://schemas.microsoft.com/office/drawing/2014/main" id="{72679D1F-55A3-3D46-9C15-B6855404FA3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6" name="Freeform 1069">
            <a:extLst>
              <a:ext uri="{FF2B5EF4-FFF2-40B4-BE49-F238E27FC236}">
                <a16:creationId xmlns:a16="http://schemas.microsoft.com/office/drawing/2014/main" id="{0090A7D7-2EEE-7A40-BDF6-D8EB8EC7D1AA}"/>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1070">
            <a:extLst>
              <a:ext uri="{FF2B5EF4-FFF2-40B4-BE49-F238E27FC236}">
                <a16:creationId xmlns:a16="http://schemas.microsoft.com/office/drawing/2014/main" id="{62CD4469-E9F3-074E-8E3F-B2FB2BD5C728}"/>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8" name="Freeform 1071">
            <a:extLst>
              <a:ext uri="{FF2B5EF4-FFF2-40B4-BE49-F238E27FC236}">
                <a16:creationId xmlns:a16="http://schemas.microsoft.com/office/drawing/2014/main" id="{41C025FD-F727-2C4E-A46F-159776521102}"/>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Freeform 1072">
            <a:extLst>
              <a:ext uri="{FF2B5EF4-FFF2-40B4-BE49-F238E27FC236}">
                <a16:creationId xmlns:a16="http://schemas.microsoft.com/office/drawing/2014/main" id="{92FB0144-ED94-C644-8B90-48F964F041EE}"/>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1073">
            <a:extLst>
              <a:ext uri="{FF2B5EF4-FFF2-40B4-BE49-F238E27FC236}">
                <a16:creationId xmlns:a16="http://schemas.microsoft.com/office/drawing/2014/main" id="{CC7DD2D1-2C6B-304B-886C-E637D8EECC42}"/>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1074">
            <a:extLst>
              <a:ext uri="{FF2B5EF4-FFF2-40B4-BE49-F238E27FC236}">
                <a16:creationId xmlns:a16="http://schemas.microsoft.com/office/drawing/2014/main" id="{B5075C7D-43EF-CB4F-9772-0B399EF07E3C}"/>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42" name="Group 1075">
            <a:extLst>
              <a:ext uri="{FF2B5EF4-FFF2-40B4-BE49-F238E27FC236}">
                <a16:creationId xmlns:a16="http://schemas.microsoft.com/office/drawing/2014/main" id="{42D595E1-A9DF-AD4D-A448-EAE685181A33}"/>
              </a:ext>
            </a:extLst>
          </p:cNvPr>
          <p:cNvGrpSpPr>
            <a:grpSpLocks/>
          </p:cNvGrpSpPr>
          <p:nvPr/>
        </p:nvGrpSpPr>
        <p:grpSpPr bwMode="auto">
          <a:xfrm>
            <a:off x="9631443" y="5990722"/>
            <a:ext cx="58925" cy="22883"/>
            <a:chOff x="1740" y="2642"/>
            <a:chExt cx="752" cy="327"/>
          </a:xfrm>
        </p:grpSpPr>
        <p:sp>
          <p:nvSpPr>
            <p:cNvPr id="643" name="Freeform 1076">
              <a:extLst>
                <a:ext uri="{FF2B5EF4-FFF2-40B4-BE49-F238E27FC236}">
                  <a16:creationId xmlns:a16="http://schemas.microsoft.com/office/drawing/2014/main" id="{73BB355F-7BE7-3643-AB0E-1E33B1E4851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1077">
              <a:extLst>
                <a:ext uri="{FF2B5EF4-FFF2-40B4-BE49-F238E27FC236}">
                  <a16:creationId xmlns:a16="http://schemas.microsoft.com/office/drawing/2014/main" id="{DD7674E1-A0E9-6546-9ED9-04C38C29DBB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5" name="Freeform 1078">
              <a:extLst>
                <a:ext uri="{FF2B5EF4-FFF2-40B4-BE49-F238E27FC236}">
                  <a16:creationId xmlns:a16="http://schemas.microsoft.com/office/drawing/2014/main" id="{6CFAEFD0-AD44-E043-941C-CA6230AED16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6" name="Freeform 1079">
              <a:extLst>
                <a:ext uri="{FF2B5EF4-FFF2-40B4-BE49-F238E27FC236}">
                  <a16:creationId xmlns:a16="http://schemas.microsoft.com/office/drawing/2014/main" id="{F9E1206F-F131-CD41-B627-0F2E5346797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1080">
              <a:extLst>
                <a:ext uri="{FF2B5EF4-FFF2-40B4-BE49-F238E27FC236}">
                  <a16:creationId xmlns:a16="http://schemas.microsoft.com/office/drawing/2014/main" id="{C1E69A23-230D-E048-AB45-A8F1EB82DC04}"/>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1081">
              <a:extLst>
                <a:ext uri="{FF2B5EF4-FFF2-40B4-BE49-F238E27FC236}">
                  <a16:creationId xmlns:a16="http://schemas.microsoft.com/office/drawing/2014/main" id="{5D1FA66C-543A-BE44-BBAD-820B337FE79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49" name="Freeform 1082">
            <a:extLst>
              <a:ext uri="{FF2B5EF4-FFF2-40B4-BE49-F238E27FC236}">
                <a16:creationId xmlns:a16="http://schemas.microsoft.com/office/drawing/2014/main" id="{05A53DFD-D467-6641-9B5B-AA0B0347DAF9}"/>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1083">
            <a:extLst>
              <a:ext uri="{FF2B5EF4-FFF2-40B4-BE49-F238E27FC236}">
                <a16:creationId xmlns:a16="http://schemas.microsoft.com/office/drawing/2014/main" id="{E45FA42A-135C-5E4B-8C86-F7D6D3290275}"/>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1084">
            <a:extLst>
              <a:ext uri="{FF2B5EF4-FFF2-40B4-BE49-F238E27FC236}">
                <a16:creationId xmlns:a16="http://schemas.microsoft.com/office/drawing/2014/main" id="{08BCB393-F0B1-C74C-8664-A7480276FA77}"/>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1085">
            <a:extLst>
              <a:ext uri="{FF2B5EF4-FFF2-40B4-BE49-F238E27FC236}">
                <a16:creationId xmlns:a16="http://schemas.microsoft.com/office/drawing/2014/main" id="{BA97F2EB-4585-B740-888A-642557480BDC}"/>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Freeform 1086">
            <a:extLst>
              <a:ext uri="{FF2B5EF4-FFF2-40B4-BE49-F238E27FC236}">
                <a16:creationId xmlns:a16="http://schemas.microsoft.com/office/drawing/2014/main" id="{FC4B34A3-ED6A-5C49-B61A-26C234FE910C}"/>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87">
            <a:extLst>
              <a:ext uri="{FF2B5EF4-FFF2-40B4-BE49-F238E27FC236}">
                <a16:creationId xmlns:a16="http://schemas.microsoft.com/office/drawing/2014/main" id="{609779CF-F45E-1A40-B368-F5391E30CFFA}"/>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5" name="Group 983">
            <a:extLst>
              <a:ext uri="{FF2B5EF4-FFF2-40B4-BE49-F238E27FC236}">
                <a16:creationId xmlns:a16="http://schemas.microsoft.com/office/drawing/2014/main" id="{0CA2A68F-7B1F-9841-B2DC-75135ED8D017}"/>
              </a:ext>
            </a:extLst>
          </p:cNvPr>
          <p:cNvGrpSpPr>
            <a:grpSpLocks/>
          </p:cNvGrpSpPr>
          <p:nvPr/>
        </p:nvGrpSpPr>
        <p:grpSpPr bwMode="auto">
          <a:xfrm>
            <a:off x="10017877" y="5636388"/>
            <a:ext cx="171450" cy="348944"/>
            <a:chOff x="4140" y="429"/>
            <a:chExt cx="1425" cy="2396"/>
          </a:xfrm>
        </p:grpSpPr>
        <p:sp>
          <p:nvSpPr>
            <p:cNvPr id="656" name="Freeform 984">
              <a:extLst>
                <a:ext uri="{FF2B5EF4-FFF2-40B4-BE49-F238E27FC236}">
                  <a16:creationId xmlns:a16="http://schemas.microsoft.com/office/drawing/2014/main" id="{FF08FA16-1BD8-6740-B637-D7406EE86D7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Rectangle 985">
              <a:extLst>
                <a:ext uri="{FF2B5EF4-FFF2-40B4-BE49-F238E27FC236}">
                  <a16:creationId xmlns:a16="http://schemas.microsoft.com/office/drawing/2014/main" id="{4632954C-254E-2D40-B4D8-B4FC143E610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Freeform 986">
              <a:extLst>
                <a:ext uri="{FF2B5EF4-FFF2-40B4-BE49-F238E27FC236}">
                  <a16:creationId xmlns:a16="http://schemas.microsoft.com/office/drawing/2014/main" id="{4A663A44-D828-6F4E-8E0E-24A50263696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9" name="Freeform 987">
              <a:extLst>
                <a:ext uri="{FF2B5EF4-FFF2-40B4-BE49-F238E27FC236}">
                  <a16:creationId xmlns:a16="http://schemas.microsoft.com/office/drawing/2014/main" id="{1F9A777B-5FD5-D54B-B034-014CD5C7B3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0" name="Rectangle 988">
              <a:extLst>
                <a:ext uri="{FF2B5EF4-FFF2-40B4-BE49-F238E27FC236}">
                  <a16:creationId xmlns:a16="http://schemas.microsoft.com/office/drawing/2014/main" id="{9DA9C864-EBFB-C845-A775-CD9BD10C6B4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1" name="Group 989">
              <a:extLst>
                <a:ext uri="{FF2B5EF4-FFF2-40B4-BE49-F238E27FC236}">
                  <a16:creationId xmlns:a16="http://schemas.microsoft.com/office/drawing/2014/main" id="{C10DD862-9750-AB40-A423-291A415DB5B6}"/>
                </a:ext>
              </a:extLst>
            </p:cNvPr>
            <p:cNvGrpSpPr>
              <a:grpSpLocks/>
            </p:cNvGrpSpPr>
            <p:nvPr/>
          </p:nvGrpSpPr>
          <p:grpSpPr bwMode="auto">
            <a:xfrm>
              <a:off x="4749" y="668"/>
              <a:ext cx="581" cy="145"/>
              <a:chOff x="614" y="2568"/>
              <a:chExt cx="725" cy="139"/>
            </a:xfrm>
          </p:grpSpPr>
          <p:sp>
            <p:nvSpPr>
              <p:cNvPr id="686" name="AutoShape 990">
                <a:extLst>
                  <a:ext uri="{FF2B5EF4-FFF2-40B4-BE49-F238E27FC236}">
                    <a16:creationId xmlns:a16="http://schemas.microsoft.com/office/drawing/2014/main" id="{FC6DB9B2-5599-1241-AA92-A6803FE1F81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91">
                <a:extLst>
                  <a:ext uri="{FF2B5EF4-FFF2-40B4-BE49-F238E27FC236}">
                    <a16:creationId xmlns:a16="http://schemas.microsoft.com/office/drawing/2014/main" id="{A4D63315-7800-E64F-9FDB-223C975DA20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92">
              <a:extLst>
                <a:ext uri="{FF2B5EF4-FFF2-40B4-BE49-F238E27FC236}">
                  <a16:creationId xmlns:a16="http://schemas.microsoft.com/office/drawing/2014/main" id="{C5B0DA11-2139-474B-853B-636A9B47553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3" name="Group 993">
              <a:extLst>
                <a:ext uri="{FF2B5EF4-FFF2-40B4-BE49-F238E27FC236}">
                  <a16:creationId xmlns:a16="http://schemas.microsoft.com/office/drawing/2014/main" id="{168377B5-DB44-0A44-A1C2-BA33B71A49F1}"/>
                </a:ext>
              </a:extLst>
            </p:cNvPr>
            <p:cNvGrpSpPr>
              <a:grpSpLocks/>
            </p:cNvGrpSpPr>
            <p:nvPr/>
          </p:nvGrpSpPr>
          <p:grpSpPr bwMode="auto">
            <a:xfrm>
              <a:off x="4747" y="994"/>
              <a:ext cx="581" cy="134"/>
              <a:chOff x="614" y="2568"/>
              <a:chExt cx="725" cy="139"/>
            </a:xfrm>
          </p:grpSpPr>
          <p:sp>
            <p:nvSpPr>
              <p:cNvPr id="684" name="AutoShape 994">
                <a:extLst>
                  <a:ext uri="{FF2B5EF4-FFF2-40B4-BE49-F238E27FC236}">
                    <a16:creationId xmlns:a16="http://schemas.microsoft.com/office/drawing/2014/main" id="{B5ACFE45-E230-0048-94E7-A444BE3B0E3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AutoShape 995">
                <a:extLst>
                  <a:ext uri="{FF2B5EF4-FFF2-40B4-BE49-F238E27FC236}">
                    <a16:creationId xmlns:a16="http://schemas.microsoft.com/office/drawing/2014/main" id="{9C02DFCA-A242-4C47-ACD5-4371610F8DF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4" name="Rectangle 996">
              <a:extLst>
                <a:ext uri="{FF2B5EF4-FFF2-40B4-BE49-F238E27FC236}">
                  <a16:creationId xmlns:a16="http://schemas.microsoft.com/office/drawing/2014/main" id="{3C2910E2-D930-F848-860D-12A4867CF18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5" name="Rectangle 997">
              <a:extLst>
                <a:ext uri="{FF2B5EF4-FFF2-40B4-BE49-F238E27FC236}">
                  <a16:creationId xmlns:a16="http://schemas.microsoft.com/office/drawing/2014/main" id="{F258DE3C-9D14-3946-B3C5-C8F7697539E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6" name="Group 998">
              <a:extLst>
                <a:ext uri="{FF2B5EF4-FFF2-40B4-BE49-F238E27FC236}">
                  <a16:creationId xmlns:a16="http://schemas.microsoft.com/office/drawing/2014/main" id="{AA28527E-0275-E74C-843A-4C63FF1893CA}"/>
                </a:ext>
              </a:extLst>
            </p:cNvPr>
            <p:cNvGrpSpPr>
              <a:grpSpLocks/>
            </p:cNvGrpSpPr>
            <p:nvPr/>
          </p:nvGrpSpPr>
          <p:grpSpPr bwMode="auto">
            <a:xfrm>
              <a:off x="4735" y="1627"/>
              <a:ext cx="582" cy="151"/>
              <a:chOff x="614" y="2568"/>
              <a:chExt cx="725" cy="139"/>
            </a:xfrm>
          </p:grpSpPr>
          <p:sp>
            <p:nvSpPr>
              <p:cNvPr id="682" name="AutoShape 999">
                <a:extLst>
                  <a:ext uri="{FF2B5EF4-FFF2-40B4-BE49-F238E27FC236}">
                    <a16:creationId xmlns:a16="http://schemas.microsoft.com/office/drawing/2014/main" id="{0454E723-8017-1E4A-A4F5-E795EA77EE1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AutoShape 1000">
                <a:extLst>
                  <a:ext uri="{FF2B5EF4-FFF2-40B4-BE49-F238E27FC236}">
                    <a16:creationId xmlns:a16="http://schemas.microsoft.com/office/drawing/2014/main" id="{3D1B2726-1C09-E14E-9DD0-63E52A89EF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7" name="Freeform 1001">
              <a:extLst>
                <a:ext uri="{FF2B5EF4-FFF2-40B4-BE49-F238E27FC236}">
                  <a16:creationId xmlns:a16="http://schemas.microsoft.com/office/drawing/2014/main" id="{8303E497-6D7B-3A4D-A1E7-F7CC0F4413E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1002">
              <a:extLst>
                <a:ext uri="{FF2B5EF4-FFF2-40B4-BE49-F238E27FC236}">
                  <a16:creationId xmlns:a16="http://schemas.microsoft.com/office/drawing/2014/main" id="{660A7463-A4A0-524F-A827-2B9CC38D4ED7}"/>
                </a:ext>
              </a:extLst>
            </p:cNvPr>
            <p:cNvGrpSpPr>
              <a:grpSpLocks/>
            </p:cNvGrpSpPr>
            <p:nvPr/>
          </p:nvGrpSpPr>
          <p:grpSpPr bwMode="auto">
            <a:xfrm>
              <a:off x="4739" y="1327"/>
              <a:ext cx="582" cy="139"/>
              <a:chOff x="614" y="2568"/>
              <a:chExt cx="725" cy="139"/>
            </a:xfrm>
          </p:grpSpPr>
          <p:sp>
            <p:nvSpPr>
              <p:cNvPr id="680" name="AutoShape 1003">
                <a:extLst>
                  <a:ext uri="{FF2B5EF4-FFF2-40B4-BE49-F238E27FC236}">
                    <a16:creationId xmlns:a16="http://schemas.microsoft.com/office/drawing/2014/main" id="{0D60C760-F7CE-F940-804B-72D0E13DDBC6}"/>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1004">
                <a:extLst>
                  <a:ext uri="{FF2B5EF4-FFF2-40B4-BE49-F238E27FC236}">
                    <a16:creationId xmlns:a16="http://schemas.microsoft.com/office/drawing/2014/main" id="{27CADAC0-4E97-2841-ABD3-CFB82DDEC5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9" name="Rectangle 1005">
              <a:extLst>
                <a:ext uri="{FF2B5EF4-FFF2-40B4-BE49-F238E27FC236}">
                  <a16:creationId xmlns:a16="http://schemas.microsoft.com/office/drawing/2014/main" id="{3842004F-C59C-364C-9A90-5492B5FB556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Freeform 1006">
              <a:extLst>
                <a:ext uri="{FF2B5EF4-FFF2-40B4-BE49-F238E27FC236}">
                  <a16:creationId xmlns:a16="http://schemas.microsoft.com/office/drawing/2014/main" id="{CDCD76B8-A3EF-F641-AB2E-6D2AAE61088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07">
              <a:extLst>
                <a:ext uri="{FF2B5EF4-FFF2-40B4-BE49-F238E27FC236}">
                  <a16:creationId xmlns:a16="http://schemas.microsoft.com/office/drawing/2014/main" id="{329902B1-F17A-8448-97A0-873B2B1C902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1008">
              <a:extLst>
                <a:ext uri="{FF2B5EF4-FFF2-40B4-BE49-F238E27FC236}">
                  <a16:creationId xmlns:a16="http://schemas.microsoft.com/office/drawing/2014/main" id="{1BDC9B10-AE69-4A44-BE44-553FA2990BF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3" name="Freeform 1009">
              <a:extLst>
                <a:ext uri="{FF2B5EF4-FFF2-40B4-BE49-F238E27FC236}">
                  <a16:creationId xmlns:a16="http://schemas.microsoft.com/office/drawing/2014/main" id="{DF30F9D0-0B64-1A40-989B-3F4C8708AB5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AutoShape 1010">
              <a:extLst>
                <a:ext uri="{FF2B5EF4-FFF2-40B4-BE49-F238E27FC236}">
                  <a16:creationId xmlns:a16="http://schemas.microsoft.com/office/drawing/2014/main" id="{FE4A2C71-C8BD-4A4E-A60C-A9B3EADC28E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5" name="AutoShape 1011">
              <a:extLst>
                <a:ext uri="{FF2B5EF4-FFF2-40B4-BE49-F238E27FC236}">
                  <a16:creationId xmlns:a16="http://schemas.microsoft.com/office/drawing/2014/main" id="{EBD0648A-C802-B64D-AE4B-4FAC0F009D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Oval 1012">
              <a:extLst>
                <a:ext uri="{FF2B5EF4-FFF2-40B4-BE49-F238E27FC236}">
                  <a16:creationId xmlns:a16="http://schemas.microsoft.com/office/drawing/2014/main" id="{858B5DBB-FEAB-FE4C-89A0-53321C8B62A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7" name="Oval 1013">
              <a:extLst>
                <a:ext uri="{FF2B5EF4-FFF2-40B4-BE49-F238E27FC236}">
                  <a16:creationId xmlns:a16="http://schemas.microsoft.com/office/drawing/2014/main" id="{87FF97B1-E7BD-7B46-99E9-8B9DAE9B49C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Oval 1014">
              <a:extLst>
                <a:ext uri="{FF2B5EF4-FFF2-40B4-BE49-F238E27FC236}">
                  <a16:creationId xmlns:a16="http://schemas.microsoft.com/office/drawing/2014/main" id="{A5AE0069-24A0-5742-BE8B-D0554E8E831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Rectangle 1015">
              <a:extLst>
                <a:ext uri="{FF2B5EF4-FFF2-40B4-BE49-F238E27FC236}">
                  <a16:creationId xmlns:a16="http://schemas.microsoft.com/office/drawing/2014/main" id="{04B21AAC-B875-A64F-858B-87B06034407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88" name="Group 590">
            <a:extLst>
              <a:ext uri="{FF2B5EF4-FFF2-40B4-BE49-F238E27FC236}">
                <a16:creationId xmlns:a16="http://schemas.microsoft.com/office/drawing/2014/main" id="{29199B0D-5754-994B-BD15-78138DA6C814}"/>
              </a:ext>
            </a:extLst>
          </p:cNvPr>
          <p:cNvGrpSpPr>
            <a:grpSpLocks/>
          </p:cNvGrpSpPr>
          <p:nvPr/>
        </p:nvGrpSpPr>
        <p:grpSpPr bwMode="auto">
          <a:xfrm flipH="1">
            <a:off x="7773981" y="5281060"/>
            <a:ext cx="345630" cy="320302"/>
            <a:chOff x="2839" y="3501"/>
            <a:chExt cx="755" cy="803"/>
          </a:xfrm>
        </p:grpSpPr>
        <p:pic>
          <p:nvPicPr>
            <p:cNvPr id="689" name="Picture 591" descr="desktop_computer_stylized_medium">
              <a:extLst>
                <a:ext uri="{FF2B5EF4-FFF2-40B4-BE49-F238E27FC236}">
                  <a16:creationId xmlns:a16="http://schemas.microsoft.com/office/drawing/2014/main" id="{D720DC0E-12DB-B24B-9AA2-5856D8BCC2CA}"/>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0" name="Freeform 592">
              <a:extLst>
                <a:ext uri="{FF2B5EF4-FFF2-40B4-BE49-F238E27FC236}">
                  <a16:creationId xmlns:a16="http://schemas.microsoft.com/office/drawing/2014/main" id="{AFDF3D60-A976-AF47-B2D5-B16367CD4D2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3" name="Group 692">
            <a:extLst>
              <a:ext uri="{FF2B5EF4-FFF2-40B4-BE49-F238E27FC236}">
                <a16:creationId xmlns:a16="http://schemas.microsoft.com/office/drawing/2014/main" id="{5B174846-657A-184A-9901-7C89E7B77AC1}"/>
              </a:ext>
            </a:extLst>
          </p:cNvPr>
          <p:cNvGrpSpPr/>
          <p:nvPr/>
        </p:nvGrpSpPr>
        <p:grpSpPr>
          <a:xfrm>
            <a:off x="7439074" y="1859725"/>
            <a:ext cx="1802647" cy="1120859"/>
            <a:chOff x="7439074" y="1859725"/>
            <a:chExt cx="1802647" cy="1120859"/>
          </a:xfrm>
        </p:grpSpPr>
        <p:pic>
          <p:nvPicPr>
            <p:cNvPr id="798" name="Picture 799" descr="cell_tower_radiation copy">
              <a:extLst>
                <a:ext uri="{FF2B5EF4-FFF2-40B4-BE49-F238E27FC236}">
                  <a16:creationId xmlns:a16="http://schemas.microsoft.com/office/drawing/2014/main" id="{0F3F181F-9B3B-0047-A196-F204B5AF08CE}"/>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 name="Line 426">
              <a:extLst>
                <a:ext uri="{FF2B5EF4-FFF2-40B4-BE49-F238E27FC236}">
                  <a16:creationId xmlns:a16="http://schemas.microsoft.com/office/drawing/2014/main" id="{5F422E50-F228-D342-AFE4-531C3A8F2C4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00" name="Group 783">
              <a:extLst>
                <a:ext uri="{FF2B5EF4-FFF2-40B4-BE49-F238E27FC236}">
                  <a16:creationId xmlns:a16="http://schemas.microsoft.com/office/drawing/2014/main" id="{367216C3-087E-2F4A-8AB5-D7C4F448196F}"/>
                </a:ext>
              </a:extLst>
            </p:cNvPr>
            <p:cNvGrpSpPr>
              <a:grpSpLocks/>
            </p:cNvGrpSpPr>
            <p:nvPr/>
          </p:nvGrpSpPr>
          <p:grpSpPr bwMode="auto">
            <a:xfrm>
              <a:off x="8050698" y="2309376"/>
              <a:ext cx="298450" cy="464008"/>
              <a:chOff x="3130" y="3288"/>
              <a:chExt cx="410" cy="742"/>
            </a:xfrm>
          </p:grpSpPr>
          <p:sp>
            <p:nvSpPr>
              <p:cNvPr id="813" name="Line 270">
                <a:extLst>
                  <a:ext uri="{FF2B5EF4-FFF2-40B4-BE49-F238E27FC236}">
                    <a16:creationId xmlns:a16="http://schemas.microsoft.com/office/drawing/2014/main" id="{9B831ABE-379C-E144-B48A-C8EA6817D9B8}"/>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4" name="Line 271">
                <a:extLst>
                  <a:ext uri="{FF2B5EF4-FFF2-40B4-BE49-F238E27FC236}">
                    <a16:creationId xmlns:a16="http://schemas.microsoft.com/office/drawing/2014/main" id="{D8C5E467-D179-EB47-B339-89E3DFE2EE4A}"/>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5" name="Line 272">
                <a:extLst>
                  <a:ext uri="{FF2B5EF4-FFF2-40B4-BE49-F238E27FC236}">
                    <a16:creationId xmlns:a16="http://schemas.microsoft.com/office/drawing/2014/main" id="{0A4C54B8-0FBE-C544-9657-F08564D9F682}"/>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6" name="Line 273">
                <a:extLst>
                  <a:ext uri="{FF2B5EF4-FFF2-40B4-BE49-F238E27FC236}">
                    <a16:creationId xmlns:a16="http://schemas.microsoft.com/office/drawing/2014/main" id="{0C447304-57B1-9F41-83B4-3C526842B3BA}"/>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7" name="Line 274">
                <a:extLst>
                  <a:ext uri="{FF2B5EF4-FFF2-40B4-BE49-F238E27FC236}">
                    <a16:creationId xmlns:a16="http://schemas.microsoft.com/office/drawing/2014/main" id="{0F0C9BDB-22CC-C542-9EC9-9346CBDDF26E}"/>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8" name="Line 275">
                <a:extLst>
                  <a:ext uri="{FF2B5EF4-FFF2-40B4-BE49-F238E27FC236}">
                    <a16:creationId xmlns:a16="http://schemas.microsoft.com/office/drawing/2014/main" id="{ADEE564A-0C19-2B4E-ACC0-3B3CE2E5972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9" name="Line 276">
                <a:extLst>
                  <a:ext uri="{FF2B5EF4-FFF2-40B4-BE49-F238E27FC236}">
                    <a16:creationId xmlns:a16="http://schemas.microsoft.com/office/drawing/2014/main" id="{180D0D0D-B877-AE4B-8B63-859E335DA42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0" name="Line 277">
                <a:extLst>
                  <a:ext uri="{FF2B5EF4-FFF2-40B4-BE49-F238E27FC236}">
                    <a16:creationId xmlns:a16="http://schemas.microsoft.com/office/drawing/2014/main" id="{8870BFF5-544D-CD46-A0D3-8D1678DAC19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1" name="Line 278">
                <a:extLst>
                  <a:ext uri="{FF2B5EF4-FFF2-40B4-BE49-F238E27FC236}">
                    <a16:creationId xmlns:a16="http://schemas.microsoft.com/office/drawing/2014/main" id="{3B7FCA89-96FF-3049-A46F-CB5466E05832}"/>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2" name="Line 279">
                <a:extLst>
                  <a:ext uri="{FF2B5EF4-FFF2-40B4-BE49-F238E27FC236}">
                    <a16:creationId xmlns:a16="http://schemas.microsoft.com/office/drawing/2014/main" id="{68CBE7AC-B9AA-6C42-8B6F-8488EB27CF6F}"/>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3" name="Line 280">
                <a:extLst>
                  <a:ext uri="{FF2B5EF4-FFF2-40B4-BE49-F238E27FC236}">
                    <a16:creationId xmlns:a16="http://schemas.microsoft.com/office/drawing/2014/main" id="{B77493E3-FCE6-D847-8E5D-8EE6B8625694}"/>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4" name="Line 281">
                <a:extLst>
                  <a:ext uri="{FF2B5EF4-FFF2-40B4-BE49-F238E27FC236}">
                    <a16:creationId xmlns:a16="http://schemas.microsoft.com/office/drawing/2014/main" id="{C2A158BD-55F2-6F48-8CC2-4DB3E9C2B556}"/>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5" name="Line 282">
                <a:extLst>
                  <a:ext uri="{FF2B5EF4-FFF2-40B4-BE49-F238E27FC236}">
                    <a16:creationId xmlns:a16="http://schemas.microsoft.com/office/drawing/2014/main" id="{A299FD2C-2D08-BD4A-8880-6A808A822D7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6" name="Line 283">
                <a:extLst>
                  <a:ext uri="{FF2B5EF4-FFF2-40B4-BE49-F238E27FC236}">
                    <a16:creationId xmlns:a16="http://schemas.microsoft.com/office/drawing/2014/main" id="{416DF23E-B121-A44C-9E27-3D4055C469E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7" name="Line 284">
                <a:extLst>
                  <a:ext uri="{FF2B5EF4-FFF2-40B4-BE49-F238E27FC236}">
                    <a16:creationId xmlns:a16="http://schemas.microsoft.com/office/drawing/2014/main" id="{877D3541-ADC7-F742-B84E-CDC9E86E223C}"/>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1" name="Group 800">
              <a:extLst>
                <a:ext uri="{FF2B5EF4-FFF2-40B4-BE49-F238E27FC236}">
                  <a16:creationId xmlns:a16="http://schemas.microsoft.com/office/drawing/2014/main" id="{6A16B6BB-EAF4-C64E-BBDB-2CED8CBD91F4}"/>
                </a:ext>
              </a:extLst>
            </p:cNvPr>
            <p:cNvGrpSpPr/>
            <p:nvPr/>
          </p:nvGrpSpPr>
          <p:grpSpPr>
            <a:xfrm>
              <a:off x="8439827" y="2812309"/>
              <a:ext cx="353678" cy="168275"/>
              <a:chOff x="7493876" y="2774731"/>
              <a:chExt cx="1481958" cy="894622"/>
            </a:xfrm>
          </p:grpSpPr>
          <p:sp>
            <p:nvSpPr>
              <p:cNvPr id="806" name="Freeform 805">
                <a:extLst>
                  <a:ext uri="{FF2B5EF4-FFF2-40B4-BE49-F238E27FC236}">
                    <a16:creationId xmlns:a16="http://schemas.microsoft.com/office/drawing/2014/main" id="{5D0E3F0B-5A07-804B-895B-FEDAFBB7D1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7" name="Oval 806">
                <a:extLst>
                  <a:ext uri="{FF2B5EF4-FFF2-40B4-BE49-F238E27FC236}">
                    <a16:creationId xmlns:a16="http://schemas.microsoft.com/office/drawing/2014/main" id="{5EE244E3-B70C-7049-B95F-C5AED3D2163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08" name="Group 807">
                <a:extLst>
                  <a:ext uri="{FF2B5EF4-FFF2-40B4-BE49-F238E27FC236}">
                    <a16:creationId xmlns:a16="http://schemas.microsoft.com/office/drawing/2014/main" id="{9EEBCB0F-2224-6F4A-BD28-053E903B54CE}"/>
                  </a:ext>
                </a:extLst>
              </p:cNvPr>
              <p:cNvGrpSpPr/>
              <p:nvPr/>
            </p:nvGrpSpPr>
            <p:grpSpPr>
              <a:xfrm>
                <a:off x="7713663" y="2848339"/>
                <a:ext cx="1042107" cy="425543"/>
                <a:chOff x="7786941" y="2884917"/>
                <a:chExt cx="897649" cy="353919"/>
              </a:xfrm>
            </p:grpSpPr>
            <p:sp>
              <p:nvSpPr>
                <p:cNvPr id="809" name="Freeform 808">
                  <a:extLst>
                    <a:ext uri="{FF2B5EF4-FFF2-40B4-BE49-F238E27FC236}">
                      <a16:creationId xmlns:a16="http://schemas.microsoft.com/office/drawing/2014/main" id="{BBA53BE0-8593-5F46-B5FB-39E8D52F90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0" name="Freeform 809">
                  <a:extLst>
                    <a:ext uri="{FF2B5EF4-FFF2-40B4-BE49-F238E27FC236}">
                      <a16:creationId xmlns:a16="http://schemas.microsoft.com/office/drawing/2014/main" id="{AC36D354-26B1-CE46-88EE-F9831E85F1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1" name="Freeform 810">
                  <a:extLst>
                    <a:ext uri="{FF2B5EF4-FFF2-40B4-BE49-F238E27FC236}">
                      <a16:creationId xmlns:a16="http://schemas.microsoft.com/office/drawing/2014/main" id="{77C2675D-9EBC-3941-8C9A-9F3DE269E9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2" name="Freeform 811">
                  <a:extLst>
                    <a:ext uri="{FF2B5EF4-FFF2-40B4-BE49-F238E27FC236}">
                      <a16:creationId xmlns:a16="http://schemas.microsoft.com/office/drawing/2014/main" id="{988F11CD-1245-E84A-AE4F-3F6E2CE4EB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802" name="Picture 654" descr="antenna_radiation_stylized">
              <a:extLst>
                <a:ext uri="{FF2B5EF4-FFF2-40B4-BE49-F238E27FC236}">
                  <a16:creationId xmlns:a16="http://schemas.microsoft.com/office/drawing/2014/main" id="{DF548A0C-8575-8C4E-A297-BD9D8ECDAE06}"/>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3" name="Picture 1017" descr="antenna_stylized">
              <a:extLst>
                <a:ext uri="{FF2B5EF4-FFF2-40B4-BE49-F238E27FC236}">
                  <a16:creationId xmlns:a16="http://schemas.microsoft.com/office/drawing/2014/main" id="{66AB5667-75D4-A94D-9F8C-425A6F69D8B6}"/>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4" name="Picture 1017" descr="antenna_stylized">
              <a:extLst>
                <a:ext uri="{FF2B5EF4-FFF2-40B4-BE49-F238E27FC236}">
                  <a16:creationId xmlns:a16="http://schemas.microsoft.com/office/drawing/2014/main" id="{829EAF33-F173-5D4B-A3FA-7C4D55FD4655}"/>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5" name="Picture 1017" descr="antenna_stylized">
              <a:extLst>
                <a:ext uri="{FF2B5EF4-FFF2-40B4-BE49-F238E27FC236}">
                  <a16:creationId xmlns:a16="http://schemas.microsoft.com/office/drawing/2014/main" id="{C1D3975B-CC4F-4340-BEE6-84BEF60FB15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94" name="Group 693">
            <a:extLst>
              <a:ext uri="{FF2B5EF4-FFF2-40B4-BE49-F238E27FC236}">
                <a16:creationId xmlns:a16="http://schemas.microsoft.com/office/drawing/2014/main" id="{D4C0F681-03B6-964A-BAE3-205762CCA6B5}"/>
              </a:ext>
            </a:extLst>
          </p:cNvPr>
          <p:cNvGrpSpPr/>
          <p:nvPr/>
        </p:nvGrpSpPr>
        <p:grpSpPr>
          <a:xfrm>
            <a:off x="7493518" y="3325424"/>
            <a:ext cx="911538" cy="843226"/>
            <a:chOff x="7493518" y="3325424"/>
            <a:chExt cx="911538" cy="843226"/>
          </a:xfrm>
        </p:grpSpPr>
        <p:pic>
          <p:nvPicPr>
            <p:cNvPr id="783" name="Picture 777" descr="access_point_stylized_small">
              <a:extLst>
                <a:ext uri="{FF2B5EF4-FFF2-40B4-BE49-F238E27FC236}">
                  <a16:creationId xmlns:a16="http://schemas.microsoft.com/office/drawing/2014/main" id="{2841F168-7E00-DA47-A63E-4CBDD14442EC}"/>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4" name="Group 783">
              <a:extLst>
                <a:ext uri="{FF2B5EF4-FFF2-40B4-BE49-F238E27FC236}">
                  <a16:creationId xmlns:a16="http://schemas.microsoft.com/office/drawing/2014/main" id="{86DCDDDF-AFAE-1547-A0AE-2F70DAF3F592}"/>
                </a:ext>
              </a:extLst>
            </p:cNvPr>
            <p:cNvGrpSpPr/>
            <p:nvPr/>
          </p:nvGrpSpPr>
          <p:grpSpPr>
            <a:xfrm>
              <a:off x="7493518" y="3325424"/>
              <a:ext cx="911538" cy="816238"/>
              <a:chOff x="7493518" y="3325424"/>
              <a:chExt cx="911538" cy="816238"/>
            </a:xfrm>
          </p:grpSpPr>
          <p:sp>
            <p:nvSpPr>
              <p:cNvPr id="785" name="Line 443">
                <a:extLst>
                  <a:ext uri="{FF2B5EF4-FFF2-40B4-BE49-F238E27FC236}">
                    <a16:creationId xmlns:a16="http://schemas.microsoft.com/office/drawing/2014/main" id="{5D0DD196-A69E-7741-A20B-B3445A729DFE}"/>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6" name="Line 449">
                <a:extLst>
                  <a:ext uri="{FF2B5EF4-FFF2-40B4-BE49-F238E27FC236}">
                    <a16:creationId xmlns:a16="http://schemas.microsoft.com/office/drawing/2014/main" id="{04F3D1A6-53B4-A547-A1BE-FC16FE6DDE4E}"/>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87" name="Picture 778" descr="antenna_radiation_stylized">
                <a:extLst>
                  <a:ext uri="{FF2B5EF4-FFF2-40B4-BE49-F238E27FC236}">
                    <a16:creationId xmlns:a16="http://schemas.microsoft.com/office/drawing/2014/main" id="{F572F24E-2FED-7B47-9038-D48AE24886B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8" name="Group 787">
                <a:extLst>
                  <a:ext uri="{FF2B5EF4-FFF2-40B4-BE49-F238E27FC236}">
                    <a16:creationId xmlns:a16="http://schemas.microsoft.com/office/drawing/2014/main" id="{3F5EDC11-7425-EA47-8922-670B4791D051}"/>
                  </a:ext>
                </a:extLst>
              </p:cNvPr>
              <p:cNvGrpSpPr/>
              <p:nvPr/>
            </p:nvGrpSpPr>
            <p:grpSpPr>
              <a:xfrm>
                <a:off x="8050070" y="3965994"/>
                <a:ext cx="354986" cy="175668"/>
                <a:chOff x="7493876" y="2774731"/>
                <a:chExt cx="1481958" cy="894622"/>
              </a:xfrm>
            </p:grpSpPr>
            <p:sp>
              <p:nvSpPr>
                <p:cNvPr id="791" name="Freeform 790">
                  <a:extLst>
                    <a:ext uri="{FF2B5EF4-FFF2-40B4-BE49-F238E27FC236}">
                      <a16:creationId xmlns:a16="http://schemas.microsoft.com/office/drawing/2014/main" id="{2C6868B5-8FE8-5440-8D6C-1E2D02C416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92" name="Oval 791">
                  <a:extLst>
                    <a:ext uri="{FF2B5EF4-FFF2-40B4-BE49-F238E27FC236}">
                      <a16:creationId xmlns:a16="http://schemas.microsoft.com/office/drawing/2014/main" id="{5948F688-43AB-F849-8F32-527F684641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93" name="Group 792">
                  <a:extLst>
                    <a:ext uri="{FF2B5EF4-FFF2-40B4-BE49-F238E27FC236}">
                      <a16:creationId xmlns:a16="http://schemas.microsoft.com/office/drawing/2014/main" id="{ED2C56A7-6B07-6541-846B-DB2BCD06787B}"/>
                    </a:ext>
                  </a:extLst>
                </p:cNvPr>
                <p:cNvGrpSpPr/>
                <p:nvPr/>
              </p:nvGrpSpPr>
              <p:grpSpPr>
                <a:xfrm>
                  <a:off x="7713663" y="2848339"/>
                  <a:ext cx="1042107" cy="425543"/>
                  <a:chOff x="7786941" y="2884917"/>
                  <a:chExt cx="897649" cy="353919"/>
                </a:xfrm>
              </p:grpSpPr>
              <p:sp>
                <p:nvSpPr>
                  <p:cNvPr id="794" name="Freeform 793">
                    <a:extLst>
                      <a:ext uri="{FF2B5EF4-FFF2-40B4-BE49-F238E27FC236}">
                        <a16:creationId xmlns:a16="http://schemas.microsoft.com/office/drawing/2014/main" id="{982899D8-60AC-D34D-99CB-EAE0213C70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5" name="Freeform 794">
                    <a:extLst>
                      <a:ext uri="{FF2B5EF4-FFF2-40B4-BE49-F238E27FC236}">
                        <a16:creationId xmlns:a16="http://schemas.microsoft.com/office/drawing/2014/main" id="{1EEC62B8-B295-0445-B6B3-5FEB276EE6C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6" name="Freeform 795">
                    <a:extLst>
                      <a:ext uri="{FF2B5EF4-FFF2-40B4-BE49-F238E27FC236}">
                        <a16:creationId xmlns:a16="http://schemas.microsoft.com/office/drawing/2014/main" id="{B353BEBF-42E4-3741-9D4B-38F8AB23ADD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7" name="Freeform 796">
                    <a:extLst>
                      <a:ext uri="{FF2B5EF4-FFF2-40B4-BE49-F238E27FC236}">
                        <a16:creationId xmlns:a16="http://schemas.microsoft.com/office/drawing/2014/main" id="{5147EAB3-57D3-024C-8666-B45A03B9D86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789" name="Picture 1115" descr="antenna_stylized">
                <a:extLst>
                  <a:ext uri="{FF2B5EF4-FFF2-40B4-BE49-F238E27FC236}">
                    <a16:creationId xmlns:a16="http://schemas.microsoft.com/office/drawing/2014/main" id="{A0B69F9B-12DD-CC4B-9D9D-B55D119F01F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0" name="Picture 1115" descr="antenna_stylized">
                <a:extLst>
                  <a:ext uri="{FF2B5EF4-FFF2-40B4-BE49-F238E27FC236}">
                    <a16:creationId xmlns:a16="http://schemas.microsoft.com/office/drawing/2014/main" id="{CC075267-6EBC-F048-ADFD-3F42F432474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96" name="Group 695">
            <a:extLst>
              <a:ext uri="{FF2B5EF4-FFF2-40B4-BE49-F238E27FC236}">
                <a16:creationId xmlns:a16="http://schemas.microsoft.com/office/drawing/2014/main" id="{0DCD27D4-221C-6D44-9F31-EBD7E36A04FF}"/>
              </a:ext>
            </a:extLst>
          </p:cNvPr>
          <p:cNvGrpSpPr/>
          <p:nvPr/>
        </p:nvGrpSpPr>
        <p:grpSpPr>
          <a:xfrm>
            <a:off x="7975881" y="4741266"/>
            <a:ext cx="2318709" cy="1245936"/>
            <a:chOff x="7948367" y="4775686"/>
            <a:chExt cx="2318709" cy="1245936"/>
          </a:xfrm>
        </p:grpSpPr>
        <p:sp>
          <p:nvSpPr>
            <p:cNvPr id="712" name="Line 428">
              <a:extLst>
                <a:ext uri="{FF2B5EF4-FFF2-40B4-BE49-F238E27FC236}">
                  <a16:creationId xmlns:a16="http://schemas.microsoft.com/office/drawing/2014/main" id="{EE23C8F6-122A-D148-A76E-6EA7F2BC39D3}"/>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3" name="Line 435">
              <a:extLst>
                <a:ext uri="{FF2B5EF4-FFF2-40B4-BE49-F238E27FC236}">
                  <a16:creationId xmlns:a16="http://schemas.microsoft.com/office/drawing/2014/main" id="{D222CB2D-3ADA-0843-903A-8F48B10A9FED}"/>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4" name="Line 440">
              <a:extLst>
                <a:ext uri="{FF2B5EF4-FFF2-40B4-BE49-F238E27FC236}">
                  <a16:creationId xmlns:a16="http://schemas.microsoft.com/office/drawing/2014/main" id="{49B4C458-1BF7-194D-AE77-1227E631E724}"/>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15" name="Group 714">
              <a:extLst>
                <a:ext uri="{FF2B5EF4-FFF2-40B4-BE49-F238E27FC236}">
                  <a16:creationId xmlns:a16="http://schemas.microsoft.com/office/drawing/2014/main" id="{4D06C368-FE89-684A-A1A5-D0633A430B28}"/>
                </a:ext>
              </a:extLst>
            </p:cNvPr>
            <p:cNvGrpSpPr/>
            <p:nvPr/>
          </p:nvGrpSpPr>
          <p:grpSpPr>
            <a:xfrm>
              <a:off x="7948367" y="4775686"/>
              <a:ext cx="2318709" cy="1245936"/>
              <a:chOff x="7948367" y="4775686"/>
              <a:chExt cx="2318709" cy="1245936"/>
            </a:xfrm>
          </p:grpSpPr>
          <p:sp>
            <p:nvSpPr>
              <p:cNvPr id="716" name="Line 430">
                <a:extLst>
                  <a:ext uri="{FF2B5EF4-FFF2-40B4-BE49-F238E27FC236}">
                    <a16:creationId xmlns:a16="http://schemas.microsoft.com/office/drawing/2014/main" id="{111E0023-CEDD-5847-80D5-885300C4DA33}"/>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7" name="Line 431">
                <a:extLst>
                  <a:ext uri="{FF2B5EF4-FFF2-40B4-BE49-F238E27FC236}">
                    <a16:creationId xmlns:a16="http://schemas.microsoft.com/office/drawing/2014/main" id="{3E7CDC3C-3209-1A4F-87D3-674E3596476C}"/>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8" name="Line 432">
                <a:extLst>
                  <a:ext uri="{FF2B5EF4-FFF2-40B4-BE49-F238E27FC236}">
                    <a16:creationId xmlns:a16="http://schemas.microsoft.com/office/drawing/2014/main" id="{CD147BEB-8DE6-D440-BF88-66217D74E808}"/>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9" name="Line 433">
                <a:extLst>
                  <a:ext uri="{FF2B5EF4-FFF2-40B4-BE49-F238E27FC236}">
                    <a16:creationId xmlns:a16="http://schemas.microsoft.com/office/drawing/2014/main" id="{39694D1D-424B-B648-9E6F-76DAC6E8BD80}"/>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0" name="Line 436">
                <a:extLst>
                  <a:ext uri="{FF2B5EF4-FFF2-40B4-BE49-F238E27FC236}">
                    <a16:creationId xmlns:a16="http://schemas.microsoft.com/office/drawing/2014/main" id="{95F48D06-1D40-BF47-8A3C-D82F3A488330}"/>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1" name="Line 439">
                <a:extLst>
                  <a:ext uri="{FF2B5EF4-FFF2-40B4-BE49-F238E27FC236}">
                    <a16:creationId xmlns:a16="http://schemas.microsoft.com/office/drawing/2014/main" id="{5357C446-2FB3-E74C-8A07-179EB4EB5FD8}"/>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2" name="Line 440">
                <a:extLst>
                  <a:ext uri="{FF2B5EF4-FFF2-40B4-BE49-F238E27FC236}">
                    <a16:creationId xmlns:a16="http://schemas.microsoft.com/office/drawing/2014/main" id="{08475D00-13F9-234F-AEC9-02A37C995832}"/>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3" name="Line 441">
                <a:extLst>
                  <a:ext uri="{FF2B5EF4-FFF2-40B4-BE49-F238E27FC236}">
                    <a16:creationId xmlns:a16="http://schemas.microsoft.com/office/drawing/2014/main" id="{B8ACC1C4-09B2-E54F-8E41-832BD0211F5C}"/>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4" name="Line 428">
                <a:extLst>
                  <a:ext uri="{FF2B5EF4-FFF2-40B4-BE49-F238E27FC236}">
                    <a16:creationId xmlns:a16="http://schemas.microsoft.com/office/drawing/2014/main" id="{18DD3761-537E-DD46-A17C-8ADAA7EE3267}"/>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25" name="Picture 781" descr="antenna_radiation_stylized">
                <a:extLst>
                  <a:ext uri="{FF2B5EF4-FFF2-40B4-BE49-F238E27FC236}">
                    <a16:creationId xmlns:a16="http://schemas.microsoft.com/office/drawing/2014/main" id="{2976AB02-6CE7-9249-9C93-C1332C048F1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6" name="Picture 780" descr="access_point_stylized_small">
                <a:extLst>
                  <a:ext uri="{FF2B5EF4-FFF2-40B4-BE49-F238E27FC236}">
                    <a16:creationId xmlns:a16="http://schemas.microsoft.com/office/drawing/2014/main" id="{6F0EEAFB-7AC7-0946-8A7F-5EA6B72B1141}"/>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27" name="Group 726">
                <a:extLst>
                  <a:ext uri="{FF2B5EF4-FFF2-40B4-BE49-F238E27FC236}">
                    <a16:creationId xmlns:a16="http://schemas.microsoft.com/office/drawing/2014/main" id="{5954D618-FBF9-C345-9F23-C01280C127E5}"/>
                  </a:ext>
                </a:extLst>
              </p:cNvPr>
              <p:cNvGrpSpPr/>
              <p:nvPr/>
            </p:nvGrpSpPr>
            <p:grpSpPr>
              <a:xfrm>
                <a:off x="9783558" y="4989983"/>
                <a:ext cx="393760" cy="218578"/>
                <a:chOff x="7493876" y="2774731"/>
                <a:chExt cx="1481958" cy="894622"/>
              </a:xfrm>
            </p:grpSpPr>
            <p:sp>
              <p:nvSpPr>
                <p:cNvPr id="762" name="Freeform 761">
                  <a:extLst>
                    <a:ext uri="{FF2B5EF4-FFF2-40B4-BE49-F238E27FC236}">
                      <a16:creationId xmlns:a16="http://schemas.microsoft.com/office/drawing/2014/main" id="{636243EE-CD02-454D-82FD-6EEB25FCDD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63" name="Oval 762">
                  <a:extLst>
                    <a:ext uri="{FF2B5EF4-FFF2-40B4-BE49-F238E27FC236}">
                      <a16:creationId xmlns:a16="http://schemas.microsoft.com/office/drawing/2014/main" id="{FB4E9FE5-4C60-AE44-BD2C-5BF23EFFEF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64" name="Group 763">
                  <a:extLst>
                    <a:ext uri="{FF2B5EF4-FFF2-40B4-BE49-F238E27FC236}">
                      <a16:creationId xmlns:a16="http://schemas.microsoft.com/office/drawing/2014/main" id="{EFA6F8EE-C488-4349-878F-9BF60F346D34}"/>
                    </a:ext>
                  </a:extLst>
                </p:cNvPr>
                <p:cNvGrpSpPr/>
                <p:nvPr/>
              </p:nvGrpSpPr>
              <p:grpSpPr>
                <a:xfrm>
                  <a:off x="7713663" y="2848339"/>
                  <a:ext cx="1042107" cy="425543"/>
                  <a:chOff x="7786941" y="2884917"/>
                  <a:chExt cx="897649" cy="353919"/>
                </a:xfrm>
              </p:grpSpPr>
              <p:sp>
                <p:nvSpPr>
                  <p:cNvPr id="765" name="Freeform 764">
                    <a:extLst>
                      <a:ext uri="{FF2B5EF4-FFF2-40B4-BE49-F238E27FC236}">
                        <a16:creationId xmlns:a16="http://schemas.microsoft.com/office/drawing/2014/main" id="{97393DF7-195E-2F4F-82CB-3C6BD1D0E3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6" name="Freeform 765">
                    <a:extLst>
                      <a:ext uri="{FF2B5EF4-FFF2-40B4-BE49-F238E27FC236}">
                        <a16:creationId xmlns:a16="http://schemas.microsoft.com/office/drawing/2014/main" id="{B14B71E7-B35F-244B-AE92-E22CEEBCB57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7" name="Freeform 766">
                    <a:extLst>
                      <a:ext uri="{FF2B5EF4-FFF2-40B4-BE49-F238E27FC236}">
                        <a16:creationId xmlns:a16="http://schemas.microsoft.com/office/drawing/2014/main" id="{3F8D3E1D-561B-3B43-8AA8-D510E6D81F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8" name="Freeform 767">
                    <a:extLst>
                      <a:ext uri="{FF2B5EF4-FFF2-40B4-BE49-F238E27FC236}">
                        <a16:creationId xmlns:a16="http://schemas.microsoft.com/office/drawing/2014/main" id="{0A8A1B98-CCC6-D04C-AB35-B4CF8E1FE6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A4BF2326-F72B-4D44-AB5E-FA5677500BC1}"/>
                  </a:ext>
                </a:extLst>
              </p:cNvPr>
              <p:cNvGrpSpPr/>
              <p:nvPr/>
            </p:nvGrpSpPr>
            <p:grpSpPr>
              <a:xfrm>
                <a:off x="9849365" y="5339037"/>
                <a:ext cx="309740" cy="190838"/>
                <a:chOff x="3668110" y="2448910"/>
                <a:chExt cx="3794234" cy="2165130"/>
              </a:xfrm>
            </p:grpSpPr>
            <p:sp>
              <p:nvSpPr>
                <p:cNvPr id="755" name="Rectangle 754">
                  <a:extLst>
                    <a:ext uri="{FF2B5EF4-FFF2-40B4-BE49-F238E27FC236}">
                      <a16:creationId xmlns:a16="http://schemas.microsoft.com/office/drawing/2014/main" id="{DC027102-0C14-7248-A2F3-65F33ABF562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6" name="Freeform 755">
                  <a:extLst>
                    <a:ext uri="{FF2B5EF4-FFF2-40B4-BE49-F238E27FC236}">
                      <a16:creationId xmlns:a16="http://schemas.microsoft.com/office/drawing/2014/main" id="{980E0FB0-7178-574B-9CC3-F983A49601A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57" name="Group 756">
                  <a:extLst>
                    <a:ext uri="{FF2B5EF4-FFF2-40B4-BE49-F238E27FC236}">
                      <a16:creationId xmlns:a16="http://schemas.microsoft.com/office/drawing/2014/main" id="{F3718A2B-DF8C-644A-8AD5-9AE3A516ACAE}"/>
                    </a:ext>
                  </a:extLst>
                </p:cNvPr>
                <p:cNvGrpSpPr/>
                <p:nvPr/>
              </p:nvGrpSpPr>
              <p:grpSpPr>
                <a:xfrm>
                  <a:off x="3941378" y="2603243"/>
                  <a:ext cx="3202061" cy="1066110"/>
                  <a:chOff x="7939341" y="3037317"/>
                  <a:chExt cx="897649" cy="353919"/>
                </a:xfrm>
              </p:grpSpPr>
              <p:sp>
                <p:nvSpPr>
                  <p:cNvPr id="758" name="Freeform 757">
                    <a:extLst>
                      <a:ext uri="{FF2B5EF4-FFF2-40B4-BE49-F238E27FC236}">
                        <a16:creationId xmlns:a16="http://schemas.microsoft.com/office/drawing/2014/main" id="{A646382B-2393-E749-A3D4-EF0CC3BF8F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9" name="Freeform 758">
                    <a:extLst>
                      <a:ext uri="{FF2B5EF4-FFF2-40B4-BE49-F238E27FC236}">
                        <a16:creationId xmlns:a16="http://schemas.microsoft.com/office/drawing/2014/main" id="{4C661089-6DD6-E04C-B3FB-704CA149AE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0" name="Freeform 759">
                    <a:extLst>
                      <a:ext uri="{FF2B5EF4-FFF2-40B4-BE49-F238E27FC236}">
                        <a16:creationId xmlns:a16="http://schemas.microsoft.com/office/drawing/2014/main" id="{0D85DFF8-1612-AE43-B01F-C23DD18940D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1" name="Freeform 760">
                    <a:extLst>
                      <a:ext uri="{FF2B5EF4-FFF2-40B4-BE49-F238E27FC236}">
                        <a16:creationId xmlns:a16="http://schemas.microsoft.com/office/drawing/2014/main" id="{CAD8BC7C-EDFF-5E4F-9217-F3894089744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29" name="Group 728">
                <a:extLst>
                  <a:ext uri="{FF2B5EF4-FFF2-40B4-BE49-F238E27FC236}">
                    <a16:creationId xmlns:a16="http://schemas.microsoft.com/office/drawing/2014/main" id="{90BA791C-5E82-8E48-B01D-A70016EF25B1}"/>
                  </a:ext>
                </a:extLst>
              </p:cNvPr>
              <p:cNvGrpSpPr/>
              <p:nvPr/>
            </p:nvGrpSpPr>
            <p:grpSpPr>
              <a:xfrm>
                <a:off x="8676619" y="4967420"/>
                <a:ext cx="393760" cy="218578"/>
                <a:chOff x="7493876" y="2774731"/>
                <a:chExt cx="1481958" cy="894622"/>
              </a:xfrm>
            </p:grpSpPr>
            <p:sp>
              <p:nvSpPr>
                <p:cNvPr id="748" name="Freeform 747">
                  <a:extLst>
                    <a:ext uri="{FF2B5EF4-FFF2-40B4-BE49-F238E27FC236}">
                      <a16:creationId xmlns:a16="http://schemas.microsoft.com/office/drawing/2014/main" id="{7295C9B8-8891-F843-B2BC-F512083F8B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49" name="Oval 748">
                  <a:extLst>
                    <a:ext uri="{FF2B5EF4-FFF2-40B4-BE49-F238E27FC236}">
                      <a16:creationId xmlns:a16="http://schemas.microsoft.com/office/drawing/2014/main" id="{62A1EBCC-A055-B14A-ACE0-FBB569B3789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50" name="Group 749">
                  <a:extLst>
                    <a:ext uri="{FF2B5EF4-FFF2-40B4-BE49-F238E27FC236}">
                      <a16:creationId xmlns:a16="http://schemas.microsoft.com/office/drawing/2014/main" id="{A673596B-DF48-4443-95FF-67FD13B35034}"/>
                    </a:ext>
                  </a:extLst>
                </p:cNvPr>
                <p:cNvGrpSpPr/>
                <p:nvPr/>
              </p:nvGrpSpPr>
              <p:grpSpPr>
                <a:xfrm>
                  <a:off x="7713663" y="2848339"/>
                  <a:ext cx="1042107" cy="425543"/>
                  <a:chOff x="7786941" y="2884917"/>
                  <a:chExt cx="897649" cy="353919"/>
                </a:xfrm>
              </p:grpSpPr>
              <p:sp>
                <p:nvSpPr>
                  <p:cNvPr id="751" name="Freeform 750">
                    <a:extLst>
                      <a:ext uri="{FF2B5EF4-FFF2-40B4-BE49-F238E27FC236}">
                        <a16:creationId xmlns:a16="http://schemas.microsoft.com/office/drawing/2014/main" id="{29BD7C6B-F549-004A-927F-E851051563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2" name="Freeform 751">
                    <a:extLst>
                      <a:ext uri="{FF2B5EF4-FFF2-40B4-BE49-F238E27FC236}">
                        <a16:creationId xmlns:a16="http://schemas.microsoft.com/office/drawing/2014/main" id="{A787B705-3029-374E-B732-8A7714A04A5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3" name="Freeform 752">
                    <a:extLst>
                      <a:ext uri="{FF2B5EF4-FFF2-40B4-BE49-F238E27FC236}">
                        <a16:creationId xmlns:a16="http://schemas.microsoft.com/office/drawing/2014/main" id="{BCD99309-683B-2142-B12D-3016AA7265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4" name="Freeform 753">
                    <a:extLst>
                      <a:ext uri="{FF2B5EF4-FFF2-40B4-BE49-F238E27FC236}">
                        <a16:creationId xmlns:a16="http://schemas.microsoft.com/office/drawing/2014/main" id="{B48E2BD3-D8E7-B44A-A9A8-4EF6F60EE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30" name="Group 729">
                <a:extLst>
                  <a:ext uri="{FF2B5EF4-FFF2-40B4-BE49-F238E27FC236}">
                    <a16:creationId xmlns:a16="http://schemas.microsoft.com/office/drawing/2014/main" id="{C0B13FE0-E014-6546-A016-44A612DE1C55}"/>
                  </a:ext>
                </a:extLst>
              </p:cNvPr>
              <p:cNvGrpSpPr/>
              <p:nvPr/>
            </p:nvGrpSpPr>
            <p:grpSpPr>
              <a:xfrm>
                <a:off x="8311520" y="5194433"/>
                <a:ext cx="309740" cy="190838"/>
                <a:chOff x="3668110" y="2448910"/>
                <a:chExt cx="3794234" cy="2165130"/>
              </a:xfrm>
            </p:grpSpPr>
            <p:sp>
              <p:nvSpPr>
                <p:cNvPr id="741" name="Rectangle 740">
                  <a:extLst>
                    <a:ext uri="{FF2B5EF4-FFF2-40B4-BE49-F238E27FC236}">
                      <a16:creationId xmlns:a16="http://schemas.microsoft.com/office/drawing/2014/main" id="{EDA89DC9-5E4B-074C-9787-4F7236ACFD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2" name="Freeform 741">
                  <a:extLst>
                    <a:ext uri="{FF2B5EF4-FFF2-40B4-BE49-F238E27FC236}">
                      <a16:creationId xmlns:a16="http://schemas.microsoft.com/office/drawing/2014/main" id="{F18987DF-ABB7-AD46-9C61-D6E7949C0F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942099AA-3C4C-B344-B1D2-FF5779752317}"/>
                    </a:ext>
                  </a:extLst>
                </p:cNvPr>
                <p:cNvGrpSpPr/>
                <p:nvPr/>
              </p:nvGrpSpPr>
              <p:grpSpPr>
                <a:xfrm>
                  <a:off x="3941378" y="2603243"/>
                  <a:ext cx="3202061" cy="1066110"/>
                  <a:chOff x="7939341" y="3037317"/>
                  <a:chExt cx="897649" cy="353919"/>
                </a:xfrm>
              </p:grpSpPr>
              <p:sp>
                <p:nvSpPr>
                  <p:cNvPr id="744" name="Freeform 743">
                    <a:extLst>
                      <a:ext uri="{FF2B5EF4-FFF2-40B4-BE49-F238E27FC236}">
                        <a16:creationId xmlns:a16="http://schemas.microsoft.com/office/drawing/2014/main" id="{272F749C-C2D3-B543-A147-7CDAF9D2052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5" name="Freeform 744">
                    <a:extLst>
                      <a:ext uri="{FF2B5EF4-FFF2-40B4-BE49-F238E27FC236}">
                        <a16:creationId xmlns:a16="http://schemas.microsoft.com/office/drawing/2014/main" id="{9EEE5475-D87A-9E47-929E-ACA1C553A46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6" name="Freeform 745">
                    <a:extLst>
                      <a:ext uri="{FF2B5EF4-FFF2-40B4-BE49-F238E27FC236}">
                        <a16:creationId xmlns:a16="http://schemas.microsoft.com/office/drawing/2014/main" id="{8EEC67F2-35F0-6649-A4C3-F9D92646765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7" name="Freeform 746">
                    <a:extLst>
                      <a:ext uri="{FF2B5EF4-FFF2-40B4-BE49-F238E27FC236}">
                        <a16:creationId xmlns:a16="http://schemas.microsoft.com/office/drawing/2014/main" id="{ADD3B692-FB7F-9A40-84CE-458BD85ACA0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31" name="Group 730">
                <a:extLst>
                  <a:ext uri="{FF2B5EF4-FFF2-40B4-BE49-F238E27FC236}">
                    <a16:creationId xmlns:a16="http://schemas.microsoft.com/office/drawing/2014/main" id="{F35651AA-0479-DF4F-B945-A89BA27259A2}"/>
                  </a:ext>
                </a:extLst>
              </p:cNvPr>
              <p:cNvGrpSpPr/>
              <p:nvPr/>
            </p:nvGrpSpPr>
            <p:grpSpPr>
              <a:xfrm>
                <a:off x="9247893" y="4775686"/>
                <a:ext cx="393760" cy="218578"/>
                <a:chOff x="7493876" y="2774731"/>
                <a:chExt cx="1481958" cy="894622"/>
              </a:xfrm>
            </p:grpSpPr>
            <p:sp>
              <p:nvSpPr>
                <p:cNvPr id="734" name="Freeform 733">
                  <a:extLst>
                    <a:ext uri="{FF2B5EF4-FFF2-40B4-BE49-F238E27FC236}">
                      <a16:creationId xmlns:a16="http://schemas.microsoft.com/office/drawing/2014/main" id="{DEA0721B-F441-4C4F-98A9-2613C2273A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5" name="Oval 734">
                  <a:extLst>
                    <a:ext uri="{FF2B5EF4-FFF2-40B4-BE49-F238E27FC236}">
                      <a16:creationId xmlns:a16="http://schemas.microsoft.com/office/drawing/2014/main" id="{66D1867D-6E69-5E41-A181-763D707AF96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36" name="Group 735">
                  <a:extLst>
                    <a:ext uri="{FF2B5EF4-FFF2-40B4-BE49-F238E27FC236}">
                      <a16:creationId xmlns:a16="http://schemas.microsoft.com/office/drawing/2014/main" id="{28241C44-BF4D-AD4D-95B8-15D036FC70A8}"/>
                    </a:ext>
                  </a:extLst>
                </p:cNvPr>
                <p:cNvGrpSpPr/>
                <p:nvPr/>
              </p:nvGrpSpPr>
              <p:grpSpPr>
                <a:xfrm>
                  <a:off x="7713663" y="2848339"/>
                  <a:ext cx="1042107" cy="425543"/>
                  <a:chOff x="7786941" y="2884917"/>
                  <a:chExt cx="897649" cy="353919"/>
                </a:xfrm>
              </p:grpSpPr>
              <p:sp>
                <p:nvSpPr>
                  <p:cNvPr id="737" name="Freeform 736">
                    <a:extLst>
                      <a:ext uri="{FF2B5EF4-FFF2-40B4-BE49-F238E27FC236}">
                        <a16:creationId xmlns:a16="http://schemas.microsoft.com/office/drawing/2014/main" id="{149384C7-24ED-6E4B-80BF-9E01BCA709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8" name="Freeform 737">
                    <a:extLst>
                      <a:ext uri="{FF2B5EF4-FFF2-40B4-BE49-F238E27FC236}">
                        <a16:creationId xmlns:a16="http://schemas.microsoft.com/office/drawing/2014/main" id="{56752924-E0EA-DD41-A435-96CB86160F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9" name="Freeform 738">
                    <a:extLst>
                      <a:ext uri="{FF2B5EF4-FFF2-40B4-BE49-F238E27FC236}">
                        <a16:creationId xmlns:a16="http://schemas.microsoft.com/office/drawing/2014/main" id="{6855503F-0F66-2542-A01F-2F4D2A9908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0" name="Freeform 739">
                    <a:extLst>
                      <a:ext uri="{FF2B5EF4-FFF2-40B4-BE49-F238E27FC236}">
                        <a16:creationId xmlns:a16="http://schemas.microsoft.com/office/drawing/2014/main" id="{14482FFE-DD42-A649-8A13-0223FD33F57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732" name="Picture 1065" descr="antenna_stylized">
                <a:extLst>
                  <a:ext uri="{FF2B5EF4-FFF2-40B4-BE49-F238E27FC236}">
                    <a16:creationId xmlns:a16="http://schemas.microsoft.com/office/drawing/2014/main" id="{79F10334-532A-B04B-8924-5DE1BBE518E7}"/>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 name="Picture 1065" descr="antenna_stylized">
                <a:extLst>
                  <a:ext uri="{FF2B5EF4-FFF2-40B4-BE49-F238E27FC236}">
                    <a16:creationId xmlns:a16="http://schemas.microsoft.com/office/drawing/2014/main" id="{FB7AE41C-1F55-C340-AD66-050C2A4EDF12}"/>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91" name="Rectangle 690">
            <a:extLst>
              <a:ext uri="{FF2B5EF4-FFF2-40B4-BE49-F238E27FC236}">
                <a16:creationId xmlns:a16="http://schemas.microsoft.com/office/drawing/2014/main" id="{C1D7B078-C7A6-F44D-AEF5-44DD747F3DEA}"/>
              </a:ext>
            </a:extLst>
          </p:cNvPr>
          <p:cNvSpPr/>
          <p:nvPr/>
        </p:nvSpPr>
        <p:spPr>
          <a:xfrm>
            <a:off x="7165428" y="1458055"/>
            <a:ext cx="4771884"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F9703A89-2812-1040-9CC3-7D50F0EBA100}"/>
              </a:ext>
            </a:extLst>
          </p:cNvPr>
          <p:cNvGrpSpPr/>
          <p:nvPr/>
        </p:nvGrpSpPr>
        <p:grpSpPr>
          <a:xfrm>
            <a:off x="10812889" y="3368642"/>
            <a:ext cx="890572" cy="1290085"/>
            <a:chOff x="10812889" y="3368642"/>
            <a:chExt cx="890572" cy="1290085"/>
          </a:xfrm>
        </p:grpSpPr>
        <p:sp>
          <p:nvSpPr>
            <p:cNvPr id="842" name="Oval 841">
              <a:extLst>
                <a:ext uri="{FF2B5EF4-FFF2-40B4-BE49-F238E27FC236}">
                  <a16:creationId xmlns:a16="http://schemas.microsoft.com/office/drawing/2014/main" id="{C93CD880-CF68-EE4B-8C16-070B95C89A1C}"/>
                </a:ext>
              </a:extLst>
            </p:cNvPr>
            <p:cNvSpPr/>
            <p:nvPr/>
          </p:nvSpPr>
          <p:spPr>
            <a:xfrm>
              <a:off x="10812889" y="3368642"/>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3" name="Oval 842">
              <a:extLst>
                <a:ext uri="{FF2B5EF4-FFF2-40B4-BE49-F238E27FC236}">
                  <a16:creationId xmlns:a16="http://schemas.microsoft.com/office/drawing/2014/main" id="{30E2EA00-8881-B04F-93F9-85FC6B7CBA64}"/>
                </a:ext>
              </a:extLst>
            </p:cNvPr>
            <p:cNvSpPr/>
            <p:nvPr/>
          </p:nvSpPr>
          <p:spPr>
            <a:xfrm>
              <a:off x="10890418" y="4148658"/>
              <a:ext cx="81304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27C44ADE-DBDD-6C45-BE46-4BD85E7C169D}"/>
              </a:ext>
            </a:extLst>
          </p:cNvPr>
          <p:cNvGrpSpPr/>
          <p:nvPr/>
        </p:nvGrpSpPr>
        <p:grpSpPr>
          <a:xfrm>
            <a:off x="10925982" y="4188911"/>
            <a:ext cx="657413" cy="451816"/>
            <a:chOff x="10925982" y="4188911"/>
            <a:chExt cx="657413" cy="451816"/>
          </a:xfrm>
        </p:grpSpPr>
        <p:grpSp>
          <p:nvGrpSpPr>
            <p:cNvPr id="698" name="Group 697">
              <a:extLst>
                <a:ext uri="{FF2B5EF4-FFF2-40B4-BE49-F238E27FC236}">
                  <a16:creationId xmlns:a16="http://schemas.microsoft.com/office/drawing/2014/main" id="{D56B297B-829D-4E47-89B5-3754FDB51ACD}"/>
                </a:ext>
              </a:extLst>
            </p:cNvPr>
            <p:cNvGrpSpPr/>
            <p:nvPr/>
          </p:nvGrpSpPr>
          <p:grpSpPr>
            <a:xfrm>
              <a:off x="11093556" y="4188911"/>
              <a:ext cx="489839" cy="451816"/>
              <a:chOff x="5103720" y="2693365"/>
              <a:chExt cx="611650" cy="414788"/>
            </a:xfrm>
          </p:grpSpPr>
          <p:cxnSp>
            <p:nvCxnSpPr>
              <p:cNvPr id="707" name="Straight Connector 706">
                <a:extLst>
                  <a:ext uri="{FF2B5EF4-FFF2-40B4-BE49-F238E27FC236}">
                    <a16:creationId xmlns:a16="http://schemas.microsoft.com/office/drawing/2014/main" id="{DEF22D8C-B2BE-2D49-A729-F0A5EEA168B9}"/>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08" name="Group 707">
                <a:extLst>
                  <a:ext uri="{FF2B5EF4-FFF2-40B4-BE49-F238E27FC236}">
                    <a16:creationId xmlns:a16="http://schemas.microsoft.com/office/drawing/2014/main" id="{5C0C0A0D-87CE-2E4F-AFAE-0EE30232979C}"/>
                  </a:ext>
                </a:extLst>
              </p:cNvPr>
              <p:cNvGrpSpPr/>
              <p:nvPr/>
            </p:nvGrpSpPr>
            <p:grpSpPr>
              <a:xfrm>
                <a:off x="5275406" y="2693365"/>
                <a:ext cx="439964" cy="414788"/>
                <a:chOff x="5275406" y="2711455"/>
                <a:chExt cx="452949" cy="405518"/>
              </a:xfrm>
            </p:grpSpPr>
            <p:pic>
              <p:nvPicPr>
                <p:cNvPr id="709" name="Picture 708" descr="server_rack.png">
                  <a:extLst>
                    <a:ext uri="{FF2B5EF4-FFF2-40B4-BE49-F238E27FC236}">
                      <a16:creationId xmlns:a16="http://schemas.microsoft.com/office/drawing/2014/main" id="{5562477B-400E-2B45-BE8E-551EFB1B0F61}"/>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0" name="Picture 709" descr="server_rack.png">
                  <a:extLst>
                    <a:ext uri="{FF2B5EF4-FFF2-40B4-BE49-F238E27FC236}">
                      <a16:creationId xmlns:a16="http://schemas.microsoft.com/office/drawing/2014/main" id="{E02C25DF-42E6-E64A-8716-84E660216196}"/>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1" name="Picture 710" descr="server_rack.png">
                  <a:extLst>
                    <a:ext uri="{FF2B5EF4-FFF2-40B4-BE49-F238E27FC236}">
                      <a16:creationId xmlns:a16="http://schemas.microsoft.com/office/drawing/2014/main" id="{8B99559D-D255-4948-A3E7-A60C41A87843}"/>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699" name="Group 698">
              <a:extLst>
                <a:ext uri="{FF2B5EF4-FFF2-40B4-BE49-F238E27FC236}">
                  <a16:creationId xmlns:a16="http://schemas.microsoft.com/office/drawing/2014/main" id="{B93F71A3-6B87-E94D-8930-107854C2A113}"/>
                </a:ext>
              </a:extLst>
            </p:cNvPr>
            <p:cNvGrpSpPr/>
            <p:nvPr/>
          </p:nvGrpSpPr>
          <p:grpSpPr>
            <a:xfrm>
              <a:off x="10925982" y="4369125"/>
              <a:ext cx="228295" cy="120400"/>
              <a:chOff x="7493876" y="2774731"/>
              <a:chExt cx="1481958" cy="894622"/>
            </a:xfrm>
          </p:grpSpPr>
          <p:sp>
            <p:nvSpPr>
              <p:cNvPr id="700" name="Freeform 699">
                <a:extLst>
                  <a:ext uri="{FF2B5EF4-FFF2-40B4-BE49-F238E27FC236}">
                    <a16:creationId xmlns:a16="http://schemas.microsoft.com/office/drawing/2014/main" id="{72B1CF24-8B2C-5A41-B708-DD0C448A7B2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01" name="Oval 700">
                <a:extLst>
                  <a:ext uri="{FF2B5EF4-FFF2-40B4-BE49-F238E27FC236}">
                    <a16:creationId xmlns:a16="http://schemas.microsoft.com/office/drawing/2014/main" id="{68AD8AF1-3EDA-2D4F-B68F-C78273AD7D3A}"/>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02" name="Group 701">
                <a:extLst>
                  <a:ext uri="{FF2B5EF4-FFF2-40B4-BE49-F238E27FC236}">
                    <a16:creationId xmlns:a16="http://schemas.microsoft.com/office/drawing/2014/main" id="{8CBE9D29-044F-D846-9B53-7A5B17949AD0}"/>
                  </a:ext>
                </a:extLst>
              </p:cNvPr>
              <p:cNvGrpSpPr/>
              <p:nvPr/>
            </p:nvGrpSpPr>
            <p:grpSpPr>
              <a:xfrm>
                <a:off x="7713663" y="2848339"/>
                <a:ext cx="1042107" cy="425543"/>
                <a:chOff x="7786941" y="2884917"/>
                <a:chExt cx="897649" cy="353919"/>
              </a:xfrm>
            </p:grpSpPr>
            <p:sp>
              <p:nvSpPr>
                <p:cNvPr id="703" name="Freeform 702">
                  <a:extLst>
                    <a:ext uri="{FF2B5EF4-FFF2-40B4-BE49-F238E27FC236}">
                      <a16:creationId xmlns:a16="http://schemas.microsoft.com/office/drawing/2014/main" id="{57F26107-0AD7-1E48-86D5-588C79333F7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4" name="Freeform 703">
                  <a:extLst>
                    <a:ext uri="{FF2B5EF4-FFF2-40B4-BE49-F238E27FC236}">
                      <a16:creationId xmlns:a16="http://schemas.microsoft.com/office/drawing/2014/main" id="{F7905A03-592E-964A-821B-A9ADFEA9CA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5" name="Freeform 704">
                  <a:extLst>
                    <a:ext uri="{FF2B5EF4-FFF2-40B4-BE49-F238E27FC236}">
                      <a16:creationId xmlns:a16="http://schemas.microsoft.com/office/drawing/2014/main" id="{37A0F252-FF46-B64D-9EC8-C7D2AB56C65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6" name="Freeform 705">
                  <a:extLst>
                    <a:ext uri="{FF2B5EF4-FFF2-40B4-BE49-F238E27FC236}">
                      <a16:creationId xmlns:a16="http://schemas.microsoft.com/office/drawing/2014/main" id="{B06962A3-EE8A-CF47-AA2B-D1D3CA2B1D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695" name="Group 694">
            <a:extLst>
              <a:ext uri="{FF2B5EF4-FFF2-40B4-BE49-F238E27FC236}">
                <a16:creationId xmlns:a16="http://schemas.microsoft.com/office/drawing/2014/main" id="{24E02CE3-8EE4-C04D-89FD-0BB704289629}"/>
              </a:ext>
            </a:extLst>
          </p:cNvPr>
          <p:cNvGrpSpPr/>
          <p:nvPr/>
        </p:nvGrpSpPr>
        <p:grpSpPr>
          <a:xfrm>
            <a:off x="10884085" y="3428485"/>
            <a:ext cx="604586" cy="405973"/>
            <a:chOff x="10884085" y="3428485"/>
            <a:chExt cx="604586" cy="405973"/>
          </a:xfrm>
        </p:grpSpPr>
        <p:grpSp>
          <p:nvGrpSpPr>
            <p:cNvPr id="769" name="Group 768">
              <a:extLst>
                <a:ext uri="{FF2B5EF4-FFF2-40B4-BE49-F238E27FC236}">
                  <a16:creationId xmlns:a16="http://schemas.microsoft.com/office/drawing/2014/main" id="{07BCE88E-5563-984A-B34F-30F0E6B35132}"/>
                </a:ext>
              </a:extLst>
            </p:cNvPr>
            <p:cNvGrpSpPr/>
            <p:nvPr/>
          </p:nvGrpSpPr>
          <p:grpSpPr>
            <a:xfrm>
              <a:off x="10884085" y="3601365"/>
              <a:ext cx="170989" cy="97052"/>
              <a:chOff x="7493876" y="2774731"/>
              <a:chExt cx="1481958" cy="894622"/>
            </a:xfrm>
          </p:grpSpPr>
          <p:sp>
            <p:nvSpPr>
              <p:cNvPr id="776" name="Freeform 775">
                <a:extLst>
                  <a:ext uri="{FF2B5EF4-FFF2-40B4-BE49-F238E27FC236}">
                    <a16:creationId xmlns:a16="http://schemas.microsoft.com/office/drawing/2014/main" id="{0A5B708B-8FCE-B04B-A369-E7BEA71E7AF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77" name="Oval 776">
                <a:extLst>
                  <a:ext uri="{FF2B5EF4-FFF2-40B4-BE49-F238E27FC236}">
                    <a16:creationId xmlns:a16="http://schemas.microsoft.com/office/drawing/2014/main" id="{D412B601-FC61-EC47-9BE1-E0DAFEC581F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78" name="Group 777">
                <a:extLst>
                  <a:ext uri="{FF2B5EF4-FFF2-40B4-BE49-F238E27FC236}">
                    <a16:creationId xmlns:a16="http://schemas.microsoft.com/office/drawing/2014/main" id="{E25C2619-A6AB-AE41-9E11-F75B9FBF5B96}"/>
                  </a:ext>
                </a:extLst>
              </p:cNvPr>
              <p:cNvGrpSpPr/>
              <p:nvPr/>
            </p:nvGrpSpPr>
            <p:grpSpPr>
              <a:xfrm>
                <a:off x="7713663" y="2848339"/>
                <a:ext cx="1042107" cy="425543"/>
                <a:chOff x="7786941" y="2884917"/>
                <a:chExt cx="897649" cy="353919"/>
              </a:xfrm>
            </p:grpSpPr>
            <p:sp>
              <p:nvSpPr>
                <p:cNvPr id="779" name="Freeform 778">
                  <a:extLst>
                    <a:ext uri="{FF2B5EF4-FFF2-40B4-BE49-F238E27FC236}">
                      <a16:creationId xmlns:a16="http://schemas.microsoft.com/office/drawing/2014/main" id="{B503C3C0-F816-A941-9959-D78A0E8748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0" name="Freeform 779">
                  <a:extLst>
                    <a:ext uri="{FF2B5EF4-FFF2-40B4-BE49-F238E27FC236}">
                      <a16:creationId xmlns:a16="http://schemas.microsoft.com/office/drawing/2014/main" id="{E0AD4A62-9620-7742-90B4-E02FC0CEF2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1" name="Freeform 780">
                  <a:extLst>
                    <a:ext uri="{FF2B5EF4-FFF2-40B4-BE49-F238E27FC236}">
                      <a16:creationId xmlns:a16="http://schemas.microsoft.com/office/drawing/2014/main" id="{58AFCDDA-97B6-334C-8355-2FC27F40A71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2" name="Freeform 781">
                  <a:extLst>
                    <a:ext uri="{FF2B5EF4-FFF2-40B4-BE49-F238E27FC236}">
                      <a16:creationId xmlns:a16="http://schemas.microsoft.com/office/drawing/2014/main" id="{BCE6B993-2546-A640-9F2A-6A378AEE64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70" name="Group 769">
              <a:extLst>
                <a:ext uri="{FF2B5EF4-FFF2-40B4-BE49-F238E27FC236}">
                  <a16:creationId xmlns:a16="http://schemas.microsoft.com/office/drawing/2014/main" id="{515E19E3-9283-F145-94B4-BFF4F1953ED3}"/>
                </a:ext>
              </a:extLst>
            </p:cNvPr>
            <p:cNvGrpSpPr/>
            <p:nvPr/>
          </p:nvGrpSpPr>
          <p:grpSpPr>
            <a:xfrm>
              <a:off x="11064947" y="3428485"/>
              <a:ext cx="423724" cy="405973"/>
              <a:chOff x="5103720" y="2693365"/>
              <a:chExt cx="611650" cy="414788"/>
            </a:xfrm>
          </p:grpSpPr>
          <p:cxnSp>
            <p:nvCxnSpPr>
              <p:cNvPr id="771" name="Straight Connector 770">
                <a:extLst>
                  <a:ext uri="{FF2B5EF4-FFF2-40B4-BE49-F238E27FC236}">
                    <a16:creationId xmlns:a16="http://schemas.microsoft.com/office/drawing/2014/main" id="{98230410-EACC-9946-B51B-4F35CECD923B}"/>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72" name="Group 771">
                <a:extLst>
                  <a:ext uri="{FF2B5EF4-FFF2-40B4-BE49-F238E27FC236}">
                    <a16:creationId xmlns:a16="http://schemas.microsoft.com/office/drawing/2014/main" id="{DFD5567E-6B11-0C4A-B14D-21C6708161A2}"/>
                  </a:ext>
                </a:extLst>
              </p:cNvPr>
              <p:cNvGrpSpPr/>
              <p:nvPr/>
            </p:nvGrpSpPr>
            <p:grpSpPr>
              <a:xfrm>
                <a:off x="5275406" y="2693365"/>
                <a:ext cx="439964" cy="414788"/>
                <a:chOff x="5275406" y="2711455"/>
                <a:chExt cx="452949" cy="405518"/>
              </a:xfrm>
            </p:grpSpPr>
            <p:pic>
              <p:nvPicPr>
                <p:cNvPr id="773" name="Picture 772" descr="server_rack.png">
                  <a:extLst>
                    <a:ext uri="{FF2B5EF4-FFF2-40B4-BE49-F238E27FC236}">
                      <a16:creationId xmlns:a16="http://schemas.microsoft.com/office/drawing/2014/main" id="{4C7C5920-D585-1443-8381-C103ECB4F646}"/>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74" name="Picture 773" descr="server_rack.png">
                  <a:extLst>
                    <a:ext uri="{FF2B5EF4-FFF2-40B4-BE49-F238E27FC236}">
                      <a16:creationId xmlns:a16="http://schemas.microsoft.com/office/drawing/2014/main" id="{24FEC400-95B7-4347-9F52-AA6D8EA94FE9}"/>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75" name="Picture 774" descr="server_rack.png">
                  <a:extLst>
                    <a:ext uri="{FF2B5EF4-FFF2-40B4-BE49-F238E27FC236}">
                      <a16:creationId xmlns:a16="http://schemas.microsoft.com/office/drawing/2014/main" id="{CC25D8FD-B4C7-8742-B028-D7509DF146F0}"/>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pic>
        <p:nvPicPr>
          <p:cNvPr id="3074" name="Picture 2" descr="Big Data. Monster Storage: The Northeast Storage Exchange | MGHPCC">
            <a:extLst>
              <a:ext uri="{FF2B5EF4-FFF2-40B4-BE49-F238E27FC236}">
                <a16:creationId xmlns:a16="http://schemas.microsoft.com/office/drawing/2014/main" id="{C89DE861-360B-0E42-81AF-0A0B182D20ED}"/>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27848" y="3263334"/>
            <a:ext cx="4773705" cy="236323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66BEE160-5109-3544-95E1-7962978DF301}"/>
              </a:ext>
            </a:extLst>
          </p:cNvPr>
          <p:cNvSpPr txBox="1"/>
          <p:nvPr/>
        </p:nvSpPr>
        <p:spPr>
          <a:xfrm flipH="1">
            <a:off x="860610" y="5688106"/>
            <a:ext cx="5109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Courtesy: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Massachusetts Green High Performance Computing Center (mghpcc.org)</a:t>
            </a:r>
          </a:p>
        </p:txBody>
      </p:sp>
      <p:sp>
        <p:nvSpPr>
          <p:cNvPr id="692" name="Slide Number Placeholder 5">
            <a:extLst>
              <a:ext uri="{FF2B5EF4-FFF2-40B4-BE49-F238E27FC236}">
                <a16:creationId xmlns:a16="http://schemas.microsoft.com/office/drawing/2014/main" id="{9C32830B-92C7-374B-922E-8C93D9E43ED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20</a:t>
            </a:fld>
            <a:endParaRPr lang="en-US" dirty="0"/>
          </a:p>
        </p:txBody>
      </p:sp>
    </p:spTree>
    <p:extLst>
      <p:ext uri="{BB962C8B-B14F-4D97-AF65-F5344CB8AC3E}">
        <p14:creationId xmlns:p14="http://schemas.microsoft.com/office/powerpoint/2010/main" val="17136308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Host: sends </a:t>
            </a:r>
            <a:r>
              <a:rPr lang="en-US" altLang="en-US" sz="5400" b="0" i="1" dirty="0">
                <a:ea typeface="ＭＳ Ｐゴシック" panose="020B0600070205080204" pitchFamily="34" charset="-128"/>
              </a:rPr>
              <a:t>packets</a:t>
            </a:r>
            <a:r>
              <a:rPr lang="en-US" altLang="en-US" sz="5400" b="0" dirty="0">
                <a:ea typeface="ＭＳ Ｐゴシック" panose="020B0600070205080204" pitchFamily="34" charset="-128"/>
              </a:rPr>
              <a:t> of data</a:t>
            </a:r>
            <a:endParaRPr lang="en-US" sz="5400" b="0" dirty="0"/>
          </a:p>
        </p:txBody>
      </p:sp>
      <p:sp>
        <p:nvSpPr>
          <p:cNvPr id="110" name="Content Placeholder 52">
            <a:extLst>
              <a:ext uri="{FF2B5EF4-FFF2-40B4-BE49-F238E27FC236}">
                <a16:creationId xmlns:a16="http://schemas.microsoft.com/office/drawing/2014/main" id="{A98B0054-C347-AD46-AD0F-D56091B68BA0}"/>
              </a:ext>
            </a:extLst>
          </p:cNvPr>
          <p:cNvSpPr txBox="1">
            <a:spLocks/>
          </p:cNvSpPr>
          <p:nvPr/>
        </p:nvSpPr>
        <p:spPr>
          <a:xfrm>
            <a:off x="848710" y="1286477"/>
            <a:ext cx="5501619" cy="4672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 sending function: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takes application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breaks into smaller chunks, known as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packets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length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L</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transmits packet into access network at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transmission rate R</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 transmission rate, aka link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capacity, aka link bandwidth</a:t>
            </a:r>
          </a:p>
        </p:txBody>
      </p:sp>
      <p:grpSp>
        <p:nvGrpSpPr>
          <p:cNvPr id="111" name="Group 219">
            <a:extLst>
              <a:ext uri="{FF2B5EF4-FFF2-40B4-BE49-F238E27FC236}">
                <a16:creationId xmlns:a16="http://schemas.microsoft.com/office/drawing/2014/main" id="{1783C255-624C-5A4A-B201-4875BCB2AD61}"/>
              </a:ext>
            </a:extLst>
          </p:cNvPr>
          <p:cNvGrpSpPr>
            <a:grpSpLocks/>
          </p:cNvGrpSpPr>
          <p:nvPr/>
        </p:nvGrpSpPr>
        <p:grpSpPr bwMode="auto">
          <a:xfrm>
            <a:off x="7825117" y="3017234"/>
            <a:ext cx="409575" cy="565150"/>
            <a:chOff x="375561" y="297711"/>
            <a:chExt cx="1252683" cy="2142487"/>
          </a:xfrm>
        </p:grpSpPr>
        <p:sp>
          <p:nvSpPr>
            <p:cNvPr id="112" name="Freeform 111">
              <a:extLst>
                <a:ext uri="{FF2B5EF4-FFF2-40B4-BE49-F238E27FC236}">
                  <a16:creationId xmlns:a16="http://schemas.microsoft.com/office/drawing/2014/main" id="{89269C3F-0BE6-9D44-A53A-CF1E0B5B0B1E}"/>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7F003663-2144-534A-8D8A-23C83C360D46}"/>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007710C4-EE82-5149-B4B9-B5C3DF34C6A0}"/>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15" name="Line 305">
            <a:extLst>
              <a:ext uri="{FF2B5EF4-FFF2-40B4-BE49-F238E27FC236}">
                <a16:creationId xmlns:a16="http://schemas.microsoft.com/office/drawing/2014/main" id="{BBE875D3-B5E1-D542-8736-8F7BF5F61AB9}"/>
              </a:ext>
            </a:extLst>
          </p:cNvPr>
          <p:cNvSpPr>
            <a:spLocks noChangeShapeType="1"/>
          </p:cNvSpPr>
          <p:nvPr/>
        </p:nvSpPr>
        <p:spPr bwMode="auto">
          <a:xfrm>
            <a:off x="8248979" y="3941159"/>
            <a:ext cx="24542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TextBox 1">
            <a:extLst>
              <a:ext uri="{FF2B5EF4-FFF2-40B4-BE49-F238E27FC236}">
                <a16:creationId xmlns:a16="http://schemas.microsoft.com/office/drawing/2014/main" id="{57CFAEA6-E43A-CC4A-9A23-AAEB7EC54619}"/>
              </a:ext>
            </a:extLst>
          </p:cNvPr>
          <p:cNvSpPr txBox="1">
            <a:spLocks noChangeArrowheads="1"/>
          </p:cNvSpPr>
          <p:nvPr/>
        </p:nvSpPr>
        <p:spPr bwMode="auto">
          <a:xfrm>
            <a:off x="8536979" y="4435965"/>
            <a:ext cx="31650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 transmission rate</a:t>
            </a:r>
          </a:p>
        </p:txBody>
      </p:sp>
      <p:grpSp>
        <p:nvGrpSpPr>
          <p:cNvPr id="123" name="Group 201">
            <a:extLst>
              <a:ext uri="{FF2B5EF4-FFF2-40B4-BE49-F238E27FC236}">
                <a16:creationId xmlns:a16="http://schemas.microsoft.com/office/drawing/2014/main" id="{F38845F8-A22A-0840-B6B2-BA9B57A2E12B}"/>
              </a:ext>
            </a:extLst>
          </p:cNvPr>
          <p:cNvGrpSpPr>
            <a:grpSpLocks/>
          </p:cNvGrpSpPr>
          <p:nvPr/>
        </p:nvGrpSpPr>
        <p:grpSpPr bwMode="auto">
          <a:xfrm>
            <a:off x="7577467" y="3023584"/>
            <a:ext cx="409575" cy="565150"/>
            <a:chOff x="375561" y="297711"/>
            <a:chExt cx="1252683" cy="2138362"/>
          </a:xfrm>
        </p:grpSpPr>
        <p:sp>
          <p:nvSpPr>
            <p:cNvPr id="124" name="Freeform 123">
              <a:extLst>
                <a:ext uri="{FF2B5EF4-FFF2-40B4-BE49-F238E27FC236}">
                  <a16:creationId xmlns:a16="http://schemas.microsoft.com/office/drawing/2014/main" id="{F0213471-FC5E-3740-8228-F482430433EE}"/>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1D32F859-6ED6-3846-AD75-0B8D3DD8921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7C54F76-C247-2040-BB89-13AEDD66B619}"/>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27" name="TextBox 205">
            <a:extLst>
              <a:ext uri="{FF2B5EF4-FFF2-40B4-BE49-F238E27FC236}">
                <a16:creationId xmlns:a16="http://schemas.microsoft.com/office/drawing/2014/main" id="{56C0E3F4-BAC0-054D-864D-73B840482806}"/>
              </a:ext>
            </a:extLst>
          </p:cNvPr>
          <p:cNvSpPr txBox="1">
            <a:spLocks noChangeArrowheads="1"/>
          </p:cNvSpPr>
          <p:nvPr/>
        </p:nvSpPr>
        <p:spPr bwMode="auto">
          <a:xfrm>
            <a:off x="7334579" y="4199922"/>
            <a:ext cx="638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a:t>
            </a:r>
          </a:p>
        </p:txBody>
      </p:sp>
      <p:grpSp>
        <p:nvGrpSpPr>
          <p:cNvPr id="128" name="Group 206">
            <a:extLst>
              <a:ext uri="{FF2B5EF4-FFF2-40B4-BE49-F238E27FC236}">
                <a16:creationId xmlns:a16="http://schemas.microsoft.com/office/drawing/2014/main" id="{2AB05662-A87F-5F48-9BEE-842E0153F175}"/>
              </a:ext>
            </a:extLst>
          </p:cNvPr>
          <p:cNvGrpSpPr>
            <a:grpSpLocks/>
          </p:cNvGrpSpPr>
          <p:nvPr/>
        </p:nvGrpSpPr>
        <p:grpSpPr bwMode="auto">
          <a:xfrm>
            <a:off x="7102804" y="3749072"/>
            <a:ext cx="1295400" cy="506412"/>
            <a:chOff x="1816230" y="6118900"/>
            <a:chExt cx="1843339" cy="739100"/>
          </a:xfrm>
        </p:grpSpPr>
        <p:pic>
          <p:nvPicPr>
            <p:cNvPr id="129" name="Picture 8">
              <a:extLst>
                <a:ext uri="{FF2B5EF4-FFF2-40B4-BE49-F238E27FC236}">
                  <a16:creationId xmlns:a16="http://schemas.microsoft.com/office/drawing/2014/main" id="{E6CEDF5D-D08B-B14B-A83A-85FD119A7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230" y="6142069"/>
              <a:ext cx="1843339" cy="71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Rectangle 129">
              <a:extLst>
                <a:ext uri="{FF2B5EF4-FFF2-40B4-BE49-F238E27FC236}">
                  <a16:creationId xmlns:a16="http://schemas.microsoft.com/office/drawing/2014/main" id="{29048EF3-5E61-E84E-A403-E94CBDDEE0A1}"/>
                </a:ext>
              </a:extLst>
            </p:cNvPr>
            <p:cNvSpPr/>
            <p:nvPr/>
          </p:nvSpPr>
          <p:spPr>
            <a:xfrm rot="1049095">
              <a:off x="1947252" y="6118900"/>
              <a:ext cx="1651325" cy="463386"/>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31" name="Group 209">
            <a:extLst>
              <a:ext uri="{FF2B5EF4-FFF2-40B4-BE49-F238E27FC236}">
                <a16:creationId xmlns:a16="http://schemas.microsoft.com/office/drawing/2014/main" id="{167721A3-FDBE-8C46-B6F4-8B59460C385E}"/>
              </a:ext>
            </a:extLst>
          </p:cNvPr>
          <p:cNvGrpSpPr>
            <a:grpSpLocks/>
          </p:cNvGrpSpPr>
          <p:nvPr/>
        </p:nvGrpSpPr>
        <p:grpSpPr bwMode="auto">
          <a:xfrm>
            <a:off x="7242504" y="2132997"/>
            <a:ext cx="1409700" cy="877887"/>
            <a:chOff x="2387973" y="4309243"/>
            <a:chExt cx="1771787" cy="1282262"/>
          </a:xfrm>
        </p:grpSpPr>
        <p:pic>
          <p:nvPicPr>
            <p:cNvPr id="132" name="Picture 9">
              <a:extLst>
                <a:ext uri="{FF2B5EF4-FFF2-40B4-BE49-F238E27FC236}">
                  <a16:creationId xmlns:a16="http://schemas.microsoft.com/office/drawing/2014/main" id="{51FAC978-0CFD-394B-81C0-80683828F7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3508" y="4309243"/>
              <a:ext cx="1284945" cy="128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a:extLst>
                <a:ext uri="{FF2B5EF4-FFF2-40B4-BE49-F238E27FC236}">
                  <a16:creationId xmlns:a16="http://schemas.microsoft.com/office/drawing/2014/main" id="{8340CE55-B950-0B43-BD77-490D7F00C056}"/>
                </a:ext>
              </a:extLst>
            </p:cNvPr>
            <p:cNvSpPr/>
            <p:nvPr/>
          </p:nvSpPr>
          <p:spPr>
            <a:xfrm rot="11601822">
              <a:off x="2387973" y="5127757"/>
              <a:ext cx="1771787" cy="424330"/>
            </a:xfrm>
            <a:prstGeom prst="rect">
              <a:avLst/>
            </a:prstGeom>
            <a:gradFill>
              <a:gsLst>
                <a:gs pos="0">
                  <a:schemeClr val="bg1"/>
                </a:gs>
                <a:gs pos="50000">
                  <a:schemeClr val="bg1">
                    <a:alpha val="48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34" name="TextBox 215">
            <a:extLst>
              <a:ext uri="{FF2B5EF4-FFF2-40B4-BE49-F238E27FC236}">
                <a16:creationId xmlns:a16="http://schemas.microsoft.com/office/drawing/2014/main" id="{08652FA1-7974-3443-8815-45FAE75FEE09}"/>
              </a:ext>
            </a:extLst>
          </p:cNvPr>
          <p:cNvSpPr txBox="1">
            <a:spLocks noChangeArrowheads="1"/>
          </p:cNvSpPr>
          <p:nvPr/>
        </p:nvSpPr>
        <p:spPr bwMode="auto">
          <a:xfrm>
            <a:off x="7991804" y="3555397"/>
            <a:ext cx="2889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a:t>
            </a:r>
          </a:p>
        </p:txBody>
      </p:sp>
      <p:sp>
        <p:nvSpPr>
          <p:cNvPr id="135" name="TextBox 216">
            <a:extLst>
              <a:ext uri="{FF2B5EF4-FFF2-40B4-BE49-F238E27FC236}">
                <a16:creationId xmlns:a16="http://schemas.microsoft.com/office/drawing/2014/main" id="{B2DFB57D-4700-E945-86BB-18293CCD901A}"/>
              </a:ext>
            </a:extLst>
          </p:cNvPr>
          <p:cNvSpPr txBox="1">
            <a:spLocks noChangeArrowheads="1"/>
          </p:cNvSpPr>
          <p:nvPr/>
        </p:nvSpPr>
        <p:spPr bwMode="auto">
          <a:xfrm>
            <a:off x="7750504" y="3563334"/>
            <a:ext cx="2889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a:t>
            </a:r>
          </a:p>
        </p:txBody>
      </p:sp>
      <p:cxnSp>
        <p:nvCxnSpPr>
          <p:cNvPr id="136" name="Straight Connector 3">
            <a:extLst>
              <a:ext uri="{FF2B5EF4-FFF2-40B4-BE49-F238E27FC236}">
                <a16:creationId xmlns:a16="http://schemas.microsoft.com/office/drawing/2014/main" id="{FBBE3444-7CBE-F14B-B7E8-0383406AC1F6}"/>
              </a:ext>
            </a:extLst>
          </p:cNvPr>
          <p:cNvCxnSpPr>
            <a:cxnSpLocks noChangeShapeType="1"/>
          </p:cNvCxnSpPr>
          <p:nvPr/>
        </p:nvCxnSpPr>
        <p:spPr bwMode="auto">
          <a:xfrm flipV="1">
            <a:off x="8241042" y="2577497"/>
            <a:ext cx="1225550" cy="5651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37" name="TextBox 234">
            <a:extLst>
              <a:ext uri="{FF2B5EF4-FFF2-40B4-BE49-F238E27FC236}">
                <a16:creationId xmlns:a16="http://schemas.microsoft.com/office/drawing/2014/main" id="{E4BF320B-881D-FC4C-AA1D-E8017D839D9A}"/>
              </a:ext>
            </a:extLst>
          </p:cNvPr>
          <p:cNvSpPr txBox="1">
            <a:spLocks noChangeArrowheads="1"/>
          </p:cNvSpPr>
          <p:nvPr/>
        </p:nvSpPr>
        <p:spPr bwMode="auto">
          <a:xfrm>
            <a:off x="9404679" y="2228247"/>
            <a:ext cx="18244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packets,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bits each</a:t>
            </a:r>
          </a:p>
        </p:txBody>
      </p:sp>
      <p:grpSp>
        <p:nvGrpSpPr>
          <p:cNvPr id="138" name="Group 137">
            <a:extLst>
              <a:ext uri="{FF2B5EF4-FFF2-40B4-BE49-F238E27FC236}">
                <a16:creationId xmlns:a16="http://schemas.microsoft.com/office/drawing/2014/main" id="{B19D0037-5A33-094A-B56A-A6725F0071E1}"/>
              </a:ext>
            </a:extLst>
          </p:cNvPr>
          <p:cNvGrpSpPr/>
          <p:nvPr/>
        </p:nvGrpSpPr>
        <p:grpSpPr>
          <a:xfrm>
            <a:off x="10506147" y="3669119"/>
            <a:ext cx="1200246" cy="477406"/>
            <a:chOff x="3668110" y="2448910"/>
            <a:chExt cx="3794234" cy="2165130"/>
          </a:xfrm>
        </p:grpSpPr>
        <p:sp>
          <p:nvSpPr>
            <p:cNvPr id="139" name="Rectangle 138">
              <a:extLst>
                <a:ext uri="{FF2B5EF4-FFF2-40B4-BE49-F238E27FC236}">
                  <a16:creationId xmlns:a16="http://schemas.microsoft.com/office/drawing/2014/main" id="{BA9898D4-BC65-E748-94F3-2D54D26D96F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D5CAA6B7-B19A-704A-A583-2A25A6A2BD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1" name="Group 140">
              <a:extLst>
                <a:ext uri="{FF2B5EF4-FFF2-40B4-BE49-F238E27FC236}">
                  <a16:creationId xmlns:a16="http://schemas.microsoft.com/office/drawing/2014/main" id="{1807DB28-C49C-1F47-993A-E4A5D8E3AD34}"/>
                </a:ext>
              </a:extLst>
            </p:cNvPr>
            <p:cNvGrpSpPr/>
            <p:nvPr/>
          </p:nvGrpSpPr>
          <p:grpSpPr>
            <a:xfrm>
              <a:off x="3941378" y="2603243"/>
              <a:ext cx="3202061" cy="1066110"/>
              <a:chOff x="7939341" y="3037317"/>
              <a:chExt cx="897649" cy="353919"/>
            </a:xfrm>
          </p:grpSpPr>
          <p:sp>
            <p:nvSpPr>
              <p:cNvPr id="142" name="Freeform 141">
                <a:extLst>
                  <a:ext uri="{FF2B5EF4-FFF2-40B4-BE49-F238E27FC236}">
                    <a16:creationId xmlns:a16="http://schemas.microsoft.com/office/drawing/2014/main" id="{12EFFE72-BC3C-CC49-AB49-16A0474F506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C69BFDC0-0B31-D049-BA7F-3FCD7CA2CF3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F93BED00-199F-094A-BBBD-21F3A38D650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64D4E8-C385-5D47-B4A0-DC425C12DA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46" name="Straight Connector 3">
            <a:extLst>
              <a:ext uri="{FF2B5EF4-FFF2-40B4-BE49-F238E27FC236}">
                <a16:creationId xmlns:a16="http://schemas.microsoft.com/office/drawing/2014/main" id="{5571A294-549C-9140-89B0-D3E6B5C20F85}"/>
              </a:ext>
            </a:extLst>
          </p:cNvPr>
          <p:cNvCxnSpPr>
            <a:cxnSpLocks noChangeShapeType="1"/>
          </p:cNvCxnSpPr>
          <p:nvPr/>
        </p:nvCxnSpPr>
        <p:spPr bwMode="auto">
          <a:xfrm flipV="1">
            <a:off x="9264979" y="4020904"/>
            <a:ext cx="0" cy="4583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 name="Right Arrow 2">
            <a:extLst>
              <a:ext uri="{FF2B5EF4-FFF2-40B4-BE49-F238E27FC236}">
                <a16:creationId xmlns:a16="http://schemas.microsoft.com/office/drawing/2014/main" id="{23DA3897-58AF-E74F-8974-5062251B6401}"/>
              </a:ext>
            </a:extLst>
          </p:cNvPr>
          <p:cNvSpPr/>
          <p:nvPr/>
        </p:nvSpPr>
        <p:spPr>
          <a:xfrm>
            <a:off x="8311695" y="3223689"/>
            <a:ext cx="978408" cy="260093"/>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C3E2A643-E19F-834C-A4A9-DFD2845E5A32}"/>
              </a:ext>
            </a:extLst>
          </p:cNvPr>
          <p:cNvGrpSpPr/>
          <p:nvPr/>
        </p:nvGrpSpPr>
        <p:grpSpPr>
          <a:xfrm>
            <a:off x="2541108" y="5251754"/>
            <a:ext cx="6446724" cy="1077218"/>
            <a:chOff x="2541108" y="5251754"/>
            <a:chExt cx="6446724" cy="1077218"/>
          </a:xfrm>
        </p:grpSpPr>
        <p:sp>
          <p:nvSpPr>
            <p:cNvPr id="150" name="TextBox 235">
              <a:extLst>
                <a:ext uri="{FF2B5EF4-FFF2-40B4-BE49-F238E27FC236}">
                  <a16:creationId xmlns:a16="http://schemas.microsoft.com/office/drawing/2014/main" id="{554D03F1-261B-274D-BE6B-68B0F085B72E}"/>
                </a:ext>
              </a:extLst>
            </p:cNvPr>
            <p:cNvSpPr txBox="1">
              <a:spLocks noChangeArrowheads="1"/>
            </p:cNvSpPr>
            <p:nvPr/>
          </p:nvSpPr>
          <p:spPr bwMode="auto">
            <a:xfrm>
              <a:off x="2541108" y="5259812"/>
              <a:ext cx="17685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a:t>
              </a:r>
            </a:p>
          </p:txBody>
        </p:sp>
        <p:sp>
          <p:nvSpPr>
            <p:cNvPr id="151" name="TextBox 237">
              <a:extLst>
                <a:ext uri="{FF2B5EF4-FFF2-40B4-BE49-F238E27FC236}">
                  <a16:creationId xmlns:a16="http://schemas.microsoft.com/office/drawing/2014/main" id="{9CD3A186-E3CE-C042-8649-3B739F26DF9E}"/>
                </a:ext>
              </a:extLst>
            </p:cNvPr>
            <p:cNvSpPr txBox="1">
              <a:spLocks noChangeArrowheads="1"/>
            </p:cNvSpPr>
            <p:nvPr/>
          </p:nvSpPr>
          <p:spPr bwMode="auto">
            <a:xfrm>
              <a:off x="4778467" y="5291362"/>
              <a:ext cx="2103653"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needed to</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into link</a:t>
              </a:r>
            </a:p>
          </p:txBody>
        </p:sp>
        <p:sp>
          <p:nvSpPr>
            <p:cNvPr id="152" name="TextBox 4">
              <a:extLst>
                <a:ext uri="{FF2B5EF4-FFF2-40B4-BE49-F238E27FC236}">
                  <a16:creationId xmlns:a16="http://schemas.microsoft.com/office/drawing/2014/main" id="{B952BAFD-58AC-214C-BE5D-ADF785D9B190}"/>
                </a:ext>
              </a:extLst>
            </p:cNvPr>
            <p:cNvSpPr txBox="1">
              <a:spLocks noChangeArrowheads="1"/>
            </p:cNvSpPr>
            <p:nvPr/>
          </p:nvSpPr>
          <p:spPr bwMode="auto">
            <a:xfrm>
              <a:off x="7516019" y="5251754"/>
              <a:ext cx="147181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(bits/sec)</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3" name="Straight Connector 9">
              <a:extLst>
                <a:ext uri="{FF2B5EF4-FFF2-40B4-BE49-F238E27FC236}">
                  <a16:creationId xmlns:a16="http://schemas.microsoft.com/office/drawing/2014/main" id="{67DC36C0-FB7F-C743-A67E-B459F261B223}"/>
                </a:ext>
              </a:extLst>
            </p:cNvPr>
            <p:cNvCxnSpPr>
              <a:cxnSpLocks noChangeShapeType="1"/>
            </p:cNvCxnSpPr>
            <p:nvPr/>
          </p:nvCxnSpPr>
          <p:spPr bwMode="auto">
            <a:xfrm>
              <a:off x="7603331" y="5796974"/>
              <a:ext cx="286873"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sp>
          <p:nvSpPr>
            <p:cNvPr id="154" name="TextBox 10">
              <a:extLst>
                <a:ext uri="{FF2B5EF4-FFF2-40B4-BE49-F238E27FC236}">
                  <a16:creationId xmlns:a16="http://schemas.microsoft.com/office/drawing/2014/main" id="{E6FBAEB0-9208-834B-AE45-DB91BAA9DB81}"/>
                </a:ext>
              </a:extLst>
            </p:cNvPr>
            <p:cNvSpPr txBox="1">
              <a:spLocks noChangeArrowheads="1"/>
            </p:cNvSpPr>
            <p:nvPr/>
          </p:nvSpPr>
          <p:spPr bwMode="auto">
            <a:xfrm>
              <a:off x="4336507" y="5477615"/>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55" name="TextBox 245">
              <a:extLst>
                <a:ext uri="{FF2B5EF4-FFF2-40B4-BE49-F238E27FC236}">
                  <a16:creationId xmlns:a16="http://schemas.microsoft.com/office/drawing/2014/main" id="{46450F73-8344-8247-AF42-74BDC01EF657}"/>
                </a:ext>
              </a:extLst>
            </p:cNvPr>
            <p:cNvSpPr txBox="1">
              <a:spLocks noChangeArrowheads="1"/>
            </p:cNvSpPr>
            <p:nvPr/>
          </p:nvSpPr>
          <p:spPr bwMode="auto">
            <a:xfrm>
              <a:off x="6919119" y="5484897"/>
              <a:ext cx="3898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42" name="Slide Number Placeholder 5">
            <a:extLst>
              <a:ext uri="{FF2B5EF4-FFF2-40B4-BE49-F238E27FC236}">
                <a16:creationId xmlns:a16="http://schemas.microsoft.com/office/drawing/2014/main" id="{B251BB5B-B793-A244-AD35-80C025284C84}"/>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21</a:t>
            </a:fld>
            <a:endParaRPr lang="en-US" dirty="0"/>
          </a:p>
        </p:txBody>
      </p:sp>
    </p:spTree>
    <p:extLst>
      <p:ext uri="{BB962C8B-B14F-4D97-AF65-F5344CB8AC3E}">
        <p14:creationId xmlns:p14="http://schemas.microsoft.com/office/powerpoint/2010/main" val="2257441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0">
                                            <p:txEl>
                                              <p:pRg st="1" end="1"/>
                                            </p:txEl>
                                          </p:spTgt>
                                        </p:tgtEl>
                                        <p:attrNameLst>
                                          <p:attrName>style.visibility</p:attrName>
                                        </p:attrNameLst>
                                      </p:cBhvr>
                                      <p:to>
                                        <p:strVal val="visible"/>
                                      </p:to>
                                    </p:set>
                                    <p:animEffect transition="in" filter="dissolve">
                                      <p:cBhvr>
                                        <p:cTn id="7" dur="500"/>
                                        <p:tgtEl>
                                          <p:spTgt spid="1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0">
                                            <p:txEl>
                                              <p:pRg st="2" end="2"/>
                                            </p:txEl>
                                          </p:spTgt>
                                        </p:tgtEl>
                                        <p:attrNameLst>
                                          <p:attrName>style.visibility</p:attrName>
                                        </p:attrNameLst>
                                      </p:cBhvr>
                                      <p:to>
                                        <p:strVal val="visible"/>
                                      </p:to>
                                    </p:set>
                                    <p:animEffect transition="in" filter="dissolve">
                                      <p:cBhvr>
                                        <p:cTn id="12" dur="500"/>
                                        <p:tgtEl>
                                          <p:spTgt spid="1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0">
                                            <p:txEl>
                                              <p:pRg st="3" end="3"/>
                                            </p:txEl>
                                          </p:spTgt>
                                        </p:tgtEl>
                                        <p:attrNameLst>
                                          <p:attrName>style.visibility</p:attrName>
                                        </p:attrNameLst>
                                      </p:cBhvr>
                                      <p:to>
                                        <p:strVal val="visible"/>
                                      </p:to>
                                    </p:set>
                                    <p:animEffect transition="in" filter="dissolve">
                                      <p:cBhvr>
                                        <p:cTn id="17" dur="500"/>
                                        <p:tgtEl>
                                          <p:spTgt spid="110">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0">
                                            <p:txEl>
                                              <p:pRg st="4" end="4"/>
                                            </p:txEl>
                                          </p:spTgt>
                                        </p:tgtEl>
                                        <p:attrNameLst>
                                          <p:attrName>style.visibility</p:attrName>
                                        </p:attrNameLst>
                                      </p:cBhvr>
                                      <p:to>
                                        <p:strVal val="visible"/>
                                      </p:to>
                                    </p:set>
                                    <p:animEffect transition="in" filter="dissolve">
                                      <p:cBhvr>
                                        <p:cTn id="22" dur="500"/>
                                        <p:tgtEl>
                                          <p:spTgt spid="110">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Links: physical media</a:t>
            </a:r>
            <a:endParaRPr lang="en-US" sz="5400" b="0" dirty="0"/>
          </a:p>
        </p:txBody>
      </p:sp>
      <p:sp>
        <p:nvSpPr>
          <p:cNvPr id="42" name="Rectangle 3">
            <a:extLst>
              <a:ext uri="{FF2B5EF4-FFF2-40B4-BE49-F238E27FC236}">
                <a16:creationId xmlns:a16="http://schemas.microsoft.com/office/drawing/2014/main" id="{B41BDD21-3AA2-5A47-848F-E5981CBA9334}"/>
              </a:ext>
            </a:extLst>
          </p:cNvPr>
          <p:cNvSpPr txBox="1">
            <a:spLocks noChangeArrowheads="1"/>
          </p:cNvSpPr>
          <p:nvPr/>
        </p:nvSpPr>
        <p:spPr>
          <a:xfrm>
            <a:off x="952500" y="1671911"/>
            <a:ext cx="4639003"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bit:</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propagates between</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transmitter/receiver pairs</a:t>
            </a:r>
            <a:endPar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physical link:</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lies between transmitter &amp; receiver</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guided media: </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signals propagate in solid media: copper, fiber, coax</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unguided media:</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signals propagate freely, e.g., radio</a:t>
            </a:r>
          </a:p>
        </p:txBody>
      </p:sp>
      <p:grpSp>
        <p:nvGrpSpPr>
          <p:cNvPr id="2" name="Group 1">
            <a:extLst>
              <a:ext uri="{FF2B5EF4-FFF2-40B4-BE49-F238E27FC236}">
                <a16:creationId xmlns:a16="http://schemas.microsoft.com/office/drawing/2014/main" id="{D9986260-6BBE-5549-A319-09906DD70AAA}"/>
              </a:ext>
            </a:extLst>
          </p:cNvPr>
          <p:cNvGrpSpPr/>
          <p:nvPr/>
        </p:nvGrpSpPr>
        <p:grpSpPr>
          <a:xfrm>
            <a:off x="6333223" y="1671911"/>
            <a:ext cx="5123052" cy="3611287"/>
            <a:chOff x="6333223" y="1671911"/>
            <a:chExt cx="5123052" cy="3611287"/>
          </a:xfrm>
        </p:grpSpPr>
        <p:sp>
          <p:nvSpPr>
            <p:cNvPr id="43" name="Rectangle 4">
              <a:extLst>
                <a:ext uri="{FF2B5EF4-FFF2-40B4-BE49-F238E27FC236}">
                  <a16:creationId xmlns:a16="http://schemas.microsoft.com/office/drawing/2014/main" id="{9573907E-68CA-1046-A0DB-1869CFA38414}"/>
                </a:ext>
              </a:extLst>
            </p:cNvPr>
            <p:cNvSpPr txBox="1">
              <a:spLocks noChangeArrowheads="1"/>
            </p:cNvSpPr>
            <p:nvPr/>
          </p:nvSpPr>
          <p:spPr>
            <a:xfrm>
              <a:off x="6411036" y="1671911"/>
              <a:ext cx="5045239" cy="33464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42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Twisted pair (TP</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insulated copper wires</a:t>
              </a:r>
            </a:p>
            <a:p>
              <a:pPr marL="682625" marR="0" lvl="1" indent="-231775" algn="l" defTabSz="914400" rtl="0" eaLnBrk="1" fontAlgn="auto" latinLnBrk="0" hangingPunct="1">
                <a:lnSpc>
                  <a:spcPct val="90000"/>
                </a:lnSpc>
                <a:spcBef>
                  <a:spcPts val="500"/>
                </a:spcBef>
                <a:spcAft>
                  <a:spcPts val="0"/>
                </a:spcAft>
                <a:buClr>
                  <a:srgbClr val="0000A8"/>
                </a:buClr>
                <a:buSzPct val="100000"/>
                <a:buFont typeface="Arial"/>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Category 5: 100 Mbps, 1 Gbps Ethernet</a:t>
              </a:r>
            </a:p>
            <a:p>
              <a:pPr marL="682625" marR="0" lvl="1" indent="-231775" algn="l" defTabSz="914400" rtl="0" eaLnBrk="1" fontAlgn="auto" latinLnBrk="0" hangingPunct="1">
                <a:lnSpc>
                  <a:spcPct val="90000"/>
                </a:lnSpc>
                <a:spcBef>
                  <a:spcPts val="500"/>
                </a:spcBef>
                <a:spcAft>
                  <a:spcPts val="0"/>
                </a:spcAft>
                <a:buClr>
                  <a:srgbClr val="0000A8"/>
                </a:buClr>
                <a:buSzPct val="100000"/>
                <a:buFont typeface="Arial"/>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Category 6: 10Gbps Ethernet</a:t>
              </a:r>
            </a:p>
          </p:txBody>
        </p:sp>
        <p:pic>
          <p:nvPicPr>
            <p:cNvPr id="11266" name="Picture 2" descr="Twisted_Pair_Cables">
              <a:extLst>
                <a:ext uri="{FF2B5EF4-FFF2-40B4-BE49-F238E27FC236}">
                  <a16:creationId xmlns:a16="http://schemas.microsoft.com/office/drawing/2014/main" id="{D6B65C46-A39A-504A-B7AF-C7226316E1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3223" y="3476662"/>
              <a:ext cx="2220035" cy="170942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Image result for twisted pair">
              <a:extLst>
                <a:ext uri="{FF2B5EF4-FFF2-40B4-BE49-F238E27FC236}">
                  <a16:creationId xmlns:a16="http://schemas.microsoft.com/office/drawing/2014/main" id="{BD4509EA-366C-1C41-A7BB-9925F11437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5176" y="3594371"/>
              <a:ext cx="2359134" cy="1688827"/>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Slide Number Placeholder 5">
            <a:extLst>
              <a:ext uri="{FF2B5EF4-FFF2-40B4-BE49-F238E27FC236}">
                <a16:creationId xmlns:a16="http://schemas.microsoft.com/office/drawing/2014/main" id="{A3A14225-DCBF-BB44-B1DF-EA9373578A1D}"/>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22</a:t>
            </a:fld>
            <a:endParaRPr lang="en-US" dirty="0"/>
          </a:p>
        </p:txBody>
      </p:sp>
    </p:spTree>
    <p:extLst>
      <p:ext uri="{BB962C8B-B14F-4D97-AF65-F5344CB8AC3E}">
        <p14:creationId xmlns:p14="http://schemas.microsoft.com/office/powerpoint/2010/main" val="3765222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Links: physical media</a:t>
            </a:r>
            <a:endParaRPr lang="en-US" sz="5400" b="0" dirty="0"/>
          </a:p>
        </p:txBody>
      </p:sp>
      <p:sp>
        <p:nvSpPr>
          <p:cNvPr id="9" name="Rectangle 3">
            <a:extLst>
              <a:ext uri="{FF2B5EF4-FFF2-40B4-BE49-F238E27FC236}">
                <a16:creationId xmlns:a16="http://schemas.microsoft.com/office/drawing/2014/main" id="{BECEA851-800B-1A42-B1E6-3BCEBBFF06DD}"/>
              </a:ext>
            </a:extLst>
          </p:cNvPr>
          <p:cNvSpPr txBox="1">
            <a:spLocks noChangeArrowheads="1"/>
          </p:cNvSpPr>
          <p:nvPr/>
        </p:nvSpPr>
        <p:spPr>
          <a:xfrm>
            <a:off x="982262" y="1320920"/>
            <a:ext cx="4878973" cy="43275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1907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Coaxial cable:</a:t>
            </a:r>
          </a:p>
          <a:p>
            <a:pPr marL="2286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concentric copper conductors</a:t>
            </a:r>
          </a:p>
          <a:p>
            <a:pPr marL="2286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bidirectional</a:t>
            </a:r>
          </a:p>
          <a:p>
            <a:pPr marL="2286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broadband:</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multiple frequency channels on cable</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100’s Mbps per channel</a:t>
            </a:r>
          </a:p>
        </p:txBody>
      </p:sp>
      <p:pic>
        <p:nvPicPr>
          <p:cNvPr id="3" name="Picture 2">
            <a:extLst>
              <a:ext uri="{FF2B5EF4-FFF2-40B4-BE49-F238E27FC236}">
                <a16:creationId xmlns:a16="http://schemas.microsoft.com/office/drawing/2014/main" id="{8D4259C2-0AA0-BE4D-A5F7-362CC0D6A7D0}"/>
              </a:ext>
            </a:extLst>
          </p:cNvPr>
          <p:cNvPicPr>
            <a:picLocks noChangeAspect="1"/>
          </p:cNvPicPr>
          <p:nvPr/>
        </p:nvPicPr>
        <p:blipFill>
          <a:blip r:embed="rId3"/>
          <a:stretch>
            <a:fillRect/>
          </a:stretch>
        </p:blipFill>
        <p:spPr>
          <a:xfrm rot="2692153">
            <a:off x="1742089" y="3834600"/>
            <a:ext cx="1854420" cy="1854420"/>
          </a:xfrm>
          <a:prstGeom prst="rect">
            <a:avLst/>
          </a:prstGeom>
        </p:spPr>
      </p:pic>
      <p:grpSp>
        <p:nvGrpSpPr>
          <p:cNvPr id="2" name="Group 1">
            <a:extLst>
              <a:ext uri="{FF2B5EF4-FFF2-40B4-BE49-F238E27FC236}">
                <a16:creationId xmlns:a16="http://schemas.microsoft.com/office/drawing/2014/main" id="{BF6FF9DA-97F1-3A4B-8FA4-5FF000565416}"/>
              </a:ext>
            </a:extLst>
          </p:cNvPr>
          <p:cNvGrpSpPr/>
          <p:nvPr/>
        </p:nvGrpSpPr>
        <p:grpSpPr>
          <a:xfrm>
            <a:off x="6360527" y="1276574"/>
            <a:ext cx="5602289" cy="5319638"/>
            <a:chOff x="6360527" y="1276574"/>
            <a:chExt cx="5602289" cy="5319638"/>
          </a:xfrm>
        </p:grpSpPr>
        <p:sp>
          <p:nvSpPr>
            <p:cNvPr id="11" name="Rectangle 5">
              <a:extLst>
                <a:ext uri="{FF2B5EF4-FFF2-40B4-BE49-F238E27FC236}">
                  <a16:creationId xmlns:a16="http://schemas.microsoft.com/office/drawing/2014/main" id="{0636A257-4BF5-0D40-8994-53C8EDAFC437}"/>
                </a:ext>
              </a:extLst>
            </p:cNvPr>
            <p:cNvSpPr>
              <a:spLocks noChangeArrowheads="1"/>
            </p:cNvSpPr>
            <p:nvPr/>
          </p:nvSpPr>
          <p:spPr bwMode="auto">
            <a:xfrm>
              <a:off x="6360527" y="1276574"/>
              <a:ext cx="5602289" cy="3438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682625" indent="-225425">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ct val="20000"/>
                </a:spcBef>
                <a:spcAft>
                  <a:spcPts val="0"/>
                </a:spcAft>
                <a:buClr>
                  <a:srgbClr val="ED7D31"/>
                </a:buClr>
                <a:buSzPct val="8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Fiber optic cable:</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glass fiber carrying light pulses, each pulse a bit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high-speed operation:</a:t>
              </a:r>
            </a:p>
            <a:p>
              <a:pPr marL="682625" marR="0" lvl="1" indent="-225425"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high-speed point-to-point transmission (10’</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s-100’s Gbps)</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low error rate: </a:t>
              </a:r>
            </a:p>
            <a:p>
              <a:pPr marL="682625" marR="0" lvl="1" indent="-225425"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repeaters spaced far apart </a:t>
              </a:r>
            </a:p>
            <a:p>
              <a:pPr marL="682625" marR="0" lvl="1" indent="-225425"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immune to electromagnetic noise</a:t>
              </a:r>
            </a:p>
          </p:txBody>
        </p:sp>
        <p:pic>
          <p:nvPicPr>
            <p:cNvPr id="12290" name="Picture 2" descr="Image result for optical fiber">
              <a:extLst>
                <a:ext uri="{FF2B5EF4-FFF2-40B4-BE49-F238E27FC236}">
                  <a16:creationId xmlns:a16="http://schemas.microsoft.com/office/drawing/2014/main" id="{DE83E3CC-89A7-4743-A47D-FE0D94F681C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5119" y="4700678"/>
              <a:ext cx="2872373" cy="1895534"/>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Slide Number Placeholder 5">
            <a:extLst>
              <a:ext uri="{FF2B5EF4-FFF2-40B4-BE49-F238E27FC236}">
                <a16:creationId xmlns:a16="http://schemas.microsoft.com/office/drawing/2014/main" id="{655E0361-C998-CE4A-A872-E67F1A51754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23</a:t>
            </a:fld>
            <a:endParaRPr lang="en-US" dirty="0"/>
          </a:p>
        </p:txBody>
      </p:sp>
    </p:spTree>
    <p:extLst>
      <p:ext uri="{BB962C8B-B14F-4D97-AF65-F5344CB8AC3E}">
        <p14:creationId xmlns:p14="http://schemas.microsoft.com/office/powerpoint/2010/main" val="3951356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Title 1">
            <a:extLst>
              <a:ext uri="{FF2B5EF4-FFF2-40B4-BE49-F238E27FC236}">
                <a16:creationId xmlns:a16="http://schemas.microsoft.com/office/drawing/2014/main" id="{C9770F09-EBB8-174E-A6FB-4752E1D92580}"/>
              </a:ext>
            </a:extLst>
          </p:cNvPr>
          <p:cNvSpPr>
            <a:spLocks noGrp="1"/>
          </p:cNvSpPr>
          <p:nvPr>
            <p:ph type="title"/>
          </p:nvPr>
        </p:nvSpPr>
        <p:spPr>
          <a:xfrm>
            <a:off x="848710" y="273146"/>
            <a:ext cx="10515600" cy="894622"/>
          </a:xfrm>
        </p:spPr>
        <p:txBody>
          <a:bodyPr>
            <a:normAutofit/>
          </a:bodyPr>
          <a:lstStyle/>
          <a:p>
            <a:r>
              <a:rPr lang="en-US" altLang="en-US" sz="5400" b="0" dirty="0">
                <a:ea typeface="ＭＳ Ｐゴシック" panose="020B0600070205080204" pitchFamily="34" charset="-128"/>
              </a:rPr>
              <a:t>Links: physical media</a:t>
            </a:r>
            <a:endParaRPr lang="en-US" sz="5400" b="0" dirty="0"/>
          </a:p>
        </p:txBody>
      </p:sp>
      <p:sp>
        <p:nvSpPr>
          <p:cNvPr id="12" name="Rectangle 3">
            <a:extLst>
              <a:ext uri="{FF2B5EF4-FFF2-40B4-BE49-F238E27FC236}">
                <a16:creationId xmlns:a16="http://schemas.microsoft.com/office/drawing/2014/main" id="{0FE4FCF6-C044-7F40-BE10-AF4FF95479A4}"/>
              </a:ext>
            </a:extLst>
          </p:cNvPr>
          <p:cNvSpPr txBox="1">
            <a:spLocks noChangeArrowheads="1"/>
          </p:cNvSpPr>
          <p:nvPr/>
        </p:nvSpPr>
        <p:spPr>
          <a:xfrm>
            <a:off x="952499" y="1354420"/>
            <a:ext cx="4950759" cy="48768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Wireless radio</a:t>
            </a:r>
          </a:p>
          <a:p>
            <a:pPr marL="34607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signal carried in various “bands” in electromagnetic spectrum</a:t>
            </a:r>
          </a:p>
          <a:p>
            <a:pPr marL="34607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physical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wire”</a:t>
            </a:r>
          </a:p>
          <a:p>
            <a:pPr marL="34607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broadcast, “half-duplex”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to receiver)</a:t>
            </a:r>
          </a:p>
          <a:p>
            <a:pPr marL="346075" marR="0" lvl="0" indent="-28416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propagation environment effects:</a:t>
            </a:r>
          </a:p>
          <a:p>
            <a:pPr marL="635000" marR="0" lvl="1" indent="-230188" algn="l" defTabSz="914400" rtl="0" eaLnBrk="1" fontAlgn="auto" latinLnBrk="0" hangingPunct="1">
              <a:lnSpc>
                <a:spcPct val="90000"/>
              </a:lnSpc>
              <a:spcBef>
                <a:spcPts val="3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reflection </a:t>
            </a:r>
          </a:p>
          <a:p>
            <a:pPr marL="635000" marR="0" lvl="1" indent="-230188" algn="l" defTabSz="914400" rtl="0" eaLnBrk="1" fontAlgn="auto" latinLnBrk="0" hangingPunct="1">
              <a:lnSpc>
                <a:spcPct val="90000"/>
              </a:lnSpc>
              <a:spcBef>
                <a:spcPts val="3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obstruction by objects</a:t>
            </a:r>
          </a:p>
          <a:p>
            <a:pPr marL="635000" marR="0" lvl="1" indent="-230188" algn="l" defTabSz="914400" rtl="0" eaLnBrk="1" fontAlgn="auto" latinLnBrk="0" hangingPunct="1">
              <a:lnSpc>
                <a:spcPct val="90000"/>
              </a:lnSpc>
              <a:spcBef>
                <a:spcPts val="3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Interference/noise</a:t>
            </a:r>
          </a:p>
        </p:txBody>
      </p:sp>
      <p:sp>
        <p:nvSpPr>
          <p:cNvPr id="14" name="Rectangle 3">
            <a:extLst>
              <a:ext uri="{FF2B5EF4-FFF2-40B4-BE49-F238E27FC236}">
                <a16:creationId xmlns:a16="http://schemas.microsoft.com/office/drawing/2014/main" id="{111B3EB7-227E-F543-AA3C-890766F25AA8}"/>
              </a:ext>
            </a:extLst>
          </p:cNvPr>
          <p:cNvSpPr txBox="1">
            <a:spLocks noChangeArrowheads="1"/>
          </p:cNvSpPr>
          <p:nvPr/>
        </p:nvSpPr>
        <p:spPr>
          <a:xfrm>
            <a:off x="6349562" y="1354420"/>
            <a:ext cx="5613254" cy="511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
                <a:srgbClr val="ED7D31"/>
              </a:buClr>
              <a:buSzPct val="85000"/>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Radio link types:</a:t>
            </a:r>
          </a:p>
          <a:p>
            <a:pPr marL="342900" marR="0" lvl="0" indent="-280988"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Wireless LAN</a:t>
            </a:r>
            <a:r>
              <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 (WiFi)</a:t>
            </a:r>
          </a:p>
          <a:p>
            <a:pPr marL="635000" marR="0" lvl="1" indent="-230188"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10-100’s Mbps; 10’s of meters</a:t>
            </a:r>
          </a:p>
          <a:p>
            <a:pPr marL="342900" marR="0" lvl="0" indent="-280988"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wide-area</a:t>
            </a:r>
            <a:r>
              <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 (e.g., 4G/5G cellular)</a:t>
            </a:r>
          </a:p>
          <a:p>
            <a:pPr marL="635000" marR="0" lvl="1" indent="-230188"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10’s Mbps (4G) over ~10 Km </a:t>
            </a:r>
          </a:p>
          <a:p>
            <a:pPr marL="346075" marR="0" lvl="0" indent="-285750"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Bluetooth: </a:t>
            </a:r>
            <a:r>
              <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cable replacement</a:t>
            </a:r>
          </a:p>
          <a:p>
            <a:pPr marL="747712" marR="0" lvl="1" indent="-342900" algn="l" defTabSz="914400" rtl="0" eaLnBrk="1" fontAlgn="auto" latinLnBrk="0" hangingPunct="1">
              <a:lnSpc>
                <a:spcPct val="85000"/>
              </a:lnSpc>
              <a:spcBef>
                <a:spcPct val="20000"/>
              </a:spcBef>
              <a:spcAft>
                <a:spcPts val="0"/>
              </a:spcAft>
              <a:buClr>
                <a:prstClr val="black">
                  <a:lumMod val="95000"/>
                  <a:lumOff val="5000"/>
                </a:prstClr>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short distances, limited rates</a:t>
            </a:r>
          </a:p>
          <a:p>
            <a:pPr marL="342900" marR="0" lvl="0" indent="-280988"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terrestrial  microwave</a:t>
            </a:r>
          </a:p>
          <a:p>
            <a:pPr marL="635000" marR="0" lvl="1" indent="-230188"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point-to-point; 45 Mbps channels</a:t>
            </a:r>
          </a:p>
          <a:p>
            <a:pPr marL="342900" marR="0" lvl="0" indent="-280988"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pitchFamily="34" charset="0"/>
                <a:ea typeface="ＭＳ Ｐゴシック" charset="0"/>
                <a:cs typeface="Calibri" panose="020F0502020204030204" pitchFamily="34" charset="0"/>
              </a:rPr>
              <a:t>satellite</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up to &lt; 100 Mbps (Starlink) downlink</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270 msec end-end delay </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(geostationary)</a:t>
            </a:r>
            <a:endParaRPr kumimoji="0" 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endParaRPr>
          </a:p>
        </p:txBody>
      </p:sp>
      <p:sp>
        <p:nvSpPr>
          <p:cNvPr id="5" name="Slide Number Placeholder 5">
            <a:extLst>
              <a:ext uri="{FF2B5EF4-FFF2-40B4-BE49-F238E27FC236}">
                <a16:creationId xmlns:a16="http://schemas.microsoft.com/office/drawing/2014/main" id="{58205DD8-018E-E64A-86F3-58BAA2CE758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24</a:t>
            </a:fld>
            <a:endParaRPr lang="en-US" dirty="0"/>
          </a:p>
        </p:txBody>
      </p:sp>
    </p:spTree>
    <p:extLst>
      <p:ext uri="{BB962C8B-B14F-4D97-AF65-F5344CB8AC3E}">
        <p14:creationId xmlns:p14="http://schemas.microsoft.com/office/powerpoint/2010/main" val="3151293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dissolve">
                                      <p:cBhvr>
                                        <p:cTn id="7" dur="500"/>
                                        <p:tgtEl>
                                          <p:spTgt spid="1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2">
                                            <p:txEl>
                                              <p:pRg st="1" end="1"/>
                                            </p:txEl>
                                          </p:spTgt>
                                        </p:tgtEl>
                                        <p:attrNameLst>
                                          <p:attrName>style.visibility</p:attrName>
                                        </p:attrNameLst>
                                      </p:cBhvr>
                                      <p:to>
                                        <p:strVal val="visible"/>
                                      </p:to>
                                    </p:set>
                                    <p:animEffect transition="in" filter="dissolve">
                                      <p:cBhvr>
                                        <p:cTn id="10" dur="500"/>
                                        <p:tgtEl>
                                          <p:spTgt spid="1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xEl>
                                              <p:pRg st="2" end="2"/>
                                            </p:txEl>
                                          </p:spTgt>
                                        </p:tgtEl>
                                        <p:attrNameLst>
                                          <p:attrName>style.visibility</p:attrName>
                                        </p:attrNameLst>
                                      </p:cBhvr>
                                      <p:to>
                                        <p:strVal val="visible"/>
                                      </p:to>
                                    </p:set>
                                    <p:animEffect transition="in" filter="dissolve">
                                      <p:cBhvr>
                                        <p:cTn id="15" dur="500"/>
                                        <p:tgtEl>
                                          <p:spTgt spid="1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
                                            <p:txEl>
                                              <p:pRg st="3" end="3"/>
                                            </p:txEl>
                                          </p:spTgt>
                                        </p:tgtEl>
                                        <p:attrNameLst>
                                          <p:attrName>style.visibility</p:attrName>
                                        </p:attrNameLst>
                                      </p:cBhvr>
                                      <p:to>
                                        <p:strVal val="visible"/>
                                      </p:to>
                                    </p:set>
                                    <p:animEffect transition="in" filter="dissolve">
                                      <p:cBhvr>
                                        <p:cTn id="18" dur="500"/>
                                        <p:tgtEl>
                                          <p:spTgt spid="1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
                                            <p:txEl>
                                              <p:pRg st="4" end="4"/>
                                            </p:txEl>
                                          </p:spTgt>
                                        </p:tgtEl>
                                        <p:attrNameLst>
                                          <p:attrName>style.visibility</p:attrName>
                                        </p:attrNameLst>
                                      </p:cBhvr>
                                      <p:to>
                                        <p:strVal val="visible"/>
                                      </p:to>
                                    </p:set>
                                    <p:animEffect transition="in" filter="dissolve">
                                      <p:cBhvr>
                                        <p:cTn id="23" dur="500"/>
                                        <p:tgtEl>
                                          <p:spTgt spid="1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
                                            <p:txEl>
                                              <p:pRg st="5" end="5"/>
                                            </p:txEl>
                                          </p:spTgt>
                                        </p:tgtEl>
                                        <p:attrNameLst>
                                          <p:attrName>style.visibility</p:attrName>
                                        </p:attrNameLst>
                                      </p:cBhvr>
                                      <p:to>
                                        <p:strVal val="visible"/>
                                      </p:to>
                                    </p:set>
                                    <p:animEffect transition="in" filter="dissolve">
                                      <p:cBhvr>
                                        <p:cTn id="26" dur="500"/>
                                        <p:tgtEl>
                                          <p:spTgt spid="1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2">
                                            <p:txEl>
                                              <p:pRg st="6" end="6"/>
                                            </p:txEl>
                                          </p:spTgt>
                                        </p:tgtEl>
                                        <p:attrNameLst>
                                          <p:attrName>style.visibility</p:attrName>
                                        </p:attrNameLst>
                                      </p:cBhvr>
                                      <p:to>
                                        <p:strVal val="visible"/>
                                      </p:to>
                                    </p:set>
                                    <p:animEffect transition="in" filter="dissolve">
                                      <p:cBhvr>
                                        <p:cTn id="29" dur="500"/>
                                        <p:tgtEl>
                                          <p:spTgt spid="1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12">
                                            <p:txEl>
                                              <p:pRg st="7" end="7"/>
                                            </p:txEl>
                                          </p:spTgt>
                                        </p:tgtEl>
                                        <p:attrNameLst>
                                          <p:attrName>style.visibility</p:attrName>
                                        </p:attrNameLst>
                                      </p:cBhvr>
                                      <p:to>
                                        <p:strVal val="visible"/>
                                      </p:to>
                                    </p:set>
                                    <p:animEffect transition="in" filter="dissolve">
                                      <p:cBhvr>
                                        <p:cTn id="32" dur="500"/>
                                        <p:tgtEl>
                                          <p:spTgt spid="12">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4">
                                            <p:txEl>
                                              <p:pRg st="0" end="0"/>
                                            </p:txEl>
                                          </p:spTgt>
                                        </p:tgtEl>
                                        <p:attrNameLst>
                                          <p:attrName>style.visibility</p:attrName>
                                        </p:attrNameLst>
                                      </p:cBhvr>
                                      <p:to>
                                        <p:strVal val="visible"/>
                                      </p:to>
                                    </p:set>
                                    <p:animEffect transition="in" filter="dissolve">
                                      <p:cBhvr>
                                        <p:cTn id="37" dur="500"/>
                                        <p:tgtEl>
                                          <p:spTgt spid="14">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4">
                                            <p:txEl>
                                              <p:pRg st="1" end="1"/>
                                            </p:txEl>
                                          </p:spTgt>
                                        </p:tgtEl>
                                        <p:attrNameLst>
                                          <p:attrName>style.visibility</p:attrName>
                                        </p:attrNameLst>
                                      </p:cBhvr>
                                      <p:to>
                                        <p:strVal val="visible"/>
                                      </p:to>
                                    </p:set>
                                    <p:animEffect transition="in" filter="dissolve">
                                      <p:cBhvr>
                                        <p:cTn id="42" dur="500"/>
                                        <p:tgtEl>
                                          <p:spTgt spid="14">
                                            <p:txEl>
                                              <p:pRg st="1" end="1"/>
                                            </p:txEl>
                                          </p:spTgt>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14">
                                            <p:txEl>
                                              <p:pRg st="2" end="2"/>
                                            </p:txEl>
                                          </p:spTgt>
                                        </p:tgtEl>
                                        <p:attrNameLst>
                                          <p:attrName>style.visibility</p:attrName>
                                        </p:attrNameLst>
                                      </p:cBhvr>
                                      <p:to>
                                        <p:strVal val="visible"/>
                                      </p:to>
                                    </p:set>
                                    <p:animEffect transition="in" filter="dissolve">
                                      <p:cBhvr>
                                        <p:cTn id="45" dur="500"/>
                                        <p:tgtEl>
                                          <p:spTgt spid="14">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14">
                                            <p:txEl>
                                              <p:pRg st="3" end="3"/>
                                            </p:txEl>
                                          </p:spTgt>
                                        </p:tgtEl>
                                        <p:attrNameLst>
                                          <p:attrName>style.visibility</p:attrName>
                                        </p:attrNameLst>
                                      </p:cBhvr>
                                      <p:to>
                                        <p:strVal val="visible"/>
                                      </p:to>
                                    </p:set>
                                    <p:animEffect transition="in" filter="dissolve">
                                      <p:cBhvr>
                                        <p:cTn id="50" dur="500"/>
                                        <p:tgtEl>
                                          <p:spTgt spid="14">
                                            <p:txEl>
                                              <p:pRg st="3" end="3"/>
                                            </p:txEl>
                                          </p:spTgt>
                                        </p:tgtEl>
                                      </p:cBhvr>
                                    </p:animEffect>
                                  </p:childTnLst>
                                </p:cTn>
                              </p:par>
                              <p:par>
                                <p:cTn id="51" presetID="9" presetClass="entr" presetSubtype="0" fill="hold" grpId="0" nodeType="withEffect">
                                  <p:stCondLst>
                                    <p:cond delay="0"/>
                                  </p:stCondLst>
                                  <p:childTnLst>
                                    <p:set>
                                      <p:cBhvr>
                                        <p:cTn id="52" dur="1" fill="hold">
                                          <p:stCondLst>
                                            <p:cond delay="0"/>
                                          </p:stCondLst>
                                        </p:cTn>
                                        <p:tgtEl>
                                          <p:spTgt spid="14">
                                            <p:txEl>
                                              <p:pRg st="4" end="4"/>
                                            </p:txEl>
                                          </p:spTgt>
                                        </p:tgtEl>
                                        <p:attrNameLst>
                                          <p:attrName>style.visibility</p:attrName>
                                        </p:attrNameLst>
                                      </p:cBhvr>
                                      <p:to>
                                        <p:strVal val="visible"/>
                                      </p:to>
                                    </p:set>
                                    <p:animEffect transition="in" filter="dissolve">
                                      <p:cBhvr>
                                        <p:cTn id="53" dur="500"/>
                                        <p:tgtEl>
                                          <p:spTgt spid="14">
                                            <p:txEl>
                                              <p:pRg st="4" end="4"/>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4">
                                            <p:txEl>
                                              <p:pRg st="5" end="5"/>
                                            </p:txEl>
                                          </p:spTgt>
                                        </p:tgtEl>
                                        <p:attrNameLst>
                                          <p:attrName>style.visibility</p:attrName>
                                        </p:attrNameLst>
                                      </p:cBhvr>
                                      <p:to>
                                        <p:strVal val="visible"/>
                                      </p:to>
                                    </p:set>
                                    <p:animEffect transition="in" filter="dissolve">
                                      <p:cBhvr>
                                        <p:cTn id="58" dur="500"/>
                                        <p:tgtEl>
                                          <p:spTgt spid="14">
                                            <p:txEl>
                                              <p:pRg st="5" end="5"/>
                                            </p:txEl>
                                          </p:spTgt>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4">
                                            <p:txEl>
                                              <p:pRg st="6" end="6"/>
                                            </p:txEl>
                                          </p:spTgt>
                                        </p:tgtEl>
                                        <p:attrNameLst>
                                          <p:attrName>style.visibility</p:attrName>
                                        </p:attrNameLst>
                                      </p:cBhvr>
                                      <p:to>
                                        <p:strVal val="visible"/>
                                      </p:to>
                                    </p:set>
                                    <p:animEffect transition="in" filter="dissolve">
                                      <p:cBhvr>
                                        <p:cTn id="61" dur="500"/>
                                        <p:tgtEl>
                                          <p:spTgt spid="14">
                                            <p:txEl>
                                              <p:pRg st="6" end="6"/>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14">
                                            <p:txEl>
                                              <p:pRg st="7" end="7"/>
                                            </p:txEl>
                                          </p:spTgt>
                                        </p:tgtEl>
                                        <p:attrNameLst>
                                          <p:attrName>style.visibility</p:attrName>
                                        </p:attrNameLst>
                                      </p:cBhvr>
                                      <p:to>
                                        <p:strVal val="visible"/>
                                      </p:to>
                                    </p:set>
                                    <p:animEffect transition="in" filter="dissolve">
                                      <p:cBhvr>
                                        <p:cTn id="66" dur="500"/>
                                        <p:tgtEl>
                                          <p:spTgt spid="14">
                                            <p:txEl>
                                              <p:pRg st="7" end="7"/>
                                            </p:txEl>
                                          </p:spTgt>
                                        </p:tgtEl>
                                      </p:cBhvr>
                                    </p:animEffect>
                                  </p:childTnLst>
                                </p:cTn>
                              </p:par>
                              <p:par>
                                <p:cTn id="67" presetID="9" presetClass="entr" presetSubtype="0" fill="hold" grpId="0" nodeType="withEffect">
                                  <p:stCondLst>
                                    <p:cond delay="0"/>
                                  </p:stCondLst>
                                  <p:childTnLst>
                                    <p:set>
                                      <p:cBhvr>
                                        <p:cTn id="68" dur="1" fill="hold">
                                          <p:stCondLst>
                                            <p:cond delay="0"/>
                                          </p:stCondLst>
                                        </p:cTn>
                                        <p:tgtEl>
                                          <p:spTgt spid="14">
                                            <p:txEl>
                                              <p:pRg st="8" end="8"/>
                                            </p:txEl>
                                          </p:spTgt>
                                        </p:tgtEl>
                                        <p:attrNameLst>
                                          <p:attrName>style.visibility</p:attrName>
                                        </p:attrNameLst>
                                      </p:cBhvr>
                                      <p:to>
                                        <p:strVal val="visible"/>
                                      </p:to>
                                    </p:set>
                                    <p:animEffect transition="in" filter="dissolve">
                                      <p:cBhvr>
                                        <p:cTn id="69" dur="500"/>
                                        <p:tgtEl>
                                          <p:spTgt spid="14">
                                            <p:txEl>
                                              <p:pRg st="8" end="8"/>
                                            </p:txEl>
                                          </p:spTgt>
                                        </p:tgtEl>
                                      </p:cBhvr>
                                    </p:animEffec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4">
                                            <p:txEl>
                                              <p:pRg st="9" end="9"/>
                                            </p:txEl>
                                          </p:spTgt>
                                        </p:tgtEl>
                                        <p:attrNameLst>
                                          <p:attrName>style.visibility</p:attrName>
                                        </p:attrNameLst>
                                      </p:cBhvr>
                                      <p:to>
                                        <p:strVal val="visible"/>
                                      </p:to>
                                    </p:set>
                                    <p:animEffect transition="in" filter="dissolve">
                                      <p:cBhvr>
                                        <p:cTn id="74" dur="500"/>
                                        <p:tgtEl>
                                          <p:spTgt spid="14">
                                            <p:txEl>
                                              <p:pRg st="9" end="9"/>
                                            </p:txEl>
                                          </p:spTgt>
                                        </p:tgtEl>
                                      </p:cBhvr>
                                    </p:animEffect>
                                  </p:childTnLst>
                                </p:cTn>
                              </p:par>
                              <p:par>
                                <p:cTn id="75" presetID="9" presetClass="entr" presetSubtype="0" fill="hold" grpId="0" nodeType="withEffect">
                                  <p:stCondLst>
                                    <p:cond delay="0"/>
                                  </p:stCondLst>
                                  <p:childTnLst>
                                    <p:set>
                                      <p:cBhvr>
                                        <p:cTn id="76" dur="1" fill="hold">
                                          <p:stCondLst>
                                            <p:cond delay="0"/>
                                          </p:stCondLst>
                                        </p:cTn>
                                        <p:tgtEl>
                                          <p:spTgt spid="14">
                                            <p:txEl>
                                              <p:pRg st="10" end="10"/>
                                            </p:txEl>
                                          </p:spTgt>
                                        </p:tgtEl>
                                        <p:attrNameLst>
                                          <p:attrName>style.visibility</p:attrName>
                                        </p:attrNameLst>
                                      </p:cBhvr>
                                      <p:to>
                                        <p:strVal val="visible"/>
                                      </p:to>
                                    </p:set>
                                    <p:animEffect transition="in" filter="dissolve">
                                      <p:cBhvr>
                                        <p:cTn id="77" dur="500"/>
                                        <p:tgtEl>
                                          <p:spTgt spid="14">
                                            <p:txEl>
                                              <p:pRg st="10" end="10"/>
                                            </p:txEl>
                                          </p:spTgt>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14">
                                            <p:txEl>
                                              <p:pRg st="11" end="11"/>
                                            </p:txEl>
                                          </p:spTgt>
                                        </p:tgtEl>
                                        <p:attrNameLst>
                                          <p:attrName>style.visibility</p:attrName>
                                        </p:attrNameLst>
                                      </p:cBhvr>
                                      <p:to>
                                        <p:strVal val="visible"/>
                                      </p:to>
                                    </p:set>
                                    <p:animEffect transition="in" filter="dissolve">
                                      <p:cBhvr>
                                        <p:cTn id="80" dur="500"/>
                                        <p:tgtEl>
                                          <p:spTgt spid="14">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p"/>
      <p:bldP spid="14" grpId="0" build="p"/>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25</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rgbClr val="0000A8"/>
              </a:buClr>
            </a:pPr>
            <a:r>
              <a:rPr lang="en-US" altLang="en-US" sz="3200" dirty="0">
                <a:solidFill>
                  <a:srgbClr val="0000A8"/>
                </a:solidFill>
                <a:latin typeface="Calibri" panose="020F0502020204030204" pitchFamily="34" charset="0"/>
                <a:cs typeface="Calibri" panose="020F0502020204030204" pitchFamily="34" charset="0"/>
              </a:rPr>
              <a:t>Network core: </a:t>
            </a:r>
            <a:r>
              <a:rPr lang="en-US" altLang="en-US" sz="3200" dirty="0">
                <a:latin typeface="Calibri" panose="020F0502020204030204" pitchFamily="34" charset="0"/>
                <a:cs typeface="Calibri" panose="020F0502020204030204" pitchFamily="34" charset="0"/>
              </a:rPr>
              <a:t>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50466D51-7C04-8648-9FCA-079A4213185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25122709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3273" y="413683"/>
            <a:ext cx="10515600" cy="894622"/>
          </a:xfrm>
        </p:spPr>
        <p:txBody>
          <a:bodyPr>
            <a:normAutofit/>
          </a:bodyPr>
          <a:lstStyle/>
          <a:p>
            <a:r>
              <a:rPr lang="en-US" altLang="ja-JP" sz="4800" dirty="0"/>
              <a:t>The network core</a:t>
            </a:r>
            <a:endParaRPr lang="en-US" sz="4800"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676092" y="1531645"/>
            <a:ext cx="6282647" cy="4617464"/>
          </a:xfrm>
        </p:spPr>
        <p:txBody>
          <a:bodyPr>
            <a:normAutofit/>
          </a:bodyPr>
          <a:lstStyle/>
          <a:p>
            <a:pPr marL="412750" indent="-282575"/>
            <a:r>
              <a:rPr lang="en-US" altLang="en-US" dirty="0">
                <a:ea typeface="ＭＳ Ｐゴシック" panose="020B0600070205080204" pitchFamily="34" charset="-128"/>
              </a:rPr>
              <a:t>mesh of interconnected routers</a:t>
            </a:r>
          </a:p>
          <a:p>
            <a:pPr marL="412750" indent="-282575"/>
            <a:r>
              <a:rPr lang="en-US" altLang="en-US" dirty="0">
                <a:solidFill>
                  <a:srgbClr val="CC0000"/>
                </a:solidFill>
                <a:ea typeface="ＭＳ Ｐゴシック" panose="020B0600070205080204" pitchFamily="34" charset="-128"/>
              </a:rPr>
              <a:t>packet-switching: </a:t>
            </a:r>
            <a:r>
              <a:rPr lang="en-US" altLang="en-US" dirty="0">
                <a:ea typeface="ＭＳ Ｐゴシック" panose="020B0600070205080204" pitchFamily="34" charset="-128"/>
              </a:rPr>
              <a:t>hosts break application-layer messages into </a:t>
            </a:r>
            <a:r>
              <a:rPr lang="en-US" altLang="en-US" i="1" dirty="0">
                <a:solidFill>
                  <a:srgbClr val="CC0000"/>
                </a:solidFill>
                <a:ea typeface="ＭＳ Ｐゴシック" panose="020B0600070205080204" pitchFamily="34" charset="-128"/>
              </a:rPr>
              <a:t>packets</a:t>
            </a:r>
          </a:p>
          <a:p>
            <a:pPr lvl="1"/>
            <a:r>
              <a:rPr lang="en-US" altLang="en-US" sz="2800" dirty="0">
                <a:ea typeface="Arial" panose="020B0604020202020204" pitchFamily="34" charset="0"/>
              </a:rPr>
              <a:t>network </a:t>
            </a:r>
            <a:r>
              <a:rPr lang="en-US" altLang="en-US" sz="2800" dirty="0">
                <a:solidFill>
                  <a:srgbClr val="0000A3"/>
                </a:solidFill>
                <a:ea typeface="Arial" panose="020B0604020202020204" pitchFamily="34" charset="0"/>
              </a:rPr>
              <a:t>forwards</a:t>
            </a:r>
            <a:r>
              <a:rPr lang="en-US" altLang="en-US" sz="2800" dirty="0">
                <a:ea typeface="Arial" panose="020B0604020202020204" pitchFamily="34" charset="0"/>
              </a:rPr>
              <a:t> packets</a:t>
            </a:r>
            <a:r>
              <a:rPr lang="en-US" altLang="en-US" sz="2800" i="1" dirty="0">
                <a:ea typeface="Arial" panose="020B0604020202020204" pitchFamily="34" charset="0"/>
              </a:rPr>
              <a:t> </a:t>
            </a:r>
            <a:r>
              <a:rPr lang="en-US" altLang="en-US" sz="2800" dirty="0">
                <a:ea typeface="Arial" panose="020B0604020202020204" pitchFamily="34" charset="0"/>
              </a:rPr>
              <a:t>from one router to the next, across links on path from </a:t>
            </a:r>
            <a:r>
              <a:rPr lang="en-US" altLang="en-US" sz="2800" dirty="0">
                <a:solidFill>
                  <a:srgbClr val="0000A3"/>
                </a:solidFill>
                <a:ea typeface="Arial" panose="020B0604020202020204" pitchFamily="34" charset="0"/>
              </a:rPr>
              <a:t>source to destination</a:t>
            </a:r>
          </a:p>
          <a:p>
            <a:pPr marL="174625" indent="0">
              <a:buSzPct val="75000"/>
              <a:buNone/>
            </a:pPr>
            <a:endParaRPr lang="en-US" altLang="en-US" dirty="0"/>
          </a:p>
          <a:p>
            <a:endParaRPr lang="en-US" dirty="0"/>
          </a:p>
        </p:txBody>
      </p:sp>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00635" y="2169432"/>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42166" y="2718967"/>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69542" y="2169432"/>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62103" y="2127325"/>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681994" y="2718967"/>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69223" y="2268313"/>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378705" y="4113379"/>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44554" y="4047456"/>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917025"/>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60509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9678" y="245030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45565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73752" y="244416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6562" y="244384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80579" y="247266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605588" y="259690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90512" y="247423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605977" y="260524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601109" y="267154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70154" y="267705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64976" y="268350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65171" y="266996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65366" y="260902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74909" y="267311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64701" y="266807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39228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11695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60520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605388" y="348929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9330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7403" y="348470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603345" y="348446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83026" y="350604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602706" y="359907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9539" y="350722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602962" y="360532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9769" y="365496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10617" y="365909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10503" y="366393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10631" y="365379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10758" y="360815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7016" y="365614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7042" y="365237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567143"/>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flipH="1">
            <a:off x="8145217" y="3599942"/>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38501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216586" y="6040274"/>
            <a:ext cx="253501" cy="120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9300597" y="5923494"/>
            <a:ext cx="204043" cy="15705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10647" y="5927534"/>
            <a:ext cx="185412"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9337747" y="5918861"/>
            <a:ext cx="172878" cy="29225"/>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9298791" y="5918624"/>
            <a:ext cx="47990" cy="121650"/>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9457666" y="5940364"/>
            <a:ext cx="51716" cy="14042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9298226" y="6034096"/>
            <a:ext cx="189702" cy="47401"/>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9463425" y="5941552"/>
            <a:ext cx="48442" cy="141014"/>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9298452" y="6040392"/>
            <a:ext cx="168700" cy="46807"/>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9295629" y="6090407"/>
            <a:ext cx="57249" cy="27799"/>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9393642" y="6094565"/>
            <a:ext cx="69332" cy="61063"/>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9216699" y="6099436"/>
            <a:ext cx="177394" cy="55717"/>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9216812" y="6089219"/>
            <a:ext cx="1920" cy="11286"/>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9216925" y="6043244"/>
            <a:ext cx="82430" cy="46688"/>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9222458" y="6091595"/>
            <a:ext cx="168248" cy="53578"/>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9390480" y="6087793"/>
            <a:ext cx="68654" cy="5547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949454"/>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9636557" y="5853324"/>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856649"/>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9674794" y="5849510"/>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9634698" y="5849315"/>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9798223" y="5867211"/>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9634116" y="5944369"/>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9804150" y="5868189"/>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9634349" y="5949552"/>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9631443" y="5990722"/>
            <a:ext cx="58925" cy="22883"/>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9732325" y="5994145"/>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9550204" y="5998154"/>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9550320" y="5989744"/>
            <a:ext cx="1976" cy="9290"/>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9550436" y="5951899"/>
            <a:ext cx="84843" cy="38432"/>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9556131" y="5991700"/>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9729071" y="5988571"/>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983">
            <a:extLst>
              <a:ext uri="{FF2B5EF4-FFF2-40B4-BE49-F238E27FC236}">
                <a16:creationId xmlns:a16="http://schemas.microsoft.com/office/drawing/2014/main" id="{105B6396-94AE-3641-98AD-7B23024BF303}"/>
              </a:ext>
            </a:extLst>
          </p:cNvPr>
          <p:cNvGrpSpPr>
            <a:grpSpLocks/>
          </p:cNvGrpSpPr>
          <p:nvPr/>
        </p:nvGrpSpPr>
        <p:grpSpPr bwMode="auto">
          <a:xfrm>
            <a:off x="10017877" y="5636388"/>
            <a:ext cx="171450" cy="348944"/>
            <a:chOff x="4140" y="429"/>
            <a:chExt cx="1425" cy="2396"/>
          </a:xfrm>
        </p:grpSpPr>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985">
              <a:extLst>
                <a:ext uri="{FF2B5EF4-FFF2-40B4-BE49-F238E27FC236}">
                  <a16:creationId xmlns:a16="http://schemas.microsoft.com/office/drawing/2014/main" id="{372674DE-08A1-7340-A835-CB738EF1A64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4749" y="668"/>
              <a:ext cx="581" cy="145"/>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4747" y="994"/>
              <a:ext cx="581" cy="134"/>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4735" y="1627"/>
              <a:ext cx="582" cy="15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4739" y="1327"/>
              <a:ext cx="582" cy="139"/>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A912210B-AFA0-C747-B0D5-6E0D32FFEF07}"/>
              </a:ext>
            </a:extLst>
          </p:cNvPr>
          <p:cNvGrpSpPr/>
          <p:nvPr/>
        </p:nvGrpSpPr>
        <p:grpSpPr>
          <a:xfrm>
            <a:off x="7439074" y="1859725"/>
            <a:ext cx="4144321" cy="4127477"/>
            <a:chOff x="7439074" y="1859725"/>
            <a:chExt cx="4144321" cy="4127477"/>
          </a:xfrm>
        </p:grpSpPr>
        <p:grpSp>
          <p:nvGrpSpPr>
            <p:cNvPr id="15" name="Group 14">
              <a:extLst>
                <a:ext uri="{FF2B5EF4-FFF2-40B4-BE49-F238E27FC236}">
                  <a16:creationId xmlns:a16="http://schemas.microsoft.com/office/drawing/2014/main" id="{5DBD1858-2E40-9545-88AD-AAD37777C13D}"/>
                </a:ext>
              </a:extLst>
            </p:cNvPr>
            <p:cNvGrpSpPr/>
            <p:nvPr/>
          </p:nvGrpSpPr>
          <p:grpSpPr>
            <a:xfrm>
              <a:off x="7439074" y="1859725"/>
              <a:ext cx="1802647" cy="1120859"/>
              <a:chOff x="7439074" y="1859725"/>
              <a:chExt cx="1802647" cy="1120859"/>
            </a:xfrm>
          </p:grpSpPr>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4C0639A7-533B-6644-A560-40B5151A7BE4}"/>
                </a:ext>
              </a:extLst>
            </p:cNvPr>
            <p:cNvGrpSpPr/>
            <p:nvPr/>
          </p:nvGrpSpPr>
          <p:grpSpPr>
            <a:xfrm>
              <a:off x="7493518" y="3325424"/>
              <a:ext cx="911538" cy="843226"/>
              <a:chOff x="7493518" y="3325424"/>
              <a:chExt cx="911538" cy="843226"/>
            </a:xfrm>
          </p:grpSpPr>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0FFCC6D2-A029-1E45-9C4D-1FF4453F0EB7}"/>
                  </a:ext>
                </a:extLst>
              </p:cNvPr>
              <p:cNvGrpSpPr/>
              <p:nvPr/>
            </p:nvGrpSpPr>
            <p:grpSpPr>
              <a:xfrm>
                <a:off x="7493518" y="3325424"/>
                <a:ext cx="911538" cy="816238"/>
                <a:chOff x="7493518" y="3325424"/>
                <a:chExt cx="911538" cy="816238"/>
              </a:xfrm>
            </p:grpSpPr>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6" name="Group 15">
              <a:extLst>
                <a:ext uri="{FF2B5EF4-FFF2-40B4-BE49-F238E27FC236}">
                  <a16:creationId xmlns:a16="http://schemas.microsoft.com/office/drawing/2014/main" id="{E43A22F9-CEFC-E64E-9231-138462077C83}"/>
                </a:ext>
              </a:extLst>
            </p:cNvPr>
            <p:cNvGrpSpPr/>
            <p:nvPr/>
          </p:nvGrpSpPr>
          <p:grpSpPr>
            <a:xfrm>
              <a:off x="10884085" y="3428485"/>
              <a:ext cx="604586" cy="405973"/>
              <a:chOff x="10884085" y="3428485"/>
              <a:chExt cx="604586" cy="405973"/>
            </a:xfrm>
          </p:grpSpPr>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64947" y="342848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 name="Group 9">
              <a:extLst>
                <a:ext uri="{FF2B5EF4-FFF2-40B4-BE49-F238E27FC236}">
                  <a16:creationId xmlns:a16="http://schemas.microsoft.com/office/drawing/2014/main" id="{F94C1D3C-A4C3-8F43-933A-1DDD15B3AD09}"/>
                </a:ext>
              </a:extLst>
            </p:cNvPr>
            <p:cNvGrpSpPr/>
            <p:nvPr/>
          </p:nvGrpSpPr>
          <p:grpSpPr>
            <a:xfrm>
              <a:off x="7975881" y="4741266"/>
              <a:ext cx="2318709" cy="1245936"/>
              <a:chOff x="7948367" y="4775686"/>
              <a:chExt cx="2318709" cy="1245936"/>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C4C54689-4DDC-6D45-8526-2BC60244FA39}"/>
                  </a:ext>
                </a:extLst>
              </p:cNvPr>
              <p:cNvGrpSpPr/>
              <p:nvPr/>
            </p:nvGrpSpPr>
            <p:grpSpPr>
              <a:xfrm>
                <a:off x="7948367" y="4775686"/>
                <a:ext cx="2318709" cy="1245936"/>
                <a:chOff x="7948367" y="4775686"/>
                <a:chExt cx="2318709" cy="1245936"/>
              </a:xfrm>
            </p:grpSpPr>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201681" y="5852809"/>
                  <a:ext cx="307702" cy="16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34746" y="5795138"/>
                  <a:ext cx="316707" cy="13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a:extLst>
                <a:ext uri="{FF2B5EF4-FFF2-40B4-BE49-F238E27FC236}">
                  <a16:creationId xmlns:a16="http://schemas.microsoft.com/office/drawing/2014/main" id="{9A6A6CC5-7ABD-A145-ADF0-F2AD445BC11E}"/>
                </a:ext>
              </a:extLst>
            </p:cNvPr>
            <p:cNvGrpSpPr/>
            <p:nvPr/>
          </p:nvGrpSpPr>
          <p:grpSpPr>
            <a:xfrm>
              <a:off x="10925982" y="4188911"/>
              <a:ext cx="657413" cy="451816"/>
              <a:chOff x="10925982" y="4188911"/>
              <a:chExt cx="657413" cy="451816"/>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93556" y="418891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4D09F97-D3D9-764B-B75B-ED7B4816D5B9}"/>
              </a:ext>
            </a:extLst>
          </p:cNvPr>
          <p:cNvGrpSpPr/>
          <p:nvPr/>
        </p:nvGrpSpPr>
        <p:grpSpPr>
          <a:xfrm>
            <a:off x="8694912" y="1702617"/>
            <a:ext cx="2658888" cy="2831440"/>
            <a:chOff x="17449127" y="2067553"/>
            <a:chExt cx="2658888" cy="2831440"/>
          </a:xfrm>
        </p:grpSpPr>
        <p:sp>
          <p:nvSpPr>
            <p:cNvPr id="640" name="Oval 639">
              <a:extLst>
                <a:ext uri="{FF2B5EF4-FFF2-40B4-BE49-F238E27FC236}">
                  <a16:creationId xmlns:a16="http://schemas.microsoft.com/office/drawing/2014/main" id="{67287325-A3CF-3F47-9A8A-8C7EE2AD7C46}"/>
                </a:ext>
              </a:extLst>
            </p:cNvPr>
            <p:cNvSpPr/>
            <p:nvPr/>
          </p:nvSpPr>
          <p:spPr>
            <a:xfrm>
              <a:off x="18054808" y="2067553"/>
              <a:ext cx="2053207" cy="1399514"/>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D09BD5F5-1EE1-7744-94DF-5BEAED02584D}"/>
                </a:ext>
              </a:extLst>
            </p:cNvPr>
            <p:cNvSpPr/>
            <p:nvPr/>
          </p:nvSpPr>
          <p:spPr>
            <a:xfrm>
              <a:off x="17449127" y="3391110"/>
              <a:ext cx="2173774" cy="150788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 name="Freeform 4">
            <a:extLst>
              <a:ext uri="{FF2B5EF4-FFF2-40B4-BE49-F238E27FC236}">
                <a16:creationId xmlns:a16="http://schemas.microsoft.com/office/drawing/2014/main" id="{22D8BA93-CE35-C54A-BCA8-174D5BBE10D2}"/>
              </a:ext>
            </a:extLst>
          </p:cNvPr>
          <p:cNvSpPr/>
          <p:nvPr/>
        </p:nvSpPr>
        <p:spPr>
          <a:xfrm>
            <a:off x="7157545" y="1523999"/>
            <a:ext cx="4550979" cy="4897821"/>
          </a:xfrm>
          <a:custGeom>
            <a:avLst/>
            <a:gdLst>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713187 w 4656083"/>
              <a:gd name="connsiteY6" fmla="*/ 3100551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079531 w 4656083"/>
              <a:gd name="connsiteY7" fmla="*/ 3037489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552497 w 4656083"/>
              <a:gd name="connsiteY8" fmla="*/ 2858813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762704 w 4656083"/>
              <a:gd name="connsiteY9" fmla="*/ 258554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660635 w 4656083"/>
              <a:gd name="connsiteY6" fmla="*/ 245942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60635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375338 w 4656083"/>
              <a:gd name="connsiteY4" fmla="*/ 1418896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0 w 4656083"/>
              <a:gd name="connsiteY0" fmla="*/ 0 h 4939862"/>
              <a:gd name="connsiteX1" fmla="*/ 0 w 4656083"/>
              <a:gd name="connsiteY1" fmla="*/ 0 h 4939862"/>
              <a:gd name="connsiteX2" fmla="*/ 94593 w 4656083"/>
              <a:gd name="connsiteY2" fmla="*/ 10510 h 4939862"/>
              <a:gd name="connsiteX3" fmla="*/ 2375338 w 4656083"/>
              <a:gd name="connsiteY3" fmla="*/ 42041 h 4939862"/>
              <a:gd name="connsiteX4" fmla="*/ 2438400 w 4656083"/>
              <a:gd name="connsiteY4" fmla="*/ 1471447 h 4939862"/>
              <a:gd name="connsiteX5" fmla="*/ 1692166 w 4656083"/>
              <a:gd name="connsiteY5" fmla="*/ 1923393 h 4939862"/>
              <a:gd name="connsiteX6" fmla="*/ 1555531 w 4656083"/>
              <a:gd name="connsiteY6" fmla="*/ 2469930 h 4939862"/>
              <a:gd name="connsiteX7" fmla="*/ 3132083 w 4656083"/>
              <a:gd name="connsiteY7" fmla="*/ 3090041 h 4939862"/>
              <a:gd name="connsiteX8" fmla="*/ 3605049 w 4656083"/>
              <a:gd name="connsiteY8" fmla="*/ 2869324 h 4939862"/>
              <a:gd name="connsiteX9" fmla="*/ 3804745 w 4656083"/>
              <a:gd name="connsiteY9" fmla="*/ 2596054 h 4939862"/>
              <a:gd name="connsiteX10" fmla="*/ 3825766 w 4656083"/>
              <a:gd name="connsiteY10" fmla="*/ 2259724 h 4939862"/>
              <a:gd name="connsiteX11" fmla="*/ 3783725 w 4656083"/>
              <a:gd name="connsiteY11" fmla="*/ 2060027 h 4939862"/>
              <a:gd name="connsiteX12" fmla="*/ 3689131 w 4656083"/>
              <a:gd name="connsiteY12" fmla="*/ 1881351 h 4939862"/>
              <a:gd name="connsiteX13" fmla="*/ 3447393 w 4656083"/>
              <a:gd name="connsiteY13" fmla="*/ 1723696 h 4939862"/>
              <a:gd name="connsiteX14" fmla="*/ 4498428 w 4656083"/>
              <a:gd name="connsiteY14" fmla="*/ 1587062 h 4939862"/>
              <a:gd name="connsiteX15" fmla="*/ 4656083 w 4656083"/>
              <a:gd name="connsiteY15" fmla="*/ 2921875 h 4939862"/>
              <a:gd name="connsiteX16" fmla="*/ 4508938 w 4656083"/>
              <a:gd name="connsiteY16" fmla="*/ 4561489 h 4939862"/>
              <a:gd name="connsiteX17" fmla="*/ 3499945 w 4656083"/>
              <a:gd name="connsiteY17" fmla="*/ 4939862 h 4939862"/>
              <a:gd name="connsiteX18" fmla="*/ 105104 w 4656083"/>
              <a:gd name="connsiteY18" fmla="*/ 4897820 h 4939862"/>
              <a:gd name="connsiteX19" fmla="*/ 0 w 4656083"/>
              <a:gd name="connsiteY19" fmla="*/ 0 h 4939862"/>
              <a:gd name="connsiteX0" fmla="*/ 126410 w 4656369"/>
              <a:gd name="connsiteY0" fmla="*/ 234571 h 4953715"/>
              <a:gd name="connsiteX1" fmla="*/ 286 w 4656369"/>
              <a:gd name="connsiteY1" fmla="*/ 13853 h 4953715"/>
              <a:gd name="connsiteX2" fmla="*/ 94879 w 4656369"/>
              <a:gd name="connsiteY2" fmla="*/ 24363 h 4953715"/>
              <a:gd name="connsiteX3" fmla="*/ 2375624 w 4656369"/>
              <a:gd name="connsiteY3" fmla="*/ 55894 h 4953715"/>
              <a:gd name="connsiteX4" fmla="*/ 2438686 w 4656369"/>
              <a:gd name="connsiteY4" fmla="*/ 1485300 h 4953715"/>
              <a:gd name="connsiteX5" fmla="*/ 1692452 w 4656369"/>
              <a:gd name="connsiteY5" fmla="*/ 1937246 h 4953715"/>
              <a:gd name="connsiteX6" fmla="*/ 1555817 w 4656369"/>
              <a:gd name="connsiteY6" fmla="*/ 2483783 h 4953715"/>
              <a:gd name="connsiteX7" fmla="*/ 3132369 w 4656369"/>
              <a:gd name="connsiteY7" fmla="*/ 3103894 h 4953715"/>
              <a:gd name="connsiteX8" fmla="*/ 3605335 w 4656369"/>
              <a:gd name="connsiteY8" fmla="*/ 2883177 h 4953715"/>
              <a:gd name="connsiteX9" fmla="*/ 3805031 w 4656369"/>
              <a:gd name="connsiteY9" fmla="*/ 2609907 h 4953715"/>
              <a:gd name="connsiteX10" fmla="*/ 3826052 w 4656369"/>
              <a:gd name="connsiteY10" fmla="*/ 2273577 h 4953715"/>
              <a:gd name="connsiteX11" fmla="*/ 3784011 w 4656369"/>
              <a:gd name="connsiteY11" fmla="*/ 2073880 h 4953715"/>
              <a:gd name="connsiteX12" fmla="*/ 3689417 w 4656369"/>
              <a:gd name="connsiteY12" fmla="*/ 1895204 h 4953715"/>
              <a:gd name="connsiteX13" fmla="*/ 3447679 w 4656369"/>
              <a:gd name="connsiteY13" fmla="*/ 1737549 h 4953715"/>
              <a:gd name="connsiteX14" fmla="*/ 4498714 w 4656369"/>
              <a:gd name="connsiteY14" fmla="*/ 1600915 h 4953715"/>
              <a:gd name="connsiteX15" fmla="*/ 4656369 w 4656369"/>
              <a:gd name="connsiteY15" fmla="*/ 2935728 h 4953715"/>
              <a:gd name="connsiteX16" fmla="*/ 4509224 w 4656369"/>
              <a:gd name="connsiteY16" fmla="*/ 4575342 h 4953715"/>
              <a:gd name="connsiteX17" fmla="*/ 3500231 w 4656369"/>
              <a:gd name="connsiteY17" fmla="*/ 4953715 h 4953715"/>
              <a:gd name="connsiteX18" fmla="*/ 105390 w 4656369"/>
              <a:gd name="connsiteY18" fmla="*/ 4911673 h 4953715"/>
              <a:gd name="connsiteX19" fmla="*/ 126410 w 4656369"/>
              <a:gd name="connsiteY19" fmla="*/ 234571 h 4953715"/>
              <a:gd name="connsiteX0" fmla="*/ 190699 w 4720658"/>
              <a:gd name="connsiteY0" fmla="*/ 417353 h 5136497"/>
              <a:gd name="connsiteX1" fmla="*/ 159168 w 4720658"/>
              <a:gd name="connsiteY1" fmla="*/ 207145 h 5136497"/>
              <a:gd name="connsiteX2" fmla="*/ 2439913 w 4720658"/>
              <a:gd name="connsiteY2" fmla="*/ 238676 h 5136497"/>
              <a:gd name="connsiteX3" fmla="*/ 2502975 w 4720658"/>
              <a:gd name="connsiteY3" fmla="*/ 1668082 h 5136497"/>
              <a:gd name="connsiteX4" fmla="*/ 1756741 w 4720658"/>
              <a:gd name="connsiteY4" fmla="*/ 2120028 h 5136497"/>
              <a:gd name="connsiteX5" fmla="*/ 1620106 w 4720658"/>
              <a:gd name="connsiteY5" fmla="*/ 2666565 h 5136497"/>
              <a:gd name="connsiteX6" fmla="*/ 3196658 w 4720658"/>
              <a:gd name="connsiteY6" fmla="*/ 3286676 h 5136497"/>
              <a:gd name="connsiteX7" fmla="*/ 3669624 w 4720658"/>
              <a:gd name="connsiteY7" fmla="*/ 3065959 h 5136497"/>
              <a:gd name="connsiteX8" fmla="*/ 3869320 w 4720658"/>
              <a:gd name="connsiteY8" fmla="*/ 2792689 h 5136497"/>
              <a:gd name="connsiteX9" fmla="*/ 3890341 w 4720658"/>
              <a:gd name="connsiteY9" fmla="*/ 2456359 h 5136497"/>
              <a:gd name="connsiteX10" fmla="*/ 3848300 w 4720658"/>
              <a:gd name="connsiteY10" fmla="*/ 2256662 h 5136497"/>
              <a:gd name="connsiteX11" fmla="*/ 3753706 w 4720658"/>
              <a:gd name="connsiteY11" fmla="*/ 2077986 h 5136497"/>
              <a:gd name="connsiteX12" fmla="*/ 3511968 w 4720658"/>
              <a:gd name="connsiteY12" fmla="*/ 1920331 h 5136497"/>
              <a:gd name="connsiteX13" fmla="*/ 4563003 w 4720658"/>
              <a:gd name="connsiteY13" fmla="*/ 1783697 h 5136497"/>
              <a:gd name="connsiteX14" fmla="*/ 4720658 w 4720658"/>
              <a:gd name="connsiteY14" fmla="*/ 3118510 h 5136497"/>
              <a:gd name="connsiteX15" fmla="*/ 4573513 w 4720658"/>
              <a:gd name="connsiteY15" fmla="*/ 4758124 h 5136497"/>
              <a:gd name="connsiteX16" fmla="*/ 3564520 w 4720658"/>
              <a:gd name="connsiteY16" fmla="*/ 5136497 h 5136497"/>
              <a:gd name="connsiteX17" fmla="*/ 169679 w 4720658"/>
              <a:gd name="connsiteY17" fmla="*/ 5094455 h 5136497"/>
              <a:gd name="connsiteX18" fmla="*/ 190699 w 4720658"/>
              <a:gd name="connsiteY18" fmla="*/ 417353 h 5136497"/>
              <a:gd name="connsiteX0" fmla="*/ 21020 w 4550979"/>
              <a:gd name="connsiteY0" fmla="*/ 476180 h 5195324"/>
              <a:gd name="connsiteX1" fmla="*/ 2270234 w 4550979"/>
              <a:gd name="connsiteY1" fmla="*/ 297503 h 5195324"/>
              <a:gd name="connsiteX2" fmla="*/ 2333296 w 4550979"/>
              <a:gd name="connsiteY2" fmla="*/ 1726909 h 5195324"/>
              <a:gd name="connsiteX3" fmla="*/ 1587062 w 4550979"/>
              <a:gd name="connsiteY3" fmla="*/ 2178855 h 5195324"/>
              <a:gd name="connsiteX4" fmla="*/ 1450427 w 4550979"/>
              <a:gd name="connsiteY4" fmla="*/ 2725392 h 5195324"/>
              <a:gd name="connsiteX5" fmla="*/ 3026979 w 4550979"/>
              <a:gd name="connsiteY5" fmla="*/ 3345503 h 5195324"/>
              <a:gd name="connsiteX6" fmla="*/ 3499945 w 4550979"/>
              <a:gd name="connsiteY6" fmla="*/ 3124786 h 5195324"/>
              <a:gd name="connsiteX7" fmla="*/ 3699641 w 4550979"/>
              <a:gd name="connsiteY7" fmla="*/ 2851516 h 5195324"/>
              <a:gd name="connsiteX8" fmla="*/ 3720662 w 4550979"/>
              <a:gd name="connsiteY8" fmla="*/ 2515186 h 5195324"/>
              <a:gd name="connsiteX9" fmla="*/ 3678621 w 4550979"/>
              <a:gd name="connsiteY9" fmla="*/ 2315489 h 5195324"/>
              <a:gd name="connsiteX10" fmla="*/ 3584027 w 4550979"/>
              <a:gd name="connsiteY10" fmla="*/ 2136813 h 5195324"/>
              <a:gd name="connsiteX11" fmla="*/ 3342289 w 4550979"/>
              <a:gd name="connsiteY11" fmla="*/ 1979158 h 5195324"/>
              <a:gd name="connsiteX12" fmla="*/ 4393324 w 4550979"/>
              <a:gd name="connsiteY12" fmla="*/ 1842524 h 5195324"/>
              <a:gd name="connsiteX13" fmla="*/ 4550979 w 4550979"/>
              <a:gd name="connsiteY13" fmla="*/ 3177337 h 5195324"/>
              <a:gd name="connsiteX14" fmla="*/ 4403834 w 4550979"/>
              <a:gd name="connsiteY14" fmla="*/ 4816951 h 5195324"/>
              <a:gd name="connsiteX15" fmla="*/ 3394841 w 4550979"/>
              <a:gd name="connsiteY15" fmla="*/ 5195324 h 5195324"/>
              <a:gd name="connsiteX16" fmla="*/ 0 w 4550979"/>
              <a:gd name="connsiteY16" fmla="*/ 5153282 h 5195324"/>
              <a:gd name="connsiteX17" fmla="*/ 21020 w 4550979"/>
              <a:gd name="connsiteY17" fmla="*/ 476180 h 5195324"/>
              <a:gd name="connsiteX0" fmla="*/ 21020 w 4550979"/>
              <a:gd name="connsiteY0" fmla="*/ 258442 h 4977586"/>
              <a:gd name="connsiteX1" fmla="*/ 2270234 w 4550979"/>
              <a:gd name="connsiteY1" fmla="*/ 79765 h 4977586"/>
              <a:gd name="connsiteX2" fmla="*/ 2333296 w 4550979"/>
              <a:gd name="connsiteY2" fmla="*/ 1509171 h 4977586"/>
              <a:gd name="connsiteX3" fmla="*/ 1587062 w 4550979"/>
              <a:gd name="connsiteY3" fmla="*/ 1961117 h 4977586"/>
              <a:gd name="connsiteX4" fmla="*/ 1450427 w 4550979"/>
              <a:gd name="connsiteY4" fmla="*/ 2507654 h 4977586"/>
              <a:gd name="connsiteX5" fmla="*/ 3026979 w 4550979"/>
              <a:gd name="connsiteY5" fmla="*/ 3127765 h 4977586"/>
              <a:gd name="connsiteX6" fmla="*/ 3499945 w 4550979"/>
              <a:gd name="connsiteY6" fmla="*/ 2907048 h 4977586"/>
              <a:gd name="connsiteX7" fmla="*/ 3699641 w 4550979"/>
              <a:gd name="connsiteY7" fmla="*/ 2633778 h 4977586"/>
              <a:gd name="connsiteX8" fmla="*/ 3720662 w 4550979"/>
              <a:gd name="connsiteY8" fmla="*/ 2297448 h 4977586"/>
              <a:gd name="connsiteX9" fmla="*/ 3678621 w 4550979"/>
              <a:gd name="connsiteY9" fmla="*/ 2097751 h 4977586"/>
              <a:gd name="connsiteX10" fmla="*/ 3584027 w 4550979"/>
              <a:gd name="connsiteY10" fmla="*/ 1919075 h 4977586"/>
              <a:gd name="connsiteX11" fmla="*/ 3342289 w 4550979"/>
              <a:gd name="connsiteY11" fmla="*/ 1761420 h 4977586"/>
              <a:gd name="connsiteX12" fmla="*/ 4393324 w 4550979"/>
              <a:gd name="connsiteY12" fmla="*/ 1624786 h 4977586"/>
              <a:gd name="connsiteX13" fmla="*/ 4550979 w 4550979"/>
              <a:gd name="connsiteY13" fmla="*/ 2959599 h 4977586"/>
              <a:gd name="connsiteX14" fmla="*/ 4403834 w 4550979"/>
              <a:gd name="connsiteY14" fmla="*/ 4599213 h 4977586"/>
              <a:gd name="connsiteX15" fmla="*/ 3394841 w 4550979"/>
              <a:gd name="connsiteY15" fmla="*/ 4977586 h 4977586"/>
              <a:gd name="connsiteX16" fmla="*/ 0 w 4550979"/>
              <a:gd name="connsiteY16" fmla="*/ 4935544 h 4977586"/>
              <a:gd name="connsiteX17" fmla="*/ 21020 w 4550979"/>
              <a:gd name="connsiteY17" fmla="*/ 258442 h 4977586"/>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99945 w 4550979"/>
              <a:gd name="connsiteY6" fmla="*/ 2827283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26979 w 4550979"/>
              <a:gd name="connsiteY5" fmla="*/ 3048000 h 4897821"/>
              <a:gd name="connsiteX6" fmla="*/ 3443339 w 4550979"/>
              <a:gd name="connsiteY6" fmla="*/ 2779385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044396 w 4550979"/>
              <a:gd name="connsiteY5" fmla="*/ 2786743 h 4897821"/>
              <a:gd name="connsiteX6" fmla="*/ 3443339 w 4550979"/>
              <a:gd name="connsiteY6" fmla="*/ 2779385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109710 w 4550979"/>
              <a:gd name="connsiteY5" fmla="*/ 2969623 h 4897821"/>
              <a:gd name="connsiteX6" fmla="*/ 3443339 w 4550979"/>
              <a:gd name="connsiteY6" fmla="*/ 2779385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109710 w 4550979"/>
              <a:gd name="connsiteY5" fmla="*/ 2969623 h 4897821"/>
              <a:gd name="connsiteX6" fmla="*/ 3443339 w 4550979"/>
              <a:gd name="connsiteY6" fmla="*/ 2779385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109710 w 4550979"/>
              <a:gd name="connsiteY5" fmla="*/ 2969623 h 4897821"/>
              <a:gd name="connsiteX6" fmla="*/ 3443339 w 4550979"/>
              <a:gd name="connsiteY6" fmla="*/ 2779385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 name="connsiteX0" fmla="*/ 21020 w 4550979"/>
              <a:gd name="connsiteY0" fmla="*/ 178677 h 4897821"/>
              <a:gd name="connsiteX1" fmla="*/ 2270234 w 4550979"/>
              <a:gd name="connsiteY1" fmla="*/ 0 h 4897821"/>
              <a:gd name="connsiteX2" fmla="*/ 2333296 w 4550979"/>
              <a:gd name="connsiteY2" fmla="*/ 1429406 h 4897821"/>
              <a:gd name="connsiteX3" fmla="*/ 1587062 w 4550979"/>
              <a:gd name="connsiteY3" fmla="*/ 1881352 h 4897821"/>
              <a:gd name="connsiteX4" fmla="*/ 1450427 w 4550979"/>
              <a:gd name="connsiteY4" fmla="*/ 2427889 h 4897821"/>
              <a:gd name="connsiteX5" fmla="*/ 3109710 w 4550979"/>
              <a:gd name="connsiteY5" fmla="*/ 2969623 h 4897821"/>
              <a:gd name="connsiteX6" fmla="*/ 3447693 w 4550979"/>
              <a:gd name="connsiteY6" fmla="*/ 2801156 h 4897821"/>
              <a:gd name="connsiteX7" fmla="*/ 3699641 w 4550979"/>
              <a:gd name="connsiteY7" fmla="*/ 2554013 h 4897821"/>
              <a:gd name="connsiteX8" fmla="*/ 3720662 w 4550979"/>
              <a:gd name="connsiteY8" fmla="*/ 2217683 h 4897821"/>
              <a:gd name="connsiteX9" fmla="*/ 3678621 w 4550979"/>
              <a:gd name="connsiteY9" fmla="*/ 2017986 h 4897821"/>
              <a:gd name="connsiteX10" fmla="*/ 3584027 w 4550979"/>
              <a:gd name="connsiteY10" fmla="*/ 1839310 h 4897821"/>
              <a:gd name="connsiteX11" fmla="*/ 3342289 w 4550979"/>
              <a:gd name="connsiteY11" fmla="*/ 1681655 h 4897821"/>
              <a:gd name="connsiteX12" fmla="*/ 4393324 w 4550979"/>
              <a:gd name="connsiteY12" fmla="*/ 1545021 h 4897821"/>
              <a:gd name="connsiteX13" fmla="*/ 4550979 w 4550979"/>
              <a:gd name="connsiteY13" fmla="*/ 2879834 h 4897821"/>
              <a:gd name="connsiteX14" fmla="*/ 4403834 w 4550979"/>
              <a:gd name="connsiteY14" fmla="*/ 4519448 h 4897821"/>
              <a:gd name="connsiteX15" fmla="*/ 3394841 w 4550979"/>
              <a:gd name="connsiteY15" fmla="*/ 4897821 h 4897821"/>
              <a:gd name="connsiteX16" fmla="*/ 0 w 4550979"/>
              <a:gd name="connsiteY16" fmla="*/ 4855779 h 4897821"/>
              <a:gd name="connsiteX17" fmla="*/ 21020 w 4550979"/>
              <a:gd name="connsiteY17" fmla="*/ 178677 h 48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979" h="4897821">
                <a:moveTo>
                  <a:pt x="21020" y="178677"/>
                </a:moveTo>
                <a:cubicBezTo>
                  <a:pt x="1030013" y="42043"/>
                  <a:pt x="1453930" y="54304"/>
                  <a:pt x="2270234" y="0"/>
                </a:cubicBezTo>
                <a:cubicBezTo>
                  <a:pt x="2291255" y="476469"/>
                  <a:pt x="1902372" y="963447"/>
                  <a:pt x="2333296" y="1429406"/>
                </a:cubicBezTo>
                <a:lnTo>
                  <a:pt x="1587062" y="1881352"/>
                </a:lnTo>
                <a:lnTo>
                  <a:pt x="1450427" y="2427889"/>
                </a:lnTo>
                <a:cubicBezTo>
                  <a:pt x="1681655" y="2998951"/>
                  <a:pt x="2604013" y="3143444"/>
                  <a:pt x="3109710" y="2969623"/>
                </a:cubicBezTo>
                <a:cubicBezTo>
                  <a:pt x="3247046" y="2914919"/>
                  <a:pt x="3336483" y="2864569"/>
                  <a:pt x="3447693" y="2801156"/>
                </a:cubicBezTo>
                <a:lnTo>
                  <a:pt x="3699641" y="2554013"/>
                </a:lnTo>
                <a:lnTo>
                  <a:pt x="3720662" y="2217683"/>
                </a:lnTo>
                <a:lnTo>
                  <a:pt x="3678621" y="2017986"/>
                </a:lnTo>
                <a:lnTo>
                  <a:pt x="3584027" y="1839310"/>
                </a:lnTo>
                <a:lnTo>
                  <a:pt x="3342289" y="1681655"/>
                </a:lnTo>
                <a:lnTo>
                  <a:pt x="4393324" y="1545021"/>
                </a:lnTo>
                <a:lnTo>
                  <a:pt x="4550979" y="2879834"/>
                </a:lnTo>
                <a:lnTo>
                  <a:pt x="4403834" y="4519448"/>
                </a:lnTo>
                <a:lnTo>
                  <a:pt x="3394841" y="4897821"/>
                </a:lnTo>
                <a:lnTo>
                  <a:pt x="0" y="4855779"/>
                </a:lnTo>
                <a:cubicBezTo>
                  <a:pt x="7007" y="3296745"/>
                  <a:pt x="14013" y="1737711"/>
                  <a:pt x="21020" y="178677"/>
                </a:cubicBezTo>
                <a:close/>
              </a:path>
            </a:pathLst>
          </a:custGeom>
          <a:solidFill>
            <a:schemeClr val="bg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Slide Number Placeholder 5">
            <a:extLst>
              <a:ext uri="{FF2B5EF4-FFF2-40B4-BE49-F238E27FC236}">
                <a16:creationId xmlns:a16="http://schemas.microsoft.com/office/drawing/2014/main" id="{6B82EE67-B3B1-B14B-8E9B-DB1ABF01A2D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26</a:t>
            </a:fld>
            <a:endParaRPr lang="en-US" dirty="0"/>
          </a:p>
        </p:txBody>
      </p:sp>
    </p:spTree>
    <p:extLst>
      <p:ext uri="{BB962C8B-B14F-4D97-AF65-F5344CB8AC3E}">
        <p14:creationId xmlns:p14="http://schemas.microsoft.com/office/powerpoint/2010/main" val="3910082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dissolve">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dissolve">
                                      <p:cBhvr>
                                        <p:cTn id="12"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en-US" dirty="0">
                <a:ea typeface="ＭＳ Ｐゴシック" panose="020B0600070205080204" pitchFamily="34" charset="-128"/>
              </a:rPr>
              <a:t>Two key network-core functions</a:t>
            </a:r>
            <a:endParaRPr lang="en-US" dirty="0"/>
          </a:p>
        </p:txBody>
      </p:sp>
      <p:sp>
        <p:nvSpPr>
          <p:cNvPr id="555" name="Freeform 2">
            <a:extLst>
              <a:ext uri="{FF2B5EF4-FFF2-40B4-BE49-F238E27FC236}">
                <a16:creationId xmlns:a16="http://schemas.microsoft.com/office/drawing/2014/main" id="{FF2E779B-19C4-C84C-AF23-86A160C7809A}"/>
              </a:ext>
            </a:extLst>
          </p:cNvPr>
          <p:cNvSpPr>
            <a:spLocks/>
          </p:cNvSpPr>
          <p:nvPr/>
        </p:nvSpPr>
        <p:spPr bwMode="auto">
          <a:xfrm>
            <a:off x="5006052" y="4251228"/>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56" name="Freeform 6">
            <a:extLst>
              <a:ext uri="{FF2B5EF4-FFF2-40B4-BE49-F238E27FC236}">
                <a16:creationId xmlns:a16="http://schemas.microsoft.com/office/drawing/2014/main" id="{EADD15B8-1F38-C144-B4FC-77401AC13A48}"/>
              </a:ext>
            </a:extLst>
          </p:cNvPr>
          <p:cNvSpPr>
            <a:spLocks/>
          </p:cNvSpPr>
          <p:nvPr/>
        </p:nvSpPr>
        <p:spPr bwMode="auto">
          <a:xfrm>
            <a:off x="5644427" y="4554393"/>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3" name="Freeform 91">
            <a:extLst>
              <a:ext uri="{FF2B5EF4-FFF2-40B4-BE49-F238E27FC236}">
                <a16:creationId xmlns:a16="http://schemas.microsoft.com/office/drawing/2014/main" id="{B3932AB8-93E3-2F43-A748-0726EC875A6F}"/>
              </a:ext>
            </a:extLst>
          </p:cNvPr>
          <p:cNvSpPr>
            <a:spLocks/>
          </p:cNvSpPr>
          <p:nvPr/>
        </p:nvSpPr>
        <p:spPr bwMode="auto">
          <a:xfrm>
            <a:off x="6686155" y="4548044"/>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4" name="Freeform 92">
            <a:extLst>
              <a:ext uri="{FF2B5EF4-FFF2-40B4-BE49-F238E27FC236}">
                <a16:creationId xmlns:a16="http://schemas.microsoft.com/office/drawing/2014/main" id="{86645581-8A95-834A-BD17-26E6EFA5E421}"/>
              </a:ext>
            </a:extLst>
          </p:cNvPr>
          <p:cNvSpPr>
            <a:spLocks/>
          </p:cNvSpPr>
          <p:nvPr/>
        </p:nvSpPr>
        <p:spPr bwMode="auto">
          <a:xfrm>
            <a:off x="5620607" y="4940095"/>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5" name="Freeform 93">
            <a:extLst>
              <a:ext uri="{FF2B5EF4-FFF2-40B4-BE49-F238E27FC236}">
                <a16:creationId xmlns:a16="http://schemas.microsoft.com/office/drawing/2014/main" id="{D6C52C6F-55EC-4B4B-8EE6-502A2CA3B84C}"/>
              </a:ext>
            </a:extLst>
          </p:cNvPr>
          <p:cNvSpPr>
            <a:spLocks/>
          </p:cNvSpPr>
          <p:nvPr/>
        </p:nvSpPr>
        <p:spPr bwMode="auto">
          <a:xfrm>
            <a:off x="6568643" y="4916286"/>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6" name="Freeform 94">
            <a:extLst>
              <a:ext uri="{FF2B5EF4-FFF2-40B4-BE49-F238E27FC236}">
                <a16:creationId xmlns:a16="http://schemas.microsoft.com/office/drawing/2014/main" id="{EF2A04CC-2036-2147-BE92-5D723E966AB5}"/>
              </a:ext>
            </a:extLst>
          </p:cNvPr>
          <p:cNvSpPr>
            <a:spLocks/>
          </p:cNvSpPr>
          <p:nvPr/>
        </p:nvSpPr>
        <p:spPr bwMode="auto">
          <a:xfrm>
            <a:off x="7235603" y="4970253"/>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7" name="Freeform 95">
            <a:extLst>
              <a:ext uri="{FF2B5EF4-FFF2-40B4-BE49-F238E27FC236}">
                <a16:creationId xmlns:a16="http://schemas.microsoft.com/office/drawing/2014/main" id="{1357444A-5412-B441-B7F1-0ABDD8FDCB19}"/>
              </a:ext>
            </a:extLst>
          </p:cNvPr>
          <p:cNvSpPr>
            <a:spLocks/>
          </p:cNvSpPr>
          <p:nvPr/>
        </p:nvSpPr>
        <p:spPr bwMode="auto">
          <a:xfrm>
            <a:off x="6000139" y="5503569"/>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68" name="Freeform 96">
            <a:extLst>
              <a:ext uri="{FF2B5EF4-FFF2-40B4-BE49-F238E27FC236}">
                <a16:creationId xmlns:a16="http://schemas.microsoft.com/office/drawing/2014/main" id="{59D740AB-C1B4-2849-8B9D-6AEF697D0749}"/>
              </a:ext>
            </a:extLst>
          </p:cNvPr>
          <p:cNvSpPr>
            <a:spLocks/>
          </p:cNvSpPr>
          <p:nvPr/>
        </p:nvSpPr>
        <p:spPr bwMode="auto">
          <a:xfrm>
            <a:off x="5463395" y="4963904"/>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2" name="Group 11">
            <a:extLst>
              <a:ext uri="{FF2B5EF4-FFF2-40B4-BE49-F238E27FC236}">
                <a16:creationId xmlns:a16="http://schemas.microsoft.com/office/drawing/2014/main" id="{3B688ADB-6522-BC42-B67F-D08C708EAF1F}"/>
              </a:ext>
            </a:extLst>
          </p:cNvPr>
          <p:cNvGrpSpPr/>
          <p:nvPr/>
        </p:nvGrpSpPr>
        <p:grpSpPr>
          <a:xfrm>
            <a:off x="5240209" y="4473413"/>
            <a:ext cx="623918" cy="823754"/>
            <a:chOff x="5240209" y="4473413"/>
            <a:chExt cx="623918" cy="823754"/>
          </a:xfrm>
        </p:grpSpPr>
        <p:sp>
          <p:nvSpPr>
            <p:cNvPr id="569" name="Text Box 100">
              <a:extLst>
                <a:ext uri="{FF2B5EF4-FFF2-40B4-BE49-F238E27FC236}">
                  <a16:creationId xmlns:a16="http://schemas.microsoft.com/office/drawing/2014/main" id="{D9EBBE7F-1AC1-DD49-9B12-0321B6BF147D}"/>
                </a:ext>
              </a:extLst>
            </p:cNvPr>
            <p:cNvSpPr txBox="1">
              <a:spLocks noChangeArrowheads="1"/>
            </p:cNvSpPr>
            <p:nvPr/>
          </p:nvSpPr>
          <p:spPr bwMode="auto">
            <a:xfrm>
              <a:off x="5552962" y="4473413"/>
              <a:ext cx="311165" cy="366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sp>
          <p:nvSpPr>
            <p:cNvPr id="570" name="Text Box 101">
              <a:extLst>
                <a:ext uri="{FF2B5EF4-FFF2-40B4-BE49-F238E27FC236}">
                  <a16:creationId xmlns:a16="http://schemas.microsoft.com/office/drawing/2014/main" id="{559FA9C3-4C06-B748-9497-463EDB81D67C}"/>
                </a:ext>
              </a:extLst>
            </p:cNvPr>
            <p:cNvSpPr txBox="1">
              <a:spLocks noChangeArrowheads="1"/>
            </p:cNvSpPr>
            <p:nvPr/>
          </p:nvSpPr>
          <p:spPr bwMode="auto">
            <a:xfrm>
              <a:off x="5491046" y="4887671"/>
              <a:ext cx="296876" cy="336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sp>
          <p:nvSpPr>
            <p:cNvPr id="571" name="Text Box 102">
              <a:extLst>
                <a:ext uri="{FF2B5EF4-FFF2-40B4-BE49-F238E27FC236}">
                  <a16:creationId xmlns:a16="http://schemas.microsoft.com/office/drawing/2014/main" id="{3BBE9A1F-C0AA-2543-AF24-2DA796ADE915}"/>
                </a:ext>
              </a:extLst>
            </p:cNvPr>
            <p:cNvSpPr txBox="1">
              <a:spLocks noChangeArrowheads="1"/>
            </p:cNvSpPr>
            <p:nvPr/>
          </p:nvSpPr>
          <p:spPr bwMode="auto">
            <a:xfrm>
              <a:off x="5240209" y="4960682"/>
              <a:ext cx="296876" cy="336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574" name="Line 107">
            <a:extLst>
              <a:ext uri="{FF2B5EF4-FFF2-40B4-BE49-F238E27FC236}">
                <a16:creationId xmlns:a16="http://schemas.microsoft.com/office/drawing/2014/main" id="{072205A6-9619-2641-B84D-F2DB72368DFC}"/>
              </a:ext>
            </a:extLst>
          </p:cNvPr>
          <p:cNvSpPr>
            <a:spLocks noChangeShapeType="1"/>
          </p:cNvSpPr>
          <p:nvPr/>
        </p:nvSpPr>
        <p:spPr bwMode="auto">
          <a:xfrm flipH="1">
            <a:off x="3738363" y="4863862"/>
            <a:ext cx="1408179" cy="9142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1" name="Group 10">
            <a:extLst>
              <a:ext uri="{FF2B5EF4-FFF2-40B4-BE49-F238E27FC236}">
                <a16:creationId xmlns:a16="http://schemas.microsoft.com/office/drawing/2014/main" id="{9372CE12-8493-1F4B-B52F-7AB4605C663F}"/>
              </a:ext>
            </a:extLst>
          </p:cNvPr>
          <p:cNvGrpSpPr/>
          <p:nvPr/>
        </p:nvGrpSpPr>
        <p:grpSpPr>
          <a:xfrm>
            <a:off x="2749550" y="5384964"/>
            <a:ext cx="2699778" cy="1236611"/>
            <a:chOff x="2749550" y="5384964"/>
            <a:chExt cx="2699778" cy="1236611"/>
          </a:xfrm>
        </p:grpSpPr>
        <p:grpSp>
          <p:nvGrpSpPr>
            <p:cNvPr id="572" name="Group 1">
              <a:extLst>
                <a:ext uri="{FF2B5EF4-FFF2-40B4-BE49-F238E27FC236}">
                  <a16:creationId xmlns:a16="http://schemas.microsoft.com/office/drawing/2014/main" id="{1DD5DCC4-02E2-1649-B2A3-9D4E0A262108}"/>
                </a:ext>
              </a:extLst>
            </p:cNvPr>
            <p:cNvGrpSpPr>
              <a:grpSpLocks/>
            </p:cNvGrpSpPr>
            <p:nvPr/>
          </p:nvGrpSpPr>
          <p:grpSpPr bwMode="auto">
            <a:xfrm rot="19587632">
              <a:off x="3755686" y="5384964"/>
              <a:ext cx="1447107" cy="274584"/>
              <a:chOff x="2437928" y="4584228"/>
              <a:chExt cx="1446652" cy="274627"/>
            </a:xfrm>
          </p:grpSpPr>
          <p:sp>
            <p:nvSpPr>
              <p:cNvPr id="623" name="Rectangle 98">
                <a:extLst>
                  <a:ext uri="{FF2B5EF4-FFF2-40B4-BE49-F238E27FC236}">
                    <a16:creationId xmlns:a16="http://schemas.microsoft.com/office/drawing/2014/main" id="{DAED8E30-7EFF-5D47-A9D9-1395C15ACF9C}"/>
                  </a:ext>
                </a:extLst>
              </p:cNvPr>
              <p:cNvSpPr>
                <a:spLocks noChangeArrowheads="1"/>
              </p:cNvSpPr>
              <p:nvPr/>
            </p:nvSpPr>
            <p:spPr bwMode="auto">
              <a:xfrm>
                <a:off x="2437928" y="4606491"/>
                <a:ext cx="1147455" cy="238116"/>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4" name="Line 99">
                <a:extLst>
                  <a:ext uri="{FF2B5EF4-FFF2-40B4-BE49-F238E27FC236}">
                    <a16:creationId xmlns:a16="http://schemas.microsoft.com/office/drawing/2014/main" id="{3B4DCCB4-358C-2945-BD39-D90CF9D09C7A}"/>
                  </a:ext>
                </a:extLst>
              </p:cNvPr>
              <p:cNvSpPr>
                <a:spLocks noChangeShapeType="1"/>
              </p:cNvSpPr>
              <p:nvPr/>
            </p:nvSpPr>
            <p:spPr bwMode="auto">
              <a:xfrm>
                <a:off x="3462418" y="4739659"/>
                <a:ext cx="422162"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5" name="Rectangle 104">
                <a:extLst>
                  <a:ext uri="{FF2B5EF4-FFF2-40B4-BE49-F238E27FC236}">
                    <a16:creationId xmlns:a16="http://schemas.microsoft.com/office/drawing/2014/main" id="{509F2DE1-CFB9-584F-9A9E-EBE631DD6D03}"/>
                  </a:ext>
                </a:extLst>
              </p:cNvPr>
              <p:cNvSpPr>
                <a:spLocks noChangeArrowheads="1"/>
              </p:cNvSpPr>
              <p:nvPr/>
            </p:nvSpPr>
            <p:spPr bwMode="auto">
              <a:xfrm>
                <a:off x="3067594" y="4610052"/>
                <a:ext cx="426923" cy="239704"/>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6" name="Text Box 105">
                <a:extLst>
                  <a:ext uri="{FF2B5EF4-FFF2-40B4-BE49-F238E27FC236}">
                    <a16:creationId xmlns:a16="http://schemas.microsoft.com/office/drawing/2014/main" id="{32BE95A8-E240-0C46-886C-FB19052E1A59}"/>
                  </a:ext>
                </a:extLst>
              </p:cNvPr>
              <p:cNvSpPr txBox="1">
                <a:spLocks noChangeArrowheads="1"/>
              </p:cNvSpPr>
              <p:nvPr/>
            </p:nvSpPr>
            <p:spPr bwMode="auto">
              <a:xfrm rot="289934">
                <a:off x="3019653" y="4584228"/>
                <a:ext cx="520561" cy="27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0111</a:t>
                </a:r>
              </a:p>
            </p:txBody>
          </p:sp>
        </p:grpSp>
        <p:sp>
          <p:nvSpPr>
            <p:cNvPr id="573" name="Text Box 106">
              <a:extLst>
                <a:ext uri="{FF2B5EF4-FFF2-40B4-BE49-F238E27FC236}">
                  <a16:creationId xmlns:a16="http://schemas.microsoft.com/office/drawing/2014/main" id="{6C2D30C9-C124-A14F-8E31-BC5CBF38EFD2}"/>
                </a:ext>
              </a:extLst>
            </p:cNvPr>
            <p:cNvSpPr txBox="1">
              <a:spLocks noChangeArrowheads="1"/>
            </p:cNvSpPr>
            <p:nvPr/>
          </p:nvSpPr>
          <p:spPr bwMode="auto">
            <a:xfrm>
              <a:off x="2749550" y="6036800"/>
              <a:ext cx="269977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destination address in arriving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packet’</a:t>
              </a:r>
              <a:r>
                <a:rPr kumimoji="0" lang="en-US" altLang="ja-JP"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s header</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75" name="Line 119">
              <a:extLst>
                <a:ext uri="{FF2B5EF4-FFF2-40B4-BE49-F238E27FC236}">
                  <a16:creationId xmlns:a16="http://schemas.microsoft.com/office/drawing/2014/main" id="{0B740026-EAE0-0240-86EC-A55B416CB515}"/>
                </a:ext>
              </a:extLst>
            </p:cNvPr>
            <p:cNvSpPr>
              <a:spLocks noChangeShapeType="1"/>
            </p:cNvSpPr>
            <p:nvPr/>
          </p:nvSpPr>
          <p:spPr bwMode="auto">
            <a:xfrm flipV="1">
              <a:off x="4633924" y="5622613"/>
              <a:ext cx="0" cy="50157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8" name="Group 7">
            <a:extLst>
              <a:ext uri="{FF2B5EF4-FFF2-40B4-BE49-F238E27FC236}">
                <a16:creationId xmlns:a16="http://schemas.microsoft.com/office/drawing/2014/main" id="{A60E2676-6685-FB46-BBA4-3FB4835943AA}"/>
              </a:ext>
            </a:extLst>
          </p:cNvPr>
          <p:cNvGrpSpPr/>
          <p:nvPr/>
        </p:nvGrpSpPr>
        <p:grpSpPr>
          <a:xfrm>
            <a:off x="6355851" y="3632200"/>
            <a:ext cx="578032" cy="815847"/>
            <a:chOff x="6355851" y="3632200"/>
            <a:chExt cx="578032" cy="815847"/>
          </a:xfrm>
        </p:grpSpPr>
        <p:sp>
          <p:nvSpPr>
            <p:cNvPr id="577" name="Freeform 122">
              <a:extLst>
                <a:ext uri="{FF2B5EF4-FFF2-40B4-BE49-F238E27FC236}">
                  <a16:creationId xmlns:a16="http://schemas.microsoft.com/office/drawing/2014/main" id="{F1A7D39F-695E-5640-85EA-21CF852D3A68}"/>
                </a:ext>
              </a:extLst>
            </p:cNvPr>
            <p:cNvSpPr>
              <a:spLocks/>
            </p:cNvSpPr>
            <p:nvPr/>
          </p:nvSpPr>
          <p:spPr bwMode="auto">
            <a:xfrm flipH="1">
              <a:off x="6355851" y="4076630"/>
              <a:ext cx="578032"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1" name="Group 126">
              <a:extLst>
                <a:ext uri="{FF2B5EF4-FFF2-40B4-BE49-F238E27FC236}">
                  <a16:creationId xmlns:a16="http://schemas.microsoft.com/office/drawing/2014/main" id="{A0DBCF2A-68BC-0E49-9BC5-C97C8363D864}"/>
                </a:ext>
              </a:extLst>
            </p:cNvPr>
            <p:cNvGrpSpPr>
              <a:grpSpLocks/>
            </p:cNvGrpSpPr>
            <p:nvPr/>
          </p:nvGrpSpPr>
          <p:grpSpPr bwMode="auto">
            <a:xfrm>
              <a:off x="6363791" y="3632200"/>
              <a:ext cx="551036" cy="452367"/>
              <a:chOff x="2886" y="1668"/>
              <a:chExt cx="347" cy="285"/>
            </a:xfrm>
          </p:grpSpPr>
          <p:sp>
            <p:nvSpPr>
              <p:cNvPr id="615" name="Rectangle 127">
                <a:extLst>
                  <a:ext uri="{FF2B5EF4-FFF2-40B4-BE49-F238E27FC236}">
                    <a16:creationId xmlns:a16="http://schemas.microsoft.com/office/drawing/2014/main" id="{71169ED3-AFC0-4148-B3AF-F5CDA7528294}"/>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6" name="Oval 128">
                <a:extLst>
                  <a:ext uri="{FF2B5EF4-FFF2-40B4-BE49-F238E27FC236}">
                    <a16:creationId xmlns:a16="http://schemas.microsoft.com/office/drawing/2014/main" id="{AC629926-7E0E-2847-8D33-F5422334802F}"/>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7" name="Rectangle 129">
                <a:extLst>
                  <a:ext uri="{FF2B5EF4-FFF2-40B4-BE49-F238E27FC236}">
                    <a16:creationId xmlns:a16="http://schemas.microsoft.com/office/drawing/2014/main" id="{FC623931-6ACB-D741-B606-3ADCC24ECE5A}"/>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8" name="Line 130">
                <a:extLst>
                  <a:ext uri="{FF2B5EF4-FFF2-40B4-BE49-F238E27FC236}">
                    <a16:creationId xmlns:a16="http://schemas.microsoft.com/office/drawing/2014/main" id="{089D0DF0-9BD9-F942-ABBC-2C2B3307EB78}"/>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9" name="Line 131">
                <a:extLst>
                  <a:ext uri="{FF2B5EF4-FFF2-40B4-BE49-F238E27FC236}">
                    <a16:creationId xmlns:a16="http://schemas.microsoft.com/office/drawing/2014/main" id="{0E53DB83-F101-5545-A34E-97BFB2854FE6}"/>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0" name="Line 132">
                <a:extLst>
                  <a:ext uri="{FF2B5EF4-FFF2-40B4-BE49-F238E27FC236}">
                    <a16:creationId xmlns:a16="http://schemas.microsoft.com/office/drawing/2014/main" id="{EABDFEE7-706B-B849-BCF8-C4C3EBFA80AB}"/>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21" name="AutoShape 133">
                <a:extLst>
                  <a:ext uri="{FF2B5EF4-FFF2-40B4-BE49-F238E27FC236}">
                    <a16:creationId xmlns:a16="http://schemas.microsoft.com/office/drawing/2014/main" id="{891A9424-3FE8-FF4E-9F56-53905C4379DE}"/>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 name="Group 8">
            <a:extLst>
              <a:ext uri="{FF2B5EF4-FFF2-40B4-BE49-F238E27FC236}">
                <a16:creationId xmlns:a16="http://schemas.microsoft.com/office/drawing/2014/main" id="{A70CCC9E-8AF4-B748-8E74-34D7E18B96BD}"/>
              </a:ext>
            </a:extLst>
          </p:cNvPr>
          <p:cNvGrpSpPr/>
          <p:nvPr/>
        </p:nvGrpSpPr>
        <p:grpSpPr>
          <a:xfrm>
            <a:off x="7355160" y="3958273"/>
            <a:ext cx="578032" cy="822878"/>
            <a:chOff x="7355160" y="3958273"/>
            <a:chExt cx="578032" cy="822878"/>
          </a:xfrm>
        </p:grpSpPr>
        <p:sp>
          <p:nvSpPr>
            <p:cNvPr id="576" name="Freeform 121">
              <a:extLst>
                <a:ext uri="{FF2B5EF4-FFF2-40B4-BE49-F238E27FC236}">
                  <a16:creationId xmlns:a16="http://schemas.microsoft.com/office/drawing/2014/main" id="{BA4C9CA2-C4D0-984B-AFE8-C9974B8B23F5}"/>
                </a:ext>
              </a:extLst>
            </p:cNvPr>
            <p:cNvSpPr>
              <a:spLocks/>
            </p:cNvSpPr>
            <p:nvPr/>
          </p:nvSpPr>
          <p:spPr bwMode="auto">
            <a:xfrm flipH="1">
              <a:off x="7355160" y="4409734"/>
              <a:ext cx="578032"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2" name="Group 134">
              <a:extLst>
                <a:ext uri="{FF2B5EF4-FFF2-40B4-BE49-F238E27FC236}">
                  <a16:creationId xmlns:a16="http://schemas.microsoft.com/office/drawing/2014/main" id="{19AA9F68-22E1-614E-ABF6-392E3AC11A2A}"/>
                </a:ext>
              </a:extLst>
            </p:cNvPr>
            <p:cNvGrpSpPr>
              <a:grpSpLocks/>
            </p:cNvGrpSpPr>
            <p:nvPr/>
          </p:nvGrpSpPr>
          <p:grpSpPr bwMode="auto">
            <a:xfrm>
              <a:off x="7360606" y="3958273"/>
              <a:ext cx="551036" cy="452367"/>
              <a:chOff x="2886" y="1668"/>
              <a:chExt cx="347" cy="285"/>
            </a:xfrm>
          </p:grpSpPr>
          <p:sp>
            <p:nvSpPr>
              <p:cNvPr id="608" name="Rectangle 135">
                <a:extLst>
                  <a:ext uri="{FF2B5EF4-FFF2-40B4-BE49-F238E27FC236}">
                    <a16:creationId xmlns:a16="http://schemas.microsoft.com/office/drawing/2014/main" id="{EAD44720-65AD-9041-929E-69D9187295AE}"/>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9" name="Oval 136">
                <a:extLst>
                  <a:ext uri="{FF2B5EF4-FFF2-40B4-BE49-F238E27FC236}">
                    <a16:creationId xmlns:a16="http://schemas.microsoft.com/office/drawing/2014/main" id="{5A2842E3-83E1-6F46-A170-FBD2EAFAAC46}"/>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0" name="Rectangle 137">
                <a:extLst>
                  <a:ext uri="{FF2B5EF4-FFF2-40B4-BE49-F238E27FC236}">
                    <a16:creationId xmlns:a16="http://schemas.microsoft.com/office/drawing/2014/main" id="{5D953EEF-DB10-AB46-89E0-2D0204A95FF6}"/>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1" name="Line 138">
                <a:extLst>
                  <a:ext uri="{FF2B5EF4-FFF2-40B4-BE49-F238E27FC236}">
                    <a16:creationId xmlns:a16="http://schemas.microsoft.com/office/drawing/2014/main" id="{F94B58EF-BCEB-9C4C-8317-B25CD84B1749}"/>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2" name="Line 139">
                <a:extLst>
                  <a:ext uri="{FF2B5EF4-FFF2-40B4-BE49-F238E27FC236}">
                    <a16:creationId xmlns:a16="http://schemas.microsoft.com/office/drawing/2014/main" id="{BBB093F8-922C-0344-B963-C8ECD30B6578}"/>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3" name="Line 140">
                <a:extLst>
                  <a:ext uri="{FF2B5EF4-FFF2-40B4-BE49-F238E27FC236}">
                    <a16:creationId xmlns:a16="http://schemas.microsoft.com/office/drawing/2014/main" id="{D21DC1F8-C38D-B14D-A544-B1D9CF1CD781}"/>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14" name="AutoShape 141">
                <a:extLst>
                  <a:ext uri="{FF2B5EF4-FFF2-40B4-BE49-F238E27FC236}">
                    <a16:creationId xmlns:a16="http://schemas.microsoft.com/office/drawing/2014/main" id="{43F8D630-2301-B744-AE1A-D9F4AA9D1F46}"/>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4" name="Group 3">
            <a:extLst>
              <a:ext uri="{FF2B5EF4-FFF2-40B4-BE49-F238E27FC236}">
                <a16:creationId xmlns:a16="http://schemas.microsoft.com/office/drawing/2014/main" id="{45DD0882-93EC-3A47-8105-5E4C937584C2}"/>
              </a:ext>
            </a:extLst>
          </p:cNvPr>
          <p:cNvGrpSpPr/>
          <p:nvPr/>
        </p:nvGrpSpPr>
        <p:grpSpPr>
          <a:xfrm>
            <a:off x="7006931" y="5622613"/>
            <a:ext cx="560563" cy="811086"/>
            <a:chOff x="7006931" y="5622613"/>
            <a:chExt cx="560563" cy="811086"/>
          </a:xfrm>
        </p:grpSpPr>
        <p:sp>
          <p:nvSpPr>
            <p:cNvPr id="578" name="Freeform 123">
              <a:extLst>
                <a:ext uri="{FF2B5EF4-FFF2-40B4-BE49-F238E27FC236}">
                  <a16:creationId xmlns:a16="http://schemas.microsoft.com/office/drawing/2014/main" id="{E2E294CE-A2DB-714E-A0AC-422D97395F54}"/>
                </a:ext>
              </a:extLst>
            </p:cNvPr>
            <p:cNvSpPr>
              <a:spLocks/>
            </p:cNvSpPr>
            <p:nvPr/>
          </p:nvSpPr>
          <p:spPr bwMode="auto">
            <a:xfrm flipH="1" flipV="1">
              <a:off x="7024398" y="5622613"/>
              <a:ext cx="543096"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1" name="Rectangle 143">
              <a:extLst>
                <a:ext uri="{FF2B5EF4-FFF2-40B4-BE49-F238E27FC236}">
                  <a16:creationId xmlns:a16="http://schemas.microsoft.com/office/drawing/2014/main" id="{E300D31A-9F41-1046-8BDC-FA062AA6A535}"/>
                </a:ext>
              </a:extLst>
            </p:cNvPr>
            <p:cNvSpPr>
              <a:spLocks noChangeArrowheads="1"/>
            </p:cNvSpPr>
            <p:nvPr/>
          </p:nvSpPr>
          <p:spPr bwMode="auto">
            <a:xfrm>
              <a:off x="7006931" y="5981332"/>
              <a:ext cx="551036" cy="452367"/>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2" name="Oval 144">
              <a:extLst>
                <a:ext uri="{FF2B5EF4-FFF2-40B4-BE49-F238E27FC236}">
                  <a16:creationId xmlns:a16="http://schemas.microsoft.com/office/drawing/2014/main" id="{3CBE6854-ED5B-BB4C-96CF-87D28DDCEB99}"/>
                </a:ext>
              </a:extLst>
            </p:cNvPr>
            <p:cNvSpPr>
              <a:spLocks noChangeArrowheads="1"/>
            </p:cNvSpPr>
            <p:nvPr/>
          </p:nvSpPr>
          <p:spPr bwMode="auto">
            <a:xfrm>
              <a:off x="7037103" y="5990856"/>
              <a:ext cx="498632" cy="117457"/>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3" name="Rectangle 145">
              <a:extLst>
                <a:ext uri="{FF2B5EF4-FFF2-40B4-BE49-F238E27FC236}">
                  <a16:creationId xmlns:a16="http://schemas.microsoft.com/office/drawing/2014/main" id="{8AE3F3D6-CBEF-C24A-800F-FB45135980B9}"/>
                </a:ext>
              </a:extLst>
            </p:cNvPr>
            <p:cNvSpPr>
              <a:spLocks noChangeArrowheads="1"/>
            </p:cNvSpPr>
            <p:nvPr/>
          </p:nvSpPr>
          <p:spPr bwMode="auto">
            <a:xfrm>
              <a:off x="7049807" y="6167041"/>
              <a:ext cx="476400" cy="247611"/>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4" name="Line 146">
              <a:extLst>
                <a:ext uri="{FF2B5EF4-FFF2-40B4-BE49-F238E27FC236}">
                  <a16:creationId xmlns:a16="http://schemas.microsoft.com/office/drawing/2014/main" id="{C64871C2-76E7-8247-8F42-BCCB69335479}"/>
                </a:ext>
              </a:extLst>
            </p:cNvPr>
            <p:cNvSpPr>
              <a:spLocks noChangeShapeType="1"/>
            </p:cNvSpPr>
            <p:nvPr/>
          </p:nvSpPr>
          <p:spPr bwMode="auto">
            <a:xfrm>
              <a:off x="7318179" y="6208309"/>
              <a:ext cx="1588" cy="2063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5" name="Line 147">
              <a:extLst>
                <a:ext uri="{FF2B5EF4-FFF2-40B4-BE49-F238E27FC236}">
                  <a16:creationId xmlns:a16="http://schemas.microsoft.com/office/drawing/2014/main" id="{14013ACF-BB40-FF4E-A4EF-9848CA9C191A}"/>
                </a:ext>
              </a:extLst>
            </p:cNvPr>
            <p:cNvSpPr>
              <a:spLocks noChangeShapeType="1"/>
            </p:cNvSpPr>
            <p:nvPr/>
          </p:nvSpPr>
          <p:spPr bwMode="auto">
            <a:xfrm>
              <a:off x="7049807" y="6257514"/>
              <a:ext cx="4764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6" name="Line 148">
              <a:extLst>
                <a:ext uri="{FF2B5EF4-FFF2-40B4-BE49-F238E27FC236}">
                  <a16:creationId xmlns:a16="http://schemas.microsoft.com/office/drawing/2014/main" id="{E0DF6D46-E77F-4D44-90E6-2EFA295837EB}"/>
                </a:ext>
              </a:extLst>
            </p:cNvPr>
            <p:cNvSpPr>
              <a:spLocks noChangeShapeType="1"/>
            </p:cNvSpPr>
            <p:nvPr/>
          </p:nvSpPr>
          <p:spPr bwMode="auto">
            <a:xfrm>
              <a:off x="7048219" y="6209896"/>
              <a:ext cx="4764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7" name="AutoShape 149">
              <a:extLst>
                <a:ext uri="{FF2B5EF4-FFF2-40B4-BE49-F238E27FC236}">
                  <a16:creationId xmlns:a16="http://schemas.microsoft.com/office/drawing/2014/main" id="{B9FB9FE5-8C8F-134F-8BF9-5B707F4F2827}"/>
                </a:ext>
              </a:extLst>
            </p:cNvPr>
            <p:cNvSpPr>
              <a:spLocks noChangeArrowheads="1"/>
            </p:cNvSpPr>
            <p:nvPr/>
          </p:nvSpPr>
          <p:spPr bwMode="auto">
            <a:xfrm rot="5400000">
              <a:off x="7268962" y="6103535"/>
              <a:ext cx="46030" cy="65108"/>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6" name="Group 5">
            <a:extLst>
              <a:ext uri="{FF2B5EF4-FFF2-40B4-BE49-F238E27FC236}">
                <a16:creationId xmlns:a16="http://schemas.microsoft.com/office/drawing/2014/main" id="{39D60082-1CC1-D344-BCF3-6717BF455279}"/>
              </a:ext>
            </a:extLst>
          </p:cNvPr>
          <p:cNvGrpSpPr/>
          <p:nvPr/>
        </p:nvGrpSpPr>
        <p:grpSpPr>
          <a:xfrm>
            <a:off x="6311387" y="5299841"/>
            <a:ext cx="553609" cy="931601"/>
            <a:chOff x="6311387" y="5299841"/>
            <a:chExt cx="553609" cy="931601"/>
          </a:xfrm>
        </p:grpSpPr>
        <p:sp>
          <p:nvSpPr>
            <p:cNvPr id="580" name="Freeform 125">
              <a:extLst>
                <a:ext uri="{FF2B5EF4-FFF2-40B4-BE49-F238E27FC236}">
                  <a16:creationId xmlns:a16="http://schemas.microsoft.com/office/drawing/2014/main" id="{EF252024-15E7-DD46-8C92-5B81D9757F49}"/>
                </a:ext>
              </a:extLst>
            </p:cNvPr>
            <p:cNvSpPr>
              <a:spLocks/>
            </p:cNvSpPr>
            <p:nvPr/>
          </p:nvSpPr>
          <p:spPr bwMode="auto">
            <a:xfrm flipH="1" flipV="1">
              <a:off x="6312396" y="5299841"/>
              <a:ext cx="552600" cy="477654"/>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0117"/>
                <a:gd name="connsiteY0" fmla="*/ 0 h 10550"/>
                <a:gd name="connsiteX1" fmla="*/ 7574 w 10117"/>
                <a:gd name="connsiteY1" fmla="*/ 10355 h 10550"/>
                <a:gd name="connsiteX2" fmla="*/ 9265 w 10117"/>
                <a:gd name="connsiteY2" fmla="*/ 10429 h 10550"/>
                <a:gd name="connsiteX3" fmla="*/ 10117 w 10117"/>
                <a:gd name="connsiteY3" fmla="*/ 833 h 10550"/>
                <a:gd name="connsiteX4" fmla="*/ 0 w 10117"/>
                <a:gd name="connsiteY4" fmla="*/ 0 h 10550"/>
                <a:gd name="connsiteX0" fmla="*/ 0 w 10175"/>
                <a:gd name="connsiteY0" fmla="*/ 9 h 10559"/>
                <a:gd name="connsiteX1" fmla="*/ 7574 w 10175"/>
                <a:gd name="connsiteY1" fmla="*/ 10364 h 10559"/>
                <a:gd name="connsiteX2" fmla="*/ 9265 w 10175"/>
                <a:gd name="connsiteY2" fmla="*/ 10438 h 10559"/>
                <a:gd name="connsiteX3" fmla="*/ 10175 w 10175"/>
                <a:gd name="connsiteY3" fmla="*/ 0 h 10559"/>
                <a:gd name="connsiteX4" fmla="*/ 0 w 10175"/>
                <a:gd name="connsiteY4" fmla="*/ 9 h 10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5" h="10559">
                  <a:moveTo>
                    <a:pt x="0" y="9"/>
                  </a:moveTo>
                  <a:cubicBezTo>
                    <a:pt x="3957" y="3502"/>
                    <a:pt x="6049" y="5781"/>
                    <a:pt x="7574" y="10364"/>
                  </a:cubicBezTo>
                  <a:cubicBezTo>
                    <a:pt x="8329" y="10279"/>
                    <a:pt x="8572" y="10781"/>
                    <a:pt x="9265" y="10438"/>
                  </a:cubicBezTo>
                  <a:cubicBezTo>
                    <a:pt x="8877" y="5033"/>
                    <a:pt x="9018" y="4253"/>
                    <a:pt x="10175" y="0"/>
                  </a:cubicBezTo>
                  <a:lnTo>
                    <a:pt x="0" y="9"/>
                  </a:ln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4" name="Group 150">
              <a:extLst>
                <a:ext uri="{FF2B5EF4-FFF2-40B4-BE49-F238E27FC236}">
                  <a16:creationId xmlns:a16="http://schemas.microsoft.com/office/drawing/2014/main" id="{794D8C65-863B-7440-89F4-69D1561AD1FD}"/>
                </a:ext>
              </a:extLst>
            </p:cNvPr>
            <p:cNvGrpSpPr>
              <a:grpSpLocks/>
            </p:cNvGrpSpPr>
            <p:nvPr/>
          </p:nvGrpSpPr>
          <p:grpSpPr bwMode="auto">
            <a:xfrm>
              <a:off x="6311387" y="5779075"/>
              <a:ext cx="551036" cy="452367"/>
              <a:chOff x="2886" y="1668"/>
              <a:chExt cx="347" cy="285"/>
            </a:xfrm>
          </p:grpSpPr>
          <p:sp>
            <p:nvSpPr>
              <p:cNvPr id="594" name="Rectangle 151">
                <a:extLst>
                  <a:ext uri="{FF2B5EF4-FFF2-40B4-BE49-F238E27FC236}">
                    <a16:creationId xmlns:a16="http://schemas.microsoft.com/office/drawing/2014/main" id="{2825FAC5-6CFD-2E46-931F-D681BD62558B}"/>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5" name="Oval 152">
                <a:extLst>
                  <a:ext uri="{FF2B5EF4-FFF2-40B4-BE49-F238E27FC236}">
                    <a16:creationId xmlns:a16="http://schemas.microsoft.com/office/drawing/2014/main" id="{D6F4F3D5-1AF2-B242-902D-0665A266BF4E}"/>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6" name="Rectangle 153">
                <a:extLst>
                  <a:ext uri="{FF2B5EF4-FFF2-40B4-BE49-F238E27FC236}">
                    <a16:creationId xmlns:a16="http://schemas.microsoft.com/office/drawing/2014/main" id="{BE2CF67F-599D-6C42-A399-894E9CA81E52}"/>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7" name="Line 154">
                <a:extLst>
                  <a:ext uri="{FF2B5EF4-FFF2-40B4-BE49-F238E27FC236}">
                    <a16:creationId xmlns:a16="http://schemas.microsoft.com/office/drawing/2014/main" id="{371F415A-A0F7-D045-ABCD-50703CBF5A0D}"/>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8" name="Line 155">
                <a:extLst>
                  <a:ext uri="{FF2B5EF4-FFF2-40B4-BE49-F238E27FC236}">
                    <a16:creationId xmlns:a16="http://schemas.microsoft.com/office/drawing/2014/main" id="{DD302482-684F-2343-93A8-2F996284F7B0}"/>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9" name="Line 156">
                <a:extLst>
                  <a:ext uri="{FF2B5EF4-FFF2-40B4-BE49-F238E27FC236}">
                    <a16:creationId xmlns:a16="http://schemas.microsoft.com/office/drawing/2014/main" id="{8D3FA778-9973-5E45-BBD7-6E5B0FA17F02}"/>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600" name="AutoShape 157">
                <a:extLst>
                  <a:ext uri="{FF2B5EF4-FFF2-40B4-BE49-F238E27FC236}">
                    <a16:creationId xmlns:a16="http://schemas.microsoft.com/office/drawing/2014/main" id="{9BF1C706-69A5-F64D-8549-5FB64FFC0B7C}"/>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7" name="Group 6">
            <a:extLst>
              <a:ext uri="{FF2B5EF4-FFF2-40B4-BE49-F238E27FC236}">
                <a16:creationId xmlns:a16="http://schemas.microsoft.com/office/drawing/2014/main" id="{E14961CC-F520-1047-8300-0C6FB448D3E6}"/>
              </a:ext>
            </a:extLst>
          </p:cNvPr>
          <p:cNvGrpSpPr/>
          <p:nvPr/>
        </p:nvGrpSpPr>
        <p:grpSpPr>
          <a:xfrm>
            <a:off x="5655543" y="5606741"/>
            <a:ext cx="562152" cy="799974"/>
            <a:chOff x="5655543" y="5606741"/>
            <a:chExt cx="562152" cy="799974"/>
          </a:xfrm>
        </p:grpSpPr>
        <p:sp>
          <p:nvSpPr>
            <p:cNvPr id="579" name="Freeform 124">
              <a:extLst>
                <a:ext uri="{FF2B5EF4-FFF2-40B4-BE49-F238E27FC236}">
                  <a16:creationId xmlns:a16="http://schemas.microsoft.com/office/drawing/2014/main" id="{01D680E8-9A4D-5040-ACCF-79EE0764823F}"/>
                </a:ext>
              </a:extLst>
            </p:cNvPr>
            <p:cNvSpPr>
              <a:spLocks/>
            </p:cNvSpPr>
            <p:nvPr/>
          </p:nvSpPr>
          <p:spPr bwMode="auto">
            <a:xfrm flipH="1" flipV="1">
              <a:off x="5674599" y="5606741"/>
              <a:ext cx="543096" cy="371417"/>
            </a:xfrm>
            <a:custGeom>
              <a:avLst/>
              <a:gdLst>
                <a:gd name="T0" fmla="*/ 0 w 1443"/>
                <a:gd name="T1" fmla="*/ 0 h 816"/>
                <a:gd name="T2" fmla="*/ 2147483647 w 1443"/>
                <a:gd name="T3" fmla="*/ 2147483647 h 816"/>
                <a:gd name="T4" fmla="*/ 2147483647 w 1443"/>
                <a:gd name="T5" fmla="*/ 2147483647 h 816"/>
                <a:gd name="T6" fmla="*/ 2147483647 w 1443"/>
                <a:gd name="T7" fmla="*/ 2147483647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bg1">
                    <a:lumMod val="85000"/>
                  </a:schemeClr>
                </a:gs>
                <a:gs pos="100000">
                  <a:srgbClr val="FFFFFF"/>
                </a:gs>
              </a:gsLst>
              <a:lin ang="5400000" scaled="1"/>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585" name="Group 158">
              <a:extLst>
                <a:ext uri="{FF2B5EF4-FFF2-40B4-BE49-F238E27FC236}">
                  <a16:creationId xmlns:a16="http://schemas.microsoft.com/office/drawing/2014/main" id="{10DF1FFB-5BD4-B34D-869E-FF2A21B927AA}"/>
                </a:ext>
              </a:extLst>
            </p:cNvPr>
            <p:cNvGrpSpPr>
              <a:grpSpLocks/>
            </p:cNvGrpSpPr>
            <p:nvPr/>
          </p:nvGrpSpPr>
          <p:grpSpPr bwMode="auto">
            <a:xfrm>
              <a:off x="5655543" y="5954348"/>
              <a:ext cx="551036" cy="452367"/>
              <a:chOff x="2886" y="1668"/>
              <a:chExt cx="347" cy="285"/>
            </a:xfrm>
          </p:grpSpPr>
          <p:sp>
            <p:nvSpPr>
              <p:cNvPr id="587" name="Rectangle 159">
                <a:extLst>
                  <a:ext uri="{FF2B5EF4-FFF2-40B4-BE49-F238E27FC236}">
                    <a16:creationId xmlns:a16="http://schemas.microsoft.com/office/drawing/2014/main" id="{A91C4B44-0DD4-A341-8AA2-C361F078D800}"/>
                  </a:ext>
                </a:extLst>
              </p:cNvPr>
              <p:cNvSpPr>
                <a:spLocks noChangeArrowheads="1"/>
              </p:cNvSpPr>
              <p:nvPr/>
            </p:nvSpPr>
            <p:spPr bwMode="auto">
              <a:xfrm>
                <a:off x="2886" y="1668"/>
                <a:ext cx="347" cy="285"/>
              </a:xfrm>
              <a:prstGeom prst="rect">
                <a:avLst/>
              </a:prstGeom>
              <a:solidFill>
                <a:schemeClr val="bg1">
                  <a:lumMod val="85000"/>
                </a:schemeClr>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88" name="Oval 160">
                <a:extLst>
                  <a:ext uri="{FF2B5EF4-FFF2-40B4-BE49-F238E27FC236}">
                    <a16:creationId xmlns:a16="http://schemas.microsoft.com/office/drawing/2014/main" id="{8E1DE29A-03CB-C545-98EA-12E2D05F3249}"/>
                  </a:ext>
                </a:extLst>
              </p:cNvPr>
              <p:cNvSpPr>
                <a:spLocks noChangeArrowheads="1"/>
              </p:cNvSpPr>
              <p:nvPr/>
            </p:nvSpPr>
            <p:spPr bwMode="auto">
              <a:xfrm>
                <a:off x="2905" y="1674"/>
                <a:ext cx="314" cy="74"/>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89" name="Rectangle 161">
                <a:extLst>
                  <a:ext uri="{FF2B5EF4-FFF2-40B4-BE49-F238E27FC236}">
                    <a16:creationId xmlns:a16="http://schemas.microsoft.com/office/drawing/2014/main" id="{81AA95AB-263F-834C-92D5-FD7617AE1C48}"/>
                  </a:ext>
                </a:extLst>
              </p:cNvPr>
              <p:cNvSpPr>
                <a:spLocks noChangeArrowheads="1"/>
              </p:cNvSpPr>
              <p:nvPr/>
            </p:nvSpPr>
            <p:spPr bwMode="auto">
              <a:xfrm>
                <a:off x="2913" y="1785"/>
                <a:ext cx="300" cy="1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0" name="Line 162">
                <a:extLst>
                  <a:ext uri="{FF2B5EF4-FFF2-40B4-BE49-F238E27FC236}">
                    <a16:creationId xmlns:a16="http://schemas.microsoft.com/office/drawing/2014/main" id="{51CF65F6-671F-AD4D-B5B3-DF84B6F538BD}"/>
                  </a:ext>
                </a:extLst>
              </p:cNvPr>
              <p:cNvSpPr>
                <a:spLocks noChangeShapeType="1"/>
              </p:cNvSpPr>
              <p:nvPr/>
            </p:nvSpPr>
            <p:spPr bwMode="auto">
              <a:xfrm>
                <a:off x="3082" y="1811"/>
                <a:ext cx="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1" name="Line 163">
                <a:extLst>
                  <a:ext uri="{FF2B5EF4-FFF2-40B4-BE49-F238E27FC236}">
                    <a16:creationId xmlns:a16="http://schemas.microsoft.com/office/drawing/2014/main" id="{3BE02048-718D-7149-8610-55725AF95AE3}"/>
                  </a:ext>
                </a:extLst>
              </p:cNvPr>
              <p:cNvSpPr>
                <a:spLocks noChangeShapeType="1"/>
              </p:cNvSpPr>
              <p:nvPr/>
            </p:nvSpPr>
            <p:spPr bwMode="auto">
              <a:xfrm>
                <a:off x="2913" y="184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2" name="Line 164">
                <a:extLst>
                  <a:ext uri="{FF2B5EF4-FFF2-40B4-BE49-F238E27FC236}">
                    <a16:creationId xmlns:a16="http://schemas.microsoft.com/office/drawing/2014/main" id="{DDC9E059-0152-C446-8DB2-52D116DAAF9D}"/>
                  </a:ext>
                </a:extLst>
              </p:cNvPr>
              <p:cNvSpPr>
                <a:spLocks noChangeShapeType="1"/>
              </p:cNvSpPr>
              <p:nvPr/>
            </p:nvSpPr>
            <p:spPr bwMode="auto">
              <a:xfrm>
                <a:off x="2912" y="1812"/>
                <a:ext cx="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93" name="AutoShape 165">
                <a:extLst>
                  <a:ext uri="{FF2B5EF4-FFF2-40B4-BE49-F238E27FC236}">
                    <a16:creationId xmlns:a16="http://schemas.microsoft.com/office/drawing/2014/main" id="{EC851BD2-FB97-7743-85E6-12DE087E47E0}"/>
                  </a:ext>
                </a:extLst>
              </p:cNvPr>
              <p:cNvSpPr>
                <a:spLocks noChangeArrowheads="1"/>
              </p:cNvSpPr>
              <p:nvPr/>
            </p:nvSpPr>
            <p:spPr bwMode="auto">
              <a:xfrm rot="5400000">
                <a:off x="3051" y="1745"/>
                <a:ext cx="29" cy="41"/>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768" name="Group 767">
            <a:extLst>
              <a:ext uri="{FF2B5EF4-FFF2-40B4-BE49-F238E27FC236}">
                <a16:creationId xmlns:a16="http://schemas.microsoft.com/office/drawing/2014/main" id="{C0413C26-2428-294D-A985-438064AB22F8}"/>
              </a:ext>
            </a:extLst>
          </p:cNvPr>
          <p:cNvGrpSpPr/>
          <p:nvPr/>
        </p:nvGrpSpPr>
        <p:grpSpPr>
          <a:xfrm>
            <a:off x="7049868" y="4738514"/>
            <a:ext cx="578032" cy="285706"/>
            <a:chOff x="7493876" y="2774731"/>
            <a:chExt cx="1481958" cy="894622"/>
          </a:xfrm>
        </p:grpSpPr>
        <p:sp>
          <p:nvSpPr>
            <p:cNvPr id="769" name="Freeform 768">
              <a:extLst>
                <a:ext uri="{FF2B5EF4-FFF2-40B4-BE49-F238E27FC236}">
                  <a16:creationId xmlns:a16="http://schemas.microsoft.com/office/drawing/2014/main" id="{965C4A7A-7A5E-0148-8C9E-B16A4266DC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70" name="Oval 769">
              <a:extLst>
                <a:ext uri="{FF2B5EF4-FFF2-40B4-BE49-F238E27FC236}">
                  <a16:creationId xmlns:a16="http://schemas.microsoft.com/office/drawing/2014/main" id="{92E38B70-5FD9-2340-ACBB-8F93875300F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71" name="Group 770">
              <a:extLst>
                <a:ext uri="{FF2B5EF4-FFF2-40B4-BE49-F238E27FC236}">
                  <a16:creationId xmlns:a16="http://schemas.microsoft.com/office/drawing/2014/main" id="{E3B73C34-FD2E-1B48-A77A-22E11F715B02}"/>
                </a:ext>
              </a:extLst>
            </p:cNvPr>
            <p:cNvGrpSpPr/>
            <p:nvPr/>
          </p:nvGrpSpPr>
          <p:grpSpPr>
            <a:xfrm>
              <a:off x="7713663" y="2848339"/>
              <a:ext cx="1042107" cy="425543"/>
              <a:chOff x="7786941" y="2884917"/>
              <a:chExt cx="897649" cy="353919"/>
            </a:xfrm>
          </p:grpSpPr>
          <p:sp>
            <p:nvSpPr>
              <p:cNvPr id="772" name="Freeform 771">
                <a:extLst>
                  <a:ext uri="{FF2B5EF4-FFF2-40B4-BE49-F238E27FC236}">
                    <a16:creationId xmlns:a16="http://schemas.microsoft.com/office/drawing/2014/main" id="{E4276C6A-8274-8344-BE16-4ABFAA9AC4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3" name="Freeform 772">
                <a:extLst>
                  <a:ext uri="{FF2B5EF4-FFF2-40B4-BE49-F238E27FC236}">
                    <a16:creationId xmlns:a16="http://schemas.microsoft.com/office/drawing/2014/main" id="{20A2FF59-A2E8-7D4A-AF91-33EC3C561D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4" name="Freeform 773">
                <a:extLst>
                  <a:ext uri="{FF2B5EF4-FFF2-40B4-BE49-F238E27FC236}">
                    <a16:creationId xmlns:a16="http://schemas.microsoft.com/office/drawing/2014/main" id="{903498AC-CE0A-4149-A230-F651FF8C1DF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5" name="Freeform 774">
                <a:extLst>
                  <a:ext uri="{FF2B5EF4-FFF2-40B4-BE49-F238E27FC236}">
                    <a16:creationId xmlns:a16="http://schemas.microsoft.com/office/drawing/2014/main" id="{B872917B-C402-9545-A450-6FA93A7AFF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E243B6F1-DF5E-834B-A8AE-E9590849B60B}"/>
              </a:ext>
            </a:extLst>
          </p:cNvPr>
          <p:cNvGrpSpPr/>
          <p:nvPr/>
        </p:nvGrpSpPr>
        <p:grpSpPr>
          <a:xfrm>
            <a:off x="6681740" y="5392274"/>
            <a:ext cx="578032" cy="285706"/>
            <a:chOff x="7493876" y="2774731"/>
            <a:chExt cx="1481958" cy="894622"/>
          </a:xfrm>
        </p:grpSpPr>
        <p:sp>
          <p:nvSpPr>
            <p:cNvPr id="777" name="Freeform 776">
              <a:extLst>
                <a:ext uri="{FF2B5EF4-FFF2-40B4-BE49-F238E27FC236}">
                  <a16:creationId xmlns:a16="http://schemas.microsoft.com/office/drawing/2014/main" id="{84A4F67C-5B7E-A346-A9B5-707127538DB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78" name="Oval 777">
              <a:extLst>
                <a:ext uri="{FF2B5EF4-FFF2-40B4-BE49-F238E27FC236}">
                  <a16:creationId xmlns:a16="http://schemas.microsoft.com/office/drawing/2014/main" id="{710EA80C-53BE-C640-847F-EF8C6F0C5E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79" name="Group 778">
              <a:extLst>
                <a:ext uri="{FF2B5EF4-FFF2-40B4-BE49-F238E27FC236}">
                  <a16:creationId xmlns:a16="http://schemas.microsoft.com/office/drawing/2014/main" id="{6F05C597-EF04-8E46-ADDE-B5386A7B3E03}"/>
                </a:ext>
              </a:extLst>
            </p:cNvPr>
            <p:cNvGrpSpPr/>
            <p:nvPr/>
          </p:nvGrpSpPr>
          <p:grpSpPr>
            <a:xfrm>
              <a:off x="7713663" y="2848339"/>
              <a:ext cx="1042107" cy="425543"/>
              <a:chOff x="7786941" y="2884917"/>
              <a:chExt cx="897649" cy="353919"/>
            </a:xfrm>
          </p:grpSpPr>
          <p:sp>
            <p:nvSpPr>
              <p:cNvPr id="780" name="Freeform 779">
                <a:extLst>
                  <a:ext uri="{FF2B5EF4-FFF2-40B4-BE49-F238E27FC236}">
                    <a16:creationId xmlns:a16="http://schemas.microsoft.com/office/drawing/2014/main" id="{7C40FDF7-A328-1B4D-8506-754F6CBE08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1" name="Freeform 780">
                <a:extLst>
                  <a:ext uri="{FF2B5EF4-FFF2-40B4-BE49-F238E27FC236}">
                    <a16:creationId xmlns:a16="http://schemas.microsoft.com/office/drawing/2014/main" id="{5F61F868-DE1D-8F4B-B310-992E9BA5370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2" name="Freeform 781">
                <a:extLst>
                  <a:ext uri="{FF2B5EF4-FFF2-40B4-BE49-F238E27FC236}">
                    <a16:creationId xmlns:a16="http://schemas.microsoft.com/office/drawing/2014/main" id="{ECFAAB82-F382-5C46-A481-4E0EE52A62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3" name="Freeform 782">
                <a:extLst>
                  <a:ext uri="{FF2B5EF4-FFF2-40B4-BE49-F238E27FC236}">
                    <a16:creationId xmlns:a16="http://schemas.microsoft.com/office/drawing/2014/main" id="{81EF1C74-F122-EB4E-87D0-836B4BC6B1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32B9D5FB-6F2D-FC49-BA71-4E56467A288E}"/>
              </a:ext>
            </a:extLst>
          </p:cNvPr>
          <p:cNvGrpSpPr/>
          <p:nvPr/>
        </p:nvGrpSpPr>
        <p:grpSpPr>
          <a:xfrm>
            <a:off x="5525266" y="5343605"/>
            <a:ext cx="578032" cy="285706"/>
            <a:chOff x="7493876" y="2774731"/>
            <a:chExt cx="1481958" cy="894622"/>
          </a:xfrm>
        </p:grpSpPr>
        <p:sp>
          <p:nvSpPr>
            <p:cNvPr id="785" name="Freeform 784">
              <a:extLst>
                <a:ext uri="{FF2B5EF4-FFF2-40B4-BE49-F238E27FC236}">
                  <a16:creationId xmlns:a16="http://schemas.microsoft.com/office/drawing/2014/main" id="{6D9C8DA7-EC26-F440-A5E7-0414FEEDC3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86" name="Oval 785">
              <a:extLst>
                <a:ext uri="{FF2B5EF4-FFF2-40B4-BE49-F238E27FC236}">
                  <a16:creationId xmlns:a16="http://schemas.microsoft.com/office/drawing/2014/main" id="{75F55489-01E2-DC4E-8420-B6BA4282835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87" name="Group 786">
              <a:extLst>
                <a:ext uri="{FF2B5EF4-FFF2-40B4-BE49-F238E27FC236}">
                  <a16:creationId xmlns:a16="http://schemas.microsoft.com/office/drawing/2014/main" id="{76171C91-B5DD-BD40-9E3B-82B64D920D4A}"/>
                </a:ext>
              </a:extLst>
            </p:cNvPr>
            <p:cNvGrpSpPr/>
            <p:nvPr/>
          </p:nvGrpSpPr>
          <p:grpSpPr>
            <a:xfrm>
              <a:off x="7713663" y="2848339"/>
              <a:ext cx="1042107" cy="425543"/>
              <a:chOff x="7786941" y="2884917"/>
              <a:chExt cx="897649" cy="353919"/>
            </a:xfrm>
          </p:grpSpPr>
          <p:sp>
            <p:nvSpPr>
              <p:cNvPr id="788" name="Freeform 787">
                <a:extLst>
                  <a:ext uri="{FF2B5EF4-FFF2-40B4-BE49-F238E27FC236}">
                    <a16:creationId xmlns:a16="http://schemas.microsoft.com/office/drawing/2014/main" id="{92824FB2-3109-A24A-84EE-0875C22A17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9" name="Freeform 788">
                <a:extLst>
                  <a:ext uri="{FF2B5EF4-FFF2-40B4-BE49-F238E27FC236}">
                    <a16:creationId xmlns:a16="http://schemas.microsoft.com/office/drawing/2014/main" id="{B4992F98-C293-F14F-897F-0428DAF248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0" name="Freeform 789">
                <a:extLst>
                  <a:ext uri="{FF2B5EF4-FFF2-40B4-BE49-F238E27FC236}">
                    <a16:creationId xmlns:a16="http://schemas.microsoft.com/office/drawing/2014/main" id="{9D3E92E4-B967-074F-BDDA-6C78578D5D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1" name="Freeform 790">
                <a:extLst>
                  <a:ext uri="{FF2B5EF4-FFF2-40B4-BE49-F238E27FC236}">
                    <a16:creationId xmlns:a16="http://schemas.microsoft.com/office/drawing/2014/main" id="{AC70E22F-7F6D-9D45-9031-FB98F8A400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2" name="Group 791">
            <a:extLst>
              <a:ext uri="{FF2B5EF4-FFF2-40B4-BE49-F238E27FC236}">
                <a16:creationId xmlns:a16="http://schemas.microsoft.com/office/drawing/2014/main" id="{0AAA6329-4E08-D94E-93EE-AC2FA25D6326}"/>
              </a:ext>
            </a:extLst>
          </p:cNvPr>
          <p:cNvGrpSpPr/>
          <p:nvPr/>
        </p:nvGrpSpPr>
        <p:grpSpPr>
          <a:xfrm>
            <a:off x="6130766" y="4428206"/>
            <a:ext cx="578032" cy="285706"/>
            <a:chOff x="7493876" y="2774731"/>
            <a:chExt cx="1481958" cy="894622"/>
          </a:xfrm>
        </p:grpSpPr>
        <p:sp>
          <p:nvSpPr>
            <p:cNvPr id="793" name="Freeform 792">
              <a:extLst>
                <a:ext uri="{FF2B5EF4-FFF2-40B4-BE49-F238E27FC236}">
                  <a16:creationId xmlns:a16="http://schemas.microsoft.com/office/drawing/2014/main" id="{BB444168-FD71-7E47-B4D6-391D9675421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94" name="Oval 793">
              <a:extLst>
                <a:ext uri="{FF2B5EF4-FFF2-40B4-BE49-F238E27FC236}">
                  <a16:creationId xmlns:a16="http://schemas.microsoft.com/office/drawing/2014/main" id="{FAC70931-18C0-3E4B-9F7C-07190D628EE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95" name="Group 794">
              <a:extLst>
                <a:ext uri="{FF2B5EF4-FFF2-40B4-BE49-F238E27FC236}">
                  <a16:creationId xmlns:a16="http://schemas.microsoft.com/office/drawing/2014/main" id="{CDA4CB47-2278-C94D-A8EA-8D5E2A74A82A}"/>
                </a:ext>
              </a:extLst>
            </p:cNvPr>
            <p:cNvGrpSpPr/>
            <p:nvPr/>
          </p:nvGrpSpPr>
          <p:grpSpPr>
            <a:xfrm>
              <a:off x="7713663" y="2848339"/>
              <a:ext cx="1042107" cy="425543"/>
              <a:chOff x="7786941" y="2884917"/>
              <a:chExt cx="897649" cy="353919"/>
            </a:xfrm>
          </p:grpSpPr>
          <p:sp>
            <p:nvSpPr>
              <p:cNvPr id="796" name="Freeform 795">
                <a:extLst>
                  <a:ext uri="{FF2B5EF4-FFF2-40B4-BE49-F238E27FC236}">
                    <a16:creationId xmlns:a16="http://schemas.microsoft.com/office/drawing/2014/main" id="{DCDB30E9-C763-0E48-9E3E-72EAECA07B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7" name="Freeform 796">
                <a:extLst>
                  <a:ext uri="{FF2B5EF4-FFF2-40B4-BE49-F238E27FC236}">
                    <a16:creationId xmlns:a16="http://schemas.microsoft.com/office/drawing/2014/main" id="{77961B40-DE0E-B64A-AC4E-268EAB832F4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8" name="Freeform 797">
                <a:extLst>
                  <a:ext uri="{FF2B5EF4-FFF2-40B4-BE49-F238E27FC236}">
                    <a16:creationId xmlns:a16="http://schemas.microsoft.com/office/drawing/2014/main" id="{C29BE61B-DD17-1E48-955B-B459D24C9D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9" name="Freeform 798">
                <a:extLst>
                  <a:ext uri="{FF2B5EF4-FFF2-40B4-BE49-F238E27FC236}">
                    <a16:creationId xmlns:a16="http://schemas.microsoft.com/office/drawing/2014/main" id="{9D0B46F6-CDBE-9C4C-98C4-18ACE1C1CF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439AE64C-370D-E343-8E49-6C6768CBAF77}"/>
              </a:ext>
            </a:extLst>
          </p:cNvPr>
          <p:cNvGrpSpPr/>
          <p:nvPr/>
        </p:nvGrpSpPr>
        <p:grpSpPr>
          <a:xfrm>
            <a:off x="6041427" y="5026045"/>
            <a:ext cx="578032" cy="285706"/>
            <a:chOff x="7493876" y="2774731"/>
            <a:chExt cx="1481958" cy="894622"/>
          </a:xfrm>
        </p:grpSpPr>
        <p:sp>
          <p:nvSpPr>
            <p:cNvPr id="801" name="Freeform 800">
              <a:extLst>
                <a:ext uri="{FF2B5EF4-FFF2-40B4-BE49-F238E27FC236}">
                  <a16:creationId xmlns:a16="http://schemas.microsoft.com/office/drawing/2014/main" id="{E0A1DB2C-92C8-364E-BC47-FA5BAF521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2" name="Oval 801">
              <a:extLst>
                <a:ext uri="{FF2B5EF4-FFF2-40B4-BE49-F238E27FC236}">
                  <a16:creationId xmlns:a16="http://schemas.microsoft.com/office/drawing/2014/main" id="{84346A6B-FED3-C944-B74B-F5A1DE30FD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03" name="Group 802">
              <a:extLst>
                <a:ext uri="{FF2B5EF4-FFF2-40B4-BE49-F238E27FC236}">
                  <a16:creationId xmlns:a16="http://schemas.microsoft.com/office/drawing/2014/main" id="{543182CA-CB89-DA41-B460-2032628AECF5}"/>
                </a:ext>
              </a:extLst>
            </p:cNvPr>
            <p:cNvGrpSpPr/>
            <p:nvPr/>
          </p:nvGrpSpPr>
          <p:grpSpPr>
            <a:xfrm>
              <a:off x="7713663" y="2848339"/>
              <a:ext cx="1042107" cy="425543"/>
              <a:chOff x="7786941" y="2884917"/>
              <a:chExt cx="897649" cy="353919"/>
            </a:xfrm>
          </p:grpSpPr>
          <p:sp>
            <p:nvSpPr>
              <p:cNvPr id="804" name="Freeform 803">
                <a:extLst>
                  <a:ext uri="{FF2B5EF4-FFF2-40B4-BE49-F238E27FC236}">
                    <a16:creationId xmlns:a16="http://schemas.microsoft.com/office/drawing/2014/main" id="{7C35BEA7-39EA-AF44-9B1A-9069DDBA13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05" name="Freeform 804">
                <a:extLst>
                  <a:ext uri="{FF2B5EF4-FFF2-40B4-BE49-F238E27FC236}">
                    <a16:creationId xmlns:a16="http://schemas.microsoft.com/office/drawing/2014/main" id="{CA289C9F-3DB7-7A4B-A338-B0CD67353F4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06" name="Freeform 805">
                <a:extLst>
                  <a:ext uri="{FF2B5EF4-FFF2-40B4-BE49-F238E27FC236}">
                    <a16:creationId xmlns:a16="http://schemas.microsoft.com/office/drawing/2014/main" id="{F5FC6510-D993-524E-B9F2-EB0A421DF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07" name="Freeform 806">
                <a:extLst>
                  <a:ext uri="{FF2B5EF4-FFF2-40B4-BE49-F238E27FC236}">
                    <a16:creationId xmlns:a16="http://schemas.microsoft.com/office/drawing/2014/main" id="{C58489D3-AD98-5849-ADA3-B1C7B9B4B9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08" name="Group 807">
            <a:extLst>
              <a:ext uri="{FF2B5EF4-FFF2-40B4-BE49-F238E27FC236}">
                <a16:creationId xmlns:a16="http://schemas.microsoft.com/office/drawing/2014/main" id="{CBD30329-EF8A-434C-B6EE-CEE2CDB2D499}"/>
              </a:ext>
            </a:extLst>
          </p:cNvPr>
          <p:cNvGrpSpPr/>
          <p:nvPr/>
        </p:nvGrpSpPr>
        <p:grpSpPr>
          <a:xfrm>
            <a:off x="5094748" y="4736342"/>
            <a:ext cx="578032" cy="285706"/>
            <a:chOff x="7493876" y="2774731"/>
            <a:chExt cx="1481958" cy="894622"/>
          </a:xfrm>
        </p:grpSpPr>
        <p:sp>
          <p:nvSpPr>
            <p:cNvPr id="809" name="Freeform 808">
              <a:extLst>
                <a:ext uri="{FF2B5EF4-FFF2-40B4-BE49-F238E27FC236}">
                  <a16:creationId xmlns:a16="http://schemas.microsoft.com/office/drawing/2014/main" id="{C16A6827-70C6-5247-943E-DBCA19804B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0" name="Oval 809">
              <a:extLst>
                <a:ext uri="{FF2B5EF4-FFF2-40B4-BE49-F238E27FC236}">
                  <a16:creationId xmlns:a16="http://schemas.microsoft.com/office/drawing/2014/main" id="{701C0281-7FB7-B040-84C8-661D68EF69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11" name="Group 810">
              <a:extLst>
                <a:ext uri="{FF2B5EF4-FFF2-40B4-BE49-F238E27FC236}">
                  <a16:creationId xmlns:a16="http://schemas.microsoft.com/office/drawing/2014/main" id="{019453D2-E67C-7F4E-82EB-B7EE9BD09D32}"/>
                </a:ext>
              </a:extLst>
            </p:cNvPr>
            <p:cNvGrpSpPr/>
            <p:nvPr/>
          </p:nvGrpSpPr>
          <p:grpSpPr>
            <a:xfrm>
              <a:off x="7713663" y="2848339"/>
              <a:ext cx="1042107" cy="425543"/>
              <a:chOff x="7786941" y="2884917"/>
              <a:chExt cx="897649" cy="353919"/>
            </a:xfrm>
          </p:grpSpPr>
          <p:sp>
            <p:nvSpPr>
              <p:cNvPr id="812" name="Freeform 811">
                <a:extLst>
                  <a:ext uri="{FF2B5EF4-FFF2-40B4-BE49-F238E27FC236}">
                    <a16:creationId xmlns:a16="http://schemas.microsoft.com/office/drawing/2014/main" id="{43556055-0862-FA41-B220-5E3C09F46FA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3" name="Freeform 812">
                <a:extLst>
                  <a:ext uri="{FF2B5EF4-FFF2-40B4-BE49-F238E27FC236}">
                    <a16:creationId xmlns:a16="http://schemas.microsoft.com/office/drawing/2014/main" id="{7D44D9ED-1D38-B64F-B869-982F3B76A3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4" name="Freeform 813">
                <a:extLst>
                  <a:ext uri="{FF2B5EF4-FFF2-40B4-BE49-F238E27FC236}">
                    <a16:creationId xmlns:a16="http://schemas.microsoft.com/office/drawing/2014/main" id="{64929109-8482-0C43-AE9D-6EFDD2BC94E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5" name="Freeform 814">
                <a:extLst>
                  <a:ext uri="{FF2B5EF4-FFF2-40B4-BE49-F238E27FC236}">
                    <a16:creationId xmlns:a16="http://schemas.microsoft.com/office/drawing/2014/main" id="{61BC8A89-F1ED-CE46-9494-60CF882866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3374B185-CCF9-0F43-92E1-E9A2B51C7C81}"/>
              </a:ext>
            </a:extLst>
          </p:cNvPr>
          <p:cNvGrpSpPr/>
          <p:nvPr/>
        </p:nvGrpSpPr>
        <p:grpSpPr>
          <a:xfrm>
            <a:off x="3563785" y="1706808"/>
            <a:ext cx="2317750" cy="3038266"/>
            <a:chOff x="3563785" y="1706808"/>
            <a:chExt cx="2317750" cy="3038266"/>
          </a:xfrm>
        </p:grpSpPr>
        <p:sp>
          <p:nvSpPr>
            <p:cNvPr id="539" name="Freeform 3">
              <a:extLst>
                <a:ext uri="{FF2B5EF4-FFF2-40B4-BE49-F238E27FC236}">
                  <a16:creationId xmlns:a16="http://schemas.microsoft.com/office/drawing/2014/main" id="{DEA17EE7-6646-5049-8B03-582779382B33}"/>
                </a:ext>
              </a:extLst>
            </p:cNvPr>
            <p:cNvSpPr>
              <a:spLocks/>
            </p:cNvSpPr>
            <p:nvPr/>
          </p:nvSpPr>
          <p:spPr bwMode="auto">
            <a:xfrm rot="16200000">
              <a:off x="4355018" y="3236963"/>
              <a:ext cx="721461" cy="2294761"/>
            </a:xfrm>
            <a:custGeom>
              <a:avLst/>
              <a:gdLst>
                <a:gd name="T0" fmla="*/ 0 w 1443"/>
                <a:gd name="T1" fmla="*/ 0 h 816"/>
                <a:gd name="T2" fmla="*/ 1076 w 1443"/>
                <a:gd name="T3" fmla="*/ 782 h 816"/>
                <a:gd name="T4" fmla="*/ 1320 w 1443"/>
                <a:gd name="T5" fmla="*/ 788 h 816"/>
                <a:gd name="T6" fmla="*/ 1443 w 1443"/>
                <a:gd name="T7" fmla="*/ 5 h 816"/>
                <a:gd name="T8" fmla="*/ 0 w 1443"/>
                <a:gd name="T9" fmla="*/ 0 h 816"/>
                <a:gd name="connsiteX0" fmla="*/ 0 w 10000"/>
                <a:gd name="connsiteY0" fmla="*/ 0 h 9714"/>
                <a:gd name="connsiteX1" fmla="*/ 3718 w 10000"/>
                <a:gd name="connsiteY1" fmla="*/ 8779 h 9714"/>
                <a:gd name="connsiteX2" fmla="*/ 9148 w 10000"/>
                <a:gd name="connsiteY2" fmla="*/ 9657 h 9714"/>
                <a:gd name="connsiteX3" fmla="*/ 10000 w 10000"/>
                <a:gd name="connsiteY3" fmla="*/ 61 h 9714"/>
                <a:gd name="connsiteX4" fmla="*/ 0 w 10000"/>
                <a:gd name="connsiteY4" fmla="*/ 0 h 9714"/>
                <a:gd name="connsiteX0" fmla="*/ 0 w 10000"/>
                <a:gd name="connsiteY0" fmla="*/ 0 h 9095"/>
                <a:gd name="connsiteX1" fmla="*/ 3718 w 10000"/>
                <a:gd name="connsiteY1" fmla="*/ 9037 h 9095"/>
                <a:gd name="connsiteX2" fmla="*/ 5712 w 10000"/>
                <a:gd name="connsiteY2" fmla="*/ 8929 h 9095"/>
                <a:gd name="connsiteX3" fmla="*/ 10000 w 10000"/>
                <a:gd name="connsiteY3" fmla="*/ 63 h 9095"/>
                <a:gd name="connsiteX4" fmla="*/ 0 w 10000"/>
                <a:gd name="connsiteY4" fmla="*/ 0 h 9095"/>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10000"/>
                <a:gd name="connsiteY0" fmla="*/ 0 h 10000"/>
                <a:gd name="connsiteX1" fmla="*/ 3718 w 10000"/>
                <a:gd name="connsiteY1" fmla="*/ 9936 h 10000"/>
                <a:gd name="connsiteX2" fmla="*/ 5712 w 10000"/>
                <a:gd name="connsiteY2" fmla="*/ 9817 h 10000"/>
                <a:gd name="connsiteX3" fmla="*/ 10000 w 10000"/>
                <a:gd name="connsiteY3" fmla="*/ 69 h 10000"/>
                <a:gd name="connsiteX4" fmla="*/ 0 w 10000"/>
                <a:gd name="connsiteY4" fmla="*/ 0 h 10000"/>
                <a:gd name="connsiteX0" fmla="*/ 0 w 8989"/>
                <a:gd name="connsiteY0" fmla="*/ 0 h 11618"/>
                <a:gd name="connsiteX1" fmla="*/ 2707 w 8989"/>
                <a:gd name="connsiteY1" fmla="*/ 11554 h 11618"/>
                <a:gd name="connsiteX2" fmla="*/ 4701 w 8989"/>
                <a:gd name="connsiteY2" fmla="*/ 11435 h 11618"/>
                <a:gd name="connsiteX3" fmla="*/ 8989 w 8989"/>
                <a:gd name="connsiteY3" fmla="*/ 1687 h 11618"/>
                <a:gd name="connsiteX4" fmla="*/ 0 w 8989"/>
                <a:gd name="connsiteY4" fmla="*/ 0 h 11618"/>
                <a:gd name="connsiteX0" fmla="*/ 0 w 9888"/>
                <a:gd name="connsiteY0" fmla="*/ 115 h 10115"/>
                <a:gd name="connsiteX1" fmla="*/ 3011 w 9888"/>
                <a:gd name="connsiteY1" fmla="*/ 10060 h 10115"/>
                <a:gd name="connsiteX2" fmla="*/ 5230 w 9888"/>
                <a:gd name="connsiteY2" fmla="*/ 9957 h 10115"/>
                <a:gd name="connsiteX3" fmla="*/ 9888 w 9888"/>
                <a:gd name="connsiteY3" fmla="*/ 0 h 10115"/>
                <a:gd name="connsiteX4" fmla="*/ 0 w 9888"/>
                <a:gd name="connsiteY4" fmla="*/ 115 h 10115"/>
                <a:gd name="connsiteX0" fmla="*/ 0 w 9829"/>
                <a:gd name="connsiteY0" fmla="*/ 0 h 10833"/>
                <a:gd name="connsiteX1" fmla="*/ 2874 w 9829"/>
                <a:gd name="connsiteY1" fmla="*/ 10779 h 10833"/>
                <a:gd name="connsiteX2" fmla="*/ 5118 w 9829"/>
                <a:gd name="connsiteY2" fmla="*/ 10677 h 10833"/>
                <a:gd name="connsiteX3" fmla="*/ 9829 w 9829"/>
                <a:gd name="connsiteY3" fmla="*/ 833 h 10833"/>
                <a:gd name="connsiteX4" fmla="*/ 0 w 9829"/>
                <a:gd name="connsiteY4" fmla="*/ 0 h 10833"/>
                <a:gd name="connsiteX0" fmla="*/ 0 w 10289"/>
                <a:gd name="connsiteY0" fmla="*/ 0 h 10000"/>
                <a:gd name="connsiteX1" fmla="*/ 2924 w 10289"/>
                <a:gd name="connsiteY1" fmla="*/ 9950 h 10000"/>
                <a:gd name="connsiteX2" fmla="*/ 5207 w 10289"/>
                <a:gd name="connsiteY2" fmla="*/ 9856 h 10000"/>
                <a:gd name="connsiteX3" fmla="*/ 10289 w 10289"/>
                <a:gd name="connsiteY3" fmla="*/ 54 h 10000"/>
                <a:gd name="connsiteX4" fmla="*/ 0 w 10289"/>
                <a:gd name="connsiteY4" fmla="*/ 0 h 10000"/>
                <a:gd name="connsiteX0" fmla="*/ 0 w 10289"/>
                <a:gd name="connsiteY0" fmla="*/ 0 h 10953"/>
                <a:gd name="connsiteX1" fmla="*/ 2924 w 10289"/>
                <a:gd name="connsiteY1" fmla="*/ 9950 h 10953"/>
                <a:gd name="connsiteX2" fmla="*/ 3723 w 10289"/>
                <a:gd name="connsiteY2" fmla="*/ 10695 h 10953"/>
                <a:gd name="connsiteX3" fmla="*/ 5207 w 10289"/>
                <a:gd name="connsiteY3" fmla="*/ 9856 h 10953"/>
                <a:gd name="connsiteX4" fmla="*/ 10289 w 10289"/>
                <a:gd name="connsiteY4" fmla="*/ 54 h 10953"/>
                <a:gd name="connsiteX5" fmla="*/ 0 w 10289"/>
                <a:gd name="connsiteY5" fmla="*/ 0 h 10953"/>
                <a:gd name="connsiteX0" fmla="*/ 0 w 10289"/>
                <a:gd name="connsiteY0" fmla="*/ 0 h 11138"/>
                <a:gd name="connsiteX1" fmla="*/ 2924 w 10289"/>
                <a:gd name="connsiteY1" fmla="*/ 9950 h 11138"/>
                <a:gd name="connsiteX2" fmla="*/ 5207 w 10289"/>
                <a:gd name="connsiteY2" fmla="*/ 9856 h 11138"/>
                <a:gd name="connsiteX3" fmla="*/ 10289 w 10289"/>
                <a:gd name="connsiteY3" fmla="*/ 54 h 11138"/>
                <a:gd name="connsiteX4" fmla="*/ 0 w 10289"/>
                <a:gd name="connsiteY4" fmla="*/ 0 h 11138"/>
                <a:gd name="connsiteX0" fmla="*/ 0 w 10289"/>
                <a:gd name="connsiteY0" fmla="*/ 0 h 10669"/>
                <a:gd name="connsiteX1" fmla="*/ 2924 w 10289"/>
                <a:gd name="connsiteY1" fmla="*/ 9950 h 10669"/>
                <a:gd name="connsiteX2" fmla="*/ 5207 w 10289"/>
                <a:gd name="connsiteY2" fmla="*/ 9856 h 10669"/>
                <a:gd name="connsiteX3" fmla="*/ 10289 w 10289"/>
                <a:gd name="connsiteY3" fmla="*/ 54 h 10669"/>
                <a:gd name="connsiteX4" fmla="*/ 0 w 10289"/>
                <a:gd name="connsiteY4" fmla="*/ 0 h 10669"/>
                <a:gd name="connsiteX0" fmla="*/ 0 w 10289"/>
                <a:gd name="connsiteY0" fmla="*/ 0 h 10734"/>
                <a:gd name="connsiteX1" fmla="*/ 2924 w 10289"/>
                <a:gd name="connsiteY1" fmla="*/ 9950 h 10734"/>
                <a:gd name="connsiteX2" fmla="*/ 4455 w 10289"/>
                <a:gd name="connsiteY2" fmla="*/ 10094 h 10734"/>
                <a:gd name="connsiteX3" fmla="*/ 10289 w 10289"/>
                <a:gd name="connsiteY3" fmla="*/ 54 h 10734"/>
                <a:gd name="connsiteX4" fmla="*/ 0 w 10289"/>
                <a:gd name="connsiteY4" fmla="*/ 0 h 10734"/>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10107"/>
                <a:gd name="connsiteX1" fmla="*/ 2924 w 10289"/>
                <a:gd name="connsiteY1" fmla="*/ 9950 h 10107"/>
                <a:gd name="connsiteX2" fmla="*/ 4455 w 10289"/>
                <a:gd name="connsiteY2" fmla="*/ 10094 h 10107"/>
                <a:gd name="connsiteX3" fmla="*/ 10289 w 10289"/>
                <a:gd name="connsiteY3" fmla="*/ 54 h 10107"/>
                <a:gd name="connsiteX4" fmla="*/ 0 w 10289"/>
                <a:gd name="connsiteY4" fmla="*/ 0 h 10107"/>
                <a:gd name="connsiteX0" fmla="*/ 0 w 10289"/>
                <a:gd name="connsiteY0" fmla="*/ 0 h 9960"/>
                <a:gd name="connsiteX1" fmla="*/ 2924 w 10289"/>
                <a:gd name="connsiteY1" fmla="*/ 9950 h 9960"/>
                <a:gd name="connsiteX2" fmla="*/ 4166 w 10289"/>
                <a:gd name="connsiteY2" fmla="*/ 9776 h 9960"/>
                <a:gd name="connsiteX3" fmla="*/ 10289 w 10289"/>
                <a:gd name="connsiteY3" fmla="*/ 54 h 9960"/>
                <a:gd name="connsiteX4" fmla="*/ 0 w 10289"/>
                <a:gd name="connsiteY4" fmla="*/ 0 h 9960"/>
                <a:gd name="connsiteX0" fmla="*/ 0 w 10000"/>
                <a:gd name="connsiteY0" fmla="*/ 0 h 10000"/>
                <a:gd name="connsiteX1" fmla="*/ 2842 w 10000"/>
                <a:gd name="connsiteY1" fmla="*/ 9990 h 10000"/>
                <a:gd name="connsiteX2" fmla="*/ 4049 w 10000"/>
                <a:gd name="connsiteY2" fmla="*/ 9815 h 10000"/>
                <a:gd name="connsiteX3" fmla="*/ 10000 w 10000"/>
                <a:gd name="connsiteY3" fmla="*/ 54 h 10000"/>
                <a:gd name="connsiteX4" fmla="*/ 0 w 10000"/>
                <a:gd name="connsiteY4" fmla="*/ 0 h 10000"/>
                <a:gd name="connsiteX0" fmla="*/ 0 w 10000"/>
                <a:gd name="connsiteY0" fmla="*/ 0 h 10400"/>
                <a:gd name="connsiteX1" fmla="*/ 2740 w 10000"/>
                <a:gd name="connsiteY1" fmla="*/ 10397 h 10400"/>
                <a:gd name="connsiteX2" fmla="*/ 4049 w 10000"/>
                <a:gd name="connsiteY2" fmla="*/ 9815 h 10400"/>
                <a:gd name="connsiteX3" fmla="*/ 10000 w 10000"/>
                <a:gd name="connsiteY3" fmla="*/ 54 h 10400"/>
                <a:gd name="connsiteX4" fmla="*/ 0 w 10000"/>
                <a:gd name="connsiteY4" fmla="*/ 0 h 10400"/>
                <a:gd name="connsiteX0" fmla="*/ 0 w 10000"/>
                <a:gd name="connsiteY0" fmla="*/ 0 h 10419"/>
                <a:gd name="connsiteX1" fmla="*/ 2740 w 10000"/>
                <a:gd name="connsiteY1" fmla="*/ 10397 h 10419"/>
                <a:gd name="connsiteX2" fmla="*/ 3599 w 10000"/>
                <a:gd name="connsiteY2" fmla="*/ 10338 h 10419"/>
                <a:gd name="connsiteX3" fmla="*/ 10000 w 10000"/>
                <a:gd name="connsiteY3" fmla="*/ 54 h 10419"/>
                <a:gd name="connsiteX4" fmla="*/ 0 w 10000"/>
                <a:gd name="connsiteY4" fmla="*/ 0 h 10419"/>
                <a:gd name="connsiteX0" fmla="*/ 0 w 10000"/>
                <a:gd name="connsiteY0" fmla="*/ 0 h 10397"/>
                <a:gd name="connsiteX1" fmla="*/ 2740 w 10000"/>
                <a:gd name="connsiteY1" fmla="*/ 10397 h 10397"/>
                <a:gd name="connsiteX2" fmla="*/ 3599 w 10000"/>
                <a:gd name="connsiteY2" fmla="*/ 10338 h 10397"/>
                <a:gd name="connsiteX3" fmla="*/ 10000 w 10000"/>
                <a:gd name="connsiteY3" fmla="*/ 54 h 10397"/>
                <a:gd name="connsiteX4" fmla="*/ 0 w 10000"/>
                <a:gd name="connsiteY4" fmla="*/ 0 h 10397"/>
                <a:gd name="connsiteX0" fmla="*/ 0 w 10614"/>
                <a:gd name="connsiteY0" fmla="*/ 0 h 10397"/>
                <a:gd name="connsiteX1" fmla="*/ 2740 w 10614"/>
                <a:gd name="connsiteY1" fmla="*/ 10397 h 10397"/>
                <a:gd name="connsiteX2" fmla="*/ 3599 w 10614"/>
                <a:gd name="connsiteY2" fmla="*/ 10338 h 10397"/>
                <a:gd name="connsiteX3" fmla="*/ 10614 w 10614"/>
                <a:gd name="connsiteY3" fmla="*/ 112 h 10397"/>
                <a:gd name="connsiteX4" fmla="*/ 0 w 10614"/>
                <a:gd name="connsiteY4" fmla="*/ 0 h 10397"/>
                <a:gd name="connsiteX0" fmla="*/ 0 w 10614"/>
                <a:gd name="connsiteY0" fmla="*/ 0 h 10397"/>
                <a:gd name="connsiteX1" fmla="*/ 2740 w 10614"/>
                <a:gd name="connsiteY1" fmla="*/ 10397 h 10397"/>
                <a:gd name="connsiteX2" fmla="*/ 3599 w 10614"/>
                <a:gd name="connsiteY2" fmla="*/ 10338 h 10397"/>
                <a:gd name="connsiteX3" fmla="*/ 10614 w 10614"/>
                <a:gd name="connsiteY3" fmla="*/ 112 h 10397"/>
                <a:gd name="connsiteX4" fmla="*/ 0 w 10614"/>
                <a:gd name="connsiteY4" fmla="*/ 0 h 10397"/>
                <a:gd name="connsiteX0" fmla="*/ 0 w 10675"/>
                <a:gd name="connsiteY0" fmla="*/ 0 h 10310"/>
                <a:gd name="connsiteX1" fmla="*/ 2801 w 10675"/>
                <a:gd name="connsiteY1" fmla="*/ 10310 h 10310"/>
                <a:gd name="connsiteX2" fmla="*/ 3660 w 10675"/>
                <a:gd name="connsiteY2" fmla="*/ 10251 h 10310"/>
                <a:gd name="connsiteX3" fmla="*/ 10675 w 10675"/>
                <a:gd name="connsiteY3" fmla="*/ 25 h 10310"/>
                <a:gd name="connsiteX4" fmla="*/ 0 w 10675"/>
                <a:gd name="connsiteY4" fmla="*/ 0 h 10310"/>
                <a:gd name="connsiteX0" fmla="*/ 0 w 6741"/>
                <a:gd name="connsiteY0" fmla="*/ 0 h 15505"/>
                <a:gd name="connsiteX1" fmla="*/ 2801 w 6741"/>
                <a:gd name="connsiteY1" fmla="*/ 10310 h 15505"/>
                <a:gd name="connsiteX2" fmla="*/ 3660 w 6741"/>
                <a:gd name="connsiteY2" fmla="*/ 10251 h 15505"/>
                <a:gd name="connsiteX3" fmla="*/ 6741 w 6741"/>
                <a:gd name="connsiteY3" fmla="*/ 14932 h 15505"/>
                <a:gd name="connsiteX4" fmla="*/ 0 w 6741"/>
                <a:gd name="connsiteY4" fmla="*/ 0 h 15505"/>
                <a:gd name="connsiteX0" fmla="*/ 5612 w 7164"/>
                <a:gd name="connsiteY0" fmla="*/ 0 h 10410"/>
                <a:gd name="connsiteX1" fmla="*/ 13 w 7164"/>
                <a:gd name="connsiteY1" fmla="*/ 7060 h 10410"/>
                <a:gd name="connsiteX2" fmla="*/ 1287 w 7164"/>
                <a:gd name="connsiteY2" fmla="*/ 7022 h 10410"/>
                <a:gd name="connsiteX3" fmla="*/ 5858 w 7164"/>
                <a:gd name="connsiteY3" fmla="*/ 10041 h 10410"/>
                <a:gd name="connsiteX4" fmla="*/ 5612 w 7164"/>
                <a:gd name="connsiteY4" fmla="*/ 0 h 10410"/>
                <a:gd name="connsiteX0" fmla="*/ 7932 w 10098"/>
                <a:gd name="connsiteY0" fmla="*/ 0 h 10001"/>
                <a:gd name="connsiteX1" fmla="*/ 116 w 10098"/>
                <a:gd name="connsiteY1" fmla="*/ 6782 h 10001"/>
                <a:gd name="connsiteX2" fmla="*/ 1894 w 10098"/>
                <a:gd name="connsiteY2" fmla="*/ 6745 h 10001"/>
                <a:gd name="connsiteX3" fmla="*/ 8275 w 10098"/>
                <a:gd name="connsiteY3" fmla="*/ 9646 h 10001"/>
                <a:gd name="connsiteX4" fmla="*/ 7932 w 10098"/>
                <a:gd name="connsiteY4" fmla="*/ 0 h 10001"/>
                <a:gd name="connsiteX0" fmla="*/ 7932 w 11399"/>
                <a:gd name="connsiteY0" fmla="*/ 0 h 10001"/>
                <a:gd name="connsiteX1" fmla="*/ 116 w 11399"/>
                <a:gd name="connsiteY1" fmla="*/ 6782 h 10001"/>
                <a:gd name="connsiteX2" fmla="*/ 1894 w 11399"/>
                <a:gd name="connsiteY2" fmla="*/ 6745 h 10001"/>
                <a:gd name="connsiteX3" fmla="*/ 8275 w 11399"/>
                <a:gd name="connsiteY3" fmla="*/ 9646 h 10001"/>
                <a:gd name="connsiteX4" fmla="*/ 7932 w 11399"/>
                <a:gd name="connsiteY4" fmla="*/ 0 h 10001"/>
                <a:gd name="connsiteX0" fmla="*/ 7932 w 8463"/>
                <a:gd name="connsiteY0" fmla="*/ 0 h 10001"/>
                <a:gd name="connsiteX1" fmla="*/ 116 w 8463"/>
                <a:gd name="connsiteY1" fmla="*/ 6782 h 10001"/>
                <a:gd name="connsiteX2" fmla="*/ 1894 w 8463"/>
                <a:gd name="connsiteY2" fmla="*/ 6745 h 10001"/>
                <a:gd name="connsiteX3" fmla="*/ 8275 w 8463"/>
                <a:gd name="connsiteY3" fmla="*/ 9646 h 10001"/>
                <a:gd name="connsiteX4" fmla="*/ 7932 w 8463"/>
                <a:gd name="connsiteY4" fmla="*/ 0 h 10001"/>
                <a:gd name="connsiteX0" fmla="*/ 10170 w 10376"/>
                <a:gd name="connsiteY0" fmla="*/ 0 h 9753"/>
                <a:gd name="connsiteX1" fmla="*/ 109 w 10376"/>
                <a:gd name="connsiteY1" fmla="*/ 6534 h 9753"/>
                <a:gd name="connsiteX2" fmla="*/ 2210 w 10376"/>
                <a:gd name="connsiteY2" fmla="*/ 6497 h 9753"/>
                <a:gd name="connsiteX3" fmla="*/ 9750 w 10376"/>
                <a:gd name="connsiteY3" fmla="*/ 9398 h 9753"/>
                <a:gd name="connsiteX4" fmla="*/ 10170 w 10376"/>
                <a:gd name="connsiteY4" fmla="*/ 0 h 9753"/>
                <a:gd name="connsiteX0" fmla="*/ 9801 w 9999"/>
                <a:gd name="connsiteY0" fmla="*/ 0 h 9636"/>
                <a:gd name="connsiteX1" fmla="*/ 105 w 9999"/>
                <a:gd name="connsiteY1" fmla="*/ 6699 h 9636"/>
                <a:gd name="connsiteX2" fmla="*/ 2130 w 9999"/>
                <a:gd name="connsiteY2" fmla="*/ 6662 h 9636"/>
                <a:gd name="connsiteX3" fmla="*/ 9397 w 9999"/>
                <a:gd name="connsiteY3" fmla="*/ 9636 h 9636"/>
                <a:gd name="connsiteX4" fmla="*/ 9801 w 9999"/>
                <a:gd name="connsiteY4" fmla="*/ 0 h 9636"/>
                <a:gd name="connsiteX0" fmla="*/ 9802 w 10000"/>
                <a:gd name="connsiteY0" fmla="*/ 0 h 10000"/>
                <a:gd name="connsiteX1" fmla="*/ 105 w 10000"/>
                <a:gd name="connsiteY1" fmla="*/ 6952 h 10000"/>
                <a:gd name="connsiteX2" fmla="*/ 2130 w 10000"/>
                <a:gd name="connsiteY2" fmla="*/ 6914 h 10000"/>
                <a:gd name="connsiteX3" fmla="*/ 9398 w 10000"/>
                <a:gd name="connsiteY3" fmla="*/ 10000 h 10000"/>
                <a:gd name="connsiteX4" fmla="*/ 9802 w 10000"/>
                <a:gd name="connsiteY4" fmla="*/ 0 h 10000"/>
                <a:gd name="connsiteX0" fmla="*/ 9697 w 9895"/>
                <a:gd name="connsiteY0" fmla="*/ 0 h 10000"/>
                <a:gd name="connsiteX1" fmla="*/ 0 w 9895"/>
                <a:gd name="connsiteY1" fmla="*/ 6952 h 10000"/>
                <a:gd name="connsiteX2" fmla="*/ 2025 w 9895"/>
                <a:gd name="connsiteY2" fmla="*/ 6914 h 10000"/>
                <a:gd name="connsiteX3" fmla="*/ 9293 w 9895"/>
                <a:gd name="connsiteY3" fmla="*/ 10000 h 10000"/>
                <a:gd name="connsiteX4" fmla="*/ 9697 w 9895"/>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001"/>
                <a:gd name="connsiteY0" fmla="*/ 0 h 10000"/>
                <a:gd name="connsiteX1" fmla="*/ 0 w 10001"/>
                <a:gd name="connsiteY1" fmla="*/ 6952 h 10000"/>
                <a:gd name="connsiteX2" fmla="*/ 2314 w 10001"/>
                <a:gd name="connsiteY2" fmla="*/ 7860 h 10000"/>
                <a:gd name="connsiteX3" fmla="*/ 9392 w 10001"/>
                <a:gd name="connsiteY3" fmla="*/ 10000 h 10000"/>
                <a:gd name="connsiteX4" fmla="*/ 9800 w 10001"/>
                <a:gd name="connsiteY4" fmla="*/ 0 h 10000"/>
                <a:gd name="connsiteX0" fmla="*/ 9800 w 10148"/>
                <a:gd name="connsiteY0" fmla="*/ 0 h 10158"/>
                <a:gd name="connsiteX1" fmla="*/ 0 w 10148"/>
                <a:gd name="connsiteY1" fmla="*/ 6952 h 10158"/>
                <a:gd name="connsiteX2" fmla="*/ 2314 w 10148"/>
                <a:gd name="connsiteY2" fmla="*/ 7860 h 10158"/>
                <a:gd name="connsiteX3" fmla="*/ 9794 w 10148"/>
                <a:gd name="connsiteY3" fmla="*/ 10158 h 10158"/>
                <a:gd name="connsiteX4" fmla="*/ 9800 w 10148"/>
                <a:gd name="connsiteY4" fmla="*/ 0 h 10158"/>
                <a:gd name="connsiteX0" fmla="*/ 9800 w 10148"/>
                <a:gd name="connsiteY0" fmla="*/ 0 h 10158"/>
                <a:gd name="connsiteX1" fmla="*/ 0 w 10148"/>
                <a:gd name="connsiteY1" fmla="*/ 6952 h 10158"/>
                <a:gd name="connsiteX2" fmla="*/ 1653 w 10148"/>
                <a:gd name="connsiteY2" fmla="*/ 8453 h 10158"/>
                <a:gd name="connsiteX3" fmla="*/ 9794 w 10148"/>
                <a:gd name="connsiteY3" fmla="*/ 10158 h 10158"/>
                <a:gd name="connsiteX4" fmla="*/ 9800 w 10148"/>
                <a:gd name="connsiteY4" fmla="*/ 0 h 10158"/>
                <a:gd name="connsiteX0" fmla="*/ 9800 w 10148"/>
                <a:gd name="connsiteY0" fmla="*/ 0 h 10158"/>
                <a:gd name="connsiteX1" fmla="*/ 0 w 10148"/>
                <a:gd name="connsiteY1" fmla="*/ 6952 h 10158"/>
                <a:gd name="connsiteX2" fmla="*/ 1653 w 10148"/>
                <a:gd name="connsiteY2" fmla="*/ 8453 h 10158"/>
                <a:gd name="connsiteX3" fmla="*/ 9794 w 10148"/>
                <a:gd name="connsiteY3" fmla="*/ 10158 h 10158"/>
                <a:gd name="connsiteX4" fmla="*/ 9800 w 10148"/>
                <a:gd name="connsiteY4" fmla="*/ 0 h 10158"/>
                <a:gd name="connsiteX0" fmla="*/ 8194 w 8542"/>
                <a:gd name="connsiteY0" fmla="*/ 0 h 10158"/>
                <a:gd name="connsiteX1" fmla="*/ 0 w 8542"/>
                <a:gd name="connsiteY1" fmla="*/ 7601 h 10158"/>
                <a:gd name="connsiteX2" fmla="*/ 47 w 8542"/>
                <a:gd name="connsiteY2" fmla="*/ 8453 h 10158"/>
                <a:gd name="connsiteX3" fmla="*/ 8188 w 8542"/>
                <a:gd name="connsiteY3" fmla="*/ 10158 h 10158"/>
                <a:gd name="connsiteX4" fmla="*/ 8194 w 8542"/>
                <a:gd name="connsiteY4" fmla="*/ 0 h 10158"/>
                <a:gd name="connsiteX0" fmla="*/ 9538 w 9975"/>
                <a:gd name="connsiteY0" fmla="*/ 0 h 10128"/>
                <a:gd name="connsiteX1" fmla="*/ 0 w 9975"/>
                <a:gd name="connsiteY1" fmla="*/ 7611 h 10128"/>
                <a:gd name="connsiteX2" fmla="*/ 55 w 9975"/>
                <a:gd name="connsiteY2" fmla="*/ 8450 h 10128"/>
                <a:gd name="connsiteX3" fmla="*/ 9586 w 9975"/>
                <a:gd name="connsiteY3" fmla="*/ 10128 h 10128"/>
                <a:gd name="connsiteX4" fmla="*/ 9538 w 9975"/>
                <a:gd name="connsiteY4" fmla="*/ 0 h 10128"/>
                <a:gd name="connsiteX0" fmla="*/ 9562 w 9999"/>
                <a:gd name="connsiteY0" fmla="*/ 0 h 10000"/>
                <a:gd name="connsiteX1" fmla="*/ 0 w 9999"/>
                <a:gd name="connsiteY1" fmla="*/ 7515 h 10000"/>
                <a:gd name="connsiteX2" fmla="*/ 55 w 9999"/>
                <a:gd name="connsiteY2" fmla="*/ 8343 h 10000"/>
                <a:gd name="connsiteX3" fmla="*/ 9610 w 9999"/>
                <a:gd name="connsiteY3" fmla="*/ 10000 h 10000"/>
                <a:gd name="connsiteX4" fmla="*/ 9562 w 9999"/>
                <a:gd name="connsiteY4" fmla="*/ 0 h 10000"/>
                <a:gd name="connsiteX0" fmla="*/ 9563 w 10000"/>
                <a:gd name="connsiteY0" fmla="*/ 0 h 10126"/>
                <a:gd name="connsiteX1" fmla="*/ 0 w 10000"/>
                <a:gd name="connsiteY1" fmla="*/ 7515 h 10126"/>
                <a:gd name="connsiteX2" fmla="*/ 55 w 10000"/>
                <a:gd name="connsiteY2" fmla="*/ 8343 h 10126"/>
                <a:gd name="connsiteX3" fmla="*/ 9611 w 10000"/>
                <a:gd name="connsiteY3" fmla="*/ 10126 h 10126"/>
                <a:gd name="connsiteX4" fmla="*/ 9563 w 10000"/>
                <a:gd name="connsiteY4" fmla="*/ 0 h 10126"/>
                <a:gd name="connsiteX0" fmla="*/ 9563 w 10000"/>
                <a:gd name="connsiteY0" fmla="*/ 0 h 10126"/>
                <a:gd name="connsiteX1" fmla="*/ 0 w 10000"/>
                <a:gd name="connsiteY1" fmla="*/ 7515 h 10126"/>
                <a:gd name="connsiteX2" fmla="*/ 55 w 10000"/>
                <a:gd name="connsiteY2" fmla="*/ 8343 h 10126"/>
                <a:gd name="connsiteX3" fmla="*/ 9611 w 10000"/>
                <a:gd name="connsiteY3" fmla="*/ 10126 h 10126"/>
                <a:gd name="connsiteX4" fmla="*/ 9563 w 10000"/>
                <a:gd name="connsiteY4" fmla="*/ 0 h 10126"/>
                <a:gd name="connsiteX0" fmla="*/ 9563 w 9799"/>
                <a:gd name="connsiteY0" fmla="*/ 0 h 10126"/>
                <a:gd name="connsiteX1" fmla="*/ 0 w 9799"/>
                <a:gd name="connsiteY1" fmla="*/ 7515 h 10126"/>
                <a:gd name="connsiteX2" fmla="*/ 55 w 9799"/>
                <a:gd name="connsiteY2" fmla="*/ 8343 h 10126"/>
                <a:gd name="connsiteX3" fmla="*/ 9611 w 9799"/>
                <a:gd name="connsiteY3" fmla="*/ 10126 h 10126"/>
                <a:gd name="connsiteX4" fmla="*/ 9563 w 9799"/>
                <a:gd name="connsiteY4" fmla="*/ 0 h 10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9" h="10126">
                  <a:moveTo>
                    <a:pt x="9563" y="0"/>
                  </a:moveTo>
                  <a:cubicBezTo>
                    <a:pt x="6380" y="3447"/>
                    <a:pt x="4378" y="4742"/>
                    <a:pt x="0" y="7515"/>
                  </a:cubicBezTo>
                  <a:cubicBezTo>
                    <a:pt x="19" y="7790"/>
                    <a:pt x="36" y="8067"/>
                    <a:pt x="55" y="8343"/>
                  </a:cubicBezTo>
                  <a:cubicBezTo>
                    <a:pt x="3592" y="8754"/>
                    <a:pt x="6787" y="8518"/>
                    <a:pt x="9611" y="10126"/>
                  </a:cubicBezTo>
                  <a:cubicBezTo>
                    <a:pt x="9580" y="4725"/>
                    <a:pt x="10082" y="3581"/>
                    <a:pt x="9563" y="0"/>
                  </a:cubicBezTo>
                  <a:close/>
                </a:path>
              </a:pathLst>
            </a:custGeom>
            <a:gradFill rotWithShape="1">
              <a:gsLst>
                <a:gs pos="75000">
                  <a:schemeClr val="bg1">
                    <a:lumMod val="85000"/>
                  </a:schemeClr>
                </a:gs>
                <a:gs pos="0">
                  <a:schemeClr val="bg1">
                    <a:lumMod val="75000"/>
                  </a:schemeClr>
                </a:gs>
                <a:gs pos="100000">
                  <a:srgbClr val="FFFFFF"/>
                </a:gs>
              </a:gsLst>
              <a:lin ang="10800000" scaled="0"/>
            </a:gradFill>
            <a:ln>
              <a:noFill/>
            </a:ln>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panose="020B0600070205080204" pitchFamily="34" charset="-128"/>
                <a:cs typeface="Arial"/>
              </a:endParaRPr>
            </a:p>
          </p:txBody>
        </p:sp>
        <p:sp>
          <p:nvSpPr>
            <p:cNvPr id="541" name="Rectangle 4">
              <a:extLst>
                <a:ext uri="{FF2B5EF4-FFF2-40B4-BE49-F238E27FC236}">
                  <a16:creationId xmlns:a16="http://schemas.microsoft.com/office/drawing/2014/main" id="{164DBCFC-5616-9547-B9D4-E3DCFE3BEA76}"/>
                </a:ext>
              </a:extLst>
            </p:cNvPr>
            <p:cNvSpPr>
              <a:spLocks noChangeArrowheads="1"/>
            </p:cNvSpPr>
            <p:nvPr/>
          </p:nvSpPr>
          <p:spPr bwMode="auto">
            <a:xfrm>
              <a:off x="3563785" y="1706808"/>
              <a:ext cx="2317750" cy="2333625"/>
            </a:xfrm>
            <a:prstGeom prst="rect">
              <a:avLst/>
            </a:prstGeom>
            <a:solidFill>
              <a:schemeClr val="bg1">
                <a:lumMod val="85000"/>
              </a:schemeClr>
            </a:solidFill>
            <a:ln w="19050">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2" name="Oval 5">
              <a:extLst>
                <a:ext uri="{FF2B5EF4-FFF2-40B4-BE49-F238E27FC236}">
                  <a16:creationId xmlns:a16="http://schemas.microsoft.com/office/drawing/2014/main" id="{022CCE76-7473-384C-B8AD-4B26D3605B47}"/>
                </a:ext>
              </a:extLst>
            </p:cNvPr>
            <p:cNvSpPr>
              <a:spLocks noChangeArrowheads="1"/>
            </p:cNvSpPr>
            <p:nvPr/>
          </p:nvSpPr>
          <p:spPr bwMode="auto">
            <a:xfrm>
              <a:off x="3689197" y="1759196"/>
              <a:ext cx="2095500" cy="604837"/>
            </a:xfrm>
            <a:prstGeom prst="ellipse">
              <a:avLst/>
            </a:prstGeom>
            <a:solidFill>
              <a:srgbClr val="FFFFFF"/>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3" name="Text Box 108">
              <a:extLst>
                <a:ext uri="{FF2B5EF4-FFF2-40B4-BE49-F238E27FC236}">
                  <a16:creationId xmlns:a16="http://schemas.microsoft.com/office/drawing/2014/main" id="{5C8E906F-87BB-6246-A8F8-5B849D560963}"/>
                </a:ext>
              </a:extLst>
            </p:cNvPr>
            <p:cNvSpPr txBox="1">
              <a:spLocks noChangeArrowheads="1"/>
            </p:cNvSpPr>
            <p:nvPr/>
          </p:nvSpPr>
          <p:spPr bwMode="auto">
            <a:xfrm>
              <a:off x="3812415" y="1866181"/>
              <a:ext cx="1863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routing algorithm</a:t>
              </a:r>
            </a:p>
          </p:txBody>
        </p:sp>
        <p:sp>
          <p:nvSpPr>
            <p:cNvPr id="544" name="Rectangle 109">
              <a:extLst>
                <a:ext uri="{FF2B5EF4-FFF2-40B4-BE49-F238E27FC236}">
                  <a16:creationId xmlns:a16="http://schemas.microsoft.com/office/drawing/2014/main" id="{5814F0BC-A4E2-414A-8230-B48770800C20}"/>
                </a:ext>
              </a:extLst>
            </p:cNvPr>
            <p:cNvSpPr>
              <a:spLocks noChangeArrowheads="1"/>
            </p:cNvSpPr>
            <p:nvPr/>
          </p:nvSpPr>
          <p:spPr bwMode="auto">
            <a:xfrm>
              <a:off x="3743172" y="2586219"/>
              <a:ext cx="2005013" cy="135737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6" name="Text Box 111">
              <a:extLst>
                <a:ext uri="{FF2B5EF4-FFF2-40B4-BE49-F238E27FC236}">
                  <a16:creationId xmlns:a16="http://schemas.microsoft.com/office/drawing/2014/main" id="{C638B8A1-75B3-8749-A235-1EE1778B601F}"/>
                </a:ext>
              </a:extLst>
            </p:cNvPr>
            <p:cNvSpPr txBox="1">
              <a:spLocks noChangeArrowheads="1"/>
            </p:cNvSpPr>
            <p:nvPr/>
          </p:nvSpPr>
          <p:spPr bwMode="auto">
            <a:xfrm>
              <a:off x="3706660" y="2864096"/>
              <a:ext cx="1212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header value</a:t>
              </a:r>
            </a:p>
          </p:txBody>
        </p:sp>
        <p:sp>
          <p:nvSpPr>
            <p:cNvPr id="547" name="Text Box 112">
              <a:extLst>
                <a:ext uri="{FF2B5EF4-FFF2-40B4-BE49-F238E27FC236}">
                  <a16:creationId xmlns:a16="http://schemas.microsoft.com/office/drawing/2014/main" id="{CAC7F94E-387B-054D-AC5B-A6ACAFEBC95A}"/>
                </a:ext>
              </a:extLst>
            </p:cNvPr>
            <p:cNvSpPr txBox="1">
              <a:spLocks noChangeArrowheads="1"/>
            </p:cNvSpPr>
            <p:nvPr/>
          </p:nvSpPr>
          <p:spPr bwMode="auto">
            <a:xfrm>
              <a:off x="4773460" y="2865683"/>
              <a:ext cx="1041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output link</a:t>
              </a:r>
            </a:p>
          </p:txBody>
        </p:sp>
        <p:sp>
          <p:nvSpPr>
            <p:cNvPr id="548" name="Line 113">
              <a:extLst>
                <a:ext uri="{FF2B5EF4-FFF2-40B4-BE49-F238E27FC236}">
                  <a16:creationId xmlns:a16="http://schemas.microsoft.com/office/drawing/2014/main" id="{F1E4DBAB-F3DB-A040-865E-B04E5313616C}"/>
                </a:ext>
              </a:extLst>
            </p:cNvPr>
            <p:cNvSpPr>
              <a:spLocks noChangeShapeType="1"/>
            </p:cNvSpPr>
            <p:nvPr/>
          </p:nvSpPr>
          <p:spPr bwMode="auto">
            <a:xfrm>
              <a:off x="4871885" y="2876796"/>
              <a:ext cx="7937" cy="10668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49" name="Text Box 114">
              <a:extLst>
                <a:ext uri="{FF2B5EF4-FFF2-40B4-BE49-F238E27FC236}">
                  <a16:creationId xmlns:a16="http://schemas.microsoft.com/office/drawing/2014/main" id="{632019DF-E579-4B45-A8CE-2312F51B8EFE}"/>
                </a:ext>
              </a:extLst>
            </p:cNvPr>
            <p:cNvSpPr txBox="1">
              <a:spLocks noChangeArrowheads="1"/>
            </p:cNvSpPr>
            <p:nvPr/>
          </p:nvSpPr>
          <p:spPr bwMode="auto">
            <a:xfrm>
              <a:off x="4362297" y="3148258"/>
              <a:ext cx="5207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0100</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0101</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0111</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1001</a:t>
              </a:r>
            </a:p>
          </p:txBody>
        </p:sp>
        <p:sp>
          <p:nvSpPr>
            <p:cNvPr id="550" name="Text Box 115">
              <a:extLst>
                <a:ext uri="{FF2B5EF4-FFF2-40B4-BE49-F238E27FC236}">
                  <a16:creationId xmlns:a16="http://schemas.microsoft.com/office/drawing/2014/main" id="{54502672-4BE9-284A-B3B3-FA8A482CE2D0}"/>
                </a:ext>
              </a:extLst>
            </p:cNvPr>
            <p:cNvSpPr txBox="1">
              <a:spLocks noChangeArrowheads="1"/>
            </p:cNvSpPr>
            <p:nvPr/>
          </p:nvSpPr>
          <p:spPr bwMode="auto">
            <a:xfrm>
              <a:off x="4887760" y="3148258"/>
              <a:ext cx="26828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3</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sp>
          <p:nvSpPr>
            <p:cNvPr id="551" name="Line 116">
              <a:extLst>
                <a:ext uri="{FF2B5EF4-FFF2-40B4-BE49-F238E27FC236}">
                  <a16:creationId xmlns:a16="http://schemas.microsoft.com/office/drawing/2014/main" id="{7AC235F1-D847-EB45-9746-2E1D0ED697AB}"/>
                </a:ext>
              </a:extLst>
            </p:cNvPr>
            <p:cNvSpPr>
              <a:spLocks noChangeShapeType="1"/>
            </p:cNvSpPr>
            <p:nvPr/>
          </p:nvSpPr>
          <p:spPr bwMode="auto">
            <a:xfrm>
              <a:off x="3743172" y="3133971"/>
              <a:ext cx="2006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552" name="Line 117">
              <a:extLst>
                <a:ext uri="{FF2B5EF4-FFF2-40B4-BE49-F238E27FC236}">
                  <a16:creationId xmlns:a16="http://schemas.microsoft.com/office/drawing/2014/main" id="{E3F3F0A3-B7B7-C84F-8E76-3C4C5F55CDAF}"/>
                </a:ext>
              </a:extLst>
            </p:cNvPr>
            <p:cNvSpPr>
              <a:spLocks noChangeShapeType="1"/>
            </p:cNvSpPr>
            <p:nvPr/>
          </p:nvSpPr>
          <p:spPr bwMode="auto">
            <a:xfrm>
              <a:off x="3735235" y="2886321"/>
              <a:ext cx="2006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18" name="Text Box 108">
              <a:extLst>
                <a:ext uri="{FF2B5EF4-FFF2-40B4-BE49-F238E27FC236}">
                  <a16:creationId xmlns:a16="http://schemas.microsoft.com/office/drawing/2014/main" id="{E7C9C96C-2BC6-C44A-AE8A-01BCFB474108}"/>
                </a:ext>
              </a:extLst>
            </p:cNvPr>
            <p:cNvSpPr txBox="1">
              <a:spLocks noChangeArrowheads="1"/>
            </p:cNvSpPr>
            <p:nvPr/>
          </p:nvSpPr>
          <p:spPr bwMode="auto">
            <a:xfrm>
              <a:off x="3671421" y="2588130"/>
              <a:ext cx="21818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local forwarding table</a:t>
              </a:r>
            </a:p>
          </p:txBody>
        </p:sp>
        <p:sp>
          <p:nvSpPr>
            <p:cNvPr id="553" name="AutoShape 118">
              <a:extLst>
                <a:ext uri="{FF2B5EF4-FFF2-40B4-BE49-F238E27FC236}">
                  <a16:creationId xmlns:a16="http://schemas.microsoft.com/office/drawing/2014/main" id="{CE405A55-DEFA-E34D-A391-3BAFA1DB2942}"/>
                </a:ext>
              </a:extLst>
            </p:cNvPr>
            <p:cNvSpPr>
              <a:spLocks noChangeArrowheads="1"/>
            </p:cNvSpPr>
            <p:nvPr/>
          </p:nvSpPr>
          <p:spPr bwMode="auto">
            <a:xfrm rot="5400000">
              <a:off x="4641697" y="2356096"/>
              <a:ext cx="241300" cy="273050"/>
            </a:xfrm>
            <a:prstGeom prst="rightArrow">
              <a:avLst>
                <a:gd name="adj1" fmla="val 51167"/>
                <a:gd name="adj2" fmla="val 39736"/>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171" name="Content Placeholder 4">
            <a:extLst>
              <a:ext uri="{FF2B5EF4-FFF2-40B4-BE49-F238E27FC236}">
                <a16:creationId xmlns:a16="http://schemas.microsoft.com/office/drawing/2014/main" id="{5FE3427C-6327-DC4F-BEB5-B04B68C98F81}"/>
              </a:ext>
            </a:extLst>
          </p:cNvPr>
          <p:cNvSpPr>
            <a:spLocks noGrp="1"/>
          </p:cNvSpPr>
          <p:nvPr>
            <p:ph sz="half" idx="1"/>
          </p:nvPr>
        </p:nvSpPr>
        <p:spPr>
          <a:xfrm>
            <a:off x="332534" y="2514905"/>
            <a:ext cx="2930611" cy="3063265"/>
          </a:xfrm>
        </p:spPr>
        <p:txBody>
          <a:bodyPr>
            <a:normAutofit fontScale="92500" lnSpcReduction="10000"/>
          </a:bodyPr>
          <a:lstStyle/>
          <a:p>
            <a:pPr marL="130175" indent="0">
              <a:buNone/>
            </a:pPr>
            <a:r>
              <a:rPr lang="en-US" altLang="en-US" sz="3000" i="1" dirty="0">
                <a:solidFill>
                  <a:srgbClr val="C00000"/>
                </a:solidFill>
                <a:ea typeface="ＭＳ Ｐゴシック" panose="020B0600070205080204" pitchFamily="34" charset="-128"/>
              </a:rPr>
              <a:t>Forwarding</a:t>
            </a:r>
            <a:r>
              <a:rPr lang="en-US" altLang="en-US" i="1" dirty="0">
                <a:solidFill>
                  <a:srgbClr val="C00000"/>
                </a:solidFill>
                <a:ea typeface="ＭＳ Ｐゴシック" panose="020B0600070205080204" pitchFamily="34" charset="-128"/>
              </a:rPr>
              <a:t>:</a:t>
            </a:r>
            <a:r>
              <a:rPr lang="en-US" altLang="en-US" dirty="0">
                <a:solidFill>
                  <a:srgbClr val="C00000"/>
                </a:solidFill>
                <a:ea typeface="ＭＳ Ｐゴシック" panose="020B0600070205080204" pitchFamily="34" charset="-128"/>
              </a:rPr>
              <a:t> </a:t>
            </a:r>
          </a:p>
          <a:p>
            <a:r>
              <a:rPr lang="en-US" altLang="en-US" dirty="0">
                <a:ea typeface="ＭＳ Ｐゴシック" panose="020B0600070205080204" pitchFamily="34" charset="-128"/>
              </a:rPr>
              <a:t>aka “switching”</a:t>
            </a:r>
          </a:p>
          <a:p>
            <a:r>
              <a:rPr lang="en-US" altLang="en-US" i="1" dirty="0">
                <a:solidFill>
                  <a:srgbClr val="C00000"/>
                </a:solidFill>
                <a:ea typeface="ＭＳ Ｐゴシック" panose="020B0600070205080204" pitchFamily="34" charset="-128"/>
              </a:rPr>
              <a:t>local</a:t>
            </a:r>
            <a:r>
              <a:rPr lang="en-US" altLang="en-US" i="1" dirty="0">
                <a:ea typeface="ＭＳ Ｐゴシック" panose="020B0600070205080204" pitchFamily="34" charset="-128"/>
              </a:rPr>
              <a:t> </a:t>
            </a:r>
            <a:r>
              <a:rPr lang="en-US" altLang="en-US" dirty="0">
                <a:ea typeface="ＭＳ Ｐゴシック" panose="020B0600070205080204" pitchFamily="34" charset="-128"/>
              </a:rPr>
              <a:t>action: move arriving packets from router’</a:t>
            </a:r>
            <a:r>
              <a:rPr lang="en-US" altLang="ja-JP" dirty="0">
                <a:ea typeface="ＭＳ Ｐゴシック" panose="020B0600070205080204" pitchFamily="34" charset="-128"/>
              </a:rPr>
              <a:t>s input link to appropriate router output link</a:t>
            </a:r>
          </a:p>
          <a:p>
            <a:endParaRPr lang="en-US" dirty="0"/>
          </a:p>
        </p:txBody>
      </p:sp>
      <p:cxnSp>
        <p:nvCxnSpPr>
          <p:cNvPr id="172" name="Straight Connector 421888">
            <a:extLst>
              <a:ext uri="{FF2B5EF4-FFF2-40B4-BE49-F238E27FC236}">
                <a16:creationId xmlns:a16="http://schemas.microsoft.com/office/drawing/2014/main" id="{67BEC5DA-6BEA-4541-B3B2-BF40B813A134}"/>
              </a:ext>
            </a:extLst>
          </p:cNvPr>
          <p:cNvCxnSpPr>
            <a:cxnSpLocks noChangeShapeType="1"/>
          </p:cNvCxnSpPr>
          <p:nvPr/>
        </p:nvCxnSpPr>
        <p:spPr bwMode="auto">
          <a:xfrm>
            <a:off x="2389758" y="2757407"/>
            <a:ext cx="1281663"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nvGrpSpPr>
          <p:cNvPr id="173" name="Group 172">
            <a:extLst>
              <a:ext uri="{FF2B5EF4-FFF2-40B4-BE49-F238E27FC236}">
                <a16:creationId xmlns:a16="http://schemas.microsoft.com/office/drawing/2014/main" id="{C4AE8E60-10FA-844B-BD5E-0345F648B720}"/>
              </a:ext>
            </a:extLst>
          </p:cNvPr>
          <p:cNvGrpSpPr/>
          <p:nvPr/>
        </p:nvGrpSpPr>
        <p:grpSpPr>
          <a:xfrm>
            <a:off x="3744796" y="2580320"/>
            <a:ext cx="2017520" cy="338554"/>
            <a:chOff x="6181202" y="4326532"/>
            <a:chExt cx="2017520" cy="338554"/>
          </a:xfrm>
        </p:grpSpPr>
        <p:sp>
          <p:nvSpPr>
            <p:cNvPr id="174" name="Rectangle 173">
              <a:extLst>
                <a:ext uri="{FF2B5EF4-FFF2-40B4-BE49-F238E27FC236}">
                  <a16:creationId xmlns:a16="http://schemas.microsoft.com/office/drawing/2014/main" id="{3F05E7B2-15F6-4A4E-84F8-2F0C7DBC381C}"/>
                </a:ext>
              </a:extLst>
            </p:cNvPr>
            <p:cNvSpPr/>
            <p:nvPr/>
          </p:nvSpPr>
          <p:spPr>
            <a:xfrm>
              <a:off x="6192122" y="4338108"/>
              <a:ext cx="2006600" cy="29597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Text Box 110">
              <a:extLst>
                <a:ext uri="{FF2B5EF4-FFF2-40B4-BE49-F238E27FC236}">
                  <a16:creationId xmlns:a16="http://schemas.microsoft.com/office/drawing/2014/main" id="{269466F0-DCF5-FF48-986E-8EB8C52CE743}"/>
                </a:ext>
              </a:extLst>
            </p:cNvPr>
            <p:cNvSpPr txBox="1">
              <a:spLocks noChangeArrowheads="1"/>
            </p:cNvSpPr>
            <p:nvPr/>
          </p:nvSpPr>
          <p:spPr bwMode="auto">
            <a:xfrm>
              <a:off x="6181202" y="4326532"/>
              <a:ext cx="2005677" cy="33855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prstClr val="white"/>
                  </a:solidFill>
                  <a:effectLst/>
                  <a:uLnTx/>
                  <a:uFillTx/>
                  <a:latin typeface="Calibri" panose="020F0502020204030204" pitchFamily="34" charset="0"/>
                  <a:ea typeface="ＭＳ Ｐゴシック" panose="020B0600070205080204" pitchFamily="34" charset="-128"/>
                  <a:cs typeface="Calibri" panose="020F0502020204030204" pitchFamily="34" charset="0"/>
                </a:rPr>
                <a:t>local forwarding table</a:t>
              </a:r>
            </a:p>
          </p:txBody>
        </p:sp>
      </p:grpSp>
      <p:grpSp>
        <p:nvGrpSpPr>
          <p:cNvPr id="176" name="Group 175">
            <a:extLst>
              <a:ext uri="{FF2B5EF4-FFF2-40B4-BE49-F238E27FC236}">
                <a16:creationId xmlns:a16="http://schemas.microsoft.com/office/drawing/2014/main" id="{A5553ADE-8F22-E143-9FEE-D8406830AC5F}"/>
              </a:ext>
            </a:extLst>
          </p:cNvPr>
          <p:cNvGrpSpPr/>
          <p:nvPr/>
        </p:nvGrpSpPr>
        <p:grpSpPr>
          <a:xfrm>
            <a:off x="5698975" y="3819688"/>
            <a:ext cx="2183401" cy="2394971"/>
            <a:chOff x="5698975" y="3819688"/>
            <a:chExt cx="2183401" cy="2394971"/>
          </a:xfrm>
        </p:grpSpPr>
        <p:sp>
          <p:nvSpPr>
            <p:cNvPr id="177" name="Rectangle 176">
              <a:extLst>
                <a:ext uri="{FF2B5EF4-FFF2-40B4-BE49-F238E27FC236}">
                  <a16:creationId xmlns:a16="http://schemas.microsoft.com/office/drawing/2014/main" id="{5F75045C-CAEF-BE41-B0E7-8DCF29B7EFBD}"/>
                </a:ext>
              </a:extLst>
            </p:cNvPr>
            <p:cNvSpPr/>
            <p:nvPr/>
          </p:nvSpPr>
          <p:spPr>
            <a:xfrm>
              <a:off x="7050700" y="6168940"/>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Rectangle 177">
              <a:extLst>
                <a:ext uri="{FF2B5EF4-FFF2-40B4-BE49-F238E27FC236}">
                  <a16:creationId xmlns:a16="http://schemas.microsoft.com/office/drawing/2014/main" id="{1FB5981E-1E94-C34D-A30F-382C97EBC919}"/>
                </a:ext>
              </a:extLst>
            </p:cNvPr>
            <p:cNvSpPr/>
            <p:nvPr/>
          </p:nvSpPr>
          <p:spPr>
            <a:xfrm>
              <a:off x="6359921" y="5968768"/>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Rectangle 178">
              <a:extLst>
                <a:ext uri="{FF2B5EF4-FFF2-40B4-BE49-F238E27FC236}">
                  <a16:creationId xmlns:a16="http://schemas.microsoft.com/office/drawing/2014/main" id="{C2E83222-FB14-4F4B-AFE1-FC39D5330E7D}"/>
                </a:ext>
              </a:extLst>
            </p:cNvPr>
            <p:cNvSpPr/>
            <p:nvPr/>
          </p:nvSpPr>
          <p:spPr>
            <a:xfrm>
              <a:off x="5698975" y="6141541"/>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EDC19385-8E61-AD46-95C9-DDCD5449A73D}"/>
                </a:ext>
              </a:extLst>
            </p:cNvPr>
            <p:cNvSpPr/>
            <p:nvPr/>
          </p:nvSpPr>
          <p:spPr>
            <a:xfrm>
              <a:off x="7405975" y="4146032"/>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1" name="Rectangle 180">
              <a:extLst>
                <a:ext uri="{FF2B5EF4-FFF2-40B4-BE49-F238E27FC236}">
                  <a16:creationId xmlns:a16="http://schemas.microsoft.com/office/drawing/2014/main" id="{2D366EE5-B582-514F-954C-D5D4F7048A25}"/>
                </a:ext>
              </a:extLst>
            </p:cNvPr>
            <p:cNvSpPr/>
            <p:nvPr/>
          </p:nvSpPr>
          <p:spPr>
            <a:xfrm>
              <a:off x="6407517" y="3819688"/>
              <a:ext cx="476401" cy="4571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91" name="Content Placeholder 4">
            <a:extLst>
              <a:ext uri="{FF2B5EF4-FFF2-40B4-BE49-F238E27FC236}">
                <a16:creationId xmlns:a16="http://schemas.microsoft.com/office/drawing/2014/main" id="{7657B180-3511-BD43-A1D3-883B21FB89BF}"/>
              </a:ext>
            </a:extLst>
          </p:cNvPr>
          <p:cNvSpPr txBox="1">
            <a:spLocks/>
          </p:cNvSpPr>
          <p:nvPr/>
        </p:nvSpPr>
        <p:spPr>
          <a:xfrm>
            <a:off x="8430283" y="1824271"/>
            <a:ext cx="3555414" cy="300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Routing: </a:t>
            </a:r>
          </a:p>
          <a:p>
            <a:pPr marL="4000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global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action: determine source-destination paths taken by packets</a:t>
            </a:r>
          </a:p>
          <a:p>
            <a:pPr marL="4000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A85ABB82-D166-5E4F-B1B2-977AB9ED35FA}"/>
              </a:ext>
            </a:extLst>
          </p:cNvPr>
          <p:cNvSpPr>
            <a:spLocks/>
          </p:cNvSpPr>
          <p:nvPr/>
        </p:nvSpPr>
        <p:spPr bwMode="auto">
          <a:xfrm>
            <a:off x="4869344" y="4824326"/>
            <a:ext cx="1041867" cy="336451"/>
          </a:xfrm>
          <a:custGeom>
            <a:avLst/>
            <a:gdLst>
              <a:gd name="T0" fmla="*/ 0 w 10844"/>
              <a:gd name="T1" fmla="*/ 2147483647 h 14797"/>
              <a:gd name="T2" fmla="*/ 2147483647 w 10844"/>
              <a:gd name="T3" fmla="*/ 2147483647 h 14797"/>
              <a:gd name="T4" fmla="*/ 2147483647 w 10844"/>
              <a:gd name="T5" fmla="*/ 2147483647 h 14797"/>
              <a:gd name="T6" fmla="*/ 0 60000 65536"/>
              <a:gd name="T7" fmla="*/ 0 60000 65536"/>
              <a:gd name="T8" fmla="*/ 0 60000 65536"/>
              <a:gd name="T9" fmla="*/ 0 w 10844"/>
              <a:gd name="T10" fmla="*/ 0 h 14797"/>
              <a:gd name="T11" fmla="*/ 10844 w 10844"/>
              <a:gd name="T12" fmla="*/ 14797 h 14797"/>
            </a:gdLst>
            <a:ahLst/>
            <a:cxnLst>
              <a:cxn ang="T6">
                <a:pos x="T0" y="T1"/>
              </a:cxn>
              <a:cxn ang="T7">
                <a:pos x="T2" y="T3"/>
              </a:cxn>
              <a:cxn ang="T8">
                <a:pos x="T4" y="T5"/>
              </a:cxn>
            </a:cxnLst>
            <a:rect l="T9" t="T10" r="T11" b="T12"/>
            <a:pathLst>
              <a:path w="10844" h="14797">
                <a:moveTo>
                  <a:pt x="0" y="14797"/>
                </a:moveTo>
                <a:cubicBezTo>
                  <a:pt x="2168" y="9517"/>
                  <a:pt x="5654" y="-1331"/>
                  <a:pt x="7042" y="135"/>
                </a:cubicBezTo>
                <a:cubicBezTo>
                  <a:pt x="8563" y="1950"/>
                  <a:pt x="9984" y="6698"/>
                  <a:pt x="10844" y="9978"/>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93" name="Group 192">
            <a:extLst>
              <a:ext uri="{FF2B5EF4-FFF2-40B4-BE49-F238E27FC236}">
                <a16:creationId xmlns:a16="http://schemas.microsoft.com/office/drawing/2014/main" id="{F77D4F4E-82DC-B747-BFB8-E0F63F6EECB6}"/>
              </a:ext>
            </a:extLst>
          </p:cNvPr>
          <p:cNvGrpSpPr/>
          <p:nvPr/>
        </p:nvGrpSpPr>
        <p:grpSpPr>
          <a:xfrm>
            <a:off x="3689197" y="1759195"/>
            <a:ext cx="2095500" cy="604837"/>
            <a:chOff x="3839579" y="1912090"/>
            <a:chExt cx="2095500" cy="604837"/>
          </a:xfrm>
        </p:grpSpPr>
        <p:sp>
          <p:nvSpPr>
            <p:cNvPr id="194" name="Oval 5">
              <a:extLst>
                <a:ext uri="{FF2B5EF4-FFF2-40B4-BE49-F238E27FC236}">
                  <a16:creationId xmlns:a16="http://schemas.microsoft.com/office/drawing/2014/main" id="{6AA9AC6C-CC8B-064C-85B5-59909EAFBA52}"/>
                </a:ext>
              </a:extLst>
            </p:cNvPr>
            <p:cNvSpPr>
              <a:spLocks noChangeArrowheads="1"/>
            </p:cNvSpPr>
            <p:nvPr/>
          </p:nvSpPr>
          <p:spPr bwMode="auto">
            <a:xfrm>
              <a:off x="3839579" y="1912090"/>
              <a:ext cx="2095500" cy="60483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Arial"/>
              </a:endParaRPr>
            </a:p>
          </p:txBody>
        </p:sp>
        <p:sp>
          <p:nvSpPr>
            <p:cNvPr id="195" name="Text Box 108">
              <a:extLst>
                <a:ext uri="{FF2B5EF4-FFF2-40B4-BE49-F238E27FC236}">
                  <a16:creationId xmlns:a16="http://schemas.microsoft.com/office/drawing/2014/main" id="{DE2FECE5-EA6F-3043-93EE-B61DA63B972F}"/>
                </a:ext>
              </a:extLst>
            </p:cNvPr>
            <p:cNvSpPr txBox="1">
              <a:spLocks noChangeArrowheads="1"/>
            </p:cNvSpPr>
            <p:nvPr/>
          </p:nvSpPr>
          <p:spPr bwMode="auto">
            <a:xfrm>
              <a:off x="3964815" y="2018581"/>
              <a:ext cx="1863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routing algorithm</a:t>
              </a:r>
            </a:p>
          </p:txBody>
        </p:sp>
      </p:grpSp>
      <p:sp>
        <p:nvSpPr>
          <p:cNvPr id="196" name="Freeform 195">
            <a:extLst>
              <a:ext uri="{FF2B5EF4-FFF2-40B4-BE49-F238E27FC236}">
                <a16:creationId xmlns:a16="http://schemas.microsoft.com/office/drawing/2014/main" id="{A5C87FD2-E0CC-8D44-AEED-45C86DD2F1BA}"/>
              </a:ext>
            </a:extLst>
          </p:cNvPr>
          <p:cNvSpPr/>
          <p:nvPr/>
        </p:nvSpPr>
        <p:spPr>
          <a:xfrm>
            <a:off x="5748185" y="4775202"/>
            <a:ext cx="2423480" cy="399173"/>
          </a:xfrm>
          <a:custGeom>
            <a:avLst/>
            <a:gdLst>
              <a:gd name="connsiteX0" fmla="*/ 0 w 2417086"/>
              <a:gd name="connsiteY0" fmla="*/ 136686 h 393747"/>
              <a:gd name="connsiteX1" fmla="*/ 613863 w 2417086"/>
              <a:gd name="connsiteY1" fmla="*/ 392462 h 393747"/>
              <a:gd name="connsiteX2" fmla="*/ 1579419 w 2417086"/>
              <a:gd name="connsiteY2" fmla="*/ 40770 h 393747"/>
              <a:gd name="connsiteX3" fmla="*/ 2417086 w 2417086"/>
              <a:gd name="connsiteY3" fmla="*/ 21586 h 393747"/>
              <a:gd name="connsiteX0" fmla="*/ 0 w 2423480"/>
              <a:gd name="connsiteY0" fmla="*/ 153322 h 410383"/>
              <a:gd name="connsiteX1" fmla="*/ 613863 w 2423480"/>
              <a:gd name="connsiteY1" fmla="*/ 409098 h 410383"/>
              <a:gd name="connsiteX2" fmla="*/ 1579419 w 2423480"/>
              <a:gd name="connsiteY2" fmla="*/ 57406 h 410383"/>
              <a:gd name="connsiteX3" fmla="*/ 2423480 w 2423480"/>
              <a:gd name="connsiteY3" fmla="*/ 12644 h 410383"/>
              <a:gd name="connsiteX0" fmla="*/ 0 w 2423480"/>
              <a:gd name="connsiteY0" fmla="*/ 142112 h 399173"/>
              <a:gd name="connsiteX1" fmla="*/ 613863 w 2423480"/>
              <a:gd name="connsiteY1" fmla="*/ 397888 h 399173"/>
              <a:gd name="connsiteX2" fmla="*/ 1579419 w 2423480"/>
              <a:gd name="connsiteY2" fmla="*/ 46196 h 399173"/>
              <a:gd name="connsiteX3" fmla="*/ 2423480 w 2423480"/>
              <a:gd name="connsiteY3" fmla="*/ 1434 h 399173"/>
            </a:gdLst>
            <a:ahLst/>
            <a:cxnLst>
              <a:cxn ang="0">
                <a:pos x="connsiteX0" y="connsiteY0"/>
              </a:cxn>
              <a:cxn ang="0">
                <a:pos x="connsiteX1" y="connsiteY1"/>
              </a:cxn>
              <a:cxn ang="0">
                <a:pos x="connsiteX2" y="connsiteY2"/>
              </a:cxn>
              <a:cxn ang="0">
                <a:pos x="connsiteX3" y="connsiteY3"/>
              </a:cxn>
            </a:cxnLst>
            <a:rect l="l" t="t" r="r" b="b"/>
            <a:pathLst>
              <a:path w="2423480" h="399173">
                <a:moveTo>
                  <a:pt x="0" y="142112"/>
                </a:moveTo>
                <a:cubicBezTo>
                  <a:pt x="175313" y="277993"/>
                  <a:pt x="350627" y="413874"/>
                  <a:pt x="613863" y="397888"/>
                </a:cubicBezTo>
                <a:cubicBezTo>
                  <a:pt x="877099" y="381902"/>
                  <a:pt x="1277816" y="112272"/>
                  <a:pt x="1579419" y="46196"/>
                </a:cubicBezTo>
                <a:cubicBezTo>
                  <a:pt x="1881022" y="-19880"/>
                  <a:pt x="2065394" y="5697"/>
                  <a:pt x="2423480" y="1434"/>
                </a:cubicBezTo>
              </a:path>
            </a:pathLst>
          </a:custGeom>
          <a:noFill/>
          <a:ln w="44450">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7" name="Group 196">
            <a:extLst>
              <a:ext uri="{FF2B5EF4-FFF2-40B4-BE49-F238E27FC236}">
                <a16:creationId xmlns:a16="http://schemas.microsoft.com/office/drawing/2014/main" id="{B29142F9-CC29-5E4D-95CD-5C2306E2F53B}"/>
              </a:ext>
            </a:extLst>
          </p:cNvPr>
          <p:cNvGrpSpPr/>
          <p:nvPr/>
        </p:nvGrpSpPr>
        <p:grpSpPr>
          <a:xfrm>
            <a:off x="5600948" y="2059246"/>
            <a:ext cx="2852523" cy="3990339"/>
            <a:chOff x="5600948" y="2059246"/>
            <a:chExt cx="2852523" cy="3990339"/>
          </a:xfrm>
        </p:grpSpPr>
        <p:cxnSp>
          <p:nvCxnSpPr>
            <p:cNvPr id="198" name="Straight Connector 421894">
              <a:extLst>
                <a:ext uri="{FF2B5EF4-FFF2-40B4-BE49-F238E27FC236}">
                  <a16:creationId xmlns:a16="http://schemas.microsoft.com/office/drawing/2014/main" id="{F36971C0-1F13-4A41-BB18-D152D16F247F}"/>
                </a:ext>
              </a:extLst>
            </p:cNvPr>
            <p:cNvCxnSpPr>
              <a:cxnSpLocks noChangeShapeType="1"/>
            </p:cNvCxnSpPr>
            <p:nvPr/>
          </p:nvCxnSpPr>
          <p:spPr bwMode="auto">
            <a:xfrm flipH="1">
              <a:off x="5600948" y="2062812"/>
              <a:ext cx="2852523"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199" name="Straight Connector 421894">
              <a:extLst>
                <a:ext uri="{FF2B5EF4-FFF2-40B4-BE49-F238E27FC236}">
                  <a16:creationId xmlns:a16="http://schemas.microsoft.com/office/drawing/2014/main" id="{986A894E-8D9E-4643-8C6D-EA7304E28F7A}"/>
                </a:ext>
              </a:extLst>
            </p:cNvPr>
            <p:cNvCxnSpPr>
              <a:cxnSpLocks noChangeShapeType="1"/>
            </p:cNvCxnSpPr>
            <p:nvPr/>
          </p:nvCxnSpPr>
          <p:spPr bwMode="auto">
            <a:xfrm flipH="1">
              <a:off x="6643279" y="2072337"/>
              <a:ext cx="1781930" cy="156938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200" name="Straight Connector 421894">
              <a:extLst>
                <a:ext uri="{FF2B5EF4-FFF2-40B4-BE49-F238E27FC236}">
                  <a16:creationId xmlns:a16="http://schemas.microsoft.com/office/drawing/2014/main" id="{C67AD993-1126-0445-AE04-A913A9CBF875}"/>
                </a:ext>
              </a:extLst>
            </p:cNvPr>
            <p:cNvCxnSpPr>
              <a:cxnSpLocks noChangeShapeType="1"/>
            </p:cNvCxnSpPr>
            <p:nvPr/>
          </p:nvCxnSpPr>
          <p:spPr bwMode="auto">
            <a:xfrm flipH="1">
              <a:off x="7640094" y="2059246"/>
              <a:ext cx="802722" cy="1908551"/>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nvGrpSpPr>
            <p:cNvPr id="201" name="Group 200">
              <a:extLst>
                <a:ext uri="{FF2B5EF4-FFF2-40B4-BE49-F238E27FC236}">
                  <a16:creationId xmlns:a16="http://schemas.microsoft.com/office/drawing/2014/main" id="{3D7816E0-E12B-0149-ACB6-EDCDC75F42FB}"/>
                </a:ext>
              </a:extLst>
            </p:cNvPr>
            <p:cNvGrpSpPr/>
            <p:nvPr/>
          </p:nvGrpSpPr>
          <p:grpSpPr>
            <a:xfrm>
              <a:off x="6178773" y="2060294"/>
              <a:ext cx="2270746" cy="3989291"/>
              <a:chOff x="6178773" y="2060294"/>
              <a:chExt cx="2270746" cy="3989291"/>
            </a:xfrm>
          </p:grpSpPr>
          <p:sp>
            <p:nvSpPr>
              <p:cNvPr id="202" name="Freeform 201">
                <a:extLst>
                  <a:ext uri="{FF2B5EF4-FFF2-40B4-BE49-F238E27FC236}">
                    <a16:creationId xmlns:a16="http://schemas.microsoft.com/office/drawing/2014/main" id="{DC634A93-9183-774E-AE03-FB170D41D36F}"/>
                  </a:ext>
                </a:extLst>
              </p:cNvPr>
              <p:cNvSpPr/>
              <p:nvPr/>
            </p:nvSpPr>
            <p:spPr>
              <a:xfrm>
                <a:off x="6852213" y="2060294"/>
                <a:ext cx="1597306" cy="3796496"/>
              </a:xfrm>
              <a:custGeom>
                <a:avLst/>
                <a:gdLst>
                  <a:gd name="connsiteX0" fmla="*/ 1597306 w 1597306"/>
                  <a:gd name="connsiteY0" fmla="*/ 0 h 3796496"/>
                  <a:gd name="connsiteX1" fmla="*/ 925974 w 1597306"/>
                  <a:gd name="connsiteY1" fmla="*/ 3784921 h 3796496"/>
                  <a:gd name="connsiteX2" fmla="*/ 0 w 1597306"/>
                  <a:gd name="connsiteY2" fmla="*/ 3796496 h 3796496"/>
                  <a:gd name="connsiteX3" fmla="*/ 0 w 1597306"/>
                  <a:gd name="connsiteY3" fmla="*/ 3796496 h 3796496"/>
                </a:gdLst>
                <a:ahLst/>
                <a:cxnLst>
                  <a:cxn ang="0">
                    <a:pos x="connsiteX0" y="connsiteY0"/>
                  </a:cxn>
                  <a:cxn ang="0">
                    <a:pos x="connsiteX1" y="connsiteY1"/>
                  </a:cxn>
                  <a:cxn ang="0">
                    <a:pos x="connsiteX2" y="connsiteY2"/>
                  </a:cxn>
                  <a:cxn ang="0">
                    <a:pos x="connsiteX3" y="connsiteY3"/>
                  </a:cxn>
                </a:cxnLst>
                <a:rect l="l" t="t" r="r" b="b"/>
                <a:pathLst>
                  <a:path w="1597306" h="3796496">
                    <a:moveTo>
                      <a:pt x="1597306" y="0"/>
                    </a:moveTo>
                    <a:lnTo>
                      <a:pt x="925974" y="3784921"/>
                    </a:lnTo>
                    <a:lnTo>
                      <a:pt x="0" y="3796496"/>
                    </a:lnTo>
                    <a:lnTo>
                      <a:pt x="0" y="3796496"/>
                    </a:lnTo>
                  </a:path>
                </a:pathLst>
              </a:custGeom>
              <a:noFill/>
              <a:ln w="19050">
                <a:solidFill>
                  <a:srgbClr val="C0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03" name="Straight Connector 421894">
                <a:extLst>
                  <a:ext uri="{FF2B5EF4-FFF2-40B4-BE49-F238E27FC236}">
                    <a16:creationId xmlns:a16="http://schemas.microsoft.com/office/drawing/2014/main" id="{6EDBDBAB-C930-F84D-80C9-D9E34D32A8C4}"/>
                  </a:ext>
                </a:extLst>
              </p:cNvPr>
              <p:cNvCxnSpPr>
                <a:cxnSpLocks noChangeShapeType="1"/>
                <a:stCxn id="202" idx="1"/>
              </p:cNvCxnSpPr>
              <p:nvPr/>
            </p:nvCxnSpPr>
            <p:spPr bwMode="auto">
              <a:xfrm flipH="1">
                <a:off x="7535735" y="5845215"/>
                <a:ext cx="242452" cy="20437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cxnSp>
            <p:nvCxnSpPr>
              <p:cNvPr id="204" name="Straight Connector 421894">
                <a:extLst>
                  <a:ext uri="{FF2B5EF4-FFF2-40B4-BE49-F238E27FC236}">
                    <a16:creationId xmlns:a16="http://schemas.microsoft.com/office/drawing/2014/main" id="{DE2ACEEC-DC6A-C94A-8BDD-A0D89E6FB1AD}"/>
                  </a:ext>
                </a:extLst>
              </p:cNvPr>
              <p:cNvCxnSpPr>
                <a:cxnSpLocks noChangeShapeType="1"/>
                <a:stCxn id="202" idx="1"/>
              </p:cNvCxnSpPr>
              <p:nvPr/>
            </p:nvCxnSpPr>
            <p:spPr bwMode="auto">
              <a:xfrm flipH="1">
                <a:off x="6178773" y="5845215"/>
                <a:ext cx="1599414" cy="182258"/>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cxnSp>
        </p:grpSp>
      </p:grpSp>
      <p:grpSp>
        <p:nvGrpSpPr>
          <p:cNvPr id="205" name="Group 204">
            <a:extLst>
              <a:ext uri="{FF2B5EF4-FFF2-40B4-BE49-F238E27FC236}">
                <a16:creationId xmlns:a16="http://schemas.microsoft.com/office/drawing/2014/main" id="{4BB15F40-80D2-084B-8214-2C34569B8E3D}"/>
              </a:ext>
            </a:extLst>
          </p:cNvPr>
          <p:cNvGrpSpPr/>
          <p:nvPr/>
        </p:nvGrpSpPr>
        <p:grpSpPr>
          <a:xfrm>
            <a:off x="5679271" y="3642935"/>
            <a:ext cx="2210121" cy="2467075"/>
            <a:chOff x="5679271" y="3642935"/>
            <a:chExt cx="2210121" cy="2467075"/>
          </a:xfrm>
        </p:grpSpPr>
        <p:sp>
          <p:nvSpPr>
            <p:cNvPr id="206" name="Oval 144">
              <a:extLst>
                <a:ext uri="{FF2B5EF4-FFF2-40B4-BE49-F238E27FC236}">
                  <a16:creationId xmlns:a16="http://schemas.microsoft.com/office/drawing/2014/main" id="{83705B84-BD01-4145-9543-E1CD143787E1}"/>
                </a:ext>
              </a:extLst>
            </p:cNvPr>
            <p:cNvSpPr>
              <a:spLocks noChangeArrowheads="1"/>
            </p:cNvSpPr>
            <p:nvPr/>
          </p:nvSpPr>
          <p:spPr bwMode="auto">
            <a:xfrm>
              <a:off x="7044350" y="5992553"/>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7" name="Oval 144">
              <a:extLst>
                <a:ext uri="{FF2B5EF4-FFF2-40B4-BE49-F238E27FC236}">
                  <a16:creationId xmlns:a16="http://schemas.microsoft.com/office/drawing/2014/main" id="{EF6A0460-1F3E-174E-A84A-6B0DF9450E41}"/>
                </a:ext>
              </a:extLst>
            </p:cNvPr>
            <p:cNvSpPr>
              <a:spLocks noChangeArrowheads="1"/>
            </p:cNvSpPr>
            <p:nvPr/>
          </p:nvSpPr>
          <p:spPr bwMode="auto">
            <a:xfrm>
              <a:off x="6344311" y="5792457"/>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8" name="Oval 144">
              <a:extLst>
                <a:ext uri="{FF2B5EF4-FFF2-40B4-BE49-F238E27FC236}">
                  <a16:creationId xmlns:a16="http://schemas.microsoft.com/office/drawing/2014/main" id="{2ED11F2F-83D8-E442-802E-C3B091306997}"/>
                </a:ext>
              </a:extLst>
            </p:cNvPr>
            <p:cNvSpPr>
              <a:spLocks noChangeArrowheads="1"/>
            </p:cNvSpPr>
            <p:nvPr/>
          </p:nvSpPr>
          <p:spPr bwMode="auto">
            <a:xfrm>
              <a:off x="5679271" y="5968768"/>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9" name="Oval 144">
              <a:extLst>
                <a:ext uri="{FF2B5EF4-FFF2-40B4-BE49-F238E27FC236}">
                  <a16:creationId xmlns:a16="http://schemas.microsoft.com/office/drawing/2014/main" id="{944FD1E4-A18B-A34F-A81F-A72A7E921BA0}"/>
                </a:ext>
              </a:extLst>
            </p:cNvPr>
            <p:cNvSpPr>
              <a:spLocks noChangeArrowheads="1"/>
            </p:cNvSpPr>
            <p:nvPr/>
          </p:nvSpPr>
          <p:spPr bwMode="auto">
            <a:xfrm>
              <a:off x="7390760" y="3969843"/>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0" name="Oval 144">
              <a:extLst>
                <a:ext uri="{FF2B5EF4-FFF2-40B4-BE49-F238E27FC236}">
                  <a16:creationId xmlns:a16="http://schemas.microsoft.com/office/drawing/2014/main" id="{C6042A49-3FA0-7E41-8444-677C9989CCD1}"/>
                </a:ext>
              </a:extLst>
            </p:cNvPr>
            <p:cNvSpPr>
              <a:spLocks noChangeArrowheads="1"/>
            </p:cNvSpPr>
            <p:nvPr/>
          </p:nvSpPr>
          <p:spPr bwMode="auto">
            <a:xfrm>
              <a:off x="6395551" y="3642935"/>
              <a:ext cx="498632" cy="117457"/>
            </a:xfrm>
            <a:prstGeom prst="ellipse">
              <a:avLst/>
            </a:prstGeom>
            <a:solidFill>
              <a:srgbClr val="FF0000"/>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167" name="Slide Number Placeholder 5">
            <a:extLst>
              <a:ext uri="{FF2B5EF4-FFF2-40B4-BE49-F238E27FC236}">
                <a16:creationId xmlns:a16="http://schemas.microsoft.com/office/drawing/2014/main" id="{46C04000-6460-9645-A637-B7F87E9F2D0F}"/>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27</a:t>
            </a:fld>
            <a:endParaRPr lang="en-US" dirty="0"/>
          </a:p>
        </p:txBody>
      </p:sp>
    </p:spTree>
    <p:extLst>
      <p:ext uri="{BB962C8B-B14F-4D97-AF65-F5344CB8AC3E}">
        <p14:creationId xmlns:p14="http://schemas.microsoft.com/office/powerpoint/2010/main" val="3295021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par>
                                <p:cTn id="8" presetID="22" presetClass="entr" presetSubtype="4"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par>
                                <p:cTn id="11" presetID="22" presetClass="entr" presetSubtype="4"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down)">
                                      <p:cBhvr>
                                        <p:cTn id="13" dur="500"/>
                                        <p:tgtEl>
                                          <p:spTgt spid="9"/>
                                        </p:tgtEl>
                                      </p:cBhvr>
                                    </p:animEffect>
                                  </p:childTnLst>
                                </p:cTn>
                              </p:par>
                              <p:par>
                                <p:cTn id="14" presetID="22" presetClass="entr" presetSubtype="1"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up)">
                                      <p:cBhvr>
                                        <p:cTn id="16" dur="500"/>
                                        <p:tgtEl>
                                          <p:spTgt spid="7"/>
                                        </p:tgtEl>
                                      </p:cBhvr>
                                    </p:animEffect>
                                  </p:childTnLst>
                                </p:cTn>
                              </p:par>
                              <p:par>
                                <p:cTn id="17" presetID="22" presetClass="entr" presetSubtype="1"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ipe(up)">
                                      <p:cBhvr>
                                        <p:cTn id="19" dur="500"/>
                                        <p:tgtEl>
                                          <p:spTgt spid="6"/>
                                        </p:tgtEl>
                                      </p:cBhvr>
                                    </p:animEffect>
                                  </p:childTnLst>
                                </p:cTn>
                              </p:par>
                              <p:par>
                                <p:cTn id="20" presetID="22" presetClass="entr" presetSubtype="1"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up)">
                                      <p:cBhvr>
                                        <p:cTn id="22" dur="500"/>
                                        <p:tgtEl>
                                          <p:spTgt spid="4"/>
                                        </p:tgtEl>
                                      </p:cBhvr>
                                    </p:animEffect>
                                  </p:childTnLst>
                                </p:cTn>
                              </p:par>
                              <p:par>
                                <p:cTn id="23" presetID="9" presetClass="entr" presetSubtype="0" fill="hold"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73"/>
                                        </p:tgtEl>
                                        <p:attrNameLst>
                                          <p:attrName>style.visibility</p:attrName>
                                        </p:attrNameLst>
                                      </p:cBhvr>
                                      <p:to>
                                        <p:strVal val="visible"/>
                                      </p:to>
                                    </p:set>
                                    <p:animEffect transition="in" filter="dissolve">
                                      <p:cBhvr>
                                        <p:cTn id="30" dur="500"/>
                                        <p:tgtEl>
                                          <p:spTgt spid="173"/>
                                        </p:tgtEl>
                                      </p:cBhvr>
                                    </p:animEffect>
                                  </p:childTnLst>
                                </p:cTn>
                              </p:par>
                              <p:par>
                                <p:cTn id="31" presetID="9" presetClass="entr" presetSubtype="0" fill="hold" nodeType="withEffect">
                                  <p:stCondLst>
                                    <p:cond delay="0"/>
                                  </p:stCondLst>
                                  <p:childTnLst>
                                    <p:set>
                                      <p:cBhvr>
                                        <p:cTn id="32" dur="1" fill="hold">
                                          <p:stCondLst>
                                            <p:cond delay="0"/>
                                          </p:stCondLst>
                                        </p:cTn>
                                        <p:tgtEl>
                                          <p:spTgt spid="172"/>
                                        </p:tgtEl>
                                        <p:attrNameLst>
                                          <p:attrName>style.visibility</p:attrName>
                                        </p:attrNameLst>
                                      </p:cBhvr>
                                      <p:to>
                                        <p:strVal val="visible"/>
                                      </p:to>
                                    </p:set>
                                    <p:animEffect transition="in" filter="dissolve">
                                      <p:cBhvr>
                                        <p:cTn id="33" dur="500"/>
                                        <p:tgtEl>
                                          <p:spTgt spid="172"/>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71">
                                            <p:txEl>
                                              <p:pRg st="0" end="0"/>
                                            </p:txEl>
                                          </p:spTgt>
                                        </p:tgtEl>
                                        <p:attrNameLst>
                                          <p:attrName>style.visibility</p:attrName>
                                        </p:attrNameLst>
                                      </p:cBhvr>
                                      <p:to>
                                        <p:strVal val="visible"/>
                                      </p:to>
                                    </p:set>
                                    <p:animEffect transition="in" filter="dissolve">
                                      <p:cBhvr>
                                        <p:cTn id="36" dur="500"/>
                                        <p:tgtEl>
                                          <p:spTgt spid="171">
                                            <p:txEl>
                                              <p:pRg st="0" end="0"/>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71">
                                            <p:txEl>
                                              <p:pRg st="1" end="1"/>
                                            </p:txEl>
                                          </p:spTgt>
                                        </p:tgtEl>
                                        <p:attrNameLst>
                                          <p:attrName>style.visibility</p:attrName>
                                        </p:attrNameLst>
                                      </p:cBhvr>
                                      <p:to>
                                        <p:strVal val="visible"/>
                                      </p:to>
                                    </p:set>
                                    <p:animEffect transition="in" filter="dissolve">
                                      <p:cBhvr>
                                        <p:cTn id="39" dur="500"/>
                                        <p:tgtEl>
                                          <p:spTgt spid="171">
                                            <p:txEl>
                                              <p:pRg st="1" end="1"/>
                                            </p:txEl>
                                          </p:spTgt>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71">
                                            <p:txEl>
                                              <p:pRg st="2" end="2"/>
                                            </p:txEl>
                                          </p:spTgt>
                                        </p:tgtEl>
                                        <p:attrNameLst>
                                          <p:attrName>style.visibility</p:attrName>
                                        </p:attrNameLst>
                                      </p:cBhvr>
                                      <p:to>
                                        <p:strVal val="visible"/>
                                      </p:to>
                                    </p:set>
                                    <p:animEffect transition="in" filter="dissolve">
                                      <p:cBhvr>
                                        <p:cTn id="42" dur="500"/>
                                        <p:tgtEl>
                                          <p:spTgt spid="171">
                                            <p:txEl>
                                              <p:pRg st="2" end="2"/>
                                            </p:txEl>
                                          </p:spTgt>
                                        </p:tgtEl>
                                      </p:cBhvr>
                                    </p:animEffect>
                                  </p:childTnLst>
                                </p:cTn>
                              </p:par>
                              <p:par>
                                <p:cTn id="43" presetID="9" presetClass="entr" presetSubtype="0" fill="hold" nodeType="withEffect">
                                  <p:stCondLst>
                                    <p:cond delay="0"/>
                                  </p:stCondLst>
                                  <p:childTnLst>
                                    <p:set>
                                      <p:cBhvr>
                                        <p:cTn id="44" dur="1" fill="hold">
                                          <p:stCondLst>
                                            <p:cond delay="0"/>
                                          </p:stCondLst>
                                        </p:cTn>
                                        <p:tgtEl>
                                          <p:spTgt spid="176"/>
                                        </p:tgtEl>
                                        <p:attrNameLst>
                                          <p:attrName>style.visibility</p:attrName>
                                        </p:attrNameLst>
                                      </p:cBhvr>
                                      <p:to>
                                        <p:strVal val="visible"/>
                                      </p:to>
                                    </p:set>
                                    <p:animEffect transition="in" filter="dissolve">
                                      <p:cBhvr>
                                        <p:cTn id="45" dur="500"/>
                                        <p:tgtEl>
                                          <p:spTgt spid="176"/>
                                        </p:tgtEl>
                                      </p:cBhvr>
                                    </p:animEffect>
                                  </p:childTnLst>
                                </p:cTn>
                              </p:par>
                              <p:par>
                                <p:cTn id="46" presetID="9"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dissolv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nodeType="clickEffect">
                                  <p:stCondLst>
                                    <p:cond delay="0"/>
                                  </p:stCondLst>
                                  <p:childTnLst>
                                    <p:animEffect transition="out" filter="dissolve">
                                      <p:cBhvr>
                                        <p:cTn id="52" dur="500"/>
                                        <p:tgtEl>
                                          <p:spTgt spid="173"/>
                                        </p:tgtEl>
                                      </p:cBhvr>
                                    </p:animEffect>
                                    <p:set>
                                      <p:cBhvr>
                                        <p:cTn id="53" dur="1" fill="hold">
                                          <p:stCondLst>
                                            <p:cond delay="499"/>
                                          </p:stCondLst>
                                        </p:cTn>
                                        <p:tgtEl>
                                          <p:spTgt spid="173"/>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76"/>
                                        </p:tgtEl>
                                      </p:cBhvr>
                                    </p:animEffect>
                                    <p:set>
                                      <p:cBhvr>
                                        <p:cTn id="56" dur="1" fill="hold">
                                          <p:stCondLst>
                                            <p:cond delay="499"/>
                                          </p:stCondLst>
                                        </p:cTn>
                                        <p:tgtEl>
                                          <p:spTgt spid="176"/>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192"/>
                                        </p:tgtEl>
                                        <p:attrNameLst>
                                          <p:attrName>style.visibility</p:attrName>
                                        </p:attrNameLst>
                                      </p:cBhvr>
                                      <p:to>
                                        <p:strVal val="visible"/>
                                      </p:to>
                                    </p:set>
                                    <p:animEffect transition="in" filter="dissolve">
                                      <p:cBhvr>
                                        <p:cTn id="59" dur="500"/>
                                        <p:tgtEl>
                                          <p:spTgt spid="192"/>
                                        </p:tgtEl>
                                      </p:cBhvr>
                                    </p:animEffect>
                                  </p:childTnLst>
                                </p:cTn>
                              </p:par>
                              <p:par>
                                <p:cTn id="60" presetID="9" presetClass="entr" presetSubtype="0" fill="hold" nodeType="withEffect">
                                  <p:stCondLst>
                                    <p:cond delay="0"/>
                                  </p:stCondLst>
                                  <p:childTnLst>
                                    <p:set>
                                      <p:cBhvr>
                                        <p:cTn id="61" dur="1" fill="hold">
                                          <p:stCondLst>
                                            <p:cond delay="0"/>
                                          </p:stCondLst>
                                        </p:cTn>
                                        <p:tgtEl>
                                          <p:spTgt spid="193"/>
                                        </p:tgtEl>
                                        <p:attrNameLst>
                                          <p:attrName>style.visibility</p:attrName>
                                        </p:attrNameLst>
                                      </p:cBhvr>
                                      <p:to>
                                        <p:strVal val="visible"/>
                                      </p:to>
                                    </p:set>
                                    <p:animEffect transition="in" filter="dissolve">
                                      <p:cBhvr>
                                        <p:cTn id="62" dur="500"/>
                                        <p:tgtEl>
                                          <p:spTgt spid="193"/>
                                        </p:tgtEl>
                                      </p:cBhvr>
                                    </p:animEffect>
                                  </p:childTnLst>
                                </p:cTn>
                              </p:par>
                              <p:par>
                                <p:cTn id="63" presetID="9" presetClass="entr" presetSubtype="0" fill="hold" nodeType="with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dissolve">
                                      <p:cBhvr>
                                        <p:cTn id="65" dur="500"/>
                                        <p:tgtEl>
                                          <p:spTgt spid="197"/>
                                        </p:tgtEl>
                                      </p:cBhvr>
                                    </p:animEffect>
                                  </p:childTnLst>
                                </p:cTn>
                              </p:par>
                              <p:par>
                                <p:cTn id="66" presetID="9" presetClass="entr" presetSubtype="0" fill="hold" grpId="0" nodeType="withEffect">
                                  <p:stCondLst>
                                    <p:cond delay="0"/>
                                  </p:stCondLst>
                                  <p:childTnLst>
                                    <p:set>
                                      <p:cBhvr>
                                        <p:cTn id="67" dur="1" fill="hold">
                                          <p:stCondLst>
                                            <p:cond delay="0"/>
                                          </p:stCondLst>
                                        </p:cTn>
                                        <p:tgtEl>
                                          <p:spTgt spid="191"/>
                                        </p:tgtEl>
                                        <p:attrNameLst>
                                          <p:attrName>style.visibility</p:attrName>
                                        </p:attrNameLst>
                                      </p:cBhvr>
                                      <p:to>
                                        <p:strVal val="visible"/>
                                      </p:to>
                                    </p:set>
                                    <p:animEffect transition="in" filter="dissolve">
                                      <p:cBhvr>
                                        <p:cTn id="68" dur="500"/>
                                        <p:tgtEl>
                                          <p:spTgt spid="191"/>
                                        </p:tgtEl>
                                      </p:cBhvr>
                                    </p:animEffect>
                                  </p:childTnLst>
                                </p:cTn>
                              </p:par>
                              <p:par>
                                <p:cTn id="69" presetID="9" presetClass="entr" presetSubtype="0" fill="hold" grpId="0"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dissolve">
                                      <p:cBhvr>
                                        <p:cTn id="71" dur="500"/>
                                        <p:tgtEl>
                                          <p:spTgt spid="196"/>
                                        </p:tgtEl>
                                      </p:cBhvr>
                                    </p:animEffect>
                                  </p:childTnLst>
                                </p:cTn>
                              </p:par>
                              <p:par>
                                <p:cTn id="72" presetID="9" presetClass="entr" presetSubtype="0" fill="hold" nodeType="withEffect">
                                  <p:stCondLst>
                                    <p:cond delay="0"/>
                                  </p:stCondLst>
                                  <p:childTnLst>
                                    <p:set>
                                      <p:cBhvr>
                                        <p:cTn id="73" dur="1" fill="hold">
                                          <p:stCondLst>
                                            <p:cond delay="0"/>
                                          </p:stCondLst>
                                        </p:cTn>
                                        <p:tgtEl>
                                          <p:spTgt spid="205"/>
                                        </p:tgtEl>
                                        <p:attrNameLst>
                                          <p:attrName>style.visibility</p:attrName>
                                        </p:attrNameLst>
                                      </p:cBhvr>
                                      <p:to>
                                        <p:strVal val="visible"/>
                                      </p:to>
                                    </p:set>
                                    <p:animEffect transition="in" filter="dissolve">
                                      <p:cBhvr>
                                        <p:cTn id="74" dur="500"/>
                                        <p:tgtEl>
                                          <p:spTgt spid="2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uiExpand="1" build="p"/>
      <p:bldP spid="191" grpId="0"/>
      <p:bldP spid="192" grpId="0" animBg="1"/>
      <p:bldP spid="19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738B9E9-C01E-DC49-89A0-3007A0DDC3F3}"/>
              </a:ext>
            </a:extLst>
          </p:cNvPr>
          <p:cNvPicPr>
            <a:picLocks noChangeAspect="1"/>
          </p:cNvPicPr>
          <p:nvPr/>
        </p:nvPicPr>
        <p:blipFill>
          <a:blip r:embed="rId3"/>
          <a:stretch>
            <a:fillRect/>
          </a:stretch>
        </p:blipFill>
        <p:spPr>
          <a:xfrm>
            <a:off x="655093" y="671089"/>
            <a:ext cx="10922758" cy="5252742"/>
          </a:xfrm>
          <a:prstGeom prst="rect">
            <a:avLst/>
          </a:prstGeom>
        </p:spPr>
      </p:pic>
      <p:sp>
        <p:nvSpPr>
          <p:cNvPr id="12" name="Freeform 11">
            <a:extLst>
              <a:ext uri="{FF2B5EF4-FFF2-40B4-BE49-F238E27FC236}">
                <a16:creationId xmlns:a16="http://schemas.microsoft.com/office/drawing/2014/main" id="{C70FDC37-2EAC-C64C-9EFA-73CEA5536552}"/>
              </a:ext>
            </a:extLst>
          </p:cNvPr>
          <p:cNvSpPr/>
          <p:nvPr/>
        </p:nvSpPr>
        <p:spPr>
          <a:xfrm>
            <a:off x="1445846" y="2196123"/>
            <a:ext cx="9159631" cy="1414585"/>
          </a:xfrm>
          <a:custGeom>
            <a:avLst/>
            <a:gdLst>
              <a:gd name="connsiteX0" fmla="*/ 39077 w 9159631"/>
              <a:gd name="connsiteY0" fmla="*/ 1414585 h 1414585"/>
              <a:gd name="connsiteX1" fmla="*/ 31262 w 9159631"/>
              <a:gd name="connsiteY1" fmla="*/ 1289539 h 1414585"/>
              <a:gd name="connsiteX2" fmla="*/ 0 w 9159631"/>
              <a:gd name="connsiteY2" fmla="*/ 1211385 h 1414585"/>
              <a:gd name="connsiteX3" fmla="*/ 39077 w 9159631"/>
              <a:gd name="connsiteY3" fmla="*/ 1148862 h 1414585"/>
              <a:gd name="connsiteX4" fmla="*/ 132862 w 9159631"/>
              <a:gd name="connsiteY4" fmla="*/ 1109785 h 1414585"/>
              <a:gd name="connsiteX5" fmla="*/ 242277 w 9159631"/>
              <a:gd name="connsiteY5" fmla="*/ 984739 h 1414585"/>
              <a:gd name="connsiteX6" fmla="*/ 296985 w 9159631"/>
              <a:gd name="connsiteY6" fmla="*/ 937846 h 1414585"/>
              <a:gd name="connsiteX7" fmla="*/ 375139 w 9159631"/>
              <a:gd name="connsiteY7" fmla="*/ 930031 h 1414585"/>
              <a:gd name="connsiteX8" fmla="*/ 445477 w 9159631"/>
              <a:gd name="connsiteY8" fmla="*/ 898769 h 1414585"/>
              <a:gd name="connsiteX9" fmla="*/ 523631 w 9159631"/>
              <a:gd name="connsiteY9" fmla="*/ 883139 h 1414585"/>
              <a:gd name="connsiteX10" fmla="*/ 601785 w 9159631"/>
              <a:gd name="connsiteY10" fmla="*/ 804985 h 1414585"/>
              <a:gd name="connsiteX11" fmla="*/ 687754 w 9159631"/>
              <a:gd name="connsiteY11" fmla="*/ 734646 h 1414585"/>
              <a:gd name="connsiteX12" fmla="*/ 726831 w 9159631"/>
              <a:gd name="connsiteY12" fmla="*/ 625231 h 1414585"/>
              <a:gd name="connsiteX13" fmla="*/ 804985 w 9159631"/>
              <a:gd name="connsiteY13" fmla="*/ 554892 h 1414585"/>
              <a:gd name="connsiteX14" fmla="*/ 828431 w 9159631"/>
              <a:gd name="connsiteY14" fmla="*/ 531446 h 1414585"/>
              <a:gd name="connsiteX15" fmla="*/ 930031 w 9159631"/>
              <a:gd name="connsiteY15" fmla="*/ 578339 h 1414585"/>
              <a:gd name="connsiteX16" fmla="*/ 930031 w 9159631"/>
              <a:gd name="connsiteY16" fmla="*/ 578339 h 1414585"/>
              <a:gd name="connsiteX17" fmla="*/ 1031631 w 9159631"/>
              <a:gd name="connsiteY17" fmla="*/ 617415 h 1414585"/>
              <a:gd name="connsiteX18" fmla="*/ 1031631 w 9159631"/>
              <a:gd name="connsiteY18" fmla="*/ 617415 h 1414585"/>
              <a:gd name="connsiteX19" fmla="*/ 1148862 w 9159631"/>
              <a:gd name="connsiteY19" fmla="*/ 601785 h 1414585"/>
              <a:gd name="connsiteX20" fmla="*/ 1148862 w 9159631"/>
              <a:gd name="connsiteY20" fmla="*/ 601785 h 1414585"/>
              <a:gd name="connsiteX21" fmla="*/ 1266092 w 9159631"/>
              <a:gd name="connsiteY21" fmla="*/ 508000 h 1414585"/>
              <a:gd name="connsiteX22" fmla="*/ 1422400 w 9159631"/>
              <a:gd name="connsiteY22" fmla="*/ 523631 h 1414585"/>
              <a:gd name="connsiteX23" fmla="*/ 1492739 w 9159631"/>
              <a:gd name="connsiteY23" fmla="*/ 593969 h 1414585"/>
              <a:gd name="connsiteX24" fmla="*/ 1672492 w 9159631"/>
              <a:gd name="connsiteY24" fmla="*/ 601785 h 1414585"/>
              <a:gd name="connsiteX25" fmla="*/ 1672492 w 9159631"/>
              <a:gd name="connsiteY25" fmla="*/ 601785 h 1414585"/>
              <a:gd name="connsiteX26" fmla="*/ 1844431 w 9159631"/>
              <a:gd name="connsiteY26" fmla="*/ 609600 h 1414585"/>
              <a:gd name="connsiteX27" fmla="*/ 1969477 w 9159631"/>
              <a:gd name="connsiteY27" fmla="*/ 593969 h 1414585"/>
              <a:gd name="connsiteX28" fmla="*/ 2008554 w 9159631"/>
              <a:gd name="connsiteY28" fmla="*/ 570523 h 1414585"/>
              <a:gd name="connsiteX29" fmla="*/ 2016369 w 9159631"/>
              <a:gd name="connsiteY29" fmla="*/ 508000 h 1414585"/>
              <a:gd name="connsiteX30" fmla="*/ 2078892 w 9159631"/>
              <a:gd name="connsiteY30" fmla="*/ 461108 h 1414585"/>
              <a:gd name="connsiteX31" fmla="*/ 2196123 w 9159631"/>
              <a:gd name="connsiteY31" fmla="*/ 453292 h 1414585"/>
              <a:gd name="connsiteX32" fmla="*/ 2274277 w 9159631"/>
              <a:gd name="connsiteY32" fmla="*/ 398585 h 1414585"/>
              <a:gd name="connsiteX33" fmla="*/ 2344616 w 9159631"/>
              <a:gd name="connsiteY33" fmla="*/ 398585 h 1414585"/>
              <a:gd name="connsiteX34" fmla="*/ 2383692 w 9159631"/>
              <a:gd name="connsiteY34" fmla="*/ 406400 h 1414585"/>
              <a:gd name="connsiteX35" fmla="*/ 2454031 w 9159631"/>
              <a:gd name="connsiteY35" fmla="*/ 367323 h 1414585"/>
              <a:gd name="connsiteX36" fmla="*/ 2563446 w 9159631"/>
              <a:gd name="connsiteY36" fmla="*/ 382954 h 1414585"/>
              <a:gd name="connsiteX37" fmla="*/ 2735385 w 9159631"/>
              <a:gd name="connsiteY37" fmla="*/ 359508 h 1414585"/>
              <a:gd name="connsiteX38" fmla="*/ 2735385 w 9159631"/>
              <a:gd name="connsiteY38" fmla="*/ 359508 h 1414585"/>
              <a:gd name="connsiteX39" fmla="*/ 2899508 w 9159631"/>
              <a:gd name="connsiteY39" fmla="*/ 351692 h 1414585"/>
              <a:gd name="connsiteX40" fmla="*/ 3118339 w 9159631"/>
              <a:gd name="connsiteY40" fmla="*/ 484554 h 1414585"/>
              <a:gd name="connsiteX41" fmla="*/ 3141785 w 9159631"/>
              <a:gd name="connsiteY41" fmla="*/ 531446 h 1414585"/>
              <a:gd name="connsiteX42" fmla="*/ 3485662 w 9159631"/>
              <a:gd name="connsiteY42" fmla="*/ 484554 h 1414585"/>
              <a:gd name="connsiteX43" fmla="*/ 3681046 w 9159631"/>
              <a:gd name="connsiteY43" fmla="*/ 515815 h 1414585"/>
              <a:gd name="connsiteX44" fmla="*/ 3915508 w 9159631"/>
              <a:gd name="connsiteY44" fmla="*/ 500185 h 1414585"/>
              <a:gd name="connsiteX45" fmla="*/ 4079631 w 9159631"/>
              <a:gd name="connsiteY45" fmla="*/ 547077 h 1414585"/>
              <a:gd name="connsiteX46" fmla="*/ 4196862 w 9159631"/>
              <a:gd name="connsiteY46" fmla="*/ 601785 h 1414585"/>
              <a:gd name="connsiteX47" fmla="*/ 4329723 w 9159631"/>
              <a:gd name="connsiteY47" fmla="*/ 617415 h 1414585"/>
              <a:gd name="connsiteX48" fmla="*/ 4415692 w 9159631"/>
              <a:gd name="connsiteY48" fmla="*/ 570523 h 1414585"/>
              <a:gd name="connsiteX49" fmla="*/ 4712677 w 9159631"/>
              <a:gd name="connsiteY49" fmla="*/ 578339 h 1414585"/>
              <a:gd name="connsiteX50" fmla="*/ 4837723 w 9159631"/>
              <a:gd name="connsiteY50" fmla="*/ 492369 h 1414585"/>
              <a:gd name="connsiteX51" fmla="*/ 4900246 w 9159631"/>
              <a:gd name="connsiteY51" fmla="*/ 468923 h 1414585"/>
              <a:gd name="connsiteX52" fmla="*/ 4939323 w 9159631"/>
              <a:gd name="connsiteY52" fmla="*/ 414215 h 1414585"/>
              <a:gd name="connsiteX53" fmla="*/ 5205046 w 9159631"/>
              <a:gd name="connsiteY53" fmla="*/ 406400 h 1414585"/>
              <a:gd name="connsiteX54" fmla="*/ 5330092 w 9159631"/>
              <a:gd name="connsiteY54" fmla="*/ 359508 h 1414585"/>
              <a:gd name="connsiteX55" fmla="*/ 5705231 w 9159631"/>
              <a:gd name="connsiteY55" fmla="*/ 367323 h 1414585"/>
              <a:gd name="connsiteX56" fmla="*/ 5838092 w 9159631"/>
              <a:gd name="connsiteY56" fmla="*/ 390769 h 1414585"/>
              <a:gd name="connsiteX57" fmla="*/ 5900616 w 9159631"/>
              <a:gd name="connsiteY57" fmla="*/ 429846 h 1414585"/>
              <a:gd name="connsiteX58" fmla="*/ 6252308 w 9159631"/>
              <a:gd name="connsiteY58" fmla="*/ 453292 h 1414585"/>
              <a:gd name="connsiteX59" fmla="*/ 6392985 w 9159631"/>
              <a:gd name="connsiteY59" fmla="*/ 382954 h 1414585"/>
              <a:gd name="connsiteX60" fmla="*/ 6557108 w 9159631"/>
              <a:gd name="connsiteY60" fmla="*/ 390769 h 1414585"/>
              <a:gd name="connsiteX61" fmla="*/ 6619631 w 9159631"/>
              <a:gd name="connsiteY61" fmla="*/ 351692 h 1414585"/>
              <a:gd name="connsiteX62" fmla="*/ 6900985 w 9159631"/>
              <a:gd name="connsiteY62" fmla="*/ 351692 h 1414585"/>
              <a:gd name="connsiteX63" fmla="*/ 6994769 w 9159631"/>
              <a:gd name="connsiteY63" fmla="*/ 382954 h 1414585"/>
              <a:gd name="connsiteX64" fmla="*/ 7119816 w 9159631"/>
              <a:gd name="connsiteY64" fmla="*/ 390769 h 1414585"/>
              <a:gd name="connsiteX65" fmla="*/ 7221416 w 9159631"/>
              <a:gd name="connsiteY65" fmla="*/ 398585 h 1414585"/>
              <a:gd name="connsiteX66" fmla="*/ 7323016 w 9159631"/>
              <a:gd name="connsiteY66" fmla="*/ 453292 h 1414585"/>
              <a:gd name="connsiteX67" fmla="*/ 7448062 w 9159631"/>
              <a:gd name="connsiteY67" fmla="*/ 445477 h 1414585"/>
              <a:gd name="connsiteX68" fmla="*/ 7721600 w 9159631"/>
              <a:gd name="connsiteY68" fmla="*/ 328246 h 1414585"/>
              <a:gd name="connsiteX69" fmla="*/ 7963877 w 9159631"/>
              <a:gd name="connsiteY69" fmla="*/ 187569 h 1414585"/>
              <a:gd name="connsiteX70" fmla="*/ 8073292 w 9159631"/>
              <a:gd name="connsiteY70" fmla="*/ 85969 h 1414585"/>
              <a:gd name="connsiteX71" fmla="*/ 8073292 w 9159631"/>
              <a:gd name="connsiteY71" fmla="*/ 85969 h 1414585"/>
              <a:gd name="connsiteX72" fmla="*/ 8088923 w 9159631"/>
              <a:gd name="connsiteY72" fmla="*/ 31262 h 1414585"/>
              <a:gd name="connsiteX73" fmla="*/ 8253046 w 9159631"/>
              <a:gd name="connsiteY73" fmla="*/ 31262 h 1414585"/>
              <a:gd name="connsiteX74" fmla="*/ 8346831 w 9159631"/>
              <a:gd name="connsiteY74" fmla="*/ 15631 h 1414585"/>
              <a:gd name="connsiteX75" fmla="*/ 8479692 w 9159631"/>
              <a:gd name="connsiteY75" fmla="*/ 39077 h 1414585"/>
              <a:gd name="connsiteX76" fmla="*/ 8565662 w 9159631"/>
              <a:gd name="connsiteY76" fmla="*/ 0 h 1414585"/>
              <a:gd name="connsiteX77" fmla="*/ 8721969 w 9159631"/>
              <a:gd name="connsiteY77" fmla="*/ 7815 h 1414585"/>
              <a:gd name="connsiteX78" fmla="*/ 8862646 w 9159631"/>
              <a:gd name="connsiteY78" fmla="*/ 46892 h 1414585"/>
              <a:gd name="connsiteX79" fmla="*/ 8932985 w 9159631"/>
              <a:gd name="connsiteY79" fmla="*/ 46892 h 1414585"/>
              <a:gd name="connsiteX80" fmla="*/ 9003323 w 9159631"/>
              <a:gd name="connsiteY80" fmla="*/ 109415 h 1414585"/>
              <a:gd name="connsiteX81" fmla="*/ 9018954 w 9159631"/>
              <a:gd name="connsiteY81" fmla="*/ 179754 h 1414585"/>
              <a:gd name="connsiteX82" fmla="*/ 9097108 w 9159631"/>
              <a:gd name="connsiteY82" fmla="*/ 211015 h 1414585"/>
              <a:gd name="connsiteX83" fmla="*/ 9159631 w 9159631"/>
              <a:gd name="connsiteY83" fmla="*/ 242277 h 1414585"/>
              <a:gd name="connsiteX84" fmla="*/ 9159631 w 9159631"/>
              <a:gd name="connsiteY84" fmla="*/ 242277 h 1414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59631" h="1414585">
                <a:moveTo>
                  <a:pt x="39077" y="1414585"/>
                </a:moveTo>
                <a:lnTo>
                  <a:pt x="31262" y="1289539"/>
                </a:lnTo>
                <a:lnTo>
                  <a:pt x="0" y="1211385"/>
                </a:lnTo>
                <a:lnTo>
                  <a:pt x="39077" y="1148862"/>
                </a:lnTo>
                <a:lnTo>
                  <a:pt x="132862" y="1109785"/>
                </a:lnTo>
                <a:lnTo>
                  <a:pt x="242277" y="984739"/>
                </a:lnTo>
                <a:lnTo>
                  <a:pt x="296985" y="937846"/>
                </a:lnTo>
                <a:lnTo>
                  <a:pt x="375139" y="930031"/>
                </a:lnTo>
                <a:lnTo>
                  <a:pt x="445477" y="898769"/>
                </a:lnTo>
                <a:lnTo>
                  <a:pt x="523631" y="883139"/>
                </a:lnTo>
                <a:lnTo>
                  <a:pt x="601785" y="804985"/>
                </a:lnTo>
                <a:lnTo>
                  <a:pt x="687754" y="734646"/>
                </a:lnTo>
                <a:lnTo>
                  <a:pt x="726831" y="625231"/>
                </a:lnTo>
                <a:lnTo>
                  <a:pt x="804985" y="554892"/>
                </a:lnTo>
                <a:lnTo>
                  <a:pt x="828431" y="531446"/>
                </a:lnTo>
                <a:lnTo>
                  <a:pt x="930031" y="578339"/>
                </a:lnTo>
                <a:lnTo>
                  <a:pt x="930031" y="578339"/>
                </a:lnTo>
                <a:lnTo>
                  <a:pt x="1031631" y="617415"/>
                </a:lnTo>
                <a:lnTo>
                  <a:pt x="1031631" y="617415"/>
                </a:lnTo>
                <a:lnTo>
                  <a:pt x="1148862" y="601785"/>
                </a:lnTo>
                <a:lnTo>
                  <a:pt x="1148862" y="601785"/>
                </a:lnTo>
                <a:lnTo>
                  <a:pt x="1266092" y="508000"/>
                </a:lnTo>
                <a:lnTo>
                  <a:pt x="1422400" y="523631"/>
                </a:lnTo>
                <a:lnTo>
                  <a:pt x="1492739" y="593969"/>
                </a:lnTo>
                <a:lnTo>
                  <a:pt x="1672492" y="601785"/>
                </a:lnTo>
                <a:lnTo>
                  <a:pt x="1672492" y="601785"/>
                </a:lnTo>
                <a:lnTo>
                  <a:pt x="1844431" y="609600"/>
                </a:lnTo>
                <a:lnTo>
                  <a:pt x="1969477" y="593969"/>
                </a:lnTo>
                <a:lnTo>
                  <a:pt x="2008554" y="570523"/>
                </a:lnTo>
                <a:lnTo>
                  <a:pt x="2016369" y="508000"/>
                </a:lnTo>
                <a:lnTo>
                  <a:pt x="2078892" y="461108"/>
                </a:lnTo>
                <a:lnTo>
                  <a:pt x="2196123" y="453292"/>
                </a:lnTo>
                <a:lnTo>
                  <a:pt x="2274277" y="398585"/>
                </a:lnTo>
                <a:lnTo>
                  <a:pt x="2344616" y="398585"/>
                </a:lnTo>
                <a:lnTo>
                  <a:pt x="2383692" y="406400"/>
                </a:lnTo>
                <a:lnTo>
                  <a:pt x="2454031" y="367323"/>
                </a:lnTo>
                <a:lnTo>
                  <a:pt x="2563446" y="382954"/>
                </a:lnTo>
                <a:lnTo>
                  <a:pt x="2735385" y="359508"/>
                </a:lnTo>
                <a:lnTo>
                  <a:pt x="2735385" y="359508"/>
                </a:lnTo>
                <a:lnTo>
                  <a:pt x="2899508" y="351692"/>
                </a:lnTo>
                <a:lnTo>
                  <a:pt x="3118339" y="484554"/>
                </a:lnTo>
                <a:lnTo>
                  <a:pt x="3141785" y="531446"/>
                </a:lnTo>
                <a:lnTo>
                  <a:pt x="3485662" y="484554"/>
                </a:lnTo>
                <a:lnTo>
                  <a:pt x="3681046" y="515815"/>
                </a:lnTo>
                <a:lnTo>
                  <a:pt x="3915508" y="500185"/>
                </a:lnTo>
                <a:lnTo>
                  <a:pt x="4079631" y="547077"/>
                </a:lnTo>
                <a:lnTo>
                  <a:pt x="4196862" y="601785"/>
                </a:lnTo>
                <a:lnTo>
                  <a:pt x="4329723" y="617415"/>
                </a:lnTo>
                <a:lnTo>
                  <a:pt x="4415692" y="570523"/>
                </a:lnTo>
                <a:lnTo>
                  <a:pt x="4712677" y="578339"/>
                </a:lnTo>
                <a:lnTo>
                  <a:pt x="4837723" y="492369"/>
                </a:lnTo>
                <a:lnTo>
                  <a:pt x="4900246" y="468923"/>
                </a:lnTo>
                <a:lnTo>
                  <a:pt x="4939323" y="414215"/>
                </a:lnTo>
                <a:lnTo>
                  <a:pt x="5205046" y="406400"/>
                </a:lnTo>
                <a:lnTo>
                  <a:pt x="5330092" y="359508"/>
                </a:lnTo>
                <a:lnTo>
                  <a:pt x="5705231" y="367323"/>
                </a:lnTo>
                <a:lnTo>
                  <a:pt x="5838092" y="390769"/>
                </a:lnTo>
                <a:lnTo>
                  <a:pt x="5900616" y="429846"/>
                </a:lnTo>
                <a:lnTo>
                  <a:pt x="6252308" y="453292"/>
                </a:lnTo>
                <a:lnTo>
                  <a:pt x="6392985" y="382954"/>
                </a:lnTo>
                <a:lnTo>
                  <a:pt x="6557108" y="390769"/>
                </a:lnTo>
                <a:lnTo>
                  <a:pt x="6619631" y="351692"/>
                </a:lnTo>
                <a:lnTo>
                  <a:pt x="6900985" y="351692"/>
                </a:lnTo>
                <a:lnTo>
                  <a:pt x="6994769" y="382954"/>
                </a:lnTo>
                <a:lnTo>
                  <a:pt x="7119816" y="390769"/>
                </a:lnTo>
                <a:lnTo>
                  <a:pt x="7221416" y="398585"/>
                </a:lnTo>
                <a:lnTo>
                  <a:pt x="7323016" y="453292"/>
                </a:lnTo>
                <a:lnTo>
                  <a:pt x="7448062" y="445477"/>
                </a:lnTo>
                <a:lnTo>
                  <a:pt x="7721600" y="328246"/>
                </a:lnTo>
                <a:lnTo>
                  <a:pt x="7963877" y="187569"/>
                </a:lnTo>
                <a:lnTo>
                  <a:pt x="8073292" y="85969"/>
                </a:lnTo>
                <a:lnTo>
                  <a:pt x="8073292" y="85969"/>
                </a:lnTo>
                <a:lnTo>
                  <a:pt x="8088923" y="31262"/>
                </a:lnTo>
                <a:lnTo>
                  <a:pt x="8253046" y="31262"/>
                </a:lnTo>
                <a:lnTo>
                  <a:pt x="8346831" y="15631"/>
                </a:lnTo>
                <a:lnTo>
                  <a:pt x="8479692" y="39077"/>
                </a:lnTo>
                <a:lnTo>
                  <a:pt x="8565662" y="0"/>
                </a:lnTo>
                <a:lnTo>
                  <a:pt x="8721969" y="7815"/>
                </a:lnTo>
                <a:lnTo>
                  <a:pt x="8862646" y="46892"/>
                </a:lnTo>
                <a:lnTo>
                  <a:pt x="8932985" y="46892"/>
                </a:lnTo>
                <a:lnTo>
                  <a:pt x="9003323" y="109415"/>
                </a:lnTo>
                <a:lnTo>
                  <a:pt x="9018954" y="179754"/>
                </a:lnTo>
                <a:lnTo>
                  <a:pt x="9097108" y="211015"/>
                </a:lnTo>
                <a:lnTo>
                  <a:pt x="9159631" y="242277"/>
                </a:lnTo>
                <a:lnTo>
                  <a:pt x="9159631" y="242277"/>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F92B7B64-31D9-F34E-AB1D-A6C3B77F6361}"/>
              </a:ext>
            </a:extLst>
          </p:cNvPr>
          <p:cNvSpPr txBox="1"/>
          <p:nvPr/>
        </p:nvSpPr>
        <p:spPr>
          <a:xfrm>
            <a:off x="4994031" y="2985477"/>
            <a:ext cx="2000548"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C00000"/>
                </a:solidFill>
                <a:effectLst/>
                <a:uLnTx/>
                <a:uFillTx/>
                <a:latin typeface="Calibri" panose="020F0502020204030204"/>
                <a:ea typeface="+mn-ea"/>
                <a:cs typeface="+mn-cs"/>
              </a:rPr>
              <a:t>routing</a:t>
            </a:r>
          </a:p>
        </p:txBody>
      </p:sp>
      <p:sp>
        <p:nvSpPr>
          <p:cNvPr id="5" name="Slide Number Placeholder 5">
            <a:extLst>
              <a:ext uri="{FF2B5EF4-FFF2-40B4-BE49-F238E27FC236}">
                <a16:creationId xmlns:a16="http://schemas.microsoft.com/office/drawing/2014/main" id="{CBC4212C-7400-2A4D-BB5A-DA87D58FA49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28</a:t>
            </a:fld>
            <a:endParaRPr lang="en-US" dirty="0"/>
          </a:p>
        </p:txBody>
      </p:sp>
    </p:spTree>
    <p:extLst>
      <p:ext uri="{BB962C8B-B14F-4D97-AF65-F5344CB8AC3E}">
        <p14:creationId xmlns:p14="http://schemas.microsoft.com/office/powerpoint/2010/main" val="1750114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3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738B9E9-C01E-DC49-89A0-3007A0DDC3F3}"/>
              </a:ext>
            </a:extLst>
          </p:cNvPr>
          <p:cNvPicPr>
            <a:picLocks noChangeAspect="1"/>
          </p:cNvPicPr>
          <p:nvPr/>
        </p:nvPicPr>
        <p:blipFill>
          <a:blip r:embed="rId3"/>
          <a:stretch>
            <a:fillRect/>
          </a:stretch>
        </p:blipFill>
        <p:spPr>
          <a:xfrm>
            <a:off x="655093" y="671089"/>
            <a:ext cx="10922758" cy="5252742"/>
          </a:xfrm>
          <a:prstGeom prst="rect">
            <a:avLst/>
          </a:prstGeom>
        </p:spPr>
      </p:pic>
      <p:sp>
        <p:nvSpPr>
          <p:cNvPr id="14" name="Freeform 13">
            <a:extLst>
              <a:ext uri="{FF2B5EF4-FFF2-40B4-BE49-F238E27FC236}">
                <a16:creationId xmlns:a16="http://schemas.microsoft.com/office/drawing/2014/main" id="{E84C0BF6-A90E-CC4F-AB22-9139D2CBAFD8}"/>
              </a:ext>
            </a:extLst>
          </p:cNvPr>
          <p:cNvSpPr/>
          <p:nvPr/>
        </p:nvSpPr>
        <p:spPr>
          <a:xfrm>
            <a:off x="1445846" y="2196123"/>
            <a:ext cx="9159631" cy="1414585"/>
          </a:xfrm>
          <a:custGeom>
            <a:avLst/>
            <a:gdLst>
              <a:gd name="connsiteX0" fmla="*/ 39077 w 9159631"/>
              <a:gd name="connsiteY0" fmla="*/ 1414585 h 1414585"/>
              <a:gd name="connsiteX1" fmla="*/ 31262 w 9159631"/>
              <a:gd name="connsiteY1" fmla="*/ 1289539 h 1414585"/>
              <a:gd name="connsiteX2" fmla="*/ 0 w 9159631"/>
              <a:gd name="connsiteY2" fmla="*/ 1211385 h 1414585"/>
              <a:gd name="connsiteX3" fmla="*/ 39077 w 9159631"/>
              <a:gd name="connsiteY3" fmla="*/ 1148862 h 1414585"/>
              <a:gd name="connsiteX4" fmla="*/ 132862 w 9159631"/>
              <a:gd name="connsiteY4" fmla="*/ 1109785 h 1414585"/>
              <a:gd name="connsiteX5" fmla="*/ 242277 w 9159631"/>
              <a:gd name="connsiteY5" fmla="*/ 984739 h 1414585"/>
              <a:gd name="connsiteX6" fmla="*/ 296985 w 9159631"/>
              <a:gd name="connsiteY6" fmla="*/ 937846 h 1414585"/>
              <a:gd name="connsiteX7" fmla="*/ 375139 w 9159631"/>
              <a:gd name="connsiteY7" fmla="*/ 930031 h 1414585"/>
              <a:gd name="connsiteX8" fmla="*/ 445477 w 9159631"/>
              <a:gd name="connsiteY8" fmla="*/ 898769 h 1414585"/>
              <a:gd name="connsiteX9" fmla="*/ 523631 w 9159631"/>
              <a:gd name="connsiteY9" fmla="*/ 883139 h 1414585"/>
              <a:gd name="connsiteX10" fmla="*/ 601785 w 9159631"/>
              <a:gd name="connsiteY10" fmla="*/ 804985 h 1414585"/>
              <a:gd name="connsiteX11" fmla="*/ 687754 w 9159631"/>
              <a:gd name="connsiteY11" fmla="*/ 734646 h 1414585"/>
              <a:gd name="connsiteX12" fmla="*/ 726831 w 9159631"/>
              <a:gd name="connsiteY12" fmla="*/ 625231 h 1414585"/>
              <a:gd name="connsiteX13" fmla="*/ 804985 w 9159631"/>
              <a:gd name="connsiteY13" fmla="*/ 554892 h 1414585"/>
              <a:gd name="connsiteX14" fmla="*/ 828431 w 9159631"/>
              <a:gd name="connsiteY14" fmla="*/ 531446 h 1414585"/>
              <a:gd name="connsiteX15" fmla="*/ 930031 w 9159631"/>
              <a:gd name="connsiteY15" fmla="*/ 578339 h 1414585"/>
              <a:gd name="connsiteX16" fmla="*/ 930031 w 9159631"/>
              <a:gd name="connsiteY16" fmla="*/ 578339 h 1414585"/>
              <a:gd name="connsiteX17" fmla="*/ 1031631 w 9159631"/>
              <a:gd name="connsiteY17" fmla="*/ 617415 h 1414585"/>
              <a:gd name="connsiteX18" fmla="*/ 1031631 w 9159631"/>
              <a:gd name="connsiteY18" fmla="*/ 617415 h 1414585"/>
              <a:gd name="connsiteX19" fmla="*/ 1148862 w 9159631"/>
              <a:gd name="connsiteY19" fmla="*/ 601785 h 1414585"/>
              <a:gd name="connsiteX20" fmla="*/ 1148862 w 9159631"/>
              <a:gd name="connsiteY20" fmla="*/ 601785 h 1414585"/>
              <a:gd name="connsiteX21" fmla="*/ 1266092 w 9159631"/>
              <a:gd name="connsiteY21" fmla="*/ 508000 h 1414585"/>
              <a:gd name="connsiteX22" fmla="*/ 1422400 w 9159631"/>
              <a:gd name="connsiteY22" fmla="*/ 523631 h 1414585"/>
              <a:gd name="connsiteX23" fmla="*/ 1492739 w 9159631"/>
              <a:gd name="connsiteY23" fmla="*/ 593969 h 1414585"/>
              <a:gd name="connsiteX24" fmla="*/ 1672492 w 9159631"/>
              <a:gd name="connsiteY24" fmla="*/ 601785 h 1414585"/>
              <a:gd name="connsiteX25" fmla="*/ 1672492 w 9159631"/>
              <a:gd name="connsiteY25" fmla="*/ 601785 h 1414585"/>
              <a:gd name="connsiteX26" fmla="*/ 1844431 w 9159631"/>
              <a:gd name="connsiteY26" fmla="*/ 609600 h 1414585"/>
              <a:gd name="connsiteX27" fmla="*/ 1969477 w 9159631"/>
              <a:gd name="connsiteY27" fmla="*/ 593969 h 1414585"/>
              <a:gd name="connsiteX28" fmla="*/ 2008554 w 9159631"/>
              <a:gd name="connsiteY28" fmla="*/ 570523 h 1414585"/>
              <a:gd name="connsiteX29" fmla="*/ 2016369 w 9159631"/>
              <a:gd name="connsiteY29" fmla="*/ 508000 h 1414585"/>
              <a:gd name="connsiteX30" fmla="*/ 2078892 w 9159631"/>
              <a:gd name="connsiteY30" fmla="*/ 461108 h 1414585"/>
              <a:gd name="connsiteX31" fmla="*/ 2196123 w 9159631"/>
              <a:gd name="connsiteY31" fmla="*/ 453292 h 1414585"/>
              <a:gd name="connsiteX32" fmla="*/ 2274277 w 9159631"/>
              <a:gd name="connsiteY32" fmla="*/ 398585 h 1414585"/>
              <a:gd name="connsiteX33" fmla="*/ 2344616 w 9159631"/>
              <a:gd name="connsiteY33" fmla="*/ 398585 h 1414585"/>
              <a:gd name="connsiteX34" fmla="*/ 2383692 w 9159631"/>
              <a:gd name="connsiteY34" fmla="*/ 406400 h 1414585"/>
              <a:gd name="connsiteX35" fmla="*/ 2454031 w 9159631"/>
              <a:gd name="connsiteY35" fmla="*/ 367323 h 1414585"/>
              <a:gd name="connsiteX36" fmla="*/ 2563446 w 9159631"/>
              <a:gd name="connsiteY36" fmla="*/ 382954 h 1414585"/>
              <a:gd name="connsiteX37" fmla="*/ 2735385 w 9159631"/>
              <a:gd name="connsiteY37" fmla="*/ 359508 h 1414585"/>
              <a:gd name="connsiteX38" fmla="*/ 2735385 w 9159631"/>
              <a:gd name="connsiteY38" fmla="*/ 359508 h 1414585"/>
              <a:gd name="connsiteX39" fmla="*/ 2899508 w 9159631"/>
              <a:gd name="connsiteY39" fmla="*/ 351692 h 1414585"/>
              <a:gd name="connsiteX40" fmla="*/ 3118339 w 9159631"/>
              <a:gd name="connsiteY40" fmla="*/ 484554 h 1414585"/>
              <a:gd name="connsiteX41" fmla="*/ 3141785 w 9159631"/>
              <a:gd name="connsiteY41" fmla="*/ 531446 h 1414585"/>
              <a:gd name="connsiteX42" fmla="*/ 3485662 w 9159631"/>
              <a:gd name="connsiteY42" fmla="*/ 484554 h 1414585"/>
              <a:gd name="connsiteX43" fmla="*/ 3681046 w 9159631"/>
              <a:gd name="connsiteY43" fmla="*/ 515815 h 1414585"/>
              <a:gd name="connsiteX44" fmla="*/ 3915508 w 9159631"/>
              <a:gd name="connsiteY44" fmla="*/ 500185 h 1414585"/>
              <a:gd name="connsiteX45" fmla="*/ 4079631 w 9159631"/>
              <a:gd name="connsiteY45" fmla="*/ 547077 h 1414585"/>
              <a:gd name="connsiteX46" fmla="*/ 4196862 w 9159631"/>
              <a:gd name="connsiteY46" fmla="*/ 601785 h 1414585"/>
              <a:gd name="connsiteX47" fmla="*/ 4329723 w 9159631"/>
              <a:gd name="connsiteY47" fmla="*/ 617415 h 1414585"/>
              <a:gd name="connsiteX48" fmla="*/ 4415692 w 9159631"/>
              <a:gd name="connsiteY48" fmla="*/ 570523 h 1414585"/>
              <a:gd name="connsiteX49" fmla="*/ 4712677 w 9159631"/>
              <a:gd name="connsiteY49" fmla="*/ 578339 h 1414585"/>
              <a:gd name="connsiteX50" fmla="*/ 4837723 w 9159631"/>
              <a:gd name="connsiteY50" fmla="*/ 492369 h 1414585"/>
              <a:gd name="connsiteX51" fmla="*/ 4900246 w 9159631"/>
              <a:gd name="connsiteY51" fmla="*/ 468923 h 1414585"/>
              <a:gd name="connsiteX52" fmla="*/ 4939323 w 9159631"/>
              <a:gd name="connsiteY52" fmla="*/ 414215 h 1414585"/>
              <a:gd name="connsiteX53" fmla="*/ 5205046 w 9159631"/>
              <a:gd name="connsiteY53" fmla="*/ 406400 h 1414585"/>
              <a:gd name="connsiteX54" fmla="*/ 5330092 w 9159631"/>
              <a:gd name="connsiteY54" fmla="*/ 359508 h 1414585"/>
              <a:gd name="connsiteX55" fmla="*/ 5705231 w 9159631"/>
              <a:gd name="connsiteY55" fmla="*/ 367323 h 1414585"/>
              <a:gd name="connsiteX56" fmla="*/ 5838092 w 9159631"/>
              <a:gd name="connsiteY56" fmla="*/ 390769 h 1414585"/>
              <a:gd name="connsiteX57" fmla="*/ 5900616 w 9159631"/>
              <a:gd name="connsiteY57" fmla="*/ 429846 h 1414585"/>
              <a:gd name="connsiteX58" fmla="*/ 6252308 w 9159631"/>
              <a:gd name="connsiteY58" fmla="*/ 453292 h 1414585"/>
              <a:gd name="connsiteX59" fmla="*/ 6392985 w 9159631"/>
              <a:gd name="connsiteY59" fmla="*/ 382954 h 1414585"/>
              <a:gd name="connsiteX60" fmla="*/ 6557108 w 9159631"/>
              <a:gd name="connsiteY60" fmla="*/ 390769 h 1414585"/>
              <a:gd name="connsiteX61" fmla="*/ 6619631 w 9159631"/>
              <a:gd name="connsiteY61" fmla="*/ 351692 h 1414585"/>
              <a:gd name="connsiteX62" fmla="*/ 6900985 w 9159631"/>
              <a:gd name="connsiteY62" fmla="*/ 351692 h 1414585"/>
              <a:gd name="connsiteX63" fmla="*/ 6994769 w 9159631"/>
              <a:gd name="connsiteY63" fmla="*/ 382954 h 1414585"/>
              <a:gd name="connsiteX64" fmla="*/ 7119816 w 9159631"/>
              <a:gd name="connsiteY64" fmla="*/ 390769 h 1414585"/>
              <a:gd name="connsiteX65" fmla="*/ 7221416 w 9159631"/>
              <a:gd name="connsiteY65" fmla="*/ 398585 h 1414585"/>
              <a:gd name="connsiteX66" fmla="*/ 7323016 w 9159631"/>
              <a:gd name="connsiteY66" fmla="*/ 453292 h 1414585"/>
              <a:gd name="connsiteX67" fmla="*/ 7448062 w 9159631"/>
              <a:gd name="connsiteY67" fmla="*/ 445477 h 1414585"/>
              <a:gd name="connsiteX68" fmla="*/ 7721600 w 9159631"/>
              <a:gd name="connsiteY68" fmla="*/ 328246 h 1414585"/>
              <a:gd name="connsiteX69" fmla="*/ 7963877 w 9159631"/>
              <a:gd name="connsiteY69" fmla="*/ 187569 h 1414585"/>
              <a:gd name="connsiteX70" fmla="*/ 8073292 w 9159631"/>
              <a:gd name="connsiteY70" fmla="*/ 85969 h 1414585"/>
              <a:gd name="connsiteX71" fmla="*/ 8073292 w 9159631"/>
              <a:gd name="connsiteY71" fmla="*/ 85969 h 1414585"/>
              <a:gd name="connsiteX72" fmla="*/ 8088923 w 9159631"/>
              <a:gd name="connsiteY72" fmla="*/ 31262 h 1414585"/>
              <a:gd name="connsiteX73" fmla="*/ 8253046 w 9159631"/>
              <a:gd name="connsiteY73" fmla="*/ 31262 h 1414585"/>
              <a:gd name="connsiteX74" fmla="*/ 8346831 w 9159631"/>
              <a:gd name="connsiteY74" fmla="*/ 15631 h 1414585"/>
              <a:gd name="connsiteX75" fmla="*/ 8479692 w 9159631"/>
              <a:gd name="connsiteY75" fmla="*/ 39077 h 1414585"/>
              <a:gd name="connsiteX76" fmla="*/ 8565662 w 9159631"/>
              <a:gd name="connsiteY76" fmla="*/ 0 h 1414585"/>
              <a:gd name="connsiteX77" fmla="*/ 8721969 w 9159631"/>
              <a:gd name="connsiteY77" fmla="*/ 7815 h 1414585"/>
              <a:gd name="connsiteX78" fmla="*/ 8862646 w 9159631"/>
              <a:gd name="connsiteY78" fmla="*/ 46892 h 1414585"/>
              <a:gd name="connsiteX79" fmla="*/ 8932985 w 9159631"/>
              <a:gd name="connsiteY79" fmla="*/ 46892 h 1414585"/>
              <a:gd name="connsiteX80" fmla="*/ 9003323 w 9159631"/>
              <a:gd name="connsiteY80" fmla="*/ 109415 h 1414585"/>
              <a:gd name="connsiteX81" fmla="*/ 9018954 w 9159631"/>
              <a:gd name="connsiteY81" fmla="*/ 179754 h 1414585"/>
              <a:gd name="connsiteX82" fmla="*/ 9097108 w 9159631"/>
              <a:gd name="connsiteY82" fmla="*/ 211015 h 1414585"/>
              <a:gd name="connsiteX83" fmla="*/ 9159631 w 9159631"/>
              <a:gd name="connsiteY83" fmla="*/ 242277 h 1414585"/>
              <a:gd name="connsiteX84" fmla="*/ 9159631 w 9159631"/>
              <a:gd name="connsiteY84" fmla="*/ 242277 h 1414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59631" h="1414585">
                <a:moveTo>
                  <a:pt x="39077" y="1414585"/>
                </a:moveTo>
                <a:lnTo>
                  <a:pt x="31262" y="1289539"/>
                </a:lnTo>
                <a:lnTo>
                  <a:pt x="0" y="1211385"/>
                </a:lnTo>
                <a:lnTo>
                  <a:pt x="39077" y="1148862"/>
                </a:lnTo>
                <a:lnTo>
                  <a:pt x="132862" y="1109785"/>
                </a:lnTo>
                <a:lnTo>
                  <a:pt x="242277" y="984739"/>
                </a:lnTo>
                <a:lnTo>
                  <a:pt x="296985" y="937846"/>
                </a:lnTo>
                <a:lnTo>
                  <a:pt x="375139" y="930031"/>
                </a:lnTo>
                <a:lnTo>
                  <a:pt x="445477" y="898769"/>
                </a:lnTo>
                <a:lnTo>
                  <a:pt x="523631" y="883139"/>
                </a:lnTo>
                <a:lnTo>
                  <a:pt x="601785" y="804985"/>
                </a:lnTo>
                <a:lnTo>
                  <a:pt x="687754" y="734646"/>
                </a:lnTo>
                <a:lnTo>
                  <a:pt x="726831" y="625231"/>
                </a:lnTo>
                <a:lnTo>
                  <a:pt x="804985" y="554892"/>
                </a:lnTo>
                <a:lnTo>
                  <a:pt x="828431" y="531446"/>
                </a:lnTo>
                <a:lnTo>
                  <a:pt x="930031" y="578339"/>
                </a:lnTo>
                <a:lnTo>
                  <a:pt x="930031" y="578339"/>
                </a:lnTo>
                <a:lnTo>
                  <a:pt x="1031631" y="617415"/>
                </a:lnTo>
                <a:lnTo>
                  <a:pt x="1031631" y="617415"/>
                </a:lnTo>
                <a:lnTo>
                  <a:pt x="1148862" y="601785"/>
                </a:lnTo>
                <a:lnTo>
                  <a:pt x="1148862" y="601785"/>
                </a:lnTo>
                <a:lnTo>
                  <a:pt x="1266092" y="508000"/>
                </a:lnTo>
                <a:lnTo>
                  <a:pt x="1422400" y="523631"/>
                </a:lnTo>
                <a:lnTo>
                  <a:pt x="1492739" y="593969"/>
                </a:lnTo>
                <a:lnTo>
                  <a:pt x="1672492" y="601785"/>
                </a:lnTo>
                <a:lnTo>
                  <a:pt x="1672492" y="601785"/>
                </a:lnTo>
                <a:lnTo>
                  <a:pt x="1844431" y="609600"/>
                </a:lnTo>
                <a:lnTo>
                  <a:pt x="1969477" y="593969"/>
                </a:lnTo>
                <a:lnTo>
                  <a:pt x="2008554" y="570523"/>
                </a:lnTo>
                <a:lnTo>
                  <a:pt x="2016369" y="508000"/>
                </a:lnTo>
                <a:lnTo>
                  <a:pt x="2078892" y="461108"/>
                </a:lnTo>
                <a:lnTo>
                  <a:pt x="2196123" y="453292"/>
                </a:lnTo>
                <a:lnTo>
                  <a:pt x="2274277" y="398585"/>
                </a:lnTo>
                <a:lnTo>
                  <a:pt x="2344616" y="398585"/>
                </a:lnTo>
                <a:lnTo>
                  <a:pt x="2383692" y="406400"/>
                </a:lnTo>
                <a:lnTo>
                  <a:pt x="2454031" y="367323"/>
                </a:lnTo>
                <a:lnTo>
                  <a:pt x="2563446" y="382954"/>
                </a:lnTo>
                <a:lnTo>
                  <a:pt x="2735385" y="359508"/>
                </a:lnTo>
                <a:lnTo>
                  <a:pt x="2735385" y="359508"/>
                </a:lnTo>
                <a:lnTo>
                  <a:pt x="2899508" y="351692"/>
                </a:lnTo>
                <a:lnTo>
                  <a:pt x="3118339" y="484554"/>
                </a:lnTo>
                <a:lnTo>
                  <a:pt x="3141785" y="531446"/>
                </a:lnTo>
                <a:lnTo>
                  <a:pt x="3485662" y="484554"/>
                </a:lnTo>
                <a:lnTo>
                  <a:pt x="3681046" y="515815"/>
                </a:lnTo>
                <a:lnTo>
                  <a:pt x="3915508" y="500185"/>
                </a:lnTo>
                <a:lnTo>
                  <a:pt x="4079631" y="547077"/>
                </a:lnTo>
                <a:lnTo>
                  <a:pt x="4196862" y="601785"/>
                </a:lnTo>
                <a:lnTo>
                  <a:pt x="4329723" y="617415"/>
                </a:lnTo>
                <a:lnTo>
                  <a:pt x="4415692" y="570523"/>
                </a:lnTo>
                <a:lnTo>
                  <a:pt x="4712677" y="578339"/>
                </a:lnTo>
                <a:lnTo>
                  <a:pt x="4837723" y="492369"/>
                </a:lnTo>
                <a:lnTo>
                  <a:pt x="4900246" y="468923"/>
                </a:lnTo>
                <a:lnTo>
                  <a:pt x="4939323" y="414215"/>
                </a:lnTo>
                <a:lnTo>
                  <a:pt x="5205046" y="406400"/>
                </a:lnTo>
                <a:lnTo>
                  <a:pt x="5330092" y="359508"/>
                </a:lnTo>
                <a:lnTo>
                  <a:pt x="5705231" y="367323"/>
                </a:lnTo>
                <a:lnTo>
                  <a:pt x="5838092" y="390769"/>
                </a:lnTo>
                <a:lnTo>
                  <a:pt x="5900616" y="429846"/>
                </a:lnTo>
                <a:lnTo>
                  <a:pt x="6252308" y="453292"/>
                </a:lnTo>
                <a:lnTo>
                  <a:pt x="6392985" y="382954"/>
                </a:lnTo>
                <a:lnTo>
                  <a:pt x="6557108" y="390769"/>
                </a:lnTo>
                <a:lnTo>
                  <a:pt x="6619631" y="351692"/>
                </a:lnTo>
                <a:lnTo>
                  <a:pt x="6900985" y="351692"/>
                </a:lnTo>
                <a:lnTo>
                  <a:pt x="6994769" y="382954"/>
                </a:lnTo>
                <a:lnTo>
                  <a:pt x="7119816" y="390769"/>
                </a:lnTo>
                <a:lnTo>
                  <a:pt x="7221416" y="398585"/>
                </a:lnTo>
                <a:lnTo>
                  <a:pt x="7323016" y="453292"/>
                </a:lnTo>
                <a:lnTo>
                  <a:pt x="7448062" y="445477"/>
                </a:lnTo>
                <a:lnTo>
                  <a:pt x="7721600" y="328246"/>
                </a:lnTo>
                <a:lnTo>
                  <a:pt x="7963877" y="187569"/>
                </a:lnTo>
                <a:lnTo>
                  <a:pt x="8073292" y="85969"/>
                </a:lnTo>
                <a:lnTo>
                  <a:pt x="8073292" y="85969"/>
                </a:lnTo>
                <a:lnTo>
                  <a:pt x="8088923" y="31262"/>
                </a:lnTo>
                <a:lnTo>
                  <a:pt x="8253046" y="31262"/>
                </a:lnTo>
                <a:lnTo>
                  <a:pt x="8346831" y="15631"/>
                </a:lnTo>
                <a:lnTo>
                  <a:pt x="8479692" y="39077"/>
                </a:lnTo>
                <a:lnTo>
                  <a:pt x="8565662" y="0"/>
                </a:lnTo>
                <a:lnTo>
                  <a:pt x="8721969" y="7815"/>
                </a:lnTo>
                <a:lnTo>
                  <a:pt x="8862646" y="46892"/>
                </a:lnTo>
                <a:lnTo>
                  <a:pt x="8932985" y="46892"/>
                </a:lnTo>
                <a:lnTo>
                  <a:pt x="9003323" y="109415"/>
                </a:lnTo>
                <a:lnTo>
                  <a:pt x="9018954" y="179754"/>
                </a:lnTo>
                <a:lnTo>
                  <a:pt x="9097108" y="211015"/>
                </a:lnTo>
                <a:lnTo>
                  <a:pt x="9159631" y="242277"/>
                </a:lnTo>
                <a:lnTo>
                  <a:pt x="9159631" y="242277"/>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A0F51B65-FAD0-FE4E-AF92-00453DE17EF0}"/>
              </a:ext>
            </a:extLst>
          </p:cNvPr>
          <p:cNvGrpSpPr/>
          <p:nvPr/>
        </p:nvGrpSpPr>
        <p:grpSpPr>
          <a:xfrm>
            <a:off x="1527142" y="1131216"/>
            <a:ext cx="2243580" cy="2158739"/>
            <a:chOff x="1527142" y="1131216"/>
            <a:chExt cx="2243580" cy="2158739"/>
          </a:xfrm>
        </p:grpSpPr>
        <p:pic>
          <p:nvPicPr>
            <p:cNvPr id="8" name="Picture 7" descr="A close up of a map&#10;&#10;Description automatically generated">
              <a:extLst>
                <a:ext uri="{FF2B5EF4-FFF2-40B4-BE49-F238E27FC236}">
                  <a16:creationId xmlns:a16="http://schemas.microsoft.com/office/drawing/2014/main" id="{421D9FAD-A37E-1745-8ED8-6DA01F78F103}"/>
                </a:ext>
              </a:extLst>
            </p:cNvPr>
            <p:cNvPicPr>
              <a:picLocks noChangeAspect="1"/>
            </p:cNvPicPr>
            <p:nvPr/>
          </p:nvPicPr>
          <p:blipFill>
            <a:blip r:embed="rId4"/>
            <a:stretch>
              <a:fillRect/>
            </a:stretch>
          </p:blipFill>
          <p:spPr>
            <a:xfrm>
              <a:off x="1668543" y="1163561"/>
              <a:ext cx="2078994" cy="1787029"/>
            </a:xfrm>
            <a:prstGeom prst="rect">
              <a:avLst/>
            </a:prstGeom>
          </p:spPr>
        </p:pic>
        <p:sp>
          <p:nvSpPr>
            <p:cNvPr id="9" name="Freeform 8">
              <a:extLst>
                <a:ext uri="{FF2B5EF4-FFF2-40B4-BE49-F238E27FC236}">
                  <a16:creationId xmlns:a16="http://schemas.microsoft.com/office/drawing/2014/main" id="{6D9FC91B-3FCD-2B4E-8C43-EB7B8E980EA2}"/>
                </a:ext>
              </a:extLst>
            </p:cNvPr>
            <p:cNvSpPr/>
            <p:nvPr/>
          </p:nvSpPr>
          <p:spPr>
            <a:xfrm>
              <a:off x="1527142" y="1131216"/>
              <a:ext cx="2243580" cy="2158739"/>
            </a:xfrm>
            <a:custGeom>
              <a:avLst/>
              <a:gdLst>
                <a:gd name="connsiteX0" fmla="*/ 0 w 2243580"/>
                <a:gd name="connsiteY0" fmla="*/ 2158739 h 2158739"/>
                <a:gd name="connsiteX1" fmla="*/ 141402 w 2243580"/>
                <a:gd name="connsiteY1" fmla="*/ 0 h 2158739"/>
                <a:gd name="connsiteX2" fmla="*/ 160256 w 2243580"/>
                <a:gd name="connsiteY2" fmla="*/ 1800520 h 2158739"/>
                <a:gd name="connsiteX3" fmla="*/ 2243580 w 2243580"/>
                <a:gd name="connsiteY3" fmla="*/ 1781666 h 2158739"/>
                <a:gd name="connsiteX4" fmla="*/ 0 w 2243580"/>
                <a:gd name="connsiteY4" fmla="*/ 2158739 h 2158739"/>
                <a:gd name="connsiteX0" fmla="*/ 0 w 2243580"/>
                <a:gd name="connsiteY0" fmla="*/ 2158739 h 2158739"/>
                <a:gd name="connsiteX1" fmla="*/ 141402 w 2243580"/>
                <a:gd name="connsiteY1" fmla="*/ 0 h 2158739"/>
                <a:gd name="connsiteX2" fmla="*/ 160256 w 2243580"/>
                <a:gd name="connsiteY2" fmla="*/ 1800520 h 2158739"/>
                <a:gd name="connsiteX3" fmla="*/ 2243580 w 2243580"/>
                <a:gd name="connsiteY3" fmla="*/ 1781666 h 2158739"/>
                <a:gd name="connsiteX4" fmla="*/ 0 w 2243580"/>
                <a:gd name="connsiteY4" fmla="*/ 2158739 h 2158739"/>
                <a:gd name="connsiteX0" fmla="*/ 0 w 2243580"/>
                <a:gd name="connsiteY0" fmla="*/ 2158739 h 2158739"/>
                <a:gd name="connsiteX1" fmla="*/ 141402 w 2243580"/>
                <a:gd name="connsiteY1" fmla="*/ 0 h 2158739"/>
                <a:gd name="connsiteX2" fmla="*/ 160256 w 2243580"/>
                <a:gd name="connsiteY2" fmla="*/ 1800520 h 2158739"/>
                <a:gd name="connsiteX3" fmla="*/ 2243580 w 2243580"/>
                <a:gd name="connsiteY3" fmla="*/ 1781666 h 2158739"/>
                <a:gd name="connsiteX4" fmla="*/ 0 w 2243580"/>
                <a:gd name="connsiteY4" fmla="*/ 2158739 h 2158739"/>
                <a:gd name="connsiteX0" fmla="*/ 0 w 2243580"/>
                <a:gd name="connsiteY0" fmla="*/ 2158739 h 2158739"/>
                <a:gd name="connsiteX1" fmla="*/ 141402 w 2243580"/>
                <a:gd name="connsiteY1" fmla="*/ 0 h 2158739"/>
                <a:gd name="connsiteX2" fmla="*/ 160256 w 2243580"/>
                <a:gd name="connsiteY2" fmla="*/ 1800520 h 2158739"/>
                <a:gd name="connsiteX3" fmla="*/ 2243580 w 2243580"/>
                <a:gd name="connsiteY3" fmla="*/ 1781666 h 2158739"/>
                <a:gd name="connsiteX4" fmla="*/ 0 w 2243580"/>
                <a:gd name="connsiteY4" fmla="*/ 2158739 h 215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580" h="2158739">
                  <a:moveTo>
                    <a:pt x="0" y="2158739"/>
                  </a:moveTo>
                  <a:cubicBezTo>
                    <a:pt x="84842" y="1552281"/>
                    <a:pt x="94268" y="719580"/>
                    <a:pt x="141402" y="0"/>
                  </a:cubicBezTo>
                  <a:lnTo>
                    <a:pt x="160256" y="1800520"/>
                  </a:lnTo>
                  <a:lnTo>
                    <a:pt x="2243580" y="1781666"/>
                  </a:lnTo>
                  <a:cubicBezTo>
                    <a:pt x="656735" y="1973345"/>
                    <a:pt x="568751" y="1995341"/>
                    <a:pt x="0" y="2158739"/>
                  </a:cubicBezTo>
                  <a:close/>
                </a:path>
              </a:pathLst>
            </a:custGeom>
            <a:gradFill>
              <a:gsLst>
                <a:gs pos="0">
                  <a:schemeClr val="bg1"/>
                </a:gs>
                <a:gs pos="48000">
                  <a:srgbClr val="D6DCE0"/>
                </a:gs>
                <a:gs pos="100000">
                  <a:schemeClr val="tx1">
                    <a:lumMod val="65000"/>
                    <a:lumOff val="35000"/>
                  </a:schemeClr>
                </a:gs>
              </a:gsLst>
              <a:lin ang="14400000" scaled="0"/>
            </a:gra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AEE08D0C-E295-2843-BCE6-87D6DAF6C84A}"/>
              </a:ext>
            </a:extLst>
          </p:cNvPr>
          <p:cNvSpPr txBox="1"/>
          <p:nvPr/>
        </p:nvSpPr>
        <p:spPr>
          <a:xfrm>
            <a:off x="1649047" y="2813539"/>
            <a:ext cx="2230675"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forwarding</a:t>
            </a:r>
          </a:p>
        </p:txBody>
      </p:sp>
      <p:grpSp>
        <p:nvGrpSpPr>
          <p:cNvPr id="7" name="Group 6">
            <a:extLst>
              <a:ext uri="{FF2B5EF4-FFF2-40B4-BE49-F238E27FC236}">
                <a16:creationId xmlns:a16="http://schemas.microsoft.com/office/drawing/2014/main" id="{0A0DECB5-7CA5-914D-96D4-06F5D4D52482}"/>
              </a:ext>
            </a:extLst>
          </p:cNvPr>
          <p:cNvGrpSpPr/>
          <p:nvPr/>
        </p:nvGrpSpPr>
        <p:grpSpPr>
          <a:xfrm>
            <a:off x="8758797" y="2608289"/>
            <a:ext cx="2771818" cy="2930576"/>
            <a:chOff x="8758797" y="2608289"/>
            <a:chExt cx="2771818" cy="2930576"/>
          </a:xfrm>
        </p:grpSpPr>
        <p:pic>
          <p:nvPicPr>
            <p:cNvPr id="11" name="Picture 10">
              <a:extLst>
                <a:ext uri="{FF2B5EF4-FFF2-40B4-BE49-F238E27FC236}">
                  <a16:creationId xmlns:a16="http://schemas.microsoft.com/office/drawing/2014/main" id="{F78213D7-34CD-4645-A4DA-489832333086}"/>
                </a:ext>
              </a:extLst>
            </p:cNvPr>
            <p:cNvPicPr>
              <a:picLocks noChangeAspect="1"/>
            </p:cNvPicPr>
            <p:nvPr/>
          </p:nvPicPr>
          <p:blipFill>
            <a:blip r:embed="rId5"/>
            <a:stretch>
              <a:fillRect/>
            </a:stretch>
          </p:blipFill>
          <p:spPr>
            <a:xfrm>
              <a:off x="8758797" y="2998032"/>
              <a:ext cx="2771818" cy="2540833"/>
            </a:xfrm>
            <a:prstGeom prst="rect">
              <a:avLst/>
            </a:prstGeom>
          </p:spPr>
        </p:pic>
        <p:sp>
          <p:nvSpPr>
            <p:cNvPr id="12" name="Freeform 11">
              <a:extLst>
                <a:ext uri="{FF2B5EF4-FFF2-40B4-BE49-F238E27FC236}">
                  <a16:creationId xmlns:a16="http://schemas.microsoft.com/office/drawing/2014/main" id="{B7159A03-9BBB-6440-BFDE-33A2FB78A1EB}"/>
                </a:ext>
              </a:extLst>
            </p:cNvPr>
            <p:cNvSpPr/>
            <p:nvPr/>
          </p:nvSpPr>
          <p:spPr>
            <a:xfrm>
              <a:off x="8769246" y="2608289"/>
              <a:ext cx="2683239" cy="404734"/>
            </a:xfrm>
            <a:custGeom>
              <a:avLst/>
              <a:gdLst>
                <a:gd name="connsiteX0" fmla="*/ 239843 w 2683239"/>
                <a:gd name="connsiteY0" fmla="*/ 0 h 404734"/>
                <a:gd name="connsiteX1" fmla="*/ 0 w 2683239"/>
                <a:gd name="connsiteY1" fmla="*/ 404734 h 404734"/>
                <a:gd name="connsiteX2" fmla="*/ 2683239 w 2683239"/>
                <a:gd name="connsiteY2" fmla="*/ 389744 h 404734"/>
                <a:gd name="connsiteX3" fmla="*/ 239843 w 2683239"/>
                <a:gd name="connsiteY3" fmla="*/ 0 h 404734"/>
                <a:gd name="connsiteX0" fmla="*/ 239843 w 2683239"/>
                <a:gd name="connsiteY0" fmla="*/ 0 h 404734"/>
                <a:gd name="connsiteX1" fmla="*/ 0 w 2683239"/>
                <a:gd name="connsiteY1" fmla="*/ 404734 h 404734"/>
                <a:gd name="connsiteX2" fmla="*/ 2683239 w 2683239"/>
                <a:gd name="connsiteY2" fmla="*/ 389744 h 404734"/>
                <a:gd name="connsiteX3" fmla="*/ 239843 w 2683239"/>
                <a:gd name="connsiteY3" fmla="*/ 0 h 404734"/>
                <a:gd name="connsiteX0" fmla="*/ 239843 w 2683239"/>
                <a:gd name="connsiteY0" fmla="*/ 0 h 404734"/>
                <a:gd name="connsiteX1" fmla="*/ 0 w 2683239"/>
                <a:gd name="connsiteY1" fmla="*/ 404734 h 404734"/>
                <a:gd name="connsiteX2" fmla="*/ 2683239 w 2683239"/>
                <a:gd name="connsiteY2" fmla="*/ 389744 h 404734"/>
                <a:gd name="connsiteX3" fmla="*/ 239843 w 2683239"/>
                <a:gd name="connsiteY3" fmla="*/ 0 h 404734"/>
                <a:gd name="connsiteX0" fmla="*/ 239843 w 2683239"/>
                <a:gd name="connsiteY0" fmla="*/ 0 h 404734"/>
                <a:gd name="connsiteX1" fmla="*/ 0 w 2683239"/>
                <a:gd name="connsiteY1" fmla="*/ 404734 h 404734"/>
                <a:gd name="connsiteX2" fmla="*/ 2683239 w 2683239"/>
                <a:gd name="connsiteY2" fmla="*/ 389744 h 404734"/>
                <a:gd name="connsiteX3" fmla="*/ 239843 w 2683239"/>
                <a:gd name="connsiteY3" fmla="*/ 0 h 404734"/>
                <a:gd name="connsiteX0" fmla="*/ 239843 w 2683239"/>
                <a:gd name="connsiteY0" fmla="*/ 0 h 404734"/>
                <a:gd name="connsiteX1" fmla="*/ 0 w 2683239"/>
                <a:gd name="connsiteY1" fmla="*/ 404734 h 404734"/>
                <a:gd name="connsiteX2" fmla="*/ 2683239 w 2683239"/>
                <a:gd name="connsiteY2" fmla="*/ 389744 h 404734"/>
                <a:gd name="connsiteX3" fmla="*/ 239843 w 2683239"/>
                <a:gd name="connsiteY3" fmla="*/ 0 h 404734"/>
              </a:gdLst>
              <a:ahLst/>
              <a:cxnLst>
                <a:cxn ang="0">
                  <a:pos x="connsiteX0" y="connsiteY0"/>
                </a:cxn>
                <a:cxn ang="0">
                  <a:pos x="connsiteX1" y="connsiteY1"/>
                </a:cxn>
                <a:cxn ang="0">
                  <a:pos x="connsiteX2" y="connsiteY2"/>
                </a:cxn>
                <a:cxn ang="0">
                  <a:pos x="connsiteX3" y="connsiteY3"/>
                </a:cxn>
              </a:cxnLst>
              <a:rect l="l" t="t" r="r" b="b"/>
              <a:pathLst>
                <a:path w="2683239" h="404734">
                  <a:moveTo>
                    <a:pt x="239843" y="0"/>
                  </a:moveTo>
                  <a:cubicBezTo>
                    <a:pt x="234846" y="164891"/>
                    <a:pt x="259830" y="209862"/>
                    <a:pt x="0" y="404734"/>
                  </a:cubicBezTo>
                  <a:lnTo>
                    <a:pt x="2683239" y="389744"/>
                  </a:lnTo>
                  <a:cubicBezTo>
                    <a:pt x="969364" y="244839"/>
                    <a:pt x="1054308" y="189876"/>
                    <a:pt x="239843" y="0"/>
                  </a:cubicBezTo>
                  <a:close/>
                </a:path>
              </a:pathLst>
            </a:custGeom>
            <a:gradFill>
              <a:gsLst>
                <a:gs pos="0">
                  <a:schemeClr val="accent1">
                    <a:lumMod val="5000"/>
                    <a:lumOff val="95000"/>
                  </a:schemeClr>
                </a:gs>
                <a:gs pos="100000">
                  <a:schemeClr val="bg1">
                    <a:lumMod val="65000"/>
                  </a:schemeClr>
                </a:gs>
              </a:gsLst>
              <a:lin ang="5400000" scaled="1"/>
            </a:gra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TextBox 12">
            <a:extLst>
              <a:ext uri="{FF2B5EF4-FFF2-40B4-BE49-F238E27FC236}">
                <a16:creationId xmlns:a16="http://schemas.microsoft.com/office/drawing/2014/main" id="{A4B00EA0-FEDF-2F48-8390-725DE11D70DE}"/>
              </a:ext>
            </a:extLst>
          </p:cNvPr>
          <p:cNvSpPr txBox="1"/>
          <p:nvPr/>
        </p:nvSpPr>
        <p:spPr>
          <a:xfrm>
            <a:off x="9032426" y="2448581"/>
            <a:ext cx="2230675"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forwarding</a:t>
            </a:r>
          </a:p>
        </p:txBody>
      </p:sp>
      <p:sp>
        <p:nvSpPr>
          <p:cNvPr id="15" name="Slide Number Placeholder 5">
            <a:extLst>
              <a:ext uri="{FF2B5EF4-FFF2-40B4-BE49-F238E27FC236}">
                <a16:creationId xmlns:a16="http://schemas.microsoft.com/office/drawing/2014/main" id="{FFD888C3-5DDB-2F45-9577-B93B1F25C7E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29</a:t>
            </a:fld>
            <a:endParaRPr lang="en-US" dirty="0"/>
          </a:p>
        </p:txBody>
      </p:sp>
    </p:spTree>
    <p:extLst>
      <p:ext uri="{BB962C8B-B14F-4D97-AF65-F5344CB8AC3E}">
        <p14:creationId xmlns:p14="http://schemas.microsoft.com/office/powerpoint/2010/main" val="1479916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3"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Packet-switching: store-and-forward</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546246" y="3960083"/>
            <a:ext cx="7063421" cy="1805286"/>
          </a:xfrm>
        </p:spPr>
        <p:txBody>
          <a:bodyPr>
            <a:noAutofit/>
          </a:bodyPr>
          <a:lstStyle/>
          <a:p>
            <a:pPr marL="287338" indent="-287338"/>
            <a:r>
              <a:rPr lang="en-US" altLang="en-US" sz="2600" dirty="0">
                <a:solidFill>
                  <a:srgbClr val="C00000"/>
                </a:solidFill>
                <a:ea typeface="ＭＳ Ｐゴシック" panose="020B0600070205080204" pitchFamily="34" charset="-128"/>
              </a:rPr>
              <a:t>packet transmission delay: </a:t>
            </a:r>
            <a:r>
              <a:rPr lang="en-US" altLang="en-US" sz="2600" dirty="0">
                <a:ea typeface="ＭＳ Ｐゴシック" panose="020B0600070205080204" pitchFamily="34" charset="-128"/>
              </a:rPr>
              <a:t>takes </a:t>
            </a:r>
            <a:r>
              <a:rPr lang="en-US" altLang="en-US" sz="2600" i="1" dirty="0">
                <a:ea typeface="ＭＳ Ｐゴシック" panose="020B0600070205080204" pitchFamily="34" charset="-128"/>
              </a:rPr>
              <a:t>L</a:t>
            </a:r>
            <a:r>
              <a:rPr lang="en-US" altLang="en-US" sz="2600" dirty="0">
                <a:ea typeface="ＭＳ Ｐゴシック" panose="020B0600070205080204" pitchFamily="34" charset="-128"/>
              </a:rPr>
              <a:t>/</a:t>
            </a:r>
            <a:r>
              <a:rPr lang="en-US" altLang="en-US" sz="2600" i="1" dirty="0">
                <a:ea typeface="ＭＳ Ｐゴシック" panose="020B0600070205080204" pitchFamily="34" charset="-128"/>
              </a:rPr>
              <a:t>R</a:t>
            </a:r>
            <a:r>
              <a:rPr lang="en-US" altLang="en-US" sz="2600" dirty="0">
                <a:ea typeface="ＭＳ Ｐゴシック" panose="020B0600070205080204" pitchFamily="34" charset="-128"/>
              </a:rPr>
              <a:t> seconds to transmit (push out) </a:t>
            </a:r>
            <a:r>
              <a:rPr lang="en-US" altLang="en-US" sz="2600" i="1" dirty="0">
                <a:ea typeface="ＭＳ Ｐゴシック" panose="020B0600070205080204" pitchFamily="34" charset="-128"/>
              </a:rPr>
              <a:t>L</a:t>
            </a:r>
            <a:r>
              <a:rPr lang="en-US" altLang="en-US" sz="2600" dirty="0">
                <a:ea typeface="ＭＳ Ｐゴシック" panose="020B0600070205080204" pitchFamily="34" charset="-128"/>
              </a:rPr>
              <a:t>-bit packet into link at </a:t>
            </a:r>
            <a:r>
              <a:rPr lang="en-US" altLang="en-US" sz="2600" i="1" dirty="0">
                <a:ea typeface="ＭＳ Ｐゴシック" panose="020B0600070205080204" pitchFamily="34" charset="-128"/>
              </a:rPr>
              <a:t>R</a:t>
            </a:r>
            <a:r>
              <a:rPr lang="en-US" altLang="en-US" sz="2600" dirty="0">
                <a:ea typeface="ＭＳ Ｐゴシック" panose="020B0600070205080204" pitchFamily="34" charset="-128"/>
              </a:rPr>
              <a:t> bps</a:t>
            </a:r>
          </a:p>
          <a:p>
            <a:pPr marL="287338" indent="-287338"/>
            <a:r>
              <a:rPr lang="en-US" altLang="en-US" sz="2600" i="1" dirty="0">
                <a:solidFill>
                  <a:srgbClr val="CC0000"/>
                </a:solidFill>
                <a:ea typeface="ＭＳ Ｐゴシック" panose="020B0600070205080204" pitchFamily="34" charset="-128"/>
              </a:rPr>
              <a:t>store and forward:</a:t>
            </a:r>
            <a:r>
              <a:rPr lang="en-US" altLang="en-US" sz="2600" i="1" dirty="0">
                <a:solidFill>
                  <a:srgbClr val="FF0000"/>
                </a:solidFill>
                <a:ea typeface="ＭＳ Ｐゴシック" panose="020B0600070205080204" pitchFamily="34" charset="-128"/>
              </a:rPr>
              <a:t> </a:t>
            </a:r>
            <a:r>
              <a:rPr lang="en-US" altLang="en-US" sz="2600" i="1" dirty="0">
                <a:ea typeface="ＭＳ Ｐゴシック" panose="020B0600070205080204" pitchFamily="34" charset="-128"/>
              </a:rPr>
              <a:t>entire</a:t>
            </a:r>
            <a:r>
              <a:rPr lang="en-US" altLang="en-US" sz="2600" dirty="0">
                <a:ea typeface="ＭＳ Ｐゴシック" panose="020B0600070205080204" pitchFamily="34" charset="-128"/>
              </a:rPr>
              <a:t> packet must  arrive at router before it can be transmitted on next link</a:t>
            </a:r>
            <a:endParaRPr lang="en-US" altLang="en-US" dirty="0">
              <a:ea typeface="ＭＳ Ｐゴシック" panose="020B0600070205080204" pitchFamily="34" charset="-128"/>
            </a:endParaRPr>
          </a:p>
          <a:p>
            <a:pPr marL="287338" indent="-287338">
              <a:spcBef>
                <a:spcPts val="400"/>
              </a:spcBef>
            </a:pPr>
            <a:endParaRPr lang="en-US" altLang="en-US" dirty="0">
              <a:ea typeface="ＭＳ Ｐゴシック" panose="020B0600070205080204" pitchFamily="34" charset="-128"/>
            </a:endParaRPr>
          </a:p>
          <a:p>
            <a:pPr marL="174625" indent="0">
              <a:spcBef>
                <a:spcPts val="400"/>
              </a:spcBef>
              <a:buSzPct val="75000"/>
              <a:buNone/>
            </a:pPr>
            <a:endParaRPr lang="en-US" altLang="en-US" dirty="0"/>
          </a:p>
          <a:p>
            <a:pPr>
              <a:spcBef>
                <a:spcPts val="400"/>
              </a:spcBef>
            </a:pPr>
            <a:endParaRPr lang="en-US" dirty="0"/>
          </a:p>
        </p:txBody>
      </p:sp>
      <p:sp>
        <p:nvSpPr>
          <p:cNvPr id="444" name="TextBox 443">
            <a:extLst>
              <a:ext uri="{FF2B5EF4-FFF2-40B4-BE49-F238E27FC236}">
                <a16:creationId xmlns:a16="http://schemas.microsoft.com/office/drawing/2014/main" id="{1B79CF7E-9448-5544-BA0A-8BCEB44B02B9}"/>
              </a:ext>
            </a:extLst>
          </p:cNvPr>
          <p:cNvSpPr txBox="1"/>
          <p:nvPr/>
        </p:nvSpPr>
        <p:spPr>
          <a:xfrm>
            <a:off x="2329483" y="2650664"/>
            <a:ext cx="881973" cy="40011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a:ea typeface="+mn-ea"/>
                <a:cs typeface="+mn-cs"/>
              </a:rPr>
              <a:t>source</a:t>
            </a:r>
          </a:p>
        </p:txBody>
      </p:sp>
      <p:grpSp>
        <p:nvGrpSpPr>
          <p:cNvPr id="445" name="Group 41">
            <a:extLst>
              <a:ext uri="{FF2B5EF4-FFF2-40B4-BE49-F238E27FC236}">
                <a16:creationId xmlns:a16="http://schemas.microsoft.com/office/drawing/2014/main" id="{D75B9901-C554-3A40-8E3F-BFD972AB9094}"/>
              </a:ext>
            </a:extLst>
          </p:cNvPr>
          <p:cNvGrpSpPr>
            <a:grpSpLocks/>
          </p:cNvGrpSpPr>
          <p:nvPr/>
        </p:nvGrpSpPr>
        <p:grpSpPr bwMode="auto">
          <a:xfrm>
            <a:off x="3152334" y="2709744"/>
            <a:ext cx="1074738" cy="450508"/>
            <a:chOff x="1816230" y="6118900"/>
            <a:chExt cx="1843339" cy="739100"/>
          </a:xfrm>
        </p:grpSpPr>
        <p:pic>
          <p:nvPicPr>
            <p:cNvPr id="446" name="Picture 8">
              <a:extLst>
                <a:ext uri="{FF2B5EF4-FFF2-40B4-BE49-F238E27FC236}">
                  <a16:creationId xmlns:a16="http://schemas.microsoft.com/office/drawing/2014/main" id="{075B6782-DAD3-5940-9C66-4FAAECFA13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230" y="6144002"/>
              <a:ext cx="1843339" cy="71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 name="Rectangle 495">
              <a:extLst>
                <a:ext uri="{FF2B5EF4-FFF2-40B4-BE49-F238E27FC236}">
                  <a16:creationId xmlns:a16="http://schemas.microsoft.com/office/drawing/2014/main" id="{02711796-4BEC-494E-B327-181C4E9262BA}"/>
                </a:ext>
              </a:extLst>
            </p:cNvPr>
            <p:cNvSpPr/>
            <p:nvPr/>
          </p:nvSpPr>
          <p:spPr>
            <a:xfrm rot="1049095">
              <a:off x="1947488" y="6118900"/>
              <a:ext cx="1650399" cy="462656"/>
            </a:xfrm>
            <a:prstGeom prst="rect">
              <a:avLst/>
            </a:prstGeom>
            <a:gradFill>
              <a:gsLst>
                <a:gs pos="0">
                  <a:sysClr val="window" lastClr="FFFFFF"/>
                </a:gs>
                <a:gs pos="50000">
                  <a:sysClr val="window" lastClr="FFFFFF">
                    <a:alpha val="48000"/>
                  </a:sysClr>
                </a:gs>
                <a:gs pos="100000">
                  <a:sysClr val="window" lastClr="FFFFFF">
                    <a:alpha val="0"/>
                  </a:sysClr>
                </a:gs>
              </a:gsLst>
              <a:lin ang="5400000" scaled="0"/>
            </a:gradFill>
            <a:ln w="25400" cap="flat" cmpd="sng" algn="ctr">
              <a:noFill/>
              <a:prstDash val="solid"/>
            </a:ln>
            <a:effec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charset="0"/>
                <a:ea typeface="ＭＳ Ｐゴシック" charset="0"/>
              </a:endParaRPr>
            </a:p>
          </p:txBody>
        </p:sp>
      </p:grpSp>
      <p:cxnSp>
        <p:nvCxnSpPr>
          <p:cNvPr id="571" name="Straight Connector 42">
            <a:extLst>
              <a:ext uri="{FF2B5EF4-FFF2-40B4-BE49-F238E27FC236}">
                <a16:creationId xmlns:a16="http://schemas.microsoft.com/office/drawing/2014/main" id="{6D359C0C-C85E-774D-B144-5FE093278833}"/>
              </a:ext>
            </a:extLst>
          </p:cNvPr>
          <p:cNvCxnSpPr>
            <a:cxnSpLocks noChangeShapeType="1"/>
          </p:cNvCxnSpPr>
          <p:nvPr/>
        </p:nvCxnSpPr>
        <p:spPr bwMode="auto">
          <a:xfrm flipV="1">
            <a:off x="4115946" y="2845927"/>
            <a:ext cx="17383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cxnSp>
      <p:grpSp>
        <p:nvGrpSpPr>
          <p:cNvPr id="572" name="Group 43">
            <a:extLst>
              <a:ext uri="{FF2B5EF4-FFF2-40B4-BE49-F238E27FC236}">
                <a16:creationId xmlns:a16="http://schemas.microsoft.com/office/drawing/2014/main" id="{4A6CEE30-BDD0-7946-9B0F-803AE1C976BE}"/>
              </a:ext>
            </a:extLst>
          </p:cNvPr>
          <p:cNvGrpSpPr>
            <a:grpSpLocks/>
          </p:cNvGrpSpPr>
          <p:nvPr/>
        </p:nvGrpSpPr>
        <p:grpSpPr bwMode="auto">
          <a:xfrm>
            <a:off x="5462146" y="2658602"/>
            <a:ext cx="1058862" cy="384175"/>
            <a:chOff x="5142253" y="5649029"/>
            <a:chExt cx="1304545" cy="695633"/>
          </a:xfrm>
        </p:grpSpPr>
        <p:grpSp>
          <p:nvGrpSpPr>
            <p:cNvPr id="575" name="Group 92">
              <a:extLst>
                <a:ext uri="{FF2B5EF4-FFF2-40B4-BE49-F238E27FC236}">
                  <a16:creationId xmlns:a16="http://schemas.microsoft.com/office/drawing/2014/main" id="{56AFEAE4-C1CE-3F40-AC66-240FF7FDB7F7}"/>
                </a:ext>
              </a:extLst>
            </p:cNvPr>
            <p:cNvGrpSpPr>
              <a:grpSpLocks/>
            </p:cNvGrpSpPr>
            <p:nvPr/>
          </p:nvGrpSpPr>
          <p:grpSpPr bwMode="auto">
            <a:xfrm>
              <a:off x="5147271" y="5649029"/>
              <a:ext cx="1276350" cy="695633"/>
              <a:chOff x="4981575" y="5851547"/>
              <a:chExt cx="1276350" cy="695633"/>
            </a:xfrm>
          </p:grpSpPr>
          <p:pic>
            <p:nvPicPr>
              <p:cNvPr id="610" name="Picture 95">
                <a:extLst>
                  <a:ext uri="{FF2B5EF4-FFF2-40B4-BE49-F238E27FC236}">
                    <a16:creationId xmlns:a16="http://schemas.microsoft.com/office/drawing/2014/main" id="{CEDF4319-A88D-A940-804B-AC346DEE112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981575" y="5944151"/>
                <a:ext cx="1276350" cy="603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2" name="Rectangle 96">
                <a:extLst>
                  <a:ext uri="{FF2B5EF4-FFF2-40B4-BE49-F238E27FC236}">
                    <a16:creationId xmlns:a16="http://schemas.microsoft.com/office/drawing/2014/main" id="{17D711C1-F78A-184C-A078-3172E5CB6498}"/>
                  </a:ext>
                </a:extLst>
              </p:cNvPr>
              <p:cNvSpPr>
                <a:spLocks noChangeArrowheads="1"/>
              </p:cNvSpPr>
              <p:nvPr/>
            </p:nvSpPr>
            <p:spPr bwMode="auto">
              <a:xfrm>
                <a:off x="6065959" y="6205112"/>
                <a:ext cx="44985" cy="224212"/>
              </a:xfrm>
              <a:prstGeom prst="rect">
                <a:avLst/>
              </a:prstGeom>
              <a:solidFill>
                <a:srgbClr val="BFBFB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13" name="Rectangle 97">
                <a:extLst>
                  <a:ext uri="{FF2B5EF4-FFF2-40B4-BE49-F238E27FC236}">
                    <a16:creationId xmlns:a16="http://schemas.microsoft.com/office/drawing/2014/main" id="{1402FE3D-A97D-524F-8333-BD24578CB1DD}"/>
                  </a:ext>
                </a:extLst>
              </p:cNvPr>
              <p:cNvSpPr>
                <a:spLocks noChangeArrowheads="1"/>
              </p:cNvSpPr>
              <p:nvPr/>
            </p:nvSpPr>
            <p:spPr bwMode="auto">
              <a:xfrm>
                <a:off x="5178008" y="6228108"/>
                <a:ext cx="62587" cy="224212"/>
              </a:xfrm>
              <a:prstGeom prst="rect">
                <a:avLst/>
              </a:prstGeom>
              <a:solidFill>
                <a:srgbClr val="BFBFB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14" name="Oval 98">
                <a:extLst>
                  <a:ext uri="{FF2B5EF4-FFF2-40B4-BE49-F238E27FC236}">
                    <a16:creationId xmlns:a16="http://schemas.microsoft.com/office/drawing/2014/main" id="{2F4C992E-03ED-7948-B43B-45D80D717A31}"/>
                  </a:ext>
                </a:extLst>
              </p:cNvPr>
              <p:cNvSpPr>
                <a:spLocks noChangeArrowheads="1"/>
              </p:cNvSpPr>
              <p:nvPr/>
            </p:nvSpPr>
            <p:spPr bwMode="auto">
              <a:xfrm>
                <a:off x="5023497" y="5851547"/>
                <a:ext cx="1196974" cy="494417"/>
              </a:xfrm>
              <a:prstGeom prst="ellipse">
                <a:avLst/>
              </a:prstGeom>
              <a:solidFill>
                <a:srgbClr val="EAEAEA"/>
              </a:solidFill>
              <a:ln>
                <a:noFill/>
              </a:ln>
              <a:extLst>
                <a:ext uri="{91240B29-F687-4F45-9708-019B960494DF}">
                  <a14:hiddenLine xmlns:a14="http://schemas.microsoft.com/office/drawing/2010/main" w="25400">
                    <a:solidFill>
                      <a:srgbClr val="000000"/>
                    </a:solidFill>
                    <a:round/>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sp>
          <p:nvSpPr>
            <p:cNvPr id="576" name="Rectangle 93">
              <a:extLst>
                <a:ext uri="{FF2B5EF4-FFF2-40B4-BE49-F238E27FC236}">
                  <a16:creationId xmlns:a16="http://schemas.microsoft.com/office/drawing/2014/main" id="{3B805206-0A18-7443-AE9C-D5984F31A3AD}"/>
                </a:ext>
              </a:extLst>
            </p:cNvPr>
            <p:cNvSpPr>
              <a:spLocks noChangeArrowheads="1"/>
            </p:cNvSpPr>
            <p:nvPr/>
          </p:nvSpPr>
          <p:spPr bwMode="auto">
            <a:xfrm>
              <a:off x="6360741" y="5695021"/>
              <a:ext cx="86057" cy="126479"/>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09" name="Rectangle 94">
              <a:extLst>
                <a:ext uri="{FF2B5EF4-FFF2-40B4-BE49-F238E27FC236}">
                  <a16:creationId xmlns:a16="http://schemas.microsoft.com/office/drawing/2014/main" id="{6EF03B21-1655-B64C-A29C-130E0C70CB50}"/>
                </a:ext>
              </a:extLst>
            </p:cNvPr>
            <p:cNvSpPr>
              <a:spLocks noChangeArrowheads="1"/>
            </p:cNvSpPr>
            <p:nvPr/>
          </p:nvSpPr>
          <p:spPr bwMode="auto">
            <a:xfrm>
              <a:off x="5142253" y="5700770"/>
              <a:ext cx="86057" cy="126479"/>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631" name="Group 44">
            <a:extLst>
              <a:ext uri="{FF2B5EF4-FFF2-40B4-BE49-F238E27FC236}">
                <a16:creationId xmlns:a16="http://schemas.microsoft.com/office/drawing/2014/main" id="{7C2ADEA2-72C5-7D49-88A5-BE85AF82D508}"/>
              </a:ext>
            </a:extLst>
          </p:cNvPr>
          <p:cNvGrpSpPr>
            <a:grpSpLocks/>
          </p:cNvGrpSpPr>
          <p:nvPr/>
        </p:nvGrpSpPr>
        <p:grpSpPr bwMode="auto">
          <a:xfrm>
            <a:off x="5416108" y="1579102"/>
            <a:ext cx="1092200" cy="303212"/>
            <a:chOff x="5128542" y="4838701"/>
            <a:chExt cx="1300833" cy="530211"/>
          </a:xfrm>
        </p:grpSpPr>
        <p:pic>
          <p:nvPicPr>
            <p:cNvPr id="632" name="Picture 2">
              <a:extLst>
                <a:ext uri="{FF2B5EF4-FFF2-40B4-BE49-F238E27FC236}">
                  <a16:creationId xmlns:a16="http://schemas.microsoft.com/office/drawing/2014/main" id="{E72DF6A2-4516-224F-8D11-E4AF1D626A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28542" y="4838701"/>
              <a:ext cx="1300833" cy="49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3" name="Rectangle 90">
              <a:extLst>
                <a:ext uri="{FF2B5EF4-FFF2-40B4-BE49-F238E27FC236}">
                  <a16:creationId xmlns:a16="http://schemas.microsoft.com/office/drawing/2014/main" id="{3E0650D2-915C-4141-86AF-D3B267B41C24}"/>
                </a:ext>
              </a:extLst>
            </p:cNvPr>
            <p:cNvSpPr>
              <a:spLocks noChangeArrowheads="1"/>
            </p:cNvSpPr>
            <p:nvPr/>
          </p:nvSpPr>
          <p:spPr bwMode="auto">
            <a:xfrm>
              <a:off x="6327275" y="5219009"/>
              <a:ext cx="86974" cy="127695"/>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34" name="Rectangle 91">
              <a:extLst>
                <a:ext uri="{FF2B5EF4-FFF2-40B4-BE49-F238E27FC236}">
                  <a16:creationId xmlns:a16="http://schemas.microsoft.com/office/drawing/2014/main" id="{B3CD2B87-5709-5A4D-BBAA-A7822A6AAB4C}"/>
                </a:ext>
              </a:extLst>
            </p:cNvPr>
            <p:cNvSpPr>
              <a:spLocks noChangeArrowheads="1"/>
            </p:cNvSpPr>
            <p:nvPr/>
          </p:nvSpPr>
          <p:spPr bwMode="auto">
            <a:xfrm>
              <a:off x="5158794" y="5241217"/>
              <a:ext cx="86974" cy="127695"/>
            </a:xfrm>
            <a:prstGeom prst="rect">
              <a:avLst/>
            </a:prstGeom>
            <a:solidFill>
              <a:srgbClr val="FFFF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635" name="Group 45">
            <a:extLst>
              <a:ext uri="{FF2B5EF4-FFF2-40B4-BE49-F238E27FC236}">
                <a16:creationId xmlns:a16="http://schemas.microsoft.com/office/drawing/2014/main" id="{B0C3E47A-9752-C14E-96E9-78DBC0436237}"/>
              </a:ext>
            </a:extLst>
          </p:cNvPr>
          <p:cNvGrpSpPr>
            <a:grpSpLocks/>
          </p:cNvGrpSpPr>
          <p:nvPr/>
        </p:nvGrpSpPr>
        <p:grpSpPr bwMode="auto">
          <a:xfrm>
            <a:off x="3333308" y="1241761"/>
            <a:ext cx="1092200" cy="656427"/>
            <a:chOff x="2387973" y="4309243"/>
            <a:chExt cx="1771787" cy="1282262"/>
          </a:xfrm>
        </p:grpSpPr>
        <p:pic>
          <p:nvPicPr>
            <p:cNvPr id="636" name="Picture 9">
              <a:extLst>
                <a:ext uri="{FF2B5EF4-FFF2-40B4-BE49-F238E27FC236}">
                  <a16:creationId xmlns:a16="http://schemas.microsoft.com/office/drawing/2014/main" id="{302CBE9C-7997-784F-91BA-C204727BA4D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83481" y="4309243"/>
              <a:ext cx="1285463" cy="128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7" name="Rectangle 636">
              <a:extLst>
                <a:ext uri="{FF2B5EF4-FFF2-40B4-BE49-F238E27FC236}">
                  <a16:creationId xmlns:a16="http://schemas.microsoft.com/office/drawing/2014/main" id="{4002DC24-F0AD-4E40-A082-62B143F95C31}"/>
                </a:ext>
              </a:extLst>
            </p:cNvPr>
            <p:cNvSpPr/>
            <p:nvPr/>
          </p:nvSpPr>
          <p:spPr>
            <a:xfrm rot="11601822">
              <a:off x="2387973" y="5128665"/>
              <a:ext cx="1771787" cy="422704"/>
            </a:xfrm>
            <a:prstGeom prst="rect">
              <a:avLst/>
            </a:prstGeom>
            <a:gradFill>
              <a:gsLst>
                <a:gs pos="0">
                  <a:sysClr val="window" lastClr="FFFFFF"/>
                </a:gs>
                <a:gs pos="50000">
                  <a:sysClr val="window" lastClr="FFFFFF">
                    <a:alpha val="48000"/>
                  </a:sysClr>
                </a:gs>
                <a:gs pos="100000">
                  <a:sysClr val="window" lastClr="FFFFFF">
                    <a:alpha val="0"/>
                  </a:sysClr>
                </a:gs>
              </a:gsLst>
              <a:lin ang="5400000" scaled="0"/>
            </a:gradFill>
            <a:ln w="25400" cap="flat" cmpd="sng" algn="ctr">
              <a:noFill/>
              <a:prstDash val="solid"/>
            </a:ln>
            <a:effec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charset="0"/>
                <a:ea typeface="ＭＳ Ｐゴシック" charset="0"/>
              </a:endParaRPr>
            </a:p>
          </p:txBody>
        </p:sp>
      </p:grpSp>
      <p:sp>
        <p:nvSpPr>
          <p:cNvPr id="638" name="TextBox 637">
            <a:extLst>
              <a:ext uri="{FF2B5EF4-FFF2-40B4-BE49-F238E27FC236}">
                <a16:creationId xmlns:a16="http://schemas.microsoft.com/office/drawing/2014/main" id="{AF85F6AD-7423-A74F-BD1A-46B55A2B1C21}"/>
              </a:ext>
            </a:extLst>
          </p:cNvPr>
          <p:cNvSpPr txBox="1"/>
          <p:nvPr/>
        </p:nvSpPr>
        <p:spPr>
          <a:xfrm>
            <a:off x="4474721" y="2879264"/>
            <a:ext cx="752129" cy="40011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a:ea typeface="+mn-ea"/>
                <a:cs typeface="+mn-cs"/>
              </a:rPr>
              <a:t>R</a:t>
            </a:r>
            <a:r>
              <a:rPr kumimoji="0" lang="en-US" sz="2000" b="0" i="0" u="none" strike="noStrike" kern="0" cap="none" spc="0" normalizeH="0" baseline="0" noProof="0" dirty="0">
                <a:ln>
                  <a:noFill/>
                </a:ln>
                <a:solidFill>
                  <a:prstClr val="black"/>
                </a:solidFill>
                <a:effectLst/>
                <a:uLnTx/>
                <a:uFillTx/>
                <a:latin typeface="Calibri"/>
                <a:ea typeface="+mn-ea"/>
                <a:cs typeface="+mn-cs"/>
              </a:rPr>
              <a:t> bps</a:t>
            </a:r>
          </a:p>
        </p:txBody>
      </p:sp>
      <p:cxnSp>
        <p:nvCxnSpPr>
          <p:cNvPr id="639" name="Straight Connector 47">
            <a:extLst>
              <a:ext uri="{FF2B5EF4-FFF2-40B4-BE49-F238E27FC236}">
                <a16:creationId xmlns:a16="http://schemas.microsoft.com/office/drawing/2014/main" id="{28502E62-6C0C-4746-A594-30C5C1D86450}"/>
              </a:ext>
            </a:extLst>
          </p:cNvPr>
          <p:cNvCxnSpPr>
            <a:cxnSpLocks noChangeShapeType="1"/>
          </p:cNvCxnSpPr>
          <p:nvPr/>
        </p:nvCxnSpPr>
        <p:spPr bwMode="auto">
          <a:xfrm flipV="1">
            <a:off x="6506721" y="2850689"/>
            <a:ext cx="17383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cxnSp>
      <p:grpSp>
        <p:nvGrpSpPr>
          <p:cNvPr id="641" name="Group 100">
            <a:extLst>
              <a:ext uri="{FF2B5EF4-FFF2-40B4-BE49-F238E27FC236}">
                <a16:creationId xmlns:a16="http://schemas.microsoft.com/office/drawing/2014/main" id="{3292F663-26EC-ED4F-BCEF-CD558D1BAFCB}"/>
              </a:ext>
            </a:extLst>
          </p:cNvPr>
          <p:cNvGrpSpPr>
            <a:grpSpLocks/>
          </p:cNvGrpSpPr>
          <p:nvPr/>
        </p:nvGrpSpPr>
        <p:grpSpPr bwMode="auto">
          <a:xfrm>
            <a:off x="7484621" y="2042652"/>
            <a:ext cx="1477962" cy="1284287"/>
            <a:chOff x="-44" y="1473"/>
            <a:chExt cx="981" cy="1105"/>
          </a:xfrm>
        </p:grpSpPr>
        <p:pic>
          <p:nvPicPr>
            <p:cNvPr id="642" name="Picture 101" descr="desktop_computer_stylized_medium">
              <a:extLst>
                <a:ext uri="{FF2B5EF4-FFF2-40B4-BE49-F238E27FC236}">
                  <a16:creationId xmlns:a16="http://schemas.microsoft.com/office/drawing/2014/main" id="{87AF4848-891E-F04B-B187-AD33D9D8FB1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3" name="Freeform 102">
              <a:extLst>
                <a:ext uri="{FF2B5EF4-FFF2-40B4-BE49-F238E27FC236}">
                  <a16:creationId xmlns:a16="http://schemas.microsoft.com/office/drawing/2014/main" id="{F0C5CEDF-AF9D-8E40-AB03-374EC6EBEDF6}"/>
                </a:ext>
              </a:extLst>
            </p:cNvPr>
            <p:cNvSpPr>
              <a:spLocks/>
            </p:cNvSpPr>
            <p:nvPr/>
          </p:nvSpPr>
          <p:spPr bwMode="auto">
            <a:xfrm flipH="1">
              <a:off x="374" y="1580"/>
              <a:ext cx="474" cy="505"/>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ysClr val="window" lastClr="FFFFFF"/>
                </a:gs>
              </a:gsLst>
              <a:lin ang="2700000" scaled="1"/>
            </a:gradFill>
            <a:ln w="9525" cap="flat" cmpd="sng">
              <a:noFill/>
              <a:prstDash val="solid"/>
              <a:round/>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644" name="TextBox 643">
            <a:extLst>
              <a:ext uri="{FF2B5EF4-FFF2-40B4-BE49-F238E27FC236}">
                <a16:creationId xmlns:a16="http://schemas.microsoft.com/office/drawing/2014/main" id="{EA272014-13A0-D54C-9A64-D4DFADFF846A}"/>
              </a:ext>
            </a:extLst>
          </p:cNvPr>
          <p:cNvSpPr txBox="1"/>
          <p:nvPr/>
        </p:nvSpPr>
        <p:spPr>
          <a:xfrm>
            <a:off x="8967346" y="2656489"/>
            <a:ext cx="1367682" cy="40011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a:ea typeface="+mn-ea"/>
                <a:cs typeface="+mn-cs"/>
              </a:rPr>
              <a:t>destination</a:t>
            </a: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645" name="TextBox 52">
            <a:extLst>
              <a:ext uri="{FF2B5EF4-FFF2-40B4-BE49-F238E27FC236}">
                <a16:creationId xmlns:a16="http://schemas.microsoft.com/office/drawing/2014/main" id="{E422D171-4947-C94A-BE0E-147703EE27BA}"/>
              </a:ext>
            </a:extLst>
          </p:cNvPr>
          <p:cNvSpPr txBox="1">
            <a:spLocks noChangeArrowheads="1"/>
          </p:cNvSpPr>
          <p:nvPr/>
        </p:nvSpPr>
        <p:spPr bwMode="auto">
          <a:xfrm>
            <a:off x="3934971" y="2545889"/>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1</a:t>
            </a:r>
          </a:p>
        </p:txBody>
      </p:sp>
      <p:sp>
        <p:nvSpPr>
          <p:cNvPr id="646" name="TextBox 53">
            <a:extLst>
              <a:ext uri="{FF2B5EF4-FFF2-40B4-BE49-F238E27FC236}">
                <a16:creationId xmlns:a16="http://schemas.microsoft.com/office/drawing/2014/main" id="{D37BB4E5-D54C-B346-AEBA-6A176B85DF44}"/>
              </a:ext>
            </a:extLst>
          </p:cNvPr>
          <p:cNvSpPr txBox="1">
            <a:spLocks noChangeArrowheads="1"/>
          </p:cNvSpPr>
          <p:nvPr/>
        </p:nvSpPr>
        <p:spPr bwMode="auto">
          <a:xfrm>
            <a:off x="3738121" y="2552239"/>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2</a:t>
            </a:r>
          </a:p>
        </p:txBody>
      </p:sp>
      <p:sp>
        <p:nvSpPr>
          <p:cNvPr id="647" name="TextBox 54">
            <a:extLst>
              <a:ext uri="{FF2B5EF4-FFF2-40B4-BE49-F238E27FC236}">
                <a16:creationId xmlns:a16="http://schemas.microsoft.com/office/drawing/2014/main" id="{E3E1F346-ABA7-6940-997A-8CCE658AC343}"/>
              </a:ext>
            </a:extLst>
          </p:cNvPr>
          <p:cNvSpPr txBox="1">
            <a:spLocks noChangeArrowheads="1"/>
          </p:cNvSpPr>
          <p:nvPr/>
        </p:nvSpPr>
        <p:spPr bwMode="auto">
          <a:xfrm>
            <a:off x="3550796" y="2549064"/>
            <a:ext cx="23495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3</a:t>
            </a:r>
          </a:p>
        </p:txBody>
      </p:sp>
      <p:grpSp>
        <p:nvGrpSpPr>
          <p:cNvPr id="648" name="Group 55">
            <a:extLst>
              <a:ext uri="{FF2B5EF4-FFF2-40B4-BE49-F238E27FC236}">
                <a16:creationId xmlns:a16="http://schemas.microsoft.com/office/drawing/2014/main" id="{2E7741F3-2FE7-BA49-B72C-20AD1F1DE51B}"/>
              </a:ext>
            </a:extLst>
          </p:cNvPr>
          <p:cNvGrpSpPr>
            <a:grpSpLocks/>
          </p:cNvGrpSpPr>
          <p:nvPr/>
        </p:nvGrpSpPr>
        <p:grpSpPr bwMode="auto">
          <a:xfrm>
            <a:off x="3284096" y="1844214"/>
            <a:ext cx="2935287" cy="841375"/>
            <a:chOff x="593766" y="5264055"/>
            <a:chExt cx="3597129" cy="1011695"/>
          </a:xfrm>
        </p:grpSpPr>
        <p:grpSp>
          <p:nvGrpSpPr>
            <p:cNvPr id="649" name="Group 56">
              <a:extLst>
                <a:ext uri="{FF2B5EF4-FFF2-40B4-BE49-F238E27FC236}">
                  <a16:creationId xmlns:a16="http://schemas.microsoft.com/office/drawing/2014/main" id="{44B633EE-7AA3-B744-A7A9-478E5F6A61A6}"/>
                </a:ext>
              </a:extLst>
            </p:cNvPr>
            <p:cNvGrpSpPr>
              <a:grpSpLocks/>
            </p:cNvGrpSpPr>
            <p:nvPr/>
          </p:nvGrpSpPr>
          <p:grpSpPr bwMode="auto">
            <a:xfrm>
              <a:off x="3527077" y="5264055"/>
              <a:ext cx="617671" cy="927313"/>
              <a:chOff x="2105936" y="5387204"/>
              <a:chExt cx="617671" cy="927313"/>
            </a:xfrm>
          </p:grpSpPr>
          <p:sp>
            <p:nvSpPr>
              <p:cNvPr id="674" name="Rectangle 77">
                <a:extLst>
                  <a:ext uri="{FF2B5EF4-FFF2-40B4-BE49-F238E27FC236}">
                    <a16:creationId xmlns:a16="http://schemas.microsoft.com/office/drawing/2014/main" id="{4422B562-DF60-A945-828A-2082F790F6FF}"/>
                  </a:ext>
                </a:extLst>
              </p:cNvPr>
              <p:cNvSpPr>
                <a:spLocks noChangeArrowheads="1"/>
              </p:cNvSpPr>
              <p:nvPr/>
            </p:nvSpPr>
            <p:spPr bwMode="auto">
              <a:xfrm>
                <a:off x="2577155" y="6049578"/>
                <a:ext cx="140072" cy="265331"/>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75" name="Freeform 674">
                <a:extLst>
                  <a:ext uri="{FF2B5EF4-FFF2-40B4-BE49-F238E27FC236}">
                    <a16:creationId xmlns:a16="http://schemas.microsoft.com/office/drawing/2014/main" id="{F6D00EDF-29D0-5A40-BF0F-575802DDF3F2}"/>
                  </a:ext>
                </a:extLst>
              </p:cNvPr>
              <p:cNvSpPr/>
              <p:nvPr/>
            </p:nvSpPr>
            <p:spPr>
              <a:xfrm>
                <a:off x="2110248" y="5705984"/>
                <a:ext cx="466907" cy="608925"/>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0 w 967997"/>
                  <a:gd name="connsiteY0" fmla="*/ 0 h 2138362"/>
                  <a:gd name="connsiteX1" fmla="*/ 0 w 967997"/>
                  <a:gd name="connsiteY1" fmla="*/ 1190625 h 2138362"/>
                  <a:gd name="connsiteX2" fmla="*/ 966787 w 967997"/>
                  <a:gd name="connsiteY2" fmla="*/ 2138362 h 2138362"/>
                  <a:gd name="connsiteX3" fmla="*/ 967618 w 967997"/>
                  <a:gd name="connsiteY3" fmla="*/ 1495143 h 2138362"/>
                  <a:gd name="connsiteX4" fmla="*/ 0 w 967997"/>
                  <a:gd name="connsiteY4" fmla="*/ 0 h 2138362"/>
                  <a:gd name="connsiteX0" fmla="*/ 0 w 967997"/>
                  <a:gd name="connsiteY0" fmla="*/ 0 h 1424095"/>
                  <a:gd name="connsiteX1" fmla="*/ 0 w 967997"/>
                  <a:gd name="connsiteY1" fmla="*/ 476358 h 1424095"/>
                  <a:gd name="connsiteX2" fmla="*/ 966787 w 967997"/>
                  <a:gd name="connsiteY2" fmla="*/ 1424095 h 1424095"/>
                  <a:gd name="connsiteX3" fmla="*/ 967618 w 967997"/>
                  <a:gd name="connsiteY3" fmla="*/ 780876 h 1424095"/>
                  <a:gd name="connsiteX4" fmla="*/ 0 w 967997"/>
                  <a:gd name="connsiteY4" fmla="*/ 0 h 142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997" h="1424095">
                    <a:moveTo>
                      <a:pt x="0" y="0"/>
                    </a:moveTo>
                    <a:lnTo>
                      <a:pt x="0" y="476358"/>
                    </a:lnTo>
                    <a:lnTo>
                      <a:pt x="966787" y="1424095"/>
                    </a:lnTo>
                    <a:cubicBezTo>
                      <a:pt x="965200" y="958958"/>
                      <a:pt x="969205" y="1246013"/>
                      <a:pt x="967618" y="780876"/>
                    </a:cubicBezTo>
                    <a:lnTo>
                      <a:pt x="0" y="0"/>
                    </a:lnTo>
                    <a:close/>
                  </a:path>
                </a:pathLst>
              </a:cu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76" name="Freeform 675">
                <a:extLst>
                  <a:ext uri="{FF2B5EF4-FFF2-40B4-BE49-F238E27FC236}">
                    <a16:creationId xmlns:a16="http://schemas.microsoft.com/office/drawing/2014/main" id="{9C8ACF1B-C011-104F-BA26-14933C6E952A}"/>
                  </a:ext>
                </a:extLst>
              </p:cNvPr>
              <p:cNvSpPr/>
              <p:nvPr/>
            </p:nvSpPr>
            <p:spPr>
              <a:xfrm>
                <a:off x="2106358" y="5688804"/>
                <a:ext cx="616705" cy="35504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77416"/>
                  <a:gd name="connsiteY0" fmla="*/ 0 h 813350"/>
                  <a:gd name="connsiteX1" fmla="*/ 0 w 1277416"/>
                  <a:gd name="connsiteY1" fmla="*/ 9439 h 813350"/>
                  <a:gd name="connsiteX2" fmla="*/ 952500 w 1277416"/>
                  <a:gd name="connsiteY2" fmla="*/ 752735 h 813350"/>
                  <a:gd name="connsiteX3" fmla="*/ 1277416 w 1277416"/>
                  <a:gd name="connsiteY3" fmla="*/ 813350 h 813350"/>
                  <a:gd name="connsiteX4" fmla="*/ 233363 w 1277416"/>
                  <a:gd name="connsiteY4" fmla="*/ 0 h 813350"/>
                  <a:gd name="connsiteX0" fmla="*/ 233363 w 1277416"/>
                  <a:gd name="connsiteY0" fmla="*/ 0 h 814795"/>
                  <a:gd name="connsiteX1" fmla="*/ 0 w 1277416"/>
                  <a:gd name="connsiteY1" fmla="*/ 9439 h 814795"/>
                  <a:gd name="connsiteX2" fmla="*/ 980474 w 1277416"/>
                  <a:gd name="connsiteY2" fmla="*/ 814795 h 814795"/>
                  <a:gd name="connsiteX3" fmla="*/ 1277416 w 1277416"/>
                  <a:gd name="connsiteY3" fmla="*/ 813350 h 814795"/>
                  <a:gd name="connsiteX4" fmla="*/ 233363 w 1277416"/>
                  <a:gd name="connsiteY4" fmla="*/ 0 h 81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416" h="814795">
                    <a:moveTo>
                      <a:pt x="233363" y="0"/>
                    </a:moveTo>
                    <a:lnTo>
                      <a:pt x="0" y="9439"/>
                    </a:lnTo>
                    <a:lnTo>
                      <a:pt x="980474" y="814795"/>
                    </a:lnTo>
                    <a:cubicBezTo>
                      <a:pt x="1088424" y="806858"/>
                      <a:pt x="1074215" y="806999"/>
                      <a:pt x="1277416" y="813350"/>
                    </a:cubicBezTo>
                    <a:lnTo>
                      <a:pt x="233363" y="0"/>
                    </a:lnTo>
                    <a:close/>
                  </a:path>
                </a:pathLst>
              </a:custGeom>
              <a:solidFill>
                <a:srgbClr val="0099CC"/>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77" name="Freeform 676">
                <a:extLst>
                  <a:ext uri="{FF2B5EF4-FFF2-40B4-BE49-F238E27FC236}">
                    <a16:creationId xmlns:a16="http://schemas.microsoft.com/office/drawing/2014/main" id="{8EDE706E-408F-E541-8404-8860138BC4FC}"/>
                  </a:ext>
                </a:extLst>
              </p:cNvPr>
              <p:cNvSpPr/>
              <p:nvPr/>
            </p:nvSpPr>
            <p:spPr>
              <a:xfrm>
                <a:off x="2114139" y="5396749"/>
                <a:ext cx="595306" cy="647102"/>
              </a:xfrm>
              <a:custGeom>
                <a:avLst/>
                <a:gdLst>
                  <a:gd name="connsiteX0" fmla="*/ 5411 w 597877"/>
                  <a:gd name="connsiteY0" fmla="*/ 13527 h 646573"/>
                  <a:gd name="connsiteX1" fmla="*/ 0 w 597877"/>
                  <a:gd name="connsiteY1" fmla="*/ 305702 h 646573"/>
                  <a:gd name="connsiteX2" fmla="*/ 457200 w 597877"/>
                  <a:gd name="connsiteY2" fmla="*/ 646573 h 646573"/>
                  <a:gd name="connsiteX3" fmla="*/ 597877 w 597877"/>
                  <a:gd name="connsiteY3" fmla="*/ 646573 h 646573"/>
                  <a:gd name="connsiteX4" fmla="*/ 595172 w 597877"/>
                  <a:gd name="connsiteY4" fmla="*/ 321934 h 646573"/>
                  <a:gd name="connsiteX5" fmla="*/ 110919 w 597877"/>
                  <a:gd name="connsiteY5" fmla="*/ 0 h 646573"/>
                  <a:gd name="connsiteX6" fmla="*/ 5411 w 597877"/>
                  <a:gd name="connsiteY6" fmla="*/ 13527 h 6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877" h="646573">
                    <a:moveTo>
                      <a:pt x="5411" y="13527"/>
                    </a:moveTo>
                    <a:lnTo>
                      <a:pt x="0" y="305702"/>
                    </a:lnTo>
                    <a:lnTo>
                      <a:pt x="457200" y="646573"/>
                    </a:lnTo>
                    <a:lnTo>
                      <a:pt x="597877" y="646573"/>
                    </a:lnTo>
                    <a:cubicBezTo>
                      <a:pt x="596975" y="538360"/>
                      <a:pt x="596074" y="430147"/>
                      <a:pt x="595172" y="321934"/>
                    </a:cubicBezTo>
                    <a:lnTo>
                      <a:pt x="110919" y="0"/>
                    </a:lnTo>
                    <a:lnTo>
                      <a:pt x="5411" y="13527"/>
                    </a:lnTo>
                    <a:close/>
                  </a:path>
                </a:pathLst>
              </a:custGeom>
              <a:noFill/>
              <a:ln w="12700" cap="flat" cmpd="sng" algn="ctr">
                <a:solidFill>
                  <a:sysClr val="windowText" lastClr="000000"/>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cxnSp>
            <p:nvCxnSpPr>
              <p:cNvPr id="678" name="Straight Connector 81">
                <a:extLst>
                  <a:ext uri="{FF2B5EF4-FFF2-40B4-BE49-F238E27FC236}">
                    <a16:creationId xmlns:a16="http://schemas.microsoft.com/office/drawing/2014/main" id="{89FBE44D-B292-AB4C-A5AA-BA7902F75FC7}"/>
                  </a:ext>
                </a:extLst>
              </p:cNvPr>
              <p:cNvCxnSpPr>
                <a:cxnSpLocks noChangeShapeType="1"/>
                <a:stCxn id="677" idx="0"/>
              </p:cNvCxnSpPr>
              <p:nvPr/>
            </p:nvCxnSpPr>
            <p:spPr bwMode="auto">
              <a:xfrm>
                <a:off x="2118270" y="5410651"/>
                <a:ext cx="446379" cy="311112"/>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9" name="Straight Connector 82">
                <a:extLst>
                  <a:ext uri="{FF2B5EF4-FFF2-40B4-BE49-F238E27FC236}">
                    <a16:creationId xmlns:a16="http://schemas.microsoft.com/office/drawing/2014/main" id="{8AA99D0F-0CA4-A248-95F8-F4BD9A31B155}"/>
                  </a:ext>
                </a:extLst>
              </p:cNvPr>
              <p:cNvCxnSpPr>
                <a:cxnSpLocks noChangeShapeType="1"/>
                <a:endCxn id="677" idx="4"/>
              </p:cNvCxnSpPr>
              <p:nvPr/>
            </p:nvCxnSpPr>
            <p:spPr bwMode="auto">
              <a:xfrm flipV="1">
                <a:off x="2567354" y="5719058"/>
                <a:ext cx="140677" cy="2705"/>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80" name="Straight Connector 83">
                <a:extLst>
                  <a:ext uri="{FF2B5EF4-FFF2-40B4-BE49-F238E27FC236}">
                    <a16:creationId xmlns:a16="http://schemas.microsoft.com/office/drawing/2014/main" id="{2218DF9C-65AB-484F-8B42-75408C04D711}"/>
                  </a:ext>
                </a:extLst>
              </p:cNvPr>
              <p:cNvCxnSpPr>
                <a:cxnSpLocks noChangeShapeType="1"/>
                <a:endCxn id="677" idx="2"/>
              </p:cNvCxnSpPr>
              <p:nvPr/>
            </p:nvCxnSpPr>
            <p:spPr bwMode="auto">
              <a:xfrm flipH="1">
                <a:off x="2570059" y="5721763"/>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81" name="Straight Connector 84">
                <a:extLst>
                  <a:ext uri="{FF2B5EF4-FFF2-40B4-BE49-F238E27FC236}">
                    <a16:creationId xmlns:a16="http://schemas.microsoft.com/office/drawing/2014/main" id="{3F8AAD6A-D940-0F45-855C-045DA5CAEC2A}"/>
                  </a:ext>
                </a:extLst>
              </p:cNvPr>
              <p:cNvCxnSpPr>
                <a:cxnSpLocks noChangeShapeType="1"/>
              </p:cNvCxnSpPr>
              <p:nvPr/>
            </p:nvCxnSpPr>
            <p:spPr bwMode="auto">
              <a:xfrm flipH="1">
                <a:off x="2221974" y="5387204"/>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grpSp>
        <p:grpSp>
          <p:nvGrpSpPr>
            <p:cNvPr id="650" name="Group 57">
              <a:extLst>
                <a:ext uri="{FF2B5EF4-FFF2-40B4-BE49-F238E27FC236}">
                  <a16:creationId xmlns:a16="http://schemas.microsoft.com/office/drawing/2014/main" id="{29D54BB0-A3C9-4B4A-B19D-3E60D4DC8638}"/>
                </a:ext>
              </a:extLst>
            </p:cNvPr>
            <p:cNvGrpSpPr>
              <a:grpSpLocks/>
            </p:cNvGrpSpPr>
            <p:nvPr/>
          </p:nvGrpSpPr>
          <p:grpSpPr bwMode="auto">
            <a:xfrm>
              <a:off x="1326802" y="5273580"/>
              <a:ext cx="617671" cy="927313"/>
              <a:chOff x="2105936" y="5387204"/>
              <a:chExt cx="617671" cy="927313"/>
            </a:xfrm>
          </p:grpSpPr>
          <p:sp>
            <p:nvSpPr>
              <p:cNvPr id="666" name="Freeform 665">
                <a:extLst>
                  <a:ext uri="{FF2B5EF4-FFF2-40B4-BE49-F238E27FC236}">
                    <a16:creationId xmlns:a16="http://schemas.microsoft.com/office/drawing/2014/main" id="{B344A0D7-D463-F54E-BB9B-140C2EB9553B}"/>
                  </a:ext>
                </a:extLst>
              </p:cNvPr>
              <p:cNvSpPr/>
              <p:nvPr/>
            </p:nvSpPr>
            <p:spPr>
              <a:xfrm>
                <a:off x="2110224" y="5706003"/>
                <a:ext cx="466907" cy="60892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0 w 967997"/>
                  <a:gd name="connsiteY0" fmla="*/ 0 h 2138362"/>
                  <a:gd name="connsiteX1" fmla="*/ 0 w 967997"/>
                  <a:gd name="connsiteY1" fmla="*/ 1190625 h 2138362"/>
                  <a:gd name="connsiteX2" fmla="*/ 966787 w 967997"/>
                  <a:gd name="connsiteY2" fmla="*/ 2138362 h 2138362"/>
                  <a:gd name="connsiteX3" fmla="*/ 967618 w 967997"/>
                  <a:gd name="connsiteY3" fmla="*/ 1495143 h 2138362"/>
                  <a:gd name="connsiteX4" fmla="*/ 0 w 967997"/>
                  <a:gd name="connsiteY4" fmla="*/ 0 h 2138362"/>
                  <a:gd name="connsiteX0" fmla="*/ 0 w 967997"/>
                  <a:gd name="connsiteY0" fmla="*/ 0 h 1424095"/>
                  <a:gd name="connsiteX1" fmla="*/ 0 w 967997"/>
                  <a:gd name="connsiteY1" fmla="*/ 476358 h 1424095"/>
                  <a:gd name="connsiteX2" fmla="*/ 966787 w 967997"/>
                  <a:gd name="connsiteY2" fmla="*/ 1424095 h 1424095"/>
                  <a:gd name="connsiteX3" fmla="*/ 967618 w 967997"/>
                  <a:gd name="connsiteY3" fmla="*/ 780876 h 1424095"/>
                  <a:gd name="connsiteX4" fmla="*/ 0 w 967997"/>
                  <a:gd name="connsiteY4" fmla="*/ 0 h 142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997" h="1424095">
                    <a:moveTo>
                      <a:pt x="0" y="0"/>
                    </a:moveTo>
                    <a:lnTo>
                      <a:pt x="0" y="476358"/>
                    </a:lnTo>
                    <a:lnTo>
                      <a:pt x="966787" y="1424095"/>
                    </a:lnTo>
                    <a:cubicBezTo>
                      <a:pt x="965200" y="958958"/>
                      <a:pt x="969205" y="1246013"/>
                      <a:pt x="967618" y="780876"/>
                    </a:cubicBezTo>
                    <a:lnTo>
                      <a:pt x="0" y="0"/>
                    </a:lnTo>
                    <a:close/>
                  </a:path>
                </a:pathLst>
              </a:cu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7" name="Freeform 666">
                <a:extLst>
                  <a:ext uri="{FF2B5EF4-FFF2-40B4-BE49-F238E27FC236}">
                    <a16:creationId xmlns:a16="http://schemas.microsoft.com/office/drawing/2014/main" id="{831DF4B3-37F5-B845-8B81-10FE47EDD5D3}"/>
                  </a:ext>
                </a:extLst>
              </p:cNvPr>
              <p:cNvSpPr/>
              <p:nvPr/>
            </p:nvSpPr>
            <p:spPr>
              <a:xfrm>
                <a:off x="2106333" y="5688824"/>
                <a:ext cx="616707" cy="35504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77416"/>
                  <a:gd name="connsiteY0" fmla="*/ 0 h 813350"/>
                  <a:gd name="connsiteX1" fmla="*/ 0 w 1277416"/>
                  <a:gd name="connsiteY1" fmla="*/ 9439 h 813350"/>
                  <a:gd name="connsiteX2" fmla="*/ 952500 w 1277416"/>
                  <a:gd name="connsiteY2" fmla="*/ 752735 h 813350"/>
                  <a:gd name="connsiteX3" fmla="*/ 1277416 w 1277416"/>
                  <a:gd name="connsiteY3" fmla="*/ 813350 h 813350"/>
                  <a:gd name="connsiteX4" fmla="*/ 233363 w 1277416"/>
                  <a:gd name="connsiteY4" fmla="*/ 0 h 813350"/>
                  <a:gd name="connsiteX0" fmla="*/ 233363 w 1277416"/>
                  <a:gd name="connsiteY0" fmla="*/ 0 h 814795"/>
                  <a:gd name="connsiteX1" fmla="*/ 0 w 1277416"/>
                  <a:gd name="connsiteY1" fmla="*/ 9439 h 814795"/>
                  <a:gd name="connsiteX2" fmla="*/ 980474 w 1277416"/>
                  <a:gd name="connsiteY2" fmla="*/ 814795 h 814795"/>
                  <a:gd name="connsiteX3" fmla="*/ 1277416 w 1277416"/>
                  <a:gd name="connsiteY3" fmla="*/ 813350 h 814795"/>
                  <a:gd name="connsiteX4" fmla="*/ 233363 w 1277416"/>
                  <a:gd name="connsiteY4" fmla="*/ 0 h 81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416" h="814795">
                    <a:moveTo>
                      <a:pt x="233363" y="0"/>
                    </a:moveTo>
                    <a:lnTo>
                      <a:pt x="0" y="9439"/>
                    </a:lnTo>
                    <a:lnTo>
                      <a:pt x="980474" y="814795"/>
                    </a:lnTo>
                    <a:cubicBezTo>
                      <a:pt x="1088424" y="806858"/>
                      <a:pt x="1074215" y="806999"/>
                      <a:pt x="1277416" y="813350"/>
                    </a:cubicBezTo>
                    <a:lnTo>
                      <a:pt x="233363" y="0"/>
                    </a:lnTo>
                    <a:close/>
                  </a:path>
                </a:pathLst>
              </a:custGeom>
              <a:solidFill>
                <a:srgbClr val="0099CC"/>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8" name="Rectangle 71">
                <a:extLst>
                  <a:ext uri="{FF2B5EF4-FFF2-40B4-BE49-F238E27FC236}">
                    <a16:creationId xmlns:a16="http://schemas.microsoft.com/office/drawing/2014/main" id="{3D6B9985-58A7-084E-A3C9-C3A092800915}"/>
                  </a:ext>
                </a:extLst>
              </p:cNvPr>
              <p:cNvSpPr>
                <a:spLocks noChangeArrowheads="1"/>
              </p:cNvSpPr>
              <p:nvPr/>
            </p:nvSpPr>
            <p:spPr bwMode="auto">
              <a:xfrm>
                <a:off x="2577131" y="6049598"/>
                <a:ext cx="140072" cy="265332"/>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69" name="Freeform 668">
                <a:extLst>
                  <a:ext uri="{FF2B5EF4-FFF2-40B4-BE49-F238E27FC236}">
                    <a16:creationId xmlns:a16="http://schemas.microsoft.com/office/drawing/2014/main" id="{8503FBC4-0C65-9E42-B2E4-D4EDDF503058}"/>
                  </a:ext>
                </a:extLst>
              </p:cNvPr>
              <p:cNvSpPr/>
              <p:nvPr/>
            </p:nvSpPr>
            <p:spPr>
              <a:xfrm>
                <a:off x="2114115" y="5396768"/>
                <a:ext cx="595306" cy="647103"/>
              </a:xfrm>
              <a:custGeom>
                <a:avLst/>
                <a:gdLst>
                  <a:gd name="connsiteX0" fmla="*/ 5411 w 597877"/>
                  <a:gd name="connsiteY0" fmla="*/ 13527 h 646573"/>
                  <a:gd name="connsiteX1" fmla="*/ 0 w 597877"/>
                  <a:gd name="connsiteY1" fmla="*/ 305702 h 646573"/>
                  <a:gd name="connsiteX2" fmla="*/ 457200 w 597877"/>
                  <a:gd name="connsiteY2" fmla="*/ 646573 h 646573"/>
                  <a:gd name="connsiteX3" fmla="*/ 597877 w 597877"/>
                  <a:gd name="connsiteY3" fmla="*/ 646573 h 646573"/>
                  <a:gd name="connsiteX4" fmla="*/ 595172 w 597877"/>
                  <a:gd name="connsiteY4" fmla="*/ 321934 h 646573"/>
                  <a:gd name="connsiteX5" fmla="*/ 110919 w 597877"/>
                  <a:gd name="connsiteY5" fmla="*/ 0 h 646573"/>
                  <a:gd name="connsiteX6" fmla="*/ 5411 w 597877"/>
                  <a:gd name="connsiteY6" fmla="*/ 13527 h 6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877" h="646573">
                    <a:moveTo>
                      <a:pt x="5411" y="13527"/>
                    </a:moveTo>
                    <a:lnTo>
                      <a:pt x="0" y="305702"/>
                    </a:lnTo>
                    <a:lnTo>
                      <a:pt x="457200" y="646573"/>
                    </a:lnTo>
                    <a:lnTo>
                      <a:pt x="597877" y="646573"/>
                    </a:lnTo>
                    <a:cubicBezTo>
                      <a:pt x="596975" y="538360"/>
                      <a:pt x="596074" y="430147"/>
                      <a:pt x="595172" y="321934"/>
                    </a:cubicBezTo>
                    <a:lnTo>
                      <a:pt x="110919" y="0"/>
                    </a:lnTo>
                    <a:lnTo>
                      <a:pt x="5411" y="13527"/>
                    </a:lnTo>
                    <a:close/>
                  </a:path>
                </a:pathLst>
              </a:custGeom>
              <a:noFill/>
              <a:ln w="12700" cap="flat" cmpd="sng" algn="ctr">
                <a:solidFill>
                  <a:sysClr val="windowText" lastClr="000000"/>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cxnSp>
            <p:nvCxnSpPr>
              <p:cNvPr id="670" name="Straight Connector 73">
                <a:extLst>
                  <a:ext uri="{FF2B5EF4-FFF2-40B4-BE49-F238E27FC236}">
                    <a16:creationId xmlns:a16="http://schemas.microsoft.com/office/drawing/2014/main" id="{A95C64C2-C9AA-594B-9B23-F0210A0746BF}"/>
                  </a:ext>
                </a:extLst>
              </p:cNvPr>
              <p:cNvCxnSpPr>
                <a:cxnSpLocks noChangeShapeType="1"/>
                <a:stCxn id="669" idx="0"/>
              </p:cNvCxnSpPr>
              <p:nvPr/>
            </p:nvCxnSpPr>
            <p:spPr bwMode="auto">
              <a:xfrm>
                <a:off x="2118270" y="5410651"/>
                <a:ext cx="446379" cy="311112"/>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1" name="Straight Connector 74">
                <a:extLst>
                  <a:ext uri="{FF2B5EF4-FFF2-40B4-BE49-F238E27FC236}">
                    <a16:creationId xmlns:a16="http://schemas.microsoft.com/office/drawing/2014/main" id="{C16C1385-948D-FC4F-8743-4D24D5EC9901}"/>
                  </a:ext>
                </a:extLst>
              </p:cNvPr>
              <p:cNvCxnSpPr>
                <a:cxnSpLocks noChangeShapeType="1"/>
                <a:endCxn id="669" idx="4"/>
              </p:cNvCxnSpPr>
              <p:nvPr/>
            </p:nvCxnSpPr>
            <p:spPr bwMode="auto">
              <a:xfrm flipV="1">
                <a:off x="2567354" y="5719058"/>
                <a:ext cx="140677" cy="2705"/>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2" name="Straight Connector 75">
                <a:extLst>
                  <a:ext uri="{FF2B5EF4-FFF2-40B4-BE49-F238E27FC236}">
                    <a16:creationId xmlns:a16="http://schemas.microsoft.com/office/drawing/2014/main" id="{005797F3-09C9-704D-BF8B-ED3224D83120}"/>
                  </a:ext>
                </a:extLst>
              </p:cNvPr>
              <p:cNvCxnSpPr>
                <a:cxnSpLocks noChangeShapeType="1"/>
                <a:endCxn id="669" idx="2"/>
              </p:cNvCxnSpPr>
              <p:nvPr/>
            </p:nvCxnSpPr>
            <p:spPr bwMode="auto">
              <a:xfrm flipH="1">
                <a:off x="2570059" y="5721763"/>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cxnSp>
            <p:nvCxnSpPr>
              <p:cNvPr id="673" name="Straight Connector 76">
                <a:extLst>
                  <a:ext uri="{FF2B5EF4-FFF2-40B4-BE49-F238E27FC236}">
                    <a16:creationId xmlns:a16="http://schemas.microsoft.com/office/drawing/2014/main" id="{5CCCDFF4-0612-8A41-9E29-00C0051D8434}"/>
                  </a:ext>
                </a:extLst>
              </p:cNvPr>
              <p:cNvCxnSpPr>
                <a:cxnSpLocks noChangeShapeType="1"/>
              </p:cNvCxnSpPr>
              <p:nvPr/>
            </p:nvCxnSpPr>
            <p:spPr bwMode="auto">
              <a:xfrm flipH="1">
                <a:off x="2221974" y="5387204"/>
                <a:ext cx="2705" cy="321934"/>
              </a:xfrm>
              <a:prstGeom prst="line">
                <a:avLst/>
              </a:prstGeom>
              <a:noFill/>
              <a:ln w="12700">
                <a:solidFill>
                  <a:srgbClr val="000000"/>
                </a:solidFill>
                <a:prstDash val="sysDash"/>
                <a:round/>
                <a:headEnd/>
                <a:tailEnd/>
              </a:ln>
              <a:extLst>
                <a:ext uri="{909E8E84-426E-40DD-AFC4-6F175D3DCCD1}">
                  <a14:hiddenFill xmlns:a14="http://schemas.microsoft.com/office/drawing/2010/main">
                    <a:noFill/>
                  </a14:hiddenFill>
                </a:ext>
              </a:extLst>
            </p:spPr>
          </p:cxnSp>
        </p:grpSp>
        <p:grpSp>
          <p:nvGrpSpPr>
            <p:cNvPr id="651" name="Group 58">
              <a:extLst>
                <a:ext uri="{FF2B5EF4-FFF2-40B4-BE49-F238E27FC236}">
                  <a16:creationId xmlns:a16="http://schemas.microsoft.com/office/drawing/2014/main" id="{2BC7E688-1666-9E48-9D35-8A3B7F6B608E}"/>
                </a:ext>
              </a:extLst>
            </p:cNvPr>
            <p:cNvGrpSpPr>
              <a:grpSpLocks/>
            </p:cNvGrpSpPr>
            <p:nvPr/>
          </p:nvGrpSpPr>
          <p:grpSpPr bwMode="auto">
            <a:xfrm>
              <a:off x="971797" y="5294415"/>
              <a:ext cx="605641" cy="915203"/>
              <a:chOff x="335231" y="4405745"/>
              <a:chExt cx="1252537" cy="2138362"/>
            </a:xfrm>
          </p:grpSpPr>
          <p:sp>
            <p:nvSpPr>
              <p:cNvPr id="663" name="Freeform 662">
                <a:extLst>
                  <a:ext uri="{FF2B5EF4-FFF2-40B4-BE49-F238E27FC236}">
                    <a16:creationId xmlns:a16="http://schemas.microsoft.com/office/drawing/2014/main" id="{87A34BD8-BCFA-7346-8219-00975B8E1A4E}"/>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4" name="Freeform 663">
                <a:extLst>
                  <a:ext uri="{FF2B5EF4-FFF2-40B4-BE49-F238E27FC236}">
                    <a16:creationId xmlns:a16="http://schemas.microsoft.com/office/drawing/2014/main" id="{5B686D4B-605F-204E-AF3D-DA46E1A20C49}"/>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0099CC"/>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5" name="Rectangle 68">
                <a:extLst>
                  <a:ext uri="{FF2B5EF4-FFF2-40B4-BE49-F238E27FC236}">
                    <a16:creationId xmlns:a16="http://schemas.microsoft.com/office/drawing/2014/main" id="{D50147F5-2DBD-594D-B7F5-9539ABC12F43}"/>
                  </a:ext>
                </a:extLst>
              </p:cNvPr>
              <p:cNvSpPr>
                <a:spLocks noChangeArrowheads="1"/>
              </p:cNvSpPr>
              <p:nvPr/>
            </p:nvSpPr>
            <p:spPr bwMode="auto">
              <a:xfrm>
                <a:off x="1299580" y="5177755"/>
                <a:ext cx="289686" cy="1351386"/>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sp>
          <p:nvSpPr>
            <p:cNvPr id="652" name="Rectangle 59">
              <a:extLst>
                <a:ext uri="{FF2B5EF4-FFF2-40B4-BE49-F238E27FC236}">
                  <a16:creationId xmlns:a16="http://schemas.microsoft.com/office/drawing/2014/main" id="{18CC1E0B-4825-0B49-8E20-1A4B35EAB8D2}"/>
                </a:ext>
              </a:extLst>
            </p:cNvPr>
            <p:cNvSpPr>
              <a:spLocks noChangeArrowheads="1"/>
            </p:cNvSpPr>
            <p:nvPr/>
          </p:nvSpPr>
          <p:spPr bwMode="auto">
            <a:xfrm>
              <a:off x="1838851" y="6126859"/>
              <a:ext cx="2180844" cy="64901"/>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sp>
          <p:nvSpPr>
            <p:cNvPr id="654" name="Right Arrow 60">
              <a:extLst>
                <a:ext uri="{FF2B5EF4-FFF2-40B4-BE49-F238E27FC236}">
                  <a16:creationId xmlns:a16="http://schemas.microsoft.com/office/drawing/2014/main" id="{C9ADCAE3-D54A-7944-A5C3-75177D484937}"/>
                </a:ext>
              </a:extLst>
            </p:cNvPr>
            <p:cNvSpPr>
              <a:spLocks noChangeArrowheads="1"/>
            </p:cNvSpPr>
            <p:nvPr/>
          </p:nvSpPr>
          <p:spPr bwMode="auto">
            <a:xfrm>
              <a:off x="2556720" y="6056232"/>
              <a:ext cx="266527" cy="219518"/>
            </a:xfrm>
            <a:prstGeom prst="rightArrow">
              <a:avLst>
                <a:gd name="adj1" fmla="val 13889"/>
                <a:gd name="adj2" fmla="val 53703"/>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nvGrpSpPr>
            <p:cNvPr id="656" name="Group 61">
              <a:extLst>
                <a:ext uri="{FF2B5EF4-FFF2-40B4-BE49-F238E27FC236}">
                  <a16:creationId xmlns:a16="http://schemas.microsoft.com/office/drawing/2014/main" id="{3B5D61CE-4118-DA4C-82DD-0044DDF65BB8}"/>
                </a:ext>
              </a:extLst>
            </p:cNvPr>
            <p:cNvGrpSpPr>
              <a:grpSpLocks/>
            </p:cNvGrpSpPr>
            <p:nvPr/>
          </p:nvGrpSpPr>
          <p:grpSpPr bwMode="auto">
            <a:xfrm>
              <a:off x="593766" y="5284519"/>
              <a:ext cx="605641" cy="915203"/>
              <a:chOff x="335231" y="4405745"/>
              <a:chExt cx="1252537" cy="2138362"/>
            </a:xfrm>
          </p:grpSpPr>
          <p:sp>
            <p:nvSpPr>
              <p:cNvPr id="660" name="Freeform 659">
                <a:extLst>
                  <a:ext uri="{FF2B5EF4-FFF2-40B4-BE49-F238E27FC236}">
                    <a16:creationId xmlns:a16="http://schemas.microsoft.com/office/drawing/2014/main" id="{AF33AD4E-6341-CD45-92D6-302AE475AE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1" name="Freeform 660">
                <a:extLst>
                  <a:ext uri="{FF2B5EF4-FFF2-40B4-BE49-F238E27FC236}">
                    <a16:creationId xmlns:a16="http://schemas.microsoft.com/office/drawing/2014/main" id="{F59CEEAB-304C-0A4F-A6A1-3B9DA87D8743}"/>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0099CC"/>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662" name="Rectangle 65">
                <a:extLst>
                  <a:ext uri="{FF2B5EF4-FFF2-40B4-BE49-F238E27FC236}">
                    <a16:creationId xmlns:a16="http://schemas.microsoft.com/office/drawing/2014/main" id="{6C69B056-F95C-664B-8B83-B7E5D4344663}"/>
                  </a:ext>
                </a:extLst>
              </p:cNvPr>
              <p:cNvSpPr>
                <a:spLocks noChangeArrowheads="1"/>
              </p:cNvSpPr>
              <p:nvPr/>
            </p:nvSpPr>
            <p:spPr bwMode="auto">
              <a:xfrm>
                <a:off x="1296825" y="5178575"/>
                <a:ext cx="289686" cy="1351389"/>
              </a:xfrm>
              <a:prstGeom prst="rect">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sp>
          <p:nvSpPr>
            <p:cNvPr id="659" name="Right Arrow 62">
              <a:extLst>
                <a:ext uri="{FF2B5EF4-FFF2-40B4-BE49-F238E27FC236}">
                  <a16:creationId xmlns:a16="http://schemas.microsoft.com/office/drawing/2014/main" id="{D83CCDED-CE88-C34F-B2B8-73878CCD3B39}"/>
                </a:ext>
              </a:extLst>
            </p:cNvPr>
            <p:cNvSpPr>
              <a:spLocks noChangeArrowheads="1"/>
            </p:cNvSpPr>
            <p:nvPr/>
          </p:nvSpPr>
          <p:spPr bwMode="auto">
            <a:xfrm rot="-5245926">
              <a:off x="3947358" y="5684800"/>
              <a:ext cx="267240" cy="219835"/>
            </a:xfrm>
            <a:prstGeom prst="rightArrow">
              <a:avLst>
                <a:gd name="adj1" fmla="val 13889"/>
                <a:gd name="adj2" fmla="val 53702"/>
              </a:avLst>
            </a:prstGeom>
            <a:solidFill>
              <a:srgbClr val="33CCFF"/>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sp>
        <p:nvSpPr>
          <p:cNvPr id="682" name="TextBox 681">
            <a:extLst>
              <a:ext uri="{FF2B5EF4-FFF2-40B4-BE49-F238E27FC236}">
                <a16:creationId xmlns:a16="http://schemas.microsoft.com/office/drawing/2014/main" id="{D97E2904-AD6B-3943-9660-32B38BA8B0D1}"/>
              </a:ext>
            </a:extLst>
          </p:cNvPr>
          <p:cNvSpPr txBox="1"/>
          <p:nvPr/>
        </p:nvSpPr>
        <p:spPr>
          <a:xfrm>
            <a:off x="1931315" y="1919106"/>
            <a:ext cx="1293944" cy="541559"/>
          </a:xfrm>
          <a:prstGeom prst="rect">
            <a:avLst/>
          </a:prstGeom>
          <a:noFill/>
        </p:spPr>
        <p:txBody>
          <a:bodyPr wrap="none">
            <a:spAutoFit/>
          </a:body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a:ea typeface="+mn-ea"/>
                <a:cs typeface="+mn-cs"/>
              </a:rPr>
              <a:t>L</a:t>
            </a:r>
            <a:r>
              <a:rPr kumimoji="0" lang="en-US" sz="2000" b="0" i="0" u="none" strike="noStrike" kern="0" cap="none" spc="0" normalizeH="0" baseline="0" noProof="0" dirty="0">
                <a:ln>
                  <a:noFill/>
                </a:ln>
                <a:solidFill>
                  <a:prstClr val="black"/>
                </a:solidFill>
                <a:effectLst/>
                <a:uLnTx/>
                <a:uFillTx/>
                <a:latin typeface="Calibri"/>
                <a:ea typeface="+mn-ea"/>
                <a:cs typeface="+mn-cs"/>
              </a:rPr>
              <a:t> bits</a:t>
            </a:r>
          </a:p>
          <a:p>
            <a:pPr marL="0" marR="0" lvl="0" indent="0" algn="l" defTabSz="914400" rtl="0" eaLnBrk="1" fontAlgn="auto" latinLnBrk="0" hangingPunct="1">
              <a:lnSpc>
                <a:spcPts val="17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a:ea typeface="+mn-ea"/>
                <a:cs typeface="+mn-cs"/>
              </a:rPr>
              <a:t>per packet</a:t>
            </a:r>
          </a:p>
        </p:txBody>
      </p:sp>
      <p:sp>
        <p:nvSpPr>
          <p:cNvPr id="683" name="TextBox 682">
            <a:extLst>
              <a:ext uri="{FF2B5EF4-FFF2-40B4-BE49-F238E27FC236}">
                <a16:creationId xmlns:a16="http://schemas.microsoft.com/office/drawing/2014/main" id="{26793204-F087-2E4B-B5FE-0B276FE5FCEC}"/>
              </a:ext>
            </a:extLst>
          </p:cNvPr>
          <p:cNvSpPr txBox="1"/>
          <p:nvPr/>
        </p:nvSpPr>
        <p:spPr>
          <a:xfrm>
            <a:off x="6873433" y="2869739"/>
            <a:ext cx="752129" cy="40011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a:ea typeface="+mn-ea"/>
                <a:cs typeface="+mn-cs"/>
              </a:rPr>
              <a:t>R</a:t>
            </a:r>
            <a:r>
              <a:rPr kumimoji="0" lang="en-US" sz="2000" b="0" i="0" u="none" strike="noStrike" kern="0" cap="none" spc="0" normalizeH="0" baseline="0" noProof="0" dirty="0">
                <a:ln>
                  <a:noFill/>
                </a:ln>
                <a:solidFill>
                  <a:prstClr val="black"/>
                </a:solidFill>
                <a:effectLst/>
                <a:uLnTx/>
                <a:uFillTx/>
                <a:latin typeface="Calibri"/>
                <a:ea typeface="+mn-ea"/>
                <a:cs typeface="+mn-cs"/>
              </a:rPr>
              <a:t> bps</a:t>
            </a:r>
          </a:p>
        </p:txBody>
      </p:sp>
      <p:grpSp>
        <p:nvGrpSpPr>
          <p:cNvPr id="9" name="Group 8">
            <a:extLst>
              <a:ext uri="{FF2B5EF4-FFF2-40B4-BE49-F238E27FC236}">
                <a16:creationId xmlns:a16="http://schemas.microsoft.com/office/drawing/2014/main" id="{1B89A616-088C-F944-A5D8-5B43B9716886}"/>
              </a:ext>
            </a:extLst>
          </p:cNvPr>
          <p:cNvGrpSpPr/>
          <p:nvPr/>
        </p:nvGrpSpPr>
        <p:grpSpPr>
          <a:xfrm>
            <a:off x="7945714" y="3980381"/>
            <a:ext cx="3855279" cy="2295280"/>
            <a:chOff x="7836061" y="3795186"/>
            <a:chExt cx="3855279" cy="2295280"/>
          </a:xfrm>
        </p:grpSpPr>
        <p:sp>
          <p:nvSpPr>
            <p:cNvPr id="8" name="Rectangle 7">
              <a:extLst>
                <a:ext uri="{FF2B5EF4-FFF2-40B4-BE49-F238E27FC236}">
                  <a16:creationId xmlns:a16="http://schemas.microsoft.com/office/drawing/2014/main" id="{49460DE1-A912-9A4F-A2FA-4D3A70344BA6}"/>
                </a:ext>
              </a:extLst>
            </p:cNvPr>
            <p:cNvSpPr/>
            <p:nvPr/>
          </p:nvSpPr>
          <p:spPr>
            <a:xfrm>
              <a:off x="7836061" y="3795186"/>
              <a:ext cx="3831220" cy="1969006"/>
            </a:xfrm>
            <a:prstGeom prst="rect">
              <a:avLst/>
            </a:prstGeom>
            <a:solidFill>
              <a:schemeClr val="accent1">
                <a:lumMod val="20000"/>
                <a:lumOff val="80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5" name="Rectangle 4">
              <a:extLst>
                <a:ext uri="{FF2B5EF4-FFF2-40B4-BE49-F238E27FC236}">
                  <a16:creationId xmlns:a16="http://schemas.microsoft.com/office/drawing/2014/main" id="{32BCE5D7-9636-A94A-AC39-ECE5D72B6BC8}"/>
                </a:ext>
              </a:extLst>
            </p:cNvPr>
            <p:cNvSpPr txBox="1">
              <a:spLocks noChangeArrowheads="1"/>
            </p:cNvSpPr>
            <p:nvPr/>
          </p:nvSpPr>
          <p:spPr>
            <a:xfrm>
              <a:off x="7836061" y="3858441"/>
              <a:ext cx="3855279" cy="2232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413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1" u="none" strike="noStrike" kern="1200" cap="none" spc="0" normalizeH="0" baseline="0" noProof="0" dirty="0">
                  <a:ln>
                    <a:noFill/>
                  </a:ln>
                  <a:solidFill>
                    <a:srgbClr val="000099"/>
                  </a:solidFill>
                  <a:effectLst/>
                  <a:uLnTx/>
                  <a:uFillTx/>
                  <a:latin typeface="Calibri" panose="020F0502020204030204"/>
                  <a:ea typeface="+mn-ea"/>
                  <a:cs typeface="+mn-cs"/>
                </a:rPr>
                <a:t>One-hop numerical example:</a:t>
              </a:r>
            </a:p>
            <a:p>
              <a:pPr marL="231775" marR="0" lvl="0" indent="-231775" algn="l" defTabSz="914400" rtl="0" eaLnBrk="1" fontAlgn="auto" latinLnBrk="0" hangingPunct="1">
                <a:lnSpc>
                  <a:spcPct val="90000"/>
                </a:lnSpc>
                <a:spcBef>
                  <a:spcPts val="400"/>
                </a:spcBef>
                <a:spcAft>
                  <a:spcPts val="0"/>
                </a:spcAft>
                <a:buClr>
                  <a:srgbClr val="0000A3"/>
                </a:buClr>
                <a:buSzTx/>
                <a:buFont typeface="Wingdings"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10 Kbits</a:t>
              </a:r>
            </a:p>
            <a:p>
              <a:pPr marL="231775" marR="0" lvl="0" indent="-231775" algn="l" defTabSz="914400" rtl="0" eaLnBrk="1" fontAlgn="auto" latinLnBrk="0" hangingPunct="1">
                <a:lnSpc>
                  <a:spcPct val="90000"/>
                </a:lnSpc>
                <a:spcBef>
                  <a:spcPts val="400"/>
                </a:spcBef>
                <a:spcAft>
                  <a:spcPts val="0"/>
                </a:spcAft>
                <a:buClr>
                  <a:srgbClr val="0000A3"/>
                </a:buClr>
                <a:buSzTx/>
                <a:buFont typeface="Wingdings"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100 Mbps</a:t>
              </a:r>
            </a:p>
            <a:p>
              <a:pPr marL="231775" marR="0" lvl="0" indent="-231775" algn="l" defTabSz="914400" rtl="0" eaLnBrk="1" fontAlgn="auto" latinLnBrk="0" hangingPunct="1">
                <a:lnSpc>
                  <a:spcPct val="90000"/>
                </a:lnSpc>
                <a:spcBef>
                  <a:spcPts val="400"/>
                </a:spcBef>
                <a:spcAft>
                  <a:spcPts val="0"/>
                </a:spcAft>
                <a:buClr>
                  <a:srgbClr val="0000A3"/>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one-hop transmission delay = 0.1 msec</a:t>
              </a:r>
            </a:p>
          </p:txBody>
        </p:sp>
      </p:grpSp>
      <p:sp>
        <p:nvSpPr>
          <p:cNvPr id="68" name="Slide Number Placeholder 5">
            <a:extLst>
              <a:ext uri="{FF2B5EF4-FFF2-40B4-BE49-F238E27FC236}">
                <a16:creationId xmlns:a16="http://schemas.microsoft.com/office/drawing/2014/main" id="{ED4AD52E-5F96-E84D-BA0F-63436360A23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30</a:t>
            </a:fld>
            <a:endParaRPr lang="en-US" dirty="0"/>
          </a:p>
        </p:txBody>
      </p:sp>
    </p:spTree>
    <p:extLst>
      <p:ext uri="{BB962C8B-B14F-4D97-AF65-F5344CB8AC3E}">
        <p14:creationId xmlns:p14="http://schemas.microsoft.com/office/powerpoint/2010/main" val="3536710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Packet-switching: queueing</a:t>
            </a:r>
            <a:endParaRPr lang="en-US" dirty="0"/>
          </a:p>
        </p:txBody>
      </p:sp>
      <p:grpSp>
        <p:nvGrpSpPr>
          <p:cNvPr id="275" name="Group 105">
            <a:extLst>
              <a:ext uri="{FF2B5EF4-FFF2-40B4-BE49-F238E27FC236}">
                <a16:creationId xmlns:a16="http://schemas.microsoft.com/office/drawing/2014/main" id="{F34E87DA-3B8D-6640-B193-5B62D7B3EF48}"/>
              </a:ext>
            </a:extLst>
          </p:cNvPr>
          <p:cNvGrpSpPr>
            <a:grpSpLocks/>
          </p:cNvGrpSpPr>
          <p:nvPr/>
        </p:nvGrpSpPr>
        <p:grpSpPr bwMode="auto">
          <a:xfrm>
            <a:off x="8836206" y="2201232"/>
            <a:ext cx="779462" cy="679450"/>
            <a:chOff x="-44" y="1473"/>
            <a:chExt cx="981" cy="1105"/>
          </a:xfrm>
        </p:grpSpPr>
        <p:pic>
          <p:nvPicPr>
            <p:cNvPr id="276" name="Picture 106" descr="desktop_computer_stylized_medium">
              <a:extLst>
                <a:ext uri="{FF2B5EF4-FFF2-40B4-BE49-F238E27FC236}">
                  <a16:creationId xmlns:a16="http://schemas.microsoft.com/office/drawing/2014/main" id="{E88711D7-A9FD-F746-A832-BB5DB88FF5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107">
              <a:extLst>
                <a:ext uri="{FF2B5EF4-FFF2-40B4-BE49-F238E27FC236}">
                  <a16:creationId xmlns:a16="http://schemas.microsoft.com/office/drawing/2014/main" id="{EFDDE8B0-B296-DF47-AC1D-13986353D870}"/>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279" name="Line 276">
            <a:extLst>
              <a:ext uri="{FF2B5EF4-FFF2-40B4-BE49-F238E27FC236}">
                <a16:creationId xmlns:a16="http://schemas.microsoft.com/office/drawing/2014/main" id="{9DC8420F-6FED-9E4A-9003-4D53AC5D01A2}"/>
              </a:ext>
            </a:extLst>
          </p:cNvPr>
          <p:cNvSpPr>
            <a:spLocks noChangeShapeType="1"/>
          </p:cNvSpPr>
          <p:nvPr/>
        </p:nvSpPr>
        <p:spPr bwMode="auto">
          <a:xfrm>
            <a:off x="3422622" y="1813032"/>
            <a:ext cx="984459" cy="4310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0" name="Line 277">
            <a:extLst>
              <a:ext uri="{FF2B5EF4-FFF2-40B4-BE49-F238E27FC236}">
                <a16:creationId xmlns:a16="http://schemas.microsoft.com/office/drawing/2014/main" id="{825EEE7A-C48E-7E45-9D02-0472E543201C}"/>
              </a:ext>
            </a:extLst>
          </p:cNvPr>
          <p:cNvSpPr>
            <a:spLocks noChangeShapeType="1"/>
          </p:cNvSpPr>
          <p:nvPr/>
        </p:nvSpPr>
        <p:spPr bwMode="auto">
          <a:xfrm flipV="1">
            <a:off x="3807005" y="2371933"/>
            <a:ext cx="722173" cy="4769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1" name="Line 278">
            <a:extLst>
              <a:ext uri="{FF2B5EF4-FFF2-40B4-BE49-F238E27FC236}">
                <a16:creationId xmlns:a16="http://schemas.microsoft.com/office/drawing/2014/main" id="{7472BE77-3691-A64A-9D97-5E6D5271B944}"/>
              </a:ext>
            </a:extLst>
          </p:cNvPr>
          <p:cNvSpPr>
            <a:spLocks noChangeShapeType="1"/>
          </p:cNvSpPr>
          <p:nvPr/>
        </p:nvSpPr>
        <p:spPr bwMode="auto">
          <a:xfrm>
            <a:off x="5504043" y="2285370"/>
            <a:ext cx="2287168"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2" name="Line 279">
            <a:extLst>
              <a:ext uri="{FF2B5EF4-FFF2-40B4-BE49-F238E27FC236}">
                <a16:creationId xmlns:a16="http://schemas.microsoft.com/office/drawing/2014/main" id="{FEAD7E75-DCE4-5348-BE6B-AF5B7F022A37}"/>
              </a:ext>
            </a:extLst>
          </p:cNvPr>
          <p:cNvSpPr>
            <a:spLocks noChangeShapeType="1"/>
          </p:cNvSpPr>
          <p:nvPr/>
        </p:nvSpPr>
        <p:spPr bwMode="auto">
          <a:xfrm flipH="1" flipV="1">
            <a:off x="8165418" y="2467932"/>
            <a:ext cx="9525" cy="3635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3" name="Line 280">
            <a:extLst>
              <a:ext uri="{FF2B5EF4-FFF2-40B4-BE49-F238E27FC236}">
                <a16:creationId xmlns:a16="http://schemas.microsoft.com/office/drawing/2014/main" id="{2831F7A9-2F0F-8643-AA95-303E1AF9ADAC}"/>
              </a:ext>
            </a:extLst>
          </p:cNvPr>
          <p:cNvSpPr>
            <a:spLocks noChangeShapeType="1"/>
          </p:cNvSpPr>
          <p:nvPr/>
        </p:nvSpPr>
        <p:spPr bwMode="auto">
          <a:xfrm flipV="1">
            <a:off x="8684793" y="1917070"/>
            <a:ext cx="604838" cy="3079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4" name="Rectangle 287">
            <a:extLst>
              <a:ext uri="{FF2B5EF4-FFF2-40B4-BE49-F238E27FC236}">
                <a16:creationId xmlns:a16="http://schemas.microsoft.com/office/drawing/2014/main" id="{8B0A5911-8670-7545-8347-3C226F681CDD}"/>
              </a:ext>
            </a:extLst>
          </p:cNvPr>
          <p:cNvSpPr>
            <a:spLocks noChangeArrowheads="1"/>
          </p:cNvSpPr>
          <p:nvPr/>
        </p:nvSpPr>
        <p:spPr bwMode="auto">
          <a:xfrm>
            <a:off x="5702481"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5" name="Rectangle 288">
            <a:extLst>
              <a:ext uri="{FF2B5EF4-FFF2-40B4-BE49-F238E27FC236}">
                <a16:creationId xmlns:a16="http://schemas.microsoft.com/office/drawing/2014/main" id="{D262208C-E5D3-224C-B1CE-C8701D3CCDF2}"/>
              </a:ext>
            </a:extLst>
          </p:cNvPr>
          <p:cNvSpPr>
            <a:spLocks noChangeArrowheads="1"/>
          </p:cNvSpPr>
          <p:nvPr/>
        </p:nvSpPr>
        <p:spPr bwMode="auto">
          <a:xfrm>
            <a:off x="5864406"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6" name="Rectangle 289">
            <a:extLst>
              <a:ext uri="{FF2B5EF4-FFF2-40B4-BE49-F238E27FC236}">
                <a16:creationId xmlns:a16="http://schemas.microsoft.com/office/drawing/2014/main" id="{39F5499D-2B7E-A343-AE94-288D88B721D8}"/>
              </a:ext>
            </a:extLst>
          </p:cNvPr>
          <p:cNvSpPr>
            <a:spLocks noChangeArrowheads="1"/>
          </p:cNvSpPr>
          <p:nvPr/>
        </p:nvSpPr>
        <p:spPr bwMode="auto">
          <a:xfrm>
            <a:off x="6026331"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7" name="Rectangle 290">
            <a:extLst>
              <a:ext uri="{FF2B5EF4-FFF2-40B4-BE49-F238E27FC236}">
                <a16:creationId xmlns:a16="http://schemas.microsoft.com/office/drawing/2014/main" id="{2B5D01EF-066C-1A48-8E4C-1E80A58E186A}"/>
              </a:ext>
            </a:extLst>
          </p:cNvPr>
          <p:cNvSpPr>
            <a:spLocks noChangeArrowheads="1"/>
          </p:cNvSpPr>
          <p:nvPr/>
        </p:nvSpPr>
        <p:spPr bwMode="auto">
          <a:xfrm>
            <a:off x="6188256"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8" name="Rectangle 291">
            <a:extLst>
              <a:ext uri="{FF2B5EF4-FFF2-40B4-BE49-F238E27FC236}">
                <a16:creationId xmlns:a16="http://schemas.microsoft.com/office/drawing/2014/main" id="{019B14E7-A111-8B45-B672-89473571D4C8}"/>
              </a:ext>
            </a:extLst>
          </p:cNvPr>
          <p:cNvSpPr>
            <a:spLocks noChangeArrowheads="1"/>
          </p:cNvSpPr>
          <p:nvPr/>
        </p:nvSpPr>
        <p:spPr bwMode="auto">
          <a:xfrm>
            <a:off x="6350181"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9" name="Rectangle 292">
            <a:extLst>
              <a:ext uri="{FF2B5EF4-FFF2-40B4-BE49-F238E27FC236}">
                <a16:creationId xmlns:a16="http://schemas.microsoft.com/office/drawing/2014/main" id="{D4848F26-5AA5-CB46-A9C1-6020BE7C2B87}"/>
              </a:ext>
            </a:extLst>
          </p:cNvPr>
          <p:cNvSpPr>
            <a:spLocks noChangeArrowheads="1"/>
          </p:cNvSpPr>
          <p:nvPr/>
        </p:nvSpPr>
        <p:spPr bwMode="auto">
          <a:xfrm>
            <a:off x="6721656"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0" name="Rectangle 293">
            <a:extLst>
              <a:ext uri="{FF2B5EF4-FFF2-40B4-BE49-F238E27FC236}">
                <a16:creationId xmlns:a16="http://schemas.microsoft.com/office/drawing/2014/main" id="{58A10118-20F6-D346-ACBE-1C600CE906A6}"/>
              </a:ext>
            </a:extLst>
          </p:cNvPr>
          <p:cNvSpPr>
            <a:spLocks noChangeArrowheads="1"/>
          </p:cNvSpPr>
          <p:nvPr/>
        </p:nvSpPr>
        <p:spPr bwMode="auto">
          <a:xfrm>
            <a:off x="7263981" y="2067882"/>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7" name="Rectangle 299">
            <a:extLst>
              <a:ext uri="{FF2B5EF4-FFF2-40B4-BE49-F238E27FC236}">
                <a16:creationId xmlns:a16="http://schemas.microsoft.com/office/drawing/2014/main" id="{D17E1878-497E-2A43-A481-55CB4F917609}"/>
              </a:ext>
            </a:extLst>
          </p:cNvPr>
          <p:cNvSpPr>
            <a:spLocks noChangeArrowheads="1"/>
          </p:cNvSpPr>
          <p:nvPr/>
        </p:nvSpPr>
        <p:spPr bwMode="auto">
          <a:xfrm>
            <a:off x="4062595" y="2529818"/>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0" name="Line 302">
            <a:extLst>
              <a:ext uri="{FF2B5EF4-FFF2-40B4-BE49-F238E27FC236}">
                <a16:creationId xmlns:a16="http://schemas.microsoft.com/office/drawing/2014/main" id="{939ADA0D-1455-884D-9357-27B446CF8E8C}"/>
              </a:ext>
            </a:extLst>
          </p:cNvPr>
          <p:cNvSpPr>
            <a:spLocks noChangeShapeType="1"/>
          </p:cNvSpPr>
          <p:nvPr/>
        </p:nvSpPr>
        <p:spPr bwMode="auto">
          <a:xfrm>
            <a:off x="6083481" y="1963107"/>
            <a:ext cx="1062037"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1" name="Text Box 303">
            <a:extLst>
              <a:ext uri="{FF2B5EF4-FFF2-40B4-BE49-F238E27FC236}">
                <a16:creationId xmlns:a16="http://schemas.microsoft.com/office/drawing/2014/main" id="{D05EF651-36F2-F84C-8F83-221121AD981D}"/>
              </a:ext>
            </a:extLst>
          </p:cNvPr>
          <p:cNvSpPr txBox="1">
            <a:spLocks noChangeArrowheads="1"/>
          </p:cNvSpPr>
          <p:nvPr/>
        </p:nvSpPr>
        <p:spPr bwMode="auto">
          <a:xfrm>
            <a:off x="2827410" y="1545542"/>
            <a:ext cx="3337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rPr>
              <a:t>A</a:t>
            </a:r>
            <a:endParaRPr kumimoji="0" lang="en-US" altLang="en-US" sz="24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endParaRPr>
          </a:p>
        </p:txBody>
      </p:sp>
      <p:sp>
        <p:nvSpPr>
          <p:cNvPr id="302" name="Text Box 304">
            <a:extLst>
              <a:ext uri="{FF2B5EF4-FFF2-40B4-BE49-F238E27FC236}">
                <a16:creationId xmlns:a16="http://schemas.microsoft.com/office/drawing/2014/main" id="{6A48403E-84A6-DD47-B81F-166DA1F574B3}"/>
              </a:ext>
            </a:extLst>
          </p:cNvPr>
          <p:cNvSpPr txBox="1">
            <a:spLocks noChangeArrowheads="1"/>
          </p:cNvSpPr>
          <p:nvPr/>
        </p:nvSpPr>
        <p:spPr bwMode="auto">
          <a:xfrm>
            <a:off x="3133638" y="2494764"/>
            <a:ext cx="3241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Arial"/>
              </a:rPr>
              <a:t>B</a:t>
            </a:r>
            <a:endPar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Arial"/>
            </a:endParaRPr>
          </a:p>
        </p:txBody>
      </p:sp>
      <p:sp>
        <p:nvSpPr>
          <p:cNvPr id="303" name="Text Box 305">
            <a:extLst>
              <a:ext uri="{FF2B5EF4-FFF2-40B4-BE49-F238E27FC236}">
                <a16:creationId xmlns:a16="http://schemas.microsoft.com/office/drawing/2014/main" id="{1E849109-85A5-E14E-B580-0CB3D572232A}"/>
              </a:ext>
            </a:extLst>
          </p:cNvPr>
          <p:cNvSpPr txBox="1">
            <a:spLocks noChangeArrowheads="1"/>
          </p:cNvSpPr>
          <p:nvPr/>
        </p:nvSpPr>
        <p:spPr bwMode="auto">
          <a:xfrm>
            <a:off x="9575296" y="1479154"/>
            <a:ext cx="3209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rPr>
              <a:t>C</a:t>
            </a:r>
            <a:endParaRPr kumimoji="0" lang="en-US" altLang="en-US" sz="24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endParaRPr>
          </a:p>
        </p:txBody>
      </p:sp>
      <p:sp>
        <p:nvSpPr>
          <p:cNvPr id="304" name="Text Box 308">
            <a:extLst>
              <a:ext uri="{FF2B5EF4-FFF2-40B4-BE49-F238E27FC236}">
                <a16:creationId xmlns:a16="http://schemas.microsoft.com/office/drawing/2014/main" id="{7F01473B-D3BF-EB40-A40F-58D06873F71E}"/>
              </a:ext>
            </a:extLst>
          </p:cNvPr>
          <p:cNvSpPr txBox="1">
            <a:spLocks noChangeArrowheads="1"/>
          </p:cNvSpPr>
          <p:nvPr/>
        </p:nvSpPr>
        <p:spPr bwMode="auto">
          <a:xfrm>
            <a:off x="3622531" y="1345724"/>
            <a:ext cx="15647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 100 Mb/s</a:t>
            </a:r>
          </a:p>
        </p:txBody>
      </p:sp>
      <p:sp>
        <p:nvSpPr>
          <p:cNvPr id="305" name="Text Box 309">
            <a:extLst>
              <a:ext uri="{FF2B5EF4-FFF2-40B4-BE49-F238E27FC236}">
                <a16:creationId xmlns:a16="http://schemas.microsoft.com/office/drawing/2014/main" id="{15B8B92D-43FD-C448-829C-72D56B8EC46E}"/>
              </a:ext>
            </a:extLst>
          </p:cNvPr>
          <p:cNvSpPr txBox="1">
            <a:spLocks noChangeArrowheads="1"/>
          </p:cNvSpPr>
          <p:nvPr/>
        </p:nvSpPr>
        <p:spPr bwMode="auto">
          <a:xfrm>
            <a:off x="5697718" y="2382932"/>
            <a:ext cx="1499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 1.5 Mb/s</a:t>
            </a:r>
            <a:endParaRPr kumimoji="0" lang="en-US" altLang="en-US" sz="24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06" name="Text Box 310">
            <a:extLst>
              <a:ext uri="{FF2B5EF4-FFF2-40B4-BE49-F238E27FC236}">
                <a16:creationId xmlns:a16="http://schemas.microsoft.com/office/drawing/2014/main" id="{1705A15E-2327-1946-A5A8-72CDB5567E15}"/>
              </a:ext>
            </a:extLst>
          </p:cNvPr>
          <p:cNvSpPr txBox="1">
            <a:spLocks noChangeArrowheads="1"/>
          </p:cNvSpPr>
          <p:nvPr/>
        </p:nvSpPr>
        <p:spPr bwMode="auto">
          <a:xfrm>
            <a:off x="8199018" y="288068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07" name="Line 281">
            <a:extLst>
              <a:ext uri="{FF2B5EF4-FFF2-40B4-BE49-F238E27FC236}">
                <a16:creationId xmlns:a16="http://schemas.microsoft.com/office/drawing/2014/main" id="{C1196941-D337-794E-85EA-09EE18FB91FD}"/>
              </a:ext>
            </a:extLst>
          </p:cNvPr>
          <p:cNvSpPr>
            <a:spLocks noChangeShapeType="1"/>
          </p:cNvSpPr>
          <p:nvPr/>
        </p:nvSpPr>
        <p:spPr bwMode="auto">
          <a:xfrm flipV="1">
            <a:off x="8734606" y="3033082"/>
            <a:ext cx="984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8" name="Line 283">
            <a:extLst>
              <a:ext uri="{FF2B5EF4-FFF2-40B4-BE49-F238E27FC236}">
                <a16:creationId xmlns:a16="http://schemas.microsoft.com/office/drawing/2014/main" id="{9D4A7DBD-56CD-A443-A44E-AA1C429AE9CB}"/>
              </a:ext>
            </a:extLst>
          </p:cNvPr>
          <p:cNvSpPr>
            <a:spLocks noChangeShapeType="1"/>
          </p:cNvSpPr>
          <p:nvPr/>
        </p:nvSpPr>
        <p:spPr bwMode="auto">
          <a:xfrm flipH="1">
            <a:off x="8244205" y="2736221"/>
            <a:ext cx="950175" cy="1683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9" name="Text Box 306">
            <a:extLst>
              <a:ext uri="{FF2B5EF4-FFF2-40B4-BE49-F238E27FC236}">
                <a16:creationId xmlns:a16="http://schemas.microsoft.com/office/drawing/2014/main" id="{2C51061A-E4E4-454A-BDD2-1E2F2AB72C8D}"/>
              </a:ext>
            </a:extLst>
          </p:cNvPr>
          <p:cNvSpPr txBox="1">
            <a:spLocks noChangeArrowheads="1"/>
          </p:cNvSpPr>
          <p:nvPr/>
        </p:nvSpPr>
        <p:spPr bwMode="auto">
          <a:xfrm>
            <a:off x="9499682" y="2250194"/>
            <a:ext cx="40481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D</a:t>
            </a:r>
            <a:endParaRPr kumimoji="0" lang="en-US" altLang="en-US" sz="20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10" name="Text Box 307">
            <a:extLst>
              <a:ext uri="{FF2B5EF4-FFF2-40B4-BE49-F238E27FC236}">
                <a16:creationId xmlns:a16="http://schemas.microsoft.com/office/drawing/2014/main" id="{63A27B73-528E-984E-8E80-1DB712E57E77}"/>
              </a:ext>
            </a:extLst>
          </p:cNvPr>
          <p:cNvSpPr txBox="1">
            <a:spLocks noChangeArrowheads="1"/>
          </p:cNvSpPr>
          <p:nvPr/>
        </p:nvSpPr>
        <p:spPr bwMode="auto">
          <a:xfrm>
            <a:off x="10325847" y="2632972"/>
            <a:ext cx="3097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Arial"/>
              </a:rPr>
              <a:t>E</a:t>
            </a:r>
            <a:endParaRPr kumimoji="0" lang="en-US" altLang="en-US" sz="2400" b="0" i="0"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Arial"/>
            </a:endParaRPr>
          </a:p>
        </p:txBody>
      </p:sp>
      <p:sp>
        <p:nvSpPr>
          <p:cNvPr id="311" name="Text Box 330">
            <a:extLst>
              <a:ext uri="{FF2B5EF4-FFF2-40B4-BE49-F238E27FC236}">
                <a16:creationId xmlns:a16="http://schemas.microsoft.com/office/drawing/2014/main" id="{556DA9AA-BD66-E340-BB5A-0B5515A57706}"/>
              </a:ext>
            </a:extLst>
          </p:cNvPr>
          <p:cNvSpPr txBox="1">
            <a:spLocks noChangeArrowheads="1"/>
          </p:cNvSpPr>
          <p:nvPr/>
        </p:nvSpPr>
        <p:spPr bwMode="auto">
          <a:xfrm>
            <a:off x="3869197" y="3030215"/>
            <a:ext cx="2686586" cy="80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a:rPr>
              <a:t>queue</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of packets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waiting for transmission over output link</a:t>
            </a:r>
            <a:endParaRPr kumimoji="0" lang="en-US" altLang="en-US" sz="18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pic>
        <p:nvPicPr>
          <p:cNvPr id="314" name="Picture 97" descr="desktop_computer_stylized_medium">
            <a:extLst>
              <a:ext uri="{FF2B5EF4-FFF2-40B4-BE49-F238E27FC236}">
                <a16:creationId xmlns:a16="http://schemas.microsoft.com/office/drawing/2014/main" id="{573AA0F8-1799-5C42-906E-2606A92ABC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866218" y="1537657"/>
            <a:ext cx="779463"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98">
            <a:extLst>
              <a:ext uri="{FF2B5EF4-FFF2-40B4-BE49-F238E27FC236}">
                <a16:creationId xmlns:a16="http://schemas.microsoft.com/office/drawing/2014/main" id="{7CBCC3B7-DD4B-854D-83B4-6C036898D2DC}"/>
              </a:ext>
            </a:extLst>
          </p:cNvPr>
          <p:cNvSpPr>
            <a:spLocks/>
          </p:cNvSpPr>
          <p:nvPr/>
        </p:nvSpPr>
        <p:spPr bwMode="auto">
          <a:xfrm flipH="1">
            <a:off x="3198344" y="1602835"/>
            <a:ext cx="379005" cy="311133"/>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316" name="Group 99">
            <a:extLst>
              <a:ext uri="{FF2B5EF4-FFF2-40B4-BE49-F238E27FC236}">
                <a16:creationId xmlns:a16="http://schemas.microsoft.com/office/drawing/2014/main" id="{4E03F72D-983A-8649-8AB9-3BB8E480797F}"/>
              </a:ext>
            </a:extLst>
          </p:cNvPr>
          <p:cNvGrpSpPr>
            <a:grpSpLocks/>
          </p:cNvGrpSpPr>
          <p:nvPr/>
        </p:nvGrpSpPr>
        <p:grpSpPr bwMode="auto">
          <a:xfrm>
            <a:off x="3157718" y="2512382"/>
            <a:ext cx="779463" cy="679450"/>
            <a:chOff x="-44" y="1473"/>
            <a:chExt cx="981" cy="1105"/>
          </a:xfrm>
        </p:grpSpPr>
        <p:pic>
          <p:nvPicPr>
            <p:cNvPr id="317" name="Picture 100" descr="desktop_computer_stylized_medium">
              <a:extLst>
                <a:ext uri="{FF2B5EF4-FFF2-40B4-BE49-F238E27FC236}">
                  <a16:creationId xmlns:a16="http://schemas.microsoft.com/office/drawing/2014/main" id="{2EB37FAA-6E06-BE4D-94EC-382407D76A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Freeform 101">
              <a:extLst>
                <a:ext uri="{FF2B5EF4-FFF2-40B4-BE49-F238E27FC236}">
                  <a16:creationId xmlns:a16="http://schemas.microsoft.com/office/drawing/2014/main" id="{6052CE21-5D5E-E843-9F98-90FE298E99C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19" name="Group 102">
            <a:extLst>
              <a:ext uri="{FF2B5EF4-FFF2-40B4-BE49-F238E27FC236}">
                <a16:creationId xmlns:a16="http://schemas.microsoft.com/office/drawing/2014/main" id="{91946ED8-FFCF-5942-80E3-8AA8455B4015}"/>
              </a:ext>
            </a:extLst>
          </p:cNvPr>
          <p:cNvGrpSpPr>
            <a:grpSpLocks/>
          </p:cNvGrpSpPr>
          <p:nvPr/>
        </p:nvGrpSpPr>
        <p:grpSpPr bwMode="auto">
          <a:xfrm>
            <a:off x="9553756" y="2572707"/>
            <a:ext cx="779462" cy="679450"/>
            <a:chOff x="-44" y="1473"/>
            <a:chExt cx="981" cy="1105"/>
          </a:xfrm>
        </p:grpSpPr>
        <p:pic>
          <p:nvPicPr>
            <p:cNvPr id="320" name="Picture 103" descr="desktop_computer_stylized_medium">
              <a:extLst>
                <a:ext uri="{FF2B5EF4-FFF2-40B4-BE49-F238E27FC236}">
                  <a16:creationId xmlns:a16="http://schemas.microsoft.com/office/drawing/2014/main" id="{3CF40F07-212C-C840-8691-1733E56132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Freeform 104">
              <a:extLst>
                <a:ext uri="{FF2B5EF4-FFF2-40B4-BE49-F238E27FC236}">
                  <a16:creationId xmlns:a16="http://schemas.microsoft.com/office/drawing/2014/main" id="{E68BC373-85F3-BA4A-8434-3111094EB6D8}"/>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22" name="Group 108">
            <a:extLst>
              <a:ext uri="{FF2B5EF4-FFF2-40B4-BE49-F238E27FC236}">
                <a16:creationId xmlns:a16="http://schemas.microsoft.com/office/drawing/2014/main" id="{01317188-C1E0-694E-B45B-7319D79BCFE9}"/>
              </a:ext>
            </a:extLst>
          </p:cNvPr>
          <p:cNvGrpSpPr>
            <a:grpSpLocks/>
          </p:cNvGrpSpPr>
          <p:nvPr/>
        </p:nvGrpSpPr>
        <p:grpSpPr bwMode="auto">
          <a:xfrm>
            <a:off x="8918756" y="1380495"/>
            <a:ext cx="779462" cy="679450"/>
            <a:chOff x="-44" y="1473"/>
            <a:chExt cx="981" cy="1105"/>
          </a:xfrm>
        </p:grpSpPr>
        <p:pic>
          <p:nvPicPr>
            <p:cNvPr id="323" name="Picture 109" descr="desktop_computer_stylized_medium">
              <a:extLst>
                <a:ext uri="{FF2B5EF4-FFF2-40B4-BE49-F238E27FC236}">
                  <a16:creationId xmlns:a16="http://schemas.microsoft.com/office/drawing/2014/main" id="{92B110BF-10E7-BC42-AB4B-3F1A6E6A2E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 name="Freeform 110">
              <a:extLst>
                <a:ext uri="{FF2B5EF4-FFF2-40B4-BE49-F238E27FC236}">
                  <a16:creationId xmlns:a16="http://schemas.microsoft.com/office/drawing/2014/main" id="{D02F4F44-52FE-0E4D-BB82-E10F3BD04F5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63" name="Group 362">
            <a:extLst>
              <a:ext uri="{FF2B5EF4-FFF2-40B4-BE49-F238E27FC236}">
                <a16:creationId xmlns:a16="http://schemas.microsoft.com/office/drawing/2014/main" id="{173AE6D5-68CD-C54F-A308-AF4429F3910C}"/>
              </a:ext>
            </a:extLst>
          </p:cNvPr>
          <p:cNvGrpSpPr/>
          <p:nvPr/>
        </p:nvGrpSpPr>
        <p:grpSpPr>
          <a:xfrm>
            <a:off x="7595249" y="2045192"/>
            <a:ext cx="1146494" cy="498545"/>
            <a:chOff x="7493876" y="2774731"/>
            <a:chExt cx="1481958" cy="894622"/>
          </a:xfrm>
        </p:grpSpPr>
        <p:sp>
          <p:nvSpPr>
            <p:cNvPr id="364" name="Freeform 363">
              <a:extLst>
                <a:ext uri="{FF2B5EF4-FFF2-40B4-BE49-F238E27FC236}">
                  <a16:creationId xmlns:a16="http://schemas.microsoft.com/office/drawing/2014/main" id="{380275CA-D809-AA4B-A952-7CDB1B7728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3E1C485-6E19-F047-AE7B-D9818E2BF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F5E9CBAD-D03E-9341-8E23-F1280791A28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BE6F6BF5-D1B7-EA4E-8FDF-D0B255FC04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FB7D27E2-CCF6-BC41-86BA-9A4294537E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AEB1EF04-B0B9-0C45-8B5E-5032278125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88FC3F1B-A4AF-2F41-9B06-1DE4ECEFB7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1" name="Group 370">
            <a:extLst>
              <a:ext uri="{FF2B5EF4-FFF2-40B4-BE49-F238E27FC236}">
                <a16:creationId xmlns:a16="http://schemas.microsoft.com/office/drawing/2014/main" id="{F1603ECD-AC1A-A544-88F1-56B46AC17A2C}"/>
              </a:ext>
            </a:extLst>
          </p:cNvPr>
          <p:cNvGrpSpPr/>
          <p:nvPr/>
        </p:nvGrpSpPr>
        <p:grpSpPr>
          <a:xfrm>
            <a:off x="7621178" y="2733126"/>
            <a:ext cx="1146494" cy="498545"/>
            <a:chOff x="7493876" y="2774731"/>
            <a:chExt cx="1481958" cy="894622"/>
          </a:xfrm>
        </p:grpSpPr>
        <p:sp>
          <p:nvSpPr>
            <p:cNvPr id="372" name="Freeform 371">
              <a:extLst>
                <a:ext uri="{FF2B5EF4-FFF2-40B4-BE49-F238E27FC236}">
                  <a16:creationId xmlns:a16="http://schemas.microsoft.com/office/drawing/2014/main" id="{482C6B14-449F-4546-9144-55F5B7C715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3" name="Oval 372">
              <a:extLst>
                <a:ext uri="{FF2B5EF4-FFF2-40B4-BE49-F238E27FC236}">
                  <a16:creationId xmlns:a16="http://schemas.microsoft.com/office/drawing/2014/main" id="{8C779DA2-3A8F-B145-A969-B85A812AD0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4" name="Group 373">
              <a:extLst>
                <a:ext uri="{FF2B5EF4-FFF2-40B4-BE49-F238E27FC236}">
                  <a16:creationId xmlns:a16="http://schemas.microsoft.com/office/drawing/2014/main" id="{448306A3-BD95-0542-A39D-6D17237F1EB9}"/>
                </a:ext>
              </a:extLst>
            </p:cNvPr>
            <p:cNvGrpSpPr/>
            <p:nvPr/>
          </p:nvGrpSpPr>
          <p:grpSpPr>
            <a:xfrm>
              <a:off x="7713663" y="2848339"/>
              <a:ext cx="1042107" cy="425543"/>
              <a:chOff x="7786941" y="2884917"/>
              <a:chExt cx="897649" cy="353919"/>
            </a:xfrm>
          </p:grpSpPr>
          <p:sp>
            <p:nvSpPr>
              <p:cNvPr id="375" name="Freeform 374">
                <a:extLst>
                  <a:ext uri="{FF2B5EF4-FFF2-40B4-BE49-F238E27FC236}">
                    <a16:creationId xmlns:a16="http://schemas.microsoft.com/office/drawing/2014/main" id="{9C8D15C0-548B-354D-8013-4AB1C8BBC9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6" name="Freeform 375">
                <a:extLst>
                  <a:ext uri="{FF2B5EF4-FFF2-40B4-BE49-F238E27FC236}">
                    <a16:creationId xmlns:a16="http://schemas.microsoft.com/office/drawing/2014/main" id="{81AE569F-4D96-D040-A279-42190FDCEE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7" name="Freeform 376">
                <a:extLst>
                  <a:ext uri="{FF2B5EF4-FFF2-40B4-BE49-F238E27FC236}">
                    <a16:creationId xmlns:a16="http://schemas.microsoft.com/office/drawing/2014/main" id="{1B1BB6FC-6713-774B-B108-5D51531F4C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04C666BA-4AE5-754E-9C1D-BACEEB8A65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9" name="Group 378">
            <a:extLst>
              <a:ext uri="{FF2B5EF4-FFF2-40B4-BE49-F238E27FC236}">
                <a16:creationId xmlns:a16="http://schemas.microsoft.com/office/drawing/2014/main" id="{E13CF270-E1A9-ED4F-B25A-EC17F535D816}"/>
              </a:ext>
            </a:extLst>
          </p:cNvPr>
          <p:cNvGrpSpPr/>
          <p:nvPr/>
        </p:nvGrpSpPr>
        <p:grpSpPr>
          <a:xfrm>
            <a:off x="4403089" y="2023615"/>
            <a:ext cx="1146494" cy="498545"/>
            <a:chOff x="7493876" y="2774731"/>
            <a:chExt cx="1481958" cy="894622"/>
          </a:xfrm>
        </p:grpSpPr>
        <p:sp>
          <p:nvSpPr>
            <p:cNvPr id="380" name="Freeform 379">
              <a:extLst>
                <a:ext uri="{FF2B5EF4-FFF2-40B4-BE49-F238E27FC236}">
                  <a16:creationId xmlns:a16="http://schemas.microsoft.com/office/drawing/2014/main" id="{2023D9E0-8919-9D4B-BC48-DA036377D2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1" name="Oval 380">
              <a:extLst>
                <a:ext uri="{FF2B5EF4-FFF2-40B4-BE49-F238E27FC236}">
                  <a16:creationId xmlns:a16="http://schemas.microsoft.com/office/drawing/2014/main" id="{417CADA6-FA0C-E84F-BD88-1D16598563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2" name="Group 381">
              <a:extLst>
                <a:ext uri="{FF2B5EF4-FFF2-40B4-BE49-F238E27FC236}">
                  <a16:creationId xmlns:a16="http://schemas.microsoft.com/office/drawing/2014/main" id="{F3AA78D0-F9B2-9B49-AA7F-C6A3571E9FEE}"/>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9798E1A6-8D5A-F24F-86B5-1ABF5E8BE7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4" name="Freeform 383">
                <a:extLst>
                  <a:ext uri="{FF2B5EF4-FFF2-40B4-BE49-F238E27FC236}">
                    <a16:creationId xmlns:a16="http://schemas.microsoft.com/office/drawing/2014/main" id="{3DE951C7-D515-2E44-A79A-46E790AD0E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5" name="Freeform 384">
                <a:extLst>
                  <a:ext uri="{FF2B5EF4-FFF2-40B4-BE49-F238E27FC236}">
                    <a16:creationId xmlns:a16="http://schemas.microsoft.com/office/drawing/2014/main" id="{8349890D-9571-1549-B9B7-691508C0B6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D2E3F4C2-6014-744D-BEF5-FDB1AA1491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78" name="Line 230">
            <a:extLst>
              <a:ext uri="{FF2B5EF4-FFF2-40B4-BE49-F238E27FC236}">
                <a16:creationId xmlns:a16="http://schemas.microsoft.com/office/drawing/2014/main" id="{C1EC7F8A-99F7-DE4B-A308-44C9696C6D7A}"/>
              </a:ext>
            </a:extLst>
          </p:cNvPr>
          <p:cNvSpPr>
            <a:spLocks noChangeShapeType="1"/>
          </p:cNvSpPr>
          <p:nvPr/>
        </p:nvSpPr>
        <p:spPr bwMode="auto">
          <a:xfrm>
            <a:off x="5538968" y="2190120"/>
            <a:ext cx="0" cy="2286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291" name="Group 311">
            <a:extLst>
              <a:ext uri="{FF2B5EF4-FFF2-40B4-BE49-F238E27FC236}">
                <a16:creationId xmlns:a16="http://schemas.microsoft.com/office/drawing/2014/main" id="{A06ACF3F-B97A-A64E-BD1F-CFA2CE8DE324}"/>
              </a:ext>
            </a:extLst>
          </p:cNvPr>
          <p:cNvGrpSpPr>
            <a:grpSpLocks/>
          </p:cNvGrpSpPr>
          <p:nvPr/>
        </p:nvGrpSpPr>
        <p:grpSpPr bwMode="auto">
          <a:xfrm>
            <a:off x="4857931" y="2148845"/>
            <a:ext cx="633412" cy="200025"/>
            <a:chOff x="1800" y="1425"/>
            <a:chExt cx="399" cy="126"/>
          </a:xfrm>
        </p:grpSpPr>
        <p:sp>
          <p:nvSpPr>
            <p:cNvPr id="292" name="Rectangle 294">
              <a:extLst>
                <a:ext uri="{FF2B5EF4-FFF2-40B4-BE49-F238E27FC236}">
                  <a16:creationId xmlns:a16="http://schemas.microsoft.com/office/drawing/2014/main" id="{5A57EA0A-4734-BD4C-B974-4D2EAE09F9C7}"/>
                </a:ext>
              </a:extLst>
            </p:cNvPr>
            <p:cNvSpPr>
              <a:spLocks noChangeArrowheads="1"/>
            </p:cNvSpPr>
            <p:nvPr/>
          </p:nvSpPr>
          <p:spPr bwMode="auto">
            <a:xfrm>
              <a:off x="1800"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3" name="Rectangle 295">
              <a:extLst>
                <a:ext uri="{FF2B5EF4-FFF2-40B4-BE49-F238E27FC236}">
                  <a16:creationId xmlns:a16="http://schemas.microsoft.com/office/drawing/2014/main" id="{515879DB-C7F1-BA40-BC8C-71A4134528CE}"/>
                </a:ext>
              </a:extLst>
            </p:cNvPr>
            <p:cNvSpPr>
              <a:spLocks noChangeArrowheads="1"/>
            </p:cNvSpPr>
            <p:nvPr/>
          </p:nvSpPr>
          <p:spPr bwMode="auto">
            <a:xfrm>
              <a:off x="1902" y="1425"/>
              <a:ext cx="93" cy="126"/>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4" name="Rectangle 296">
              <a:extLst>
                <a:ext uri="{FF2B5EF4-FFF2-40B4-BE49-F238E27FC236}">
                  <a16:creationId xmlns:a16="http://schemas.microsoft.com/office/drawing/2014/main" id="{6883F467-08DC-D149-9E36-9C80354D81A5}"/>
                </a:ext>
              </a:extLst>
            </p:cNvPr>
            <p:cNvSpPr>
              <a:spLocks noChangeArrowheads="1"/>
            </p:cNvSpPr>
            <p:nvPr/>
          </p:nvSpPr>
          <p:spPr bwMode="auto">
            <a:xfrm>
              <a:off x="2004"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5" name="Rectangle 297">
              <a:extLst>
                <a:ext uri="{FF2B5EF4-FFF2-40B4-BE49-F238E27FC236}">
                  <a16:creationId xmlns:a16="http://schemas.microsoft.com/office/drawing/2014/main" id="{14CFBD96-CE00-4747-B1A0-49F377A9CB3B}"/>
                </a:ext>
              </a:extLst>
            </p:cNvPr>
            <p:cNvSpPr>
              <a:spLocks noChangeArrowheads="1"/>
            </p:cNvSpPr>
            <p:nvPr/>
          </p:nvSpPr>
          <p:spPr bwMode="auto">
            <a:xfrm>
              <a:off x="2106"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296" name="Rectangle 298">
            <a:extLst>
              <a:ext uri="{FF2B5EF4-FFF2-40B4-BE49-F238E27FC236}">
                <a16:creationId xmlns:a16="http://schemas.microsoft.com/office/drawing/2014/main" id="{DD538D2F-2895-0543-9865-E7D3D0EB0760}"/>
              </a:ext>
            </a:extLst>
          </p:cNvPr>
          <p:cNvSpPr>
            <a:spLocks noChangeArrowheads="1"/>
          </p:cNvSpPr>
          <p:nvPr/>
        </p:nvSpPr>
        <p:spPr bwMode="auto">
          <a:xfrm>
            <a:off x="3841032" y="1971158"/>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8" name="Line 300">
            <a:extLst>
              <a:ext uri="{FF2B5EF4-FFF2-40B4-BE49-F238E27FC236}">
                <a16:creationId xmlns:a16="http://schemas.microsoft.com/office/drawing/2014/main" id="{85E4595A-74BC-814F-A0D6-7500F4FF6766}"/>
              </a:ext>
            </a:extLst>
          </p:cNvPr>
          <p:cNvSpPr>
            <a:spLocks noChangeShapeType="1"/>
          </p:cNvSpPr>
          <p:nvPr/>
        </p:nvSpPr>
        <p:spPr bwMode="auto">
          <a:xfrm>
            <a:off x="4022858" y="2133026"/>
            <a:ext cx="227109" cy="1141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9" name="Line 301">
            <a:extLst>
              <a:ext uri="{FF2B5EF4-FFF2-40B4-BE49-F238E27FC236}">
                <a16:creationId xmlns:a16="http://schemas.microsoft.com/office/drawing/2014/main" id="{B85E52F2-C999-9648-8987-F5FB1740237D}"/>
              </a:ext>
            </a:extLst>
          </p:cNvPr>
          <p:cNvSpPr>
            <a:spLocks noChangeShapeType="1"/>
          </p:cNvSpPr>
          <p:nvPr/>
        </p:nvSpPr>
        <p:spPr bwMode="auto">
          <a:xfrm flipV="1">
            <a:off x="4236079" y="2486552"/>
            <a:ext cx="248236" cy="15573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12" name="Line 332">
            <a:extLst>
              <a:ext uri="{FF2B5EF4-FFF2-40B4-BE49-F238E27FC236}">
                <a16:creationId xmlns:a16="http://schemas.microsoft.com/office/drawing/2014/main" id="{6FDFA112-5209-FD44-A897-DE1B6C0B424B}"/>
              </a:ext>
            </a:extLst>
          </p:cNvPr>
          <p:cNvSpPr>
            <a:spLocks noChangeShapeType="1"/>
          </p:cNvSpPr>
          <p:nvPr/>
        </p:nvSpPr>
        <p:spPr bwMode="auto">
          <a:xfrm flipV="1">
            <a:off x="5112260" y="2401255"/>
            <a:ext cx="17133" cy="64195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88" name="Line 332">
            <a:extLst>
              <a:ext uri="{FF2B5EF4-FFF2-40B4-BE49-F238E27FC236}">
                <a16:creationId xmlns:a16="http://schemas.microsoft.com/office/drawing/2014/main" id="{6706A516-7979-2441-9F83-47F30A5B244C}"/>
              </a:ext>
            </a:extLst>
          </p:cNvPr>
          <p:cNvSpPr>
            <a:spLocks noChangeShapeType="1"/>
          </p:cNvSpPr>
          <p:nvPr/>
        </p:nvSpPr>
        <p:spPr bwMode="auto">
          <a:xfrm flipV="1">
            <a:off x="3757081" y="1665193"/>
            <a:ext cx="0" cy="2210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89" name="Line 332">
            <a:extLst>
              <a:ext uri="{FF2B5EF4-FFF2-40B4-BE49-F238E27FC236}">
                <a16:creationId xmlns:a16="http://schemas.microsoft.com/office/drawing/2014/main" id="{6AC0CDC5-E2A6-D048-8A7B-D6287D7ECB9A}"/>
              </a:ext>
            </a:extLst>
          </p:cNvPr>
          <p:cNvSpPr>
            <a:spLocks noChangeShapeType="1"/>
          </p:cNvSpPr>
          <p:nvPr/>
        </p:nvSpPr>
        <p:spPr bwMode="auto">
          <a:xfrm flipH="1" flipV="1">
            <a:off x="5850118" y="2346352"/>
            <a:ext cx="0" cy="120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10" name="Group 9">
            <a:extLst>
              <a:ext uri="{FF2B5EF4-FFF2-40B4-BE49-F238E27FC236}">
                <a16:creationId xmlns:a16="http://schemas.microsoft.com/office/drawing/2014/main" id="{C2F4F7BC-77D6-3043-887E-5AA5158E60AF}"/>
              </a:ext>
            </a:extLst>
          </p:cNvPr>
          <p:cNvGrpSpPr/>
          <p:nvPr/>
        </p:nvGrpSpPr>
        <p:grpSpPr>
          <a:xfrm>
            <a:off x="867906" y="3874035"/>
            <a:ext cx="9770367" cy="2270091"/>
            <a:chOff x="867905" y="3890077"/>
            <a:chExt cx="9770367" cy="2270091"/>
          </a:xfrm>
        </p:grpSpPr>
        <p:pic>
          <p:nvPicPr>
            <p:cNvPr id="6" name="Picture 5">
              <a:extLst>
                <a:ext uri="{FF2B5EF4-FFF2-40B4-BE49-F238E27FC236}">
                  <a16:creationId xmlns:a16="http://schemas.microsoft.com/office/drawing/2014/main" id="{0FDD6136-A4D4-9F4B-9F7E-413DFB46438C}"/>
                </a:ext>
              </a:extLst>
            </p:cNvPr>
            <p:cNvPicPr>
              <a:picLocks noChangeAspect="1"/>
            </p:cNvPicPr>
            <p:nvPr/>
          </p:nvPicPr>
          <p:blipFill>
            <a:blip r:embed="rId4"/>
            <a:stretch>
              <a:fillRect/>
            </a:stretch>
          </p:blipFill>
          <p:spPr>
            <a:xfrm>
              <a:off x="1542220" y="4680735"/>
              <a:ext cx="2211634" cy="1456220"/>
            </a:xfrm>
            <a:prstGeom prst="rect">
              <a:avLst/>
            </a:prstGeom>
          </p:spPr>
        </p:pic>
        <p:sp>
          <p:nvSpPr>
            <p:cNvPr id="7" name="TextBox 6">
              <a:extLst>
                <a:ext uri="{FF2B5EF4-FFF2-40B4-BE49-F238E27FC236}">
                  <a16:creationId xmlns:a16="http://schemas.microsoft.com/office/drawing/2014/main" id="{67159CD9-3C65-A847-821F-CB514D943AB2}"/>
                </a:ext>
              </a:extLst>
            </p:cNvPr>
            <p:cNvSpPr txBox="1"/>
            <p:nvPr/>
          </p:nvSpPr>
          <p:spPr>
            <a:xfrm>
              <a:off x="867905" y="3890077"/>
              <a:ext cx="977036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Queueing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occurs when work arrives faster than it can be serviced:</a:t>
              </a:r>
            </a:p>
          </p:txBody>
        </p:sp>
        <p:pic>
          <p:nvPicPr>
            <p:cNvPr id="8" name="Picture 7">
              <a:extLst>
                <a:ext uri="{FF2B5EF4-FFF2-40B4-BE49-F238E27FC236}">
                  <a16:creationId xmlns:a16="http://schemas.microsoft.com/office/drawing/2014/main" id="{2D597440-C1D3-E042-AA33-BC4269F06E63}"/>
                </a:ext>
              </a:extLst>
            </p:cNvPr>
            <p:cNvPicPr>
              <a:picLocks noChangeAspect="1"/>
            </p:cNvPicPr>
            <p:nvPr/>
          </p:nvPicPr>
          <p:blipFill>
            <a:blip r:embed="rId5"/>
            <a:stretch>
              <a:fillRect/>
            </a:stretch>
          </p:blipFill>
          <p:spPr>
            <a:xfrm>
              <a:off x="4487440" y="4679579"/>
              <a:ext cx="2575767" cy="1480589"/>
            </a:xfrm>
            <a:prstGeom prst="rect">
              <a:avLst/>
            </a:prstGeom>
          </p:spPr>
        </p:pic>
        <p:pic>
          <p:nvPicPr>
            <p:cNvPr id="9" name="Picture 8">
              <a:extLst>
                <a:ext uri="{FF2B5EF4-FFF2-40B4-BE49-F238E27FC236}">
                  <a16:creationId xmlns:a16="http://schemas.microsoft.com/office/drawing/2014/main" id="{82F0BB4F-5B1A-2F46-A641-AFE3A94778AC}"/>
                </a:ext>
              </a:extLst>
            </p:cNvPr>
            <p:cNvPicPr>
              <a:picLocks noChangeAspect="1"/>
            </p:cNvPicPr>
            <p:nvPr/>
          </p:nvPicPr>
          <p:blipFill>
            <a:blip r:embed="rId6"/>
            <a:stretch>
              <a:fillRect/>
            </a:stretch>
          </p:blipFill>
          <p:spPr>
            <a:xfrm>
              <a:off x="7705104" y="4695225"/>
              <a:ext cx="2241534" cy="1448901"/>
            </a:xfrm>
            <a:prstGeom prst="rect">
              <a:avLst/>
            </a:prstGeom>
          </p:spPr>
        </p:pic>
      </p:grpSp>
      <p:sp>
        <p:nvSpPr>
          <p:cNvPr id="83" name="Slide Number Placeholder 5">
            <a:extLst>
              <a:ext uri="{FF2B5EF4-FFF2-40B4-BE49-F238E27FC236}">
                <a16:creationId xmlns:a16="http://schemas.microsoft.com/office/drawing/2014/main" id="{0032936D-70F5-0749-B579-2F32AE0C12E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31</a:t>
            </a:fld>
            <a:endParaRPr lang="en-US" dirty="0"/>
          </a:p>
        </p:txBody>
      </p:sp>
    </p:spTree>
    <p:extLst>
      <p:ext uri="{BB962C8B-B14F-4D97-AF65-F5344CB8AC3E}">
        <p14:creationId xmlns:p14="http://schemas.microsoft.com/office/powerpoint/2010/main" val="2226687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Packet-switching: queueing</a:t>
            </a:r>
            <a:endParaRPr lang="en-US" dirty="0"/>
          </a:p>
        </p:txBody>
      </p:sp>
      <p:grpSp>
        <p:nvGrpSpPr>
          <p:cNvPr id="275" name="Group 105">
            <a:extLst>
              <a:ext uri="{FF2B5EF4-FFF2-40B4-BE49-F238E27FC236}">
                <a16:creationId xmlns:a16="http://schemas.microsoft.com/office/drawing/2014/main" id="{F34E87DA-3B8D-6640-B193-5B62D7B3EF48}"/>
              </a:ext>
            </a:extLst>
          </p:cNvPr>
          <p:cNvGrpSpPr>
            <a:grpSpLocks/>
          </p:cNvGrpSpPr>
          <p:nvPr/>
        </p:nvGrpSpPr>
        <p:grpSpPr bwMode="auto">
          <a:xfrm>
            <a:off x="8836206" y="2201232"/>
            <a:ext cx="779462" cy="679450"/>
            <a:chOff x="-44" y="1473"/>
            <a:chExt cx="981" cy="1105"/>
          </a:xfrm>
        </p:grpSpPr>
        <p:pic>
          <p:nvPicPr>
            <p:cNvPr id="276" name="Picture 106" descr="desktop_computer_stylized_medium">
              <a:extLst>
                <a:ext uri="{FF2B5EF4-FFF2-40B4-BE49-F238E27FC236}">
                  <a16:creationId xmlns:a16="http://schemas.microsoft.com/office/drawing/2014/main" id="{E88711D7-A9FD-F746-A832-BB5DB88FF5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107">
              <a:extLst>
                <a:ext uri="{FF2B5EF4-FFF2-40B4-BE49-F238E27FC236}">
                  <a16:creationId xmlns:a16="http://schemas.microsoft.com/office/drawing/2014/main" id="{EFDDE8B0-B296-DF47-AC1D-13986353D870}"/>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279" name="Line 276">
            <a:extLst>
              <a:ext uri="{FF2B5EF4-FFF2-40B4-BE49-F238E27FC236}">
                <a16:creationId xmlns:a16="http://schemas.microsoft.com/office/drawing/2014/main" id="{9DC8420F-6FED-9E4A-9003-4D53AC5D01A2}"/>
              </a:ext>
            </a:extLst>
          </p:cNvPr>
          <p:cNvSpPr>
            <a:spLocks noChangeShapeType="1"/>
          </p:cNvSpPr>
          <p:nvPr/>
        </p:nvSpPr>
        <p:spPr bwMode="auto">
          <a:xfrm>
            <a:off x="3422622" y="1813032"/>
            <a:ext cx="984459" cy="4310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0" name="Line 277">
            <a:extLst>
              <a:ext uri="{FF2B5EF4-FFF2-40B4-BE49-F238E27FC236}">
                <a16:creationId xmlns:a16="http://schemas.microsoft.com/office/drawing/2014/main" id="{825EEE7A-C48E-7E45-9D02-0472E543201C}"/>
              </a:ext>
            </a:extLst>
          </p:cNvPr>
          <p:cNvSpPr>
            <a:spLocks noChangeShapeType="1"/>
          </p:cNvSpPr>
          <p:nvPr/>
        </p:nvSpPr>
        <p:spPr bwMode="auto">
          <a:xfrm flipV="1">
            <a:off x="3807005" y="2371933"/>
            <a:ext cx="722173" cy="4769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1" name="Line 278">
            <a:extLst>
              <a:ext uri="{FF2B5EF4-FFF2-40B4-BE49-F238E27FC236}">
                <a16:creationId xmlns:a16="http://schemas.microsoft.com/office/drawing/2014/main" id="{7472BE77-3691-A64A-9D97-5E6D5271B944}"/>
              </a:ext>
            </a:extLst>
          </p:cNvPr>
          <p:cNvSpPr>
            <a:spLocks noChangeShapeType="1"/>
          </p:cNvSpPr>
          <p:nvPr/>
        </p:nvSpPr>
        <p:spPr bwMode="auto">
          <a:xfrm>
            <a:off x="5504043" y="2285370"/>
            <a:ext cx="2287168"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2" name="Line 279">
            <a:extLst>
              <a:ext uri="{FF2B5EF4-FFF2-40B4-BE49-F238E27FC236}">
                <a16:creationId xmlns:a16="http://schemas.microsoft.com/office/drawing/2014/main" id="{FEAD7E75-DCE4-5348-BE6B-AF5B7F022A37}"/>
              </a:ext>
            </a:extLst>
          </p:cNvPr>
          <p:cNvSpPr>
            <a:spLocks noChangeShapeType="1"/>
          </p:cNvSpPr>
          <p:nvPr/>
        </p:nvSpPr>
        <p:spPr bwMode="auto">
          <a:xfrm flipH="1" flipV="1">
            <a:off x="8165418" y="2467932"/>
            <a:ext cx="9525" cy="3635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3" name="Line 280">
            <a:extLst>
              <a:ext uri="{FF2B5EF4-FFF2-40B4-BE49-F238E27FC236}">
                <a16:creationId xmlns:a16="http://schemas.microsoft.com/office/drawing/2014/main" id="{2831F7A9-2F0F-8643-AA95-303E1AF9ADAC}"/>
              </a:ext>
            </a:extLst>
          </p:cNvPr>
          <p:cNvSpPr>
            <a:spLocks noChangeShapeType="1"/>
          </p:cNvSpPr>
          <p:nvPr/>
        </p:nvSpPr>
        <p:spPr bwMode="auto">
          <a:xfrm flipV="1">
            <a:off x="8684793" y="1917070"/>
            <a:ext cx="604838" cy="3079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4" name="Rectangle 287">
            <a:extLst>
              <a:ext uri="{FF2B5EF4-FFF2-40B4-BE49-F238E27FC236}">
                <a16:creationId xmlns:a16="http://schemas.microsoft.com/office/drawing/2014/main" id="{8B0A5911-8670-7545-8347-3C226F681CDD}"/>
              </a:ext>
            </a:extLst>
          </p:cNvPr>
          <p:cNvSpPr>
            <a:spLocks noChangeArrowheads="1"/>
          </p:cNvSpPr>
          <p:nvPr/>
        </p:nvSpPr>
        <p:spPr bwMode="auto">
          <a:xfrm>
            <a:off x="5702481"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5" name="Rectangle 288">
            <a:extLst>
              <a:ext uri="{FF2B5EF4-FFF2-40B4-BE49-F238E27FC236}">
                <a16:creationId xmlns:a16="http://schemas.microsoft.com/office/drawing/2014/main" id="{D262208C-E5D3-224C-B1CE-C8701D3CCDF2}"/>
              </a:ext>
            </a:extLst>
          </p:cNvPr>
          <p:cNvSpPr>
            <a:spLocks noChangeArrowheads="1"/>
          </p:cNvSpPr>
          <p:nvPr/>
        </p:nvSpPr>
        <p:spPr bwMode="auto">
          <a:xfrm>
            <a:off x="5864406"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6" name="Rectangle 289">
            <a:extLst>
              <a:ext uri="{FF2B5EF4-FFF2-40B4-BE49-F238E27FC236}">
                <a16:creationId xmlns:a16="http://schemas.microsoft.com/office/drawing/2014/main" id="{39F5499D-2B7E-A343-AE94-288D88B721D8}"/>
              </a:ext>
            </a:extLst>
          </p:cNvPr>
          <p:cNvSpPr>
            <a:spLocks noChangeArrowheads="1"/>
          </p:cNvSpPr>
          <p:nvPr/>
        </p:nvSpPr>
        <p:spPr bwMode="auto">
          <a:xfrm>
            <a:off x="6026331"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7" name="Rectangle 290">
            <a:extLst>
              <a:ext uri="{FF2B5EF4-FFF2-40B4-BE49-F238E27FC236}">
                <a16:creationId xmlns:a16="http://schemas.microsoft.com/office/drawing/2014/main" id="{2B5D01EF-066C-1A48-8E4C-1E80A58E186A}"/>
              </a:ext>
            </a:extLst>
          </p:cNvPr>
          <p:cNvSpPr>
            <a:spLocks noChangeArrowheads="1"/>
          </p:cNvSpPr>
          <p:nvPr/>
        </p:nvSpPr>
        <p:spPr bwMode="auto">
          <a:xfrm>
            <a:off x="6188256" y="207264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8" name="Rectangle 291">
            <a:extLst>
              <a:ext uri="{FF2B5EF4-FFF2-40B4-BE49-F238E27FC236}">
                <a16:creationId xmlns:a16="http://schemas.microsoft.com/office/drawing/2014/main" id="{019B14E7-A111-8B45-B672-89473571D4C8}"/>
              </a:ext>
            </a:extLst>
          </p:cNvPr>
          <p:cNvSpPr>
            <a:spLocks noChangeArrowheads="1"/>
          </p:cNvSpPr>
          <p:nvPr/>
        </p:nvSpPr>
        <p:spPr bwMode="auto">
          <a:xfrm>
            <a:off x="6350181"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89" name="Rectangle 292">
            <a:extLst>
              <a:ext uri="{FF2B5EF4-FFF2-40B4-BE49-F238E27FC236}">
                <a16:creationId xmlns:a16="http://schemas.microsoft.com/office/drawing/2014/main" id="{D4848F26-5AA5-CB46-A9C1-6020BE7C2B87}"/>
              </a:ext>
            </a:extLst>
          </p:cNvPr>
          <p:cNvSpPr>
            <a:spLocks noChangeArrowheads="1"/>
          </p:cNvSpPr>
          <p:nvPr/>
        </p:nvSpPr>
        <p:spPr bwMode="auto">
          <a:xfrm>
            <a:off x="6721656" y="2072645"/>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0" name="Rectangle 293">
            <a:extLst>
              <a:ext uri="{FF2B5EF4-FFF2-40B4-BE49-F238E27FC236}">
                <a16:creationId xmlns:a16="http://schemas.microsoft.com/office/drawing/2014/main" id="{58A10118-20F6-D346-ACBE-1C600CE906A6}"/>
              </a:ext>
            </a:extLst>
          </p:cNvPr>
          <p:cNvSpPr>
            <a:spLocks noChangeArrowheads="1"/>
          </p:cNvSpPr>
          <p:nvPr/>
        </p:nvSpPr>
        <p:spPr bwMode="auto">
          <a:xfrm>
            <a:off x="7263981" y="2067882"/>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7" name="Rectangle 299">
            <a:extLst>
              <a:ext uri="{FF2B5EF4-FFF2-40B4-BE49-F238E27FC236}">
                <a16:creationId xmlns:a16="http://schemas.microsoft.com/office/drawing/2014/main" id="{D17E1878-497E-2A43-A481-55CB4F917609}"/>
              </a:ext>
            </a:extLst>
          </p:cNvPr>
          <p:cNvSpPr>
            <a:spLocks noChangeArrowheads="1"/>
          </p:cNvSpPr>
          <p:nvPr/>
        </p:nvSpPr>
        <p:spPr bwMode="auto">
          <a:xfrm>
            <a:off x="4062595" y="2529818"/>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0" name="Line 302">
            <a:extLst>
              <a:ext uri="{FF2B5EF4-FFF2-40B4-BE49-F238E27FC236}">
                <a16:creationId xmlns:a16="http://schemas.microsoft.com/office/drawing/2014/main" id="{939ADA0D-1455-884D-9357-27B446CF8E8C}"/>
              </a:ext>
            </a:extLst>
          </p:cNvPr>
          <p:cNvSpPr>
            <a:spLocks noChangeShapeType="1"/>
          </p:cNvSpPr>
          <p:nvPr/>
        </p:nvSpPr>
        <p:spPr bwMode="auto">
          <a:xfrm>
            <a:off x="6083481" y="1963107"/>
            <a:ext cx="1062037"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1" name="Text Box 303">
            <a:extLst>
              <a:ext uri="{FF2B5EF4-FFF2-40B4-BE49-F238E27FC236}">
                <a16:creationId xmlns:a16="http://schemas.microsoft.com/office/drawing/2014/main" id="{D05EF651-36F2-F84C-8F83-221121AD981D}"/>
              </a:ext>
            </a:extLst>
          </p:cNvPr>
          <p:cNvSpPr txBox="1">
            <a:spLocks noChangeArrowheads="1"/>
          </p:cNvSpPr>
          <p:nvPr/>
        </p:nvSpPr>
        <p:spPr bwMode="auto">
          <a:xfrm>
            <a:off x="2827410" y="1545542"/>
            <a:ext cx="3337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rPr>
              <a:t>A</a:t>
            </a:r>
            <a:endParaRPr kumimoji="0" lang="en-US" altLang="en-US" sz="24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endParaRPr>
          </a:p>
        </p:txBody>
      </p:sp>
      <p:sp>
        <p:nvSpPr>
          <p:cNvPr id="302" name="Text Box 304">
            <a:extLst>
              <a:ext uri="{FF2B5EF4-FFF2-40B4-BE49-F238E27FC236}">
                <a16:creationId xmlns:a16="http://schemas.microsoft.com/office/drawing/2014/main" id="{6A48403E-84A6-DD47-B81F-166DA1F574B3}"/>
              </a:ext>
            </a:extLst>
          </p:cNvPr>
          <p:cNvSpPr txBox="1">
            <a:spLocks noChangeArrowheads="1"/>
          </p:cNvSpPr>
          <p:nvPr/>
        </p:nvSpPr>
        <p:spPr bwMode="auto">
          <a:xfrm>
            <a:off x="3133638" y="2494764"/>
            <a:ext cx="3241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Arial"/>
              </a:rPr>
              <a:t>B</a:t>
            </a:r>
            <a:endPar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Arial"/>
            </a:endParaRPr>
          </a:p>
        </p:txBody>
      </p:sp>
      <p:sp>
        <p:nvSpPr>
          <p:cNvPr id="303" name="Text Box 305">
            <a:extLst>
              <a:ext uri="{FF2B5EF4-FFF2-40B4-BE49-F238E27FC236}">
                <a16:creationId xmlns:a16="http://schemas.microsoft.com/office/drawing/2014/main" id="{1E849109-85A5-E14E-B580-0CB3D572232A}"/>
              </a:ext>
            </a:extLst>
          </p:cNvPr>
          <p:cNvSpPr txBox="1">
            <a:spLocks noChangeArrowheads="1"/>
          </p:cNvSpPr>
          <p:nvPr/>
        </p:nvSpPr>
        <p:spPr bwMode="auto">
          <a:xfrm>
            <a:off x="9575296" y="1479154"/>
            <a:ext cx="3209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rPr>
              <a:t>C</a:t>
            </a:r>
            <a:endParaRPr kumimoji="0" lang="en-US" altLang="en-US" sz="2400" b="0"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34" charset="-128"/>
              <a:cs typeface="Arial"/>
            </a:endParaRPr>
          </a:p>
        </p:txBody>
      </p:sp>
      <p:sp>
        <p:nvSpPr>
          <p:cNvPr id="304" name="Text Box 308">
            <a:extLst>
              <a:ext uri="{FF2B5EF4-FFF2-40B4-BE49-F238E27FC236}">
                <a16:creationId xmlns:a16="http://schemas.microsoft.com/office/drawing/2014/main" id="{7F01473B-D3BF-EB40-A40F-58D06873F71E}"/>
              </a:ext>
            </a:extLst>
          </p:cNvPr>
          <p:cNvSpPr txBox="1">
            <a:spLocks noChangeArrowheads="1"/>
          </p:cNvSpPr>
          <p:nvPr/>
        </p:nvSpPr>
        <p:spPr bwMode="auto">
          <a:xfrm>
            <a:off x="3622531" y="1345724"/>
            <a:ext cx="15647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 100 Mb/s</a:t>
            </a:r>
          </a:p>
        </p:txBody>
      </p:sp>
      <p:sp>
        <p:nvSpPr>
          <p:cNvPr id="305" name="Text Box 309">
            <a:extLst>
              <a:ext uri="{FF2B5EF4-FFF2-40B4-BE49-F238E27FC236}">
                <a16:creationId xmlns:a16="http://schemas.microsoft.com/office/drawing/2014/main" id="{15B8B92D-43FD-C448-829C-72D56B8EC46E}"/>
              </a:ext>
            </a:extLst>
          </p:cNvPr>
          <p:cNvSpPr txBox="1">
            <a:spLocks noChangeArrowheads="1"/>
          </p:cNvSpPr>
          <p:nvPr/>
        </p:nvSpPr>
        <p:spPr bwMode="auto">
          <a:xfrm>
            <a:off x="5697718" y="2382932"/>
            <a:ext cx="1499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 1.5 Mb/s</a:t>
            </a:r>
            <a:endParaRPr kumimoji="0" lang="en-US" altLang="en-US" sz="24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06" name="Text Box 310">
            <a:extLst>
              <a:ext uri="{FF2B5EF4-FFF2-40B4-BE49-F238E27FC236}">
                <a16:creationId xmlns:a16="http://schemas.microsoft.com/office/drawing/2014/main" id="{1705A15E-2327-1946-A5A8-72CDB5567E15}"/>
              </a:ext>
            </a:extLst>
          </p:cNvPr>
          <p:cNvSpPr txBox="1">
            <a:spLocks noChangeArrowheads="1"/>
          </p:cNvSpPr>
          <p:nvPr/>
        </p:nvSpPr>
        <p:spPr bwMode="auto">
          <a:xfrm>
            <a:off x="8199018" y="288068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07" name="Line 281">
            <a:extLst>
              <a:ext uri="{FF2B5EF4-FFF2-40B4-BE49-F238E27FC236}">
                <a16:creationId xmlns:a16="http://schemas.microsoft.com/office/drawing/2014/main" id="{C1196941-D337-794E-85EA-09EE18FB91FD}"/>
              </a:ext>
            </a:extLst>
          </p:cNvPr>
          <p:cNvSpPr>
            <a:spLocks noChangeShapeType="1"/>
          </p:cNvSpPr>
          <p:nvPr/>
        </p:nvSpPr>
        <p:spPr bwMode="auto">
          <a:xfrm flipV="1">
            <a:off x="8734606" y="3033082"/>
            <a:ext cx="984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8" name="Line 283">
            <a:extLst>
              <a:ext uri="{FF2B5EF4-FFF2-40B4-BE49-F238E27FC236}">
                <a16:creationId xmlns:a16="http://schemas.microsoft.com/office/drawing/2014/main" id="{9D4A7DBD-56CD-A443-A44E-AA1C429AE9CB}"/>
              </a:ext>
            </a:extLst>
          </p:cNvPr>
          <p:cNvSpPr>
            <a:spLocks noChangeShapeType="1"/>
          </p:cNvSpPr>
          <p:nvPr/>
        </p:nvSpPr>
        <p:spPr bwMode="auto">
          <a:xfrm flipH="1">
            <a:off x="8244205" y="2736221"/>
            <a:ext cx="950175" cy="1683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09" name="Text Box 306">
            <a:extLst>
              <a:ext uri="{FF2B5EF4-FFF2-40B4-BE49-F238E27FC236}">
                <a16:creationId xmlns:a16="http://schemas.microsoft.com/office/drawing/2014/main" id="{2C51061A-E4E4-454A-BDD2-1E2F2AB72C8D}"/>
              </a:ext>
            </a:extLst>
          </p:cNvPr>
          <p:cNvSpPr txBox="1">
            <a:spLocks noChangeArrowheads="1"/>
          </p:cNvSpPr>
          <p:nvPr/>
        </p:nvSpPr>
        <p:spPr bwMode="auto">
          <a:xfrm>
            <a:off x="9499682" y="2250194"/>
            <a:ext cx="40481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D</a:t>
            </a:r>
            <a:endParaRPr kumimoji="0" lang="en-US" altLang="en-US" sz="20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sp>
        <p:nvSpPr>
          <p:cNvPr id="310" name="Text Box 307">
            <a:extLst>
              <a:ext uri="{FF2B5EF4-FFF2-40B4-BE49-F238E27FC236}">
                <a16:creationId xmlns:a16="http://schemas.microsoft.com/office/drawing/2014/main" id="{63A27B73-528E-984E-8E80-1DB712E57E77}"/>
              </a:ext>
            </a:extLst>
          </p:cNvPr>
          <p:cNvSpPr txBox="1">
            <a:spLocks noChangeArrowheads="1"/>
          </p:cNvSpPr>
          <p:nvPr/>
        </p:nvSpPr>
        <p:spPr bwMode="auto">
          <a:xfrm>
            <a:off x="10325847" y="2632972"/>
            <a:ext cx="3097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Arial"/>
              </a:rPr>
              <a:t>E</a:t>
            </a:r>
            <a:endParaRPr kumimoji="0" lang="en-US" altLang="en-US" sz="2400" b="0" i="0"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Arial"/>
            </a:endParaRPr>
          </a:p>
        </p:txBody>
      </p:sp>
      <p:sp>
        <p:nvSpPr>
          <p:cNvPr id="311" name="Text Box 330">
            <a:extLst>
              <a:ext uri="{FF2B5EF4-FFF2-40B4-BE49-F238E27FC236}">
                <a16:creationId xmlns:a16="http://schemas.microsoft.com/office/drawing/2014/main" id="{556DA9AA-BD66-E340-BB5A-0B5515A57706}"/>
              </a:ext>
            </a:extLst>
          </p:cNvPr>
          <p:cNvSpPr txBox="1">
            <a:spLocks noChangeArrowheads="1"/>
          </p:cNvSpPr>
          <p:nvPr/>
        </p:nvSpPr>
        <p:spPr bwMode="auto">
          <a:xfrm>
            <a:off x="3869197" y="3030215"/>
            <a:ext cx="2686586" cy="80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a:rPr>
              <a:t>queue</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of packets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waiting for transmission over output link</a:t>
            </a:r>
            <a:endParaRPr kumimoji="0" lang="en-US" altLang="en-US" sz="1800" b="0" i="0" u="none" strike="noStrike" kern="1200" cap="none" spc="0" normalizeH="0" baseline="0" noProof="0" dirty="0">
              <a:ln>
                <a:noFill/>
              </a:ln>
              <a:solidFill>
                <a:srgbClr val="00CC99"/>
              </a:solidFill>
              <a:effectLst/>
              <a:uLnTx/>
              <a:uFillTx/>
              <a:latin typeface="Calibri" panose="020F0502020204030204"/>
              <a:ea typeface="ＭＳ Ｐゴシック" panose="020B0600070205080204" pitchFamily="34" charset="-128"/>
              <a:cs typeface="Arial"/>
            </a:endParaRPr>
          </a:p>
        </p:txBody>
      </p:sp>
      <p:pic>
        <p:nvPicPr>
          <p:cNvPr id="314" name="Picture 97" descr="desktop_computer_stylized_medium">
            <a:extLst>
              <a:ext uri="{FF2B5EF4-FFF2-40B4-BE49-F238E27FC236}">
                <a16:creationId xmlns:a16="http://schemas.microsoft.com/office/drawing/2014/main" id="{573AA0F8-1799-5C42-906E-2606A92ABC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866218" y="1537657"/>
            <a:ext cx="779463"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98">
            <a:extLst>
              <a:ext uri="{FF2B5EF4-FFF2-40B4-BE49-F238E27FC236}">
                <a16:creationId xmlns:a16="http://schemas.microsoft.com/office/drawing/2014/main" id="{7CBCC3B7-DD4B-854D-83B4-6C036898D2DC}"/>
              </a:ext>
            </a:extLst>
          </p:cNvPr>
          <p:cNvSpPr>
            <a:spLocks/>
          </p:cNvSpPr>
          <p:nvPr/>
        </p:nvSpPr>
        <p:spPr bwMode="auto">
          <a:xfrm flipH="1">
            <a:off x="3198344" y="1602835"/>
            <a:ext cx="379005" cy="311133"/>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316" name="Group 99">
            <a:extLst>
              <a:ext uri="{FF2B5EF4-FFF2-40B4-BE49-F238E27FC236}">
                <a16:creationId xmlns:a16="http://schemas.microsoft.com/office/drawing/2014/main" id="{4E03F72D-983A-8649-8AB9-3BB8E480797F}"/>
              </a:ext>
            </a:extLst>
          </p:cNvPr>
          <p:cNvGrpSpPr>
            <a:grpSpLocks/>
          </p:cNvGrpSpPr>
          <p:nvPr/>
        </p:nvGrpSpPr>
        <p:grpSpPr bwMode="auto">
          <a:xfrm>
            <a:off x="3157718" y="2512382"/>
            <a:ext cx="779463" cy="679450"/>
            <a:chOff x="-44" y="1473"/>
            <a:chExt cx="981" cy="1105"/>
          </a:xfrm>
        </p:grpSpPr>
        <p:pic>
          <p:nvPicPr>
            <p:cNvPr id="317" name="Picture 100" descr="desktop_computer_stylized_medium">
              <a:extLst>
                <a:ext uri="{FF2B5EF4-FFF2-40B4-BE49-F238E27FC236}">
                  <a16:creationId xmlns:a16="http://schemas.microsoft.com/office/drawing/2014/main" id="{2EB37FAA-6E06-BE4D-94EC-382407D76A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Freeform 101">
              <a:extLst>
                <a:ext uri="{FF2B5EF4-FFF2-40B4-BE49-F238E27FC236}">
                  <a16:creationId xmlns:a16="http://schemas.microsoft.com/office/drawing/2014/main" id="{6052CE21-5D5E-E843-9F98-90FE298E99C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19" name="Group 102">
            <a:extLst>
              <a:ext uri="{FF2B5EF4-FFF2-40B4-BE49-F238E27FC236}">
                <a16:creationId xmlns:a16="http://schemas.microsoft.com/office/drawing/2014/main" id="{91946ED8-FFCF-5942-80E3-8AA8455B4015}"/>
              </a:ext>
            </a:extLst>
          </p:cNvPr>
          <p:cNvGrpSpPr>
            <a:grpSpLocks/>
          </p:cNvGrpSpPr>
          <p:nvPr/>
        </p:nvGrpSpPr>
        <p:grpSpPr bwMode="auto">
          <a:xfrm>
            <a:off x="9553756" y="2572707"/>
            <a:ext cx="779462" cy="679450"/>
            <a:chOff x="-44" y="1473"/>
            <a:chExt cx="981" cy="1105"/>
          </a:xfrm>
        </p:grpSpPr>
        <p:pic>
          <p:nvPicPr>
            <p:cNvPr id="320" name="Picture 103" descr="desktop_computer_stylized_medium">
              <a:extLst>
                <a:ext uri="{FF2B5EF4-FFF2-40B4-BE49-F238E27FC236}">
                  <a16:creationId xmlns:a16="http://schemas.microsoft.com/office/drawing/2014/main" id="{3CF40F07-212C-C840-8691-1733E56132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Freeform 104">
              <a:extLst>
                <a:ext uri="{FF2B5EF4-FFF2-40B4-BE49-F238E27FC236}">
                  <a16:creationId xmlns:a16="http://schemas.microsoft.com/office/drawing/2014/main" id="{E68BC373-85F3-BA4A-8434-3111094EB6D8}"/>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22" name="Group 108">
            <a:extLst>
              <a:ext uri="{FF2B5EF4-FFF2-40B4-BE49-F238E27FC236}">
                <a16:creationId xmlns:a16="http://schemas.microsoft.com/office/drawing/2014/main" id="{01317188-C1E0-694E-B45B-7319D79BCFE9}"/>
              </a:ext>
            </a:extLst>
          </p:cNvPr>
          <p:cNvGrpSpPr>
            <a:grpSpLocks/>
          </p:cNvGrpSpPr>
          <p:nvPr/>
        </p:nvGrpSpPr>
        <p:grpSpPr bwMode="auto">
          <a:xfrm>
            <a:off x="8918756" y="1380495"/>
            <a:ext cx="779462" cy="679450"/>
            <a:chOff x="-44" y="1473"/>
            <a:chExt cx="981" cy="1105"/>
          </a:xfrm>
        </p:grpSpPr>
        <p:pic>
          <p:nvPicPr>
            <p:cNvPr id="323" name="Picture 109" descr="desktop_computer_stylized_medium">
              <a:extLst>
                <a:ext uri="{FF2B5EF4-FFF2-40B4-BE49-F238E27FC236}">
                  <a16:creationId xmlns:a16="http://schemas.microsoft.com/office/drawing/2014/main" id="{92B110BF-10E7-BC42-AB4B-3F1A6E6A2E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 name="Freeform 110">
              <a:extLst>
                <a:ext uri="{FF2B5EF4-FFF2-40B4-BE49-F238E27FC236}">
                  <a16:creationId xmlns:a16="http://schemas.microsoft.com/office/drawing/2014/main" id="{D02F4F44-52FE-0E4D-BB82-E10F3BD04F5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363" name="Group 362">
            <a:extLst>
              <a:ext uri="{FF2B5EF4-FFF2-40B4-BE49-F238E27FC236}">
                <a16:creationId xmlns:a16="http://schemas.microsoft.com/office/drawing/2014/main" id="{173AE6D5-68CD-C54F-A308-AF4429F3910C}"/>
              </a:ext>
            </a:extLst>
          </p:cNvPr>
          <p:cNvGrpSpPr/>
          <p:nvPr/>
        </p:nvGrpSpPr>
        <p:grpSpPr>
          <a:xfrm>
            <a:off x="7595249" y="2045192"/>
            <a:ext cx="1146494" cy="498545"/>
            <a:chOff x="7493876" y="2774731"/>
            <a:chExt cx="1481958" cy="894622"/>
          </a:xfrm>
        </p:grpSpPr>
        <p:sp>
          <p:nvSpPr>
            <p:cNvPr id="364" name="Freeform 363">
              <a:extLst>
                <a:ext uri="{FF2B5EF4-FFF2-40B4-BE49-F238E27FC236}">
                  <a16:creationId xmlns:a16="http://schemas.microsoft.com/office/drawing/2014/main" id="{380275CA-D809-AA4B-A952-7CDB1B7728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3E1C485-6E19-F047-AE7B-D9818E2BF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F5E9CBAD-D03E-9341-8E23-F1280791A28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BE6F6BF5-D1B7-EA4E-8FDF-D0B255FC04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FB7D27E2-CCF6-BC41-86BA-9A4294537E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AEB1EF04-B0B9-0C45-8B5E-5032278125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88FC3F1B-A4AF-2F41-9B06-1DE4ECEFB7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1" name="Group 370">
            <a:extLst>
              <a:ext uri="{FF2B5EF4-FFF2-40B4-BE49-F238E27FC236}">
                <a16:creationId xmlns:a16="http://schemas.microsoft.com/office/drawing/2014/main" id="{F1603ECD-AC1A-A544-88F1-56B46AC17A2C}"/>
              </a:ext>
            </a:extLst>
          </p:cNvPr>
          <p:cNvGrpSpPr/>
          <p:nvPr/>
        </p:nvGrpSpPr>
        <p:grpSpPr>
          <a:xfrm>
            <a:off x="7621178" y="2733126"/>
            <a:ext cx="1146494" cy="498545"/>
            <a:chOff x="7493876" y="2774731"/>
            <a:chExt cx="1481958" cy="894622"/>
          </a:xfrm>
        </p:grpSpPr>
        <p:sp>
          <p:nvSpPr>
            <p:cNvPr id="372" name="Freeform 371">
              <a:extLst>
                <a:ext uri="{FF2B5EF4-FFF2-40B4-BE49-F238E27FC236}">
                  <a16:creationId xmlns:a16="http://schemas.microsoft.com/office/drawing/2014/main" id="{482C6B14-449F-4546-9144-55F5B7C715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3" name="Oval 372">
              <a:extLst>
                <a:ext uri="{FF2B5EF4-FFF2-40B4-BE49-F238E27FC236}">
                  <a16:creationId xmlns:a16="http://schemas.microsoft.com/office/drawing/2014/main" id="{8C779DA2-3A8F-B145-A969-B85A812AD0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4" name="Group 373">
              <a:extLst>
                <a:ext uri="{FF2B5EF4-FFF2-40B4-BE49-F238E27FC236}">
                  <a16:creationId xmlns:a16="http://schemas.microsoft.com/office/drawing/2014/main" id="{448306A3-BD95-0542-A39D-6D17237F1EB9}"/>
                </a:ext>
              </a:extLst>
            </p:cNvPr>
            <p:cNvGrpSpPr/>
            <p:nvPr/>
          </p:nvGrpSpPr>
          <p:grpSpPr>
            <a:xfrm>
              <a:off x="7713663" y="2848339"/>
              <a:ext cx="1042107" cy="425543"/>
              <a:chOff x="7786941" y="2884917"/>
              <a:chExt cx="897649" cy="353919"/>
            </a:xfrm>
          </p:grpSpPr>
          <p:sp>
            <p:nvSpPr>
              <p:cNvPr id="375" name="Freeform 374">
                <a:extLst>
                  <a:ext uri="{FF2B5EF4-FFF2-40B4-BE49-F238E27FC236}">
                    <a16:creationId xmlns:a16="http://schemas.microsoft.com/office/drawing/2014/main" id="{9C8D15C0-548B-354D-8013-4AB1C8BBC9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6" name="Freeform 375">
                <a:extLst>
                  <a:ext uri="{FF2B5EF4-FFF2-40B4-BE49-F238E27FC236}">
                    <a16:creationId xmlns:a16="http://schemas.microsoft.com/office/drawing/2014/main" id="{81AE569F-4D96-D040-A279-42190FDCEE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7" name="Freeform 376">
                <a:extLst>
                  <a:ext uri="{FF2B5EF4-FFF2-40B4-BE49-F238E27FC236}">
                    <a16:creationId xmlns:a16="http://schemas.microsoft.com/office/drawing/2014/main" id="{1B1BB6FC-6713-774B-B108-5D51531F4C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04C666BA-4AE5-754E-9C1D-BACEEB8A65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9" name="Group 378">
            <a:extLst>
              <a:ext uri="{FF2B5EF4-FFF2-40B4-BE49-F238E27FC236}">
                <a16:creationId xmlns:a16="http://schemas.microsoft.com/office/drawing/2014/main" id="{E13CF270-E1A9-ED4F-B25A-EC17F535D816}"/>
              </a:ext>
            </a:extLst>
          </p:cNvPr>
          <p:cNvGrpSpPr/>
          <p:nvPr/>
        </p:nvGrpSpPr>
        <p:grpSpPr>
          <a:xfrm>
            <a:off x="4403089" y="2023615"/>
            <a:ext cx="1146494" cy="498545"/>
            <a:chOff x="7493876" y="2774731"/>
            <a:chExt cx="1481958" cy="894622"/>
          </a:xfrm>
        </p:grpSpPr>
        <p:sp>
          <p:nvSpPr>
            <p:cNvPr id="380" name="Freeform 379">
              <a:extLst>
                <a:ext uri="{FF2B5EF4-FFF2-40B4-BE49-F238E27FC236}">
                  <a16:creationId xmlns:a16="http://schemas.microsoft.com/office/drawing/2014/main" id="{2023D9E0-8919-9D4B-BC48-DA036377D2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1" name="Oval 380">
              <a:extLst>
                <a:ext uri="{FF2B5EF4-FFF2-40B4-BE49-F238E27FC236}">
                  <a16:creationId xmlns:a16="http://schemas.microsoft.com/office/drawing/2014/main" id="{417CADA6-FA0C-E84F-BD88-1D16598563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2" name="Group 381">
              <a:extLst>
                <a:ext uri="{FF2B5EF4-FFF2-40B4-BE49-F238E27FC236}">
                  <a16:creationId xmlns:a16="http://schemas.microsoft.com/office/drawing/2014/main" id="{F3AA78D0-F9B2-9B49-AA7F-C6A3571E9FEE}"/>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9798E1A6-8D5A-F24F-86B5-1ABF5E8BE7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4" name="Freeform 383">
                <a:extLst>
                  <a:ext uri="{FF2B5EF4-FFF2-40B4-BE49-F238E27FC236}">
                    <a16:creationId xmlns:a16="http://schemas.microsoft.com/office/drawing/2014/main" id="{3DE951C7-D515-2E44-A79A-46E790AD0E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5" name="Freeform 384">
                <a:extLst>
                  <a:ext uri="{FF2B5EF4-FFF2-40B4-BE49-F238E27FC236}">
                    <a16:creationId xmlns:a16="http://schemas.microsoft.com/office/drawing/2014/main" id="{8349890D-9571-1549-B9B7-691508C0B6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D2E3F4C2-6014-744D-BEF5-FDB1AA1491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78" name="Line 230">
            <a:extLst>
              <a:ext uri="{FF2B5EF4-FFF2-40B4-BE49-F238E27FC236}">
                <a16:creationId xmlns:a16="http://schemas.microsoft.com/office/drawing/2014/main" id="{C1EC7F8A-99F7-DE4B-A308-44C9696C6D7A}"/>
              </a:ext>
            </a:extLst>
          </p:cNvPr>
          <p:cNvSpPr>
            <a:spLocks noChangeShapeType="1"/>
          </p:cNvSpPr>
          <p:nvPr/>
        </p:nvSpPr>
        <p:spPr bwMode="auto">
          <a:xfrm>
            <a:off x="5538968" y="2190120"/>
            <a:ext cx="0" cy="2286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291" name="Group 311">
            <a:extLst>
              <a:ext uri="{FF2B5EF4-FFF2-40B4-BE49-F238E27FC236}">
                <a16:creationId xmlns:a16="http://schemas.microsoft.com/office/drawing/2014/main" id="{A06ACF3F-B97A-A64E-BD1F-CFA2CE8DE324}"/>
              </a:ext>
            </a:extLst>
          </p:cNvPr>
          <p:cNvGrpSpPr>
            <a:grpSpLocks/>
          </p:cNvGrpSpPr>
          <p:nvPr/>
        </p:nvGrpSpPr>
        <p:grpSpPr bwMode="auto">
          <a:xfrm>
            <a:off x="4857931" y="2148845"/>
            <a:ext cx="633412" cy="200025"/>
            <a:chOff x="1800" y="1425"/>
            <a:chExt cx="399" cy="126"/>
          </a:xfrm>
        </p:grpSpPr>
        <p:sp>
          <p:nvSpPr>
            <p:cNvPr id="292" name="Rectangle 294">
              <a:extLst>
                <a:ext uri="{FF2B5EF4-FFF2-40B4-BE49-F238E27FC236}">
                  <a16:creationId xmlns:a16="http://schemas.microsoft.com/office/drawing/2014/main" id="{5A57EA0A-4734-BD4C-B974-4D2EAE09F9C7}"/>
                </a:ext>
              </a:extLst>
            </p:cNvPr>
            <p:cNvSpPr>
              <a:spLocks noChangeArrowheads="1"/>
            </p:cNvSpPr>
            <p:nvPr/>
          </p:nvSpPr>
          <p:spPr bwMode="auto">
            <a:xfrm>
              <a:off x="1800"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3" name="Rectangle 295">
              <a:extLst>
                <a:ext uri="{FF2B5EF4-FFF2-40B4-BE49-F238E27FC236}">
                  <a16:creationId xmlns:a16="http://schemas.microsoft.com/office/drawing/2014/main" id="{515879DB-C7F1-BA40-BC8C-71A4134528CE}"/>
                </a:ext>
              </a:extLst>
            </p:cNvPr>
            <p:cNvSpPr>
              <a:spLocks noChangeArrowheads="1"/>
            </p:cNvSpPr>
            <p:nvPr/>
          </p:nvSpPr>
          <p:spPr bwMode="auto">
            <a:xfrm>
              <a:off x="1902" y="1425"/>
              <a:ext cx="93" cy="126"/>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4" name="Rectangle 296">
              <a:extLst>
                <a:ext uri="{FF2B5EF4-FFF2-40B4-BE49-F238E27FC236}">
                  <a16:creationId xmlns:a16="http://schemas.microsoft.com/office/drawing/2014/main" id="{6883F467-08DC-D149-9E36-9C80354D81A5}"/>
                </a:ext>
              </a:extLst>
            </p:cNvPr>
            <p:cNvSpPr>
              <a:spLocks noChangeArrowheads="1"/>
            </p:cNvSpPr>
            <p:nvPr/>
          </p:nvSpPr>
          <p:spPr bwMode="auto">
            <a:xfrm>
              <a:off x="2004"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5" name="Rectangle 297">
              <a:extLst>
                <a:ext uri="{FF2B5EF4-FFF2-40B4-BE49-F238E27FC236}">
                  <a16:creationId xmlns:a16="http://schemas.microsoft.com/office/drawing/2014/main" id="{14CFBD96-CE00-4747-B1A0-49F377A9CB3B}"/>
                </a:ext>
              </a:extLst>
            </p:cNvPr>
            <p:cNvSpPr>
              <a:spLocks noChangeArrowheads="1"/>
            </p:cNvSpPr>
            <p:nvPr/>
          </p:nvSpPr>
          <p:spPr bwMode="auto">
            <a:xfrm>
              <a:off x="2106" y="1425"/>
              <a:ext cx="93" cy="126"/>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296" name="Rectangle 298">
            <a:extLst>
              <a:ext uri="{FF2B5EF4-FFF2-40B4-BE49-F238E27FC236}">
                <a16:creationId xmlns:a16="http://schemas.microsoft.com/office/drawing/2014/main" id="{DD538D2F-2895-0543-9865-E7D3D0EB0760}"/>
              </a:ext>
            </a:extLst>
          </p:cNvPr>
          <p:cNvSpPr>
            <a:spLocks noChangeArrowheads="1"/>
          </p:cNvSpPr>
          <p:nvPr/>
        </p:nvSpPr>
        <p:spPr bwMode="auto">
          <a:xfrm>
            <a:off x="3841032" y="1971158"/>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8" name="Line 300">
            <a:extLst>
              <a:ext uri="{FF2B5EF4-FFF2-40B4-BE49-F238E27FC236}">
                <a16:creationId xmlns:a16="http://schemas.microsoft.com/office/drawing/2014/main" id="{85E4595A-74BC-814F-A0D6-7500F4FF6766}"/>
              </a:ext>
            </a:extLst>
          </p:cNvPr>
          <p:cNvSpPr>
            <a:spLocks noChangeShapeType="1"/>
          </p:cNvSpPr>
          <p:nvPr/>
        </p:nvSpPr>
        <p:spPr bwMode="auto">
          <a:xfrm>
            <a:off x="4022858" y="2133026"/>
            <a:ext cx="227109" cy="1141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299" name="Line 301">
            <a:extLst>
              <a:ext uri="{FF2B5EF4-FFF2-40B4-BE49-F238E27FC236}">
                <a16:creationId xmlns:a16="http://schemas.microsoft.com/office/drawing/2014/main" id="{B85E52F2-C999-9648-8987-F5FB1740237D}"/>
              </a:ext>
            </a:extLst>
          </p:cNvPr>
          <p:cNvSpPr>
            <a:spLocks noChangeShapeType="1"/>
          </p:cNvSpPr>
          <p:nvPr/>
        </p:nvSpPr>
        <p:spPr bwMode="auto">
          <a:xfrm flipV="1">
            <a:off x="4236079" y="2486552"/>
            <a:ext cx="248236" cy="15573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12" name="Line 332">
            <a:extLst>
              <a:ext uri="{FF2B5EF4-FFF2-40B4-BE49-F238E27FC236}">
                <a16:creationId xmlns:a16="http://schemas.microsoft.com/office/drawing/2014/main" id="{6FDFA112-5209-FD44-A897-DE1B6C0B424B}"/>
              </a:ext>
            </a:extLst>
          </p:cNvPr>
          <p:cNvSpPr>
            <a:spLocks noChangeShapeType="1"/>
          </p:cNvSpPr>
          <p:nvPr/>
        </p:nvSpPr>
        <p:spPr bwMode="auto">
          <a:xfrm flipV="1">
            <a:off x="5112260" y="2401255"/>
            <a:ext cx="17133" cy="64195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88" name="Line 332">
            <a:extLst>
              <a:ext uri="{FF2B5EF4-FFF2-40B4-BE49-F238E27FC236}">
                <a16:creationId xmlns:a16="http://schemas.microsoft.com/office/drawing/2014/main" id="{6706A516-7979-2441-9F83-47F30A5B244C}"/>
              </a:ext>
            </a:extLst>
          </p:cNvPr>
          <p:cNvSpPr>
            <a:spLocks noChangeShapeType="1"/>
          </p:cNvSpPr>
          <p:nvPr/>
        </p:nvSpPr>
        <p:spPr bwMode="auto">
          <a:xfrm flipV="1">
            <a:off x="3757081" y="1665193"/>
            <a:ext cx="0" cy="2210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389" name="Line 332">
            <a:extLst>
              <a:ext uri="{FF2B5EF4-FFF2-40B4-BE49-F238E27FC236}">
                <a16:creationId xmlns:a16="http://schemas.microsoft.com/office/drawing/2014/main" id="{6AC0CDC5-E2A6-D048-8A7B-D6287D7ECB9A}"/>
              </a:ext>
            </a:extLst>
          </p:cNvPr>
          <p:cNvSpPr>
            <a:spLocks noChangeShapeType="1"/>
          </p:cNvSpPr>
          <p:nvPr/>
        </p:nvSpPr>
        <p:spPr bwMode="auto">
          <a:xfrm flipH="1" flipV="1">
            <a:off x="5850118" y="2346352"/>
            <a:ext cx="0" cy="120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83" name="Content Placeholder 2">
            <a:extLst>
              <a:ext uri="{FF2B5EF4-FFF2-40B4-BE49-F238E27FC236}">
                <a16:creationId xmlns:a16="http://schemas.microsoft.com/office/drawing/2014/main" id="{D16763EA-5374-AA46-AB35-8BC78C1F379B}"/>
              </a:ext>
            </a:extLst>
          </p:cNvPr>
          <p:cNvSpPr>
            <a:spLocks noGrp="1"/>
          </p:cNvSpPr>
          <p:nvPr>
            <p:ph sz="half" idx="1"/>
          </p:nvPr>
        </p:nvSpPr>
        <p:spPr>
          <a:xfrm>
            <a:off x="1353612" y="4213229"/>
            <a:ext cx="10347608" cy="2234066"/>
          </a:xfrm>
        </p:spPr>
        <p:txBody>
          <a:bodyPr>
            <a:noAutofit/>
          </a:bodyPr>
          <a:lstStyle/>
          <a:p>
            <a:pPr marL="0" indent="0">
              <a:buNone/>
            </a:pPr>
            <a:r>
              <a:rPr lang="en-US" altLang="en-US" sz="3200" i="1" dirty="0">
                <a:solidFill>
                  <a:srgbClr val="C00000"/>
                </a:solidFill>
                <a:ea typeface="ＭＳ Ｐゴシック" panose="020B0600070205080204" pitchFamily="34" charset="-128"/>
              </a:rPr>
              <a:t>Packet queuing and loss: </a:t>
            </a:r>
            <a:r>
              <a:rPr lang="en-US" altLang="en-US" sz="3200" dirty="0">
                <a:ea typeface="ＭＳ Ｐゴシック" panose="020B0600070205080204" pitchFamily="34" charset="-128"/>
              </a:rPr>
              <a:t>i</a:t>
            </a:r>
            <a:r>
              <a:rPr lang="en-US" altLang="en-US" dirty="0">
                <a:ea typeface="ＭＳ Ｐゴシック" panose="020B0600070205080204" pitchFamily="34" charset="-128"/>
              </a:rPr>
              <a:t>f arrival rate (in bps) to link exceeds transmission rate (bps) of link for some period of time:</a:t>
            </a:r>
          </a:p>
          <a:p>
            <a:pPr marL="287338" indent="-230188"/>
            <a:r>
              <a:rPr lang="en-US" altLang="en-US" dirty="0">
                <a:ea typeface="ＭＳ Ｐゴシック" panose="020B0600070205080204" pitchFamily="34" charset="-128"/>
              </a:rPr>
              <a:t>packets will queue, waiting to be transmitted on output link </a:t>
            </a:r>
          </a:p>
          <a:p>
            <a:pPr marL="287338" indent="-230188"/>
            <a:r>
              <a:rPr lang="en-US" altLang="en-US" dirty="0">
                <a:ea typeface="ＭＳ Ｐゴシック" panose="020B0600070205080204" pitchFamily="34" charset="-128"/>
              </a:rPr>
              <a:t>packets can be dropped (lost) if memory (buffer) in router fills up</a:t>
            </a:r>
            <a:endParaRPr lang="en-US" altLang="en-US" dirty="0"/>
          </a:p>
          <a:p>
            <a:endParaRPr lang="en-US" dirty="0"/>
          </a:p>
        </p:txBody>
      </p:sp>
      <p:sp>
        <p:nvSpPr>
          <p:cNvPr id="79" name="Slide Number Placeholder 5">
            <a:extLst>
              <a:ext uri="{FF2B5EF4-FFF2-40B4-BE49-F238E27FC236}">
                <a16:creationId xmlns:a16="http://schemas.microsoft.com/office/drawing/2014/main" id="{1F3C5694-B3D1-9147-BB4D-3DE769EDB292}"/>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32</a:t>
            </a:fld>
            <a:endParaRPr lang="en-US" dirty="0"/>
          </a:p>
        </p:txBody>
      </p:sp>
    </p:spTree>
    <p:extLst>
      <p:ext uri="{BB962C8B-B14F-4D97-AF65-F5344CB8AC3E}">
        <p14:creationId xmlns:p14="http://schemas.microsoft.com/office/powerpoint/2010/main" val="1115663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dissolve">
                                      <p:cBhvr>
                                        <p:cTn id="7"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uiExpand="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fontScale="90000"/>
          </a:bodyPr>
          <a:lstStyle/>
          <a:p>
            <a:r>
              <a:rPr lang="en-US" altLang="ja-JP" dirty="0"/>
              <a:t>Alternative to packet switching: circuit switching</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895788" y="1434849"/>
            <a:ext cx="5692665" cy="5310856"/>
          </a:xfrm>
        </p:spPr>
        <p:txBody>
          <a:bodyPr>
            <a:normAutofit/>
          </a:bodyPr>
          <a:lstStyle/>
          <a:p>
            <a:pPr marL="11113" indent="-11113">
              <a:buNone/>
            </a:pPr>
            <a:r>
              <a:rPr lang="en-US" altLang="en-US" dirty="0">
                <a:solidFill>
                  <a:srgbClr val="C00000"/>
                </a:solidFill>
                <a:ea typeface="ＭＳ Ｐゴシック" panose="020B0600070205080204" pitchFamily="34" charset="-128"/>
              </a:rPr>
              <a:t>end-end resources allocated to, reserved for “</a:t>
            </a:r>
            <a:r>
              <a:rPr lang="en-US" altLang="ja-JP" dirty="0">
                <a:solidFill>
                  <a:srgbClr val="C00000"/>
                </a:solidFill>
                <a:ea typeface="ＭＳ Ｐゴシック" panose="020B0600070205080204" pitchFamily="34" charset="-128"/>
              </a:rPr>
              <a:t>call” between source and destination</a:t>
            </a:r>
          </a:p>
          <a:p>
            <a:r>
              <a:rPr lang="en-US" altLang="en-US" sz="2400" dirty="0">
                <a:ea typeface="ＭＳ Ｐゴシック" panose="020B0600070205080204" pitchFamily="34" charset="-128"/>
              </a:rPr>
              <a:t>in diagram, each link has four circuits. </a:t>
            </a:r>
          </a:p>
          <a:p>
            <a:pPr marL="682625" lvl="1" indent="-225425"/>
            <a:r>
              <a:rPr lang="en-US" altLang="en-US" dirty="0">
                <a:ea typeface="ＭＳ Ｐゴシック" panose="020B0600070205080204" pitchFamily="34" charset="-128"/>
              </a:rPr>
              <a:t>call gets 2</a:t>
            </a:r>
            <a:r>
              <a:rPr lang="en-US" altLang="en-US" baseline="30000" dirty="0">
                <a:ea typeface="ＭＳ Ｐゴシック" panose="020B0600070205080204" pitchFamily="34" charset="-128"/>
              </a:rPr>
              <a:t>nd</a:t>
            </a:r>
            <a:r>
              <a:rPr lang="en-US" altLang="en-US" dirty="0">
                <a:ea typeface="ＭＳ Ｐゴシック" panose="020B0600070205080204" pitchFamily="34" charset="-128"/>
              </a:rPr>
              <a:t> circuit in top link and 1</a:t>
            </a:r>
            <a:r>
              <a:rPr lang="en-US" altLang="en-US" baseline="30000" dirty="0">
                <a:ea typeface="ＭＳ Ｐゴシック" panose="020B0600070205080204" pitchFamily="34" charset="-128"/>
              </a:rPr>
              <a:t>st</a:t>
            </a:r>
            <a:r>
              <a:rPr lang="en-US" altLang="en-US" dirty="0">
                <a:ea typeface="ＭＳ Ｐゴシック" panose="020B0600070205080204" pitchFamily="34" charset="-128"/>
              </a:rPr>
              <a:t> circuit in right link.</a:t>
            </a:r>
          </a:p>
          <a:p>
            <a:r>
              <a:rPr lang="en-US" altLang="en-US" sz="2400" dirty="0">
                <a:ea typeface="ＭＳ Ｐゴシック" panose="020B0600070205080204" pitchFamily="34" charset="-128"/>
              </a:rPr>
              <a:t>dedicated resources: no sharing</a:t>
            </a:r>
          </a:p>
          <a:p>
            <a:pPr marL="682625" lvl="1" indent="-225425"/>
            <a:r>
              <a:rPr lang="en-US" altLang="en-US" dirty="0">
                <a:ea typeface="Arial" panose="020B0604020202020204" pitchFamily="34" charset="0"/>
              </a:rPr>
              <a:t>circuit-like (guaranteed) performance</a:t>
            </a:r>
          </a:p>
          <a:p>
            <a:r>
              <a:rPr lang="en-US" altLang="en-US" sz="2400" dirty="0">
                <a:ea typeface="ＭＳ Ｐゴシック" panose="020B0600070205080204" pitchFamily="34" charset="-128"/>
              </a:rPr>
              <a:t>circuit segment idle if not used by call </a:t>
            </a:r>
            <a:r>
              <a:rPr lang="en-US" altLang="en-US" sz="2400" dirty="0">
                <a:solidFill>
                  <a:srgbClr val="000099"/>
                </a:solidFill>
                <a:ea typeface="ＭＳ Ｐゴシック" panose="020B0600070205080204" pitchFamily="34" charset="-128"/>
              </a:rPr>
              <a:t>(no sharing)</a:t>
            </a:r>
          </a:p>
          <a:p>
            <a:pPr marL="174625" indent="0">
              <a:buSzPct val="75000"/>
              <a:buNone/>
            </a:pPr>
            <a:endParaRPr lang="en-US" altLang="en-US" dirty="0"/>
          </a:p>
          <a:p>
            <a:endParaRPr lang="en-US" dirty="0"/>
          </a:p>
        </p:txBody>
      </p:sp>
      <p:sp>
        <p:nvSpPr>
          <p:cNvPr id="614" name="Rectangle 613">
            <a:extLst>
              <a:ext uri="{FF2B5EF4-FFF2-40B4-BE49-F238E27FC236}">
                <a16:creationId xmlns:a16="http://schemas.microsoft.com/office/drawing/2014/main" id="{C85B1EBD-FEC9-7D47-95F3-A01E91DC9894}"/>
              </a:ext>
            </a:extLst>
          </p:cNvPr>
          <p:cNvSpPr/>
          <p:nvPr/>
        </p:nvSpPr>
        <p:spPr bwMode="auto">
          <a:xfrm>
            <a:off x="8424977" y="2768303"/>
            <a:ext cx="1498678" cy="6275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31" name="Rectangle 630">
            <a:extLst>
              <a:ext uri="{FF2B5EF4-FFF2-40B4-BE49-F238E27FC236}">
                <a16:creationId xmlns:a16="http://schemas.microsoft.com/office/drawing/2014/main" id="{C07D9778-DC6E-7345-9465-FB3BB6CE8E90}"/>
              </a:ext>
            </a:extLst>
          </p:cNvPr>
          <p:cNvSpPr/>
          <p:nvPr/>
        </p:nvSpPr>
        <p:spPr bwMode="auto">
          <a:xfrm>
            <a:off x="8424977" y="2831058"/>
            <a:ext cx="1498678" cy="62756"/>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32" name="Rectangle 631">
            <a:extLst>
              <a:ext uri="{FF2B5EF4-FFF2-40B4-BE49-F238E27FC236}">
                <a16:creationId xmlns:a16="http://schemas.microsoft.com/office/drawing/2014/main" id="{61FD4856-E9C8-2A41-A5F2-E30BD123301C}"/>
              </a:ext>
            </a:extLst>
          </p:cNvPr>
          <p:cNvSpPr/>
          <p:nvPr/>
        </p:nvSpPr>
        <p:spPr bwMode="auto">
          <a:xfrm>
            <a:off x="8424977" y="2893815"/>
            <a:ext cx="1498678" cy="6275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33" name="Rectangle 632">
            <a:extLst>
              <a:ext uri="{FF2B5EF4-FFF2-40B4-BE49-F238E27FC236}">
                <a16:creationId xmlns:a16="http://schemas.microsoft.com/office/drawing/2014/main" id="{7AC453DB-05D4-EC4C-921B-39BF8237099E}"/>
              </a:ext>
            </a:extLst>
          </p:cNvPr>
          <p:cNvSpPr/>
          <p:nvPr/>
        </p:nvSpPr>
        <p:spPr bwMode="auto">
          <a:xfrm>
            <a:off x="8424977" y="2956570"/>
            <a:ext cx="1498678" cy="6275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nvGrpSpPr>
          <p:cNvPr id="635" name="Group 75">
            <a:extLst>
              <a:ext uri="{FF2B5EF4-FFF2-40B4-BE49-F238E27FC236}">
                <a16:creationId xmlns:a16="http://schemas.microsoft.com/office/drawing/2014/main" id="{5F6DF9A5-3FFC-8C4A-BBDB-ED9D3E810747}"/>
              </a:ext>
            </a:extLst>
          </p:cNvPr>
          <p:cNvGrpSpPr>
            <a:grpSpLocks/>
          </p:cNvGrpSpPr>
          <p:nvPr/>
        </p:nvGrpSpPr>
        <p:grpSpPr bwMode="auto">
          <a:xfrm rot="5400000">
            <a:off x="7309151" y="3674784"/>
            <a:ext cx="1446966" cy="261562"/>
            <a:chOff x="4876800" y="1143000"/>
            <a:chExt cx="1752600" cy="304800"/>
          </a:xfrm>
        </p:grpSpPr>
        <p:sp>
          <p:nvSpPr>
            <p:cNvPr id="675" name="Rectangle 674">
              <a:extLst>
                <a:ext uri="{FF2B5EF4-FFF2-40B4-BE49-F238E27FC236}">
                  <a16:creationId xmlns:a16="http://schemas.microsoft.com/office/drawing/2014/main" id="{977C84FC-032A-8445-8061-6975ED8A7912}"/>
                </a:ext>
              </a:extLst>
            </p:cNvPr>
            <p:cNvSpPr/>
            <p:nvPr/>
          </p:nvSpPr>
          <p:spPr>
            <a:xfrm>
              <a:off x="4865941" y="1169772"/>
              <a:ext cx="1752599"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6" name="Rectangle 675">
              <a:extLst>
                <a:ext uri="{FF2B5EF4-FFF2-40B4-BE49-F238E27FC236}">
                  <a16:creationId xmlns:a16="http://schemas.microsoft.com/office/drawing/2014/main" id="{B419306E-4AE4-9E46-8222-E9A57C016985}"/>
                </a:ext>
              </a:extLst>
            </p:cNvPr>
            <p:cNvSpPr/>
            <p:nvPr/>
          </p:nvSpPr>
          <p:spPr>
            <a:xfrm>
              <a:off x="4865941" y="1245972"/>
              <a:ext cx="1752599"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7" name="Rectangle 676">
              <a:extLst>
                <a:ext uri="{FF2B5EF4-FFF2-40B4-BE49-F238E27FC236}">
                  <a16:creationId xmlns:a16="http://schemas.microsoft.com/office/drawing/2014/main" id="{3197829C-6518-5743-A13E-C28A17ADE787}"/>
                </a:ext>
              </a:extLst>
            </p:cNvPr>
            <p:cNvSpPr/>
            <p:nvPr/>
          </p:nvSpPr>
          <p:spPr>
            <a:xfrm>
              <a:off x="4865941" y="1322172"/>
              <a:ext cx="1752599"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8" name="Rectangle 677">
              <a:extLst>
                <a:ext uri="{FF2B5EF4-FFF2-40B4-BE49-F238E27FC236}">
                  <a16:creationId xmlns:a16="http://schemas.microsoft.com/office/drawing/2014/main" id="{D024E2F3-1A4C-0644-95D3-3003554E779D}"/>
                </a:ext>
              </a:extLst>
            </p:cNvPr>
            <p:cNvSpPr/>
            <p:nvPr/>
          </p:nvSpPr>
          <p:spPr>
            <a:xfrm>
              <a:off x="4865941" y="1398372"/>
              <a:ext cx="1752599"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636" name="Group 80">
            <a:extLst>
              <a:ext uri="{FF2B5EF4-FFF2-40B4-BE49-F238E27FC236}">
                <a16:creationId xmlns:a16="http://schemas.microsoft.com/office/drawing/2014/main" id="{56F3148B-4ACA-6443-B079-C0ACA7BAE006}"/>
              </a:ext>
            </a:extLst>
          </p:cNvPr>
          <p:cNvGrpSpPr>
            <a:grpSpLocks/>
          </p:cNvGrpSpPr>
          <p:nvPr/>
        </p:nvGrpSpPr>
        <p:grpSpPr bwMode="auto">
          <a:xfrm>
            <a:off x="8509808" y="4656351"/>
            <a:ext cx="1479238" cy="251023"/>
            <a:chOff x="4876800" y="1143000"/>
            <a:chExt cx="1752600" cy="304800"/>
          </a:xfrm>
        </p:grpSpPr>
        <p:sp>
          <p:nvSpPr>
            <p:cNvPr id="671" name="Rectangle 670">
              <a:extLst>
                <a:ext uri="{FF2B5EF4-FFF2-40B4-BE49-F238E27FC236}">
                  <a16:creationId xmlns:a16="http://schemas.microsoft.com/office/drawing/2014/main" id="{80FE6752-34E1-E34F-A1F3-D2A6FE32F28D}"/>
                </a:ext>
              </a:extLst>
            </p:cNvPr>
            <p:cNvSpPr/>
            <p:nvPr/>
          </p:nvSpPr>
          <p:spPr>
            <a:xfrm>
              <a:off x="4876800" y="1143000"/>
              <a:ext cx="1752600"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2" name="Rectangle 671">
              <a:extLst>
                <a:ext uri="{FF2B5EF4-FFF2-40B4-BE49-F238E27FC236}">
                  <a16:creationId xmlns:a16="http://schemas.microsoft.com/office/drawing/2014/main" id="{555D353A-0B50-B343-A01E-DE477259DB94}"/>
                </a:ext>
              </a:extLst>
            </p:cNvPr>
            <p:cNvSpPr/>
            <p:nvPr/>
          </p:nvSpPr>
          <p:spPr>
            <a:xfrm>
              <a:off x="4876800" y="1219201"/>
              <a:ext cx="1752600"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3" name="Rectangle 672">
              <a:extLst>
                <a:ext uri="{FF2B5EF4-FFF2-40B4-BE49-F238E27FC236}">
                  <a16:creationId xmlns:a16="http://schemas.microsoft.com/office/drawing/2014/main" id="{8D8482C7-D95D-1A40-B1A5-03B3803003D0}"/>
                </a:ext>
              </a:extLst>
            </p:cNvPr>
            <p:cNvSpPr/>
            <p:nvPr/>
          </p:nvSpPr>
          <p:spPr>
            <a:xfrm>
              <a:off x="4876800" y="1295400"/>
              <a:ext cx="1752600" cy="7620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74" name="Rectangle 673">
              <a:extLst>
                <a:ext uri="{FF2B5EF4-FFF2-40B4-BE49-F238E27FC236}">
                  <a16:creationId xmlns:a16="http://schemas.microsoft.com/office/drawing/2014/main" id="{5E9D9B00-DD2C-5C45-B41D-E4131382D4BD}"/>
                </a:ext>
              </a:extLst>
            </p:cNvPr>
            <p:cNvSpPr/>
            <p:nvPr/>
          </p:nvSpPr>
          <p:spPr>
            <a:xfrm>
              <a:off x="4876800" y="1371601"/>
              <a:ext cx="1752600" cy="76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637" name="Rectangle 636">
            <a:extLst>
              <a:ext uri="{FF2B5EF4-FFF2-40B4-BE49-F238E27FC236}">
                <a16:creationId xmlns:a16="http://schemas.microsoft.com/office/drawing/2014/main" id="{61AA9CF9-360C-1644-8229-070AF13E138A}"/>
              </a:ext>
            </a:extLst>
          </p:cNvPr>
          <p:cNvSpPr/>
          <p:nvPr/>
        </p:nvSpPr>
        <p:spPr bwMode="auto">
          <a:xfrm rot="5400000">
            <a:off x="9755990" y="3772869"/>
            <a:ext cx="1446966" cy="6539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38" name="Rectangle 637">
            <a:extLst>
              <a:ext uri="{FF2B5EF4-FFF2-40B4-BE49-F238E27FC236}">
                <a16:creationId xmlns:a16="http://schemas.microsoft.com/office/drawing/2014/main" id="{E9836985-853D-FD43-8624-3F7C8EFF868E}"/>
              </a:ext>
            </a:extLst>
          </p:cNvPr>
          <p:cNvSpPr/>
          <p:nvPr/>
        </p:nvSpPr>
        <p:spPr bwMode="auto">
          <a:xfrm rot="5400000">
            <a:off x="9690600" y="3772869"/>
            <a:ext cx="1446966" cy="6539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39" name="Rectangle 638">
            <a:extLst>
              <a:ext uri="{FF2B5EF4-FFF2-40B4-BE49-F238E27FC236}">
                <a16:creationId xmlns:a16="http://schemas.microsoft.com/office/drawing/2014/main" id="{2C3B99FD-EBC3-CC42-B85E-90D4E22B5F96}"/>
              </a:ext>
            </a:extLst>
          </p:cNvPr>
          <p:cNvSpPr/>
          <p:nvPr/>
        </p:nvSpPr>
        <p:spPr bwMode="auto">
          <a:xfrm rot="5400000">
            <a:off x="9625209" y="3772869"/>
            <a:ext cx="1446966" cy="6539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641" name="Rectangle 640">
            <a:extLst>
              <a:ext uri="{FF2B5EF4-FFF2-40B4-BE49-F238E27FC236}">
                <a16:creationId xmlns:a16="http://schemas.microsoft.com/office/drawing/2014/main" id="{1D7794B1-F2B2-5747-B891-005F045539B2}"/>
              </a:ext>
            </a:extLst>
          </p:cNvPr>
          <p:cNvSpPr/>
          <p:nvPr/>
        </p:nvSpPr>
        <p:spPr bwMode="auto">
          <a:xfrm rot="5400000">
            <a:off x="9559819" y="3772869"/>
            <a:ext cx="1446966" cy="6539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nvGrpSpPr>
          <p:cNvPr id="650" name="Group 100">
            <a:extLst>
              <a:ext uri="{FF2B5EF4-FFF2-40B4-BE49-F238E27FC236}">
                <a16:creationId xmlns:a16="http://schemas.microsoft.com/office/drawing/2014/main" id="{0639FADE-DF07-BC40-93A4-C1CAB6AE0566}"/>
              </a:ext>
            </a:extLst>
          </p:cNvPr>
          <p:cNvGrpSpPr>
            <a:grpSpLocks/>
          </p:cNvGrpSpPr>
          <p:nvPr/>
        </p:nvGrpSpPr>
        <p:grpSpPr bwMode="auto">
          <a:xfrm>
            <a:off x="10013910" y="1711520"/>
            <a:ext cx="701622" cy="568387"/>
            <a:chOff x="-44" y="1473"/>
            <a:chExt cx="981" cy="1105"/>
          </a:xfrm>
        </p:grpSpPr>
        <p:pic>
          <p:nvPicPr>
            <p:cNvPr id="669" name="Picture 101" descr="desktop_computer_stylized_medium">
              <a:extLst>
                <a:ext uri="{FF2B5EF4-FFF2-40B4-BE49-F238E27FC236}">
                  <a16:creationId xmlns:a16="http://schemas.microsoft.com/office/drawing/2014/main" id="{BA6FF0DF-0F0E-DD48-A690-E164D934CA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2">
              <a:extLst>
                <a:ext uri="{FF2B5EF4-FFF2-40B4-BE49-F238E27FC236}">
                  <a16:creationId xmlns:a16="http://schemas.microsoft.com/office/drawing/2014/main" id="{C32A6522-BD56-1741-9275-687F917D71BF}"/>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4" name="Rectangle 653">
            <a:extLst>
              <a:ext uri="{FF2B5EF4-FFF2-40B4-BE49-F238E27FC236}">
                <a16:creationId xmlns:a16="http://schemas.microsoft.com/office/drawing/2014/main" id="{9D887EB2-57DD-3145-BFC4-C5FAB2A34C2C}"/>
              </a:ext>
            </a:extLst>
          </p:cNvPr>
          <p:cNvSpPr/>
          <p:nvPr/>
        </p:nvSpPr>
        <p:spPr bwMode="auto">
          <a:xfrm rot="2465437" flipV="1">
            <a:off x="10213493" y="4720899"/>
            <a:ext cx="581445" cy="64549"/>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18" name="Rectangle 717">
            <a:extLst>
              <a:ext uri="{FF2B5EF4-FFF2-40B4-BE49-F238E27FC236}">
                <a16:creationId xmlns:a16="http://schemas.microsoft.com/office/drawing/2014/main" id="{A3B2F961-4F5F-024A-9053-8BCA979B88C9}"/>
              </a:ext>
            </a:extLst>
          </p:cNvPr>
          <p:cNvSpPr/>
          <p:nvPr/>
        </p:nvSpPr>
        <p:spPr bwMode="auto">
          <a:xfrm>
            <a:off x="7105364" y="4795380"/>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19" name="Rectangle 718">
            <a:extLst>
              <a:ext uri="{FF2B5EF4-FFF2-40B4-BE49-F238E27FC236}">
                <a16:creationId xmlns:a16="http://schemas.microsoft.com/office/drawing/2014/main" id="{AD473EEA-73C2-5D46-8AAF-564095CFE88B}"/>
              </a:ext>
            </a:extLst>
          </p:cNvPr>
          <p:cNvSpPr/>
          <p:nvPr/>
        </p:nvSpPr>
        <p:spPr bwMode="auto">
          <a:xfrm rot="5400000">
            <a:off x="7722581" y="2362276"/>
            <a:ext cx="513165" cy="69789"/>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0" name="Rectangle 719">
            <a:extLst>
              <a:ext uri="{FF2B5EF4-FFF2-40B4-BE49-F238E27FC236}">
                <a16:creationId xmlns:a16="http://schemas.microsoft.com/office/drawing/2014/main" id="{C0FDD0FD-5960-3748-B19E-88536C7DDE78}"/>
              </a:ext>
            </a:extLst>
          </p:cNvPr>
          <p:cNvSpPr/>
          <p:nvPr/>
        </p:nvSpPr>
        <p:spPr bwMode="auto">
          <a:xfrm rot="5400000">
            <a:off x="7825925" y="5242087"/>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1" name="Rectangle 720">
            <a:extLst>
              <a:ext uri="{FF2B5EF4-FFF2-40B4-BE49-F238E27FC236}">
                <a16:creationId xmlns:a16="http://schemas.microsoft.com/office/drawing/2014/main" id="{7E2AD029-98F7-B040-85B4-C43FAD1EB81B}"/>
              </a:ext>
            </a:extLst>
          </p:cNvPr>
          <p:cNvSpPr/>
          <p:nvPr/>
        </p:nvSpPr>
        <p:spPr bwMode="auto">
          <a:xfrm rot="5400000">
            <a:off x="10201295" y="5217275"/>
            <a:ext cx="493905" cy="6833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2" name="Rectangle 721">
            <a:extLst>
              <a:ext uri="{FF2B5EF4-FFF2-40B4-BE49-F238E27FC236}">
                <a16:creationId xmlns:a16="http://schemas.microsoft.com/office/drawing/2014/main" id="{52375AB8-0401-BC40-BE25-F5671327B1FC}"/>
              </a:ext>
            </a:extLst>
          </p:cNvPr>
          <p:cNvSpPr/>
          <p:nvPr/>
        </p:nvSpPr>
        <p:spPr bwMode="auto">
          <a:xfrm rot="10800000">
            <a:off x="10882518" y="4775822"/>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3" name="Rectangle 722">
            <a:extLst>
              <a:ext uri="{FF2B5EF4-FFF2-40B4-BE49-F238E27FC236}">
                <a16:creationId xmlns:a16="http://schemas.microsoft.com/office/drawing/2014/main" id="{B1C6849C-11AE-A842-BDEB-776A39D89F36}"/>
              </a:ext>
            </a:extLst>
          </p:cNvPr>
          <p:cNvSpPr/>
          <p:nvPr/>
        </p:nvSpPr>
        <p:spPr bwMode="auto">
          <a:xfrm>
            <a:off x="7002625" y="2887816"/>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4" name="Rectangle 723">
            <a:extLst>
              <a:ext uri="{FF2B5EF4-FFF2-40B4-BE49-F238E27FC236}">
                <a16:creationId xmlns:a16="http://schemas.microsoft.com/office/drawing/2014/main" id="{8024D8C7-10CA-5A41-B97C-725ABAF0833D}"/>
              </a:ext>
            </a:extLst>
          </p:cNvPr>
          <p:cNvSpPr/>
          <p:nvPr/>
        </p:nvSpPr>
        <p:spPr bwMode="auto">
          <a:xfrm>
            <a:off x="10811014" y="2867389"/>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25" name="Rectangle 724">
            <a:extLst>
              <a:ext uri="{FF2B5EF4-FFF2-40B4-BE49-F238E27FC236}">
                <a16:creationId xmlns:a16="http://schemas.microsoft.com/office/drawing/2014/main" id="{14264F35-7A0D-DF4B-83B3-4CAF1770C5DA}"/>
              </a:ext>
            </a:extLst>
          </p:cNvPr>
          <p:cNvSpPr/>
          <p:nvPr/>
        </p:nvSpPr>
        <p:spPr bwMode="auto">
          <a:xfrm rot="5400000">
            <a:off x="10115327" y="2348120"/>
            <a:ext cx="493905" cy="6833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nvGrpSpPr>
          <p:cNvPr id="613" name="Group 100">
            <a:extLst>
              <a:ext uri="{FF2B5EF4-FFF2-40B4-BE49-F238E27FC236}">
                <a16:creationId xmlns:a16="http://schemas.microsoft.com/office/drawing/2014/main" id="{DBC0414B-31F1-1C4C-8261-EE67F4607DC0}"/>
              </a:ext>
            </a:extLst>
          </p:cNvPr>
          <p:cNvGrpSpPr>
            <a:grpSpLocks/>
          </p:cNvGrpSpPr>
          <p:nvPr/>
        </p:nvGrpSpPr>
        <p:grpSpPr bwMode="auto">
          <a:xfrm>
            <a:off x="9946631" y="5393995"/>
            <a:ext cx="703389" cy="568387"/>
            <a:chOff x="-44" y="1473"/>
            <a:chExt cx="981" cy="1105"/>
          </a:xfrm>
        </p:grpSpPr>
        <p:pic>
          <p:nvPicPr>
            <p:cNvPr id="687" name="Picture 101" descr="desktop_computer_stylized_medium">
              <a:extLst>
                <a:ext uri="{FF2B5EF4-FFF2-40B4-BE49-F238E27FC236}">
                  <a16:creationId xmlns:a16="http://schemas.microsoft.com/office/drawing/2014/main" id="{90934AB2-F45B-D54D-B91B-92C3572EB4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8" name="Freeform 102">
              <a:extLst>
                <a:ext uri="{FF2B5EF4-FFF2-40B4-BE49-F238E27FC236}">
                  <a16:creationId xmlns:a16="http://schemas.microsoft.com/office/drawing/2014/main" id="{DDB06B17-0C65-DF43-A056-8E67D11A00CB}"/>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2" name="Group 100">
            <a:extLst>
              <a:ext uri="{FF2B5EF4-FFF2-40B4-BE49-F238E27FC236}">
                <a16:creationId xmlns:a16="http://schemas.microsoft.com/office/drawing/2014/main" id="{604FD66B-8A15-8341-9AA9-BC9C0069CF6C}"/>
              </a:ext>
            </a:extLst>
          </p:cNvPr>
          <p:cNvGrpSpPr>
            <a:grpSpLocks/>
          </p:cNvGrpSpPr>
          <p:nvPr/>
        </p:nvGrpSpPr>
        <p:grpSpPr bwMode="auto">
          <a:xfrm>
            <a:off x="7560992" y="1744853"/>
            <a:ext cx="703389" cy="568387"/>
            <a:chOff x="-44" y="1473"/>
            <a:chExt cx="981" cy="1105"/>
          </a:xfrm>
        </p:grpSpPr>
        <p:pic>
          <p:nvPicPr>
            <p:cNvPr id="689" name="Picture 101" descr="desktop_computer_stylized_medium">
              <a:extLst>
                <a:ext uri="{FF2B5EF4-FFF2-40B4-BE49-F238E27FC236}">
                  <a16:creationId xmlns:a16="http://schemas.microsoft.com/office/drawing/2014/main" id="{8EC12789-4A74-CD4E-A96A-BA0B134A47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0" name="Freeform 102">
              <a:extLst>
                <a:ext uri="{FF2B5EF4-FFF2-40B4-BE49-F238E27FC236}">
                  <a16:creationId xmlns:a16="http://schemas.microsoft.com/office/drawing/2014/main" id="{1C9CAF4D-3912-2C4B-94EA-BFD60B5F828B}"/>
                </a:ext>
              </a:extLst>
            </p:cNvPr>
            <p:cNvSpPr>
              <a:spLocks/>
            </p:cNvSpPr>
            <p:nvPr/>
          </p:nvSpPr>
          <p:spPr bwMode="auto">
            <a:xfrm flipH="1">
              <a:off x="374" y="1579"/>
              <a:ext cx="477" cy="506"/>
            </a:xfrm>
            <a:custGeom>
              <a:avLst/>
              <a:gdLst>
                <a:gd name="T0" fmla="*/ 0 w 356"/>
                <a:gd name="T1" fmla="*/ 0 h 368"/>
                <a:gd name="T2" fmla="*/ 3117 w 356"/>
                <a:gd name="T3" fmla="*/ 180 h 368"/>
                <a:gd name="T4" fmla="*/ 3697 w 356"/>
                <a:gd name="T5" fmla="*/ 3750 h 368"/>
                <a:gd name="T6" fmla="*/ 815 w 356"/>
                <a:gd name="T7" fmla="*/ 470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27" name="Group 726">
            <a:extLst>
              <a:ext uri="{FF2B5EF4-FFF2-40B4-BE49-F238E27FC236}">
                <a16:creationId xmlns:a16="http://schemas.microsoft.com/office/drawing/2014/main" id="{2A8EF875-64B6-FB4D-BBD1-BB83115D41F6}"/>
              </a:ext>
            </a:extLst>
          </p:cNvPr>
          <p:cNvGrpSpPr/>
          <p:nvPr/>
        </p:nvGrpSpPr>
        <p:grpSpPr>
          <a:xfrm>
            <a:off x="7484685" y="2654601"/>
            <a:ext cx="946204" cy="493906"/>
            <a:chOff x="7493876" y="2774731"/>
            <a:chExt cx="1481958" cy="894622"/>
          </a:xfrm>
        </p:grpSpPr>
        <p:sp>
          <p:nvSpPr>
            <p:cNvPr id="728" name="Freeform 727">
              <a:extLst>
                <a:ext uri="{FF2B5EF4-FFF2-40B4-BE49-F238E27FC236}">
                  <a16:creationId xmlns:a16="http://schemas.microsoft.com/office/drawing/2014/main" id="{2C68BD66-9CBB-6D44-8BC8-E664FE101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29" name="Oval 728">
              <a:extLst>
                <a:ext uri="{FF2B5EF4-FFF2-40B4-BE49-F238E27FC236}">
                  <a16:creationId xmlns:a16="http://schemas.microsoft.com/office/drawing/2014/main" id="{AAD7E178-EB97-9D49-BA85-B61E5871BF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30" name="Group 729">
              <a:extLst>
                <a:ext uri="{FF2B5EF4-FFF2-40B4-BE49-F238E27FC236}">
                  <a16:creationId xmlns:a16="http://schemas.microsoft.com/office/drawing/2014/main" id="{4C398AB5-D40E-9D45-9D9F-3195710DFE88}"/>
                </a:ext>
              </a:extLst>
            </p:cNvPr>
            <p:cNvGrpSpPr/>
            <p:nvPr/>
          </p:nvGrpSpPr>
          <p:grpSpPr>
            <a:xfrm>
              <a:off x="7713663" y="2848339"/>
              <a:ext cx="1042107" cy="425543"/>
              <a:chOff x="7786941" y="2884917"/>
              <a:chExt cx="897649" cy="353919"/>
            </a:xfrm>
          </p:grpSpPr>
          <p:sp>
            <p:nvSpPr>
              <p:cNvPr id="731" name="Freeform 730">
                <a:extLst>
                  <a:ext uri="{FF2B5EF4-FFF2-40B4-BE49-F238E27FC236}">
                    <a16:creationId xmlns:a16="http://schemas.microsoft.com/office/drawing/2014/main" id="{5E9BAF8A-BA27-434D-91A2-E0D5DB090EF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2" name="Freeform 731">
                <a:extLst>
                  <a:ext uri="{FF2B5EF4-FFF2-40B4-BE49-F238E27FC236}">
                    <a16:creationId xmlns:a16="http://schemas.microsoft.com/office/drawing/2014/main" id="{7239671D-647B-C046-933C-48E52C3A13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3" name="Freeform 732">
                <a:extLst>
                  <a:ext uri="{FF2B5EF4-FFF2-40B4-BE49-F238E27FC236}">
                    <a16:creationId xmlns:a16="http://schemas.microsoft.com/office/drawing/2014/main" id="{72FEAD2C-B342-D84B-83AF-B34BD5B7B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4" name="Freeform 733">
                <a:extLst>
                  <a:ext uri="{FF2B5EF4-FFF2-40B4-BE49-F238E27FC236}">
                    <a16:creationId xmlns:a16="http://schemas.microsoft.com/office/drawing/2014/main" id="{BA83E8B5-18C5-D947-9CC6-154512253C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35" name="Group 734">
            <a:extLst>
              <a:ext uri="{FF2B5EF4-FFF2-40B4-BE49-F238E27FC236}">
                <a16:creationId xmlns:a16="http://schemas.microsoft.com/office/drawing/2014/main" id="{EBC6C3DB-3DD5-5143-813B-D24B718ED06D}"/>
              </a:ext>
            </a:extLst>
          </p:cNvPr>
          <p:cNvGrpSpPr/>
          <p:nvPr/>
        </p:nvGrpSpPr>
        <p:grpSpPr>
          <a:xfrm>
            <a:off x="7567435" y="4520082"/>
            <a:ext cx="946204" cy="493906"/>
            <a:chOff x="7493876" y="2774731"/>
            <a:chExt cx="1481958" cy="894622"/>
          </a:xfrm>
        </p:grpSpPr>
        <p:sp>
          <p:nvSpPr>
            <p:cNvPr id="736" name="Freeform 735">
              <a:extLst>
                <a:ext uri="{FF2B5EF4-FFF2-40B4-BE49-F238E27FC236}">
                  <a16:creationId xmlns:a16="http://schemas.microsoft.com/office/drawing/2014/main" id="{5E0EBE43-DDB6-B548-BB2C-D6B6C1DAB7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7" name="Oval 736">
              <a:extLst>
                <a:ext uri="{FF2B5EF4-FFF2-40B4-BE49-F238E27FC236}">
                  <a16:creationId xmlns:a16="http://schemas.microsoft.com/office/drawing/2014/main" id="{BA79F427-8F60-1544-A84F-64AC028744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38" name="Group 737">
              <a:extLst>
                <a:ext uri="{FF2B5EF4-FFF2-40B4-BE49-F238E27FC236}">
                  <a16:creationId xmlns:a16="http://schemas.microsoft.com/office/drawing/2014/main" id="{A6D233C7-8EB7-9B41-86B6-FC01A8976B2D}"/>
                </a:ext>
              </a:extLst>
            </p:cNvPr>
            <p:cNvGrpSpPr/>
            <p:nvPr/>
          </p:nvGrpSpPr>
          <p:grpSpPr>
            <a:xfrm>
              <a:off x="7713663" y="2848339"/>
              <a:ext cx="1042107" cy="425543"/>
              <a:chOff x="7786941" y="2884917"/>
              <a:chExt cx="897649" cy="353919"/>
            </a:xfrm>
          </p:grpSpPr>
          <p:sp>
            <p:nvSpPr>
              <p:cNvPr id="739" name="Freeform 738">
                <a:extLst>
                  <a:ext uri="{FF2B5EF4-FFF2-40B4-BE49-F238E27FC236}">
                    <a16:creationId xmlns:a16="http://schemas.microsoft.com/office/drawing/2014/main" id="{2DA248B7-610E-C34C-9FF3-57CCF829D4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0" name="Freeform 739">
                <a:extLst>
                  <a:ext uri="{FF2B5EF4-FFF2-40B4-BE49-F238E27FC236}">
                    <a16:creationId xmlns:a16="http://schemas.microsoft.com/office/drawing/2014/main" id="{9FD796FE-DDA7-CD43-8C1A-AD4F25774F8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1" name="Freeform 740">
                <a:extLst>
                  <a:ext uri="{FF2B5EF4-FFF2-40B4-BE49-F238E27FC236}">
                    <a16:creationId xmlns:a16="http://schemas.microsoft.com/office/drawing/2014/main" id="{6009BDFD-2C6D-324C-B98C-379BF8D444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2" name="Freeform 741">
                <a:extLst>
                  <a:ext uri="{FF2B5EF4-FFF2-40B4-BE49-F238E27FC236}">
                    <a16:creationId xmlns:a16="http://schemas.microsoft.com/office/drawing/2014/main" id="{04C2B104-2DF7-EC43-A8ED-F9900D3FC6F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8910879B-032A-764B-B8A5-A88D63D74D64}"/>
              </a:ext>
            </a:extLst>
          </p:cNvPr>
          <p:cNvGrpSpPr/>
          <p:nvPr/>
        </p:nvGrpSpPr>
        <p:grpSpPr>
          <a:xfrm>
            <a:off x="9940980" y="4520082"/>
            <a:ext cx="946204" cy="493906"/>
            <a:chOff x="7493876" y="2774731"/>
            <a:chExt cx="1481958" cy="894622"/>
          </a:xfrm>
        </p:grpSpPr>
        <p:sp>
          <p:nvSpPr>
            <p:cNvPr id="744" name="Freeform 743">
              <a:extLst>
                <a:ext uri="{FF2B5EF4-FFF2-40B4-BE49-F238E27FC236}">
                  <a16:creationId xmlns:a16="http://schemas.microsoft.com/office/drawing/2014/main" id="{D1149133-C350-2D42-8C9E-58585EBAF37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45" name="Oval 744">
              <a:extLst>
                <a:ext uri="{FF2B5EF4-FFF2-40B4-BE49-F238E27FC236}">
                  <a16:creationId xmlns:a16="http://schemas.microsoft.com/office/drawing/2014/main" id="{12C3EB20-8219-694C-85F2-6998D9337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6" name="Group 745">
              <a:extLst>
                <a:ext uri="{FF2B5EF4-FFF2-40B4-BE49-F238E27FC236}">
                  <a16:creationId xmlns:a16="http://schemas.microsoft.com/office/drawing/2014/main" id="{162CB454-0231-9744-8F9B-C6B6BD5914CB}"/>
                </a:ext>
              </a:extLst>
            </p:cNvPr>
            <p:cNvGrpSpPr/>
            <p:nvPr/>
          </p:nvGrpSpPr>
          <p:grpSpPr>
            <a:xfrm>
              <a:off x="7713663" y="2848339"/>
              <a:ext cx="1042107" cy="425543"/>
              <a:chOff x="7786941" y="2884917"/>
              <a:chExt cx="897649" cy="353919"/>
            </a:xfrm>
          </p:grpSpPr>
          <p:sp>
            <p:nvSpPr>
              <p:cNvPr id="747" name="Freeform 746">
                <a:extLst>
                  <a:ext uri="{FF2B5EF4-FFF2-40B4-BE49-F238E27FC236}">
                    <a16:creationId xmlns:a16="http://schemas.microsoft.com/office/drawing/2014/main" id="{8D7DE494-08F1-5B41-8C0A-D66274850B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8" name="Freeform 747">
                <a:extLst>
                  <a:ext uri="{FF2B5EF4-FFF2-40B4-BE49-F238E27FC236}">
                    <a16:creationId xmlns:a16="http://schemas.microsoft.com/office/drawing/2014/main" id="{2A784FA2-85FF-7148-B9DC-8DE272915A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9" name="Freeform 748">
                <a:extLst>
                  <a:ext uri="{FF2B5EF4-FFF2-40B4-BE49-F238E27FC236}">
                    <a16:creationId xmlns:a16="http://schemas.microsoft.com/office/drawing/2014/main" id="{8B03338E-B45A-FA4B-BFE9-2D0AB4D34AC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0" name="Freeform 749">
                <a:extLst>
                  <a:ext uri="{FF2B5EF4-FFF2-40B4-BE49-F238E27FC236}">
                    <a16:creationId xmlns:a16="http://schemas.microsoft.com/office/drawing/2014/main" id="{7D974B2C-FE1D-6349-A955-0E444D9110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51" name="Group 750">
            <a:extLst>
              <a:ext uri="{FF2B5EF4-FFF2-40B4-BE49-F238E27FC236}">
                <a16:creationId xmlns:a16="http://schemas.microsoft.com/office/drawing/2014/main" id="{08A7BD84-7E3B-0547-8C3C-4A918614BC02}"/>
              </a:ext>
            </a:extLst>
          </p:cNvPr>
          <p:cNvGrpSpPr/>
          <p:nvPr/>
        </p:nvGrpSpPr>
        <p:grpSpPr>
          <a:xfrm>
            <a:off x="9889177" y="2634520"/>
            <a:ext cx="946204" cy="493906"/>
            <a:chOff x="7493876" y="2774731"/>
            <a:chExt cx="1481958" cy="894622"/>
          </a:xfrm>
        </p:grpSpPr>
        <p:sp>
          <p:nvSpPr>
            <p:cNvPr id="752" name="Freeform 751">
              <a:extLst>
                <a:ext uri="{FF2B5EF4-FFF2-40B4-BE49-F238E27FC236}">
                  <a16:creationId xmlns:a16="http://schemas.microsoft.com/office/drawing/2014/main" id="{55DE6B73-3A96-5C48-9E14-F3E52551624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53" name="Oval 752">
              <a:extLst>
                <a:ext uri="{FF2B5EF4-FFF2-40B4-BE49-F238E27FC236}">
                  <a16:creationId xmlns:a16="http://schemas.microsoft.com/office/drawing/2014/main" id="{0C2E4634-ECD7-1A42-BFF3-1C3C12DFDC4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54" name="Group 753">
              <a:extLst>
                <a:ext uri="{FF2B5EF4-FFF2-40B4-BE49-F238E27FC236}">
                  <a16:creationId xmlns:a16="http://schemas.microsoft.com/office/drawing/2014/main" id="{F0FBBA43-0B28-DB47-93A2-4CF98D644EF4}"/>
                </a:ext>
              </a:extLst>
            </p:cNvPr>
            <p:cNvGrpSpPr/>
            <p:nvPr/>
          </p:nvGrpSpPr>
          <p:grpSpPr>
            <a:xfrm>
              <a:off x="7713663" y="2848339"/>
              <a:ext cx="1042107" cy="425543"/>
              <a:chOff x="7786941" y="2884917"/>
              <a:chExt cx="897649" cy="353919"/>
            </a:xfrm>
          </p:grpSpPr>
          <p:sp>
            <p:nvSpPr>
              <p:cNvPr id="755" name="Freeform 754">
                <a:extLst>
                  <a:ext uri="{FF2B5EF4-FFF2-40B4-BE49-F238E27FC236}">
                    <a16:creationId xmlns:a16="http://schemas.microsoft.com/office/drawing/2014/main" id="{D329D7EE-AD76-AB4B-953F-A01C8B47B8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6" name="Freeform 755">
                <a:extLst>
                  <a:ext uri="{FF2B5EF4-FFF2-40B4-BE49-F238E27FC236}">
                    <a16:creationId xmlns:a16="http://schemas.microsoft.com/office/drawing/2014/main" id="{589A456E-CB6E-0749-A626-282D17A7162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7" name="Freeform 756">
                <a:extLst>
                  <a:ext uri="{FF2B5EF4-FFF2-40B4-BE49-F238E27FC236}">
                    <a16:creationId xmlns:a16="http://schemas.microsoft.com/office/drawing/2014/main" id="{6618F299-10D3-6B46-9FD8-919E6C98C6F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8" name="Freeform 757">
                <a:extLst>
                  <a:ext uri="{FF2B5EF4-FFF2-40B4-BE49-F238E27FC236}">
                    <a16:creationId xmlns:a16="http://schemas.microsoft.com/office/drawing/2014/main" id="{514AE89A-3BDD-0546-829A-1EBCB7AB9A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52" name="Rectangle 651">
            <a:extLst>
              <a:ext uri="{FF2B5EF4-FFF2-40B4-BE49-F238E27FC236}">
                <a16:creationId xmlns:a16="http://schemas.microsoft.com/office/drawing/2014/main" id="{5035FBDB-8E25-7842-8C98-159D52E79B52}"/>
              </a:ext>
            </a:extLst>
          </p:cNvPr>
          <p:cNvSpPr/>
          <p:nvPr/>
        </p:nvSpPr>
        <p:spPr bwMode="auto">
          <a:xfrm rot="1634516">
            <a:off x="7940837" y="2709093"/>
            <a:ext cx="535922" cy="7318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59" name="Rectangle 758">
            <a:extLst>
              <a:ext uri="{FF2B5EF4-FFF2-40B4-BE49-F238E27FC236}">
                <a16:creationId xmlns:a16="http://schemas.microsoft.com/office/drawing/2014/main" id="{CB9C91AF-8BEA-E84C-A2CC-A7D82A5CAB1D}"/>
              </a:ext>
            </a:extLst>
          </p:cNvPr>
          <p:cNvSpPr/>
          <p:nvPr/>
        </p:nvSpPr>
        <p:spPr bwMode="auto">
          <a:xfrm rot="2101064">
            <a:off x="9817292" y="2970721"/>
            <a:ext cx="535922" cy="73182"/>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60" name="Rectangle 759">
            <a:extLst>
              <a:ext uri="{FF2B5EF4-FFF2-40B4-BE49-F238E27FC236}">
                <a16:creationId xmlns:a16="http://schemas.microsoft.com/office/drawing/2014/main" id="{9DA88FB0-7AC5-3744-B89B-48F2B2492C28}"/>
              </a:ext>
            </a:extLst>
          </p:cNvPr>
          <p:cNvSpPr/>
          <p:nvPr/>
        </p:nvSpPr>
        <p:spPr bwMode="auto">
          <a:xfrm rot="4253584">
            <a:off x="10096993" y="4729744"/>
            <a:ext cx="547683" cy="75781"/>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76" name="TextBox 1">
            <a:extLst>
              <a:ext uri="{FF2B5EF4-FFF2-40B4-BE49-F238E27FC236}">
                <a16:creationId xmlns:a16="http://schemas.microsoft.com/office/drawing/2014/main" id="{E6E11A0C-EE74-6A44-A899-E6245F90CE11}"/>
              </a:ext>
            </a:extLst>
          </p:cNvPr>
          <p:cNvSpPr txBox="1">
            <a:spLocks noChangeArrowheads="1"/>
          </p:cNvSpPr>
          <p:nvPr/>
        </p:nvSpPr>
        <p:spPr bwMode="auto">
          <a:xfrm>
            <a:off x="990600" y="6354126"/>
            <a:ext cx="91471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7" name="Content Placeholder 2">
            <a:extLst>
              <a:ext uri="{FF2B5EF4-FFF2-40B4-BE49-F238E27FC236}">
                <a16:creationId xmlns:a16="http://schemas.microsoft.com/office/drawing/2014/main" id="{7CFDA170-11D3-5541-8A4F-1A2253DC8FAC}"/>
              </a:ext>
            </a:extLst>
          </p:cNvPr>
          <p:cNvSpPr txBox="1">
            <a:spLocks/>
          </p:cNvSpPr>
          <p:nvPr/>
        </p:nvSpPr>
        <p:spPr>
          <a:xfrm>
            <a:off x="893203" y="5522187"/>
            <a:ext cx="6884498" cy="9041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commonly used in traditional telephone networks</a:t>
            </a:r>
          </a:p>
          <a:p>
            <a:pPr marL="174625" marR="0" lvl="0" indent="0" algn="l" defTabSz="914400" rtl="0" eaLnBrk="1" fontAlgn="auto" latinLnBrk="0" hangingPunct="1">
              <a:lnSpc>
                <a:spcPct val="90000"/>
              </a:lnSpc>
              <a:spcBef>
                <a:spcPts val="1000"/>
              </a:spcBef>
              <a:spcAft>
                <a:spcPts val="0"/>
              </a:spcAft>
              <a:buClr>
                <a:srgbClr val="0000A3"/>
              </a:buClr>
              <a:buSzPct val="75000"/>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Slide Number Placeholder 5">
            <a:extLst>
              <a:ext uri="{FF2B5EF4-FFF2-40B4-BE49-F238E27FC236}">
                <a16:creationId xmlns:a16="http://schemas.microsoft.com/office/drawing/2014/main" id="{E94B8DB8-C7EF-7A40-8154-BF28A6185E5B}"/>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33</a:t>
            </a:fld>
            <a:endParaRPr lang="en-US" dirty="0"/>
          </a:p>
        </p:txBody>
      </p:sp>
    </p:spTree>
    <p:extLst>
      <p:ext uri="{BB962C8B-B14F-4D97-AF65-F5344CB8AC3E}">
        <p14:creationId xmlns:p14="http://schemas.microsoft.com/office/powerpoint/2010/main" val="3315313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dissolve">
                                      <p:cBhvr>
                                        <p:cTn id="7" dur="500"/>
                                        <p:tgtEl>
                                          <p:spTgt spid="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2" end="2"/>
                                            </p:txEl>
                                          </p:spTgt>
                                        </p:tgtEl>
                                        <p:attrNameLst>
                                          <p:attrName>style.visibility</p:attrName>
                                        </p:attrNameLst>
                                      </p:cBhvr>
                                      <p:to>
                                        <p:strVal val="visible"/>
                                      </p:to>
                                    </p:set>
                                    <p:animEffect transition="in" filter="dissolve">
                                      <p:cBhvr>
                                        <p:cTn id="10" dur="500"/>
                                        <p:tgtEl>
                                          <p:spTgt spid="3">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animEffect transition="in" filter="dissolve">
                                      <p:cBhvr>
                                        <p:cTn id="15" dur="500"/>
                                        <p:tgtEl>
                                          <p:spTgt spid="3">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4" end="4"/>
                                            </p:txEl>
                                          </p:spTgt>
                                        </p:tgtEl>
                                        <p:attrNameLst>
                                          <p:attrName>style.visibility</p:attrName>
                                        </p:attrNameLst>
                                      </p:cBhvr>
                                      <p:to>
                                        <p:strVal val="visible"/>
                                      </p:to>
                                    </p:set>
                                    <p:animEffect transition="in" filter="dissolve">
                                      <p:cBhvr>
                                        <p:cTn id="18" dur="500"/>
                                        <p:tgtEl>
                                          <p:spTgt spid="3">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animEffect transition="in" filter="dissolve">
                                      <p:cBhvr>
                                        <p:cTn id="23" dur="500"/>
                                        <p:tgtEl>
                                          <p:spTgt spid="3">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7">
                                            <p:txEl>
                                              <p:pRg st="0" end="0"/>
                                            </p:txEl>
                                          </p:spTgt>
                                        </p:tgtEl>
                                        <p:attrNameLst>
                                          <p:attrName>style.visibility</p:attrName>
                                        </p:attrNameLst>
                                      </p:cBhvr>
                                      <p:to>
                                        <p:strVal val="visible"/>
                                      </p:to>
                                    </p:set>
                                    <p:animEffect transition="in" filter="dissolve">
                                      <p:cBhvr>
                                        <p:cTn id="28" dur="500"/>
                                        <p:tgtEl>
                                          <p:spTgt spid="77">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6"/>
                                        </p:tgtEl>
                                        <p:attrNameLst>
                                          <p:attrName>style.visibility</p:attrName>
                                        </p:attrNameLst>
                                      </p:cBhvr>
                                      <p:to>
                                        <p:strVal val="visible"/>
                                      </p:to>
                                    </p:set>
                                    <p:animEffect transition="in" filter="dissolve">
                                      <p:cBhvr>
                                        <p:cTn id="33"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lstStyle/>
          <a:p>
            <a:r>
              <a:rPr lang="en-US" altLang="ja-JP" dirty="0"/>
              <a:t>Circuit switching: FDM and TDM</a:t>
            </a:r>
            <a:endParaRPr lang="en-US" dirty="0"/>
          </a:p>
        </p:txBody>
      </p:sp>
      <p:grpSp>
        <p:nvGrpSpPr>
          <p:cNvPr id="80" name="Group 5">
            <a:extLst>
              <a:ext uri="{FF2B5EF4-FFF2-40B4-BE49-F238E27FC236}">
                <a16:creationId xmlns:a16="http://schemas.microsoft.com/office/drawing/2014/main" id="{9E8B7F63-E037-EA42-8DA6-CB6014E4199C}"/>
              </a:ext>
            </a:extLst>
          </p:cNvPr>
          <p:cNvGrpSpPr>
            <a:grpSpLocks/>
          </p:cNvGrpSpPr>
          <p:nvPr/>
        </p:nvGrpSpPr>
        <p:grpSpPr bwMode="auto">
          <a:xfrm>
            <a:off x="6232444" y="2059358"/>
            <a:ext cx="5508625" cy="1770063"/>
            <a:chOff x="1378" y="1353"/>
            <a:chExt cx="3470" cy="1115"/>
          </a:xfrm>
        </p:grpSpPr>
        <p:sp>
          <p:nvSpPr>
            <p:cNvPr id="81" name="Line 6">
              <a:extLst>
                <a:ext uri="{FF2B5EF4-FFF2-40B4-BE49-F238E27FC236}">
                  <a16:creationId xmlns:a16="http://schemas.microsoft.com/office/drawing/2014/main" id="{FC247104-E8D3-B645-85FB-5A0C2FA08538}"/>
                </a:ext>
              </a:extLst>
            </p:cNvPr>
            <p:cNvSpPr>
              <a:spLocks noChangeShapeType="1"/>
            </p:cNvSpPr>
            <p:nvPr/>
          </p:nvSpPr>
          <p:spPr bwMode="auto">
            <a:xfrm flipV="1">
              <a:off x="1728" y="1392"/>
              <a:ext cx="0" cy="81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Text Box 7">
              <a:extLst>
                <a:ext uri="{FF2B5EF4-FFF2-40B4-BE49-F238E27FC236}">
                  <a16:creationId xmlns:a16="http://schemas.microsoft.com/office/drawing/2014/main" id="{C8BB3F46-3B16-B844-8872-13FF6EAD7B6A}"/>
                </a:ext>
              </a:extLst>
            </p:cNvPr>
            <p:cNvSpPr txBox="1">
              <a:spLocks noChangeArrowheads="1"/>
            </p:cNvSpPr>
            <p:nvPr/>
          </p:nvSpPr>
          <p:spPr bwMode="auto">
            <a:xfrm rot="16200000">
              <a:off x="1069" y="1662"/>
              <a:ext cx="9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frequency</a:t>
              </a:r>
              <a:endPar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Line 8">
              <a:extLst>
                <a:ext uri="{FF2B5EF4-FFF2-40B4-BE49-F238E27FC236}">
                  <a16:creationId xmlns:a16="http://schemas.microsoft.com/office/drawing/2014/main" id="{EF7F65AA-9FC2-CC44-BAE9-97B49EC3BFFA}"/>
                </a:ext>
              </a:extLst>
            </p:cNvPr>
            <p:cNvSpPr>
              <a:spLocks noChangeShapeType="1"/>
            </p:cNvSpPr>
            <p:nvPr/>
          </p:nvSpPr>
          <p:spPr bwMode="auto">
            <a:xfrm>
              <a:off x="1728" y="2208"/>
              <a:ext cx="312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ext Box 9">
              <a:extLst>
                <a:ext uri="{FF2B5EF4-FFF2-40B4-BE49-F238E27FC236}">
                  <a16:creationId xmlns:a16="http://schemas.microsoft.com/office/drawing/2014/main" id="{04240E2C-D2B8-6D49-8F3E-93A9982E6459}"/>
                </a:ext>
              </a:extLst>
            </p:cNvPr>
            <p:cNvSpPr txBox="1">
              <a:spLocks noChangeArrowheads="1"/>
            </p:cNvSpPr>
            <p:nvPr/>
          </p:nvSpPr>
          <p:spPr bwMode="auto">
            <a:xfrm>
              <a:off x="4376" y="2216"/>
              <a:ext cx="41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endParaRPr kumimoji="0" lang="fr-FR"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Rectangle 10">
              <a:extLst>
                <a:ext uri="{FF2B5EF4-FFF2-40B4-BE49-F238E27FC236}">
                  <a16:creationId xmlns:a16="http://schemas.microsoft.com/office/drawing/2014/main" id="{8CB58BFF-BD62-164C-98AC-EA3BD21AC112}"/>
                </a:ext>
              </a:extLst>
            </p:cNvPr>
            <p:cNvSpPr>
              <a:spLocks noChangeArrowheads="1"/>
            </p:cNvSpPr>
            <p:nvPr/>
          </p:nvSpPr>
          <p:spPr bwMode="auto">
            <a:xfrm>
              <a:off x="1776" y="1584"/>
              <a:ext cx="2880" cy="57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86" name="Rectangle 11">
            <a:extLst>
              <a:ext uri="{FF2B5EF4-FFF2-40B4-BE49-F238E27FC236}">
                <a16:creationId xmlns:a16="http://schemas.microsoft.com/office/drawing/2014/main" id="{17B8879F-2FD8-DB4B-A2A0-04D42672C807}"/>
              </a:ext>
            </a:extLst>
          </p:cNvPr>
          <p:cNvSpPr>
            <a:spLocks noChangeArrowheads="1"/>
          </p:cNvSpPr>
          <p:nvPr/>
        </p:nvSpPr>
        <p:spPr bwMode="auto">
          <a:xfrm>
            <a:off x="6851569" y="2438770"/>
            <a:ext cx="4572000" cy="228600"/>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12">
            <a:extLst>
              <a:ext uri="{FF2B5EF4-FFF2-40B4-BE49-F238E27FC236}">
                <a16:creationId xmlns:a16="http://schemas.microsoft.com/office/drawing/2014/main" id="{BEC6B013-FF3F-EC4A-A3C5-E86E0F873041}"/>
              </a:ext>
            </a:extLst>
          </p:cNvPr>
          <p:cNvSpPr>
            <a:spLocks noChangeArrowheads="1"/>
          </p:cNvSpPr>
          <p:nvPr/>
        </p:nvSpPr>
        <p:spPr bwMode="auto">
          <a:xfrm>
            <a:off x="6851569" y="2667370"/>
            <a:ext cx="4572000" cy="228600"/>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13">
            <a:extLst>
              <a:ext uri="{FF2B5EF4-FFF2-40B4-BE49-F238E27FC236}">
                <a16:creationId xmlns:a16="http://schemas.microsoft.com/office/drawing/2014/main" id="{906F828E-B621-AC41-9719-C035AB75F809}"/>
              </a:ext>
            </a:extLst>
          </p:cNvPr>
          <p:cNvSpPr>
            <a:spLocks noChangeArrowheads="1"/>
          </p:cNvSpPr>
          <p:nvPr/>
        </p:nvSpPr>
        <p:spPr bwMode="auto">
          <a:xfrm>
            <a:off x="6851569" y="2895970"/>
            <a:ext cx="4572000" cy="228600"/>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Rectangle 14">
            <a:extLst>
              <a:ext uri="{FF2B5EF4-FFF2-40B4-BE49-F238E27FC236}">
                <a16:creationId xmlns:a16="http://schemas.microsoft.com/office/drawing/2014/main" id="{F56D1B6D-1C4F-8C45-B7A6-ABBFFE805E4F}"/>
              </a:ext>
            </a:extLst>
          </p:cNvPr>
          <p:cNvSpPr>
            <a:spLocks noChangeArrowheads="1"/>
          </p:cNvSpPr>
          <p:nvPr/>
        </p:nvSpPr>
        <p:spPr bwMode="auto">
          <a:xfrm>
            <a:off x="6851569" y="3124570"/>
            <a:ext cx="4572000" cy="228600"/>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90" name="Group 15">
            <a:extLst>
              <a:ext uri="{FF2B5EF4-FFF2-40B4-BE49-F238E27FC236}">
                <a16:creationId xmlns:a16="http://schemas.microsoft.com/office/drawing/2014/main" id="{9A7618F9-9329-2B44-B13F-C685759AA9B8}"/>
              </a:ext>
            </a:extLst>
          </p:cNvPr>
          <p:cNvGrpSpPr>
            <a:grpSpLocks/>
          </p:cNvGrpSpPr>
          <p:nvPr/>
        </p:nvGrpSpPr>
        <p:grpSpPr bwMode="auto">
          <a:xfrm>
            <a:off x="6248319" y="4361235"/>
            <a:ext cx="5480050" cy="1738313"/>
            <a:chOff x="1396" y="2977"/>
            <a:chExt cx="3452" cy="1095"/>
          </a:xfrm>
        </p:grpSpPr>
        <p:sp>
          <p:nvSpPr>
            <p:cNvPr id="92" name="Line 17">
              <a:extLst>
                <a:ext uri="{FF2B5EF4-FFF2-40B4-BE49-F238E27FC236}">
                  <a16:creationId xmlns:a16="http://schemas.microsoft.com/office/drawing/2014/main" id="{6C5900A1-D57D-5143-8A66-C174D32DF386}"/>
                </a:ext>
              </a:extLst>
            </p:cNvPr>
            <p:cNvSpPr>
              <a:spLocks noChangeShapeType="1"/>
            </p:cNvSpPr>
            <p:nvPr/>
          </p:nvSpPr>
          <p:spPr bwMode="auto">
            <a:xfrm flipV="1">
              <a:off x="1728" y="2977"/>
              <a:ext cx="0" cy="81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Text Box 18">
              <a:extLst>
                <a:ext uri="{FF2B5EF4-FFF2-40B4-BE49-F238E27FC236}">
                  <a16:creationId xmlns:a16="http://schemas.microsoft.com/office/drawing/2014/main" id="{B957BD8B-F509-1A4C-BDB2-A2653F2A5C16}"/>
                </a:ext>
              </a:extLst>
            </p:cNvPr>
            <p:cNvSpPr txBox="1">
              <a:spLocks noChangeArrowheads="1"/>
            </p:cNvSpPr>
            <p:nvPr/>
          </p:nvSpPr>
          <p:spPr bwMode="auto">
            <a:xfrm rot="16200000">
              <a:off x="1087" y="3286"/>
              <a:ext cx="9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frequency</a:t>
              </a:r>
              <a:endPar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Line 19">
              <a:extLst>
                <a:ext uri="{FF2B5EF4-FFF2-40B4-BE49-F238E27FC236}">
                  <a16:creationId xmlns:a16="http://schemas.microsoft.com/office/drawing/2014/main" id="{3265E2D3-79D1-AC4D-9664-82C43C0C1EFA}"/>
                </a:ext>
              </a:extLst>
            </p:cNvPr>
            <p:cNvSpPr>
              <a:spLocks noChangeShapeType="1"/>
            </p:cNvSpPr>
            <p:nvPr/>
          </p:nvSpPr>
          <p:spPr bwMode="auto">
            <a:xfrm>
              <a:off x="1728" y="3793"/>
              <a:ext cx="312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Text Box 20">
              <a:extLst>
                <a:ext uri="{FF2B5EF4-FFF2-40B4-BE49-F238E27FC236}">
                  <a16:creationId xmlns:a16="http://schemas.microsoft.com/office/drawing/2014/main" id="{45415617-655E-AE41-ACC7-41804AE636E2}"/>
                </a:ext>
              </a:extLst>
            </p:cNvPr>
            <p:cNvSpPr txBox="1">
              <a:spLocks noChangeArrowheads="1"/>
            </p:cNvSpPr>
            <p:nvPr/>
          </p:nvSpPr>
          <p:spPr bwMode="auto">
            <a:xfrm>
              <a:off x="4385" y="3820"/>
              <a:ext cx="41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endParaRPr kumimoji="0" lang="fr-FR"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Rectangle 21">
              <a:extLst>
                <a:ext uri="{FF2B5EF4-FFF2-40B4-BE49-F238E27FC236}">
                  <a16:creationId xmlns:a16="http://schemas.microsoft.com/office/drawing/2014/main" id="{18EBBCEE-B412-1D43-9B2E-49383E459D22}"/>
                </a:ext>
              </a:extLst>
            </p:cNvPr>
            <p:cNvSpPr>
              <a:spLocks noChangeArrowheads="1"/>
            </p:cNvSpPr>
            <p:nvPr/>
          </p:nvSpPr>
          <p:spPr bwMode="auto">
            <a:xfrm>
              <a:off x="1776" y="3168"/>
              <a:ext cx="2880" cy="576"/>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22">
            <a:extLst>
              <a:ext uri="{FF2B5EF4-FFF2-40B4-BE49-F238E27FC236}">
                <a16:creationId xmlns:a16="http://schemas.microsoft.com/office/drawing/2014/main" id="{241CB304-A294-0445-AAE8-40A24F22C065}"/>
              </a:ext>
            </a:extLst>
          </p:cNvPr>
          <p:cNvGrpSpPr>
            <a:grpSpLocks/>
          </p:cNvGrpSpPr>
          <p:nvPr/>
        </p:nvGrpSpPr>
        <p:grpSpPr bwMode="auto">
          <a:xfrm>
            <a:off x="6851569" y="4664445"/>
            <a:ext cx="3886200" cy="914400"/>
            <a:chOff x="1776" y="3168"/>
            <a:chExt cx="2448" cy="576"/>
          </a:xfrm>
        </p:grpSpPr>
        <p:sp>
          <p:nvSpPr>
            <p:cNvPr id="98" name="Rectangle 23">
              <a:extLst>
                <a:ext uri="{FF2B5EF4-FFF2-40B4-BE49-F238E27FC236}">
                  <a16:creationId xmlns:a16="http://schemas.microsoft.com/office/drawing/2014/main" id="{BBBAEBF8-E545-B74D-9E4E-8CA10626EB09}"/>
                </a:ext>
              </a:extLst>
            </p:cNvPr>
            <p:cNvSpPr>
              <a:spLocks noChangeArrowheads="1"/>
            </p:cNvSpPr>
            <p:nvPr/>
          </p:nvSpPr>
          <p:spPr bwMode="auto">
            <a:xfrm>
              <a:off x="1776"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24">
              <a:extLst>
                <a:ext uri="{FF2B5EF4-FFF2-40B4-BE49-F238E27FC236}">
                  <a16:creationId xmlns:a16="http://schemas.microsoft.com/office/drawing/2014/main" id="{59EE33AA-C8A3-2F49-95FB-4AC5CCD3F268}"/>
                </a:ext>
              </a:extLst>
            </p:cNvPr>
            <p:cNvSpPr>
              <a:spLocks noChangeArrowheads="1"/>
            </p:cNvSpPr>
            <p:nvPr/>
          </p:nvSpPr>
          <p:spPr bwMode="auto">
            <a:xfrm>
              <a:off x="2352"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Rectangle 25">
              <a:extLst>
                <a:ext uri="{FF2B5EF4-FFF2-40B4-BE49-F238E27FC236}">
                  <a16:creationId xmlns:a16="http://schemas.microsoft.com/office/drawing/2014/main" id="{B7E36698-7100-CA42-AE32-4065DD48C6AD}"/>
                </a:ext>
              </a:extLst>
            </p:cNvPr>
            <p:cNvSpPr>
              <a:spLocks noChangeArrowheads="1"/>
            </p:cNvSpPr>
            <p:nvPr/>
          </p:nvSpPr>
          <p:spPr bwMode="auto">
            <a:xfrm>
              <a:off x="2928"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Rectangle 26">
              <a:extLst>
                <a:ext uri="{FF2B5EF4-FFF2-40B4-BE49-F238E27FC236}">
                  <a16:creationId xmlns:a16="http://schemas.microsoft.com/office/drawing/2014/main" id="{C7CBE92F-CD13-2F4F-AE98-DD839DC0988B}"/>
                </a:ext>
              </a:extLst>
            </p:cNvPr>
            <p:cNvSpPr>
              <a:spLocks noChangeArrowheads="1"/>
            </p:cNvSpPr>
            <p:nvPr/>
          </p:nvSpPr>
          <p:spPr bwMode="auto">
            <a:xfrm>
              <a:off x="3504"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Rectangle 27">
              <a:extLst>
                <a:ext uri="{FF2B5EF4-FFF2-40B4-BE49-F238E27FC236}">
                  <a16:creationId xmlns:a16="http://schemas.microsoft.com/office/drawing/2014/main" id="{DD52ACA4-56FF-F049-8FA6-73C99953679D}"/>
                </a:ext>
              </a:extLst>
            </p:cNvPr>
            <p:cNvSpPr>
              <a:spLocks noChangeArrowheads="1"/>
            </p:cNvSpPr>
            <p:nvPr/>
          </p:nvSpPr>
          <p:spPr bwMode="auto">
            <a:xfrm>
              <a:off x="4080" y="3168"/>
              <a:ext cx="144" cy="576"/>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103" name="Group 28">
            <a:extLst>
              <a:ext uri="{FF2B5EF4-FFF2-40B4-BE49-F238E27FC236}">
                <a16:creationId xmlns:a16="http://schemas.microsoft.com/office/drawing/2014/main" id="{6B5BCBCE-893F-6042-A314-778723B61565}"/>
              </a:ext>
            </a:extLst>
          </p:cNvPr>
          <p:cNvGrpSpPr>
            <a:grpSpLocks/>
          </p:cNvGrpSpPr>
          <p:nvPr/>
        </p:nvGrpSpPr>
        <p:grpSpPr bwMode="auto">
          <a:xfrm>
            <a:off x="7080169" y="4664445"/>
            <a:ext cx="3886200" cy="914400"/>
            <a:chOff x="1920" y="3168"/>
            <a:chExt cx="2448" cy="576"/>
          </a:xfrm>
        </p:grpSpPr>
        <p:sp>
          <p:nvSpPr>
            <p:cNvPr id="104" name="Rectangle 29">
              <a:extLst>
                <a:ext uri="{FF2B5EF4-FFF2-40B4-BE49-F238E27FC236}">
                  <a16:creationId xmlns:a16="http://schemas.microsoft.com/office/drawing/2014/main" id="{F89F88EB-D217-3740-AB7F-84D975F9EA36}"/>
                </a:ext>
              </a:extLst>
            </p:cNvPr>
            <p:cNvSpPr>
              <a:spLocks noChangeArrowheads="1"/>
            </p:cNvSpPr>
            <p:nvPr/>
          </p:nvSpPr>
          <p:spPr bwMode="auto">
            <a:xfrm>
              <a:off x="1920"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5" name="Rectangle 30">
              <a:extLst>
                <a:ext uri="{FF2B5EF4-FFF2-40B4-BE49-F238E27FC236}">
                  <a16:creationId xmlns:a16="http://schemas.microsoft.com/office/drawing/2014/main" id="{E42D2B75-2175-FB4F-A9C6-9BA6E2F118EE}"/>
                </a:ext>
              </a:extLst>
            </p:cNvPr>
            <p:cNvSpPr>
              <a:spLocks noChangeArrowheads="1"/>
            </p:cNvSpPr>
            <p:nvPr/>
          </p:nvSpPr>
          <p:spPr bwMode="auto">
            <a:xfrm>
              <a:off x="2496"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6" name="Rectangle 31">
              <a:extLst>
                <a:ext uri="{FF2B5EF4-FFF2-40B4-BE49-F238E27FC236}">
                  <a16:creationId xmlns:a16="http://schemas.microsoft.com/office/drawing/2014/main" id="{A416A53A-2D17-C44C-B2F8-89A84E2C9747}"/>
                </a:ext>
              </a:extLst>
            </p:cNvPr>
            <p:cNvSpPr>
              <a:spLocks noChangeArrowheads="1"/>
            </p:cNvSpPr>
            <p:nvPr/>
          </p:nvSpPr>
          <p:spPr bwMode="auto">
            <a:xfrm>
              <a:off x="3072"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7" name="Rectangle 32">
              <a:extLst>
                <a:ext uri="{FF2B5EF4-FFF2-40B4-BE49-F238E27FC236}">
                  <a16:creationId xmlns:a16="http://schemas.microsoft.com/office/drawing/2014/main" id="{67CA95C0-B871-CF4F-8ED3-AFB8884C260F}"/>
                </a:ext>
              </a:extLst>
            </p:cNvPr>
            <p:cNvSpPr>
              <a:spLocks noChangeArrowheads="1"/>
            </p:cNvSpPr>
            <p:nvPr/>
          </p:nvSpPr>
          <p:spPr bwMode="auto">
            <a:xfrm>
              <a:off x="3648"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8" name="Rectangle 33">
              <a:extLst>
                <a:ext uri="{FF2B5EF4-FFF2-40B4-BE49-F238E27FC236}">
                  <a16:creationId xmlns:a16="http://schemas.microsoft.com/office/drawing/2014/main" id="{45837EA2-CC92-FF43-A3B1-E57DFC95DD5E}"/>
                </a:ext>
              </a:extLst>
            </p:cNvPr>
            <p:cNvSpPr>
              <a:spLocks noChangeArrowheads="1"/>
            </p:cNvSpPr>
            <p:nvPr/>
          </p:nvSpPr>
          <p:spPr bwMode="auto">
            <a:xfrm>
              <a:off x="4224" y="3168"/>
              <a:ext cx="144" cy="576"/>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109" name="Group 34">
            <a:extLst>
              <a:ext uri="{FF2B5EF4-FFF2-40B4-BE49-F238E27FC236}">
                <a16:creationId xmlns:a16="http://schemas.microsoft.com/office/drawing/2014/main" id="{09E73B34-5A97-9243-8722-C1FF0067894A}"/>
              </a:ext>
            </a:extLst>
          </p:cNvPr>
          <p:cNvGrpSpPr>
            <a:grpSpLocks/>
          </p:cNvGrpSpPr>
          <p:nvPr/>
        </p:nvGrpSpPr>
        <p:grpSpPr bwMode="auto">
          <a:xfrm>
            <a:off x="7308769" y="4664445"/>
            <a:ext cx="3886200" cy="914400"/>
            <a:chOff x="2064" y="3168"/>
            <a:chExt cx="2448" cy="576"/>
          </a:xfrm>
        </p:grpSpPr>
        <p:sp>
          <p:nvSpPr>
            <p:cNvPr id="110" name="Rectangle 35">
              <a:extLst>
                <a:ext uri="{FF2B5EF4-FFF2-40B4-BE49-F238E27FC236}">
                  <a16:creationId xmlns:a16="http://schemas.microsoft.com/office/drawing/2014/main" id="{2542FF38-5DB4-3F4A-ACA4-5714416862B9}"/>
                </a:ext>
              </a:extLst>
            </p:cNvPr>
            <p:cNvSpPr>
              <a:spLocks noChangeArrowheads="1"/>
            </p:cNvSpPr>
            <p:nvPr/>
          </p:nvSpPr>
          <p:spPr bwMode="auto">
            <a:xfrm>
              <a:off x="2064"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1" name="Rectangle 36">
              <a:extLst>
                <a:ext uri="{FF2B5EF4-FFF2-40B4-BE49-F238E27FC236}">
                  <a16:creationId xmlns:a16="http://schemas.microsoft.com/office/drawing/2014/main" id="{11F55AF2-B4EF-DE4D-9828-6C62B6891E4D}"/>
                </a:ext>
              </a:extLst>
            </p:cNvPr>
            <p:cNvSpPr>
              <a:spLocks noChangeArrowheads="1"/>
            </p:cNvSpPr>
            <p:nvPr/>
          </p:nvSpPr>
          <p:spPr bwMode="auto">
            <a:xfrm>
              <a:off x="2640"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2" name="Rectangle 37">
              <a:extLst>
                <a:ext uri="{FF2B5EF4-FFF2-40B4-BE49-F238E27FC236}">
                  <a16:creationId xmlns:a16="http://schemas.microsoft.com/office/drawing/2014/main" id="{F6DBD211-C591-4F40-9D18-FBBD93787218}"/>
                </a:ext>
              </a:extLst>
            </p:cNvPr>
            <p:cNvSpPr>
              <a:spLocks noChangeArrowheads="1"/>
            </p:cNvSpPr>
            <p:nvPr/>
          </p:nvSpPr>
          <p:spPr bwMode="auto">
            <a:xfrm>
              <a:off x="3216"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3" name="Rectangle 38">
              <a:extLst>
                <a:ext uri="{FF2B5EF4-FFF2-40B4-BE49-F238E27FC236}">
                  <a16:creationId xmlns:a16="http://schemas.microsoft.com/office/drawing/2014/main" id="{112356C3-3BBE-504C-B270-A9E8C882CE75}"/>
                </a:ext>
              </a:extLst>
            </p:cNvPr>
            <p:cNvSpPr>
              <a:spLocks noChangeArrowheads="1"/>
            </p:cNvSpPr>
            <p:nvPr/>
          </p:nvSpPr>
          <p:spPr bwMode="auto">
            <a:xfrm>
              <a:off x="3792"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4" name="Rectangle 39">
              <a:extLst>
                <a:ext uri="{FF2B5EF4-FFF2-40B4-BE49-F238E27FC236}">
                  <a16:creationId xmlns:a16="http://schemas.microsoft.com/office/drawing/2014/main" id="{67D5E6EF-1805-AF4F-A945-1E53D6A09AA4}"/>
                </a:ext>
              </a:extLst>
            </p:cNvPr>
            <p:cNvSpPr>
              <a:spLocks noChangeArrowheads="1"/>
            </p:cNvSpPr>
            <p:nvPr/>
          </p:nvSpPr>
          <p:spPr bwMode="auto">
            <a:xfrm>
              <a:off x="4368" y="3168"/>
              <a:ext cx="144" cy="576"/>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115" name="Group 40">
            <a:extLst>
              <a:ext uri="{FF2B5EF4-FFF2-40B4-BE49-F238E27FC236}">
                <a16:creationId xmlns:a16="http://schemas.microsoft.com/office/drawing/2014/main" id="{F22CF311-F4BD-A94C-8199-EA46277CD3BD}"/>
              </a:ext>
            </a:extLst>
          </p:cNvPr>
          <p:cNvGrpSpPr>
            <a:grpSpLocks/>
          </p:cNvGrpSpPr>
          <p:nvPr/>
        </p:nvGrpSpPr>
        <p:grpSpPr bwMode="auto">
          <a:xfrm>
            <a:off x="7537369" y="4664445"/>
            <a:ext cx="3886200" cy="914400"/>
            <a:chOff x="2208" y="3168"/>
            <a:chExt cx="2448" cy="576"/>
          </a:xfrm>
        </p:grpSpPr>
        <p:sp>
          <p:nvSpPr>
            <p:cNvPr id="116" name="Rectangle 41">
              <a:extLst>
                <a:ext uri="{FF2B5EF4-FFF2-40B4-BE49-F238E27FC236}">
                  <a16:creationId xmlns:a16="http://schemas.microsoft.com/office/drawing/2014/main" id="{9CA27E85-835D-3C49-BA35-113312016E85}"/>
                </a:ext>
              </a:extLst>
            </p:cNvPr>
            <p:cNvSpPr>
              <a:spLocks noChangeArrowheads="1"/>
            </p:cNvSpPr>
            <p:nvPr/>
          </p:nvSpPr>
          <p:spPr bwMode="auto">
            <a:xfrm>
              <a:off x="2208"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7" name="Rectangle 42">
              <a:extLst>
                <a:ext uri="{FF2B5EF4-FFF2-40B4-BE49-F238E27FC236}">
                  <a16:creationId xmlns:a16="http://schemas.microsoft.com/office/drawing/2014/main" id="{16F4D2FA-3645-4546-8BD7-73B7C728BB6B}"/>
                </a:ext>
              </a:extLst>
            </p:cNvPr>
            <p:cNvSpPr>
              <a:spLocks noChangeArrowheads="1"/>
            </p:cNvSpPr>
            <p:nvPr/>
          </p:nvSpPr>
          <p:spPr bwMode="auto">
            <a:xfrm>
              <a:off x="2784"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8" name="Rectangle 43">
              <a:extLst>
                <a:ext uri="{FF2B5EF4-FFF2-40B4-BE49-F238E27FC236}">
                  <a16:creationId xmlns:a16="http://schemas.microsoft.com/office/drawing/2014/main" id="{DFE6A11C-37DF-D847-B587-29A412FF7F86}"/>
                </a:ext>
              </a:extLst>
            </p:cNvPr>
            <p:cNvSpPr>
              <a:spLocks noChangeArrowheads="1"/>
            </p:cNvSpPr>
            <p:nvPr/>
          </p:nvSpPr>
          <p:spPr bwMode="auto">
            <a:xfrm>
              <a:off x="3360"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9" name="Rectangle 44">
              <a:extLst>
                <a:ext uri="{FF2B5EF4-FFF2-40B4-BE49-F238E27FC236}">
                  <a16:creationId xmlns:a16="http://schemas.microsoft.com/office/drawing/2014/main" id="{3A806C1E-DAB0-304C-9DA3-A3E26591D015}"/>
                </a:ext>
              </a:extLst>
            </p:cNvPr>
            <p:cNvSpPr>
              <a:spLocks noChangeArrowheads="1"/>
            </p:cNvSpPr>
            <p:nvPr/>
          </p:nvSpPr>
          <p:spPr bwMode="auto">
            <a:xfrm>
              <a:off x="3936"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0" name="Rectangle 45">
              <a:extLst>
                <a:ext uri="{FF2B5EF4-FFF2-40B4-BE49-F238E27FC236}">
                  <a16:creationId xmlns:a16="http://schemas.microsoft.com/office/drawing/2014/main" id="{8DB6DFAA-D4E8-9F49-8C65-FFB57B6EA947}"/>
                </a:ext>
              </a:extLst>
            </p:cNvPr>
            <p:cNvSpPr>
              <a:spLocks noChangeArrowheads="1"/>
            </p:cNvSpPr>
            <p:nvPr/>
          </p:nvSpPr>
          <p:spPr bwMode="auto">
            <a:xfrm>
              <a:off x="4512" y="3168"/>
              <a:ext cx="144" cy="576"/>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121" name="Group 46">
            <a:extLst>
              <a:ext uri="{FF2B5EF4-FFF2-40B4-BE49-F238E27FC236}">
                <a16:creationId xmlns:a16="http://schemas.microsoft.com/office/drawing/2014/main" id="{E2514980-7513-C04A-B9E9-8CAF43AA2E98}"/>
              </a:ext>
            </a:extLst>
          </p:cNvPr>
          <p:cNvGrpSpPr>
            <a:grpSpLocks/>
          </p:cNvGrpSpPr>
          <p:nvPr/>
        </p:nvGrpSpPr>
        <p:grpSpPr bwMode="auto">
          <a:xfrm>
            <a:off x="6851569" y="2667370"/>
            <a:ext cx="4572000" cy="457200"/>
            <a:chOff x="1776" y="1728"/>
            <a:chExt cx="2880" cy="288"/>
          </a:xfrm>
        </p:grpSpPr>
        <p:sp>
          <p:nvSpPr>
            <p:cNvPr id="122" name="Line 47">
              <a:extLst>
                <a:ext uri="{FF2B5EF4-FFF2-40B4-BE49-F238E27FC236}">
                  <a16:creationId xmlns:a16="http://schemas.microsoft.com/office/drawing/2014/main" id="{A784622D-6C6C-6A4B-86EF-6E226EE57A84}"/>
                </a:ext>
              </a:extLst>
            </p:cNvPr>
            <p:cNvSpPr>
              <a:spLocks noChangeShapeType="1"/>
            </p:cNvSpPr>
            <p:nvPr/>
          </p:nvSpPr>
          <p:spPr bwMode="auto">
            <a:xfrm flipV="1">
              <a:off x="1776" y="1728"/>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48">
              <a:extLst>
                <a:ext uri="{FF2B5EF4-FFF2-40B4-BE49-F238E27FC236}">
                  <a16:creationId xmlns:a16="http://schemas.microsoft.com/office/drawing/2014/main" id="{E44DC6CB-5B3D-AF40-B675-B9A9AE36771B}"/>
                </a:ext>
              </a:extLst>
            </p:cNvPr>
            <p:cNvSpPr>
              <a:spLocks noChangeShapeType="1"/>
            </p:cNvSpPr>
            <p:nvPr/>
          </p:nvSpPr>
          <p:spPr bwMode="auto">
            <a:xfrm flipV="1">
              <a:off x="1776" y="1872"/>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49">
              <a:extLst>
                <a:ext uri="{FF2B5EF4-FFF2-40B4-BE49-F238E27FC236}">
                  <a16:creationId xmlns:a16="http://schemas.microsoft.com/office/drawing/2014/main" id="{4151DE66-5E96-0C4C-9749-3B0424C165BD}"/>
                </a:ext>
              </a:extLst>
            </p:cNvPr>
            <p:cNvSpPr>
              <a:spLocks noChangeShapeType="1"/>
            </p:cNvSpPr>
            <p:nvPr/>
          </p:nvSpPr>
          <p:spPr bwMode="auto">
            <a:xfrm flipV="1">
              <a:off x="1776" y="2016"/>
              <a:ext cx="288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5" name="Group 50">
            <a:extLst>
              <a:ext uri="{FF2B5EF4-FFF2-40B4-BE49-F238E27FC236}">
                <a16:creationId xmlns:a16="http://schemas.microsoft.com/office/drawing/2014/main" id="{2F7FB34F-2B8D-FD4E-A40A-520FC72B6836}"/>
              </a:ext>
            </a:extLst>
          </p:cNvPr>
          <p:cNvGrpSpPr>
            <a:grpSpLocks/>
          </p:cNvGrpSpPr>
          <p:nvPr/>
        </p:nvGrpSpPr>
        <p:grpSpPr bwMode="auto">
          <a:xfrm>
            <a:off x="7080169" y="4664445"/>
            <a:ext cx="4114800" cy="914400"/>
            <a:chOff x="1920" y="3168"/>
            <a:chExt cx="2592" cy="576"/>
          </a:xfrm>
        </p:grpSpPr>
        <p:sp>
          <p:nvSpPr>
            <p:cNvPr id="126" name="Line 51">
              <a:extLst>
                <a:ext uri="{FF2B5EF4-FFF2-40B4-BE49-F238E27FC236}">
                  <a16:creationId xmlns:a16="http://schemas.microsoft.com/office/drawing/2014/main" id="{1A7B9A9A-8D34-5949-AB73-2752D4ADA49D}"/>
                </a:ext>
              </a:extLst>
            </p:cNvPr>
            <p:cNvSpPr>
              <a:spLocks noChangeShapeType="1"/>
            </p:cNvSpPr>
            <p:nvPr/>
          </p:nvSpPr>
          <p:spPr bwMode="auto">
            <a:xfrm>
              <a:off x="192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52">
              <a:extLst>
                <a:ext uri="{FF2B5EF4-FFF2-40B4-BE49-F238E27FC236}">
                  <a16:creationId xmlns:a16="http://schemas.microsoft.com/office/drawing/2014/main" id="{7825394C-BA9E-F14A-A06B-B4D1F2AB7356}"/>
                </a:ext>
              </a:extLst>
            </p:cNvPr>
            <p:cNvSpPr>
              <a:spLocks noChangeShapeType="1"/>
            </p:cNvSpPr>
            <p:nvPr/>
          </p:nvSpPr>
          <p:spPr bwMode="auto">
            <a:xfrm>
              <a:off x="206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53">
              <a:extLst>
                <a:ext uri="{FF2B5EF4-FFF2-40B4-BE49-F238E27FC236}">
                  <a16:creationId xmlns:a16="http://schemas.microsoft.com/office/drawing/2014/main" id="{04DEEC0C-6538-134B-857D-2D0EDB5AEE12}"/>
                </a:ext>
              </a:extLst>
            </p:cNvPr>
            <p:cNvSpPr>
              <a:spLocks noChangeShapeType="1"/>
            </p:cNvSpPr>
            <p:nvPr/>
          </p:nvSpPr>
          <p:spPr bwMode="auto">
            <a:xfrm>
              <a:off x="220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54">
              <a:extLst>
                <a:ext uri="{FF2B5EF4-FFF2-40B4-BE49-F238E27FC236}">
                  <a16:creationId xmlns:a16="http://schemas.microsoft.com/office/drawing/2014/main" id="{A3FD5517-6B59-D84A-A3A5-B4E25A0D742B}"/>
                </a:ext>
              </a:extLst>
            </p:cNvPr>
            <p:cNvSpPr>
              <a:spLocks noChangeShapeType="1"/>
            </p:cNvSpPr>
            <p:nvPr/>
          </p:nvSpPr>
          <p:spPr bwMode="auto">
            <a:xfrm>
              <a:off x="235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55">
              <a:extLst>
                <a:ext uri="{FF2B5EF4-FFF2-40B4-BE49-F238E27FC236}">
                  <a16:creationId xmlns:a16="http://schemas.microsoft.com/office/drawing/2014/main" id="{8BFF1C13-9DA1-9B4D-9F10-1F66A8810946}"/>
                </a:ext>
              </a:extLst>
            </p:cNvPr>
            <p:cNvSpPr>
              <a:spLocks noChangeShapeType="1"/>
            </p:cNvSpPr>
            <p:nvPr/>
          </p:nvSpPr>
          <p:spPr bwMode="auto">
            <a:xfrm>
              <a:off x="249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56">
              <a:extLst>
                <a:ext uri="{FF2B5EF4-FFF2-40B4-BE49-F238E27FC236}">
                  <a16:creationId xmlns:a16="http://schemas.microsoft.com/office/drawing/2014/main" id="{B0486BD1-B653-EC4B-BC49-7487964A649C}"/>
                </a:ext>
              </a:extLst>
            </p:cNvPr>
            <p:cNvSpPr>
              <a:spLocks noChangeShapeType="1"/>
            </p:cNvSpPr>
            <p:nvPr/>
          </p:nvSpPr>
          <p:spPr bwMode="auto">
            <a:xfrm>
              <a:off x="264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57">
              <a:extLst>
                <a:ext uri="{FF2B5EF4-FFF2-40B4-BE49-F238E27FC236}">
                  <a16:creationId xmlns:a16="http://schemas.microsoft.com/office/drawing/2014/main" id="{A5505908-88D5-4A4D-BD8D-DC8F998AEBBA}"/>
                </a:ext>
              </a:extLst>
            </p:cNvPr>
            <p:cNvSpPr>
              <a:spLocks noChangeShapeType="1"/>
            </p:cNvSpPr>
            <p:nvPr/>
          </p:nvSpPr>
          <p:spPr bwMode="auto">
            <a:xfrm>
              <a:off x="278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58">
              <a:extLst>
                <a:ext uri="{FF2B5EF4-FFF2-40B4-BE49-F238E27FC236}">
                  <a16:creationId xmlns:a16="http://schemas.microsoft.com/office/drawing/2014/main" id="{CFE3069F-00E3-F94B-9EF4-7F602081FFC3}"/>
                </a:ext>
              </a:extLst>
            </p:cNvPr>
            <p:cNvSpPr>
              <a:spLocks noChangeShapeType="1"/>
            </p:cNvSpPr>
            <p:nvPr/>
          </p:nvSpPr>
          <p:spPr bwMode="auto">
            <a:xfrm>
              <a:off x="292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59">
              <a:extLst>
                <a:ext uri="{FF2B5EF4-FFF2-40B4-BE49-F238E27FC236}">
                  <a16:creationId xmlns:a16="http://schemas.microsoft.com/office/drawing/2014/main" id="{3E3FF99A-7088-874C-86FF-E8E923BC8856}"/>
                </a:ext>
              </a:extLst>
            </p:cNvPr>
            <p:cNvSpPr>
              <a:spLocks noChangeShapeType="1"/>
            </p:cNvSpPr>
            <p:nvPr/>
          </p:nvSpPr>
          <p:spPr bwMode="auto">
            <a:xfrm>
              <a:off x="307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Line 60">
              <a:extLst>
                <a:ext uri="{FF2B5EF4-FFF2-40B4-BE49-F238E27FC236}">
                  <a16:creationId xmlns:a16="http://schemas.microsoft.com/office/drawing/2014/main" id="{9A1084A3-A397-4443-B4A1-8A048966E85B}"/>
                </a:ext>
              </a:extLst>
            </p:cNvPr>
            <p:cNvSpPr>
              <a:spLocks noChangeShapeType="1"/>
            </p:cNvSpPr>
            <p:nvPr/>
          </p:nvSpPr>
          <p:spPr bwMode="auto">
            <a:xfrm>
              <a:off x="321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61">
              <a:extLst>
                <a:ext uri="{FF2B5EF4-FFF2-40B4-BE49-F238E27FC236}">
                  <a16:creationId xmlns:a16="http://schemas.microsoft.com/office/drawing/2014/main" id="{9ADDC058-5058-BE44-A0F5-D0DDA33CE284}"/>
                </a:ext>
              </a:extLst>
            </p:cNvPr>
            <p:cNvSpPr>
              <a:spLocks noChangeShapeType="1"/>
            </p:cNvSpPr>
            <p:nvPr/>
          </p:nvSpPr>
          <p:spPr bwMode="auto">
            <a:xfrm>
              <a:off x="336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62">
              <a:extLst>
                <a:ext uri="{FF2B5EF4-FFF2-40B4-BE49-F238E27FC236}">
                  <a16:creationId xmlns:a16="http://schemas.microsoft.com/office/drawing/2014/main" id="{BD24B7F5-455A-0C43-B9F0-FB3B946FE303}"/>
                </a:ext>
              </a:extLst>
            </p:cNvPr>
            <p:cNvSpPr>
              <a:spLocks noChangeShapeType="1"/>
            </p:cNvSpPr>
            <p:nvPr/>
          </p:nvSpPr>
          <p:spPr bwMode="auto">
            <a:xfrm>
              <a:off x="350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Line 63">
              <a:extLst>
                <a:ext uri="{FF2B5EF4-FFF2-40B4-BE49-F238E27FC236}">
                  <a16:creationId xmlns:a16="http://schemas.microsoft.com/office/drawing/2014/main" id="{988F36F5-7D31-804E-962A-423F649F92CC}"/>
                </a:ext>
              </a:extLst>
            </p:cNvPr>
            <p:cNvSpPr>
              <a:spLocks noChangeShapeType="1"/>
            </p:cNvSpPr>
            <p:nvPr/>
          </p:nvSpPr>
          <p:spPr bwMode="auto">
            <a:xfrm>
              <a:off x="364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Line 64">
              <a:extLst>
                <a:ext uri="{FF2B5EF4-FFF2-40B4-BE49-F238E27FC236}">
                  <a16:creationId xmlns:a16="http://schemas.microsoft.com/office/drawing/2014/main" id="{D7B989E8-2587-7643-9382-D33D3F44B421}"/>
                </a:ext>
              </a:extLst>
            </p:cNvPr>
            <p:cNvSpPr>
              <a:spLocks noChangeShapeType="1"/>
            </p:cNvSpPr>
            <p:nvPr/>
          </p:nvSpPr>
          <p:spPr bwMode="auto">
            <a:xfrm>
              <a:off x="379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65">
              <a:extLst>
                <a:ext uri="{FF2B5EF4-FFF2-40B4-BE49-F238E27FC236}">
                  <a16:creationId xmlns:a16="http://schemas.microsoft.com/office/drawing/2014/main" id="{E0D29195-E5A5-7342-B97D-15428877E0E5}"/>
                </a:ext>
              </a:extLst>
            </p:cNvPr>
            <p:cNvSpPr>
              <a:spLocks noChangeShapeType="1"/>
            </p:cNvSpPr>
            <p:nvPr/>
          </p:nvSpPr>
          <p:spPr bwMode="auto">
            <a:xfrm>
              <a:off x="3936"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66">
              <a:extLst>
                <a:ext uri="{FF2B5EF4-FFF2-40B4-BE49-F238E27FC236}">
                  <a16:creationId xmlns:a16="http://schemas.microsoft.com/office/drawing/2014/main" id="{DB60A569-3391-0245-957A-8BD0C4704AC6}"/>
                </a:ext>
              </a:extLst>
            </p:cNvPr>
            <p:cNvSpPr>
              <a:spLocks noChangeShapeType="1"/>
            </p:cNvSpPr>
            <p:nvPr/>
          </p:nvSpPr>
          <p:spPr bwMode="auto">
            <a:xfrm>
              <a:off x="4080"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Line 67">
              <a:extLst>
                <a:ext uri="{FF2B5EF4-FFF2-40B4-BE49-F238E27FC236}">
                  <a16:creationId xmlns:a16="http://schemas.microsoft.com/office/drawing/2014/main" id="{2B1AB277-061D-9241-9AB6-1B95D3D21F0E}"/>
                </a:ext>
              </a:extLst>
            </p:cNvPr>
            <p:cNvSpPr>
              <a:spLocks noChangeShapeType="1"/>
            </p:cNvSpPr>
            <p:nvPr/>
          </p:nvSpPr>
          <p:spPr bwMode="auto">
            <a:xfrm>
              <a:off x="4224"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Line 68">
              <a:extLst>
                <a:ext uri="{FF2B5EF4-FFF2-40B4-BE49-F238E27FC236}">
                  <a16:creationId xmlns:a16="http://schemas.microsoft.com/office/drawing/2014/main" id="{40920297-470B-0146-A370-C189FFDE7A5C}"/>
                </a:ext>
              </a:extLst>
            </p:cNvPr>
            <p:cNvSpPr>
              <a:spLocks noChangeShapeType="1"/>
            </p:cNvSpPr>
            <p:nvPr/>
          </p:nvSpPr>
          <p:spPr bwMode="auto">
            <a:xfrm>
              <a:off x="4368"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69">
              <a:extLst>
                <a:ext uri="{FF2B5EF4-FFF2-40B4-BE49-F238E27FC236}">
                  <a16:creationId xmlns:a16="http://schemas.microsoft.com/office/drawing/2014/main" id="{2E53AA1C-6679-674A-95BC-86F53DDA0E31}"/>
                </a:ext>
              </a:extLst>
            </p:cNvPr>
            <p:cNvSpPr>
              <a:spLocks noChangeShapeType="1"/>
            </p:cNvSpPr>
            <p:nvPr/>
          </p:nvSpPr>
          <p:spPr bwMode="auto">
            <a:xfrm>
              <a:off x="4512" y="3168"/>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Group 70">
            <a:extLst>
              <a:ext uri="{FF2B5EF4-FFF2-40B4-BE49-F238E27FC236}">
                <a16:creationId xmlns:a16="http://schemas.microsoft.com/office/drawing/2014/main" id="{D19EB7AC-F070-3541-A86A-2FC1DD8534B1}"/>
              </a:ext>
            </a:extLst>
          </p:cNvPr>
          <p:cNvGrpSpPr>
            <a:grpSpLocks/>
          </p:cNvGrpSpPr>
          <p:nvPr/>
        </p:nvGrpSpPr>
        <p:grpSpPr bwMode="auto">
          <a:xfrm>
            <a:off x="6851569" y="2553070"/>
            <a:ext cx="4572000" cy="685800"/>
            <a:chOff x="1776" y="1656"/>
            <a:chExt cx="2880" cy="432"/>
          </a:xfrm>
        </p:grpSpPr>
        <p:sp>
          <p:nvSpPr>
            <p:cNvPr id="146" name="Line 71">
              <a:extLst>
                <a:ext uri="{FF2B5EF4-FFF2-40B4-BE49-F238E27FC236}">
                  <a16:creationId xmlns:a16="http://schemas.microsoft.com/office/drawing/2014/main" id="{6E37DADC-C96A-3646-99F6-13289A67B34A}"/>
                </a:ext>
              </a:extLst>
            </p:cNvPr>
            <p:cNvSpPr>
              <a:spLocks noChangeShapeType="1"/>
            </p:cNvSpPr>
            <p:nvPr/>
          </p:nvSpPr>
          <p:spPr bwMode="auto">
            <a:xfrm>
              <a:off x="1776" y="1656"/>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Line 72">
              <a:extLst>
                <a:ext uri="{FF2B5EF4-FFF2-40B4-BE49-F238E27FC236}">
                  <a16:creationId xmlns:a16="http://schemas.microsoft.com/office/drawing/2014/main" id="{9AEF30A0-08E3-0C49-BDD0-62773AC6873D}"/>
                </a:ext>
              </a:extLst>
            </p:cNvPr>
            <p:cNvSpPr>
              <a:spLocks noChangeShapeType="1"/>
            </p:cNvSpPr>
            <p:nvPr/>
          </p:nvSpPr>
          <p:spPr bwMode="auto">
            <a:xfrm>
              <a:off x="1776" y="1800"/>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Line 73">
              <a:extLst>
                <a:ext uri="{FF2B5EF4-FFF2-40B4-BE49-F238E27FC236}">
                  <a16:creationId xmlns:a16="http://schemas.microsoft.com/office/drawing/2014/main" id="{65F2C750-C340-7D41-86F3-6C02B72E37A2}"/>
                </a:ext>
              </a:extLst>
            </p:cNvPr>
            <p:cNvSpPr>
              <a:spLocks noChangeShapeType="1"/>
            </p:cNvSpPr>
            <p:nvPr/>
          </p:nvSpPr>
          <p:spPr bwMode="auto">
            <a:xfrm>
              <a:off x="1776" y="1944"/>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Line 74">
              <a:extLst>
                <a:ext uri="{FF2B5EF4-FFF2-40B4-BE49-F238E27FC236}">
                  <a16:creationId xmlns:a16="http://schemas.microsoft.com/office/drawing/2014/main" id="{6F3372A0-CEED-B147-B45A-1120494E9CED}"/>
                </a:ext>
              </a:extLst>
            </p:cNvPr>
            <p:cNvSpPr>
              <a:spLocks noChangeShapeType="1"/>
            </p:cNvSpPr>
            <p:nvPr/>
          </p:nvSpPr>
          <p:spPr bwMode="auto">
            <a:xfrm>
              <a:off x="1776" y="2088"/>
              <a:ext cx="2880"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0" name="Group 75">
            <a:extLst>
              <a:ext uri="{FF2B5EF4-FFF2-40B4-BE49-F238E27FC236}">
                <a16:creationId xmlns:a16="http://schemas.microsoft.com/office/drawing/2014/main" id="{EF82690A-0023-7E4C-AF5F-2DE149F5C0AB}"/>
              </a:ext>
            </a:extLst>
          </p:cNvPr>
          <p:cNvGrpSpPr>
            <a:grpSpLocks/>
          </p:cNvGrpSpPr>
          <p:nvPr/>
        </p:nvGrpSpPr>
        <p:grpSpPr bwMode="auto">
          <a:xfrm>
            <a:off x="6965869" y="4664445"/>
            <a:ext cx="4343400" cy="914400"/>
            <a:chOff x="1848" y="3168"/>
            <a:chExt cx="2736" cy="576"/>
          </a:xfrm>
        </p:grpSpPr>
        <p:sp>
          <p:nvSpPr>
            <p:cNvPr id="151" name="Line 76">
              <a:extLst>
                <a:ext uri="{FF2B5EF4-FFF2-40B4-BE49-F238E27FC236}">
                  <a16:creationId xmlns:a16="http://schemas.microsoft.com/office/drawing/2014/main" id="{FA56D6B6-D7AC-2446-9EB2-EB6FACCEDD60}"/>
                </a:ext>
              </a:extLst>
            </p:cNvPr>
            <p:cNvSpPr>
              <a:spLocks noChangeShapeType="1"/>
            </p:cNvSpPr>
            <p:nvPr/>
          </p:nvSpPr>
          <p:spPr bwMode="auto">
            <a:xfrm>
              <a:off x="184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Line 77">
              <a:extLst>
                <a:ext uri="{FF2B5EF4-FFF2-40B4-BE49-F238E27FC236}">
                  <a16:creationId xmlns:a16="http://schemas.microsoft.com/office/drawing/2014/main" id="{36AF57AE-AC33-5743-977A-0D788D552EE8}"/>
                </a:ext>
              </a:extLst>
            </p:cNvPr>
            <p:cNvSpPr>
              <a:spLocks noChangeShapeType="1"/>
            </p:cNvSpPr>
            <p:nvPr/>
          </p:nvSpPr>
          <p:spPr bwMode="auto">
            <a:xfrm>
              <a:off x="199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Line 78">
              <a:extLst>
                <a:ext uri="{FF2B5EF4-FFF2-40B4-BE49-F238E27FC236}">
                  <a16:creationId xmlns:a16="http://schemas.microsoft.com/office/drawing/2014/main" id="{536A2FE1-8849-7541-AF15-E745915BB3B6}"/>
                </a:ext>
              </a:extLst>
            </p:cNvPr>
            <p:cNvSpPr>
              <a:spLocks noChangeShapeType="1"/>
            </p:cNvSpPr>
            <p:nvPr/>
          </p:nvSpPr>
          <p:spPr bwMode="auto">
            <a:xfrm>
              <a:off x="213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79">
              <a:extLst>
                <a:ext uri="{FF2B5EF4-FFF2-40B4-BE49-F238E27FC236}">
                  <a16:creationId xmlns:a16="http://schemas.microsoft.com/office/drawing/2014/main" id="{BF60E069-76E5-034E-ABF6-9DB38E5F4136}"/>
                </a:ext>
              </a:extLst>
            </p:cNvPr>
            <p:cNvSpPr>
              <a:spLocks noChangeShapeType="1"/>
            </p:cNvSpPr>
            <p:nvPr/>
          </p:nvSpPr>
          <p:spPr bwMode="auto">
            <a:xfrm>
              <a:off x="228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80">
              <a:extLst>
                <a:ext uri="{FF2B5EF4-FFF2-40B4-BE49-F238E27FC236}">
                  <a16:creationId xmlns:a16="http://schemas.microsoft.com/office/drawing/2014/main" id="{E0357BEA-8C5A-0243-B035-D32F921C0349}"/>
                </a:ext>
              </a:extLst>
            </p:cNvPr>
            <p:cNvSpPr>
              <a:spLocks noChangeShapeType="1"/>
            </p:cNvSpPr>
            <p:nvPr/>
          </p:nvSpPr>
          <p:spPr bwMode="auto">
            <a:xfrm>
              <a:off x="242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81">
              <a:extLst>
                <a:ext uri="{FF2B5EF4-FFF2-40B4-BE49-F238E27FC236}">
                  <a16:creationId xmlns:a16="http://schemas.microsoft.com/office/drawing/2014/main" id="{2F1CCECE-F3ED-3042-9569-AD742E3CC9CB}"/>
                </a:ext>
              </a:extLst>
            </p:cNvPr>
            <p:cNvSpPr>
              <a:spLocks noChangeShapeType="1"/>
            </p:cNvSpPr>
            <p:nvPr/>
          </p:nvSpPr>
          <p:spPr bwMode="auto">
            <a:xfrm>
              <a:off x="256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82">
              <a:extLst>
                <a:ext uri="{FF2B5EF4-FFF2-40B4-BE49-F238E27FC236}">
                  <a16:creationId xmlns:a16="http://schemas.microsoft.com/office/drawing/2014/main" id="{6537DA24-A159-1745-BB09-C376284BC170}"/>
                </a:ext>
              </a:extLst>
            </p:cNvPr>
            <p:cNvSpPr>
              <a:spLocks noChangeShapeType="1"/>
            </p:cNvSpPr>
            <p:nvPr/>
          </p:nvSpPr>
          <p:spPr bwMode="auto">
            <a:xfrm>
              <a:off x="271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Line 83">
              <a:extLst>
                <a:ext uri="{FF2B5EF4-FFF2-40B4-BE49-F238E27FC236}">
                  <a16:creationId xmlns:a16="http://schemas.microsoft.com/office/drawing/2014/main" id="{303471D4-2AB8-EB47-A820-9F719A96238D}"/>
                </a:ext>
              </a:extLst>
            </p:cNvPr>
            <p:cNvSpPr>
              <a:spLocks noChangeShapeType="1"/>
            </p:cNvSpPr>
            <p:nvPr/>
          </p:nvSpPr>
          <p:spPr bwMode="auto">
            <a:xfrm>
              <a:off x="285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Line 84">
              <a:extLst>
                <a:ext uri="{FF2B5EF4-FFF2-40B4-BE49-F238E27FC236}">
                  <a16:creationId xmlns:a16="http://schemas.microsoft.com/office/drawing/2014/main" id="{AB7E2F6A-D6E8-6F44-A130-F6AAF3FAD12C}"/>
                </a:ext>
              </a:extLst>
            </p:cNvPr>
            <p:cNvSpPr>
              <a:spLocks noChangeShapeType="1"/>
            </p:cNvSpPr>
            <p:nvPr/>
          </p:nvSpPr>
          <p:spPr bwMode="auto">
            <a:xfrm>
              <a:off x="300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Line 85">
              <a:extLst>
                <a:ext uri="{FF2B5EF4-FFF2-40B4-BE49-F238E27FC236}">
                  <a16:creationId xmlns:a16="http://schemas.microsoft.com/office/drawing/2014/main" id="{0B0C4A91-41A5-FA42-BE40-E539FE5A8783}"/>
                </a:ext>
              </a:extLst>
            </p:cNvPr>
            <p:cNvSpPr>
              <a:spLocks noChangeShapeType="1"/>
            </p:cNvSpPr>
            <p:nvPr/>
          </p:nvSpPr>
          <p:spPr bwMode="auto">
            <a:xfrm>
              <a:off x="314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Line 86">
              <a:extLst>
                <a:ext uri="{FF2B5EF4-FFF2-40B4-BE49-F238E27FC236}">
                  <a16:creationId xmlns:a16="http://schemas.microsoft.com/office/drawing/2014/main" id="{DD647FB7-E777-BB4A-836C-1230EB25B394}"/>
                </a:ext>
              </a:extLst>
            </p:cNvPr>
            <p:cNvSpPr>
              <a:spLocks noChangeShapeType="1"/>
            </p:cNvSpPr>
            <p:nvPr/>
          </p:nvSpPr>
          <p:spPr bwMode="auto">
            <a:xfrm>
              <a:off x="328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Line 87">
              <a:extLst>
                <a:ext uri="{FF2B5EF4-FFF2-40B4-BE49-F238E27FC236}">
                  <a16:creationId xmlns:a16="http://schemas.microsoft.com/office/drawing/2014/main" id="{B46CA734-72CB-EB46-9BCA-BE4B2E9923D5}"/>
                </a:ext>
              </a:extLst>
            </p:cNvPr>
            <p:cNvSpPr>
              <a:spLocks noChangeShapeType="1"/>
            </p:cNvSpPr>
            <p:nvPr/>
          </p:nvSpPr>
          <p:spPr bwMode="auto">
            <a:xfrm>
              <a:off x="343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Line 88">
              <a:extLst>
                <a:ext uri="{FF2B5EF4-FFF2-40B4-BE49-F238E27FC236}">
                  <a16:creationId xmlns:a16="http://schemas.microsoft.com/office/drawing/2014/main" id="{F17A8327-BB1C-CC47-BBF6-C0A0C792F95A}"/>
                </a:ext>
              </a:extLst>
            </p:cNvPr>
            <p:cNvSpPr>
              <a:spLocks noChangeShapeType="1"/>
            </p:cNvSpPr>
            <p:nvPr/>
          </p:nvSpPr>
          <p:spPr bwMode="auto">
            <a:xfrm>
              <a:off x="357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Line 89">
              <a:extLst>
                <a:ext uri="{FF2B5EF4-FFF2-40B4-BE49-F238E27FC236}">
                  <a16:creationId xmlns:a16="http://schemas.microsoft.com/office/drawing/2014/main" id="{1BC1688D-7618-5D4F-BD03-7A37B9CFF804}"/>
                </a:ext>
              </a:extLst>
            </p:cNvPr>
            <p:cNvSpPr>
              <a:spLocks noChangeShapeType="1"/>
            </p:cNvSpPr>
            <p:nvPr/>
          </p:nvSpPr>
          <p:spPr bwMode="auto">
            <a:xfrm>
              <a:off x="372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Line 90">
              <a:extLst>
                <a:ext uri="{FF2B5EF4-FFF2-40B4-BE49-F238E27FC236}">
                  <a16:creationId xmlns:a16="http://schemas.microsoft.com/office/drawing/2014/main" id="{BD97D86A-A445-8440-8450-03DEF32A60FC}"/>
                </a:ext>
              </a:extLst>
            </p:cNvPr>
            <p:cNvSpPr>
              <a:spLocks noChangeShapeType="1"/>
            </p:cNvSpPr>
            <p:nvPr/>
          </p:nvSpPr>
          <p:spPr bwMode="auto">
            <a:xfrm>
              <a:off x="386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Line 91">
              <a:extLst>
                <a:ext uri="{FF2B5EF4-FFF2-40B4-BE49-F238E27FC236}">
                  <a16:creationId xmlns:a16="http://schemas.microsoft.com/office/drawing/2014/main" id="{61EAFA7A-D8BF-3B4F-A70F-B795CC3B2540}"/>
                </a:ext>
              </a:extLst>
            </p:cNvPr>
            <p:cNvSpPr>
              <a:spLocks noChangeShapeType="1"/>
            </p:cNvSpPr>
            <p:nvPr/>
          </p:nvSpPr>
          <p:spPr bwMode="auto">
            <a:xfrm>
              <a:off x="4008"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Line 92">
              <a:extLst>
                <a:ext uri="{FF2B5EF4-FFF2-40B4-BE49-F238E27FC236}">
                  <a16:creationId xmlns:a16="http://schemas.microsoft.com/office/drawing/2014/main" id="{AC990DC1-801B-2140-9598-DC3E006E7B2F}"/>
                </a:ext>
              </a:extLst>
            </p:cNvPr>
            <p:cNvSpPr>
              <a:spLocks noChangeShapeType="1"/>
            </p:cNvSpPr>
            <p:nvPr/>
          </p:nvSpPr>
          <p:spPr bwMode="auto">
            <a:xfrm>
              <a:off x="4152"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Line 93">
              <a:extLst>
                <a:ext uri="{FF2B5EF4-FFF2-40B4-BE49-F238E27FC236}">
                  <a16:creationId xmlns:a16="http://schemas.microsoft.com/office/drawing/2014/main" id="{83E7C0B2-4786-B44B-AF2A-50A1881CB0BC}"/>
                </a:ext>
              </a:extLst>
            </p:cNvPr>
            <p:cNvSpPr>
              <a:spLocks noChangeShapeType="1"/>
            </p:cNvSpPr>
            <p:nvPr/>
          </p:nvSpPr>
          <p:spPr bwMode="auto">
            <a:xfrm>
              <a:off x="4296"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Line 94">
              <a:extLst>
                <a:ext uri="{FF2B5EF4-FFF2-40B4-BE49-F238E27FC236}">
                  <a16:creationId xmlns:a16="http://schemas.microsoft.com/office/drawing/2014/main" id="{23C2D596-103D-414A-8E89-61FE69710DEF}"/>
                </a:ext>
              </a:extLst>
            </p:cNvPr>
            <p:cNvSpPr>
              <a:spLocks noChangeShapeType="1"/>
            </p:cNvSpPr>
            <p:nvPr/>
          </p:nvSpPr>
          <p:spPr bwMode="auto">
            <a:xfrm>
              <a:off x="4440"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95">
              <a:extLst>
                <a:ext uri="{FF2B5EF4-FFF2-40B4-BE49-F238E27FC236}">
                  <a16:creationId xmlns:a16="http://schemas.microsoft.com/office/drawing/2014/main" id="{47491975-1D5E-9B4B-B9CC-2AB3645673FE}"/>
                </a:ext>
              </a:extLst>
            </p:cNvPr>
            <p:cNvSpPr>
              <a:spLocks noChangeShapeType="1"/>
            </p:cNvSpPr>
            <p:nvPr/>
          </p:nvSpPr>
          <p:spPr bwMode="auto">
            <a:xfrm>
              <a:off x="4584" y="3168"/>
              <a:ext cx="0" cy="576"/>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00">
            <a:extLst>
              <a:ext uri="{FF2B5EF4-FFF2-40B4-BE49-F238E27FC236}">
                <a16:creationId xmlns:a16="http://schemas.microsoft.com/office/drawing/2014/main" id="{8132E27A-22ED-AF49-8219-5166A48DECF1}"/>
              </a:ext>
            </a:extLst>
          </p:cNvPr>
          <p:cNvGrpSpPr>
            <a:grpSpLocks/>
          </p:cNvGrpSpPr>
          <p:nvPr/>
        </p:nvGrpSpPr>
        <p:grpSpPr bwMode="auto">
          <a:xfrm>
            <a:off x="8985169" y="1632322"/>
            <a:ext cx="2438400" cy="523876"/>
            <a:chOff x="3648" y="266"/>
            <a:chExt cx="1536" cy="330"/>
          </a:xfrm>
        </p:grpSpPr>
        <p:sp>
          <p:nvSpPr>
            <p:cNvPr id="174" name="Text Box 101">
              <a:extLst>
                <a:ext uri="{FF2B5EF4-FFF2-40B4-BE49-F238E27FC236}">
                  <a16:creationId xmlns:a16="http://schemas.microsoft.com/office/drawing/2014/main" id="{517C0A89-506E-FC47-9AA2-AF070B040EDE}"/>
                </a:ext>
              </a:extLst>
            </p:cNvPr>
            <p:cNvSpPr txBox="1">
              <a:spLocks noChangeArrowheads="1"/>
            </p:cNvSpPr>
            <p:nvPr/>
          </p:nvSpPr>
          <p:spPr bwMode="auto">
            <a:xfrm>
              <a:off x="3648" y="266"/>
              <a:ext cx="76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users</a:t>
              </a:r>
              <a:endParaRPr kumimoji="0" lang="fr-FR"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5" name="Rectangle 102">
              <a:extLst>
                <a:ext uri="{FF2B5EF4-FFF2-40B4-BE49-F238E27FC236}">
                  <a16:creationId xmlns:a16="http://schemas.microsoft.com/office/drawing/2014/main" id="{09CA082A-E892-4F49-956A-49EC8B74845D}"/>
                </a:ext>
              </a:extLst>
            </p:cNvPr>
            <p:cNvSpPr>
              <a:spLocks noChangeArrowheads="1"/>
            </p:cNvSpPr>
            <p:nvPr/>
          </p:nvSpPr>
          <p:spPr bwMode="auto">
            <a:xfrm>
              <a:off x="4464" y="352"/>
              <a:ext cx="144" cy="144"/>
            </a:xfrm>
            <a:prstGeom prst="rect">
              <a:avLst/>
            </a:prstGeom>
            <a:solidFill>
              <a:srgbClr val="3366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103">
              <a:extLst>
                <a:ext uri="{FF2B5EF4-FFF2-40B4-BE49-F238E27FC236}">
                  <a16:creationId xmlns:a16="http://schemas.microsoft.com/office/drawing/2014/main" id="{F4529FF5-30ED-B043-89BC-B0A0838D8494}"/>
                </a:ext>
              </a:extLst>
            </p:cNvPr>
            <p:cNvSpPr>
              <a:spLocks noChangeArrowheads="1"/>
            </p:cNvSpPr>
            <p:nvPr/>
          </p:nvSpPr>
          <p:spPr bwMode="auto">
            <a:xfrm>
              <a:off x="4656" y="352"/>
              <a:ext cx="144" cy="144"/>
            </a:xfrm>
            <a:prstGeom prst="rect">
              <a:avLst/>
            </a:prstGeom>
            <a:solidFill>
              <a:srgbClr val="99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7" name="Rectangle 104">
              <a:extLst>
                <a:ext uri="{FF2B5EF4-FFF2-40B4-BE49-F238E27FC236}">
                  <a16:creationId xmlns:a16="http://schemas.microsoft.com/office/drawing/2014/main" id="{BF870C5A-CA37-9A42-A1BA-472445C2A5CB}"/>
                </a:ext>
              </a:extLst>
            </p:cNvPr>
            <p:cNvSpPr>
              <a:spLocks noChangeArrowheads="1"/>
            </p:cNvSpPr>
            <p:nvPr/>
          </p:nvSpPr>
          <p:spPr bwMode="auto">
            <a:xfrm>
              <a:off x="4848" y="352"/>
              <a:ext cx="144" cy="144"/>
            </a:xfrm>
            <a:prstGeom prst="rect">
              <a:avLst/>
            </a:prstGeom>
            <a:solidFill>
              <a:srgbClr val="FFCC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8" name="Rectangle 105">
              <a:extLst>
                <a:ext uri="{FF2B5EF4-FFF2-40B4-BE49-F238E27FC236}">
                  <a16:creationId xmlns:a16="http://schemas.microsoft.com/office/drawing/2014/main" id="{E80A1670-A44E-6449-B13F-782DADDCFE2E}"/>
                </a:ext>
              </a:extLst>
            </p:cNvPr>
            <p:cNvSpPr>
              <a:spLocks noChangeArrowheads="1"/>
            </p:cNvSpPr>
            <p:nvPr/>
          </p:nvSpPr>
          <p:spPr bwMode="auto">
            <a:xfrm>
              <a:off x="5040" y="352"/>
              <a:ext cx="144" cy="144"/>
            </a:xfrm>
            <a:prstGeom prst="rect">
              <a:avLst/>
            </a:prstGeom>
            <a:solidFill>
              <a:srgbClr val="FF00FF"/>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81" name="Content Placeholder 2">
            <a:extLst>
              <a:ext uri="{FF2B5EF4-FFF2-40B4-BE49-F238E27FC236}">
                <a16:creationId xmlns:a16="http://schemas.microsoft.com/office/drawing/2014/main" id="{22797A37-2981-B84F-A949-A6F05BC23F76}"/>
              </a:ext>
            </a:extLst>
          </p:cNvPr>
          <p:cNvSpPr>
            <a:spLocks noGrp="1"/>
          </p:cNvSpPr>
          <p:nvPr>
            <p:ph sz="half" idx="1"/>
          </p:nvPr>
        </p:nvSpPr>
        <p:spPr>
          <a:xfrm>
            <a:off x="768431" y="1448157"/>
            <a:ext cx="5265052" cy="1980843"/>
          </a:xfrm>
        </p:spPr>
        <p:txBody>
          <a:bodyPr>
            <a:normAutofit/>
          </a:bodyPr>
          <a:lstStyle/>
          <a:p>
            <a:pPr marL="11113" indent="-11113">
              <a:spcBef>
                <a:spcPts val="400"/>
              </a:spcBef>
              <a:buNone/>
            </a:pPr>
            <a:r>
              <a:rPr lang="en-US" altLang="en-US" sz="2400" dirty="0">
                <a:solidFill>
                  <a:srgbClr val="CC0000"/>
                </a:solidFill>
                <a:ea typeface="ＭＳ Ｐゴシック" panose="020B0600070205080204" pitchFamily="34" charset="-128"/>
              </a:rPr>
              <a:t>F</a:t>
            </a:r>
            <a:r>
              <a:rPr lang="en-US" altLang="en-US" dirty="0">
                <a:solidFill>
                  <a:srgbClr val="CC0000"/>
                </a:solidFill>
                <a:ea typeface="ＭＳ Ｐゴシック" panose="020B0600070205080204" pitchFamily="34" charset="-128"/>
              </a:rPr>
              <a:t>requency Division Multiplexing </a:t>
            </a:r>
            <a:r>
              <a:rPr lang="en-US" altLang="en-US" sz="2400" dirty="0">
                <a:solidFill>
                  <a:srgbClr val="CC0000"/>
                </a:solidFill>
                <a:ea typeface="ＭＳ Ｐゴシック" panose="020B0600070205080204" pitchFamily="34" charset="-128"/>
              </a:rPr>
              <a:t>(FDM)</a:t>
            </a:r>
            <a:endParaRPr lang="en-US" altLang="ja-JP" sz="2400" dirty="0">
              <a:solidFill>
                <a:srgbClr val="CC0000"/>
              </a:solidFill>
              <a:ea typeface="ＭＳ Ｐゴシック" panose="020B0600070205080204" pitchFamily="34" charset="-128"/>
            </a:endParaRPr>
          </a:p>
          <a:p>
            <a:pPr>
              <a:spcBef>
                <a:spcPts val="400"/>
              </a:spcBef>
            </a:pPr>
            <a:r>
              <a:rPr lang="en-US" altLang="en-US" sz="2400" dirty="0">
                <a:ea typeface="ＭＳ Ｐゴシック" panose="020B0600070205080204" pitchFamily="34" charset="-128"/>
              </a:rPr>
              <a:t>optical, electromagnetic frequencies divided into (narrow) frequency bands</a:t>
            </a:r>
          </a:p>
          <a:p>
            <a:endParaRPr lang="en-US" dirty="0"/>
          </a:p>
        </p:txBody>
      </p:sp>
      <p:sp>
        <p:nvSpPr>
          <p:cNvPr id="182" name="Content Placeholder 2">
            <a:extLst>
              <a:ext uri="{FF2B5EF4-FFF2-40B4-BE49-F238E27FC236}">
                <a16:creationId xmlns:a16="http://schemas.microsoft.com/office/drawing/2014/main" id="{158F9267-8C55-AD46-A424-9C6B11E6A845}"/>
              </a:ext>
            </a:extLst>
          </p:cNvPr>
          <p:cNvSpPr txBox="1">
            <a:spLocks/>
          </p:cNvSpPr>
          <p:nvPr/>
        </p:nvSpPr>
        <p:spPr>
          <a:xfrm>
            <a:off x="851118" y="4389639"/>
            <a:ext cx="5276102" cy="24683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marR="0" lvl="0" indent="-11113"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Time</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Division Multiplexing </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(TDM)</a:t>
            </a:r>
            <a:endParaRPr kumimoji="0" lang="en-US" altLang="ja-JP"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divided into slots</a:t>
            </a:r>
          </a:p>
        </p:txBody>
      </p:sp>
      <p:sp>
        <p:nvSpPr>
          <p:cNvPr id="171" name="Content Placeholder 2">
            <a:extLst>
              <a:ext uri="{FF2B5EF4-FFF2-40B4-BE49-F238E27FC236}">
                <a16:creationId xmlns:a16="http://schemas.microsoft.com/office/drawing/2014/main" id="{13FB7F7D-CB8F-8A4B-8A4F-68A8CEDEFE87}"/>
              </a:ext>
            </a:extLst>
          </p:cNvPr>
          <p:cNvSpPr txBox="1">
            <a:spLocks/>
          </p:cNvSpPr>
          <p:nvPr/>
        </p:nvSpPr>
        <p:spPr>
          <a:xfrm>
            <a:off x="758125" y="3253122"/>
            <a:ext cx="5265052" cy="103990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call allocated its own band, can transmit at max rate of that narrow band </a:t>
            </a:r>
            <a:endParaRPr kumimoji="0" lang="en-US" alt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Content Placeholder 2">
            <a:extLst>
              <a:ext uri="{FF2B5EF4-FFF2-40B4-BE49-F238E27FC236}">
                <a16:creationId xmlns:a16="http://schemas.microsoft.com/office/drawing/2014/main" id="{D790553C-791A-D348-9DBD-80C773BBD2C3}"/>
              </a:ext>
            </a:extLst>
          </p:cNvPr>
          <p:cNvSpPr txBox="1">
            <a:spLocks/>
          </p:cNvSpPr>
          <p:nvPr/>
        </p:nvSpPr>
        <p:spPr>
          <a:xfrm>
            <a:off x="848536" y="5261674"/>
            <a:ext cx="5276102" cy="24683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call allocated periodic slot(s), can transmit at maximum rate of (wider) frequency band (only)  during its time slot(s)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Slide Number Placeholder 5">
            <a:extLst>
              <a:ext uri="{FF2B5EF4-FFF2-40B4-BE49-F238E27FC236}">
                <a16:creationId xmlns:a16="http://schemas.microsoft.com/office/drawing/2014/main" id="{5BCB8937-73EA-A241-A38D-79BCD8BA1031}"/>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34</a:t>
            </a:fld>
            <a:endParaRPr lang="en-US" dirty="0"/>
          </a:p>
        </p:txBody>
      </p:sp>
    </p:spTree>
    <p:extLst>
      <p:ext uri="{BB962C8B-B14F-4D97-AF65-F5344CB8AC3E}">
        <p14:creationId xmlns:p14="http://schemas.microsoft.com/office/powerpoint/2010/main" val="2294703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animEffect transition="in" filter="dissolve">
                                      <p:cBhvr>
                                        <p:cTn id="12" dur="500"/>
                                        <p:tgtEl>
                                          <p:spTgt spid="1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6"/>
                                        </p:tgtEl>
                                        <p:attrNameLst>
                                          <p:attrName>style.visibility</p:attrName>
                                        </p:attrNameLst>
                                      </p:cBhvr>
                                      <p:to>
                                        <p:strVal val="visible"/>
                                      </p:to>
                                    </p:set>
                                    <p:animEffect transition="in" filter="wipe(left)">
                                      <p:cBhvr>
                                        <p:cTn id="17" dur="500"/>
                                        <p:tgtEl>
                                          <p:spTgt spid="86"/>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87"/>
                                        </p:tgtEl>
                                        <p:attrNameLst>
                                          <p:attrName>style.visibility</p:attrName>
                                        </p:attrNameLst>
                                      </p:cBhvr>
                                      <p:to>
                                        <p:strVal val="visible"/>
                                      </p:to>
                                    </p:set>
                                    <p:animEffect transition="in" filter="wipe(left)">
                                      <p:cBhvr>
                                        <p:cTn id="21" dur="500"/>
                                        <p:tgtEl>
                                          <p:spTgt spid="87"/>
                                        </p:tgtEl>
                                      </p:cBhvr>
                                    </p:animEffect>
                                  </p:child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88"/>
                                        </p:tgtEl>
                                        <p:attrNameLst>
                                          <p:attrName>style.visibility</p:attrName>
                                        </p:attrNameLst>
                                      </p:cBhvr>
                                      <p:to>
                                        <p:strVal val="visible"/>
                                      </p:to>
                                    </p:set>
                                    <p:animEffect transition="in" filter="wipe(left)">
                                      <p:cBhvr>
                                        <p:cTn id="25" dur="500"/>
                                        <p:tgtEl>
                                          <p:spTgt spid="88"/>
                                        </p:tgtEl>
                                      </p:cBhvr>
                                    </p:animEffect>
                                  </p:childTnLst>
                                </p:cTn>
                              </p:par>
                            </p:childTnLst>
                          </p:cTn>
                        </p:par>
                        <p:par>
                          <p:cTn id="26" fill="hold">
                            <p:stCondLst>
                              <p:cond delay="1500"/>
                            </p:stCondLst>
                            <p:childTnLst>
                              <p:par>
                                <p:cTn id="27" presetID="22" presetClass="entr" presetSubtype="8" fill="hold" grpId="0" nodeType="afterEffect">
                                  <p:stCondLst>
                                    <p:cond delay="0"/>
                                  </p:stCondLst>
                                  <p:childTnLst>
                                    <p:set>
                                      <p:cBhvr>
                                        <p:cTn id="28" dur="1" fill="hold">
                                          <p:stCondLst>
                                            <p:cond delay="0"/>
                                          </p:stCondLst>
                                        </p:cTn>
                                        <p:tgtEl>
                                          <p:spTgt spid="89"/>
                                        </p:tgtEl>
                                        <p:attrNameLst>
                                          <p:attrName>style.visibility</p:attrName>
                                        </p:attrNameLst>
                                      </p:cBhvr>
                                      <p:to>
                                        <p:strVal val="visible"/>
                                      </p:to>
                                    </p:set>
                                    <p:animEffect transition="in" filter="wipe(left)">
                                      <p:cBhvr>
                                        <p:cTn id="29" dur="500"/>
                                        <p:tgtEl>
                                          <p:spTgt spid="89"/>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499"/>
                                          </p:stCondLst>
                                        </p:cTn>
                                        <p:tgtEl>
                                          <p:spTgt spid="90"/>
                                        </p:tgtEl>
                                        <p:attrNameLst>
                                          <p:attrName>style.visibility</p:attrName>
                                        </p:attrNameLst>
                                      </p:cBhvr>
                                      <p:to>
                                        <p:strVal val="visible"/>
                                      </p:to>
                                    </p:set>
                                  </p:childTnLst>
                                </p:cTn>
                              </p:par>
                              <p:par>
                                <p:cTn id="34" presetID="9" presetClass="entr" presetSubtype="0" fill="hold" grpId="0" nodeType="withEffect">
                                  <p:stCondLst>
                                    <p:cond delay="0"/>
                                  </p:stCondLst>
                                  <p:childTnLst>
                                    <p:set>
                                      <p:cBhvr>
                                        <p:cTn id="35" dur="1" fill="hold">
                                          <p:stCondLst>
                                            <p:cond delay="0"/>
                                          </p:stCondLst>
                                        </p:cTn>
                                        <p:tgtEl>
                                          <p:spTgt spid="182"/>
                                        </p:tgtEl>
                                        <p:attrNameLst>
                                          <p:attrName>style.visibility</p:attrName>
                                        </p:attrNameLst>
                                      </p:cBhvr>
                                      <p:to>
                                        <p:strVal val="visible"/>
                                      </p:to>
                                    </p:set>
                                    <p:animEffect transition="in" filter="dissolve">
                                      <p:cBhvr>
                                        <p:cTn id="36" dur="500"/>
                                        <p:tgtEl>
                                          <p:spTgt spid="182"/>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25"/>
                                        </p:tgtEl>
                                        <p:attrNameLst>
                                          <p:attrName>style.visibility</p:attrName>
                                        </p:attrNameLst>
                                      </p:cBhvr>
                                      <p:to>
                                        <p:strVal val="visible"/>
                                      </p:to>
                                    </p:set>
                                    <p:animEffect transition="in" filter="wipe(up)">
                                      <p:cBhvr>
                                        <p:cTn id="41" dur="500"/>
                                        <p:tgtEl>
                                          <p:spTgt spid="125"/>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73"/>
                                        </p:tgtEl>
                                        <p:attrNameLst>
                                          <p:attrName>style.visibility</p:attrName>
                                        </p:attrNameLst>
                                      </p:cBhvr>
                                      <p:to>
                                        <p:strVal val="visible"/>
                                      </p:to>
                                    </p:set>
                                    <p:animEffect transition="in" filter="dissolve">
                                      <p:cBhvr>
                                        <p:cTn id="46" dur="500"/>
                                        <p:tgtEl>
                                          <p:spTgt spid="173"/>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par>
                          <p:cTn id="52" fill="hold">
                            <p:stCondLst>
                              <p:cond delay="500"/>
                            </p:stCondLst>
                            <p:childTnLst>
                              <p:par>
                                <p:cTn id="53" presetID="22" presetClass="entr" presetSubtype="1" fill="hold" nodeType="afterEffect">
                                  <p:stCondLst>
                                    <p:cond delay="0"/>
                                  </p:stCondLst>
                                  <p:childTnLst>
                                    <p:set>
                                      <p:cBhvr>
                                        <p:cTn id="54" dur="1" fill="hold">
                                          <p:stCondLst>
                                            <p:cond delay="0"/>
                                          </p:stCondLst>
                                        </p:cTn>
                                        <p:tgtEl>
                                          <p:spTgt spid="103"/>
                                        </p:tgtEl>
                                        <p:attrNameLst>
                                          <p:attrName>style.visibility</p:attrName>
                                        </p:attrNameLst>
                                      </p:cBhvr>
                                      <p:to>
                                        <p:strVal val="visible"/>
                                      </p:to>
                                    </p:set>
                                    <p:animEffect transition="in" filter="wipe(up)">
                                      <p:cBhvr>
                                        <p:cTn id="55" dur="500"/>
                                        <p:tgtEl>
                                          <p:spTgt spid="103"/>
                                        </p:tgtEl>
                                      </p:cBhvr>
                                    </p:animEffect>
                                  </p:childTnLst>
                                </p:cTn>
                              </p:par>
                            </p:childTnLst>
                          </p:cTn>
                        </p:par>
                        <p:par>
                          <p:cTn id="56" fill="hold">
                            <p:stCondLst>
                              <p:cond delay="1000"/>
                            </p:stCondLst>
                            <p:childTnLst>
                              <p:par>
                                <p:cTn id="57" presetID="22" presetClass="entr" presetSubtype="1" fill="hold"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wipe(up)">
                                      <p:cBhvr>
                                        <p:cTn id="59" dur="500"/>
                                        <p:tgtEl>
                                          <p:spTgt spid="109"/>
                                        </p:tgtEl>
                                      </p:cBhvr>
                                    </p:animEffect>
                                  </p:childTnLst>
                                </p:cTn>
                              </p:par>
                            </p:childTnLst>
                          </p:cTn>
                        </p:par>
                        <p:par>
                          <p:cTn id="60" fill="hold">
                            <p:stCondLst>
                              <p:cond delay="1500"/>
                            </p:stCondLst>
                            <p:childTnLst>
                              <p:par>
                                <p:cTn id="61" presetID="22" presetClass="entr" presetSubtype="1" fill="hold" nodeType="afterEffect">
                                  <p:stCondLst>
                                    <p:cond delay="0"/>
                                  </p:stCondLst>
                                  <p:childTnLst>
                                    <p:set>
                                      <p:cBhvr>
                                        <p:cTn id="62" dur="1" fill="hold">
                                          <p:stCondLst>
                                            <p:cond delay="0"/>
                                          </p:stCondLst>
                                        </p:cTn>
                                        <p:tgtEl>
                                          <p:spTgt spid="115"/>
                                        </p:tgtEl>
                                        <p:attrNameLst>
                                          <p:attrName>style.visibility</p:attrName>
                                        </p:attrNameLst>
                                      </p:cBhvr>
                                      <p:to>
                                        <p:strVal val="visible"/>
                                      </p:to>
                                    </p:set>
                                    <p:animEffect transition="in" filter="wipe(up)">
                                      <p:cBhvr>
                                        <p:cTn id="63" dur="500"/>
                                        <p:tgtEl>
                                          <p:spTgt spid="11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nodeType="clickEffect">
                                  <p:stCondLst>
                                    <p:cond delay="0"/>
                                  </p:stCondLst>
                                  <p:childTnLst>
                                    <p:set>
                                      <p:cBhvr>
                                        <p:cTn id="67" dur="1" fill="hold">
                                          <p:stCondLst>
                                            <p:cond delay="0"/>
                                          </p:stCondLst>
                                        </p:cTn>
                                        <p:tgtEl>
                                          <p:spTgt spid="145"/>
                                        </p:tgtEl>
                                        <p:attrNameLst>
                                          <p:attrName>style.visibility</p:attrName>
                                        </p:attrNameLst>
                                      </p:cBhvr>
                                      <p:to>
                                        <p:strVal val="visible"/>
                                      </p:to>
                                    </p:set>
                                    <p:animEffect transition="in" filter="wipe(left)">
                                      <p:cBhvr>
                                        <p:cTn id="68" dur="500"/>
                                        <p:tgtEl>
                                          <p:spTgt spid="145"/>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1" fill="hold" nodeType="clickEffect">
                                  <p:stCondLst>
                                    <p:cond delay="0"/>
                                  </p:stCondLst>
                                  <p:childTnLst>
                                    <p:set>
                                      <p:cBhvr>
                                        <p:cTn id="72" dur="1" fill="hold">
                                          <p:stCondLst>
                                            <p:cond delay="0"/>
                                          </p:stCondLst>
                                        </p:cTn>
                                        <p:tgtEl>
                                          <p:spTgt spid="150"/>
                                        </p:tgtEl>
                                        <p:attrNameLst>
                                          <p:attrName>style.visibility</p:attrName>
                                        </p:attrNameLst>
                                      </p:cBhvr>
                                      <p:to>
                                        <p:strVal val="visible"/>
                                      </p:to>
                                    </p:set>
                                    <p:animEffect transition="in" filter="wipe(up)">
                                      <p:cBhvr>
                                        <p:cTn id="73"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P spid="87" grpId="0" animBg="1"/>
      <p:bldP spid="88" grpId="0" animBg="1"/>
      <p:bldP spid="89" grpId="0" animBg="1"/>
      <p:bldP spid="182" grpId="0"/>
      <p:bldP spid="171" grpId="0"/>
      <p:bldP spid="17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44222"/>
            <a:ext cx="10515600" cy="894622"/>
          </a:xfrm>
        </p:spPr>
        <p:txBody>
          <a:bodyPr/>
          <a:lstStyle/>
          <a:p>
            <a:r>
              <a:rPr lang="en-US" altLang="ja-JP" dirty="0"/>
              <a:t>Packet switching versus circuit switching</a:t>
            </a:r>
            <a:endParaRPr lang="en-US" dirty="0"/>
          </a:p>
        </p:txBody>
      </p:sp>
      <p:sp>
        <p:nvSpPr>
          <p:cNvPr id="189" name="Rectangle 3">
            <a:extLst>
              <a:ext uri="{FF2B5EF4-FFF2-40B4-BE49-F238E27FC236}">
                <a16:creationId xmlns:a16="http://schemas.microsoft.com/office/drawing/2014/main" id="{17C01842-A8D9-3947-BFAD-E29BD4964F34}"/>
              </a:ext>
            </a:extLst>
          </p:cNvPr>
          <p:cNvSpPr txBox="1">
            <a:spLocks noChangeArrowheads="1"/>
          </p:cNvSpPr>
          <p:nvPr/>
        </p:nvSpPr>
        <p:spPr>
          <a:xfrm>
            <a:off x="1798051" y="1331088"/>
            <a:ext cx="4938590" cy="19381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90000"/>
              </a:lnSpc>
              <a:spcBef>
                <a:spcPts val="600"/>
              </a:spcBef>
              <a:spcAft>
                <a:spcPts val="0"/>
              </a:spcAft>
              <a:buClr>
                <a:srgbClr val="0000A3"/>
              </a:buClr>
              <a:buSzPct val="75000"/>
              <a:buFont typeface="Wingdings" pitchFamily="2" charset="2"/>
              <a:buNone/>
              <a:tabLst>
                <a:tab pos="566738"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a:t>
            </a:r>
          </a:p>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tab pos="566738" algn="l"/>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Gb/s link</a:t>
            </a:r>
          </a:p>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tab pos="566738" algn="l"/>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user: </a:t>
            </a:r>
          </a:p>
          <a:p>
            <a:pPr marL="514350" marR="0" lvl="1" indent="-217488" algn="l" defTabSz="914400" rtl="0" eaLnBrk="1" fontAlgn="auto" latinLnBrk="0" hangingPunct="1">
              <a:lnSpc>
                <a:spcPct val="90000"/>
              </a:lnSpc>
              <a:spcBef>
                <a:spcPts val="600"/>
              </a:spcBef>
              <a:spcAft>
                <a:spcPts val="0"/>
              </a:spcAft>
              <a:buClr>
                <a:srgbClr val="0000A8"/>
              </a:buClr>
              <a:buSzTx/>
              <a:buFontTx/>
              <a:buChar char="•"/>
              <a:tabLst>
                <a:tab pos="566738" algn="l"/>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100 Mb/s when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“active”</a:t>
            </a:r>
          </a:p>
          <a:p>
            <a:pPr marL="514350" marR="0" lvl="1" indent="-217488" algn="l" defTabSz="914400" rtl="0" eaLnBrk="1" fontAlgn="auto" latinLnBrk="0" hangingPunct="1">
              <a:lnSpc>
                <a:spcPct val="90000"/>
              </a:lnSpc>
              <a:spcBef>
                <a:spcPts val="600"/>
              </a:spcBef>
              <a:spcAft>
                <a:spcPts val="0"/>
              </a:spcAft>
              <a:buClr>
                <a:srgbClr val="0000A8"/>
              </a:buClr>
              <a:buSzTx/>
              <a:buFontTx/>
              <a:buChar char="•"/>
              <a:tabLst>
                <a:tab pos="566738" algn="l"/>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active 10% of time</a:t>
            </a:r>
          </a:p>
          <a:p>
            <a:pPr marL="566738" marR="0" lvl="1" indent="-2190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tab pos="566738" algn="l"/>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tab pos="566738" algn="l"/>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0" name="Rectangle 4">
            <a:extLst>
              <a:ext uri="{FF2B5EF4-FFF2-40B4-BE49-F238E27FC236}">
                <a16:creationId xmlns:a16="http://schemas.microsoft.com/office/drawing/2014/main" id="{7C386600-7D5F-2A48-8322-A74286FEE874}"/>
              </a:ext>
            </a:extLst>
          </p:cNvPr>
          <p:cNvSpPr txBox="1">
            <a:spLocks noChangeArrowheads="1"/>
          </p:cNvSpPr>
          <p:nvPr/>
        </p:nvSpPr>
        <p:spPr>
          <a:xfrm>
            <a:off x="770020" y="3313964"/>
            <a:ext cx="11085095" cy="6096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many users can use this network under circuit-switching and packet switching?</a:t>
            </a:r>
          </a:p>
        </p:txBody>
      </p:sp>
      <p:sp>
        <p:nvSpPr>
          <p:cNvPr id="208" name="TextBox 1">
            <a:extLst>
              <a:ext uri="{FF2B5EF4-FFF2-40B4-BE49-F238E27FC236}">
                <a16:creationId xmlns:a16="http://schemas.microsoft.com/office/drawing/2014/main" id="{7FA05B00-8070-F844-B8CC-0195B065BA34}"/>
              </a:ext>
            </a:extLst>
          </p:cNvPr>
          <p:cNvSpPr txBox="1">
            <a:spLocks noChangeArrowheads="1"/>
          </p:cNvSpPr>
          <p:nvPr/>
        </p:nvSpPr>
        <p:spPr bwMode="auto">
          <a:xfrm>
            <a:off x="876491" y="6199144"/>
            <a:ext cx="91471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BDCB3388-63D6-E94D-A6AC-103823FF44D9}"/>
              </a:ext>
            </a:extLst>
          </p:cNvPr>
          <p:cNvGrpSpPr/>
          <p:nvPr/>
        </p:nvGrpSpPr>
        <p:grpSpPr>
          <a:xfrm>
            <a:off x="5274718" y="1427105"/>
            <a:ext cx="4284372" cy="1665011"/>
            <a:chOff x="6463839" y="2201136"/>
            <a:chExt cx="5112300" cy="2005013"/>
          </a:xfrm>
        </p:grpSpPr>
        <p:sp>
          <p:nvSpPr>
            <p:cNvPr id="191" name="Line 15">
              <a:extLst>
                <a:ext uri="{FF2B5EF4-FFF2-40B4-BE49-F238E27FC236}">
                  <a16:creationId xmlns:a16="http://schemas.microsoft.com/office/drawing/2014/main" id="{8D3CAF60-F994-A546-AAAD-47571FD48260}"/>
                </a:ext>
              </a:extLst>
            </p:cNvPr>
            <p:cNvSpPr>
              <a:spLocks noChangeShapeType="1"/>
            </p:cNvSpPr>
            <p:nvPr/>
          </p:nvSpPr>
          <p:spPr bwMode="auto">
            <a:xfrm>
              <a:off x="7197264" y="2684966"/>
              <a:ext cx="838200" cy="45720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Line 16">
              <a:extLst>
                <a:ext uri="{FF2B5EF4-FFF2-40B4-BE49-F238E27FC236}">
                  <a16:creationId xmlns:a16="http://schemas.microsoft.com/office/drawing/2014/main" id="{DAFDB301-9C22-7E40-AB5C-B1019D11D067}"/>
                </a:ext>
              </a:extLst>
            </p:cNvPr>
            <p:cNvSpPr>
              <a:spLocks noChangeShapeType="1"/>
            </p:cNvSpPr>
            <p:nvPr/>
          </p:nvSpPr>
          <p:spPr bwMode="auto">
            <a:xfrm>
              <a:off x="8027887" y="3142166"/>
              <a:ext cx="2038350" cy="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Line 17">
              <a:extLst>
                <a:ext uri="{FF2B5EF4-FFF2-40B4-BE49-F238E27FC236}">
                  <a16:creationId xmlns:a16="http://schemas.microsoft.com/office/drawing/2014/main" id="{08D96691-67D0-164A-8B20-0A8F49D82B52}"/>
                </a:ext>
              </a:extLst>
            </p:cNvPr>
            <p:cNvSpPr>
              <a:spLocks noChangeShapeType="1"/>
            </p:cNvSpPr>
            <p:nvPr/>
          </p:nvSpPr>
          <p:spPr bwMode="auto">
            <a:xfrm>
              <a:off x="8027887" y="3317507"/>
              <a:ext cx="2038350" cy="0"/>
            </a:xfrm>
            <a:prstGeom prst="line">
              <a:avLst/>
            </a:prstGeom>
            <a:noFill/>
            <a:ln w="28575">
              <a:solidFill>
                <a:srgbClr val="0000A8"/>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8">
              <a:extLst>
                <a:ext uri="{FF2B5EF4-FFF2-40B4-BE49-F238E27FC236}">
                  <a16:creationId xmlns:a16="http://schemas.microsoft.com/office/drawing/2014/main" id="{5E60CA0C-29AD-554D-BDE3-8F41053E47D4}"/>
                </a:ext>
              </a:extLst>
            </p:cNvPr>
            <p:cNvSpPr>
              <a:spLocks noChangeShapeType="1"/>
            </p:cNvSpPr>
            <p:nvPr/>
          </p:nvSpPr>
          <p:spPr bwMode="auto">
            <a:xfrm flipV="1">
              <a:off x="7273464" y="3317507"/>
              <a:ext cx="761999" cy="609599"/>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Text Box 19">
              <a:extLst>
                <a:ext uri="{FF2B5EF4-FFF2-40B4-BE49-F238E27FC236}">
                  <a16:creationId xmlns:a16="http://schemas.microsoft.com/office/drawing/2014/main" id="{4727766D-8865-024A-9422-01733ADE9C9C}"/>
                </a:ext>
              </a:extLst>
            </p:cNvPr>
            <p:cNvSpPr txBox="1">
              <a:spLocks noChangeArrowheads="1"/>
            </p:cNvSpPr>
            <p:nvPr/>
          </p:nvSpPr>
          <p:spPr bwMode="auto">
            <a:xfrm>
              <a:off x="6979492" y="2909443"/>
              <a:ext cx="876970" cy="681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1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a:r>
              <a:r>
                <a:rPr kumimoji="0" lang="en-US" altLang="en-US" sz="1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users</a:t>
              </a:r>
            </a:p>
          </p:txBody>
        </p:sp>
        <p:sp>
          <p:nvSpPr>
            <p:cNvPr id="196" name="Text Box 20">
              <a:extLst>
                <a:ext uri="{FF2B5EF4-FFF2-40B4-BE49-F238E27FC236}">
                  <a16:creationId xmlns:a16="http://schemas.microsoft.com/office/drawing/2014/main" id="{02F193D8-1895-D243-9C9D-86059DDF4050}"/>
                </a:ext>
              </a:extLst>
            </p:cNvPr>
            <p:cNvSpPr txBox="1">
              <a:spLocks noChangeArrowheads="1"/>
            </p:cNvSpPr>
            <p:nvPr/>
          </p:nvSpPr>
          <p:spPr bwMode="auto">
            <a:xfrm>
              <a:off x="10245005" y="3251831"/>
              <a:ext cx="13311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Gbps link</a:t>
              </a:r>
            </a:p>
          </p:txBody>
        </p:sp>
        <p:sp>
          <p:nvSpPr>
            <p:cNvPr id="197" name="Line 47">
              <a:extLst>
                <a:ext uri="{FF2B5EF4-FFF2-40B4-BE49-F238E27FC236}">
                  <a16:creationId xmlns:a16="http://schemas.microsoft.com/office/drawing/2014/main" id="{562BF16C-2907-8C4D-B28F-D8B95C2C2340}"/>
                </a:ext>
              </a:extLst>
            </p:cNvPr>
            <p:cNvSpPr>
              <a:spLocks noChangeShapeType="1"/>
            </p:cNvSpPr>
            <p:nvPr/>
          </p:nvSpPr>
          <p:spPr bwMode="auto">
            <a:xfrm>
              <a:off x="9308639" y="3234599"/>
              <a:ext cx="1409700" cy="0"/>
            </a:xfrm>
            <a:prstGeom prst="line">
              <a:avLst/>
            </a:prstGeom>
            <a:noFill/>
            <a:ln w="444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Text Box 34">
              <a:extLst>
                <a:ext uri="{FF2B5EF4-FFF2-40B4-BE49-F238E27FC236}">
                  <a16:creationId xmlns:a16="http://schemas.microsoft.com/office/drawing/2014/main" id="{C6727030-4F85-B845-B014-77B365B7FD45}"/>
                </a:ext>
              </a:extLst>
            </p:cNvPr>
            <p:cNvSpPr txBox="1">
              <a:spLocks noChangeArrowheads="1"/>
            </p:cNvSpPr>
            <p:nvPr/>
          </p:nvSpPr>
          <p:spPr bwMode="auto">
            <a:xfrm rot="5273514">
              <a:off x="6621034" y="2903648"/>
              <a:ext cx="736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nvGrpSpPr>
            <p:cNvPr id="202" name="Group 37">
              <a:extLst>
                <a:ext uri="{FF2B5EF4-FFF2-40B4-BE49-F238E27FC236}">
                  <a16:creationId xmlns:a16="http://schemas.microsoft.com/office/drawing/2014/main" id="{FC6117E2-B5D0-3248-96A0-171CEAC333D8}"/>
                </a:ext>
              </a:extLst>
            </p:cNvPr>
            <p:cNvGrpSpPr>
              <a:grpSpLocks/>
            </p:cNvGrpSpPr>
            <p:nvPr/>
          </p:nvGrpSpPr>
          <p:grpSpPr bwMode="auto">
            <a:xfrm>
              <a:off x="6463839" y="2201136"/>
              <a:ext cx="779462" cy="679450"/>
              <a:chOff x="-44" y="1473"/>
              <a:chExt cx="981" cy="1105"/>
            </a:xfrm>
          </p:grpSpPr>
          <p:pic>
            <p:nvPicPr>
              <p:cNvPr id="203" name="Picture 38" descr="desktop_computer_stylized_medium">
                <a:extLst>
                  <a:ext uri="{FF2B5EF4-FFF2-40B4-BE49-F238E27FC236}">
                    <a16:creationId xmlns:a16="http://schemas.microsoft.com/office/drawing/2014/main" id="{02935161-CCBE-2A48-BC18-CA296B2587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39">
                <a:extLst>
                  <a:ext uri="{FF2B5EF4-FFF2-40B4-BE49-F238E27FC236}">
                    <a16:creationId xmlns:a16="http://schemas.microsoft.com/office/drawing/2014/main" id="{5B7E3C12-D98B-2E49-A821-F85CB5D7880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40">
              <a:extLst>
                <a:ext uri="{FF2B5EF4-FFF2-40B4-BE49-F238E27FC236}">
                  <a16:creationId xmlns:a16="http://schemas.microsoft.com/office/drawing/2014/main" id="{0E3BE850-C184-E14C-9842-3CBC3C7E1737}"/>
                </a:ext>
              </a:extLst>
            </p:cNvPr>
            <p:cNvGrpSpPr>
              <a:grpSpLocks/>
            </p:cNvGrpSpPr>
            <p:nvPr/>
          </p:nvGrpSpPr>
          <p:grpSpPr bwMode="auto">
            <a:xfrm>
              <a:off x="6468601" y="3526699"/>
              <a:ext cx="779463" cy="679450"/>
              <a:chOff x="-44" y="1473"/>
              <a:chExt cx="981" cy="1105"/>
            </a:xfrm>
          </p:grpSpPr>
          <p:pic>
            <p:nvPicPr>
              <p:cNvPr id="206" name="Picture 41" descr="desktop_computer_stylized_medium">
                <a:extLst>
                  <a:ext uri="{FF2B5EF4-FFF2-40B4-BE49-F238E27FC236}">
                    <a16:creationId xmlns:a16="http://schemas.microsoft.com/office/drawing/2014/main" id="{34A00C7E-9612-B241-9898-B49B514E66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2">
                <a:extLst>
                  <a:ext uri="{FF2B5EF4-FFF2-40B4-BE49-F238E27FC236}">
                    <a16:creationId xmlns:a16="http://schemas.microsoft.com/office/drawing/2014/main" id="{02AA78CC-14BC-8743-BD3C-4017C62F7EA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9" name="Group 208">
              <a:extLst>
                <a:ext uri="{FF2B5EF4-FFF2-40B4-BE49-F238E27FC236}">
                  <a16:creationId xmlns:a16="http://schemas.microsoft.com/office/drawing/2014/main" id="{4B3A0818-19B8-9E49-8541-BB1E767B23AC}"/>
                </a:ext>
              </a:extLst>
            </p:cNvPr>
            <p:cNvGrpSpPr/>
            <p:nvPr/>
          </p:nvGrpSpPr>
          <p:grpSpPr>
            <a:xfrm>
              <a:off x="8273141" y="2958864"/>
              <a:ext cx="1158784" cy="572412"/>
              <a:chOff x="7493876" y="2774731"/>
              <a:chExt cx="1481958" cy="894622"/>
            </a:xfrm>
          </p:grpSpPr>
          <p:sp>
            <p:nvSpPr>
              <p:cNvPr id="210" name="Freeform 209">
                <a:extLst>
                  <a:ext uri="{FF2B5EF4-FFF2-40B4-BE49-F238E27FC236}">
                    <a16:creationId xmlns:a16="http://schemas.microsoft.com/office/drawing/2014/main" id="{CF8F931D-76DE-FE49-9C97-0EB9F8B3CE9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9BACE013-EB36-8F4C-858D-8A49A2D9AB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CAA52B1D-D65D-CA48-9107-33F16F5843B3}"/>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AA4C5BCE-82B8-0048-8448-58CACF31A5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58CE4538-1F7C-F447-B65D-F903F168741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BD10D606-81D5-2A4F-98EC-DD366D0D48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91356B23-1026-5749-BCDE-A884E53177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32" name="Rectangle 3">
            <a:extLst>
              <a:ext uri="{FF2B5EF4-FFF2-40B4-BE49-F238E27FC236}">
                <a16:creationId xmlns:a16="http://schemas.microsoft.com/office/drawing/2014/main" id="{8C03B010-69E6-1B42-A828-F93C63189906}"/>
              </a:ext>
            </a:extLst>
          </p:cNvPr>
          <p:cNvSpPr txBox="1">
            <a:spLocks noChangeArrowheads="1"/>
          </p:cNvSpPr>
          <p:nvPr/>
        </p:nvSpPr>
        <p:spPr>
          <a:xfrm>
            <a:off x="908221" y="3603662"/>
            <a:ext cx="4938590" cy="9642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8" marR="0" lvl="1" indent="-2190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tab pos="566738" algn="l"/>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tab pos="566738" algn="l"/>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circuit-switching: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10 users</a:t>
            </a: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tab pos="566738" algn="l"/>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4B5DB36C-372C-7849-A383-A0D110333457}"/>
              </a:ext>
            </a:extLst>
          </p:cNvPr>
          <p:cNvGrpSpPr/>
          <p:nvPr/>
        </p:nvGrpSpPr>
        <p:grpSpPr>
          <a:xfrm>
            <a:off x="914111" y="4198445"/>
            <a:ext cx="10214966" cy="2164114"/>
            <a:chOff x="949766" y="3703137"/>
            <a:chExt cx="10214966" cy="2164114"/>
          </a:xfrm>
        </p:grpSpPr>
        <p:grpSp>
          <p:nvGrpSpPr>
            <p:cNvPr id="198" name="Group 35">
              <a:extLst>
                <a:ext uri="{FF2B5EF4-FFF2-40B4-BE49-F238E27FC236}">
                  <a16:creationId xmlns:a16="http://schemas.microsoft.com/office/drawing/2014/main" id="{A49C0A36-CC03-E845-B104-1E5E28C28B9B}"/>
                </a:ext>
              </a:extLst>
            </p:cNvPr>
            <p:cNvGrpSpPr>
              <a:grpSpLocks/>
            </p:cNvGrpSpPr>
            <p:nvPr/>
          </p:nvGrpSpPr>
          <p:grpSpPr bwMode="auto">
            <a:xfrm>
              <a:off x="6219664" y="4101095"/>
              <a:ext cx="4945068" cy="1295399"/>
              <a:chOff x="2915" y="2642"/>
              <a:chExt cx="3115" cy="816"/>
            </a:xfrm>
          </p:grpSpPr>
          <p:sp>
            <p:nvSpPr>
              <p:cNvPr id="199" name="Text Box 48">
                <a:extLst>
                  <a:ext uri="{FF2B5EF4-FFF2-40B4-BE49-F238E27FC236}">
                    <a16:creationId xmlns:a16="http://schemas.microsoft.com/office/drawing/2014/main" id="{9E10FA5A-2003-7947-A8C2-B7FD6785FCA5}"/>
                  </a:ext>
                </a:extLst>
              </p:cNvPr>
              <p:cNvSpPr txBox="1">
                <a:spLocks noChangeArrowheads="1"/>
              </p:cNvSpPr>
              <p:nvPr/>
            </p:nvSpPr>
            <p:spPr bwMode="auto">
              <a:xfrm>
                <a:off x="2915" y="2642"/>
                <a:ext cx="311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did we get value 0.0004?</a:t>
                </a:r>
              </a:p>
            </p:txBody>
          </p:sp>
          <p:sp>
            <p:nvSpPr>
              <p:cNvPr id="200" name="Text Box 48">
                <a:extLst>
                  <a:ext uri="{FF2B5EF4-FFF2-40B4-BE49-F238E27FC236}">
                    <a16:creationId xmlns:a16="http://schemas.microsoft.com/office/drawing/2014/main" id="{8EB381AD-3137-AD48-AB59-379F21535568}"/>
                  </a:ext>
                </a:extLst>
              </p:cNvPr>
              <p:cNvSpPr txBox="1">
                <a:spLocks noChangeArrowheads="1"/>
              </p:cNvSpPr>
              <p:nvPr/>
            </p:nvSpPr>
            <p:spPr bwMode="auto">
              <a:xfrm>
                <a:off x="2930" y="2935"/>
                <a:ext cx="2986"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HW problem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 those with course in probability only)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3" name="Rectangle 3">
              <a:extLst>
                <a:ext uri="{FF2B5EF4-FFF2-40B4-BE49-F238E27FC236}">
                  <a16:creationId xmlns:a16="http://schemas.microsoft.com/office/drawing/2014/main" id="{0E79ECB0-50CE-C240-AF72-D00F85143460}"/>
                </a:ext>
              </a:extLst>
            </p:cNvPr>
            <p:cNvSpPr txBox="1">
              <a:spLocks noChangeArrowheads="1"/>
            </p:cNvSpPr>
            <p:nvPr/>
          </p:nvSpPr>
          <p:spPr>
            <a:xfrm>
              <a:off x="949766" y="3703137"/>
              <a:ext cx="4938590" cy="21641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8" marR="0" lvl="1" indent="-2190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tab pos="566738" algn="l"/>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tab pos="566738" algn="l"/>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packet switching: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with 35 users, probability &gt; 10 active at same time is less than .0004 *</a:t>
              </a: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tab pos="566738" algn="l"/>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5" name="Slide Number Placeholder 5">
            <a:extLst>
              <a:ext uri="{FF2B5EF4-FFF2-40B4-BE49-F238E27FC236}">
                <a16:creationId xmlns:a16="http://schemas.microsoft.com/office/drawing/2014/main" id="{541D33C7-A4DC-934F-8A9A-8D848D2D5A3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35</a:t>
            </a:fld>
            <a:endParaRPr lang="en-US" dirty="0"/>
          </a:p>
        </p:txBody>
      </p:sp>
    </p:spTree>
    <p:extLst>
      <p:ext uri="{BB962C8B-B14F-4D97-AF65-F5344CB8AC3E}">
        <p14:creationId xmlns:p14="http://schemas.microsoft.com/office/powerpoint/2010/main" val="3848209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08"/>
                                        </p:tgtEl>
                                        <p:attrNameLst>
                                          <p:attrName>style.visibility</p:attrName>
                                        </p:attrNameLst>
                                      </p:cBhvr>
                                      <p:to>
                                        <p:strVal val="visible"/>
                                      </p:to>
                                    </p:set>
                                    <p:animEffect transition="in" filter="dissolve">
                                      <p:cBhvr>
                                        <p:cTn id="17" dur="5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3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44222"/>
            <a:ext cx="10515600" cy="894622"/>
          </a:xfrm>
        </p:spPr>
        <p:txBody>
          <a:bodyPr/>
          <a:lstStyle/>
          <a:p>
            <a:r>
              <a:rPr lang="en-US" altLang="ja-JP" dirty="0"/>
              <a:t>Packet switching versus circuit switching</a:t>
            </a:r>
            <a:endParaRPr lang="en-US" dirty="0"/>
          </a:p>
        </p:txBody>
      </p:sp>
      <p:sp>
        <p:nvSpPr>
          <p:cNvPr id="32" name="Rectangle 3">
            <a:extLst>
              <a:ext uri="{FF2B5EF4-FFF2-40B4-BE49-F238E27FC236}">
                <a16:creationId xmlns:a16="http://schemas.microsoft.com/office/drawing/2014/main" id="{1E1E91E4-C791-1C4D-B1E2-869BEEE107FE}"/>
              </a:ext>
            </a:extLst>
          </p:cNvPr>
          <p:cNvSpPr txBox="1">
            <a:spLocks noChangeArrowheads="1"/>
          </p:cNvSpPr>
          <p:nvPr/>
        </p:nvSpPr>
        <p:spPr>
          <a:xfrm>
            <a:off x="867714" y="1869451"/>
            <a:ext cx="1047058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great for “bursty” data – sometimes has data to send, but at other times not</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resource sharing</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simpler, no call setup</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excessive congestion possible: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 delay and loss due to buffer overflow</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protocols needed for reliable data transfer, congestion control</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How to provide circuit-like behavior with packet-switching?</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“It’s complicated.” We’ll study various techniques that try to make packet switching as “circuit-like” as possible.</a:t>
            </a:r>
          </a:p>
        </p:txBody>
      </p:sp>
      <p:sp>
        <p:nvSpPr>
          <p:cNvPr id="33" name="Rectangle 4">
            <a:extLst>
              <a:ext uri="{FF2B5EF4-FFF2-40B4-BE49-F238E27FC236}">
                <a16:creationId xmlns:a16="http://schemas.microsoft.com/office/drawing/2014/main" id="{9C2D0C7C-93C1-5F4F-9441-5CB1AFCF31E3}"/>
              </a:ext>
            </a:extLst>
          </p:cNvPr>
          <p:cNvSpPr txBox="1">
            <a:spLocks noChangeArrowheads="1"/>
          </p:cNvSpPr>
          <p:nvPr/>
        </p:nvSpPr>
        <p:spPr>
          <a:xfrm>
            <a:off x="726050" y="1206091"/>
            <a:ext cx="7620000" cy="6096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packet switching a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slam dunk winner”?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4" name="Text Box 20">
            <a:extLst>
              <a:ext uri="{FF2B5EF4-FFF2-40B4-BE49-F238E27FC236}">
                <a16:creationId xmlns:a16="http://schemas.microsoft.com/office/drawing/2014/main" id="{64D1D8C4-8925-DF49-90D8-9254DA1FD98A}"/>
              </a:ext>
            </a:extLst>
          </p:cNvPr>
          <p:cNvSpPr txBox="1">
            <a:spLocks noChangeArrowheads="1"/>
          </p:cNvSpPr>
          <p:nvPr/>
        </p:nvSpPr>
        <p:spPr bwMode="auto">
          <a:xfrm>
            <a:off x="989983" y="5381704"/>
            <a:ext cx="104713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human analogies of reserved resources (circuit switching) versus on-demand allocation (packet switching)?</a:t>
            </a:r>
          </a:p>
        </p:txBody>
      </p:sp>
      <p:sp>
        <p:nvSpPr>
          <p:cNvPr id="6" name="Slide Number Placeholder 5">
            <a:extLst>
              <a:ext uri="{FF2B5EF4-FFF2-40B4-BE49-F238E27FC236}">
                <a16:creationId xmlns:a16="http://schemas.microsoft.com/office/drawing/2014/main" id="{B17F353E-52FE-E046-AFD1-30F25FFD37CD}"/>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36</a:t>
            </a:fld>
            <a:endParaRPr lang="en-US" dirty="0"/>
          </a:p>
        </p:txBody>
      </p:sp>
    </p:spTree>
    <p:extLst>
      <p:ext uri="{BB962C8B-B14F-4D97-AF65-F5344CB8AC3E}">
        <p14:creationId xmlns:p14="http://schemas.microsoft.com/office/powerpoint/2010/main" val="317747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Effect transition="in" filter="dissolve">
                                      <p:cBhvr>
                                        <p:cTn id="7" dur="500"/>
                                        <p:tgtEl>
                                          <p:spTgt spid="32">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2">
                                            <p:txEl>
                                              <p:pRg st="1" end="1"/>
                                            </p:txEl>
                                          </p:spTgt>
                                        </p:tgtEl>
                                        <p:attrNameLst>
                                          <p:attrName>style.visibility</p:attrName>
                                        </p:attrNameLst>
                                      </p:cBhvr>
                                      <p:to>
                                        <p:strVal val="visible"/>
                                      </p:to>
                                    </p:set>
                                    <p:animEffect transition="in" filter="dissolve">
                                      <p:cBhvr>
                                        <p:cTn id="10" dur="500"/>
                                        <p:tgtEl>
                                          <p:spTgt spid="32">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2">
                                            <p:txEl>
                                              <p:pRg st="2" end="2"/>
                                            </p:txEl>
                                          </p:spTgt>
                                        </p:tgtEl>
                                        <p:attrNameLst>
                                          <p:attrName>style.visibility</p:attrName>
                                        </p:attrNameLst>
                                      </p:cBhvr>
                                      <p:to>
                                        <p:strVal val="visible"/>
                                      </p:to>
                                    </p:set>
                                    <p:animEffect transition="in" filter="dissolve">
                                      <p:cBhvr>
                                        <p:cTn id="13" dur="500"/>
                                        <p:tgtEl>
                                          <p:spTgt spid="32">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2">
                                            <p:txEl>
                                              <p:pRg st="3" end="3"/>
                                            </p:txEl>
                                          </p:spTgt>
                                        </p:tgtEl>
                                        <p:attrNameLst>
                                          <p:attrName>style.visibility</p:attrName>
                                        </p:attrNameLst>
                                      </p:cBhvr>
                                      <p:to>
                                        <p:strVal val="visible"/>
                                      </p:to>
                                    </p:set>
                                    <p:animEffect transition="in" filter="dissolve">
                                      <p:cBhvr>
                                        <p:cTn id="18" dur="500"/>
                                        <p:tgtEl>
                                          <p:spTgt spid="32">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2">
                                            <p:txEl>
                                              <p:pRg st="4" end="4"/>
                                            </p:txEl>
                                          </p:spTgt>
                                        </p:tgtEl>
                                        <p:attrNameLst>
                                          <p:attrName>style.visibility</p:attrName>
                                        </p:attrNameLst>
                                      </p:cBhvr>
                                      <p:to>
                                        <p:strVal val="visible"/>
                                      </p:to>
                                    </p:set>
                                    <p:animEffect transition="in" filter="dissolve">
                                      <p:cBhvr>
                                        <p:cTn id="21" dur="500"/>
                                        <p:tgtEl>
                                          <p:spTgt spid="32">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2">
                                            <p:txEl>
                                              <p:pRg st="5" end="5"/>
                                            </p:txEl>
                                          </p:spTgt>
                                        </p:tgtEl>
                                        <p:attrNameLst>
                                          <p:attrName>style.visibility</p:attrName>
                                        </p:attrNameLst>
                                      </p:cBhvr>
                                      <p:to>
                                        <p:strVal val="visible"/>
                                      </p:to>
                                    </p:set>
                                    <p:animEffect transition="in" filter="dissolve">
                                      <p:cBhvr>
                                        <p:cTn id="26" dur="500"/>
                                        <p:tgtEl>
                                          <p:spTgt spid="32">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2">
                                            <p:txEl>
                                              <p:pRg st="6" end="6"/>
                                            </p:txEl>
                                          </p:spTgt>
                                        </p:tgtEl>
                                        <p:attrNameLst>
                                          <p:attrName>style.visibility</p:attrName>
                                        </p:attrNameLst>
                                      </p:cBhvr>
                                      <p:to>
                                        <p:strVal val="visible"/>
                                      </p:to>
                                    </p:set>
                                    <p:animEffect transition="in" filter="dissolve">
                                      <p:cBhvr>
                                        <p:cTn id="29" dur="500"/>
                                        <p:tgtEl>
                                          <p:spTgt spid="32">
                                            <p:txEl>
                                              <p:pRg st="6" end="6"/>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dissolve">
                                      <p:cBhvr>
                                        <p:cTn id="3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3" name="Content Placeholder 2">
            <a:extLst>
              <a:ext uri="{FF2B5EF4-FFF2-40B4-BE49-F238E27FC236}">
                <a16:creationId xmlns:a16="http://schemas.microsoft.com/office/drawing/2014/main" id="{66DAEE93-D7C7-5A4A-AB8B-951DDF4E15F0}"/>
              </a:ext>
            </a:extLst>
          </p:cNvPr>
          <p:cNvSpPr>
            <a:spLocks noGrp="1"/>
          </p:cNvSpPr>
          <p:nvPr>
            <p:ph sz="half" idx="1"/>
          </p:nvPr>
        </p:nvSpPr>
        <p:spPr>
          <a:xfrm>
            <a:off x="676092" y="1485150"/>
            <a:ext cx="6220653" cy="4776165"/>
          </a:xfrm>
        </p:spPr>
        <p:txBody>
          <a:bodyPr>
            <a:normAutofit/>
          </a:bodyPr>
          <a:lstStyle/>
          <a:p>
            <a:pPr marL="466725" indent="-336550">
              <a:spcBef>
                <a:spcPct val="20000"/>
              </a:spcBef>
              <a:buClr>
                <a:srgbClr val="000099"/>
              </a:buClr>
              <a:buSzPct val="100000"/>
            </a:pPr>
            <a:r>
              <a:rPr lang="en-US" altLang="en-US" sz="3000" dirty="0"/>
              <a:t>hosts connect to Internet via </a:t>
            </a:r>
            <a:r>
              <a:rPr lang="en-US" altLang="en-US" sz="3000" dirty="0">
                <a:solidFill>
                  <a:srgbClr val="C00000"/>
                </a:solidFill>
              </a:rPr>
              <a:t>access </a:t>
            </a:r>
            <a:r>
              <a:rPr lang="en-US" altLang="en-US" sz="3000" dirty="0"/>
              <a:t>Internet Service Providers (ISPs)</a:t>
            </a:r>
          </a:p>
          <a:p>
            <a:pPr marL="466725" indent="-336550">
              <a:spcBef>
                <a:spcPct val="20000"/>
              </a:spcBef>
              <a:buClr>
                <a:srgbClr val="000099"/>
              </a:buClr>
              <a:buSzPct val="100000"/>
            </a:pPr>
            <a:r>
              <a:rPr lang="en-US" altLang="en-US" sz="3000" dirty="0"/>
              <a:t>access ISPs in turn must be interconnected</a:t>
            </a:r>
          </a:p>
          <a:p>
            <a:pPr marL="847725" lvl="2" indent="-269875">
              <a:lnSpc>
                <a:spcPct val="85000"/>
              </a:lnSpc>
              <a:spcBef>
                <a:spcPct val="20000"/>
              </a:spcBef>
              <a:buClr>
                <a:srgbClr val="000099"/>
              </a:buClr>
              <a:buSzPct val="100000"/>
            </a:pPr>
            <a:r>
              <a:rPr lang="en-US" altLang="en-US" sz="2800" dirty="0"/>
              <a:t>so that </a:t>
            </a:r>
            <a:r>
              <a:rPr lang="en-US" altLang="en-US" sz="2800" i="1" dirty="0"/>
              <a:t>any</a:t>
            </a:r>
            <a:r>
              <a:rPr lang="en-US" altLang="en-US" sz="2800" dirty="0"/>
              <a:t> two hosts </a:t>
            </a:r>
            <a:r>
              <a:rPr lang="en-US" altLang="en-US" sz="2800" i="1" dirty="0"/>
              <a:t>(anywhere!) </a:t>
            </a:r>
            <a:r>
              <a:rPr lang="en-US" altLang="en-US" sz="2800" dirty="0"/>
              <a:t>can send packets to each other</a:t>
            </a:r>
          </a:p>
          <a:p>
            <a:pPr marL="466725" indent="-336550">
              <a:lnSpc>
                <a:spcPct val="85000"/>
              </a:lnSpc>
              <a:spcBef>
                <a:spcPct val="20000"/>
              </a:spcBef>
              <a:buClr>
                <a:srgbClr val="000099"/>
              </a:buClr>
              <a:buSzPct val="100000"/>
            </a:pPr>
            <a:r>
              <a:rPr lang="en-US" altLang="en-US" sz="3000" dirty="0"/>
              <a:t>resulting network of networks is very complex</a:t>
            </a:r>
          </a:p>
          <a:p>
            <a:pPr marL="847725" lvl="2" indent="-269875">
              <a:lnSpc>
                <a:spcPct val="85000"/>
              </a:lnSpc>
              <a:spcBef>
                <a:spcPct val="20000"/>
              </a:spcBef>
              <a:buClr>
                <a:srgbClr val="000099"/>
              </a:buClr>
              <a:buSzPct val="100000"/>
            </a:pPr>
            <a:r>
              <a:rPr lang="en-US" altLang="en-US" sz="2800" dirty="0"/>
              <a:t>evolution driven by </a:t>
            </a:r>
            <a:r>
              <a:rPr lang="en-US" altLang="en-US" sz="2800" dirty="0">
                <a:solidFill>
                  <a:srgbClr val="C00000"/>
                </a:solidFill>
              </a:rPr>
              <a:t>economics,</a:t>
            </a:r>
            <a:r>
              <a:rPr lang="en-US" altLang="en-US" sz="2800" dirty="0"/>
              <a:t> </a:t>
            </a:r>
            <a:r>
              <a:rPr lang="en-US" altLang="en-US" sz="2800" dirty="0">
                <a:solidFill>
                  <a:srgbClr val="C00000"/>
                </a:solidFill>
              </a:rPr>
              <a:t>national policies</a:t>
            </a:r>
          </a:p>
          <a:p>
            <a:endParaRPr lang="en-US" dirty="0"/>
          </a:p>
        </p:txBody>
      </p:sp>
      <p:sp>
        <p:nvSpPr>
          <p:cNvPr id="5" name="Content Placeholder 2">
            <a:extLst>
              <a:ext uri="{FF2B5EF4-FFF2-40B4-BE49-F238E27FC236}">
                <a16:creationId xmlns:a16="http://schemas.microsoft.com/office/drawing/2014/main" id="{DE91F501-0E69-7341-8712-5A53C26EFBAA}"/>
              </a:ext>
            </a:extLst>
          </p:cNvPr>
          <p:cNvSpPr txBox="1">
            <a:spLocks/>
          </p:cNvSpPr>
          <p:nvPr/>
        </p:nvSpPr>
        <p:spPr>
          <a:xfrm>
            <a:off x="645762" y="6138841"/>
            <a:ext cx="11732217" cy="541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85000"/>
              </a:lnSpc>
              <a:spcBef>
                <a:spcPct val="20000"/>
              </a:spcBef>
              <a:spcAft>
                <a:spcPts val="0"/>
              </a:spcAft>
              <a:buClr>
                <a:srgbClr val="000099"/>
              </a:buClr>
              <a:buSzPct val="100000"/>
              <a:buFont typeface="Wingdings" pitchFamily="2" charset="2"/>
              <a:buNone/>
              <a:tabLst/>
              <a:defRPr/>
            </a:pPr>
            <a:r>
              <a:rPr kumimoji="0" lang="en-US" altLang="en-US" sz="3000" b="0" i="1" u="none" strike="noStrike" kern="1200" cap="none" spc="0" normalizeH="0" baseline="0" noProof="0" dirty="0">
                <a:ln>
                  <a:noFill/>
                </a:ln>
                <a:solidFill>
                  <a:srgbClr val="0000A3"/>
                </a:solidFill>
                <a:effectLst/>
                <a:uLnTx/>
                <a:uFillTx/>
                <a:latin typeface="Calibri" panose="020F0502020204030204"/>
                <a:ea typeface="+mn-ea"/>
                <a:cs typeface="+mn-cs"/>
              </a:rPr>
              <a:t>Let’</a:t>
            </a:r>
            <a:r>
              <a:rPr kumimoji="0" lang="en-US" altLang="ja-JP" sz="3000" b="0" i="1" u="none" strike="noStrike" kern="1200" cap="none" spc="0" normalizeH="0" baseline="0" noProof="0" dirty="0">
                <a:ln>
                  <a:noFill/>
                </a:ln>
                <a:solidFill>
                  <a:srgbClr val="0000A3"/>
                </a:solidFill>
                <a:effectLst/>
                <a:uLnTx/>
                <a:uFillTx/>
                <a:latin typeface="Calibri" panose="020F0502020204030204"/>
                <a:ea typeface="游ゴシック" panose="020B0400000000000000" pitchFamily="34" charset="-128"/>
                <a:cs typeface="+mn-cs"/>
              </a:rPr>
              <a:t>s take a stepwise approach to describe current Internet structure</a:t>
            </a:r>
            <a:endParaRPr kumimoji="0" lang="en-US" altLang="en-US" sz="3000" b="0" i="1" u="none" strike="noStrike" kern="1200" cap="none" spc="0" normalizeH="0" baseline="0" noProof="0" dirty="0">
              <a:ln>
                <a:noFill/>
              </a:ln>
              <a:solidFill>
                <a:srgbClr val="0000A3"/>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065449E4-AC72-C94C-A2B1-B311B3D59E1E}"/>
              </a:ext>
            </a:extLst>
          </p:cNvPr>
          <p:cNvGrpSpPr/>
          <p:nvPr/>
        </p:nvGrpSpPr>
        <p:grpSpPr>
          <a:xfrm>
            <a:off x="6864725" y="1395473"/>
            <a:ext cx="4866085" cy="4498682"/>
            <a:chOff x="6864725" y="1395473"/>
            <a:chExt cx="4866085" cy="4498682"/>
          </a:xfrm>
        </p:grpSpPr>
        <p:sp>
          <p:nvSpPr>
            <p:cNvPr id="7" name="Rectangle 419">
              <a:extLst>
                <a:ext uri="{FF2B5EF4-FFF2-40B4-BE49-F238E27FC236}">
                  <a16:creationId xmlns:a16="http://schemas.microsoft.com/office/drawing/2014/main" id="{7BA30F63-457C-C64D-841D-A1EF35E5EA00}"/>
                </a:ext>
              </a:extLst>
            </p:cNvPr>
            <p:cNvSpPr>
              <a:spLocks noChangeArrowheads="1"/>
            </p:cNvSpPr>
            <p:nvPr/>
          </p:nvSpPr>
          <p:spPr bwMode="auto">
            <a:xfrm>
              <a:off x="7439074" y="3460091"/>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 name="Freeform 7">
              <a:extLst>
                <a:ext uri="{FF2B5EF4-FFF2-40B4-BE49-F238E27FC236}">
                  <a16:creationId xmlns:a16="http://schemas.microsoft.com/office/drawing/2014/main" id="{CD05FA63-8AD7-1C4C-BBC2-B6D92EF0FFD9}"/>
                </a:ext>
              </a:extLst>
            </p:cNvPr>
            <p:cNvSpPr/>
            <p:nvPr/>
          </p:nvSpPr>
          <p:spPr>
            <a:xfrm>
              <a:off x="8985188" y="2972790"/>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Freeform 417">
              <a:extLst>
                <a:ext uri="{FF2B5EF4-FFF2-40B4-BE49-F238E27FC236}">
                  <a16:creationId xmlns:a16="http://schemas.microsoft.com/office/drawing/2014/main" id="{054FADBC-4916-2246-97D7-B9C29C0EA5FB}"/>
                </a:ext>
              </a:extLst>
            </p:cNvPr>
            <p:cNvSpPr>
              <a:spLocks/>
            </p:cNvSpPr>
            <p:nvPr/>
          </p:nvSpPr>
          <p:spPr bwMode="auto">
            <a:xfrm>
              <a:off x="7274076" y="1733047"/>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AutoShape 420">
              <a:extLst>
                <a:ext uri="{FF2B5EF4-FFF2-40B4-BE49-F238E27FC236}">
                  <a16:creationId xmlns:a16="http://schemas.microsoft.com/office/drawing/2014/main" id="{2022F9B4-50EB-7F42-AA9C-1116D50E57B8}"/>
                </a:ext>
              </a:extLst>
            </p:cNvPr>
            <p:cNvSpPr>
              <a:spLocks noChangeArrowheads="1"/>
            </p:cNvSpPr>
            <p:nvPr/>
          </p:nvSpPr>
          <p:spPr bwMode="auto">
            <a:xfrm>
              <a:off x="7205350" y="3196263"/>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Freeform 427">
              <a:extLst>
                <a:ext uri="{FF2B5EF4-FFF2-40B4-BE49-F238E27FC236}">
                  <a16:creationId xmlns:a16="http://schemas.microsoft.com/office/drawing/2014/main" id="{2E175CF1-E69A-6840-9CCF-B0D2DDB52124}"/>
                </a:ext>
              </a:extLst>
            </p:cNvPr>
            <p:cNvSpPr>
              <a:spLocks/>
            </p:cNvSpPr>
            <p:nvPr/>
          </p:nvSpPr>
          <p:spPr bwMode="auto">
            <a:xfrm>
              <a:off x="7712401" y="4590146"/>
              <a:ext cx="3079750" cy="1304009"/>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 Box 580">
              <a:extLst>
                <a:ext uri="{FF2B5EF4-FFF2-40B4-BE49-F238E27FC236}">
                  <a16:creationId xmlns:a16="http://schemas.microsoft.com/office/drawing/2014/main" id="{17A18A4B-442F-2F44-8A45-4AB9B2FFA060}"/>
                </a:ext>
              </a:extLst>
            </p:cNvPr>
            <p:cNvSpPr txBox="1">
              <a:spLocks noChangeArrowheads="1"/>
            </p:cNvSpPr>
            <p:nvPr/>
          </p:nvSpPr>
          <p:spPr bwMode="auto">
            <a:xfrm>
              <a:off x="7679274" y="1395473"/>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3" name="Text Box 580">
              <a:extLst>
                <a:ext uri="{FF2B5EF4-FFF2-40B4-BE49-F238E27FC236}">
                  <a16:creationId xmlns:a16="http://schemas.microsoft.com/office/drawing/2014/main" id="{29820968-8661-514F-A20D-844E3CFE3CE5}"/>
                </a:ext>
              </a:extLst>
            </p:cNvPr>
            <p:cNvSpPr txBox="1">
              <a:spLocks noChangeArrowheads="1"/>
            </p:cNvSpPr>
            <p:nvPr/>
          </p:nvSpPr>
          <p:spPr bwMode="auto">
            <a:xfrm>
              <a:off x="7330835" y="4098934"/>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4" name="Text Box 580">
              <a:extLst>
                <a:ext uri="{FF2B5EF4-FFF2-40B4-BE49-F238E27FC236}">
                  <a16:creationId xmlns:a16="http://schemas.microsoft.com/office/drawing/2014/main" id="{1134552B-DD2C-6442-8B9E-3CA11DE80D57}"/>
                </a:ext>
              </a:extLst>
            </p:cNvPr>
            <p:cNvSpPr txBox="1">
              <a:spLocks noChangeArrowheads="1"/>
            </p:cNvSpPr>
            <p:nvPr/>
          </p:nvSpPr>
          <p:spPr bwMode="auto">
            <a:xfrm>
              <a:off x="6864725" y="5209416"/>
              <a:ext cx="1657490"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5" name="Freeform 14">
              <a:extLst>
                <a:ext uri="{FF2B5EF4-FFF2-40B4-BE49-F238E27FC236}">
                  <a16:creationId xmlns:a16="http://schemas.microsoft.com/office/drawing/2014/main" id="{6D7A2C05-4020-D64B-B95A-577AC4E64CC8}"/>
                </a:ext>
              </a:extLst>
            </p:cNvPr>
            <p:cNvSpPr/>
            <p:nvPr/>
          </p:nvSpPr>
          <p:spPr>
            <a:xfrm>
              <a:off x="10222146" y="3086552"/>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B2191F82-125B-ED43-A6D4-0090B96A8DEB}"/>
                </a:ext>
              </a:extLst>
            </p:cNvPr>
            <p:cNvGrpSpPr/>
            <p:nvPr/>
          </p:nvGrpSpPr>
          <p:grpSpPr>
            <a:xfrm>
              <a:off x="10837700" y="3835062"/>
              <a:ext cx="687393" cy="721548"/>
              <a:chOff x="5203089" y="1751190"/>
              <a:chExt cx="858331" cy="662414"/>
            </a:xfrm>
          </p:grpSpPr>
          <p:sp>
            <p:nvSpPr>
              <p:cNvPr id="17" name="Freeform 16">
                <a:extLst>
                  <a:ext uri="{FF2B5EF4-FFF2-40B4-BE49-F238E27FC236}">
                    <a16:creationId xmlns:a16="http://schemas.microsoft.com/office/drawing/2014/main" id="{0D99DBE1-2FE5-BA41-AA4B-17FBE8192226}"/>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253F86B5-9BA5-184C-877D-399CFE77359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411C697F-79E9-0443-8928-D492F718EF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CC2C8A08-42CD-854A-A088-6B36B06AEB4F}"/>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6DD2E834-61DD-7D49-A6DF-C2BD8B94A485}"/>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03F6A024-302D-684E-8A0A-48E6F612BBC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C6905001-4984-6844-9623-86EBBD1910E2}"/>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25D24D8C-5FF1-C240-B9D0-7A27B69E8531}"/>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221AE294-D1C2-5041-BAAE-890407CF4C8D}"/>
                </a:ext>
              </a:extLst>
            </p:cNvPr>
            <p:cNvGrpSpPr/>
            <p:nvPr/>
          </p:nvGrpSpPr>
          <p:grpSpPr>
            <a:xfrm>
              <a:off x="10771171" y="3101183"/>
              <a:ext cx="594613" cy="648336"/>
              <a:chOff x="5203089" y="1751190"/>
              <a:chExt cx="858331" cy="662414"/>
            </a:xfrm>
          </p:grpSpPr>
          <p:sp>
            <p:nvSpPr>
              <p:cNvPr id="26" name="Freeform 25">
                <a:extLst>
                  <a:ext uri="{FF2B5EF4-FFF2-40B4-BE49-F238E27FC236}">
                    <a16:creationId xmlns:a16="http://schemas.microsoft.com/office/drawing/2014/main" id="{AA9D9584-BE8A-C64D-9057-A999BFC024F0}"/>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9C1D094A-8FF8-F447-A136-07F378EB3842}"/>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92E8C13B-B140-AD4D-A070-4B3E622C1D9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AA263458-B16E-8F42-8F08-16F827022020}"/>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887B32A7-48FE-5A41-A466-8815FD79940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0FEAA9B1-C0D0-5247-8665-5A2F3B5CF08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C8DD5560-33A0-C94D-8915-79525D334593}"/>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963626D4-0FA4-5149-9DD6-62987A1AB6E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4" name="Freeform 33">
              <a:extLst>
                <a:ext uri="{FF2B5EF4-FFF2-40B4-BE49-F238E27FC236}">
                  <a16:creationId xmlns:a16="http://schemas.microsoft.com/office/drawing/2014/main" id="{CF02AD47-65CE-2047-A215-F337EE95B620}"/>
                </a:ext>
              </a:extLst>
            </p:cNvPr>
            <p:cNvSpPr/>
            <p:nvPr/>
          </p:nvSpPr>
          <p:spPr>
            <a:xfrm>
              <a:off x="9540813" y="1689054"/>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71F23323-2C78-3046-B02F-8C6278BDD9DE}"/>
                </a:ext>
              </a:extLst>
            </p:cNvPr>
            <p:cNvSpPr txBox="1"/>
            <p:nvPr/>
          </p:nvSpPr>
          <p:spPr>
            <a:xfrm>
              <a:off x="9427201" y="1758207"/>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6" name="Rectangle 35">
              <a:extLst>
                <a:ext uri="{FF2B5EF4-FFF2-40B4-BE49-F238E27FC236}">
                  <a16:creationId xmlns:a16="http://schemas.microsoft.com/office/drawing/2014/main" id="{D38D9219-0196-784D-BF16-5744C346CA54}"/>
                </a:ext>
              </a:extLst>
            </p:cNvPr>
            <p:cNvSpPr/>
            <p:nvPr/>
          </p:nvSpPr>
          <p:spPr>
            <a:xfrm>
              <a:off x="9279068" y="3584920"/>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F90566AF-C57A-C043-882A-ADDBA04485F9}"/>
                </a:ext>
              </a:extLst>
            </p:cNvPr>
            <p:cNvSpPr txBox="1"/>
            <p:nvPr/>
          </p:nvSpPr>
          <p:spPr>
            <a:xfrm>
              <a:off x="8766162" y="3354931"/>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38" name="TextBox 37">
              <a:extLst>
                <a:ext uri="{FF2B5EF4-FFF2-40B4-BE49-F238E27FC236}">
                  <a16:creationId xmlns:a16="http://schemas.microsoft.com/office/drawing/2014/main" id="{E12049F7-A72E-894B-9572-D2B473651F3F}"/>
                </a:ext>
              </a:extLst>
            </p:cNvPr>
            <p:cNvSpPr txBox="1"/>
            <p:nvPr/>
          </p:nvSpPr>
          <p:spPr>
            <a:xfrm>
              <a:off x="10917767" y="4584949"/>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39" name="TextBox 38">
              <a:extLst>
                <a:ext uri="{FF2B5EF4-FFF2-40B4-BE49-F238E27FC236}">
                  <a16:creationId xmlns:a16="http://schemas.microsoft.com/office/drawing/2014/main" id="{A9EA89FC-E0AC-5A4D-BBB9-B3B8676F4F5F}"/>
                </a:ext>
              </a:extLst>
            </p:cNvPr>
            <p:cNvSpPr txBox="1"/>
            <p:nvPr/>
          </p:nvSpPr>
          <p:spPr>
            <a:xfrm>
              <a:off x="10063018" y="4135260"/>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8AD2A0EF-B15C-B84C-AC52-81884505A7F5}"/>
                </a:ext>
              </a:extLst>
            </p:cNvPr>
            <p:cNvCxnSpPr>
              <a:cxnSpLocks/>
            </p:cNvCxnSpPr>
            <p:nvPr/>
          </p:nvCxnSpPr>
          <p:spPr>
            <a:xfrm flipH="1" flipV="1">
              <a:off x="10559920" y="3487137"/>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F456801-E894-684F-8B82-48FD8E998B9A}"/>
                </a:ext>
              </a:extLst>
            </p:cNvPr>
            <p:cNvCxnSpPr>
              <a:cxnSpLocks/>
            </p:cNvCxnSpPr>
            <p:nvPr/>
          </p:nvCxnSpPr>
          <p:spPr>
            <a:xfrm flipH="1" flipV="1">
              <a:off x="10660835" y="3547696"/>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9F3C9F04-24E8-3F4A-BE91-DC193581B20E}"/>
                </a:ext>
              </a:extLst>
            </p:cNvPr>
            <p:cNvCxnSpPr>
              <a:cxnSpLocks/>
            </p:cNvCxnSpPr>
            <p:nvPr/>
          </p:nvCxnSpPr>
          <p:spPr>
            <a:xfrm flipV="1">
              <a:off x="10636897" y="3540433"/>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F39595A2-44A4-C945-8CCE-4F2E5D9562D7}"/>
                </a:ext>
              </a:extLst>
            </p:cNvPr>
            <p:cNvCxnSpPr>
              <a:cxnSpLocks/>
            </p:cNvCxnSpPr>
            <p:nvPr/>
          </p:nvCxnSpPr>
          <p:spPr>
            <a:xfrm flipH="1" flipV="1">
              <a:off x="10570774" y="3501908"/>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DF2F354-2662-CC43-B925-19F08E46440A}"/>
                </a:ext>
              </a:extLst>
            </p:cNvPr>
            <p:cNvCxnSpPr>
              <a:cxnSpLocks/>
            </p:cNvCxnSpPr>
            <p:nvPr/>
          </p:nvCxnSpPr>
          <p:spPr>
            <a:xfrm flipH="1" flipV="1">
              <a:off x="10550620" y="3978654"/>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3BC8228-387C-064A-9F6F-9C870B6CDA08}"/>
                </a:ext>
              </a:extLst>
            </p:cNvPr>
            <p:cNvCxnSpPr>
              <a:cxnSpLocks/>
            </p:cNvCxnSpPr>
            <p:nvPr/>
          </p:nvCxnSpPr>
          <p:spPr>
            <a:xfrm flipH="1">
              <a:off x="9895195" y="3994754"/>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5D852A1-62FD-1440-9B9C-0F8353857C30}"/>
                </a:ext>
              </a:extLst>
            </p:cNvPr>
            <p:cNvCxnSpPr>
              <a:cxnSpLocks/>
            </p:cNvCxnSpPr>
            <p:nvPr/>
          </p:nvCxnSpPr>
          <p:spPr>
            <a:xfrm flipH="1">
              <a:off x="9219616" y="3994754"/>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F43266EE-F02C-9A41-A89C-F588E768988D}"/>
                </a:ext>
              </a:extLst>
            </p:cNvPr>
            <p:cNvCxnSpPr>
              <a:cxnSpLocks/>
            </p:cNvCxnSpPr>
            <p:nvPr/>
          </p:nvCxnSpPr>
          <p:spPr>
            <a:xfrm flipH="1">
              <a:off x="9276868" y="3414684"/>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1F9E0A6-597E-0E4E-9639-85258AA84200}"/>
                </a:ext>
              </a:extLst>
            </p:cNvPr>
            <p:cNvCxnSpPr>
              <a:cxnSpLocks/>
            </p:cNvCxnSpPr>
            <p:nvPr/>
          </p:nvCxnSpPr>
          <p:spPr>
            <a:xfrm>
              <a:off x="9733069" y="3414684"/>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940AD607-2901-F143-B44C-00C0CAECF984}"/>
                </a:ext>
              </a:extLst>
            </p:cNvPr>
            <p:cNvCxnSpPr/>
            <p:nvPr/>
          </p:nvCxnSpPr>
          <p:spPr>
            <a:xfrm>
              <a:off x="10137668" y="2661704"/>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EAC294B-9FD6-3C42-82B3-325FBB660698}"/>
                </a:ext>
              </a:extLst>
            </p:cNvPr>
            <p:cNvCxnSpPr>
              <a:cxnSpLocks/>
            </p:cNvCxnSpPr>
            <p:nvPr/>
          </p:nvCxnSpPr>
          <p:spPr>
            <a:xfrm flipH="1">
              <a:off x="9798719" y="2602025"/>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5AA88536-0E73-DC4B-BEF3-4E1C37AB0A56}"/>
                </a:ext>
              </a:extLst>
            </p:cNvPr>
            <p:cNvCxnSpPr/>
            <p:nvPr/>
          </p:nvCxnSpPr>
          <p:spPr>
            <a:xfrm flipH="1">
              <a:off x="10100635" y="2076444"/>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41C50BA0-C81C-B440-9BEB-5FBD7BE74E72}"/>
                </a:ext>
              </a:extLst>
            </p:cNvPr>
            <p:cNvCxnSpPr/>
            <p:nvPr/>
          </p:nvCxnSpPr>
          <p:spPr>
            <a:xfrm flipH="1">
              <a:off x="10100635" y="2175325"/>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DEF208C1-9D7D-A646-9965-A9C4B61B2C5E}"/>
                </a:ext>
              </a:extLst>
            </p:cNvPr>
            <p:cNvCxnSpPr/>
            <p:nvPr/>
          </p:nvCxnSpPr>
          <p:spPr>
            <a:xfrm flipH="1">
              <a:off x="10672135" y="2107518"/>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81D60783-653B-9A41-9559-D8A4166B97C0}"/>
                </a:ext>
              </a:extLst>
            </p:cNvPr>
            <p:cNvCxnSpPr/>
            <p:nvPr/>
          </p:nvCxnSpPr>
          <p:spPr>
            <a:xfrm flipH="1">
              <a:off x="10142166" y="2625979"/>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C85C929A-9BF0-3144-A69D-EE4B308C00CF}"/>
                </a:ext>
              </a:extLst>
            </p:cNvPr>
            <p:cNvCxnSpPr/>
            <p:nvPr/>
          </p:nvCxnSpPr>
          <p:spPr>
            <a:xfrm flipH="1">
              <a:off x="10069542" y="2076444"/>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39185FC9-BBCF-F749-98CC-A30C0D72EC09}"/>
                </a:ext>
              </a:extLst>
            </p:cNvPr>
            <p:cNvCxnSpPr/>
            <p:nvPr/>
          </p:nvCxnSpPr>
          <p:spPr>
            <a:xfrm flipH="1">
              <a:off x="10862103" y="2034337"/>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7E70DB7E-49E1-6648-9CCD-6B8AE2706E70}"/>
                </a:ext>
              </a:extLst>
            </p:cNvPr>
            <p:cNvCxnSpPr/>
            <p:nvPr/>
          </p:nvCxnSpPr>
          <p:spPr>
            <a:xfrm flipH="1" flipV="1">
              <a:off x="10681994" y="2625979"/>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B1FE79CB-80E8-EC4E-8036-33FC7BE5CCF2}"/>
                </a:ext>
              </a:extLst>
            </p:cNvPr>
            <p:cNvCxnSpPr/>
            <p:nvPr/>
          </p:nvCxnSpPr>
          <p:spPr>
            <a:xfrm flipH="1">
              <a:off x="8769223" y="2175325"/>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59" name="Line 541">
              <a:extLst>
                <a:ext uri="{FF2B5EF4-FFF2-40B4-BE49-F238E27FC236}">
                  <a16:creationId xmlns:a16="http://schemas.microsoft.com/office/drawing/2014/main" id="{6C2AD381-18B1-8A4C-BE75-E2361242AC68}"/>
                </a:ext>
              </a:extLst>
            </p:cNvPr>
            <p:cNvSpPr>
              <a:spLocks noChangeShapeType="1"/>
            </p:cNvSpPr>
            <p:nvPr/>
          </p:nvSpPr>
          <p:spPr bwMode="auto">
            <a:xfrm flipV="1">
              <a:off x="9378705" y="4020391"/>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4">
              <a:extLst>
                <a:ext uri="{FF2B5EF4-FFF2-40B4-BE49-F238E27FC236}">
                  <a16:creationId xmlns:a16="http://schemas.microsoft.com/office/drawing/2014/main" id="{50CBF824-0885-2245-B13D-203A7A44A162}"/>
                </a:ext>
              </a:extLst>
            </p:cNvPr>
            <p:cNvSpPr>
              <a:spLocks noChangeShapeType="1"/>
            </p:cNvSpPr>
            <p:nvPr/>
          </p:nvSpPr>
          <p:spPr bwMode="auto">
            <a:xfrm flipV="1">
              <a:off x="8244554" y="3954468"/>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800">
              <a:extLst>
                <a:ext uri="{FF2B5EF4-FFF2-40B4-BE49-F238E27FC236}">
                  <a16:creationId xmlns:a16="http://schemas.microsoft.com/office/drawing/2014/main" id="{8FF7FCD7-CA6F-BF47-A975-C2FA86F14A88}"/>
                </a:ext>
              </a:extLst>
            </p:cNvPr>
            <p:cNvSpPr>
              <a:spLocks noChangeArrowheads="1"/>
            </p:cNvSpPr>
            <p:nvPr/>
          </p:nvSpPr>
          <p:spPr bwMode="auto">
            <a:xfrm>
              <a:off x="8174541" y="2200007"/>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 name="Group 61">
              <a:extLst>
                <a:ext uri="{FF2B5EF4-FFF2-40B4-BE49-F238E27FC236}">
                  <a16:creationId xmlns:a16="http://schemas.microsoft.com/office/drawing/2014/main" id="{2674A7AF-5EDB-1246-BB9F-90BA9459EF88}"/>
                </a:ext>
              </a:extLst>
            </p:cNvPr>
            <p:cNvGrpSpPr/>
            <p:nvPr/>
          </p:nvGrpSpPr>
          <p:grpSpPr>
            <a:xfrm>
              <a:off x="10410609" y="3403150"/>
              <a:ext cx="353678" cy="198344"/>
              <a:chOff x="7493876" y="2774731"/>
              <a:chExt cx="1481958" cy="894622"/>
            </a:xfrm>
          </p:grpSpPr>
          <p:sp>
            <p:nvSpPr>
              <p:cNvPr id="63" name="Freeform 62">
                <a:extLst>
                  <a:ext uri="{FF2B5EF4-FFF2-40B4-BE49-F238E27FC236}">
                    <a16:creationId xmlns:a16="http://schemas.microsoft.com/office/drawing/2014/main" id="{B75B4E06-02EB-E44F-901B-C520271B49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 name="Oval 63">
                <a:extLst>
                  <a:ext uri="{FF2B5EF4-FFF2-40B4-BE49-F238E27FC236}">
                    <a16:creationId xmlns:a16="http://schemas.microsoft.com/office/drawing/2014/main" id="{A2E04CA2-BE09-7845-93F6-13D2EE7A3B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 name="Group 64">
                <a:extLst>
                  <a:ext uri="{FF2B5EF4-FFF2-40B4-BE49-F238E27FC236}">
                    <a16:creationId xmlns:a16="http://schemas.microsoft.com/office/drawing/2014/main" id="{6EBCF878-6A8A-8943-B839-6A138B6600E7}"/>
                  </a:ext>
                </a:extLst>
              </p:cNvPr>
              <p:cNvGrpSpPr/>
              <p:nvPr/>
            </p:nvGrpSpPr>
            <p:grpSpPr>
              <a:xfrm>
                <a:off x="7713663" y="2848339"/>
                <a:ext cx="1042107" cy="425543"/>
                <a:chOff x="7786941" y="2884917"/>
                <a:chExt cx="897649" cy="353919"/>
              </a:xfrm>
            </p:grpSpPr>
            <p:sp>
              <p:nvSpPr>
                <p:cNvPr id="66" name="Freeform 65">
                  <a:extLst>
                    <a:ext uri="{FF2B5EF4-FFF2-40B4-BE49-F238E27FC236}">
                      <a16:creationId xmlns:a16="http://schemas.microsoft.com/office/drawing/2014/main" id="{F3D964DE-86BE-F24C-BB1A-E74569D9AD5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 name="Freeform 66">
                  <a:extLst>
                    <a:ext uri="{FF2B5EF4-FFF2-40B4-BE49-F238E27FC236}">
                      <a16:creationId xmlns:a16="http://schemas.microsoft.com/office/drawing/2014/main" id="{8A2E8785-9326-9D4C-81E6-4D911E7D7C6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41E9BF93-BC8E-7C48-A9A1-5A25D5FDF3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0CDEA7D3-763E-ED43-A862-B1DD05A4593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C9BDD1F3-0ED5-1F4D-BAEB-68F36CA2B108}"/>
                </a:ext>
              </a:extLst>
            </p:cNvPr>
            <p:cNvGrpSpPr/>
            <p:nvPr/>
          </p:nvGrpSpPr>
          <p:grpSpPr>
            <a:xfrm>
              <a:off x="9948724" y="2109304"/>
              <a:ext cx="353678" cy="198344"/>
              <a:chOff x="7493876" y="2774731"/>
              <a:chExt cx="1481958" cy="894622"/>
            </a:xfrm>
          </p:grpSpPr>
          <p:sp>
            <p:nvSpPr>
              <p:cNvPr id="71" name="Freeform 70">
                <a:extLst>
                  <a:ext uri="{FF2B5EF4-FFF2-40B4-BE49-F238E27FC236}">
                    <a16:creationId xmlns:a16="http://schemas.microsoft.com/office/drawing/2014/main" id="{047C92CD-2FB1-7145-AED8-D3633635991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2" name="Oval 71">
                <a:extLst>
                  <a:ext uri="{FF2B5EF4-FFF2-40B4-BE49-F238E27FC236}">
                    <a16:creationId xmlns:a16="http://schemas.microsoft.com/office/drawing/2014/main" id="{17DE41A7-7132-5F4D-BB7F-160BAC826C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3" name="Group 72">
                <a:extLst>
                  <a:ext uri="{FF2B5EF4-FFF2-40B4-BE49-F238E27FC236}">
                    <a16:creationId xmlns:a16="http://schemas.microsoft.com/office/drawing/2014/main" id="{A2FB741E-4709-7E4E-A067-176348DA24FE}"/>
                  </a:ext>
                </a:extLst>
              </p:cNvPr>
              <p:cNvGrpSpPr/>
              <p:nvPr/>
            </p:nvGrpSpPr>
            <p:grpSpPr>
              <a:xfrm>
                <a:off x="7713663" y="2848339"/>
                <a:ext cx="1042107" cy="425543"/>
                <a:chOff x="7786941" y="2884917"/>
                <a:chExt cx="897649" cy="353919"/>
              </a:xfrm>
            </p:grpSpPr>
            <p:sp>
              <p:nvSpPr>
                <p:cNvPr id="74" name="Freeform 73">
                  <a:extLst>
                    <a:ext uri="{FF2B5EF4-FFF2-40B4-BE49-F238E27FC236}">
                      <a16:creationId xmlns:a16="http://schemas.microsoft.com/office/drawing/2014/main" id="{0163CB51-EC42-D24C-B09B-605AA4F5C2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 name="Freeform 74">
                  <a:extLst>
                    <a:ext uri="{FF2B5EF4-FFF2-40B4-BE49-F238E27FC236}">
                      <a16:creationId xmlns:a16="http://schemas.microsoft.com/office/drawing/2014/main" id="{B19B00A4-C5EC-0A4A-8313-42C5D4B434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AE1166F1-A833-8F46-9EF4-6295C07C724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099A4344-E62F-6644-9524-335019948C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 name="Group 77">
              <a:extLst>
                <a:ext uri="{FF2B5EF4-FFF2-40B4-BE49-F238E27FC236}">
                  <a16:creationId xmlns:a16="http://schemas.microsoft.com/office/drawing/2014/main" id="{83291F1B-694E-0648-A2BD-5028769261A1}"/>
                </a:ext>
              </a:extLst>
            </p:cNvPr>
            <p:cNvGrpSpPr/>
            <p:nvPr/>
          </p:nvGrpSpPr>
          <p:grpSpPr>
            <a:xfrm>
              <a:off x="10527214" y="2520379"/>
              <a:ext cx="353678" cy="198344"/>
              <a:chOff x="7493876" y="2774731"/>
              <a:chExt cx="1481958" cy="894622"/>
            </a:xfrm>
          </p:grpSpPr>
          <p:sp>
            <p:nvSpPr>
              <p:cNvPr id="79" name="Freeform 78">
                <a:extLst>
                  <a:ext uri="{FF2B5EF4-FFF2-40B4-BE49-F238E27FC236}">
                    <a16:creationId xmlns:a16="http://schemas.microsoft.com/office/drawing/2014/main" id="{444760C2-E267-344A-90B4-96D9A304E5C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 name="Oval 79">
                <a:extLst>
                  <a:ext uri="{FF2B5EF4-FFF2-40B4-BE49-F238E27FC236}">
                    <a16:creationId xmlns:a16="http://schemas.microsoft.com/office/drawing/2014/main" id="{4E49E406-DF0F-2744-AD2D-81CC78C85F5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1" name="Group 80">
                <a:extLst>
                  <a:ext uri="{FF2B5EF4-FFF2-40B4-BE49-F238E27FC236}">
                    <a16:creationId xmlns:a16="http://schemas.microsoft.com/office/drawing/2014/main" id="{C2405EBA-0F42-0B48-81A7-1B86FC445F08}"/>
                  </a:ext>
                </a:extLst>
              </p:cNvPr>
              <p:cNvGrpSpPr/>
              <p:nvPr/>
            </p:nvGrpSpPr>
            <p:grpSpPr>
              <a:xfrm>
                <a:off x="7713663" y="2848339"/>
                <a:ext cx="1042107" cy="425543"/>
                <a:chOff x="7786941" y="2884917"/>
                <a:chExt cx="897649" cy="353919"/>
              </a:xfrm>
            </p:grpSpPr>
            <p:sp>
              <p:nvSpPr>
                <p:cNvPr id="82" name="Freeform 81">
                  <a:extLst>
                    <a:ext uri="{FF2B5EF4-FFF2-40B4-BE49-F238E27FC236}">
                      <a16:creationId xmlns:a16="http://schemas.microsoft.com/office/drawing/2014/main" id="{F7C77CF5-9D87-F449-95FF-9172DAC0AD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Freeform 82">
                  <a:extLst>
                    <a:ext uri="{FF2B5EF4-FFF2-40B4-BE49-F238E27FC236}">
                      <a16:creationId xmlns:a16="http://schemas.microsoft.com/office/drawing/2014/main" id="{4AEAE2CD-54CE-C844-8C04-0D8C446E0E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470AFDA6-1D15-3841-AEA8-9F2A3266F9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2BFBEB17-42AE-D149-80B4-1E3FA81C3E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 name="Group 85">
              <a:extLst>
                <a:ext uri="{FF2B5EF4-FFF2-40B4-BE49-F238E27FC236}">
                  <a16:creationId xmlns:a16="http://schemas.microsoft.com/office/drawing/2014/main" id="{FCCCAF04-40E2-104B-B26B-BE94454E7530}"/>
                </a:ext>
              </a:extLst>
            </p:cNvPr>
            <p:cNvGrpSpPr/>
            <p:nvPr/>
          </p:nvGrpSpPr>
          <p:grpSpPr>
            <a:xfrm>
              <a:off x="10643825" y="2014975"/>
              <a:ext cx="353678" cy="198344"/>
              <a:chOff x="7493876" y="2774731"/>
              <a:chExt cx="1481958" cy="894622"/>
            </a:xfrm>
          </p:grpSpPr>
          <p:sp>
            <p:nvSpPr>
              <p:cNvPr id="87" name="Freeform 86">
                <a:extLst>
                  <a:ext uri="{FF2B5EF4-FFF2-40B4-BE49-F238E27FC236}">
                    <a16:creationId xmlns:a16="http://schemas.microsoft.com/office/drawing/2014/main" id="{4A4672A4-728D-2640-A705-82EB36D5F0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8" name="Oval 87">
                <a:extLst>
                  <a:ext uri="{FF2B5EF4-FFF2-40B4-BE49-F238E27FC236}">
                    <a16:creationId xmlns:a16="http://schemas.microsoft.com/office/drawing/2014/main" id="{B737B007-C5A9-924C-8523-32089BE8EB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9" name="Group 88">
                <a:extLst>
                  <a:ext uri="{FF2B5EF4-FFF2-40B4-BE49-F238E27FC236}">
                    <a16:creationId xmlns:a16="http://schemas.microsoft.com/office/drawing/2014/main" id="{EFD78D38-882E-094B-81F3-EC467127751A}"/>
                  </a:ext>
                </a:extLst>
              </p:cNvPr>
              <p:cNvGrpSpPr/>
              <p:nvPr/>
            </p:nvGrpSpPr>
            <p:grpSpPr>
              <a:xfrm>
                <a:off x="7713663" y="2848339"/>
                <a:ext cx="1042107" cy="425543"/>
                <a:chOff x="7786941" y="2884917"/>
                <a:chExt cx="897649" cy="353919"/>
              </a:xfrm>
            </p:grpSpPr>
            <p:sp>
              <p:nvSpPr>
                <p:cNvPr id="90" name="Freeform 89">
                  <a:extLst>
                    <a:ext uri="{FF2B5EF4-FFF2-40B4-BE49-F238E27FC236}">
                      <a16:creationId xmlns:a16="http://schemas.microsoft.com/office/drawing/2014/main" id="{F4A42067-1DF8-9B4B-9AF7-DFBB16E691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 name="Freeform 90">
                  <a:extLst>
                    <a:ext uri="{FF2B5EF4-FFF2-40B4-BE49-F238E27FC236}">
                      <a16:creationId xmlns:a16="http://schemas.microsoft.com/office/drawing/2014/main" id="{1BCDB7E0-985E-B34A-83AC-6BB36BB35EF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759958E5-C3B0-6341-9A58-53831A91393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DC180B7-DE0A-1149-91B3-2EDD63459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4" name="Group 93">
              <a:extLst>
                <a:ext uri="{FF2B5EF4-FFF2-40B4-BE49-F238E27FC236}">
                  <a16:creationId xmlns:a16="http://schemas.microsoft.com/office/drawing/2014/main" id="{89AB0E80-15A1-F542-8003-3D839862E454}"/>
                </a:ext>
              </a:extLst>
            </p:cNvPr>
            <p:cNvGrpSpPr/>
            <p:nvPr/>
          </p:nvGrpSpPr>
          <p:grpSpPr>
            <a:xfrm>
              <a:off x="9098788" y="3863636"/>
              <a:ext cx="367224" cy="240304"/>
              <a:chOff x="7493876" y="2774731"/>
              <a:chExt cx="1481958" cy="894622"/>
            </a:xfrm>
          </p:grpSpPr>
          <p:sp>
            <p:nvSpPr>
              <p:cNvPr id="95" name="Freeform 94">
                <a:extLst>
                  <a:ext uri="{FF2B5EF4-FFF2-40B4-BE49-F238E27FC236}">
                    <a16:creationId xmlns:a16="http://schemas.microsoft.com/office/drawing/2014/main" id="{5A4DA7B4-8CD0-7E48-A3CA-80D49A07E3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26C3924-E17F-7D41-BFCB-3828B2EBF1A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654EB2C9-F05C-1F47-8C04-8E3E40948303}"/>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501455EF-A931-7746-B6BF-73E16FD9271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0731F5F8-3E90-EE40-9451-F78F400A1F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D17118E1-8E70-214E-B132-528A51125FA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1F978DAA-C767-C542-8C5C-BD4A6C8F53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A18A3482-E36A-2448-9DCE-D91785C785EB}"/>
                </a:ext>
              </a:extLst>
            </p:cNvPr>
            <p:cNvGrpSpPr/>
            <p:nvPr/>
          </p:nvGrpSpPr>
          <p:grpSpPr>
            <a:xfrm>
              <a:off x="9980126" y="2568577"/>
              <a:ext cx="353678" cy="198344"/>
              <a:chOff x="7493876" y="2774731"/>
              <a:chExt cx="1481958" cy="894622"/>
            </a:xfrm>
          </p:grpSpPr>
          <p:sp>
            <p:nvSpPr>
              <p:cNvPr id="103" name="Freeform 102">
                <a:extLst>
                  <a:ext uri="{FF2B5EF4-FFF2-40B4-BE49-F238E27FC236}">
                    <a16:creationId xmlns:a16="http://schemas.microsoft.com/office/drawing/2014/main" id="{3853AC6C-5827-D947-8F1C-E9B0BF02E87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1343434A-0694-7942-A749-4E6F16ED26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32F437A5-804D-204F-8E8A-6858154A77FD}"/>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560A1456-9A75-4140-9EE2-8D917165AF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C8FC197D-E7C6-4047-A38E-0BEE5F2C8B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FC251D6-77DF-EE45-BA27-C895FA9FA5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E983FEF7-DC26-8641-8963-BB1CE328036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067D654C-7265-DB4E-BCE3-D4176A0396F1}"/>
                </a:ext>
              </a:extLst>
            </p:cNvPr>
            <p:cNvGrpSpPr/>
            <p:nvPr/>
          </p:nvGrpSpPr>
          <p:grpSpPr>
            <a:xfrm>
              <a:off x="9497138" y="3301044"/>
              <a:ext cx="367224" cy="240304"/>
              <a:chOff x="7493876" y="2774731"/>
              <a:chExt cx="1481958" cy="894622"/>
            </a:xfrm>
          </p:grpSpPr>
          <p:sp>
            <p:nvSpPr>
              <p:cNvPr id="111" name="Freeform 110">
                <a:extLst>
                  <a:ext uri="{FF2B5EF4-FFF2-40B4-BE49-F238E27FC236}">
                    <a16:creationId xmlns:a16="http://schemas.microsoft.com/office/drawing/2014/main" id="{733E9F07-6C39-2140-9A18-6F14E8C73A1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5CA4EF30-3B40-3B4B-B91C-9F5C8A1374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E3FBC5D6-10CB-7A4B-868C-FD900398B9E3}"/>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1D723116-D3ED-D14B-9FAF-D223788A3D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D76BBB34-6509-0C48-915D-A9CCC8CF60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72C0B687-9ACF-4F44-82DC-D79E8A6619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B9DBBE72-4833-C94A-B3DC-F9EDB5D752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AB0E576D-E8F0-834F-88F4-49530417CAF1}"/>
                </a:ext>
              </a:extLst>
            </p:cNvPr>
            <p:cNvGrpSpPr/>
            <p:nvPr/>
          </p:nvGrpSpPr>
          <p:grpSpPr>
            <a:xfrm>
              <a:off x="9601554" y="3906775"/>
              <a:ext cx="367224" cy="240304"/>
              <a:chOff x="7493876" y="2774731"/>
              <a:chExt cx="1481958" cy="894622"/>
            </a:xfrm>
          </p:grpSpPr>
          <p:sp>
            <p:nvSpPr>
              <p:cNvPr id="119" name="Freeform 118">
                <a:extLst>
                  <a:ext uri="{FF2B5EF4-FFF2-40B4-BE49-F238E27FC236}">
                    <a16:creationId xmlns:a16="http://schemas.microsoft.com/office/drawing/2014/main" id="{65F94024-5FF1-2A45-B900-941811E136E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0F023B5F-88FB-594B-904A-025204833B1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D68EF99F-F71A-714D-AAA0-414E0D55B0A4}"/>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65CBB100-65F0-B84F-A5FD-ED63F33252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44C9891-3477-6447-BD3A-34BB46C93E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072C7DF1-4B75-8C4E-9427-D99A2B9F00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2E04F023-07D9-1F4C-BA02-31957309FC7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6" name="Group 125">
              <a:extLst>
                <a:ext uri="{FF2B5EF4-FFF2-40B4-BE49-F238E27FC236}">
                  <a16:creationId xmlns:a16="http://schemas.microsoft.com/office/drawing/2014/main" id="{3D520858-E3E4-764A-839D-1ED8985F73E8}"/>
                </a:ext>
              </a:extLst>
            </p:cNvPr>
            <p:cNvGrpSpPr/>
            <p:nvPr/>
          </p:nvGrpSpPr>
          <p:grpSpPr>
            <a:xfrm>
              <a:off x="10375259" y="3899337"/>
              <a:ext cx="353678" cy="198344"/>
              <a:chOff x="7493876" y="2774731"/>
              <a:chExt cx="1481958" cy="894622"/>
            </a:xfrm>
          </p:grpSpPr>
          <p:sp>
            <p:nvSpPr>
              <p:cNvPr id="127" name="Freeform 126">
                <a:extLst>
                  <a:ext uri="{FF2B5EF4-FFF2-40B4-BE49-F238E27FC236}">
                    <a16:creationId xmlns:a16="http://schemas.microsoft.com/office/drawing/2014/main" id="{D19F3FF5-BE22-8940-96DD-44DB7B4C28F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8" name="Oval 127">
                <a:extLst>
                  <a:ext uri="{FF2B5EF4-FFF2-40B4-BE49-F238E27FC236}">
                    <a16:creationId xmlns:a16="http://schemas.microsoft.com/office/drawing/2014/main" id="{5C3C0D81-F9A0-9541-A78A-87F943A1DD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9" name="Group 128">
                <a:extLst>
                  <a:ext uri="{FF2B5EF4-FFF2-40B4-BE49-F238E27FC236}">
                    <a16:creationId xmlns:a16="http://schemas.microsoft.com/office/drawing/2014/main" id="{5E96B958-11AB-4840-94EE-07A89B0C8723}"/>
                  </a:ext>
                </a:extLst>
              </p:cNvPr>
              <p:cNvGrpSpPr/>
              <p:nvPr/>
            </p:nvGrpSpPr>
            <p:grpSpPr>
              <a:xfrm>
                <a:off x="7713663" y="2848339"/>
                <a:ext cx="1042107" cy="425543"/>
                <a:chOff x="7786941" y="2884917"/>
                <a:chExt cx="897649" cy="353919"/>
              </a:xfrm>
            </p:grpSpPr>
            <p:sp>
              <p:nvSpPr>
                <p:cNvPr id="130" name="Freeform 129">
                  <a:extLst>
                    <a:ext uri="{FF2B5EF4-FFF2-40B4-BE49-F238E27FC236}">
                      <a16:creationId xmlns:a16="http://schemas.microsoft.com/office/drawing/2014/main" id="{82730EDE-DEDB-EC41-BCDC-25EA5D62A2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F650DB4-FA18-BA4C-9BE5-9FDCA3A835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4C052D43-C280-F343-B17F-B917901F3C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A6F52C9A-FFF7-6940-9C3E-12298D451C6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34" name="Picture 653" descr="iphone_stylized_small">
              <a:extLst>
                <a:ext uri="{FF2B5EF4-FFF2-40B4-BE49-F238E27FC236}">
                  <a16:creationId xmlns:a16="http://schemas.microsoft.com/office/drawing/2014/main" id="{BEEDE79C-3FE1-D346-B386-D9E38667A66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9572" y="1824037"/>
              <a:ext cx="136841" cy="32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1018" descr="laptop_keyboard">
              <a:extLst>
                <a:ext uri="{FF2B5EF4-FFF2-40B4-BE49-F238E27FC236}">
                  <a16:creationId xmlns:a16="http://schemas.microsoft.com/office/drawing/2014/main" id="{832CE947-C9FA-0543-99DD-AD2D7EBD95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9064" flipH="1">
              <a:off x="7464781" y="2512102"/>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1019">
              <a:extLst>
                <a:ext uri="{FF2B5EF4-FFF2-40B4-BE49-F238E27FC236}">
                  <a16:creationId xmlns:a16="http://schemas.microsoft.com/office/drawing/2014/main" id="{7F7C0B3F-043C-8A42-AF30-10A20F51EC93}"/>
                </a:ext>
              </a:extLst>
            </p:cNvPr>
            <p:cNvSpPr>
              <a:spLocks/>
            </p:cNvSpPr>
            <p:nvPr/>
          </p:nvSpPr>
          <p:spPr bwMode="auto">
            <a:xfrm>
              <a:off x="7609678" y="2357316"/>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7" name="Picture 1020" descr="screen">
              <a:extLst>
                <a:ext uri="{FF2B5EF4-FFF2-40B4-BE49-F238E27FC236}">
                  <a16:creationId xmlns:a16="http://schemas.microsoft.com/office/drawing/2014/main" id="{C98AB82D-39F2-F94A-85FD-351FEDB47E1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7011" y="2362670"/>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Freeform 1021">
              <a:extLst>
                <a:ext uri="{FF2B5EF4-FFF2-40B4-BE49-F238E27FC236}">
                  <a16:creationId xmlns:a16="http://schemas.microsoft.com/office/drawing/2014/main" id="{2D4346DC-3507-9F46-A7B4-03F2FE5D16A5}"/>
                </a:ext>
              </a:extLst>
            </p:cNvPr>
            <p:cNvSpPr>
              <a:spLocks/>
            </p:cNvSpPr>
            <p:nvPr/>
          </p:nvSpPr>
          <p:spPr bwMode="auto">
            <a:xfrm>
              <a:off x="7673752" y="2351175"/>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22">
              <a:extLst>
                <a:ext uri="{FF2B5EF4-FFF2-40B4-BE49-F238E27FC236}">
                  <a16:creationId xmlns:a16="http://schemas.microsoft.com/office/drawing/2014/main" id="{D168A2C4-5080-0940-A756-E086FEB75E02}"/>
                </a:ext>
              </a:extLst>
            </p:cNvPr>
            <p:cNvSpPr>
              <a:spLocks/>
            </p:cNvSpPr>
            <p:nvPr/>
          </p:nvSpPr>
          <p:spPr bwMode="auto">
            <a:xfrm>
              <a:off x="7606562" y="2350860"/>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23">
              <a:extLst>
                <a:ext uri="{FF2B5EF4-FFF2-40B4-BE49-F238E27FC236}">
                  <a16:creationId xmlns:a16="http://schemas.microsoft.com/office/drawing/2014/main" id="{45B2682B-B40D-7A4F-8C6C-184481CE4A4C}"/>
                </a:ext>
              </a:extLst>
            </p:cNvPr>
            <p:cNvSpPr>
              <a:spLocks/>
            </p:cNvSpPr>
            <p:nvPr/>
          </p:nvSpPr>
          <p:spPr bwMode="auto">
            <a:xfrm>
              <a:off x="7880579" y="2379676"/>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24">
              <a:extLst>
                <a:ext uri="{FF2B5EF4-FFF2-40B4-BE49-F238E27FC236}">
                  <a16:creationId xmlns:a16="http://schemas.microsoft.com/office/drawing/2014/main" id="{28F73F6E-EE26-B84C-BDD7-84006C6C7D80}"/>
                </a:ext>
              </a:extLst>
            </p:cNvPr>
            <p:cNvSpPr>
              <a:spLocks/>
            </p:cNvSpPr>
            <p:nvPr/>
          </p:nvSpPr>
          <p:spPr bwMode="auto">
            <a:xfrm>
              <a:off x="7605588" y="2503914"/>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25">
              <a:extLst>
                <a:ext uri="{FF2B5EF4-FFF2-40B4-BE49-F238E27FC236}">
                  <a16:creationId xmlns:a16="http://schemas.microsoft.com/office/drawing/2014/main" id="{79D91930-42EC-C046-B409-50B0AA84EB49}"/>
                </a:ext>
              </a:extLst>
            </p:cNvPr>
            <p:cNvSpPr>
              <a:spLocks/>
            </p:cNvSpPr>
            <p:nvPr/>
          </p:nvSpPr>
          <p:spPr bwMode="auto">
            <a:xfrm>
              <a:off x="7890512" y="2381250"/>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26">
              <a:extLst>
                <a:ext uri="{FF2B5EF4-FFF2-40B4-BE49-F238E27FC236}">
                  <a16:creationId xmlns:a16="http://schemas.microsoft.com/office/drawing/2014/main" id="{3142F162-EE7B-F247-953B-AB17B6AC5999}"/>
                </a:ext>
              </a:extLst>
            </p:cNvPr>
            <p:cNvSpPr>
              <a:spLocks/>
            </p:cNvSpPr>
            <p:nvPr/>
          </p:nvSpPr>
          <p:spPr bwMode="auto">
            <a:xfrm>
              <a:off x="7605977" y="2512260"/>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4" name="Group 1027">
              <a:extLst>
                <a:ext uri="{FF2B5EF4-FFF2-40B4-BE49-F238E27FC236}">
                  <a16:creationId xmlns:a16="http://schemas.microsoft.com/office/drawing/2014/main" id="{2605B5B4-B953-774C-B583-08A4E98255C1}"/>
                </a:ext>
              </a:extLst>
            </p:cNvPr>
            <p:cNvGrpSpPr>
              <a:grpSpLocks/>
            </p:cNvGrpSpPr>
            <p:nvPr/>
          </p:nvGrpSpPr>
          <p:grpSpPr bwMode="auto">
            <a:xfrm>
              <a:off x="7601109" y="2578552"/>
              <a:ext cx="98740" cy="36846"/>
              <a:chOff x="1740" y="2642"/>
              <a:chExt cx="752" cy="327"/>
            </a:xfrm>
          </p:grpSpPr>
          <p:sp>
            <p:nvSpPr>
              <p:cNvPr id="145" name="Freeform 1028">
                <a:extLst>
                  <a:ext uri="{FF2B5EF4-FFF2-40B4-BE49-F238E27FC236}">
                    <a16:creationId xmlns:a16="http://schemas.microsoft.com/office/drawing/2014/main" id="{7832D5A4-E054-124A-B07A-0BE324FD3E6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29">
                <a:extLst>
                  <a:ext uri="{FF2B5EF4-FFF2-40B4-BE49-F238E27FC236}">
                    <a16:creationId xmlns:a16="http://schemas.microsoft.com/office/drawing/2014/main" id="{F53ED568-2AD9-3442-A6EE-4FE5502A593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0">
                <a:extLst>
                  <a:ext uri="{FF2B5EF4-FFF2-40B4-BE49-F238E27FC236}">
                    <a16:creationId xmlns:a16="http://schemas.microsoft.com/office/drawing/2014/main" id="{C9726C5A-71A6-2643-BD67-DD4FB4372C7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1">
                <a:extLst>
                  <a:ext uri="{FF2B5EF4-FFF2-40B4-BE49-F238E27FC236}">
                    <a16:creationId xmlns:a16="http://schemas.microsoft.com/office/drawing/2014/main" id="{D40EE55A-ADF0-3B48-9A99-984DEBAA29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2">
                <a:extLst>
                  <a:ext uri="{FF2B5EF4-FFF2-40B4-BE49-F238E27FC236}">
                    <a16:creationId xmlns:a16="http://schemas.microsoft.com/office/drawing/2014/main" id="{26EA17DC-DD02-B947-A833-A055842C509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033">
                <a:extLst>
                  <a:ext uri="{FF2B5EF4-FFF2-40B4-BE49-F238E27FC236}">
                    <a16:creationId xmlns:a16="http://schemas.microsoft.com/office/drawing/2014/main" id="{AEFCD248-A336-7941-861C-AAFA4C2E230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1" name="Freeform 1034">
              <a:extLst>
                <a:ext uri="{FF2B5EF4-FFF2-40B4-BE49-F238E27FC236}">
                  <a16:creationId xmlns:a16="http://schemas.microsoft.com/office/drawing/2014/main" id="{0058450B-9E80-3442-8EE8-9FC398BE9FFF}"/>
                </a:ext>
              </a:extLst>
            </p:cNvPr>
            <p:cNvSpPr>
              <a:spLocks/>
            </p:cNvSpPr>
            <p:nvPr/>
          </p:nvSpPr>
          <p:spPr bwMode="auto">
            <a:xfrm>
              <a:off x="7770154" y="2584063"/>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35">
              <a:extLst>
                <a:ext uri="{FF2B5EF4-FFF2-40B4-BE49-F238E27FC236}">
                  <a16:creationId xmlns:a16="http://schemas.microsoft.com/office/drawing/2014/main" id="{98848905-95B4-1B4C-A476-B613B7829287}"/>
                </a:ext>
              </a:extLst>
            </p:cNvPr>
            <p:cNvSpPr>
              <a:spLocks/>
            </p:cNvSpPr>
            <p:nvPr/>
          </p:nvSpPr>
          <p:spPr bwMode="auto">
            <a:xfrm>
              <a:off x="7464976" y="2590519"/>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36">
              <a:extLst>
                <a:ext uri="{FF2B5EF4-FFF2-40B4-BE49-F238E27FC236}">
                  <a16:creationId xmlns:a16="http://schemas.microsoft.com/office/drawing/2014/main" id="{EE0C61B4-47FB-8A4C-BA4E-C3EA4F9F541B}"/>
                </a:ext>
              </a:extLst>
            </p:cNvPr>
            <p:cNvSpPr>
              <a:spLocks/>
            </p:cNvSpPr>
            <p:nvPr/>
          </p:nvSpPr>
          <p:spPr bwMode="auto">
            <a:xfrm>
              <a:off x="7465171" y="2576977"/>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37">
              <a:extLst>
                <a:ext uri="{FF2B5EF4-FFF2-40B4-BE49-F238E27FC236}">
                  <a16:creationId xmlns:a16="http://schemas.microsoft.com/office/drawing/2014/main" id="{A2A5BF3A-544E-5943-BC22-695E7F2509BC}"/>
                </a:ext>
              </a:extLst>
            </p:cNvPr>
            <p:cNvSpPr>
              <a:spLocks/>
            </p:cNvSpPr>
            <p:nvPr/>
          </p:nvSpPr>
          <p:spPr bwMode="auto">
            <a:xfrm>
              <a:off x="7465366" y="2516039"/>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38">
              <a:extLst>
                <a:ext uri="{FF2B5EF4-FFF2-40B4-BE49-F238E27FC236}">
                  <a16:creationId xmlns:a16="http://schemas.microsoft.com/office/drawing/2014/main" id="{04CEE56F-6327-834B-BF12-FD60966A0A28}"/>
                </a:ext>
              </a:extLst>
            </p:cNvPr>
            <p:cNvSpPr>
              <a:spLocks/>
            </p:cNvSpPr>
            <p:nvPr/>
          </p:nvSpPr>
          <p:spPr bwMode="auto">
            <a:xfrm>
              <a:off x="7474909" y="2580127"/>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039">
              <a:extLst>
                <a:ext uri="{FF2B5EF4-FFF2-40B4-BE49-F238E27FC236}">
                  <a16:creationId xmlns:a16="http://schemas.microsoft.com/office/drawing/2014/main" id="{B100EA88-E88A-9740-96BA-A75C62B08586}"/>
                </a:ext>
              </a:extLst>
            </p:cNvPr>
            <p:cNvSpPr>
              <a:spLocks/>
            </p:cNvSpPr>
            <p:nvPr/>
          </p:nvSpPr>
          <p:spPr bwMode="auto">
            <a:xfrm flipV="1">
              <a:off x="7764701" y="2575088"/>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57" name="Picture 568" descr="light2.png">
              <a:extLst>
                <a:ext uri="{FF2B5EF4-FFF2-40B4-BE49-F238E27FC236}">
                  <a16:creationId xmlns:a16="http://schemas.microsoft.com/office/drawing/2014/main" id="{ED1959A0-4148-DE49-BD6E-1DD903551895}"/>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flipH="1">
              <a:off x="8831667" y="2299301"/>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603" descr="car_icon_small">
              <a:extLst>
                <a:ext uri="{FF2B5EF4-FFF2-40B4-BE49-F238E27FC236}">
                  <a16:creationId xmlns:a16="http://schemas.microsoft.com/office/drawing/2014/main" id="{9FBD625D-E65D-E844-91EA-F8C2DB1F71C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9539" y="2023970"/>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1116" descr="laptop_keyboard">
              <a:extLst>
                <a:ext uri="{FF2B5EF4-FFF2-40B4-BE49-F238E27FC236}">
                  <a16:creationId xmlns:a16="http://schemas.microsoft.com/office/drawing/2014/main" id="{E0A38A0D-72F8-A546-B56C-8E47BB65E7D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10375" y="3512221"/>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Freeform 1117">
              <a:extLst>
                <a:ext uri="{FF2B5EF4-FFF2-40B4-BE49-F238E27FC236}">
                  <a16:creationId xmlns:a16="http://schemas.microsoft.com/office/drawing/2014/main" id="{1CBDC02F-0625-8540-B8BB-DB24167F9024}"/>
                </a:ext>
              </a:extLst>
            </p:cNvPr>
            <p:cNvSpPr>
              <a:spLocks/>
            </p:cNvSpPr>
            <p:nvPr/>
          </p:nvSpPr>
          <p:spPr bwMode="auto">
            <a:xfrm>
              <a:off x="7605388" y="3396311"/>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61" name="Picture 1118" descr="screen">
              <a:extLst>
                <a:ext uri="{FF2B5EF4-FFF2-40B4-BE49-F238E27FC236}">
                  <a16:creationId xmlns:a16="http://schemas.microsoft.com/office/drawing/2014/main" id="{CCBB6D23-7553-C34F-AD52-D6E3527F7C5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6754" y="3400320"/>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 name="Freeform 1119">
              <a:extLst>
                <a:ext uri="{FF2B5EF4-FFF2-40B4-BE49-F238E27FC236}">
                  <a16:creationId xmlns:a16="http://schemas.microsoft.com/office/drawing/2014/main" id="{1CBF26AB-A697-0740-B93B-BD715F1C6532}"/>
                </a:ext>
              </a:extLst>
            </p:cNvPr>
            <p:cNvSpPr>
              <a:spLocks/>
            </p:cNvSpPr>
            <p:nvPr/>
          </p:nvSpPr>
          <p:spPr bwMode="auto">
            <a:xfrm>
              <a:off x="7647403" y="3391713"/>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120">
              <a:extLst>
                <a:ext uri="{FF2B5EF4-FFF2-40B4-BE49-F238E27FC236}">
                  <a16:creationId xmlns:a16="http://schemas.microsoft.com/office/drawing/2014/main" id="{62AFA9D7-9C19-4049-801E-17C898348258}"/>
                </a:ext>
              </a:extLst>
            </p:cNvPr>
            <p:cNvSpPr>
              <a:spLocks/>
            </p:cNvSpPr>
            <p:nvPr/>
          </p:nvSpPr>
          <p:spPr bwMode="auto">
            <a:xfrm>
              <a:off x="7603345" y="3391477"/>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121">
              <a:extLst>
                <a:ext uri="{FF2B5EF4-FFF2-40B4-BE49-F238E27FC236}">
                  <a16:creationId xmlns:a16="http://schemas.microsoft.com/office/drawing/2014/main" id="{FA01601F-273F-6D41-967E-64092A75AF0F}"/>
                </a:ext>
              </a:extLst>
            </p:cNvPr>
            <p:cNvSpPr>
              <a:spLocks/>
            </p:cNvSpPr>
            <p:nvPr/>
          </p:nvSpPr>
          <p:spPr bwMode="auto">
            <a:xfrm>
              <a:off x="7783026" y="3413055"/>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122">
              <a:extLst>
                <a:ext uri="{FF2B5EF4-FFF2-40B4-BE49-F238E27FC236}">
                  <a16:creationId xmlns:a16="http://schemas.microsoft.com/office/drawing/2014/main" id="{1103C435-6A5B-7740-9A5A-FE352620099B}"/>
                </a:ext>
              </a:extLst>
            </p:cNvPr>
            <p:cNvSpPr>
              <a:spLocks/>
            </p:cNvSpPr>
            <p:nvPr/>
          </p:nvSpPr>
          <p:spPr bwMode="auto">
            <a:xfrm>
              <a:off x="7602706" y="3506090"/>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123">
              <a:extLst>
                <a:ext uri="{FF2B5EF4-FFF2-40B4-BE49-F238E27FC236}">
                  <a16:creationId xmlns:a16="http://schemas.microsoft.com/office/drawing/2014/main" id="{F9231D9E-3038-C346-88DF-EC15C80376B9}"/>
                </a:ext>
              </a:extLst>
            </p:cNvPr>
            <p:cNvSpPr>
              <a:spLocks/>
            </p:cNvSpPr>
            <p:nvPr/>
          </p:nvSpPr>
          <p:spPr bwMode="auto">
            <a:xfrm>
              <a:off x="7789539" y="3414234"/>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124">
              <a:extLst>
                <a:ext uri="{FF2B5EF4-FFF2-40B4-BE49-F238E27FC236}">
                  <a16:creationId xmlns:a16="http://schemas.microsoft.com/office/drawing/2014/main" id="{E221D95A-BE52-4147-BFAC-F46ED94312EC}"/>
                </a:ext>
              </a:extLst>
            </p:cNvPr>
            <p:cNvSpPr>
              <a:spLocks/>
            </p:cNvSpPr>
            <p:nvPr/>
          </p:nvSpPr>
          <p:spPr bwMode="auto">
            <a:xfrm>
              <a:off x="7602962" y="3512339"/>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8" name="Group 1125">
              <a:extLst>
                <a:ext uri="{FF2B5EF4-FFF2-40B4-BE49-F238E27FC236}">
                  <a16:creationId xmlns:a16="http://schemas.microsoft.com/office/drawing/2014/main" id="{E5E2F519-8E6E-F44E-B8E7-21D8F84D951F}"/>
                </a:ext>
              </a:extLst>
            </p:cNvPr>
            <p:cNvGrpSpPr>
              <a:grpSpLocks/>
            </p:cNvGrpSpPr>
            <p:nvPr/>
          </p:nvGrpSpPr>
          <p:grpSpPr bwMode="auto">
            <a:xfrm>
              <a:off x="7599769" y="3561981"/>
              <a:ext cx="64747" cy="27592"/>
              <a:chOff x="1740" y="2642"/>
              <a:chExt cx="752" cy="327"/>
            </a:xfrm>
          </p:grpSpPr>
          <p:sp>
            <p:nvSpPr>
              <p:cNvPr id="169" name="Freeform 1126">
                <a:extLst>
                  <a:ext uri="{FF2B5EF4-FFF2-40B4-BE49-F238E27FC236}">
                    <a16:creationId xmlns:a16="http://schemas.microsoft.com/office/drawing/2014/main" id="{1BE20710-BC93-2545-8F9B-B2DBE6DCCB6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127">
                <a:extLst>
                  <a:ext uri="{FF2B5EF4-FFF2-40B4-BE49-F238E27FC236}">
                    <a16:creationId xmlns:a16="http://schemas.microsoft.com/office/drawing/2014/main" id="{1AC8475A-021B-C041-8E8F-6BC60D993BA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28">
                <a:extLst>
                  <a:ext uri="{FF2B5EF4-FFF2-40B4-BE49-F238E27FC236}">
                    <a16:creationId xmlns:a16="http://schemas.microsoft.com/office/drawing/2014/main" id="{F99C7963-489D-AC4D-AC43-DB02572D390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29">
                <a:extLst>
                  <a:ext uri="{FF2B5EF4-FFF2-40B4-BE49-F238E27FC236}">
                    <a16:creationId xmlns:a16="http://schemas.microsoft.com/office/drawing/2014/main" id="{B9EFBFEE-E979-BB42-8237-3FFD0D8F796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130">
                <a:extLst>
                  <a:ext uri="{FF2B5EF4-FFF2-40B4-BE49-F238E27FC236}">
                    <a16:creationId xmlns:a16="http://schemas.microsoft.com/office/drawing/2014/main" id="{AE9D3DED-41A7-A14C-9C9D-2B2313B8CBA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131">
                <a:extLst>
                  <a:ext uri="{FF2B5EF4-FFF2-40B4-BE49-F238E27FC236}">
                    <a16:creationId xmlns:a16="http://schemas.microsoft.com/office/drawing/2014/main" id="{7B6C8C85-89A2-0046-9859-BC8764B12E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1132">
              <a:extLst>
                <a:ext uri="{FF2B5EF4-FFF2-40B4-BE49-F238E27FC236}">
                  <a16:creationId xmlns:a16="http://schemas.microsoft.com/office/drawing/2014/main" id="{077365D8-769D-2E4B-BE3A-BE1861B25717}"/>
                </a:ext>
              </a:extLst>
            </p:cNvPr>
            <p:cNvSpPr>
              <a:spLocks/>
            </p:cNvSpPr>
            <p:nvPr/>
          </p:nvSpPr>
          <p:spPr bwMode="auto">
            <a:xfrm>
              <a:off x="7710617" y="3566108"/>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1133">
              <a:extLst>
                <a:ext uri="{FF2B5EF4-FFF2-40B4-BE49-F238E27FC236}">
                  <a16:creationId xmlns:a16="http://schemas.microsoft.com/office/drawing/2014/main" id="{9DA84C4B-0CD4-F54F-A3C6-0093C36C715E}"/>
                </a:ext>
              </a:extLst>
            </p:cNvPr>
            <p:cNvSpPr>
              <a:spLocks/>
            </p:cNvSpPr>
            <p:nvPr/>
          </p:nvSpPr>
          <p:spPr bwMode="auto">
            <a:xfrm>
              <a:off x="7510503" y="3570943"/>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1134">
              <a:extLst>
                <a:ext uri="{FF2B5EF4-FFF2-40B4-BE49-F238E27FC236}">
                  <a16:creationId xmlns:a16="http://schemas.microsoft.com/office/drawing/2014/main" id="{E6EEEBB6-81DA-1A4D-AB2E-D7B4CF31539D}"/>
                </a:ext>
              </a:extLst>
            </p:cNvPr>
            <p:cNvSpPr>
              <a:spLocks/>
            </p:cNvSpPr>
            <p:nvPr/>
          </p:nvSpPr>
          <p:spPr bwMode="auto">
            <a:xfrm>
              <a:off x="7510631" y="3560802"/>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1135">
              <a:extLst>
                <a:ext uri="{FF2B5EF4-FFF2-40B4-BE49-F238E27FC236}">
                  <a16:creationId xmlns:a16="http://schemas.microsoft.com/office/drawing/2014/main" id="{DDBFC66A-7AC1-AE46-BB8F-7048A2433336}"/>
                </a:ext>
              </a:extLst>
            </p:cNvPr>
            <p:cNvSpPr>
              <a:spLocks/>
            </p:cNvSpPr>
            <p:nvPr/>
          </p:nvSpPr>
          <p:spPr bwMode="auto">
            <a:xfrm>
              <a:off x="7510758" y="3515169"/>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1136">
              <a:extLst>
                <a:ext uri="{FF2B5EF4-FFF2-40B4-BE49-F238E27FC236}">
                  <a16:creationId xmlns:a16="http://schemas.microsoft.com/office/drawing/2014/main" id="{2BA090AB-AD97-4E47-A877-44B79E0B719F}"/>
                </a:ext>
              </a:extLst>
            </p:cNvPr>
            <p:cNvSpPr>
              <a:spLocks/>
            </p:cNvSpPr>
            <p:nvPr/>
          </p:nvSpPr>
          <p:spPr bwMode="auto">
            <a:xfrm>
              <a:off x="7517016" y="3563161"/>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37">
              <a:extLst>
                <a:ext uri="{FF2B5EF4-FFF2-40B4-BE49-F238E27FC236}">
                  <a16:creationId xmlns:a16="http://schemas.microsoft.com/office/drawing/2014/main" id="{FAE09D6E-331D-544B-B46C-C0053F18D7E0}"/>
                </a:ext>
              </a:extLst>
            </p:cNvPr>
            <p:cNvSpPr>
              <a:spLocks/>
            </p:cNvSpPr>
            <p:nvPr/>
          </p:nvSpPr>
          <p:spPr bwMode="auto">
            <a:xfrm flipV="1">
              <a:off x="7707042" y="3559387"/>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81" name="Picture 1140" descr="desktop_computer_stylized_medium">
              <a:extLst>
                <a:ext uri="{FF2B5EF4-FFF2-40B4-BE49-F238E27FC236}">
                  <a16:creationId xmlns:a16="http://schemas.microsoft.com/office/drawing/2014/main" id="{7F3EB8CE-E490-9E4A-804D-150A37A477BF}"/>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H="1">
              <a:off x="7991996" y="3474155"/>
              <a:ext cx="359261" cy="34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141">
              <a:extLst>
                <a:ext uri="{FF2B5EF4-FFF2-40B4-BE49-F238E27FC236}">
                  <a16:creationId xmlns:a16="http://schemas.microsoft.com/office/drawing/2014/main" id="{C1CA6A81-8961-FE4F-BF47-C0E05D988BD0}"/>
                </a:ext>
              </a:extLst>
            </p:cNvPr>
            <p:cNvSpPr>
              <a:spLocks/>
            </p:cNvSpPr>
            <p:nvPr/>
          </p:nvSpPr>
          <p:spPr bwMode="auto">
            <a:xfrm flipH="1">
              <a:off x="8145217" y="3506954"/>
              <a:ext cx="169400" cy="156753"/>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83" name="Picture 571" descr="fridge2.png">
              <a:extLst>
                <a:ext uri="{FF2B5EF4-FFF2-40B4-BE49-F238E27FC236}">
                  <a16:creationId xmlns:a16="http://schemas.microsoft.com/office/drawing/2014/main" id="{F4471DD2-D12B-9945-86D1-C42E526B0F17}"/>
                </a:ext>
              </a:extLst>
            </p:cNvPr>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03199" y="3292029"/>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950">
              <a:extLst>
                <a:ext uri="{FF2B5EF4-FFF2-40B4-BE49-F238E27FC236}">
                  <a16:creationId xmlns:a16="http://schemas.microsoft.com/office/drawing/2014/main" id="{A30A604D-6C2E-B94A-933C-D6EC55A540F5}"/>
                </a:ext>
              </a:extLst>
            </p:cNvPr>
            <p:cNvGrpSpPr>
              <a:grpSpLocks/>
            </p:cNvGrpSpPr>
            <p:nvPr/>
          </p:nvGrpSpPr>
          <p:grpSpPr bwMode="auto">
            <a:xfrm>
              <a:off x="10241851" y="5180963"/>
              <a:ext cx="177192" cy="330833"/>
              <a:chOff x="4140" y="429"/>
              <a:chExt cx="1425" cy="2396"/>
            </a:xfrm>
          </p:grpSpPr>
          <p:sp>
            <p:nvSpPr>
              <p:cNvPr id="185" name="Freeform 951">
                <a:extLst>
                  <a:ext uri="{FF2B5EF4-FFF2-40B4-BE49-F238E27FC236}">
                    <a16:creationId xmlns:a16="http://schemas.microsoft.com/office/drawing/2014/main" id="{07B47E48-AA5B-4F4E-822C-DEB1CD6B1C3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952">
                <a:extLst>
                  <a:ext uri="{FF2B5EF4-FFF2-40B4-BE49-F238E27FC236}">
                    <a16:creationId xmlns:a16="http://schemas.microsoft.com/office/drawing/2014/main" id="{7F0B61F1-F2EC-254F-B746-3D9E5C130D3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Freeform 953">
                <a:extLst>
                  <a:ext uri="{FF2B5EF4-FFF2-40B4-BE49-F238E27FC236}">
                    <a16:creationId xmlns:a16="http://schemas.microsoft.com/office/drawing/2014/main" id="{7EAD70B0-2CB2-1048-936E-BBEA04D5D9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954">
                <a:extLst>
                  <a:ext uri="{FF2B5EF4-FFF2-40B4-BE49-F238E27FC236}">
                    <a16:creationId xmlns:a16="http://schemas.microsoft.com/office/drawing/2014/main" id="{9BEE6273-D7F0-7A48-990D-86BFC4AD364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955">
                <a:extLst>
                  <a:ext uri="{FF2B5EF4-FFF2-40B4-BE49-F238E27FC236}">
                    <a16:creationId xmlns:a16="http://schemas.microsoft.com/office/drawing/2014/main" id="{B663DC0F-C352-6C4E-8896-8A14E7841C3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90" name="Group 956">
                <a:extLst>
                  <a:ext uri="{FF2B5EF4-FFF2-40B4-BE49-F238E27FC236}">
                    <a16:creationId xmlns:a16="http://schemas.microsoft.com/office/drawing/2014/main" id="{9FE06202-B123-594E-986D-128EA9855DE1}"/>
                  </a:ext>
                </a:extLst>
              </p:cNvPr>
              <p:cNvGrpSpPr>
                <a:grpSpLocks/>
              </p:cNvGrpSpPr>
              <p:nvPr/>
            </p:nvGrpSpPr>
            <p:grpSpPr bwMode="auto">
              <a:xfrm>
                <a:off x="4749" y="668"/>
                <a:ext cx="581" cy="145"/>
                <a:chOff x="614" y="2568"/>
                <a:chExt cx="725" cy="139"/>
              </a:xfrm>
            </p:grpSpPr>
            <p:sp>
              <p:nvSpPr>
                <p:cNvPr id="215" name="AutoShape 957">
                  <a:extLst>
                    <a:ext uri="{FF2B5EF4-FFF2-40B4-BE49-F238E27FC236}">
                      <a16:creationId xmlns:a16="http://schemas.microsoft.com/office/drawing/2014/main" id="{5C9C526B-FD5B-DC47-B04D-3C65CC7D712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AutoShape 958">
                  <a:extLst>
                    <a:ext uri="{FF2B5EF4-FFF2-40B4-BE49-F238E27FC236}">
                      <a16:creationId xmlns:a16="http://schemas.microsoft.com/office/drawing/2014/main" id="{F645A24C-0DD8-A64C-A69B-44998220DB0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91" name="Rectangle 959">
                <a:extLst>
                  <a:ext uri="{FF2B5EF4-FFF2-40B4-BE49-F238E27FC236}">
                    <a16:creationId xmlns:a16="http://schemas.microsoft.com/office/drawing/2014/main" id="{D1CDB377-8645-5B47-B962-5413C139436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92" name="Group 960">
                <a:extLst>
                  <a:ext uri="{FF2B5EF4-FFF2-40B4-BE49-F238E27FC236}">
                    <a16:creationId xmlns:a16="http://schemas.microsoft.com/office/drawing/2014/main" id="{CB6CEAD8-65D2-554F-8C4A-0953BC627534}"/>
                  </a:ext>
                </a:extLst>
              </p:cNvPr>
              <p:cNvGrpSpPr>
                <a:grpSpLocks/>
              </p:cNvGrpSpPr>
              <p:nvPr/>
            </p:nvGrpSpPr>
            <p:grpSpPr bwMode="auto">
              <a:xfrm>
                <a:off x="4747" y="994"/>
                <a:ext cx="581" cy="134"/>
                <a:chOff x="614" y="2568"/>
                <a:chExt cx="725" cy="139"/>
              </a:xfrm>
            </p:grpSpPr>
            <p:sp>
              <p:nvSpPr>
                <p:cNvPr id="213" name="AutoShape 961">
                  <a:extLst>
                    <a:ext uri="{FF2B5EF4-FFF2-40B4-BE49-F238E27FC236}">
                      <a16:creationId xmlns:a16="http://schemas.microsoft.com/office/drawing/2014/main" id="{D19AC768-1A0C-B74F-8EDC-8ADEBC0CD57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4" name="AutoShape 962">
                  <a:extLst>
                    <a:ext uri="{FF2B5EF4-FFF2-40B4-BE49-F238E27FC236}">
                      <a16:creationId xmlns:a16="http://schemas.microsoft.com/office/drawing/2014/main" id="{94EA6644-2B66-2C41-B61D-27BB53790D9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93" name="Rectangle 963">
                <a:extLst>
                  <a:ext uri="{FF2B5EF4-FFF2-40B4-BE49-F238E27FC236}">
                    <a16:creationId xmlns:a16="http://schemas.microsoft.com/office/drawing/2014/main" id="{14CB832A-D60E-9249-984B-56C9F7C2F36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Rectangle 964">
                <a:extLst>
                  <a:ext uri="{FF2B5EF4-FFF2-40B4-BE49-F238E27FC236}">
                    <a16:creationId xmlns:a16="http://schemas.microsoft.com/office/drawing/2014/main" id="{24BABAAA-E51D-6447-A99B-7DBF70138E3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95" name="Group 965">
                <a:extLst>
                  <a:ext uri="{FF2B5EF4-FFF2-40B4-BE49-F238E27FC236}">
                    <a16:creationId xmlns:a16="http://schemas.microsoft.com/office/drawing/2014/main" id="{3F601054-6F2F-404F-A79F-8B59825B8BE9}"/>
                  </a:ext>
                </a:extLst>
              </p:cNvPr>
              <p:cNvGrpSpPr>
                <a:grpSpLocks/>
              </p:cNvGrpSpPr>
              <p:nvPr/>
            </p:nvGrpSpPr>
            <p:grpSpPr bwMode="auto">
              <a:xfrm>
                <a:off x="4735" y="1627"/>
                <a:ext cx="582" cy="151"/>
                <a:chOff x="614" y="2568"/>
                <a:chExt cx="725" cy="139"/>
              </a:xfrm>
            </p:grpSpPr>
            <p:sp>
              <p:nvSpPr>
                <p:cNvPr id="211" name="AutoShape 966">
                  <a:extLst>
                    <a:ext uri="{FF2B5EF4-FFF2-40B4-BE49-F238E27FC236}">
                      <a16:creationId xmlns:a16="http://schemas.microsoft.com/office/drawing/2014/main" id="{B2052FCE-BD40-F54F-8E32-15525426891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2" name="AutoShape 967">
                  <a:extLst>
                    <a:ext uri="{FF2B5EF4-FFF2-40B4-BE49-F238E27FC236}">
                      <a16:creationId xmlns:a16="http://schemas.microsoft.com/office/drawing/2014/main" id="{E0C35D9D-F6EA-6649-8AC1-CC7C7DDA48C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96" name="Freeform 968">
                <a:extLst>
                  <a:ext uri="{FF2B5EF4-FFF2-40B4-BE49-F238E27FC236}">
                    <a16:creationId xmlns:a16="http://schemas.microsoft.com/office/drawing/2014/main" id="{7B068575-50F0-714B-B621-AAB72D143C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7" name="Group 969">
                <a:extLst>
                  <a:ext uri="{FF2B5EF4-FFF2-40B4-BE49-F238E27FC236}">
                    <a16:creationId xmlns:a16="http://schemas.microsoft.com/office/drawing/2014/main" id="{B3248E6F-8090-304D-8497-74143983A5EE}"/>
                  </a:ext>
                </a:extLst>
              </p:cNvPr>
              <p:cNvGrpSpPr>
                <a:grpSpLocks/>
              </p:cNvGrpSpPr>
              <p:nvPr/>
            </p:nvGrpSpPr>
            <p:grpSpPr bwMode="auto">
              <a:xfrm>
                <a:off x="4739" y="1327"/>
                <a:ext cx="582" cy="139"/>
                <a:chOff x="614" y="2568"/>
                <a:chExt cx="725" cy="139"/>
              </a:xfrm>
            </p:grpSpPr>
            <p:sp>
              <p:nvSpPr>
                <p:cNvPr id="209" name="AutoShape 970">
                  <a:extLst>
                    <a:ext uri="{FF2B5EF4-FFF2-40B4-BE49-F238E27FC236}">
                      <a16:creationId xmlns:a16="http://schemas.microsoft.com/office/drawing/2014/main" id="{A002C5D2-E892-D84E-86C8-9F3A0BD706F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0" name="AutoShape 971">
                  <a:extLst>
                    <a:ext uri="{FF2B5EF4-FFF2-40B4-BE49-F238E27FC236}">
                      <a16:creationId xmlns:a16="http://schemas.microsoft.com/office/drawing/2014/main" id="{60BF9FD7-A953-1B45-A7F5-D462A3BFBBA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98" name="Rectangle 972">
                <a:extLst>
                  <a:ext uri="{FF2B5EF4-FFF2-40B4-BE49-F238E27FC236}">
                    <a16:creationId xmlns:a16="http://schemas.microsoft.com/office/drawing/2014/main" id="{81389585-5C60-A54E-9477-01F2F8D5CB3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Freeform 973">
                <a:extLst>
                  <a:ext uri="{FF2B5EF4-FFF2-40B4-BE49-F238E27FC236}">
                    <a16:creationId xmlns:a16="http://schemas.microsoft.com/office/drawing/2014/main" id="{347E5A84-91F2-DB47-A240-9C13C41D2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974">
                <a:extLst>
                  <a:ext uri="{FF2B5EF4-FFF2-40B4-BE49-F238E27FC236}">
                    <a16:creationId xmlns:a16="http://schemas.microsoft.com/office/drawing/2014/main" id="{55C96953-CD9D-774C-8FCE-FE7F651F8486}"/>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Oval 975">
                <a:extLst>
                  <a:ext uri="{FF2B5EF4-FFF2-40B4-BE49-F238E27FC236}">
                    <a16:creationId xmlns:a16="http://schemas.microsoft.com/office/drawing/2014/main" id="{A8C6DA66-10C3-7E4A-B9B0-B6B1E45315C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Freeform 976">
                <a:extLst>
                  <a:ext uri="{FF2B5EF4-FFF2-40B4-BE49-F238E27FC236}">
                    <a16:creationId xmlns:a16="http://schemas.microsoft.com/office/drawing/2014/main" id="{F9BA7275-82CC-6940-86C9-82E6A10F195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AutoShape 977">
                <a:extLst>
                  <a:ext uri="{FF2B5EF4-FFF2-40B4-BE49-F238E27FC236}">
                    <a16:creationId xmlns:a16="http://schemas.microsoft.com/office/drawing/2014/main" id="{30E6FE65-9C4F-B74A-A93B-C9F68C99D6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78">
                <a:extLst>
                  <a:ext uri="{FF2B5EF4-FFF2-40B4-BE49-F238E27FC236}">
                    <a16:creationId xmlns:a16="http://schemas.microsoft.com/office/drawing/2014/main" id="{9A437940-CDA8-C643-AE71-466A9D8D5C9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5" name="Oval 979">
                <a:extLst>
                  <a:ext uri="{FF2B5EF4-FFF2-40B4-BE49-F238E27FC236}">
                    <a16:creationId xmlns:a16="http://schemas.microsoft.com/office/drawing/2014/main" id="{411FF7EC-DE59-1B48-A80F-A7884888F8D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Oval 980">
                <a:extLst>
                  <a:ext uri="{FF2B5EF4-FFF2-40B4-BE49-F238E27FC236}">
                    <a16:creationId xmlns:a16="http://schemas.microsoft.com/office/drawing/2014/main" id="{BE2351AD-3F5F-C649-9962-43A96476D8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7" name="Oval 981">
                <a:extLst>
                  <a:ext uri="{FF2B5EF4-FFF2-40B4-BE49-F238E27FC236}">
                    <a16:creationId xmlns:a16="http://schemas.microsoft.com/office/drawing/2014/main" id="{D1B639EE-D9D9-9C4A-92ED-B0E44283B3C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8" name="Rectangle 982">
                <a:extLst>
                  <a:ext uri="{FF2B5EF4-FFF2-40B4-BE49-F238E27FC236}">
                    <a16:creationId xmlns:a16="http://schemas.microsoft.com/office/drawing/2014/main" id="{FCFEA41A-7929-334C-9394-F8AFFD6038A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17" name="Group 590">
              <a:extLst>
                <a:ext uri="{FF2B5EF4-FFF2-40B4-BE49-F238E27FC236}">
                  <a16:creationId xmlns:a16="http://schemas.microsoft.com/office/drawing/2014/main" id="{DA6FCF0D-7C59-1748-B406-3CDCB90470C3}"/>
                </a:ext>
              </a:extLst>
            </p:cNvPr>
            <p:cNvGrpSpPr>
              <a:grpSpLocks/>
            </p:cNvGrpSpPr>
            <p:nvPr/>
          </p:nvGrpSpPr>
          <p:grpSpPr bwMode="auto">
            <a:xfrm flipH="1">
              <a:off x="7980855" y="4807173"/>
              <a:ext cx="345630" cy="320302"/>
              <a:chOff x="2839" y="3501"/>
              <a:chExt cx="755" cy="803"/>
            </a:xfrm>
          </p:grpSpPr>
          <p:pic>
            <p:nvPicPr>
              <p:cNvPr id="218" name="Picture 591" descr="desktop_computer_stylized_medium">
                <a:extLst>
                  <a:ext uri="{FF2B5EF4-FFF2-40B4-BE49-F238E27FC236}">
                    <a16:creationId xmlns:a16="http://schemas.microsoft.com/office/drawing/2014/main" id="{29205AF8-32B7-E64B-B64F-0ADF19EB15F3}"/>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9" name="Freeform 592">
                <a:extLst>
                  <a:ext uri="{FF2B5EF4-FFF2-40B4-BE49-F238E27FC236}">
                    <a16:creationId xmlns:a16="http://schemas.microsoft.com/office/drawing/2014/main" id="{F9563EBF-1D73-8A43-B28F-3CD1C614209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5" name="Group 590">
              <a:extLst>
                <a:ext uri="{FF2B5EF4-FFF2-40B4-BE49-F238E27FC236}">
                  <a16:creationId xmlns:a16="http://schemas.microsoft.com/office/drawing/2014/main" id="{1735ECA3-0D40-2947-8212-370CA8C2F43C}"/>
                </a:ext>
              </a:extLst>
            </p:cNvPr>
            <p:cNvGrpSpPr>
              <a:grpSpLocks/>
            </p:cNvGrpSpPr>
            <p:nvPr/>
          </p:nvGrpSpPr>
          <p:grpSpPr bwMode="auto">
            <a:xfrm flipH="1">
              <a:off x="8552134" y="5433142"/>
              <a:ext cx="345630" cy="320302"/>
              <a:chOff x="2839" y="3501"/>
              <a:chExt cx="755" cy="803"/>
            </a:xfrm>
          </p:grpSpPr>
          <p:pic>
            <p:nvPicPr>
              <p:cNvPr id="246" name="Picture 591" descr="desktop_computer_stylized_medium">
                <a:extLst>
                  <a:ext uri="{FF2B5EF4-FFF2-40B4-BE49-F238E27FC236}">
                    <a16:creationId xmlns:a16="http://schemas.microsoft.com/office/drawing/2014/main" id="{64E49AA9-5B69-6F44-81F1-FE3EC2E3AF60}"/>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592">
                <a:extLst>
                  <a:ext uri="{FF2B5EF4-FFF2-40B4-BE49-F238E27FC236}">
                    <a16:creationId xmlns:a16="http://schemas.microsoft.com/office/drawing/2014/main" id="{A57B941A-60A3-3345-BEB7-7D291ABB485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48" name="Picture 1066" descr="laptop_keyboard">
              <a:extLst>
                <a:ext uri="{FF2B5EF4-FFF2-40B4-BE49-F238E27FC236}">
                  <a16:creationId xmlns:a16="http://schemas.microsoft.com/office/drawing/2014/main" id="{00A534B8-4D9A-234F-A069-D21EE30BBF82}"/>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109064" flipH="1">
              <a:off x="9550087" y="5762330"/>
              <a:ext cx="260920" cy="9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Freeform 1067">
              <a:extLst>
                <a:ext uri="{FF2B5EF4-FFF2-40B4-BE49-F238E27FC236}">
                  <a16:creationId xmlns:a16="http://schemas.microsoft.com/office/drawing/2014/main" id="{E23EF127-A9B3-9546-B69B-9BE54B809FB2}"/>
                </a:ext>
              </a:extLst>
            </p:cNvPr>
            <p:cNvSpPr>
              <a:spLocks/>
            </p:cNvSpPr>
            <p:nvPr/>
          </p:nvSpPr>
          <p:spPr bwMode="auto">
            <a:xfrm>
              <a:off x="9636557" y="5666200"/>
              <a:ext cx="210015" cy="129281"/>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0" name="Picture 1068" descr="screen">
              <a:extLst>
                <a:ext uri="{FF2B5EF4-FFF2-40B4-BE49-F238E27FC236}">
                  <a16:creationId xmlns:a16="http://schemas.microsoft.com/office/drawing/2014/main" id="{2CBD7E89-6DD8-EC48-A39E-90D27DEC6FC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646901" y="5669525"/>
              <a:ext cx="190838" cy="117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1069">
              <a:extLst>
                <a:ext uri="{FF2B5EF4-FFF2-40B4-BE49-F238E27FC236}">
                  <a16:creationId xmlns:a16="http://schemas.microsoft.com/office/drawing/2014/main" id="{C1762157-2AF3-5747-A592-B91BA76ADA65}"/>
                </a:ext>
              </a:extLst>
            </p:cNvPr>
            <p:cNvSpPr>
              <a:spLocks/>
            </p:cNvSpPr>
            <p:nvPr/>
          </p:nvSpPr>
          <p:spPr bwMode="auto">
            <a:xfrm>
              <a:off x="9674794" y="5662386"/>
              <a:ext cx="177937" cy="24057"/>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70">
              <a:extLst>
                <a:ext uri="{FF2B5EF4-FFF2-40B4-BE49-F238E27FC236}">
                  <a16:creationId xmlns:a16="http://schemas.microsoft.com/office/drawing/2014/main" id="{327439AA-ABA6-2F4A-9A62-3D7596DC8A65}"/>
                </a:ext>
              </a:extLst>
            </p:cNvPr>
            <p:cNvSpPr>
              <a:spLocks/>
            </p:cNvSpPr>
            <p:nvPr/>
          </p:nvSpPr>
          <p:spPr bwMode="auto">
            <a:xfrm>
              <a:off x="9634698" y="5662191"/>
              <a:ext cx="49395" cy="100139"/>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71">
              <a:extLst>
                <a:ext uri="{FF2B5EF4-FFF2-40B4-BE49-F238E27FC236}">
                  <a16:creationId xmlns:a16="http://schemas.microsoft.com/office/drawing/2014/main" id="{7B8651C3-EBF1-784C-B644-26429A1756D1}"/>
                </a:ext>
              </a:extLst>
            </p:cNvPr>
            <p:cNvSpPr>
              <a:spLocks/>
            </p:cNvSpPr>
            <p:nvPr/>
          </p:nvSpPr>
          <p:spPr bwMode="auto">
            <a:xfrm>
              <a:off x="9798223" y="5680087"/>
              <a:ext cx="53230" cy="115590"/>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072">
              <a:extLst>
                <a:ext uri="{FF2B5EF4-FFF2-40B4-BE49-F238E27FC236}">
                  <a16:creationId xmlns:a16="http://schemas.microsoft.com/office/drawing/2014/main" id="{8A00CF54-B68E-0540-8176-4D5E6E4E4A5D}"/>
                </a:ext>
              </a:extLst>
            </p:cNvPr>
            <p:cNvSpPr>
              <a:spLocks/>
            </p:cNvSpPr>
            <p:nvPr/>
          </p:nvSpPr>
          <p:spPr bwMode="auto">
            <a:xfrm>
              <a:off x="9634116" y="5757245"/>
              <a:ext cx="195254" cy="3901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73">
              <a:extLst>
                <a:ext uri="{FF2B5EF4-FFF2-40B4-BE49-F238E27FC236}">
                  <a16:creationId xmlns:a16="http://schemas.microsoft.com/office/drawing/2014/main" id="{B0A5A73F-58AB-224B-A53F-71E2FC5C8B35}"/>
                </a:ext>
              </a:extLst>
            </p:cNvPr>
            <p:cNvSpPr>
              <a:spLocks/>
            </p:cNvSpPr>
            <p:nvPr/>
          </p:nvSpPr>
          <p:spPr bwMode="auto">
            <a:xfrm>
              <a:off x="9804150" y="5681065"/>
              <a:ext cx="49860" cy="116079"/>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74">
              <a:extLst>
                <a:ext uri="{FF2B5EF4-FFF2-40B4-BE49-F238E27FC236}">
                  <a16:creationId xmlns:a16="http://schemas.microsoft.com/office/drawing/2014/main" id="{ED7D64D6-B6E6-5F48-9793-7B0E8FAD4BD7}"/>
                </a:ext>
              </a:extLst>
            </p:cNvPr>
            <p:cNvSpPr>
              <a:spLocks/>
            </p:cNvSpPr>
            <p:nvPr/>
          </p:nvSpPr>
          <p:spPr bwMode="auto">
            <a:xfrm>
              <a:off x="9634349" y="5762428"/>
              <a:ext cx="173637" cy="38530"/>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7" name="Group 1075">
              <a:extLst>
                <a:ext uri="{FF2B5EF4-FFF2-40B4-BE49-F238E27FC236}">
                  <a16:creationId xmlns:a16="http://schemas.microsoft.com/office/drawing/2014/main" id="{EF2F0169-3D49-3E4D-9EF6-257A2263E9AB}"/>
                </a:ext>
              </a:extLst>
            </p:cNvPr>
            <p:cNvGrpSpPr>
              <a:grpSpLocks/>
            </p:cNvGrpSpPr>
            <p:nvPr/>
          </p:nvGrpSpPr>
          <p:grpSpPr bwMode="auto">
            <a:xfrm>
              <a:off x="9631443" y="5803598"/>
              <a:ext cx="58925" cy="22883"/>
              <a:chOff x="1740" y="2642"/>
              <a:chExt cx="752" cy="327"/>
            </a:xfrm>
          </p:grpSpPr>
          <p:sp>
            <p:nvSpPr>
              <p:cNvPr id="258" name="Freeform 1076">
                <a:extLst>
                  <a:ext uri="{FF2B5EF4-FFF2-40B4-BE49-F238E27FC236}">
                    <a16:creationId xmlns:a16="http://schemas.microsoft.com/office/drawing/2014/main" id="{EC145469-D33D-8D42-96E2-E84B1415059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77">
                <a:extLst>
                  <a:ext uri="{FF2B5EF4-FFF2-40B4-BE49-F238E27FC236}">
                    <a16:creationId xmlns:a16="http://schemas.microsoft.com/office/drawing/2014/main" id="{75946AC6-65BA-E740-BC7B-CD4FAF7287A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078">
                <a:extLst>
                  <a:ext uri="{FF2B5EF4-FFF2-40B4-BE49-F238E27FC236}">
                    <a16:creationId xmlns:a16="http://schemas.microsoft.com/office/drawing/2014/main" id="{CCA23E68-3FFC-A745-9168-41399E2AE0C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079">
                <a:extLst>
                  <a:ext uri="{FF2B5EF4-FFF2-40B4-BE49-F238E27FC236}">
                    <a16:creationId xmlns:a16="http://schemas.microsoft.com/office/drawing/2014/main" id="{E00CC775-34E1-2A47-87F5-3E6785518A8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80">
                <a:extLst>
                  <a:ext uri="{FF2B5EF4-FFF2-40B4-BE49-F238E27FC236}">
                    <a16:creationId xmlns:a16="http://schemas.microsoft.com/office/drawing/2014/main" id="{225E4CCC-2933-114B-A799-60B88EC257A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81">
                <a:extLst>
                  <a:ext uri="{FF2B5EF4-FFF2-40B4-BE49-F238E27FC236}">
                    <a16:creationId xmlns:a16="http://schemas.microsoft.com/office/drawing/2014/main" id="{46EB99C9-039B-A84E-AD72-F36431BAC84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4" name="Freeform 1082">
              <a:extLst>
                <a:ext uri="{FF2B5EF4-FFF2-40B4-BE49-F238E27FC236}">
                  <a16:creationId xmlns:a16="http://schemas.microsoft.com/office/drawing/2014/main" id="{27A2EFB6-3249-6846-B9AB-50D30145BE5A}"/>
                </a:ext>
              </a:extLst>
            </p:cNvPr>
            <p:cNvSpPr>
              <a:spLocks/>
            </p:cNvSpPr>
            <p:nvPr/>
          </p:nvSpPr>
          <p:spPr bwMode="auto">
            <a:xfrm>
              <a:off x="9732325" y="5807021"/>
              <a:ext cx="71361" cy="50265"/>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83">
              <a:extLst>
                <a:ext uri="{FF2B5EF4-FFF2-40B4-BE49-F238E27FC236}">
                  <a16:creationId xmlns:a16="http://schemas.microsoft.com/office/drawing/2014/main" id="{F8A5A426-4BBC-4E41-9B66-5C99469B06C2}"/>
                </a:ext>
              </a:extLst>
            </p:cNvPr>
            <p:cNvSpPr>
              <a:spLocks/>
            </p:cNvSpPr>
            <p:nvPr/>
          </p:nvSpPr>
          <p:spPr bwMode="auto">
            <a:xfrm>
              <a:off x="9550204" y="5811030"/>
              <a:ext cx="182586" cy="45864"/>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86">
              <a:extLst>
                <a:ext uri="{FF2B5EF4-FFF2-40B4-BE49-F238E27FC236}">
                  <a16:creationId xmlns:a16="http://schemas.microsoft.com/office/drawing/2014/main" id="{62038785-D198-4F47-ACE3-98928D9F3813}"/>
                </a:ext>
              </a:extLst>
            </p:cNvPr>
            <p:cNvSpPr>
              <a:spLocks/>
            </p:cNvSpPr>
            <p:nvPr/>
          </p:nvSpPr>
          <p:spPr bwMode="auto">
            <a:xfrm>
              <a:off x="9556131" y="5804576"/>
              <a:ext cx="173172" cy="44104"/>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87">
              <a:extLst>
                <a:ext uri="{FF2B5EF4-FFF2-40B4-BE49-F238E27FC236}">
                  <a16:creationId xmlns:a16="http://schemas.microsoft.com/office/drawing/2014/main" id="{30C555DE-4061-5245-AF17-D13DC3775DF0}"/>
                </a:ext>
              </a:extLst>
            </p:cNvPr>
            <p:cNvSpPr>
              <a:spLocks/>
            </p:cNvSpPr>
            <p:nvPr/>
          </p:nvSpPr>
          <p:spPr bwMode="auto">
            <a:xfrm flipV="1">
              <a:off x="9729071" y="5801447"/>
              <a:ext cx="70663" cy="45669"/>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6" name="Group 305">
              <a:extLst>
                <a:ext uri="{FF2B5EF4-FFF2-40B4-BE49-F238E27FC236}">
                  <a16:creationId xmlns:a16="http://schemas.microsoft.com/office/drawing/2014/main" id="{588A6712-F86B-4F4E-BFFF-A557C162E1A4}"/>
                </a:ext>
              </a:extLst>
            </p:cNvPr>
            <p:cNvGrpSpPr/>
            <p:nvPr/>
          </p:nvGrpSpPr>
          <p:grpSpPr>
            <a:xfrm>
              <a:off x="7439074" y="1766737"/>
              <a:ext cx="4144321" cy="4013060"/>
              <a:chOff x="7439074" y="1859725"/>
              <a:chExt cx="4144321" cy="4013060"/>
            </a:xfrm>
          </p:grpSpPr>
          <p:grpSp>
            <p:nvGrpSpPr>
              <p:cNvPr id="307" name="Group 306">
                <a:extLst>
                  <a:ext uri="{FF2B5EF4-FFF2-40B4-BE49-F238E27FC236}">
                    <a16:creationId xmlns:a16="http://schemas.microsoft.com/office/drawing/2014/main" id="{576776CB-CA02-B14A-93DF-6A5DE935426C}"/>
                  </a:ext>
                </a:extLst>
              </p:cNvPr>
              <p:cNvGrpSpPr/>
              <p:nvPr/>
            </p:nvGrpSpPr>
            <p:grpSpPr>
              <a:xfrm>
                <a:off x="7439074" y="1859725"/>
                <a:ext cx="1802647" cy="1120859"/>
                <a:chOff x="7439074" y="1859725"/>
                <a:chExt cx="1802647" cy="1120859"/>
              </a:xfrm>
            </p:grpSpPr>
            <p:pic>
              <p:nvPicPr>
                <p:cNvPr id="412" name="Picture 799" descr="cell_tower_radiation copy">
                  <a:extLst>
                    <a:ext uri="{FF2B5EF4-FFF2-40B4-BE49-F238E27FC236}">
                      <a16:creationId xmlns:a16="http://schemas.microsoft.com/office/drawing/2014/main" id="{AD52D880-B88A-9743-9197-C715D968002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3" name="Line 426">
                  <a:extLst>
                    <a:ext uri="{FF2B5EF4-FFF2-40B4-BE49-F238E27FC236}">
                      <a16:creationId xmlns:a16="http://schemas.microsoft.com/office/drawing/2014/main" id="{27F2F4B1-7344-4E46-92E4-C22DFF851744}"/>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14" name="Group 783">
                  <a:extLst>
                    <a:ext uri="{FF2B5EF4-FFF2-40B4-BE49-F238E27FC236}">
                      <a16:creationId xmlns:a16="http://schemas.microsoft.com/office/drawing/2014/main" id="{03D256C7-E0C4-EC4D-84BD-68882D1C8351}"/>
                    </a:ext>
                  </a:extLst>
                </p:cNvPr>
                <p:cNvGrpSpPr>
                  <a:grpSpLocks/>
                </p:cNvGrpSpPr>
                <p:nvPr/>
              </p:nvGrpSpPr>
              <p:grpSpPr bwMode="auto">
                <a:xfrm>
                  <a:off x="8050698" y="2309376"/>
                  <a:ext cx="298450" cy="464008"/>
                  <a:chOff x="3130" y="3288"/>
                  <a:chExt cx="410" cy="742"/>
                </a:xfrm>
              </p:grpSpPr>
              <p:sp>
                <p:nvSpPr>
                  <p:cNvPr id="427" name="Line 270">
                    <a:extLst>
                      <a:ext uri="{FF2B5EF4-FFF2-40B4-BE49-F238E27FC236}">
                        <a16:creationId xmlns:a16="http://schemas.microsoft.com/office/drawing/2014/main" id="{70833993-0927-D042-BC96-4DF718C03714}"/>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8" name="Line 271">
                    <a:extLst>
                      <a:ext uri="{FF2B5EF4-FFF2-40B4-BE49-F238E27FC236}">
                        <a16:creationId xmlns:a16="http://schemas.microsoft.com/office/drawing/2014/main" id="{436369E6-F5B8-4E45-954A-79FEB61386D0}"/>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9" name="Line 272">
                    <a:extLst>
                      <a:ext uri="{FF2B5EF4-FFF2-40B4-BE49-F238E27FC236}">
                        <a16:creationId xmlns:a16="http://schemas.microsoft.com/office/drawing/2014/main" id="{7F8C7F1A-6AE4-6D4D-94A9-8305491AF46D}"/>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0" name="Line 273">
                    <a:extLst>
                      <a:ext uri="{FF2B5EF4-FFF2-40B4-BE49-F238E27FC236}">
                        <a16:creationId xmlns:a16="http://schemas.microsoft.com/office/drawing/2014/main" id="{372D7904-13A9-864A-B65C-86E69F4DC4DD}"/>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1" name="Line 274">
                    <a:extLst>
                      <a:ext uri="{FF2B5EF4-FFF2-40B4-BE49-F238E27FC236}">
                        <a16:creationId xmlns:a16="http://schemas.microsoft.com/office/drawing/2014/main" id="{DEBB2695-F2BE-8840-AD31-B4B71A1BA071}"/>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2" name="Line 275">
                    <a:extLst>
                      <a:ext uri="{FF2B5EF4-FFF2-40B4-BE49-F238E27FC236}">
                        <a16:creationId xmlns:a16="http://schemas.microsoft.com/office/drawing/2014/main" id="{C7C5A799-79B3-5748-9852-56A7AF87B1FC}"/>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3" name="Line 276">
                    <a:extLst>
                      <a:ext uri="{FF2B5EF4-FFF2-40B4-BE49-F238E27FC236}">
                        <a16:creationId xmlns:a16="http://schemas.microsoft.com/office/drawing/2014/main" id="{11E5BDED-92B9-1540-AC11-CC625E619052}"/>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4" name="Line 277">
                    <a:extLst>
                      <a:ext uri="{FF2B5EF4-FFF2-40B4-BE49-F238E27FC236}">
                        <a16:creationId xmlns:a16="http://schemas.microsoft.com/office/drawing/2014/main" id="{88145680-F245-7D4B-A0CF-7D67E36800C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Line 278">
                    <a:extLst>
                      <a:ext uri="{FF2B5EF4-FFF2-40B4-BE49-F238E27FC236}">
                        <a16:creationId xmlns:a16="http://schemas.microsoft.com/office/drawing/2014/main" id="{BED3977E-6947-F04C-A403-75928775DFB2}"/>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Line 279">
                    <a:extLst>
                      <a:ext uri="{FF2B5EF4-FFF2-40B4-BE49-F238E27FC236}">
                        <a16:creationId xmlns:a16="http://schemas.microsoft.com/office/drawing/2014/main" id="{50855EC4-D00D-0442-BC72-CFF29BDB6F17}"/>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7" name="Line 280">
                    <a:extLst>
                      <a:ext uri="{FF2B5EF4-FFF2-40B4-BE49-F238E27FC236}">
                        <a16:creationId xmlns:a16="http://schemas.microsoft.com/office/drawing/2014/main" id="{85B23CAE-02EB-6547-9D2D-08FD2CA80E6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Line 281">
                    <a:extLst>
                      <a:ext uri="{FF2B5EF4-FFF2-40B4-BE49-F238E27FC236}">
                        <a16:creationId xmlns:a16="http://schemas.microsoft.com/office/drawing/2014/main" id="{EE9B9F83-0127-DE4E-9550-02599D6267D1}"/>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Line 282">
                    <a:extLst>
                      <a:ext uri="{FF2B5EF4-FFF2-40B4-BE49-F238E27FC236}">
                        <a16:creationId xmlns:a16="http://schemas.microsoft.com/office/drawing/2014/main" id="{D3251E65-2795-E943-81C3-AEF49BE122A8}"/>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0" name="Line 283">
                    <a:extLst>
                      <a:ext uri="{FF2B5EF4-FFF2-40B4-BE49-F238E27FC236}">
                        <a16:creationId xmlns:a16="http://schemas.microsoft.com/office/drawing/2014/main" id="{86F575AD-E05B-6942-BAC1-AC97F1741B7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Line 284">
                    <a:extLst>
                      <a:ext uri="{FF2B5EF4-FFF2-40B4-BE49-F238E27FC236}">
                        <a16:creationId xmlns:a16="http://schemas.microsoft.com/office/drawing/2014/main" id="{70B140BB-1D34-2245-A44A-BE174B412AF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5" name="Group 414">
                  <a:extLst>
                    <a:ext uri="{FF2B5EF4-FFF2-40B4-BE49-F238E27FC236}">
                      <a16:creationId xmlns:a16="http://schemas.microsoft.com/office/drawing/2014/main" id="{A1D19A0A-6424-DB41-875B-A36F6B9CFF5C}"/>
                    </a:ext>
                  </a:extLst>
                </p:cNvPr>
                <p:cNvGrpSpPr/>
                <p:nvPr/>
              </p:nvGrpSpPr>
              <p:grpSpPr>
                <a:xfrm>
                  <a:off x="8439827" y="2812309"/>
                  <a:ext cx="353678" cy="168275"/>
                  <a:chOff x="7493876" y="2774731"/>
                  <a:chExt cx="1481958" cy="894622"/>
                </a:xfrm>
              </p:grpSpPr>
              <p:sp>
                <p:nvSpPr>
                  <p:cNvPr id="420" name="Freeform 419">
                    <a:extLst>
                      <a:ext uri="{FF2B5EF4-FFF2-40B4-BE49-F238E27FC236}">
                        <a16:creationId xmlns:a16="http://schemas.microsoft.com/office/drawing/2014/main" id="{41B02F98-0D90-6943-907C-C9D1C03A63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4E7BCB1A-A4BC-0A41-8086-ED0796C1A03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13BFD36B-18F8-C143-A923-7A5236F0890B}"/>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440241D9-0405-EA4B-8F83-BCD9E4FDCA3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E72C7C8-8919-8A44-A2D0-37C822E64E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E96FCF52-1DF0-1F42-A98D-92832713EB3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4567087C-5BA7-464E-BA7F-D8EF123D8D2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16" name="Picture 654" descr="antenna_radiation_stylized">
                  <a:extLst>
                    <a:ext uri="{FF2B5EF4-FFF2-40B4-BE49-F238E27FC236}">
                      <a16:creationId xmlns:a16="http://schemas.microsoft.com/office/drawing/2014/main" id="{E56CA085-E860-E64F-9F89-4D8440CFD4B2}"/>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50224" y="1859725"/>
                  <a:ext cx="415925" cy="88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 name="Picture 1017" descr="antenna_stylized">
                  <a:extLst>
                    <a:ext uri="{FF2B5EF4-FFF2-40B4-BE49-F238E27FC236}">
                      <a16:creationId xmlns:a16="http://schemas.microsoft.com/office/drawing/2014/main" id="{9D548075-E963-9841-9FE0-DF0A6CBCAB84}"/>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439074" y="235661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8" name="Picture 1017" descr="antenna_stylized">
                  <a:extLst>
                    <a:ext uri="{FF2B5EF4-FFF2-40B4-BE49-F238E27FC236}">
                      <a16:creationId xmlns:a16="http://schemas.microsoft.com/office/drawing/2014/main" id="{AE4C7E21-0CA6-1444-99B2-E8F4ED439FD7}"/>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637781" y="231972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 name="Picture 1017" descr="antenna_stylized">
                  <a:extLst>
                    <a:ext uri="{FF2B5EF4-FFF2-40B4-BE49-F238E27FC236}">
                      <a16:creationId xmlns:a16="http://schemas.microsoft.com/office/drawing/2014/main" id="{8FF5C440-F81B-B340-830B-C58BABC5B8BE}"/>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711019" y="205912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 name="Group 307">
                <a:extLst>
                  <a:ext uri="{FF2B5EF4-FFF2-40B4-BE49-F238E27FC236}">
                    <a16:creationId xmlns:a16="http://schemas.microsoft.com/office/drawing/2014/main" id="{2BB2106D-24D6-2A4F-9BEE-EEFDD94FC84A}"/>
                  </a:ext>
                </a:extLst>
              </p:cNvPr>
              <p:cNvGrpSpPr/>
              <p:nvPr/>
            </p:nvGrpSpPr>
            <p:grpSpPr>
              <a:xfrm>
                <a:off x="7493518" y="3325424"/>
                <a:ext cx="911538" cy="843226"/>
                <a:chOff x="7493518" y="3325424"/>
                <a:chExt cx="911538" cy="843226"/>
              </a:xfrm>
            </p:grpSpPr>
            <p:pic>
              <p:nvPicPr>
                <p:cNvPr id="397" name="Picture 777" descr="access_point_stylized_small">
                  <a:extLst>
                    <a:ext uri="{FF2B5EF4-FFF2-40B4-BE49-F238E27FC236}">
                      <a16:creationId xmlns:a16="http://schemas.microsoft.com/office/drawing/2014/main" id="{E96D1881-BECA-344A-BA5A-897AF3E84AA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98" name="Group 397">
                  <a:extLst>
                    <a:ext uri="{FF2B5EF4-FFF2-40B4-BE49-F238E27FC236}">
                      <a16:creationId xmlns:a16="http://schemas.microsoft.com/office/drawing/2014/main" id="{8CE5486D-1A11-914D-A41A-EB996C8A017B}"/>
                    </a:ext>
                  </a:extLst>
                </p:cNvPr>
                <p:cNvGrpSpPr/>
                <p:nvPr/>
              </p:nvGrpSpPr>
              <p:grpSpPr>
                <a:xfrm>
                  <a:off x="7493518" y="3325424"/>
                  <a:ext cx="911538" cy="816238"/>
                  <a:chOff x="7493518" y="3325424"/>
                  <a:chExt cx="911538" cy="816238"/>
                </a:xfrm>
              </p:grpSpPr>
              <p:sp>
                <p:nvSpPr>
                  <p:cNvPr id="399" name="Line 443">
                    <a:extLst>
                      <a:ext uri="{FF2B5EF4-FFF2-40B4-BE49-F238E27FC236}">
                        <a16:creationId xmlns:a16="http://schemas.microsoft.com/office/drawing/2014/main" id="{C60BE3B1-F21B-E548-947C-9EF4C57D0F59}"/>
                      </a:ext>
                    </a:extLst>
                  </p:cNvPr>
                  <p:cNvSpPr>
                    <a:spLocks noChangeShapeType="1"/>
                  </p:cNvSpPr>
                  <p:nvPr/>
                </p:nvSpPr>
                <p:spPr bwMode="auto">
                  <a:xfrm>
                    <a:off x="8247778" y="3829970"/>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Line 449">
                    <a:extLst>
                      <a:ext uri="{FF2B5EF4-FFF2-40B4-BE49-F238E27FC236}">
                        <a16:creationId xmlns:a16="http://schemas.microsoft.com/office/drawing/2014/main" id="{0A7A179D-5AEB-514E-82D1-5FDF3A510F14}"/>
                      </a:ext>
                    </a:extLst>
                  </p:cNvPr>
                  <p:cNvSpPr>
                    <a:spLocks noChangeShapeType="1"/>
                  </p:cNvSpPr>
                  <p:nvPr/>
                </p:nvSpPr>
                <p:spPr bwMode="auto">
                  <a:xfrm flipV="1">
                    <a:off x="7857253" y="4041107"/>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1" name="Picture 778" descr="antenna_radiation_stylized">
                    <a:extLst>
                      <a:ext uri="{FF2B5EF4-FFF2-40B4-BE49-F238E27FC236}">
                        <a16:creationId xmlns:a16="http://schemas.microsoft.com/office/drawing/2014/main" id="{BBA70F81-F685-BE4B-BE8A-688A54FC9C7A}"/>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02" name="Group 401">
                    <a:extLst>
                      <a:ext uri="{FF2B5EF4-FFF2-40B4-BE49-F238E27FC236}">
                        <a16:creationId xmlns:a16="http://schemas.microsoft.com/office/drawing/2014/main" id="{827E0567-A193-EE47-9379-A86186237B01}"/>
                      </a:ext>
                    </a:extLst>
                  </p:cNvPr>
                  <p:cNvGrpSpPr/>
                  <p:nvPr/>
                </p:nvGrpSpPr>
                <p:grpSpPr>
                  <a:xfrm>
                    <a:off x="8050070" y="3965994"/>
                    <a:ext cx="354986" cy="175668"/>
                    <a:chOff x="7493876" y="2774731"/>
                    <a:chExt cx="1481958" cy="894622"/>
                  </a:xfrm>
                </p:grpSpPr>
                <p:sp>
                  <p:nvSpPr>
                    <p:cNvPr id="405" name="Freeform 404">
                      <a:extLst>
                        <a:ext uri="{FF2B5EF4-FFF2-40B4-BE49-F238E27FC236}">
                          <a16:creationId xmlns:a16="http://schemas.microsoft.com/office/drawing/2014/main" id="{9C79DED5-FD06-0948-9368-9BAC2DFE4B6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AA887BFE-D40C-9A47-A32C-34B554FEE47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40622513-3222-B04D-BAAE-CC4742B72C51}"/>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1A85C026-E7B2-5B45-8D0A-ADE9DC5743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7F8917C0-A7B6-6347-96FF-F42A0D7175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21C6FE47-7CF2-1449-AA2C-A715B1B13AB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C36ABBD1-450F-C74E-8535-4CCC7AD5BE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03" name="Picture 1115" descr="antenna_stylized">
                    <a:extLst>
                      <a:ext uri="{FF2B5EF4-FFF2-40B4-BE49-F238E27FC236}">
                        <a16:creationId xmlns:a16="http://schemas.microsoft.com/office/drawing/2014/main" id="{1B796364-57A4-6348-BA97-B6DD2D2CFCC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3518" y="341914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4" name="Picture 1115" descr="antenna_stylized">
                    <a:extLst>
                      <a:ext uri="{FF2B5EF4-FFF2-40B4-BE49-F238E27FC236}">
                        <a16:creationId xmlns:a16="http://schemas.microsoft.com/office/drawing/2014/main" id="{A938FD24-8415-ED4A-AEC6-C71F363984F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03435" y="332542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09" name="Group 308">
                <a:extLst>
                  <a:ext uri="{FF2B5EF4-FFF2-40B4-BE49-F238E27FC236}">
                    <a16:creationId xmlns:a16="http://schemas.microsoft.com/office/drawing/2014/main" id="{8407F851-8069-F84E-B205-1E266C1A47F5}"/>
                  </a:ext>
                </a:extLst>
              </p:cNvPr>
              <p:cNvGrpSpPr/>
              <p:nvPr/>
            </p:nvGrpSpPr>
            <p:grpSpPr>
              <a:xfrm>
                <a:off x="10884085" y="3428485"/>
                <a:ext cx="604586" cy="405973"/>
                <a:chOff x="10884085" y="3428485"/>
                <a:chExt cx="604586" cy="405973"/>
              </a:xfrm>
            </p:grpSpPr>
            <p:grpSp>
              <p:nvGrpSpPr>
                <p:cNvPr id="383" name="Group 382">
                  <a:extLst>
                    <a:ext uri="{FF2B5EF4-FFF2-40B4-BE49-F238E27FC236}">
                      <a16:creationId xmlns:a16="http://schemas.microsoft.com/office/drawing/2014/main" id="{D4F7835E-857A-014D-9B6E-5A20CA4BF1D2}"/>
                    </a:ext>
                  </a:extLst>
                </p:cNvPr>
                <p:cNvGrpSpPr/>
                <p:nvPr/>
              </p:nvGrpSpPr>
              <p:grpSpPr>
                <a:xfrm>
                  <a:off x="10884085" y="3601365"/>
                  <a:ext cx="170989" cy="97052"/>
                  <a:chOff x="7493876" y="2774731"/>
                  <a:chExt cx="1481958" cy="894622"/>
                </a:xfrm>
              </p:grpSpPr>
              <p:sp>
                <p:nvSpPr>
                  <p:cNvPr id="390" name="Freeform 389">
                    <a:extLst>
                      <a:ext uri="{FF2B5EF4-FFF2-40B4-BE49-F238E27FC236}">
                        <a16:creationId xmlns:a16="http://schemas.microsoft.com/office/drawing/2014/main" id="{0E9E9B07-D0A2-194F-AE47-AF0982867B6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A6D0A5B8-C4F7-7447-B286-5DBFB5F5CA4A}"/>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C36D9C34-631C-7B4D-8090-CC4EFF5D78F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DF7AEC19-152B-6649-83CC-4F0B8898A3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0FE94E50-23E8-E843-B8BC-A740D532FC1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13A4DF65-FBB8-F444-85ED-F3BA410B1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65E2494A-A177-6D44-B329-3F56A5DC3A4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B5414745-64B4-1746-A44A-B59D2D51F6E9}"/>
                    </a:ext>
                  </a:extLst>
                </p:cNvPr>
                <p:cNvGrpSpPr/>
                <p:nvPr/>
              </p:nvGrpSpPr>
              <p:grpSpPr>
                <a:xfrm>
                  <a:off x="11064947" y="3428485"/>
                  <a:ext cx="423724" cy="405973"/>
                  <a:chOff x="5103720" y="2693365"/>
                  <a:chExt cx="611650" cy="414788"/>
                </a:xfrm>
              </p:grpSpPr>
              <p:cxnSp>
                <p:nvCxnSpPr>
                  <p:cNvPr id="385" name="Straight Connector 384">
                    <a:extLst>
                      <a:ext uri="{FF2B5EF4-FFF2-40B4-BE49-F238E27FC236}">
                        <a16:creationId xmlns:a16="http://schemas.microsoft.com/office/drawing/2014/main" id="{9121F52F-C05A-874A-A351-4EDEBFDA18E7}"/>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86" name="Group 385">
                    <a:extLst>
                      <a:ext uri="{FF2B5EF4-FFF2-40B4-BE49-F238E27FC236}">
                        <a16:creationId xmlns:a16="http://schemas.microsoft.com/office/drawing/2014/main" id="{3080EB75-669D-6046-8F29-93CA311520C3}"/>
                      </a:ext>
                    </a:extLst>
                  </p:cNvPr>
                  <p:cNvGrpSpPr/>
                  <p:nvPr/>
                </p:nvGrpSpPr>
                <p:grpSpPr>
                  <a:xfrm>
                    <a:off x="5275406" y="2693365"/>
                    <a:ext cx="439964" cy="414788"/>
                    <a:chOff x="5275406" y="2711455"/>
                    <a:chExt cx="452949" cy="405518"/>
                  </a:xfrm>
                </p:grpSpPr>
                <p:pic>
                  <p:nvPicPr>
                    <p:cNvPr id="387" name="Picture 386" descr="server_rack.png">
                      <a:extLst>
                        <a:ext uri="{FF2B5EF4-FFF2-40B4-BE49-F238E27FC236}">
                          <a16:creationId xmlns:a16="http://schemas.microsoft.com/office/drawing/2014/main" id="{8F8CCF57-89A9-914B-8DA5-43ED9FD5E973}"/>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8" name="Picture 387" descr="server_rack.png">
                      <a:extLst>
                        <a:ext uri="{FF2B5EF4-FFF2-40B4-BE49-F238E27FC236}">
                          <a16:creationId xmlns:a16="http://schemas.microsoft.com/office/drawing/2014/main" id="{CBB420D9-3493-0041-891D-D363C0B43620}"/>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9" name="Picture 388" descr="server_rack.png">
                      <a:extLst>
                        <a:ext uri="{FF2B5EF4-FFF2-40B4-BE49-F238E27FC236}">
                          <a16:creationId xmlns:a16="http://schemas.microsoft.com/office/drawing/2014/main" id="{6A68861A-767E-4D4D-98DE-AE8CBA32B8D1}"/>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10" name="Group 309">
                <a:extLst>
                  <a:ext uri="{FF2B5EF4-FFF2-40B4-BE49-F238E27FC236}">
                    <a16:creationId xmlns:a16="http://schemas.microsoft.com/office/drawing/2014/main" id="{847C7134-78EA-D042-A231-89CD3A3A071C}"/>
                  </a:ext>
                </a:extLst>
              </p:cNvPr>
              <p:cNvGrpSpPr/>
              <p:nvPr/>
            </p:nvGrpSpPr>
            <p:grpSpPr>
              <a:xfrm>
                <a:off x="7975881" y="4741266"/>
                <a:ext cx="2318709" cy="1131519"/>
                <a:chOff x="7948367" y="4775686"/>
                <a:chExt cx="2318709" cy="1131519"/>
              </a:xfrm>
            </p:grpSpPr>
            <p:sp>
              <p:nvSpPr>
                <p:cNvPr id="326" name="Line 428">
                  <a:extLst>
                    <a:ext uri="{FF2B5EF4-FFF2-40B4-BE49-F238E27FC236}">
                      <a16:creationId xmlns:a16="http://schemas.microsoft.com/office/drawing/2014/main" id="{EC93EEC4-91F6-F348-B79C-141C3EE73F51}"/>
                    </a:ext>
                  </a:extLst>
                </p:cNvPr>
                <p:cNvSpPr>
                  <a:spLocks noChangeShapeType="1"/>
                </p:cNvSpPr>
                <p:nvPr/>
              </p:nvSpPr>
              <p:spPr bwMode="auto">
                <a:xfrm rot="16200000" flipV="1">
                  <a:off x="9789609" y="5251739"/>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Line 435">
                  <a:extLst>
                    <a:ext uri="{FF2B5EF4-FFF2-40B4-BE49-F238E27FC236}">
                      <a16:creationId xmlns:a16="http://schemas.microsoft.com/office/drawing/2014/main" id="{C67B6936-318C-3C41-8BC8-D34B72738B1E}"/>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Line 440">
                  <a:extLst>
                    <a:ext uri="{FF2B5EF4-FFF2-40B4-BE49-F238E27FC236}">
                      <a16:creationId xmlns:a16="http://schemas.microsoft.com/office/drawing/2014/main" id="{EACBEA11-8D0B-A340-B701-DA26F1DF4C57}"/>
                    </a:ext>
                  </a:extLst>
                </p:cNvPr>
                <p:cNvSpPr>
                  <a:spLocks noChangeShapeType="1"/>
                </p:cNvSpPr>
                <p:nvPr/>
              </p:nvSpPr>
              <p:spPr bwMode="auto">
                <a:xfrm flipV="1">
                  <a:off x="8459425" y="5036562"/>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9" name="Group 328">
                  <a:extLst>
                    <a:ext uri="{FF2B5EF4-FFF2-40B4-BE49-F238E27FC236}">
                      <a16:creationId xmlns:a16="http://schemas.microsoft.com/office/drawing/2014/main" id="{011B00A1-09B9-0242-ABD6-53E5010B7E9A}"/>
                    </a:ext>
                  </a:extLst>
                </p:cNvPr>
                <p:cNvGrpSpPr/>
                <p:nvPr/>
              </p:nvGrpSpPr>
              <p:grpSpPr>
                <a:xfrm>
                  <a:off x="7948367" y="4775686"/>
                  <a:ext cx="2318709" cy="1131519"/>
                  <a:chOff x="7948367" y="4775686"/>
                  <a:chExt cx="2318709" cy="1131519"/>
                </a:xfrm>
              </p:grpSpPr>
              <p:sp>
                <p:nvSpPr>
                  <p:cNvPr id="330" name="Line 430">
                    <a:extLst>
                      <a:ext uri="{FF2B5EF4-FFF2-40B4-BE49-F238E27FC236}">
                        <a16:creationId xmlns:a16="http://schemas.microsoft.com/office/drawing/2014/main" id="{82420FBF-E784-EE49-9111-B9959459C366}"/>
                      </a:ext>
                    </a:extLst>
                  </p:cNvPr>
                  <p:cNvSpPr>
                    <a:spLocks noChangeShapeType="1"/>
                  </p:cNvSpPr>
                  <p:nvPr/>
                </p:nvSpPr>
                <p:spPr bwMode="auto">
                  <a:xfrm rot="16200000">
                    <a:off x="10209926" y="5405286"/>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Line 431">
                    <a:extLst>
                      <a:ext uri="{FF2B5EF4-FFF2-40B4-BE49-F238E27FC236}">
                        <a16:creationId xmlns:a16="http://schemas.microsoft.com/office/drawing/2014/main" id="{DEB48830-EE1C-9542-B587-58384B3F0718}"/>
                      </a:ext>
                    </a:extLst>
                  </p:cNvPr>
                  <p:cNvSpPr>
                    <a:spLocks noChangeShapeType="1"/>
                  </p:cNvSpPr>
                  <p:nvPr/>
                </p:nvSpPr>
                <p:spPr bwMode="auto">
                  <a:xfrm>
                    <a:off x="9432959" y="4838517"/>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Line 432">
                    <a:extLst>
                      <a:ext uri="{FF2B5EF4-FFF2-40B4-BE49-F238E27FC236}">
                        <a16:creationId xmlns:a16="http://schemas.microsoft.com/office/drawing/2014/main" id="{4170592A-B16D-F74D-A159-DDED6EAACBF8}"/>
                      </a:ext>
                    </a:extLst>
                  </p:cNvPr>
                  <p:cNvSpPr>
                    <a:spLocks noChangeShapeType="1"/>
                  </p:cNvSpPr>
                  <p:nvPr/>
                </p:nvSpPr>
                <p:spPr bwMode="auto">
                  <a:xfrm flipV="1">
                    <a:off x="8850066" y="4838517"/>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Line 433">
                    <a:extLst>
                      <a:ext uri="{FF2B5EF4-FFF2-40B4-BE49-F238E27FC236}">
                        <a16:creationId xmlns:a16="http://schemas.microsoft.com/office/drawing/2014/main" id="{432AFDF4-81D8-B048-B3D5-C6B57B438EEA}"/>
                      </a:ext>
                    </a:extLst>
                  </p:cNvPr>
                  <p:cNvSpPr>
                    <a:spLocks noChangeShapeType="1"/>
                  </p:cNvSpPr>
                  <p:nvPr/>
                </p:nvSpPr>
                <p:spPr bwMode="auto">
                  <a:xfrm flipV="1">
                    <a:off x="8821744" y="5108876"/>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Line 436">
                    <a:extLst>
                      <a:ext uri="{FF2B5EF4-FFF2-40B4-BE49-F238E27FC236}">
                        <a16:creationId xmlns:a16="http://schemas.microsoft.com/office/drawing/2014/main" id="{A1035595-EF88-C542-97A3-F403FF896636}"/>
                      </a:ext>
                    </a:extLst>
                  </p:cNvPr>
                  <p:cNvSpPr>
                    <a:spLocks noChangeShapeType="1"/>
                  </p:cNvSpPr>
                  <p:nvPr/>
                </p:nvSpPr>
                <p:spPr bwMode="auto">
                  <a:xfrm flipV="1">
                    <a:off x="7948367" y="5290470"/>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Line 439">
                    <a:extLst>
                      <a:ext uri="{FF2B5EF4-FFF2-40B4-BE49-F238E27FC236}">
                        <a16:creationId xmlns:a16="http://schemas.microsoft.com/office/drawing/2014/main" id="{74D67812-AE5A-A54F-A3D0-C1DDC94E3F56}"/>
                      </a:ext>
                    </a:extLst>
                  </p:cNvPr>
                  <p:cNvSpPr>
                    <a:spLocks noChangeShapeType="1"/>
                  </p:cNvSpPr>
                  <p:nvPr/>
                </p:nvSpPr>
                <p:spPr bwMode="auto">
                  <a:xfrm flipH="1">
                    <a:off x="8373817" y="5282252"/>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Line 440">
                    <a:extLst>
                      <a:ext uri="{FF2B5EF4-FFF2-40B4-BE49-F238E27FC236}">
                        <a16:creationId xmlns:a16="http://schemas.microsoft.com/office/drawing/2014/main" id="{1C08140F-17E7-2A44-9619-2FA374E77F14}"/>
                      </a:ext>
                    </a:extLst>
                  </p:cNvPr>
                  <p:cNvSpPr>
                    <a:spLocks noChangeShapeType="1"/>
                  </p:cNvSpPr>
                  <p:nvPr/>
                </p:nvSpPr>
                <p:spPr bwMode="auto">
                  <a:xfrm flipH="1" flipV="1">
                    <a:off x="8488731" y="5307931"/>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Line 441">
                    <a:extLst>
                      <a:ext uri="{FF2B5EF4-FFF2-40B4-BE49-F238E27FC236}">
                        <a16:creationId xmlns:a16="http://schemas.microsoft.com/office/drawing/2014/main" id="{C016D5C1-30E2-E345-9FD9-FFDBE9E445E4}"/>
                      </a:ext>
                    </a:extLst>
                  </p:cNvPr>
                  <p:cNvSpPr>
                    <a:spLocks noChangeShapeType="1"/>
                  </p:cNvSpPr>
                  <p:nvPr/>
                </p:nvSpPr>
                <p:spPr bwMode="auto">
                  <a:xfrm>
                    <a:off x="8488731" y="5258048"/>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Line 428">
                    <a:extLst>
                      <a:ext uri="{FF2B5EF4-FFF2-40B4-BE49-F238E27FC236}">
                        <a16:creationId xmlns:a16="http://schemas.microsoft.com/office/drawing/2014/main" id="{A628F378-215C-F142-8A2F-51470A9BF397}"/>
                      </a:ext>
                    </a:extLst>
                  </p:cNvPr>
                  <p:cNvSpPr>
                    <a:spLocks noChangeShapeType="1"/>
                  </p:cNvSpPr>
                  <p:nvPr/>
                </p:nvSpPr>
                <p:spPr bwMode="auto">
                  <a:xfrm rot="16200000" flipV="1">
                    <a:off x="9885545" y="5583471"/>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9" name="Picture 781" descr="antenna_radiation_stylized">
                    <a:extLst>
                      <a:ext uri="{FF2B5EF4-FFF2-40B4-BE49-F238E27FC236}">
                        <a16:creationId xmlns:a16="http://schemas.microsoft.com/office/drawing/2014/main" id="{6DCAE55A-375B-EA41-A5D2-259D2CBDD65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0" name="Picture 780" descr="access_point_stylized_small">
                    <a:extLst>
                      <a:ext uri="{FF2B5EF4-FFF2-40B4-BE49-F238E27FC236}">
                        <a16:creationId xmlns:a16="http://schemas.microsoft.com/office/drawing/2014/main" id="{BEADD0A7-FD0A-524A-A934-9DEAE016F66B}"/>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290610" y="5473433"/>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1" name="Group 340">
                    <a:extLst>
                      <a:ext uri="{FF2B5EF4-FFF2-40B4-BE49-F238E27FC236}">
                        <a16:creationId xmlns:a16="http://schemas.microsoft.com/office/drawing/2014/main" id="{6CDBD8E3-60D3-CD45-B2BA-9EFF66CDC11B}"/>
                      </a:ext>
                    </a:extLst>
                  </p:cNvPr>
                  <p:cNvGrpSpPr/>
                  <p:nvPr/>
                </p:nvGrpSpPr>
                <p:grpSpPr>
                  <a:xfrm>
                    <a:off x="9783558" y="4989983"/>
                    <a:ext cx="393760" cy="218578"/>
                    <a:chOff x="7493876" y="2774731"/>
                    <a:chExt cx="1481958" cy="894622"/>
                  </a:xfrm>
                </p:grpSpPr>
                <p:sp>
                  <p:nvSpPr>
                    <p:cNvPr id="376" name="Freeform 375">
                      <a:extLst>
                        <a:ext uri="{FF2B5EF4-FFF2-40B4-BE49-F238E27FC236}">
                          <a16:creationId xmlns:a16="http://schemas.microsoft.com/office/drawing/2014/main" id="{A4D97FBA-9ED0-EE4D-A916-0A5B9DB9E2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88BA9F53-ACB5-4F4D-A791-57ABF47522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4F554DC-28DF-224F-A464-160B05487922}"/>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72594AE0-7A60-C845-A8D8-B29819FA30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4FA4299B-F2DA-F34A-A35C-67A0A0DF143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A6E58216-D331-6F49-B622-5FB6B154015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9626DFD5-72E2-114F-A0B8-4BD679EEBD9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2" name="Group 341">
                    <a:extLst>
                      <a:ext uri="{FF2B5EF4-FFF2-40B4-BE49-F238E27FC236}">
                        <a16:creationId xmlns:a16="http://schemas.microsoft.com/office/drawing/2014/main" id="{B9430BBF-9321-844F-9CE1-039B47BD0253}"/>
                      </a:ext>
                    </a:extLst>
                  </p:cNvPr>
                  <p:cNvGrpSpPr/>
                  <p:nvPr/>
                </p:nvGrpSpPr>
                <p:grpSpPr>
                  <a:xfrm>
                    <a:off x="9849365" y="5339037"/>
                    <a:ext cx="309740" cy="190838"/>
                    <a:chOff x="3668110" y="2448910"/>
                    <a:chExt cx="3794234" cy="2165130"/>
                  </a:xfrm>
                </p:grpSpPr>
                <p:sp>
                  <p:nvSpPr>
                    <p:cNvPr id="369" name="Rectangle 368">
                      <a:extLst>
                        <a:ext uri="{FF2B5EF4-FFF2-40B4-BE49-F238E27FC236}">
                          <a16:creationId xmlns:a16="http://schemas.microsoft.com/office/drawing/2014/main" id="{951B767B-8333-B34A-8B69-D8158A31954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0C9066F3-3787-0B4C-83A4-31753A094B5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1" name="Group 370">
                      <a:extLst>
                        <a:ext uri="{FF2B5EF4-FFF2-40B4-BE49-F238E27FC236}">
                          <a16:creationId xmlns:a16="http://schemas.microsoft.com/office/drawing/2014/main" id="{CD0C4637-654F-8740-BD69-FDAEF1278BC4}"/>
                        </a:ext>
                      </a:extLst>
                    </p:cNvPr>
                    <p:cNvGrpSpPr/>
                    <p:nvPr/>
                  </p:nvGrpSpPr>
                  <p:grpSpPr>
                    <a:xfrm>
                      <a:off x="3941378" y="2603243"/>
                      <a:ext cx="3202061" cy="1066110"/>
                      <a:chOff x="7939341" y="3037317"/>
                      <a:chExt cx="897649" cy="353919"/>
                    </a:xfrm>
                  </p:grpSpPr>
                  <p:sp>
                    <p:nvSpPr>
                      <p:cNvPr id="372" name="Freeform 371">
                        <a:extLst>
                          <a:ext uri="{FF2B5EF4-FFF2-40B4-BE49-F238E27FC236}">
                            <a16:creationId xmlns:a16="http://schemas.microsoft.com/office/drawing/2014/main" id="{E0173DB3-AEBE-4742-A04E-3685B3576D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0411BF37-1E6A-834C-A821-0B908FC5FCB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AC0E178D-68FA-C544-B9B1-615C111DD7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CB21FAC1-C520-C147-AFD1-9F6A37C7686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3" name="Group 342">
                    <a:extLst>
                      <a:ext uri="{FF2B5EF4-FFF2-40B4-BE49-F238E27FC236}">
                        <a16:creationId xmlns:a16="http://schemas.microsoft.com/office/drawing/2014/main" id="{C103714A-65F1-1E46-B30F-47B3BE45402E}"/>
                      </a:ext>
                    </a:extLst>
                  </p:cNvPr>
                  <p:cNvGrpSpPr/>
                  <p:nvPr/>
                </p:nvGrpSpPr>
                <p:grpSpPr>
                  <a:xfrm>
                    <a:off x="8676619" y="4967420"/>
                    <a:ext cx="393760" cy="218578"/>
                    <a:chOff x="7493876" y="2774731"/>
                    <a:chExt cx="1481958" cy="894622"/>
                  </a:xfrm>
                </p:grpSpPr>
                <p:sp>
                  <p:nvSpPr>
                    <p:cNvPr id="362" name="Freeform 361">
                      <a:extLst>
                        <a:ext uri="{FF2B5EF4-FFF2-40B4-BE49-F238E27FC236}">
                          <a16:creationId xmlns:a16="http://schemas.microsoft.com/office/drawing/2014/main" id="{BDAFE7D8-A863-7940-9803-FBBC6BFC6B0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3" name="Oval 362">
                      <a:extLst>
                        <a:ext uri="{FF2B5EF4-FFF2-40B4-BE49-F238E27FC236}">
                          <a16:creationId xmlns:a16="http://schemas.microsoft.com/office/drawing/2014/main" id="{82E51969-AAC4-5B44-A3D7-F360D605062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4" name="Group 363">
                      <a:extLst>
                        <a:ext uri="{FF2B5EF4-FFF2-40B4-BE49-F238E27FC236}">
                          <a16:creationId xmlns:a16="http://schemas.microsoft.com/office/drawing/2014/main" id="{E953ECF1-29E8-474B-9737-ED9211490A04}"/>
                        </a:ext>
                      </a:extLst>
                    </p:cNvPr>
                    <p:cNvGrpSpPr/>
                    <p:nvPr/>
                  </p:nvGrpSpPr>
                  <p:grpSpPr>
                    <a:xfrm>
                      <a:off x="7713663" y="2848339"/>
                      <a:ext cx="1042107" cy="425543"/>
                      <a:chOff x="7786941" y="2884917"/>
                      <a:chExt cx="897649" cy="353919"/>
                    </a:xfrm>
                  </p:grpSpPr>
                  <p:sp>
                    <p:nvSpPr>
                      <p:cNvPr id="365" name="Freeform 364">
                        <a:extLst>
                          <a:ext uri="{FF2B5EF4-FFF2-40B4-BE49-F238E27FC236}">
                            <a16:creationId xmlns:a16="http://schemas.microsoft.com/office/drawing/2014/main" id="{ED2E18FD-86F3-0341-A6DE-A5B3DF21D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64359FB-8523-D640-B9F1-65059E605CC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6A24433-855F-5C49-A2F8-8A7A49A4BE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C58503CB-4D68-8B40-89D9-F6D6C67949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4" name="Group 343">
                    <a:extLst>
                      <a:ext uri="{FF2B5EF4-FFF2-40B4-BE49-F238E27FC236}">
                        <a16:creationId xmlns:a16="http://schemas.microsoft.com/office/drawing/2014/main" id="{76281EB9-596A-EA4E-90B4-257F2AE8AF9F}"/>
                      </a:ext>
                    </a:extLst>
                  </p:cNvPr>
                  <p:cNvGrpSpPr/>
                  <p:nvPr/>
                </p:nvGrpSpPr>
                <p:grpSpPr>
                  <a:xfrm>
                    <a:off x="8311520" y="5194433"/>
                    <a:ext cx="309740" cy="190838"/>
                    <a:chOff x="3668110" y="2448910"/>
                    <a:chExt cx="3794234" cy="2165130"/>
                  </a:xfrm>
                </p:grpSpPr>
                <p:sp>
                  <p:nvSpPr>
                    <p:cNvPr id="355" name="Rectangle 354">
                      <a:extLst>
                        <a:ext uri="{FF2B5EF4-FFF2-40B4-BE49-F238E27FC236}">
                          <a16:creationId xmlns:a16="http://schemas.microsoft.com/office/drawing/2014/main" id="{D7D7670E-D154-F947-AC00-520C696EE04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A1F2C3C3-B327-4549-AD84-440AFA46381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4702BDC5-5E89-0347-BA3E-DC5FAD70E36C}"/>
                        </a:ext>
                      </a:extLst>
                    </p:cNvPr>
                    <p:cNvGrpSpPr/>
                    <p:nvPr/>
                  </p:nvGrpSpPr>
                  <p:grpSpPr>
                    <a:xfrm>
                      <a:off x="3941378" y="2603243"/>
                      <a:ext cx="3202061" cy="1066110"/>
                      <a:chOff x="7939341" y="3037317"/>
                      <a:chExt cx="897649" cy="353919"/>
                    </a:xfrm>
                  </p:grpSpPr>
                  <p:sp>
                    <p:nvSpPr>
                      <p:cNvPr id="358" name="Freeform 357">
                        <a:extLst>
                          <a:ext uri="{FF2B5EF4-FFF2-40B4-BE49-F238E27FC236}">
                            <a16:creationId xmlns:a16="http://schemas.microsoft.com/office/drawing/2014/main" id="{03C2BC01-79B1-F041-BB74-3048466C3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F07C8BDD-F97A-914D-9587-0490134EBCF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AB762DD2-CDC5-A64F-A99C-987427C18E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BCCAB974-C862-534B-9BF6-EC5798E6BF5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344">
                    <a:extLst>
                      <a:ext uri="{FF2B5EF4-FFF2-40B4-BE49-F238E27FC236}">
                        <a16:creationId xmlns:a16="http://schemas.microsoft.com/office/drawing/2014/main" id="{9AC3F5B2-17DE-EF43-92EB-E5B5A0FAE105}"/>
                      </a:ext>
                    </a:extLst>
                  </p:cNvPr>
                  <p:cNvGrpSpPr/>
                  <p:nvPr/>
                </p:nvGrpSpPr>
                <p:grpSpPr>
                  <a:xfrm>
                    <a:off x="9247893" y="4775686"/>
                    <a:ext cx="393760" cy="218578"/>
                    <a:chOff x="7493876" y="2774731"/>
                    <a:chExt cx="1481958" cy="894622"/>
                  </a:xfrm>
                </p:grpSpPr>
                <p:sp>
                  <p:nvSpPr>
                    <p:cNvPr id="348" name="Freeform 347">
                      <a:extLst>
                        <a:ext uri="{FF2B5EF4-FFF2-40B4-BE49-F238E27FC236}">
                          <a16:creationId xmlns:a16="http://schemas.microsoft.com/office/drawing/2014/main" id="{AC43EF7C-43CB-8244-9488-E90FB7C79D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9" name="Oval 348">
                      <a:extLst>
                        <a:ext uri="{FF2B5EF4-FFF2-40B4-BE49-F238E27FC236}">
                          <a16:creationId xmlns:a16="http://schemas.microsoft.com/office/drawing/2014/main" id="{5AB5B3E0-5781-5B42-801C-F14ABFBAD5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0" name="Group 349">
                      <a:extLst>
                        <a:ext uri="{FF2B5EF4-FFF2-40B4-BE49-F238E27FC236}">
                          <a16:creationId xmlns:a16="http://schemas.microsoft.com/office/drawing/2014/main" id="{5B08F160-7958-524B-BB58-AC6453D2409C}"/>
                        </a:ext>
                      </a:extLst>
                    </p:cNvPr>
                    <p:cNvGrpSpPr/>
                    <p:nvPr/>
                  </p:nvGrpSpPr>
                  <p:grpSpPr>
                    <a:xfrm>
                      <a:off x="7713663" y="2848339"/>
                      <a:ext cx="1042107" cy="425543"/>
                      <a:chOff x="7786941" y="2884917"/>
                      <a:chExt cx="897649" cy="353919"/>
                    </a:xfrm>
                  </p:grpSpPr>
                  <p:sp>
                    <p:nvSpPr>
                      <p:cNvPr id="351" name="Freeform 350">
                        <a:extLst>
                          <a:ext uri="{FF2B5EF4-FFF2-40B4-BE49-F238E27FC236}">
                            <a16:creationId xmlns:a16="http://schemas.microsoft.com/office/drawing/2014/main" id="{732979C2-5AFB-844C-A475-E4EF65C9C2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2" name="Freeform 351">
                        <a:extLst>
                          <a:ext uri="{FF2B5EF4-FFF2-40B4-BE49-F238E27FC236}">
                            <a16:creationId xmlns:a16="http://schemas.microsoft.com/office/drawing/2014/main" id="{27BEEC91-EEA7-5143-887D-4D42469A423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3AC97396-6D8A-1044-81C1-088755E6BA5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811DF5C6-809E-6046-AFF1-CD2D8EF5012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347" name="Picture 1065" descr="antenna_stylized">
                    <a:extLst>
                      <a:ext uri="{FF2B5EF4-FFF2-40B4-BE49-F238E27FC236}">
                        <a16:creationId xmlns:a16="http://schemas.microsoft.com/office/drawing/2014/main" id="{F0EB7669-4ECB-D24D-A228-959C50DD8AAC}"/>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570652" y="5742696"/>
                    <a:ext cx="374931" cy="164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1" name="Group 310">
                <a:extLst>
                  <a:ext uri="{FF2B5EF4-FFF2-40B4-BE49-F238E27FC236}">
                    <a16:creationId xmlns:a16="http://schemas.microsoft.com/office/drawing/2014/main" id="{CFA2ABE7-78DA-A043-881C-EE93D0472E93}"/>
                  </a:ext>
                </a:extLst>
              </p:cNvPr>
              <p:cNvGrpSpPr/>
              <p:nvPr/>
            </p:nvGrpSpPr>
            <p:grpSpPr>
              <a:xfrm>
                <a:off x="10925982" y="4188911"/>
                <a:ext cx="657413" cy="451816"/>
                <a:chOff x="10925982" y="4188911"/>
                <a:chExt cx="657413" cy="451816"/>
              </a:xfrm>
            </p:grpSpPr>
            <p:grpSp>
              <p:nvGrpSpPr>
                <p:cNvPr id="312" name="Group 311">
                  <a:extLst>
                    <a:ext uri="{FF2B5EF4-FFF2-40B4-BE49-F238E27FC236}">
                      <a16:creationId xmlns:a16="http://schemas.microsoft.com/office/drawing/2014/main" id="{4D7E5A90-21DF-7342-A8FA-FE9507F50549}"/>
                    </a:ext>
                  </a:extLst>
                </p:cNvPr>
                <p:cNvGrpSpPr/>
                <p:nvPr/>
              </p:nvGrpSpPr>
              <p:grpSpPr>
                <a:xfrm>
                  <a:off x="11093556" y="4188911"/>
                  <a:ext cx="489839" cy="451816"/>
                  <a:chOff x="5103720" y="2693365"/>
                  <a:chExt cx="611650" cy="414788"/>
                </a:xfrm>
              </p:grpSpPr>
              <p:cxnSp>
                <p:nvCxnSpPr>
                  <p:cNvPr id="321" name="Straight Connector 320">
                    <a:extLst>
                      <a:ext uri="{FF2B5EF4-FFF2-40B4-BE49-F238E27FC236}">
                        <a16:creationId xmlns:a16="http://schemas.microsoft.com/office/drawing/2014/main" id="{C944560E-14C0-4743-B1F0-59CB3225E2BF}"/>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22" name="Group 321">
                    <a:extLst>
                      <a:ext uri="{FF2B5EF4-FFF2-40B4-BE49-F238E27FC236}">
                        <a16:creationId xmlns:a16="http://schemas.microsoft.com/office/drawing/2014/main" id="{E2A80C10-4713-194F-998D-2CC51314607F}"/>
                      </a:ext>
                    </a:extLst>
                  </p:cNvPr>
                  <p:cNvGrpSpPr/>
                  <p:nvPr/>
                </p:nvGrpSpPr>
                <p:grpSpPr>
                  <a:xfrm>
                    <a:off x="5275406" y="2693365"/>
                    <a:ext cx="439964" cy="414788"/>
                    <a:chOff x="5275406" y="2711455"/>
                    <a:chExt cx="452949" cy="405518"/>
                  </a:xfrm>
                </p:grpSpPr>
                <p:pic>
                  <p:nvPicPr>
                    <p:cNvPr id="323" name="Picture 322" descr="server_rack.png">
                      <a:extLst>
                        <a:ext uri="{FF2B5EF4-FFF2-40B4-BE49-F238E27FC236}">
                          <a16:creationId xmlns:a16="http://schemas.microsoft.com/office/drawing/2014/main" id="{E867699C-CAC8-634D-9467-6EF5AB500F3D}"/>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4" name="Picture 323" descr="server_rack.png">
                      <a:extLst>
                        <a:ext uri="{FF2B5EF4-FFF2-40B4-BE49-F238E27FC236}">
                          <a16:creationId xmlns:a16="http://schemas.microsoft.com/office/drawing/2014/main" id="{036B7E28-C0CF-5443-A92E-42768E0B39C5}"/>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5" name="Picture 324" descr="server_rack.png">
                      <a:extLst>
                        <a:ext uri="{FF2B5EF4-FFF2-40B4-BE49-F238E27FC236}">
                          <a16:creationId xmlns:a16="http://schemas.microsoft.com/office/drawing/2014/main" id="{262BCA9C-99B1-6148-929A-52FADAAEAA90}"/>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3" name="Group 312">
                  <a:extLst>
                    <a:ext uri="{FF2B5EF4-FFF2-40B4-BE49-F238E27FC236}">
                      <a16:creationId xmlns:a16="http://schemas.microsoft.com/office/drawing/2014/main" id="{BA4D32F4-8DB5-784B-A3B2-A37FFE24B85A}"/>
                    </a:ext>
                  </a:extLst>
                </p:cNvPr>
                <p:cNvGrpSpPr/>
                <p:nvPr/>
              </p:nvGrpSpPr>
              <p:grpSpPr>
                <a:xfrm>
                  <a:off x="10925982" y="4369125"/>
                  <a:ext cx="228295" cy="120400"/>
                  <a:chOff x="7493876" y="2774731"/>
                  <a:chExt cx="1481958" cy="894622"/>
                </a:xfrm>
              </p:grpSpPr>
              <p:sp>
                <p:nvSpPr>
                  <p:cNvPr id="314" name="Freeform 313">
                    <a:extLst>
                      <a:ext uri="{FF2B5EF4-FFF2-40B4-BE49-F238E27FC236}">
                        <a16:creationId xmlns:a16="http://schemas.microsoft.com/office/drawing/2014/main" id="{09CBDE85-6100-414C-AD5B-DF9A1D9182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9BD80A4E-151F-4443-BECA-F1C5343904F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6" name="Group 315">
                    <a:extLst>
                      <a:ext uri="{FF2B5EF4-FFF2-40B4-BE49-F238E27FC236}">
                        <a16:creationId xmlns:a16="http://schemas.microsoft.com/office/drawing/2014/main" id="{03142EB4-6EA5-9D40-9AB2-52D2C9A9B04F}"/>
                      </a:ext>
                    </a:extLst>
                  </p:cNvPr>
                  <p:cNvGrpSpPr/>
                  <p:nvPr/>
                </p:nvGrpSpPr>
                <p:grpSpPr>
                  <a:xfrm>
                    <a:off x="7713663" y="2848339"/>
                    <a:ext cx="1042107" cy="425543"/>
                    <a:chOff x="7786941" y="2884917"/>
                    <a:chExt cx="897649" cy="353919"/>
                  </a:xfrm>
                </p:grpSpPr>
                <p:sp>
                  <p:nvSpPr>
                    <p:cNvPr id="317" name="Freeform 316">
                      <a:extLst>
                        <a:ext uri="{FF2B5EF4-FFF2-40B4-BE49-F238E27FC236}">
                          <a16:creationId xmlns:a16="http://schemas.microsoft.com/office/drawing/2014/main" id="{8C4F467B-CBB2-684D-9A98-D8408FED82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AB7632DE-B743-3644-A9B5-3B7E7543DF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5CA2168E-A8B5-0641-BCCE-94724C7AFB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2CC70552-3442-0142-BAC2-EF30B96CD0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242" name="Group 590">
              <a:extLst>
                <a:ext uri="{FF2B5EF4-FFF2-40B4-BE49-F238E27FC236}">
                  <a16:creationId xmlns:a16="http://schemas.microsoft.com/office/drawing/2014/main" id="{30B225B0-3242-A04C-9C27-9CDB572AD2B6}"/>
                </a:ext>
              </a:extLst>
            </p:cNvPr>
            <p:cNvGrpSpPr>
              <a:grpSpLocks/>
            </p:cNvGrpSpPr>
            <p:nvPr/>
          </p:nvGrpSpPr>
          <p:grpSpPr bwMode="auto">
            <a:xfrm flipH="1">
              <a:off x="8241315" y="5290645"/>
              <a:ext cx="345630" cy="320302"/>
              <a:chOff x="2839" y="3501"/>
              <a:chExt cx="755" cy="803"/>
            </a:xfrm>
          </p:grpSpPr>
          <p:pic>
            <p:nvPicPr>
              <p:cNvPr id="243" name="Picture 591" descr="desktop_computer_stylized_medium">
                <a:extLst>
                  <a:ext uri="{FF2B5EF4-FFF2-40B4-BE49-F238E27FC236}">
                    <a16:creationId xmlns:a16="http://schemas.microsoft.com/office/drawing/2014/main" id="{5A35F722-B054-1E42-BA8E-E1373BCD9EBE}"/>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592">
                <a:extLst>
                  <a:ext uri="{FF2B5EF4-FFF2-40B4-BE49-F238E27FC236}">
                    <a16:creationId xmlns:a16="http://schemas.microsoft.com/office/drawing/2014/main" id="{2F74593C-714A-214B-9F78-C6772DBAE38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3" name="Group 590">
              <a:extLst>
                <a:ext uri="{FF2B5EF4-FFF2-40B4-BE49-F238E27FC236}">
                  <a16:creationId xmlns:a16="http://schemas.microsoft.com/office/drawing/2014/main" id="{2CB8F987-2539-F84B-A430-E5808E1E7928}"/>
                </a:ext>
              </a:extLst>
            </p:cNvPr>
            <p:cNvGrpSpPr>
              <a:grpSpLocks/>
            </p:cNvGrpSpPr>
            <p:nvPr/>
          </p:nvGrpSpPr>
          <p:grpSpPr bwMode="auto">
            <a:xfrm flipH="1">
              <a:off x="7807599" y="5100666"/>
              <a:ext cx="345630" cy="320302"/>
              <a:chOff x="2839" y="3501"/>
              <a:chExt cx="755" cy="803"/>
            </a:xfrm>
          </p:grpSpPr>
          <p:pic>
            <p:nvPicPr>
              <p:cNvPr id="304" name="Picture 591" descr="desktop_computer_stylized_medium">
                <a:extLst>
                  <a:ext uri="{FF2B5EF4-FFF2-40B4-BE49-F238E27FC236}">
                    <a16:creationId xmlns:a16="http://schemas.microsoft.com/office/drawing/2014/main" id="{F8EC24DB-4AFE-E441-AB63-38917C96391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 name="Freeform 592">
                <a:extLst>
                  <a:ext uri="{FF2B5EF4-FFF2-40B4-BE49-F238E27FC236}">
                    <a16:creationId xmlns:a16="http://schemas.microsoft.com/office/drawing/2014/main" id="{96FCDA13-233F-A242-B2DA-D182EDD3FCD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0" name="Group 983">
              <a:extLst>
                <a:ext uri="{FF2B5EF4-FFF2-40B4-BE49-F238E27FC236}">
                  <a16:creationId xmlns:a16="http://schemas.microsoft.com/office/drawing/2014/main" id="{F33B59E0-02DC-4242-BB1D-1209364C7D89}"/>
                </a:ext>
              </a:extLst>
            </p:cNvPr>
            <p:cNvGrpSpPr>
              <a:grpSpLocks/>
            </p:cNvGrpSpPr>
            <p:nvPr/>
          </p:nvGrpSpPr>
          <p:grpSpPr bwMode="auto">
            <a:xfrm>
              <a:off x="10024601" y="5489612"/>
              <a:ext cx="141376" cy="246700"/>
              <a:chOff x="4140" y="429"/>
              <a:chExt cx="1425" cy="2396"/>
            </a:xfrm>
          </p:grpSpPr>
          <p:sp>
            <p:nvSpPr>
              <p:cNvPr id="271" name="Freeform 984">
                <a:extLst>
                  <a:ext uri="{FF2B5EF4-FFF2-40B4-BE49-F238E27FC236}">
                    <a16:creationId xmlns:a16="http://schemas.microsoft.com/office/drawing/2014/main" id="{24B2A840-FFEA-5C48-9C2D-8F96FE3B2FC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Rectangle 985">
                <a:extLst>
                  <a:ext uri="{FF2B5EF4-FFF2-40B4-BE49-F238E27FC236}">
                    <a16:creationId xmlns:a16="http://schemas.microsoft.com/office/drawing/2014/main" id="{8C8D3BF3-8D2C-7B41-9583-0200EE49346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3" name="Freeform 986">
                <a:extLst>
                  <a:ext uri="{FF2B5EF4-FFF2-40B4-BE49-F238E27FC236}">
                    <a16:creationId xmlns:a16="http://schemas.microsoft.com/office/drawing/2014/main" id="{29D31BA3-D3C1-9E4C-94F2-0D820D3BAD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987">
                <a:extLst>
                  <a:ext uri="{FF2B5EF4-FFF2-40B4-BE49-F238E27FC236}">
                    <a16:creationId xmlns:a16="http://schemas.microsoft.com/office/drawing/2014/main" id="{22C88130-FB25-044D-81C7-76CB859572E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Rectangle 988">
                <a:extLst>
                  <a:ext uri="{FF2B5EF4-FFF2-40B4-BE49-F238E27FC236}">
                    <a16:creationId xmlns:a16="http://schemas.microsoft.com/office/drawing/2014/main" id="{5937CD6A-932A-6D4B-AC04-F5C9E72FDB4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6" name="Group 989">
                <a:extLst>
                  <a:ext uri="{FF2B5EF4-FFF2-40B4-BE49-F238E27FC236}">
                    <a16:creationId xmlns:a16="http://schemas.microsoft.com/office/drawing/2014/main" id="{504A1CF1-9680-B648-8BF0-C2F70AD47BE0}"/>
                  </a:ext>
                </a:extLst>
              </p:cNvPr>
              <p:cNvGrpSpPr>
                <a:grpSpLocks/>
              </p:cNvGrpSpPr>
              <p:nvPr/>
            </p:nvGrpSpPr>
            <p:grpSpPr bwMode="auto">
              <a:xfrm>
                <a:off x="4749" y="668"/>
                <a:ext cx="581" cy="145"/>
                <a:chOff x="614" y="2568"/>
                <a:chExt cx="725" cy="139"/>
              </a:xfrm>
            </p:grpSpPr>
            <p:sp>
              <p:nvSpPr>
                <p:cNvPr id="301" name="AutoShape 990">
                  <a:extLst>
                    <a:ext uri="{FF2B5EF4-FFF2-40B4-BE49-F238E27FC236}">
                      <a16:creationId xmlns:a16="http://schemas.microsoft.com/office/drawing/2014/main" id="{3E5B0ED9-782E-C246-BBFF-DEFD35BC41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91">
                  <a:extLst>
                    <a:ext uri="{FF2B5EF4-FFF2-40B4-BE49-F238E27FC236}">
                      <a16:creationId xmlns:a16="http://schemas.microsoft.com/office/drawing/2014/main" id="{20F2EC6D-A3D8-6440-9C38-07369B098E6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7" name="Rectangle 992">
                <a:extLst>
                  <a:ext uri="{FF2B5EF4-FFF2-40B4-BE49-F238E27FC236}">
                    <a16:creationId xmlns:a16="http://schemas.microsoft.com/office/drawing/2014/main" id="{33D8EB51-6E0D-CE40-A69D-A5B39E1446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93">
                <a:extLst>
                  <a:ext uri="{FF2B5EF4-FFF2-40B4-BE49-F238E27FC236}">
                    <a16:creationId xmlns:a16="http://schemas.microsoft.com/office/drawing/2014/main" id="{31607722-A9A7-A549-AE95-668D7CF4955D}"/>
                  </a:ext>
                </a:extLst>
              </p:cNvPr>
              <p:cNvGrpSpPr>
                <a:grpSpLocks/>
              </p:cNvGrpSpPr>
              <p:nvPr/>
            </p:nvGrpSpPr>
            <p:grpSpPr bwMode="auto">
              <a:xfrm>
                <a:off x="4747" y="994"/>
                <a:ext cx="581" cy="134"/>
                <a:chOff x="614" y="2568"/>
                <a:chExt cx="725" cy="139"/>
              </a:xfrm>
            </p:grpSpPr>
            <p:sp>
              <p:nvSpPr>
                <p:cNvPr id="299" name="AutoShape 994">
                  <a:extLst>
                    <a:ext uri="{FF2B5EF4-FFF2-40B4-BE49-F238E27FC236}">
                      <a16:creationId xmlns:a16="http://schemas.microsoft.com/office/drawing/2014/main" id="{DEEB2CD2-5E68-F846-B81E-A007EE0EF78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95">
                  <a:extLst>
                    <a:ext uri="{FF2B5EF4-FFF2-40B4-BE49-F238E27FC236}">
                      <a16:creationId xmlns:a16="http://schemas.microsoft.com/office/drawing/2014/main" id="{FDE79347-BFA6-7C46-9853-B630CC85A8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96">
                <a:extLst>
                  <a:ext uri="{FF2B5EF4-FFF2-40B4-BE49-F238E27FC236}">
                    <a16:creationId xmlns:a16="http://schemas.microsoft.com/office/drawing/2014/main" id="{3BE829C2-5594-DD47-B792-28BABF7A3FD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0" name="Rectangle 997">
                <a:extLst>
                  <a:ext uri="{FF2B5EF4-FFF2-40B4-BE49-F238E27FC236}">
                    <a16:creationId xmlns:a16="http://schemas.microsoft.com/office/drawing/2014/main" id="{A540816D-62F4-0841-B8A7-46515E2B336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1" name="Group 998">
                <a:extLst>
                  <a:ext uri="{FF2B5EF4-FFF2-40B4-BE49-F238E27FC236}">
                    <a16:creationId xmlns:a16="http://schemas.microsoft.com/office/drawing/2014/main" id="{D514C1BB-81D3-ED43-9314-C6EF5BF886D5}"/>
                  </a:ext>
                </a:extLst>
              </p:cNvPr>
              <p:cNvGrpSpPr>
                <a:grpSpLocks/>
              </p:cNvGrpSpPr>
              <p:nvPr/>
            </p:nvGrpSpPr>
            <p:grpSpPr bwMode="auto">
              <a:xfrm>
                <a:off x="4735" y="1627"/>
                <a:ext cx="582" cy="151"/>
                <a:chOff x="614" y="2568"/>
                <a:chExt cx="725" cy="139"/>
              </a:xfrm>
            </p:grpSpPr>
            <p:sp>
              <p:nvSpPr>
                <p:cNvPr id="297" name="AutoShape 999">
                  <a:extLst>
                    <a:ext uri="{FF2B5EF4-FFF2-40B4-BE49-F238E27FC236}">
                      <a16:creationId xmlns:a16="http://schemas.microsoft.com/office/drawing/2014/main" id="{BC67DBCC-21A6-5C47-B0B1-8DC1AD2EE26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1000">
                  <a:extLst>
                    <a:ext uri="{FF2B5EF4-FFF2-40B4-BE49-F238E27FC236}">
                      <a16:creationId xmlns:a16="http://schemas.microsoft.com/office/drawing/2014/main" id="{C22A83F4-5888-AB47-8A4B-2C79A96FD7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2" name="Freeform 1001">
                <a:extLst>
                  <a:ext uri="{FF2B5EF4-FFF2-40B4-BE49-F238E27FC236}">
                    <a16:creationId xmlns:a16="http://schemas.microsoft.com/office/drawing/2014/main" id="{B467A72B-F807-3D4A-80B3-8DEBA00C1EB3}"/>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3" name="Group 1002">
                <a:extLst>
                  <a:ext uri="{FF2B5EF4-FFF2-40B4-BE49-F238E27FC236}">
                    <a16:creationId xmlns:a16="http://schemas.microsoft.com/office/drawing/2014/main" id="{C9EB11E2-7639-6348-AD98-03E10E2F5746}"/>
                  </a:ext>
                </a:extLst>
              </p:cNvPr>
              <p:cNvGrpSpPr>
                <a:grpSpLocks/>
              </p:cNvGrpSpPr>
              <p:nvPr/>
            </p:nvGrpSpPr>
            <p:grpSpPr bwMode="auto">
              <a:xfrm>
                <a:off x="4739" y="1327"/>
                <a:ext cx="582" cy="139"/>
                <a:chOff x="614" y="2568"/>
                <a:chExt cx="725" cy="139"/>
              </a:xfrm>
            </p:grpSpPr>
            <p:sp>
              <p:nvSpPr>
                <p:cNvPr id="295" name="AutoShape 1003">
                  <a:extLst>
                    <a:ext uri="{FF2B5EF4-FFF2-40B4-BE49-F238E27FC236}">
                      <a16:creationId xmlns:a16="http://schemas.microsoft.com/office/drawing/2014/main" id="{6C4367F5-BB94-DB41-8624-C0C7E05F1B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AutoShape 1004">
                  <a:extLst>
                    <a:ext uri="{FF2B5EF4-FFF2-40B4-BE49-F238E27FC236}">
                      <a16:creationId xmlns:a16="http://schemas.microsoft.com/office/drawing/2014/main" id="{982DFDF1-6B10-AD43-9F7A-6A8068C402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Rectangle 1005">
                <a:extLst>
                  <a:ext uri="{FF2B5EF4-FFF2-40B4-BE49-F238E27FC236}">
                    <a16:creationId xmlns:a16="http://schemas.microsoft.com/office/drawing/2014/main" id="{6B017D25-A6BB-E941-AD0A-C7BC0BE79AA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5" name="Freeform 1006">
                <a:extLst>
                  <a:ext uri="{FF2B5EF4-FFF2-40B4-BE49-F238E27FC236}">
                    <a16:creationId xmlns:a16="http://schemas.microsoft.com/office/drawing/2014/main" id="{C603FBD9-EDE0-FB44-BDF2-C1FDEB9BB3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07">
                <a:extLst>
                  <a:ext uri="{FF2B5EF4-FFF2-40B4-BE49-F238E27FC236}">
                    <a16:creationId xmlns:a16="http://schemas.microsoft.com/office/drawing/2014/main" id="{3F410801-722C-3B44-9F99-10204ABB8A5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Oval 1008">
                <a:extLst>
                  <a:ext uri="{FF2B5EF4-FFF2-40B4-BE49-F238E27FC236}">
                    <a16:creationId xmlns:a16="http://schemas.microsoft.com/office/drawing/2014/main" id="{B108DAAB-DB62-0C48-8E21-4A6FDA3C6CC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8" name="Freeform 1009">
                <a:extLst>
                  <a:ext uri="{FF2B5EF4-FFF2-40B4-BE49-F238E27FC236}">
                    <a16:creationId xmlns:a16="http://schemas.microsoft.com/office/drawing/2014/main" id="{5931D336-542E-D744-82B5-AA81901AFFF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AutoShape 1010">
                <a:extLst>
                  <a:ext uri="{FF2B5EF4-FFF2-40B4-BE49-F238E27FC236}">
                    <a16:creationId xmlns:a16="http://schemas.microsoft.com/office/drawing/2014/main" id="{ACAB501C-6DFD-634E-97EB-A34EDE95EB4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AutoShape 1011">
                <a:extLst>
                  <a:ext uri="{FF2B5EF4-FFF2-40B4-BE49-F238E27FC236}">
                    <a16:creationId xmlns:a16="http://schemas.microsoft.com/office/drawing/2014/main" id="{864548C8-AA73-3944-938D-AEC2EF29E4A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1" name="Oval 1012">
                <a:extLst>
                  <a:ext uri="{FF2B5EF4-FFF2-40B4-BE49-F238E27FC236}">
                    <a16:creationId xmlns:a16="http://schemas.microsoft.com/office/drawing/2014/main" id="{0802CF3B-EB2C-A640-BA0A-7C632BC3C2C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Oval 1013">
                <a:extLst>
                  <a:ext uri="{FF2B5EF4-FFF2-40B4-BE49-F238E27FC236}">
                    <a16:creationId xmlns:a16="http://schemas.microsoft.com/office/drawing/2014/main" id="{252CFC94-B984-1649-8FC0-2BFEB6962A8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1014">
                <a:extLst>
                  <a:ext uri="{FF2B5EF4-FFF2-40B4-BE49-F238E27FC236}">
                    <a16:creationId xmlns:a16="http://schemas.microsoft.com/office/drawing/2014/main" id="{E564BE40-38DB-6249-9EC4-B963200A5F2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Rectangle 1015">
                <a:extLst>
                  <a:ext uri="{FF2B5EF4-FFF2-40B4-BE49-F238E27FC236}">
                    <a16:creationId xmlns:a16="http://schemas.microsoft.com/office/drawing/2014/main" id="{95C1D62C-3AFD-A14E-97CE-3542A5C8628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spTree>
    <p:extLst>
      <p:ext uri="{BB962C8B-B14F-4D97-AF65-F5344CB8AC3E}">
        <p14:creationId xmlns:p14="http://schemas.microsoft.com/office/powerpoint/2010/main" val="1388578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xEl>
                                              <p:pRg st="3" end="3"/>
                                            </p:txEl>
                                          </p:spTgt>
                                        </p:tgtEl>
                                        <p:attrNameLst>
                                          <p:attrName>style.visibility</p:attrName>
                                        </p:attrNameLst>
                                      </p:cBhvr>
                                      <p:to>
                                        <p:strVal val="visible"/>
                                      </p:to>
                                    </p:set>
                                    <p:animEffect transition="in" filter="dissolve">
                                      <p:cBhvr>
                                        <p:cTn id="20" dur="500"/>
                                        <p:tgtEl>
                                          <p:spTgt spid="3">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dissolve">
                                      <p:cBhvr>
                                        <p:cTn id="23" dur="500"/>
                                        <p:tgtEl>
                                          <p:spTgt spid="3">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7" name="Rectangle 3">
            <a:extLst>
              <a:ext uri="{FF2B5EF4-FFF2-40B4-BE49-F238E27FC236}">
                <a16:creationId xmlns:a16="http://schemas.microsoft.com/office/drawing/2014/main" id="{7532C006-CBD6-AB4E-B92E-9235A7892E77}"/>
              </a:ext>
            </a:extLst>
          </p:cNvPr>
          <p:cNvSpPr txBox="1">
            <a:spLocks noChangeArrowheads="1"/>
          </p:cNvSpPr>
          <p:nvPr/>
        </p:nvSpPr>
        <p:spPr>
          <a:xfrm>
            <a:off x="968218" y="1257581"/>
            <a:ext cx="10326105" cy="514434"/>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Pct val="75000"/>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Question: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given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access ISPs, how to connect them together?</a:t>
            </a:r>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sp>
        <p:nvSpPr>
          <p:cNvPr id="63" name="Slide Number Placeholder 5">
            <a:extLst>
              <a:ext uri="{FF2B5EF4-FFF2-40B4-BE49-F238E27FC236}">
                <a16:creationId xmlns:a16="http://schemas.microsoft.com/office/drawing/2014/main" id="{0D9FF767-60E9-2540-B227-5916082CDAFE}"/>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38</a:t>
            </a:fld>
            <a:endParaRPr lang="en-US" dirty="0"/>
          </a:p>
        </p:txBody>
      </p:sp>
    </p:spTree>
    <p:extLst>
      <p:ext uri="{BB962C8B-B14F-4D97-AF65-F5344CB8AC3E}">
        <p14:creationId xmlns:p14="http://schemas.microsoft.com/office/powerpoint/2010/main" val="284127228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25">
            <a:extLst>
              <a:ext uri="{FF2B5EF4-FFF2-40B4-BE49-F238E27FC236}">
                <a16:creationId xmlns:a16="http://schemas.microsoft.com/office/drawing/2014/main" id="{2855AE7B-0E8C-A246-875F-1E8B1C71FEE0}"/>
              </a:ext>
            </a:extLst>
          </p:cNvPr>
          <p:cNvGrpSpPr>
            <a:grpSpLocks/>
          </p:cNvGrpSpPr>
          <p:nvPr/>
        </p:nvGrpSpPr>
        <p:grpSpPr bwMode="auto">
          <a:xfrm>
            <a:off x="2182850" y="2360613"/>
            <a:ext cx="7361238" cy="3768725"/>
            <a:chOff x="888125" y="2295063"/>
            <a:chExt cx="7361771" cy="3769689"/>
          </a:xfrm>
        </p:grpSpPr>
        <p:cxnSp>
          <p:nvCxnSpPr>
            <p:cNvPr id="96" name="Straight Connector 7">
              <a:extLst>
                <a:ext uri="{FF2B5EF4-FFF2-40B4-BE49-F238E27FC236}">
                  <a16:creationId xmlns:a16="http://schemas.microsoft.com/office/drawing/2014/main" id="{653D63CC-AACD-4343-B543-C3F3E19D2E89}"/>
                </a:ext>
              </a:extLst>
            </p:cNvPr>
            <p:cNvCxnSpPr>
              <a:cxnSpLocks noChangeShapeType="1"/>
            </p:cNvCxnSpPr>
            <p:nvPr/>
          </p:nvCxnSpPr>
          <p:spPr bwMode="auto">
            <a:xfrm flipV="1">
              <a:off x="1661409" y="2570969"/>
              <a:ext cx="577293" cy="28026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7" name="Straight Connector 188">
              <a:extLst>
                <a:ext uri="{FF2B5EF4-FFF2-40B4-BE49-F238E27FC236}">
                  <a16:creationId xmlns:a16="http://schemas.microsoft.com/office/drawing/2014/main" id="{B3506920-4C7F-A64F-B057-5B549EC24575}"/>
                </a:ext>
              </a:extLst>
            </p:cNvPr>
            <p:cNvCxnSpPr>
              <a:cxnSpLocks noChangeShapeType="1"/>
            </p:cNvCxnSpPr>
            <p:nvPr/>
          </p:nvCxnSpPr>
          <p:spPr bwMode="auto">
            <a:xfrm flipH="1" flipV="1">
              <a:off x="1509155" y="3032403"/>
              <a:ext cx="171469" cy="23271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8" name="Straight Connector 190">
              <a:extLst>
                <a:ext uri="{FF2B5EF4-FFF2-40B4-BE49-F238E27FC236}">
                  <a16:creationId xmlns:a16="http://schemas.microsoft.com/office/drawing/2014/main" id="{6002264B-B6B6-C643-B7C2-C03D0F068097}"/>
                </a:ext>
              </a:extLst>
            </p:cNvPr>
            <p:cNvCxnSpPr>
              <a:cxnSpLocks noChangeShapeType="1"/>
            </p:cNvCxnSpPr>
            <p:nvPr/>
          </p:nvCxnSpPr>
          <p:spPr bwMode="auto">
            <a:xfrm flipH="1" flipV="1">
              <a:off x="1185287" y="3451504"/>
              <a:ext cx="495337" cy="19080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9" name="Straight Connector 192">
              <a:extLst>
                <a:ext uri="{FF2B5EF4-FFF2-40B4-BE49-F238E27FC236}">
                  <a16:creationId xmlns:a16="http://schemas.microsoft.com/office/drawing/2014/main" id="{05D6B89E-46AD-0447-A5AB-88A2E218331F}"/>
                </a:ext>
              </a:extLst>
            </p:cNvPr>
            <p:cNvCxnSpPr>
              <a:cxnSpLocks noChangeShapeType="1"/>
            </p:cNvCxnSpPr>
            <p:nvPr/>
          </p:nvCxnSpPr>
          <p:spPr bwMode="auto">
            <a:xfrm flipH="1" flipV="1">
              <a:off x="1181567" y="4298698"/>
              <a:ext cx="499057" cy="10608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0" name="Straight Connector 195">
              <a:extLst>
                <a:ext uri="{FF2B5EF4-FFF2-40B4-BE49-F238E27FC236}">
                  <a16:creationId xmlns:a16="http://schemas.microsoft.com/office/drawing/2014/main" id="{FD9BA8A5-08DC-B94C-B233-92658DFEA7D2}"/>
                </a:ext>
              </a:extLst>
            </p:cNvPr>
            <p:cNvCxnSpPr>
              <a:cxnSpLocks noChangeShapeType="1"/>
            </p:cNvCxnSpPr>
            <p:nvPr/>
          </p:nvCxnSpPr>
          <p:spPr bwMode="auto">
            <a:xfrm flipH="1" flipV="1">
              <a:off x="1386886" y="4980292"/>
              <a:ext cx="293738" cy="3792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1" name="Straight Connector 197">
              <a:extLst>
                <a:ext uri="{FF2B5EF4-FFF2-40B4-BE49-F238E27FC236}">
                  <a16:creationId xmlns:a16="http://schemas.microsoft.com/office/drawing/2014/main" id="{462B970E-F1C1-BA45-A384-3A083B87243C}"/>
                </a:ext>
              </a:extLst>
            </p:cNvPr>
            <p:cNvCxnSpPr>
              <a:cxnSpLocks noChangeShapeType="1"/>
            </p:cNvCxnSpPr>
            <p:nvPr/>
          </p:nvCxnSpPr>
          <p:spPr bwMode="auto">
            <a:xfrm flipH="1" flipV="1">
              <a:off x="1661409" y="5373637"/>
              <a:ext cx="1526432" cy="5930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2" name="Straight Connector 199">
              <a:extLst>
                <a:ext uri="{FF2B5EF4-FFF2-40B4-BE49-F238E27FC236}">
                  <a16:creationId xmlns:a16="http://schemas.microsoft.com/office/drawing/2014/main" id="{962BEB4A-1CD6-D74C-91D0-F0DD0624E044}"/>
                </a:ext>
              </a:extLst>
            </p:cNvPr>
            <p:cNvCxnSpPr>
              <a:cxnSpLocks noChangeShapeType="1"/>
            </p:cNvCxnSpPr>
            <p:nvPr/>
          </p:nvCxnSpPr>
          <p:spPr bwMode="auto">
            <a:xfrm flipH="1" flipV="1">
              <a:off x="1680624" y="5359527"/>
              <a:ext cx="2723702" cy="7030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3" name="Straight Connector 201">
              <a:extLst>
                <a:ext uri="{FF2B5EF4-FFF2-40B4-BE49-F238E27FC236}">
                  <a16:creationId xmlns:a16="http://schemas.microsoft.com/office/drawing/2014/main" id="{BC671380-5938-2E42-8967-F109E9E7FFB3}"/>
                </a:ext>
              </a:extLst>
            </p:cNvPr>
            <p:cNvCxnSpPr>
              <a:cxnSpLocks noChangeShapeType="1"/>
            </p:cNvCxnSpPr>
            <p:nvPr/>
          </p:nvCxnSpPr>
          <p:spPr bwMode="auto">
            <a:xfrm flipH="1" flipV="1">
              <a:off x="1680624" y="5359527"/>
              <a:ext cx="3605885" cy="6190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4" name="Straight Connector 203">
              <a:extLst>
                <a:ext uri="{FF2B5EF4-FFF2-40B4-BE49-F238E27FC236}">
                  <a16:creationId xmlns:a16="http://schemas.microsoft.com/office/drawing/2014/main" id="{C52200FA-90E5-A240-96B1-B50FD5169C3B}"/>
                </a:ext>
              </a:extLst>
            </p:cNvPr>
            <p:cNvCxnSpPr>
              <a:cxnSpLocks noChangeShapeType="1"/>
            </p:cNvCxnSpPr>
            <p:nvPr/>
          </p:nvCxnSpPr>
          <p:spPr bwMode="auto">
            <a:xfrm flipH="1">
              <a:off x="1680624" y="5184745"/>
              <a:ext cx="6569272" cy="1747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5" name="Straight Connector 204">
              <a:extLst>
                <a:ext uri="{FF2B5EF4-FFF2-40B4-BE49-F238E27FC236}">
                  <a16:creationId xmlns:a16="http://schemas.microsoft.com/office/drawing/2014/main" id="{53D111CE-AD32-444C-B066-97A86CA24A9D}"/>
                </a:ext>
              </a:extLst>
            </p:cNvPr>
            <p:cNvCxnSpPr>
              <a:cxnSpLocks noChangeShapeType="1"/>
            </p:cNvCxnSpPr>
            <p:nvPr/>
          </p:nvCxnSpPr>
          <p:spPr bwMode="auto">
            <a:xfrm flipH="1" flipV="1">
              <a:off x="1680624" y="5359527"/>
              <a:ext cx="5742435" cy="4867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6" name="Straight Connector 207">
              <a:extLst>
                <a:ext uri="{FF2B5EF4-FFF2-40B4-BE49-F238E27FC236}">
                  <a16:creationId xmlns:a16="http://schemas.microsoft.com/office/drawing/2014/main" id="{500BF630-9137-1045-949A-B0B2D2A69012}"/>
                </a:ext>
              </a:extLst>
            </p:cNvPr>
            <p:cNvCxnSpPr>
              <a:cxnSpLocks noChangeShapeType="1"/>
            </p:cNvCxnSpPr>
            <p:nvPr/>
          </p:nvCxnSpPr>
          <p:spPr bwMode="auto">
            <a:xfrm flipH="1">
              <a:off x="1680624" y="4311835"/>
              <a:ext cx="6338019" cy="10476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7" name="Straight Connector 209">
              <a:extLst>
                <a:ext uri="{FF2B5EF4-FFF2-40B4-BE49-F238E27FC236}">
                  <a16:creationId xmlns:a16="http://schemas.microsoft.com/office/drawing/2014/main" id="{21B5B2A9-53D8-E747-91BA-3D00363CDAF1}"/>
                </a:ext>
              </a:extLst>
            </p:cNvPr>
            <p:cNvCxnSpPr>
              <a:cxnSpLocks noChangeShapeType="1"/>
            </p:cNvCxnSpPr>
            <p:nvPr/>
          </p:nvCxnSpPr>
          <p:spPr bwMode="auto">
            <a:xfrm flipH="1">
              <a:off x="1680624" y="3273553"/>
              <a:ext cx="5749312" cy="20859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8" name="Straight Connector 211">
              <a:extLst>
                <a:ext uri="{FF2B5EF4-FFF2-40B4-BE49-F238E27FC236}">
                  <a16:creationId xmlns:a16="http://schemas.microsoft.com/office/drawing/2014/main" id="{EC19387C-AC75-DF48-B465-3EA66DBDD344}"/>
                </a:ext>
              </a:extLst>
            </p:cNvPr>
            <p:cNvCxnSpPr>
              <a:cxnSpLocks noChangeShapeType="1"/>
            </p:cNvCxnSpPr>
            <p:nvPr/>
          </p:nvCxnSpPr>
          <p:spPr bwMode="auto">
            <a:xfrm flipH="1">
              <a:off x="1680624" y="2784308"/>
              <a:ext cx="4942318" cy="25752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9" name="Straight Connector 213">
              <a:extLst>
                <a:ext uri="{FF2B5EF4-FFF2-40B4-BE49-F238E27FC236}">
                  <a16:creationId xmlns:a16="http://schemas.microsoft.com/office/drawing/2014/main" id="{58A4B33A-CADE-9945-9C1A-5FAD8C5A8B3F}"/>
                </a:ext>
              </a:extLst>
            </p:cNvPr>
            <p:cNvCxnSpPr>
              <a:cxnSpLocks noChangeShapeType="1"/>
            </p:cNvCxnSpPr>
            <p:nvPr/>
          </p:nvCxnSpPr>
          <p:spPr bwMode="auto">
            <a:xfrm flipH="1">
              <a:off x="1680624" y="2295063"/>
              <a:ext cx="2971398" cy="306446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0" name="Straight Connector 215">
              <a:extLst>
                <a:ext uri="{FF2B5EF4-FFF2-40B4-BE49-F238E27FC236}">
                  <a16:creationId xmlns:a16="http://schemas.microsoft.com/office/drawing/2014/main" id="{DD919E7C-901C-8248-B5AD-8C5EFD0D621C}"/>
                </a:ext>
              </a:extLst>
            </p:cNvPr>
            <p:cNvCxnSpPr>
              <a:cxnSpLocks noChangeShapeType="1"/>
            </p:cNvCxnSpPr>
            <p:nvPr/>
          </p:nvCxnSpPr>
          <p:spPr bwMode="auto">
            <a:xfrm flipH="1">
              <a:off x="1680624" y="2295321"/>
              <a:ext cx="2025496" cy="30642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1" name="TextBox 24">
              <a:extLst>
                <a:ext uri="{FF2B5EF4-FFF2-40B4-BE49-F238E27FC236}">
                  <a16:creationId xmlns:a16="http://schemas.microsoft.com/office/drawing/2014/main" id="{50FBE992-0261-D24C-89CA-C21BABB65207}"/>
                </a:ext>
              </a:extLst>
            </p:cNvPr>
            <p:cNvSpPr txBox="1">
              <a:spLocks noChangeArrowheads="1"/>
            </p:cNvSpPr>
            <p:nvPr/>
          </p:nvSpPr>
          <p:spPr bwMode="auto">
            <a:xfrm rot="5710989">
              <a:off x="859913" y="4114468"/>
              <a:ext cx="3642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12" name="TextBox 218">
              <a:extLst>
                <a:ext uri="{FF2B5EF4-FFF2-40B4-BE49-F238E27FC236}">
                  <a16:creationId xmlns:a16="http://schemas.microsoft.com/office/drawing/2014/main" id="{9C61B721-0F8A-B442-A321-E83CBCC6C943}"/>
                </a:ext>
              </a:extLst>
            </p:cNvPr>
            <p:cNvSpPr txBox="1">
              <a:spLocks noChangeArrowheads="1"/>
            </p:cNvSpPr>
            <p:nvPr/>
          </p:nvSpPr>
          <p:spPr bwMode="auto">
            <a:xfrm rot="7515077">
              <a:off x="4511491" y="5728762"/>
              <a:ext cx="3642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13" name="TextBox 219">
              <a:extLst>
                <a:ext uri="{FF2B5EF4-FFF2-40B4-BE49-F238E27FC236}">
                  <a16:creationId xmlns:a16="http://schemas.microsoft.com/office/drawing/2014/main" id="{25FAB6B1-9D77-AE40-88F4-05EBAEB1C6A7}"/>
                </a:ext>
              </a:extLst>
            </p:cNvPr>
            <p:cNvSpPr txBox="1">
              <a:spLocks noChangeArrowheads="1"/>
            </p:cNvSpPr>
            <p:nvPr/>
          </p:nvSpPr>
          <p:spPr bwMode="auto">
            <a:xfrm rot="3940343">
              <a:off x="6392354" y="3846211"/>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14" name="TextBox 220">
              <a:extLst>
                <a:ext uri="{FF2B5EF4-FFF2-40B4-BE49-F238E27FC236}">
                  <a16:creationId xmlns:a16="http://schemas.microsoft.com/office/drawing/2014/main" id="{F2BD82DE-F704-D345-A732-31992A8F6F67}"/>
                </a:ext>
              </a:extLst>
            </p:cNvPr>
            <p:cNvSpPr txBox="1">
              <a:spLocks noChangeArrowheads="1"/>
            </p:cNvSpPr>
            <p:nvPr/>
          </p:nvSpPr>
          <p:spPr bwMode="auto">
            <a:xfrm rot="2048420">
              <a:off x="4482993" y="2684685"/>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15" name="TextBox 221">
              <a:extLst>
                <a:ext uri="{FF2B5EF4-FFF2-40B4-BE49-F238E27FC236}">
                  <a16:creationId xmlns:a16="http://schemas.microsoft.com/office/drawing/2014/main" id="{43A18984-5F81-3248-9F3E-E0F858030224}"/>
                </a:ext>
              </a:extLst>
            </p:cNvPr>
            <p:cNvSpPr txBox="1">
              <a:spLocks noChangeArrowheads="1"/>
            </p:cNvSpPr>
            <p:nvPr/>
          </p:nvSpPr>
          <p:spPr bwMode="auto">
            <a:xfrm rot="-316136">
              <a:off x="2189980" y="2687381"/>
              <a:ext cx="4924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9" name="Group 223">
            <a:extLst>
              <a:ext uri="{FF2B5EF4-FFF2-40B4-BE49-F238E27FC236}">
                <a16:creationId xmlns:a16="http://schemas.microsoft.com/office/drawing/2014/main" id="{9C261853-EDB6-EF42-B177-F21531E243AA}"/>
              </a:ext>
            </a:extLst>
          </p:cNvPr>
          <p:cNvGrpSpPr>
            <a:grpSpLocks/>
          </p:cNvGrpSpPr>
          <p:nvPr/>
        </p:nvGrpSpPr>
        <p:grpSpPr bwMode="auto">
          <a:xfrm>
            <a:off x="2375578" y="2337843"/>
            <a:ext cx="7094538" cy="3695700"/>
            <a:chOff x="862570" y="2361120"/>
            <a:chExt cx="7094553" cy="3695520"/>
          </a:xfrm>
        </p:grpSpPr>
        <p:cxnSp>
          <p:nvCxnSpPr>
            <p:cNvPr id="80" name="Straight Connector 224">
              <a:extLst>
                <a:ext uri="{FF2B5EF4-FFF2-40B4-BE49-F238E27FC236}">
                  <a16:creationId xmlns:a16="http://schemas.microsoft.com/office/drawing/2014/main" id="{1C54A5A2-7426-884D-AE73-7FBD26078324}"/>
                </a:ext>
              </a:extLst>
            </p:cNvPr>
            <p:cNvCxnSpPr>
              <a:cxnSpLocks noChangeShapeType="1"/>
            </p:cNvCxnSpPr>
            <p:nvPr/>
          </p:nvCxnSpPr>
          <p:spPr bwMode="auto">
            <a:xfrm flipH="1">
              <a:off x="1446332" y="2897188"/>
              <a:ext cx="4736982" cy="25351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1" name="Straight Connector 225">
              <a:extLst>
                <a:ext uri="{FF2B5EF4-FFF2-40B4-BE49-F238E27FC236}">
                  <a16:creationId xmlns:a16="http://schemas.microsoft.com/office/drawing/2014/main" id="{728AD1FA-6864-E44F-9B9E-CFA36193F14B}"/>
                </a:ext>
              </a:extLst>
            </p:cNvPr>
            <p:cNvCxnSpPr>
              <a:cxnSpLocks noChangeShapeType="1"/>
            </p:cNvCxnSpPr>
            <p:nvPr/>
          </p:nvCxnSpPr>
          <p:spPr bwMode="auto">
            <a:xfrm flipH="1">
              <a:off x="2972043" y="2885760"/>
              <a:ext cx="3213953" cy="30412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2" name="Straight Connector 226">
              <a:extLst>
                <a:ext uri="{FF2B5EF4-FFF2-40B4-BE49-F238E27FC236}">
                  <a16:creationId xmlns:a16="http://schemas.microsoft.com/office/drawing/2014/main" id="{997A6343-AB29-1249-BFBC-C0480474DD20}"/>
                </a:ext>
              </a:extLst>
            </p:cNvPr>
            <p:cNvCxnSpPr>
              <a:cxnSpLocks noChangeShapeType="1"/>
            </p:cNvCxnSpPr>
            <p:nvPr/>
          </p:nvCxnSpPr>
          <p:spPr bwMode="auto">
            <a:xfrm flipH="1">
              <a:off x="4328465" y="2877120"/>
              <a:ext cx="1866171" cy="317952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3" name="Straight Connector 227">
              <a:extLst>
                <a:ext uri="{FF2B5EF4-FFF2-40B4-BE49-F238E27FC236}">
                  <a16:creationId xmlns:a16="http://schemas.microsoft.com/office/drawing/2014/main" id="{33566ED1-C96E-6E4E-A360-BB2A7FA72F63}"/>
                </a:ext>
              </a:extLst>
            </p:cNvPr>
            <p:cNvCxnSpPr>
              <a:cxnSpLocks noChangeShapeType="1"/>
            </p:cNvCxnSpPr>
            <p:nvPr/>
          </p:nvCxnSpPr>
          <p:spPr bwMode="auto">
            <a:xfrm flipH="1">
              <a:off x="5270184" y="2877120"/>
              <a:ext cx="915812" cy="30585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4" name="Straight Connector 228">
              <a:extLst>
                <a:ext uri="{FF2B5EF4-FFF2-40B4-BE49-F238E27FC236}">
                  <a16:creationId xmlns:a16="http://schemas.microsoft.com/office/drawing/2014/main" id="{18585745-C71F-DC4C-B961-4F991AC786CE}"/>
                </a:ext>
              </a:extLst>
            </p:cNvPr>
            <p:cNvCxnSpPr>
              <a:cxnSpLocks noChangeShapeType="1"/>
            </p:cNvCxnSpPr>
            <p:nvPr/>
          </p:nvCxnSpPr>
          <p:spPr bwMode="auto">
            <a:xfrm>
              <a:off x="6167438" y="2901156"/>
              <a:ext cx="1141702" cy="28012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5" name="Straight Connector 229">
              <a:extLst>
                <a:ext uri="{FF2B5EF4-FFF2-40B4-BE49-F238E27FC236}">
                  <a16:creationId xmlns:a16="http://schemas.microsoft.com/office/drawing/2014/main" id="{E1C90CB4-5542-8741-A858-24D6D8DD05F9}"/>
                </a:ext>
              </a:extLst>
            </p:cNvPr>
            <p:cNvCxnSpPr>
              <a:cxnSpLocks noChangeShapeType="1"/>
            </p:cNvCxnSpPr>
            <p:nvPr/>
          </p:nvCxnSpPr>
          <p:spPr bwMode="auto">
            <a:xfrm>
              <a:off x="6171406" y="2889250"/>
              <a:ext cx="1785717" cy="23552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6" name="Straight Connector 230">
              <a:extLst>
                <a:ext uri="{FF2B5EF4-FFF2-40B4-BE49-F238E27FC236}">
                  <a16:creationId xmlns:a16="http://schemas.microsoft.com/office/drawing/2014/main" id="{450C7DE1-7EF6-B445-98B6-B1219BD28239}"/>
                </a:ext>
              </a:extLst>
            </p:cNvPr>
            <p:cNvCxnSpPr>
              <a:cxnSpLocks noChangeShapeType="1"/>
            </p:cNvCxnSpPr>
            <p:nvPr/>
          </p:nvCxnSpPr>
          <p:spPr bwMode="auto">
            <a:xfrm>
              <a:off x="6179344" y="2881313"/>
              <a:ext cx="1587707" cy="13868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7" name="Straight Connector 231">
              <a:extLst>
                <a:ext uri="{FF2B5EF4-FFF2-40B4-BE49-F238E27FC236}">
                  <a16:creationId xmlns:a16="http://schemas.microsoft.com/office/drawing/2014/main" id="{DE977FE3-D7B7-1741-BFB6-043D829040FE}"/>
                </a:ext>
              </a:extLst>
            </p:cNvPr>
            <p:cNvCxnSpPr>
              <a:cxnSpLocks noChangeShapeType="1"/>
            </p:cNvCxnSpPr>
            <p:nvPr/>
          </p:nvCxnSpPr>
          <p:spPr bwMode="auto">
            <a:xfrm>
              <a:off x="6179344" y="2897188"/>
              <a:ext cx="602786" cy="2909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8" name="Straight Connector 232">
              <a:extLst>
                <a:ext uri="{FF2B5EF4-FFF2-40B4-BE49-F238E27FC236}">
                  <a16:creationId xmlns:a16="http://schemas.microsoft.com/office/drawing/2014/main" id="{4B58FEB3-D3BD-5849-A8F4-437A3602EE98}"/>
                </a:ext>
              </a:extLst>
            </p:cNvPr>
            <p:cNvCxnSpPr>
              <a:cxnSpLocks noChangeShapeType="1"/>
            </p:cNvCxnSpPr>
            <p:nvPr/>
          </p:nvCxnSpPr>
          <p:spPr bwMode="auto">
            <a:xfrm>
              <a:off x="4584546" y="2364240"/>
              <a:ext cx="1558252" cy="5128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89" name="Straight Connector 233">
              <a:extLst>
                <a:ext uri="{FF2B5EF4-FFF2-40B4-BE49-F238E27FC236}">
                  <a16:creationId xmlns:a16="http://schemas.microsoft.com/office/drawing/2014/main" id="{550D2902-009B-274F-A3B6-F539B45F5158}"/>
                </a:ext>
              </a:extLst>
            </p:cNvPr>
            <p:cNvCxnSpPr>
              <a:cxnSpLocks noChangeShapeType="1"/>
            </p:cNvCxnSpPr>
            <p:nvPr/>
          </p:nvCxnSpPr>
          <p:spPr bwMode="auto">
            <a:xfrm>
              <a:off x="3691549" y="2361120"/>
              <a:ext cx="2485808" cy="5332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0" name="Straight Connector 234">
              <a:extLst>
                <a:ext uri="{FF2B5EF4-FFF2-40B4-BE49-F238E27FC236}">
                  <a16:creationId xmlns:a16="http://schemas.microsoft.com/office/drawing/2014/main" id="{FD7C2B42-FD55-4042-B06E-A299136D28B7}"/>
                </a:ext>
              </a:extLst>
            </p:cNvPr>
            <p:cNvCxnSpPr>
              <a:cxnSpLocks noChangeShapeType="1"/>
            </p:cNvCxnSpPr>
            <p:nvPr/>
          </p:nvCxnSpPr>
          <p:spPr bwMode="auto">
            <a:xfrm>
              <a:off x="2081460" y="2548080"/>
              <a:ext cx="4078617" cy="3376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1" name="Straight Connector 235">
              <a:extLst>
                <a:ext uri="{FF2B5EF4-FFF2-40B4-BE49-F238E27FC236}">
                  <a16:creationId xmlns:a16="http://schemas.microsoft.com/office/drawing/2014/main" id="{DED54489-A2E8-AD4A-AF75-C4C8C3E888A4}"/>
                </a:ext>
              </a:extLst>
            </p:cNvPr>
            <p:cNvCxnSpPr>
              <a:cxnSpLocks noChangeShapeType="1"/>
            </p:cNvCxnSpPr>
            <p:nvPr/>
          </p:nvCxnSpPr>
          <p:spPr bwMode="auto">
            <a:xfrm flipV="1">
              <a:off x="1309418" y="2903040"/>
              <a:ext cx="4842020" cy="3072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2" name="Straight Connector 236">
              <a:extLst>
                <a:ext uri="{FF2B5EF4-FFF2-40B4-BE49-F238E27FC236}">
                  <a16:creationId xmlns:a16="http://schemas.microsoft.com/office/drawing/2014/main" id="{EF0B5639-D872-6A46-A6D6-2CDC7F23892C}"/>
                </a:ext>
              </a:extLst>
            </p:cNvPr>
            <p:cNvCxnSpPr>
              <a:cxnSpLocks noChangeShapeType="1"/>
            </p:cNvCxnSpPr>
            <p:nvPr/>
          </p:nvCxnSpPr>
          <p:spPr bwMode="auto">
            <a:xfrm flipV="1">
              <a:off x="934801" y="2894400"/>
              <a:ext cx="5242556" cy="3770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3" name="Straight Connector 237">
              <a:extLst>
                <a:ext uri="{FF2B5EF4-FFF2-40B4-BE49-F238E27FC236}">
                  <a16:creationId xmlns:a16="http://schemas.microsoft.com/office/drawing/2014/main" id="{6140258E-E8E2-9147-9DA3-46E071DE62D7}"/>
                </a:ext>
              </a:extLst>
            </p:cNvPr>
            <p:cNvCxnSpPr>
              <a:cxnSpLocks noChangeShapeType="1"/>
            </p:cNvCxnSpPr>
            <p:nvPr/>
          </p:nvCxnSpPr>
          <p:spPr bwMode="auto">
            <a:xfrm flipV="1">
              <a:off x="862570" y="2901156"/>
              <a:ext cx="5296930" cy="13866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94" name="Straight Connector 238">
              <a:extLst>
                <a:ext uri="{FF2B5EF4-FFF2-40B4-BE49-F238E27FC236}">
                  <a16:creationId xmlns:a16="http://schemas.microsoft.com/office/drawing/2014/main" id="{EE74154C-072B-2E4F-9A27-85B3659B00B3}"/>
                </a:ext>
              </a:extLst>
            </p:cNvPr>
            <p:cNvCxnSpPr>
              <a:cxnSpLocks noChangeShapeType="1"/>
            </p:cNvCxnSpPr>
            <p:nvPr/>
          </p:nvCxnSpPr>
          <p:spPr bwMode="auto">
            <a:xfrm flipV="1">
              <a:off x="1101367" y="2901156"/>
              <a:ext cx="5077977" cy="20260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grpSp>
        <p:nvGrpSpPr>
          <p:cNvPr id="63" name="Group 239">
            <a:extLst>
              <a:ext uri="{FF2B5EF4-FFF2-40B4-BE49-F238E27FC236}">
                <a16:creationId xmlns:a16="http://schemas.microsoft.com/office/drawing/2014/main" id="{A4D6E270-9638-AA43-B6F6-487AF8BD5F0C}"/>
              </a:ext>
            </a:extLst>
          </p:cNvPr>
          <p:cNvGrpSpPr>
            <a:grpSpLocks/>
          </p:cNvGrpSpPr>
          <p:nvPr/>
        </p:nvGrpSpPr>
        <p:grpSpPr bwMode="auto">
          <a:xfrm>
            <a:off x="2308603" y="2230021"/>
            <a:ext cx="7158038" cy="3798887"/>
            <a:chOff x="799176" y="2251902"/>
            <a:chExt cx="7158126" cy="3799069"/>
          </a:xfrm>
        </p:grpSpPr>
        <p:cxnSp>
          <p:nvCxnSpPr>
            <p:cNvPr id="64" name="Straight Connector 240">
              <a:extLst>
                <a:ext uri="{FF2B5EF4-FFF2-40B4-BE49-F238E27FC236}">
                  <a16:creationId xmlns:a16="http://schemas.microsoft.com/office/drawing/2014/main" id="{998A6BCE-B64F-3C42-83F4-881B78350156}"/>
                </a:ext>
              </a:extLst>
            </p:cNvPr>
            <p:cNvCxnSpPr>
              <a:cxnSpLocks noChangeShapeType="1"/>
            </p:cNvCxnSpPr>
            <p:nvPr/>
          </p:nvCxnSpPr>
          <p:spPr bwMode="auto">
            <a:xfrm>
              <a:off x="2012365" y="2732956"/>
              <a:ext cx="3121627" cy="32043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5" name="Straight Connector 241">
              <a:extLst>
                <a:ext uri="{FF2B5EF4-FFF2-40B4-BE49-F238E27FC236}">
                  <a16:creationId xmlns:a16="http://schemas.microsoft.com/office/drawing/2014/main" id="{0A0AA082-60F8-134F-A5E8-BFF451D5F543}"/>
                </a:ext>
              </a:extLst>
            </p:cNvPr>
            <p:cNvCxnSpPr>
              <a:cxnSpLocks noChangeShapeType="1"/>
            </p:cNvCxnSpPr>
            <p:nvPr/>
          </p:nvCxnSpPr>
          <p:spPr bwMode="auto">
            <a:xfrm>
              <a:off x="2009682" y="2721528"/>
              <a:ext cx="2384511" cy="332944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6" name="Straight Connector 242">
              <a:extLst>
                <a:ext uri="{FF2B5EF4-FFF2-40B4-BE49-F238E27FC236}">
                  <a16:creationId xmlns:a16="http://schemas.microsoft.com/office/drawing/2014/main" id="{05D0B576-B935-E148-A896-08D8C7CB18DE}"/>
                </a:ext>
              </a:extLst>
            </p:cNvPr>
            <p:cNvCxnSpPr>
              <a:cxnSpLocks noChangeShapeType="1"/>
            </p:cNvCxnSpPr>
            <p:nvPr/>
          </p:nvCxnSpPr>
          <p:spPr bwMode="auto">
            <a:xfrm>
              <a:off x="2001042" y="2712888"/>
              <a:ext cx="1091382" cy="319787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7" name="Straight Connector 243">
              <a:extLst>
                <a:ext uri="{FF2B5EF4-FFF2-40B4-BE49-F238E27FC236}">
                  <a16:creationId xmlns:a16="http://schemas.microsoft.com/office/drawing/2014/main" id="{CF828317-C579-0C4F-AA8B-6922E4573131}"/>
                </a:ext>
              </a:extLst>
            </p:cNvPr>
            <p:cNvCxnSpPr>
              <a:cxnSpLocks noChangeShapeType="1"/>
            </p:cNvCxnSpPr>
            <p:nvPr/>
          </p:nvCxnSpPr>
          <p:spPr bwMode="auto">
            <a:xfrm flipH="1">
              <a:off x="1471306" y="2712888"/>
              <a:ext cx="538376" cy="269812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8" name="Straight Connector 244">
              <a:extLst>
                <a:ext uri="{FF2B5EF4-FFF2-40B4-BE49-F238E27FC236}">
                  <a16:creationId xmlns:a16="http://schemas.microsoft.com/office/drawing/2014/main" id="{831FCD1E-92F8-444E-80C8-6AA05EACD4FE}"/>
                </a:ext>
              </a:extLst>
            </p:cNvPr>
            <p:cNvCxnSpPr>
              <a:cxnSpLocks noChangeShapeType="1"/>
            </p:cNvCxnSpPr>
            <p:nvPr/>
          </p:nvCxnSpPr>
          <p:spPr bwMode="auto">
            <a:xfrm flipH="1">
              <a:off x="1007181" y="2736924"/>
              <a:ext cx="1021059" cy="20695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69" name="Straight Connector 245">
              <a:extLst>
                <a:ext uri="{FF2B5EF4-FFF2-40B4-BE49-F238E27FC236}">
                  <a16:creationId xmlns:a16="http://schemas.microsoft.com/office/drawing/2014/main" id="{4E90A842-1CCA-B54C-A757-86ECDAEC0EA7}"/>
                </a:ext>
              </a:extLst>
            </p:cNvPr>
            <p:cNvCxnSpPr>
              <a:cxnSpLocks noChangeShapeType="1"/>
            </p:cNvCxnSpPr>
            <p:nvPr/>
          </p:nvCxnSpPr>
          <p:spPr bwMode="auto">
            <a:xfrm flipH="1">
              <a:off x="799176" y="2725018"/>
              <a:ext cx="1225097" cy="141359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0" name="Straight Connector 246">
              <a:extLst>
                <a:ext uri="{FF2B5EF4-FFF2-40B4-BE49-F238E27FC236}">
                  <a16:creationId xmlns:a16="http://schemas.microsoft.com/office/drawing/2014/main" id="{6155B15E-DBFF-D241-BB68-58B8E6198A7F}"/>
                </a:ext>
              </a:extLst>
            </p:cNvPr>
            <p:cNvCxnSpPr>
              <a:cxnSpLocks noChangeShapeType="1"/>
            </p:cNvCxnSpPr>
            <p:nvPr/>
          </p:nvCxnSpPr>
          <p:spPr bwMode="auto">
            <a:xfrm flipH="1">
              <a:off x="932218" y="2704755"/>
              <a:ext cx="1107153" cy="588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1" name="Straight Connector 247">
              <a:extLst>
                <a:ext uri="{FF2B5EF4-FFF2-40B4-BE49-F238E27FC236}">
                  <a16:creationId xmlns:a16="http://schemas.microsoft.com/office/drawing/2014/main" id="{6A0EA3B0-E0F3-CE46-9A69-845242CAF370}"/>
                </a:ext>
              </a:extLst>
            </p:cNvPr>
            <p:cNvCxnSpPr>
              <a:cxnSpLocks noChangeShapeType="1"/>
            </p:cNvCxnSpPr>
            <p:nvPr/>
          </p:nvCxnSpPr>
          <p:spPr bwMode="auto">
            <a:xfrm flipH="1">
              <a:off x="1293642" y="2704755"/>
              <a:ext cx="745729" cy="2167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2" name="Straight Connector 248">
              <a:extLst>
                <a:ext uri="{FF2B5EF4-FFF2-40B4-BE49-F238E27FC236}">
                  <a16:creationId xmlns:a16="http://schemas.microsoft.com/office/drawing/2014/main" id="{653656A0-0B3E-FD44-B12B-CF20B6D6B86D}"/>
                </a:ext>
              </a:extLst>
            </p:cNvPr>
            <p:cNvCxnSpPr>
              <a:cxnSpLocks noChangeShapeType="1"/>
            </p:cNvCxnSpPr>
            <p:nvPr/>
          </p:nvCxnSpPr>
          <p:spPr bwMode="auto">
            <a:xfrm flipH="1">
              <a:off x="2052880" y="2251902"/>
              <a:ext cx="1141349" cy="4609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3" name="Straight Connector 249">
              <a:extLst>
                <a:ext uri="{FF2B5EF4-FFF2-40B4-BE49-F238E27FC236}">
                  <a16:creationId xmlns:a16="http://schemas.microsoft.com/office/drawing/2014/main" id="{5E7C7752-5A2D-E64A-B5F1-FDA0F54372FE}"/>
                </a:ext>
              </a:extLst>
            </p:cNvPr>
            <p:cNvCxnSpPr>
              <a:cxnSpLocks noChangeShapeType="1"/>
            </p:cNvCxnSpPr>
            <p:nvPr/>
          </p:nvCxnSpPr>
          <p:spPr bwMode="auto">
            <a:xfrm flipH="1">
              <a:off x="2018321" y="2332076"/>
              <a:ext cx="2284094" cy="3980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4" name="Straight Connector 250">
              <a:extLst>
                <a:ext uri="{FF2B5EF4-FFF2-40B4-BE49-F238E27FC236}">
                  <a16:creationId xmlns:a16="http://schemas.microsoft.com/office/drawing/2014/main" id="{09632402-2B07-7A4F-A261-2AAB34FEC865}"/>
                </a:ext>
              </a:extLst>
            </p:cNvPr>
            <p:cNvCxnSpPr>
              <a:cxnSpLocks noChangeShapeType="1"/>
            </p:cNvCxnSpPr>
            <p:nvPr/>
          </p:nvCxnSpPr>
          <p:spPr bwMode="auto">
            <a:xfrm flipH="1" flipV="1">
              <a:off x="2035602" y="2721528"/>
              <a:ext cx="4016700" cy="1415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5" name="Straight Connector 251">
              <a:extLst>
                <a:ext uri="{FF2B5EF4-FFF2-40B4-BE49-F238E27FC236}">
                  <a16:creationId xmlns:a16="http://schemas.microsoft.com/office/drawing/2014/main" id="{3E03473E-6C1E-1847-8E69-C1F128580D7A}"/>
                </a:ext>
              </a:extLst>
            </p:cNvPr>
            <p:cNvCxnSpPr>
              <a:cxnSpLocks noChangeShapeType="1"/>
            </p:cNvCxnSpPr>
            <p:nvPr/>
          </p:nvCxnSpPr>
          <p:spPr bwMode="auto">
            <a:xfrm flipH="1" flipV="1">
              <a:off x="2044240" y="2738808"/>
              <a:ext cx="4755057" cy="5290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6" name="Straight Connector 252">
              <a:extLst>
                <a:ext uri="{FF2B5EF4-FFF2-40B4-BE49-F238E27FC236}">
                  <a16:creationId xmlns:a16="http://schemas.microsoft.com/office/drawing/2014/main" id="{D9610D1E-EEE6-BB41-A65B-36AB17A24D13}"/>
                </a:ext>
              </a:extLst>
            </p:cNvPr>
            <p:cNvCxnSpPr>
              <a:cxnSpLocks noChangeShapeType="1"/>
            </p:cNvCxnSpPr>
            <p:nvPr/>
          </p:nvCxnSpPr>
          <p:spPr bwMode="auto">
            <a:xfrm flipH="1" flipV="1">
              <a:off x="2018321" y="2730168"/>
              <a:ext cx="5710381" cy="155491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7" name="Straight Connector 253">
              <a:extLst>
                <a:ext uri="{FF2B5EF4-FFF2-40B4-BE49-F238E27FC236}">
                  <a16:creationId xmlns:a16="http://schemas.microsoft.com/office/drawing/2014/main" id="{9151E501-C735-124A-8E24-107AFE38490C}"/>
                </a:ext>
              </a:extLst>
            </p:cNvPr>
            <p:cNvCxnSpPr>
              <a:cxnSpLocks noChangeShapeType="1"/>
            </p:cNvCxnSpPr>
            <p:nvPr/>
          </p:nvCxnSpPr>
          <p:spPr bwMode="auto">
            <a:xfrm flipH="1" flipV="1">
              <a:off x="2036178" y="2736924"/>
              <a:ext cx="5921124" cy="24625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78" name="Straight Connector 254">
              <a:extLst>
                <a:ext uri="{FF2B5EF4-FFF2-40B4-BE49-F238E27FC236}">
                  <a16:creationId xmlns:a16="http://schemas.microsoft.com/office/drawing/2014/main" id="{AEF177DA-49E4-4548-A47E-8EC94800F4AE}"/>
                </a:ext>
              </a:extLst>
            </p:cNvPr>
            <p:cNvCxnSpPr>
              <a:cxnSpLocks noChangeShapeType="1"/>
            </p:cNvCxnSpPr>
            <p:nvPr/>
          </p:nvCxnSpPr>
          <p:spPr bwMode="auto">
            <a:xfrm flipH="1" flipV="1">
              <a:off x="2016335" y="2736924"/>
              <a:ext cx="5165304" cy="30002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7" name="Rectangle 3">
            <a:extLst>
              <a:ext uri="{FF2B5EF4-FFF2-40B4-BE49-F238E27FC236}">
                <a16:creationId xmlns:a16="http://schemas.microsoft.com/office/drawing/2014/main" id="{7532C006-CBD6-AB4E-B92E-9235A7892E77}"/>
              </a:ext>
            </a:extLst>
          </p:cNvPr>
          <p:cNvSpPr txBox="1">
            <a:spLocks noChangeArrowheads="1"/>
          </p:cNvSpPr>
          <p:nvPr/>
        </p:nvSpPr>
        <p:spPr>
          <a:xfrm>
            <a:off x="968218" y="1257581"/>
            <a:ext cx="10326105" cy="514434"/>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Pct val="75000"/>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Question: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given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access ISPs, how to connect them together?</a:t>
            </a:r>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sp>
        <p:nvSpPr>
          <p:cNvPr id="116" name="TextBox 115">
            <a:extLst>
              <a:ext uri="{FF2B5EF4-FFF2-40B4-BE49-F238E27FC236}">
                <a16:creationId xmlns:a16="http://schemas.microsoft.com/office/drawing/2014/main" id="{7E1F117F-B525-AE48-9510-C564A7C43377}"/>
              </a:ext>
            </a:extLst>
          </p:cNvPr>
          <p:cNvSpPr txBox="1">
            <a:spLocks noChangeArrowheads="1"/>
          </p:cNvSpPr>
          <p:nvPr/>
        </p:nvSpPr>
        <p:spPr bwMode="auto">
          <a:xfrm>
            <a:off x="3524875" y="3367370"/>
            <a:ext cx="4268787" cy="12001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connecting each access ISP to each other directly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doesn’t scale: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400" b="0" i="0"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connections.</a:t>
            </a:r>
          </a:p>
        </p:txBody>
      </p:sp>
      <p:sp>
        <p:nvSpPr>
          <p:cNvPr id="117" name="Slide Number Placeholder 5">
            <a:extLst>
              <a:ext uri="{FF2B5EF4-FFF2-40B4-BE49-F238E27FC236}">
                <a16:creationId xmlns:a16="http://schemas.microsoft.com/office/drawing/2014/main" id="{8E4677A6-A54B-954B-B7DF-3BC7B84FAE2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39</a:t>
            </a:fld>
            <a:endParaRPr lang="en-US" dirty="0"/>
          </a:p>
        </p:txBody>
      </p:sp>
    </p:spTree>
    <p:extLst>
      <p:ext uri="{BB962C8B-B14F-4D97-AF65-F5344CB8AC3E}">
        <p14:creationId xmlns:p14="http://schemas.microsoft.com/office/powerpoint/2010/main" val="331303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wipe(up)">
                                      <p:cBhvr>
                                        <p:cTn id="7" dur="1000"/>
                                        <p:tgtEl>
                                          <p:spTgt spid="79"/>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dissolve">
                                      <p:cBhvr>
                                        <p:cTn id="11" dur="500"/>
                                        <p:tgtEl>
                                          <p:spTgt spid="9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16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sp>
        <p:nvSpPr>
          <p:cNvPr id="169" name="Rectangle 3">
            <a:extLst>
              <a:ext uri="{FF2B5EF4-FFF2-40B4-BE49-F238E27FC236}">
                <a16:creationId xmlns:a16="http://schemas.microsoft.com/office/drawing/2014/main" id="{9C9F34D5-8AF9-8B41-9367-16CA032E5533}"/>
              </a:ext>
            </a:extLst>
          </p:cNvPr>
          <p:cNvSpPr txBox="1">
            <a:spLocks noChangeArrowheads="1"/>
          </p:cNvSpPr>
          <p:nvPr/>
        </p:nvSpPr>
        <p:spPr bwMode="auto">
          <a:xfrm>
            <a:off x="2256991" y="1131358"/>
            <a:ext cx="8204200" cy="673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7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rPr>
              <a:t>Option: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rPr>
              <a:t>connect each access ISP to one global transit ISP? </a:t>
            </a:r>
          </a:p>
          <a:p>
            <a:pPr marL="0" marR="0" lvl="0" indent="0" algn="l" defTabSz="914400" rtl="0" eaLnBrk="1" fontAlgn="auto" latinLnBrk="0" hangingPunct="1">
              <a:lnSpc>
                <a:spcPct val="85000"/>
              </a:lnSpc>
              <a:spcBef>
                <a:spcPct val="20000"/>
              </a:spcBef>
              <a:spcAft>
                <a:spcPts val="0"/>
              </a:spcAft>
              <a:buClr>
                <a:srgbClr val="000099"/>
              </a:buClr>
              <a:buSzPct val="75000"/>
              <a:buFont typeface="Wingdings" charset="0"/>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rPr>
              <a:t>Customer</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rPr>
              <a:t> and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rPr>
              <a:t>provider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rPr>
              <a:t>ISPs have economic agreement.</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endParaRPr>
          </a:p>
        </p:txBody>
      </p:sp>
      <p:grpSp>
        <p:nvGrpSpPr>
          <p:cNvPr id="4" name="Group 3">
            <a:extLst>
              <a:ext uri="{FF2B5EF4-FFF2-40B4-BE49-F238E27FC236}">
                <a16:creationId xmlns:a16="http://schemas.microsoft.com/office/drawing/2014/main" id="{A73887F0-56F3-D640-A3CB-FB256BE2C2FE}"/>
              </a:ext>
            </a:extLst>
          </p:cNvPr>
          <p:cNvGrpSpPr/>
          <p:nvPr/>
        </p:nvGrpSpPr>
        <p:grpSpPr>
          <a:xfrm>
            <a:off x="2298266" y="2316723"/>
            <a:ext cx="7177087" cy="3750366"/>
            <a:chOff x="2298266" y="2316723"/>
            <a:chExt cx="7177087" cy="3750366"/>
          </a:xfrm>
        </p:grpSpPr>
        <p:sp>
          <p:nvSpPr>
            <p:cNvPr id="63" name="Oval 3">
              <a:extLst>
                <a:ext uri="{FF2B5EF4-FFF2-40B4-BE49-F238E27FC236}">
                  <a16:creationId xmlns:a16="http://schemas.microsoft.com/office/drawing/2014/main" id="{39DAF08E-E9D8-7B42-B68A-590215C06EA0}"/>
                </a:ext>
              </a:extLst>
            </p:cNvPr>
            <p:cNvSpPr>
              <a:spLocks noChangeArrowheads="1"/>
            </p:cNvSpPr>
            <p:nvPr/>
          </p:nvSpPr>
          <p:spPr bwMode="auto">
            <a:xfrm>
              <a:off x="3774557" y="3143854"/>
              <a:ext cx="3864121" cy="1970736"/>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4" name="Straight Connector 10">
              <a:extLst>
                <a:ext uri="{FF2B5EF4-FFF2-40B4-BE49-F238E27FC236}">
                  <a16:creationId xmlns:a16="http://schemas.microsoft.com/office/drawing/2014/main" id="{E0B7CD5B-98CD-EA45-8220-E277CD74B8A1}"/>
                </a:ext>
              </a:extLst>
            </p:cNvPr>
            <p:cNvCxnSpPr>
              <a:cxnSpLocks noChangeShapeType="1"/>
              <a:stCxn id="162" idx="7"/>
            </p:cNvCxnSpPr>
            <p:nvPr/>
          </p:nvCxnSpPr>
          <p:spPr bwMode="auto">
            <a:xfrm>
              <a:off x="5154178" y="3581064"/>
              <a:ext cx="1223963" cy="96838"/>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5" name="Straight Connector 297">
              <a:extLst>
                <a:ext uri="{FF2B5EF4-FFF2-40B4-BE49-F238E27FC236}">
                  <a16:creationId xmlns:a16="http://schemas.microsoft.com/office/drawing/2014/main" id="{BEF0278E-3E84-894C-90E1-9AFC471E8BD9}"/>
                </a:ext>
              </a:extLst>
            </p:cNvPr>
            <p:cNvCxnSpPr>
              <a:cxnSpLocks noChangeShapeType="1"/>
            </p:cNvCxnSpPr>
            <p:nvPr/>
          </p:nvCxnSpPr>
          <p:spPr bwMode="auto">
            <a:xfrm>
              <a:off x="5787591" y="3984289"/>
              <a:ext cx="139700" cy="11271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6" name="Straight Connector 298">
              <a:extLst>
                <a:ext uri="{FF2B5EF4-FFF2-40B4-BE49-F238E27FC236}">
                  <a16:creationId xmlns:a16="http://schemas.microsoft.com/office/drawing/2014/main" id="{783B9443-CE0D-8946-A78A-1A9CEC43F08D}"/>
                </a:ext>
              </a:extLst>
            </p:cNvPr>
            <p:cNvCxnSpPr>
              <a:cxnSpLocks noChangeShapeType="1"/>
            </p:cNvCxnSpPr>
            <p:nvPr/>
          </p:nvCxnSpPr>
          <p:spPr bwMode="auto">
            <a:xfrm flipV="1">
              <a:off x="5557403" y="4260514"/>
              <a:ext cx="280988" cy="6191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7" name="Straight Connector 299">
              <a:extLst>
                <a:ext uri="{FF2B5EF4-FFF2-40B4-BE49-F238E27FC236}">
                  <a16:creationId xmlns:a16="http://schemas.microsoft.com/office/drawing/2014/main" id="{77D49FD0-8E68-6441-B4E2-BC869949BFFB}"/>
                </a:ext>
              </a:extLst>
            </p:cNvPr>
            <p:cNvCxnSpPr>
              <a:cxnSpLocks noChangeShapeType="1"/>
            </p:cNvCxnSpPr>
            <p:nvPr/>
          </p:nvCxnSpPr>
          <p:spPr bwMode="auto">
            <a:xfrm flipV="1">
              <a:off x="5214503" y="4022389"/>
              <a:ext cx="223838" cy="149225"/>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8" name="Straight Connector 300">
              <a:extLst>
                <a:ext uri="{FF2B5EF4-FFF2-40B4-BE49-F238E27FC236}">
                  <a16:creationId xmlns:a16="http://schemas.microsoft.com/office/drawing/2014/main" id="{FA0C044C-E1D6-7348-B915-AB0ACF94D9DE}"/>
                </a:ext>
              </a:extLst>
            </p:cNvPr>
            <p:cNvCxnSpPr>
              <a:cxnSpLocks noChangeShapeType="1"/>
              <a:stCxn id="110" idx="6"/>
            </p:cNvCxnSpPr>
            <p:nvPr/>
          </p:nvCxnSpPr>
          <p:spPr bwMode="auto">
            <a:xfrm flipV="1">
              <a:off x="4854141" y="4427202"/>
              <a:ext cx="238125" cy="13335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69" name="Straight Connector 301">
              <a:extLst>
                <a:ext uri="{FF2B5EF4-FFF2-40B4-BE49-F238E27FC236}">
                  <a16:creationId xmlns:a16="http://schemas.microsoft.com/office/drawing/2014/main" id="{1EF584B1-8D5C-A94E-B040-7E9635AEDDFA}"/>
                </a:ext>
              </a:extLst>
            </p:cNvPr>
            <p:cNvCxnSpPr>
              <a:cxnSpLocks noChangeShapeType="1"/>
            </p:cNvCxnSpPr>
            <p:nvPr/>
          </p:nvCxnSpPr>
          <p:spPr bwMode="auto">
            <a:xfrm flipV="1">
              <a:off x="5806641" y="4327189"/>
              <a:ext cx="292100" cy="34290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0" name="Straight Connector 302">
              <a:extLst>
                <a:ext uri="{FF2B5EF4-FFF2-40B4-BE49-F238E27FC236}">
                  <a16:creationId xmlns:a16="http://schemas.microsoft.com/office/drawing/2014/main" id="{75721A12-6308-4047-9837-AB7C60E96999}"/>
                </a:ext>
              </a:extLst>
            </p:cNvPr>
            <p:cNvCxnSpPr>
              <a:cxnSpLocks noChangeShapeType="1"/>
            </p:cNvCxnSpPr>
            <p:nvPr/>
          </p:nvCxnSpPr>
          <p:spPr bwMode="auto">
            <a:xfrm flipH="1" flipV="1">
              <a:off x="6374966" y="4308139"/>
              <a:ext cx="412750" cy="168275"/>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1" name="Straight Connector 303">
              <a:extLst>
                <a:ext uri="{FF2B5EF4-FFF2-40B4-BE49-F238E27FC236}">
                  <a16:creationId xmlns:a16="http://schemas.microsoft.com/office/drawing/2014/main" id="{9BDCEBC2-564F-C54F-B3E8-A18588A42FD2}"/>
                </a:ext>
              </a:extLst>
            </p:cNvPr>
            <p:cNvCxnSpPr>
              <a:cxnSpLocks noChangeShapeType="1"/>
            </p:cNvCxnSpPr>
            <p:nvPr/>
          </p:nvCxnSpPr>
          <p:spPr bwMode="auto">
            <a:xfrm flipV="1">
              <a:off x="6359091" y="3836652"/>
              <a:ext cx="328612" cy="266700"/>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cxnSp>
          <p:nvCxnSpPr>
            <p:cNvPr id="72" name="Straight Connector 304">
              <a:extLst>
                <a:ext uri="{FF2B5EF4-FFF2-40B4-BE49-F238E27FC236}">
                  <a16:creationId xmlns:a16="http://schemas.microsoft.com/office/drawing/2014/main" id="{FC07CC37-5E3D-0944-AE86-D2435B67BD6A}"/>
                </a:ext>
              </a:extLst>
            </p:cNvPr>
            <p:cNvCxnSpPr>
              <a:cxnSpLocks noChangeShapeType="1"/>
              <a:endCxn id="160" idx="7"/>
            </p:cNvCxnSpPr>
            <p:nvPr/>
          </p:nvCxnSpPr>
          <p:spPr bwMode="auto">
            <a:xfrm flipH="1" flipV="1">
              <a:off x="5155766" y="3660439"/>
              <a:ext cx="261937" cy="119063"/>
            </a:xfrm>
            <a:prstGeom prst="line">
              <a:avLst/>
            </a:prstGeom>
            <a:noFill/>
            <a:ln w="15875">
              <a:solidFill>
                <a:schemeClr val="tx1"/>
              </a:solidFill>
              <a:round/>
              <a:headEnd/>
              <a:tailEnd/>
            </a:ln>
            <a:extLst>
              <a:ext uri="{909E8E84-426E-40DD-AFC4-6F175D3DCCD1}">
                <a14:hiddenFill xmlns:a14="http://schemas.microsoft.com/office/drawing/2010/main">
                  <a:noFill/>
                </a14:hiddenFill>
              </a:ext>
            </a:extLst>
          </p:spPr>
        </p:cxnSp>
        <p:sp>
          <p:nvSpPr>
            <p:cNvPr id="73" name="TextBox 39958">
              <a:extLst>
                <a:ext uri="{FF2B5EF4-FFF2-40B4-BE49-F238E27FC236}">
                  <a16:creationId xmlns:a16="http://schemas.microsoft.com/office/drawing/2014/main" id="{08951995-D6BD-774B-9044-606D684C7AB8}"/>
                </a:ext>
              </a:extLst>
            </p:cNvPr>
            <p:cNvSpPr txBox="1">
              <a:spLocks noChangeArrowheads="1"/>
            </p:cNvSpPr>
            <p:nvPr/>
          </p:nvSpPr>
          <p:spPr bwMode="auto">
            <a:xfrm>
              <a:off x="4019116" y="3644564"/>
              <a:ext cx="9605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global</a:t>
              </a:r>
              <a:br>
                <a:rPr kumimoji="0" lang="en-US" altLang="en-US" sz="2400" b="0" i="1"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br>
              <a:r>
                <a:rPr kumimoji="0" lang="en-US" altLang="en-US" sz="2400" b="0" i="1"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ISP</a:t>
              </a:r>
            </a:p>
          </p:txBody>
        </p:sp>
        <p:cxnSp>
          <p:nvCxnSpPr>
            <p:cNvPr id="104" name="Straight Connector 307">
              <a:extLst>
                <a:ext uri="{FF2B5EF4-FFF2-40B4-BE49-F238E27FC236}">
                  <a16:creationId xmlns:a16="http://schemas.microsoft.com/office/drawing/2014/main" id="{A44FB0A6-3870-1341-B86E-341F2D262CF9}"/>
                </a:ext>
              </a:extLst>
            </p:cNvPr>
            <p:cNvCxnSpPr>
              <a:cxnSpLocks noChangeShapeType="1"/>
            </p:cNvCxnSpPr>
            <p:nvPr/>
          </p:nvCxnSpPr>
          <p:spPr bwMode="auto">
            <a:xfrm>
              <a:off x="2298266" y="4320839"/>
              <a:ext cx="1971675" cy="211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5" name="Straight Connector 308">
              <a:extLst>
                <a:ext uri="{FF2B5EF4-FFF2-40B4-BE49-F238E27FC236}">
                  <a16:creationId xmlns:a16="http://schemas.microsoft.com/office/drawing/2014/main" id="{73D26D64-D8CE-B94B-844B-77A0B18300C5}"/>
                </a:ext>
              </a:extLst>
            </p:cNvPr>
            <p:cNvCxnSpPr>
              <a:cxnSpLocks noChangeShapeType="1"/>
            </p:cNvCxnSpPr>
            <p:nvPr/>
          </p:nvCxnSpPr>
          <p:spPr bwMode="auto">
            <a:xfrm flipV="1">
              <a:off x="2525278" y="4633577"/>
              <a:ext cx="1744663" cy="411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06" name="Straight Connector 309">
              <a:extLst>
                <a:ext uri="{FF2B5EF4-FFF2-40B4-BE49-F238E27FC236}">
                  <a16:creationId xmlns:a16="http://schemas.microsoft.com/office/drawing/2014/main" id="{147CF42E-C79D-4A43-A07C-6F624D99F9DC}"/>
                </a:ext>
              </a:extLst>
            </p:cNvPr>
            <p:cNvCxnSpPr>
              <a:cxnSpLocks noChangeShapeType="1"/>
            </p:cNvCxnSpPr>
            <p:nvPr/>
          </p:nvCxnSpPr>
          <p:spPr bwMode="auto">
            <a:xfrm flipV="1">
              <a:off x="2928503" y="4682789"/>
              <a:ext cx="1431925" cy="755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7" name="Straight Connector 310">
              <a:extLst>
                <a:ext uri="{FF2B5EF4-FFF2-40B4-BE49-F238E27FC236}">
                  <a16:creationId xmlns:a16="http://schemas.microsoft.com/office/drawing/2014/main" id="{1CD624F6-E490-5B49-8694-B3CF2ED457D0}"/>
                </a:ext>
              </a:extLst>
            </p:cNvPr>
            <p:cNvCxnSpPr>
              <a:cxnSpLocks noChangeShapeType="1"/>
            </p:cNvCxnSpPr>
            <p:nvPr/>
          </p:nvCxnSpPr>
          <p:spPr bwMode="auto">
            <a:xfrm flipV="1">
              <a:off x="4520766" y="4703427"/>
              <a:ext cx="57150" cy="12112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8" name="Straight Connector 311">
              <a:extLst>
                <a:ext uri="{FF2B5EF4-FFF2-40B4-BE49-F238E27FC236}">
                  <a16:creationId xmlns:a16="http://schemas.microsoft.com/office/drawing/2014/main" id="{AA608358-EE22-BD40-8B67-8D4C8DB9A83E}"/>
                </a:ext>
              </a:extLst>
            </p:cNvPr>
            <p:cNvCxnSpPr>
              <a:cxnSpLocks noChangeShapeType="1"/>
            </p:cNvCxnSpPr>
            <p:nvPr/>
          </p:nvCxnSpPr>
          <p:spPr bwMode="auto">
            <a:xfrm flipV="1">
              <a:off x="5747903" y="4932027"/>
              <a:ext cx="6350" cy="11350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19" name="Straight Connector 312">
              <a:extLst>
                <a:ext uri="{FF2B5EF4-FFF2-40B4-BE49-F238E27FC236}">
                  <a16:creationId xmlns:a16="http://schemas.microsoft.com/office/drawing/2014/main" id="{37B9C794-C333-D147-8D43-5EF46E002A77}"/>
                </a:ext>
              </a:extLst>
            </p:cNvPr>
            <p:cNvCxnSpPr>
              <a:cxnSpLocks noChangeShapeType="1"/>
            </p:cNvCxnSpPr>
            <p:nvPr/>
          </p:nvCxnSpPr>
          <p:spPr bwMode="auto">
            <a:xfrm flipH="1" flipV="1">
              <a:off x="6055878" y="4881227"/>
              <a:ext cx="506413" cy="1058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0" name="Straight Connector 313">
              <a:extLst>
                <a:ext uri="{FF2B5EF4-FFF2-40B4-BE49-F238E27FC236}">
                  <a16:creationId xmlns:a16="http://schemas.microsoft.com/office/drawing/2014/main" id="{1C0EFD6D-4F46-864D-9BBD-8B254CE6BFF4}"/>
                </a:ext>
              </a:extLst>
            </p:cNvPr>
            <p:cNvCxnSpPr>
              <a:cxnSpLocks noChangeShapeType="1"/>
              <a:endCxn id="134" idx="7"/>
            </p:cNvCxnSpPr>
            <p:nvPr/>
          </p:nvCxnSpPr>
          <p:spPr bwMode="auto">
            <a:xfrm flipH="1" flipV="1">
              <a:off x="7173478" y="4646277"/>
              <a:ext cx="1512888" cy="10826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1" name="Straight Connector 314">
              <a:extLst>
                <a:ext uri="{FF2B5EF4-FFF2-40B4-BE49-F238E27FC236}">
                  <a16:creationId xmlns:a16="http://schemas.microsoft.com/office/drawing/2014/main" id="{3A5CF2BF-F999-BC43-97A2-CC9BCD73F87C}"/>
                </a:ext>
              </a:extLst>
            </p:cNvPr>
            <p:cNvCxnSpPr>
              <a:cxnSpLocks noChangeShapeType="1"/>
            </p:cNvCxnSpPr>
            <p:nvPr/>
          </p:nvCxnSpPr>
          <p:spPr bwMode="auto">
            <a:xfrm flipH="1" flipV="1">
              <a:off x="7230628" y="4524039"/>
              <a:ext cx="2244725" cy="609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32" name="Straight Connector 315">
              <a:extLst>
                <a:ext uri="{FF2B5EF4-FFF2-40B4-BE49-F238E27FC236}">
                  <a16:creationId xmlns:a16="http://schemas.microsoft.com/office/drawing/2014/main" id="{4064FAD7-FFE1-5841-B958-CC3E3023B905}"/>
                </a:ext>
              </a:extLst>
            </p:cNvPr>
            <p:cNvCxnSpPr>
              <a:cxnSpLocks noChangeShapeType="1"/>
              <a:endCxn id="136" idx="5"/>
            </p:cNvCxnSpPr>
            <p:nvPr/>
          </p:nvCxnSpPr>
          <p:spPr bwMode="auto">
            <a:xfrm flipH="1">
              <a:off x="7171891" y="4219239"/>
              <a:ext cx="2076450" cy="1936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3" name="Straight Connector 316">
              <a:extLst>
                <a:ext uri="{FF2B5EF4-FFF2-40B4-BE49-F238E27FC236}">
                  <a16:creationId xmlns:a16="http://schemas.microsoft.com/office/drawing/2014/main" id="{24711AAA-BB0E-7A4B-974E-4325D88EC7E0}"/>
                </a:ext>
              </a:extLst>
            </p:cNvPr>
            <p:cNvCxnSpPr>
              <a:cxnSpLocks noChangeShapeType="1"/>
            </p:cNvCxnSpPr>
            <p:nvPr/>
          </p:nvCxnSpPr>
          <p:spPr bwMode="auto">
            <a:xfrm flipH="1">
              <a:off x="6992503" y="3287377"/>
              <a:ext cx="1422400" cy="4540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4" name="Straight Connector 317">
              <a:extLst>
                <a:ext uri="{FF2B5EF4-FFF2-40B4-BE49-F238E27FC236}">
                  <a16:creationId xmlns:a16="http://schemas.microsoft.com/office/drawing/2014/main" id="{69BCF3BD-863D-334E-9F97-BB51AFA3293D}"/>
                </a:ext>
              </a:extLst>
            </p:cNvPr>
            <p:cNvCxnSpPr>
              <a:cxnSpLocks noChangeShapeType="1"/>
            </p:cNvCxnSpPr>
            <p:nvPr/>
          </p:nvCxnSpPr>
          <p:spPr bwMode="auto">
            <a:xfrm flipH="1">
              <a:off x="6816291" y="2863514"/>
              <a:ext cx="898525" cy="728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45" name="Straight Connector 318">
              <a:extLst>
                <a:ext uri="{FF2B5EF4-FFF2-40B4-BE49-F238E27FC236}">
                  <a16:creationId xmlns:a16="http://schemas.microsoft.com/office/drawing/2014/main" id="{B8B2DF70-94C2-634D-ABC9-F20160CA802F}"/>
                </a:ext>
              </a:extLst>
            </p:cNvPr>
            <p:cNvCxnSpPr>
              <a:cxnSpLocks noChangeShapeType="1"/>
            </p:cNvCxnSpPr>
            <p:nvPr/>
          </p:nvCxnSpPr>
          <p:spPr bwMode="auto">
            <a:xfrm>
              <a:off x="5981266" y="2441239"/>
              <a:ext cx="555625" cy="11255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6" name="Straight Connector 22">
              <a:extLst>
                <a:ext uri="{FF2B5EF4-FFF2-40B4-BE49-F238E27FC236}">
                  <a16:creationId xmlns:a16="http://schemas.microsoft.com/office/drawing/2014/main" id="{16D1153B-5425-1647-A931-B4A2C9D853B8}"/>
                </a:ext>
              </a:extLst>
            </p:cNvPr>
            <p:cNvCxnSpPr>
              <a:cxnSpLocks noChangeShapeType="1"/>
            </p:cNvCxnSpPr>
            <p:nvPr/>
          </p:nvCxnSpPr>
          <p:spPr bwMode="auto">
            <a:xfrm>
              <a:off x="3493653" y="2638089"/>
              <a:ext cx="1230313" cy="7969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7" name="Straight Connector 305">
              <a:extLst>
                <a:ext uri="{FF2B5EF4-FFF2-40B4-BE49-F238E27FC236}">
                  <a16:creationId xmlns:a16="http://schemas.microsoft.com/office/drawing/2014/main" id="{43830B39-2404-A04C-9CC7-B4124D5F56AE}"/>
                </a:ext>
              </a:extLst>
            </p:cNvPr>
            <p:cNvCxnSpPr>
              <a:cxnSpLocks noChangeShapeType="1"/>
            </p:cNvCxnSpPr>
            <p:nvPr/>
          </p:nvCxnSpPr>
          <p:spPr bwMode="auto">
            <a:xfrm>
              <a:off x="2749116" y="2969877"/>
              <a:ext cx="1885950" cy="5191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158" name="Straight Connector 306">
              <a:extLst>
                <a:ext uri="{FF2B5EF4-FFF2-40B4-BE49-F238E27FC236}">
                  <a16:creationId xmlns:a16="http://schemas.microsoft.com/office/drawing/2014/main" id="{5E30D4FB-2873-9E4D-8D7A-D021BF348C2C}"/>
                </a:ext>
              </a:extLst>
            </p:cNvPr>
            <p:cNvCxnSpPr>
              <a:cxnSpLocks noChangeShapeType="1"/>
            </p:cNvCxnSpPr>
            <p:nvPr/>
          </p:nvCxnSpPr>
          <p:spPr bwMode="auto">
            <a:xfrm>
              <a:off x="2361766" y="3338177"/>
              <a:ext cx="2273300" cy="260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0" name="Group 169">
              <a:extLst>
                <a:ext uri="{FF2B5EF4-FFF2-40B4-BE49-F238E27FC236}">
                  <a16:creationId xmlns:a16="http://schemas.microsoft.com/office/drawing/2014/main" id="{8D3ED10C-3292-6842-BD51-5123D926C106}"/>
                </a:ext>
              </a:extLst>
            </p:cNvPr>
            <p:cNvGrpSpPr/>
            <p:nvPr/>
          </p:nvGrpSpPr>
          <p:grpSpPr>
            <a:xfrm>
              <a:off x="4279891" y="4448623"/>
              <a:ext cx="626338" cy="344849"/>
              <a:chOff x="7493876" y="2774731"/>
              <a:chExt cx="1481958" cy="894622"/>
            </a:xfrm>
          </p:grpSpPr>
          <p:sp>
            <p:nvSpPr>
              <p:cNvPr id="171" name="Freeform 170">
                <a:extLst>
                  <a:ext uri="{FF2B5EF4-FFF2-40B4-BE49-F238E27FC236}">
                    <a16:creationId xmlns:a16="http://schemas.microsoft.com/office/drawing/2014/main" id="{AF5B3F2E-DC62-A445-9CEA-1B4CC2C6F2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2" name="Oval 171">
                <a:extLst>
                  <a:ext uri="{FF2B5EF4-FFF2-40B4-BE49-F238E27FC236}">
                    <a16:creationId xmlns:a16="http://schemas.microsoft.com/office/drawing/2014/main" id="{A18BFFCD-8F5C-634F-9DA2-26E93BA06B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3" name="Group 172">
                <a:extLst>
                  <a:ext uri="{FF2B5EF4-FFF2-40B4-BE49-F238E27FC236}">
                    <a16:creationId xmlns:a16="http://schemas.microsoft.com/office/drawing/2014/main" id="{5A77A58E-6CAF-BE4E-BE2C-AA3FF2980388}"/>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26ADAFF5-7151-464F-A1D2-5B908BDFDE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3DF4D1D4-450D-1342-8445-0B3867D5EB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6EBE75F-36C0-304E-AD2E-BF739CBDB6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0849EB5F-BD97-524E-A510-D4AEF9E68C9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6" name="Group 185">
              <a:extLst>
                <a:ext uri="{FF2B5EF4-FFF2-40B4-BE49-F238E27FC236}">
                  <a16:creationId xmlns:a16="http://schemas.microsoft.com/office/drawing/2014/main" id="{9249E51B-3709-8544-8EBC-8AB3241C5628}"/>
                </a:ext>
              </a:extLst>
            </p:cNvPr>
            <p:cNvGrpSpPr/>
            <p:nvPr/>
          </p:nvGrpSpPr>
          <p:grpSpPr>
            <a:xfrm>
              <a:off x="6344372" y="3546134"/>
              <a:ext cx="626338" cy="344849"/>
              <a:chOff x="7493876" y="2774731"/>
              <a:chExt cx="1481958" cy="894622"/>
            </a:xfrm>
          </p:grpSpPr>
          <p:sp>
            <p:nvSpPr>
              <p:cNvPr id="187" name="Freeform 186">
                <a:extLst>
                  <a:ext uri="{FF2B5EF4-FFF2-40B4-BE49-F238E27FC236}">
                    <a16:creationId xmlns:a16="http://schemas.microsoft.com/office/drawing/2014/main" id="{8B2B749E-82DC-A647-A925-082B5F12E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8" name="Oval 187">
                <a:extLst>
                  <a:ext uri="{FF2B5EF4-FFF2-40B4-BE49-F238E27FC236}">
                    <a16:creationId xmlns:a16="http://schemas.microsoft.com/office/drawing/2014/main" id="{8235F754-60E1-8D44-BEB1-2F76405A70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9" name="Group 188">
                <a:extLst>
                  <a:ext uri="{FF2B5EF4-FFF2-40B4-BE49-F238E27FC236}">
                    <a16:creationId xmlns:a16="http://schemas.microsoft.com/office/drawing/2014/main" id="{7060DE65-3570-5D48-8CD1-728004D88F8B}"/>
                  </a:ext>
                </a:extLst>
              </p:cNvPr>
              <p:cNvGrpSpPr/>
              <p:nvPr/>
            </p:nvGrpSpPr>
            <p:grpSpPr>
              <a:xfrm>
                <a:off x="7713663" y="2848339"/>
                <a:ext cx="1042107" cy="425543"/>
                <a:chOff x="7786941" y="2884917"/>
                <a:chExt cx="897649" cy="353919"/>
              </a:xfrm>
            </p:grpSpPr>
            <p:sp>
              <p:nvSpPr>
                <p:cNvPr id="190" name="Freeform 189">
                  <a:extLst>
                    <a:ext uri="{FF2B5EF4-FFF2-40B4-BE49-F238E27FC236}">
                      <a16:creationId xmlns:a16="http://schemas.microsoft.com/office/drawing/2014/main" id="{87375788-4382-AB45-B7D1-0E0571D5D7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EA797771-2310-F648-8131-96EB5DDDEA7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34351CF5-722D-6E45-B9B4-B74CF8267C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D7F27777-9A21-6E43-8C43-068B6DA068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BC5668ED-718E-7149-A428-C5FDE1A8F2C2}"/>
                </a:ext>
              </a:extLst>
            </p:cNvPr>
            <p:cNvGrpSpPr/>
            <p:nvPr/>
          </p:nvGrpSpPr>
          <p:grpSpPr>
            <a:xfrm>
              <a:off x="6727154" y="4298718"/>
              <a:ext cx="626338" cy="344849"/>
              <a:chOff x="7493876" y="2774731"/>
              <a:chExt cx="1481958" cy="894622"/>
            </a:xfrm>
          </p:grpSpPr>
          <p:sp>
            <p:nvSpPr>
              <p:cNvPr id="195" name="Freeform 194">
                <a:extLst>
                  <a:ext uri="{FF2B5EF4-FFF2-40B4-BE49-F238E27FC236}">
                    <a16:creationId xmlns:a16="http://schemas.microsoft.com/office/drawing/2014/main" id="{FCAB3AFD-6DB9-C442-A62C-8A8B732A62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6" name="Oval 195">
                <a:extLst>
                  <a:ext uri="{FF2B5EF4-FFF2-40B4-BE49-F238E27FC236}">
                    <a16:creationId xmlns:a16="http://schemas.microsoft.com/office/drawing/2014/main" id="{0EAF15E0-132D-554B-9001-06C01643B87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7" name="Group 196">
                <a:extLst>
                  <a:ext uri="{FF2B5EF4-FFF2-40B4-BE49-F238E27FC236}">
                    <a16:creationId xmlns:a16="http://schemas.microsoft.com/office/drawing/2014/main" id="{C58E5E7D-3560-7342-83C6-FD4806F3BF67}"/>
                  </a:ext>
                </a:extLst>
              </p:cNvPr>
              <p:cNvGrpSpPr/>
              <p:nvPr/>
            </p:nvGrpSpPr>
            <p:grpSpPr>
              <a:xfrm>
                <a:off x="7713663" y="2848339"/>
                <a:ext cx="1042107" cy="425543"/>
                <a:chOff x="7786941" y="2884917"/>
                <a:chExt cx="897649" cy="353919"/>
              </a:xfrm>
            </p:grpSpPr>
            <p:sp>
              <p:nvSpPr>
                <p:cNvPr id="198" name="Freeform 197">
                  <a:extLst>
                    <a:ext uri="{FF2B5EF4-FFF2-40B4-BE49-F238E27FC236}">
                      <a16:creationId xmlns:a16="http://schemas.microsoft.com/office/drawing/2014/main" id="{96474702-4E83-B140-9353-7232FED2DA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704FE3B4-8535-A049-8BE0-D714266137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AD9D8A02-2060-EB4E-837D-D4075DAD5B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1" name="Freeform 200">
                  <a:extLst>
                    <a:ext uri="{FF2B5EF4-FFF2-40B4-BE49-F238E27FC236}">
                      <a16:creationId xmlns:a16="http://schemas.microsoft.com/office/drawing/2014/main" id="{AB1E681A-CFFC-4449-8876-69516FD66E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201">
              <a:extLst>
                <a:ext uri="{FF2B5EF4-FFF2-40B4-BE49-F238E27FC236}">
                  <a16:creationId xmlns:a16="http://schemas.microsoft.com/office/drawing/2014/main" id="{2A3E53DB-9306-AE4A-8DC3-72F1126238AB}"/>
                </a:ext>
              </a:extLst>
            </p:cNvPr>
            <p:cNvGrpSpPr/>
            <p:nvPr/>
          </p:nvGrpSpPr>
          <p:grpSpPr>
            <a:xfrm>
              <a:off x="5837682" y="4055837"/>
              <a:ext cx="626338" cy="344849"/>
              <a:chOff x="7493876" y="2774731"/>
              <a:chExt cx="1481958" cy="894622"/>
            </a:xfrm>
          </p:grpSpPr>
          <p:sp>
            <p:nvSpPr>
              <p:cNvPr id="203" name="Freeform 202">
                <a:extLst>
                  <a:ext uri="{FF2B5EF4-FFF2-40B4-BE49-F238E27FC236}">
                    <a16:creationId xmlns:a16="http://schemas.microsoft.com/office/drawing/2014/main" id="{23A50BEC-6839-6249-8340-553653C9F3E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4" name="Oval 203">
                <a:extLst>
                  <a:ext uri="{FF2B5EF4-FFF2-40B4-BE49-F238E27FC236}">
                    <a16:creationId xmlns:a16="http://schemas.microsoft.com/office/drawing/2014/main" id="{139D06A7-73C5-BD45-A9F0-F14D86056FB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5" name="Group 204">
                <a:extLst>
                  <a:ext uri="{FF2B5EF4-FFF2-40B4-BE49-F238E27FC236}">
                    <a16:creationId xmlns:a16="http://schemas.microsoft.com/office/drawing/2014/main" id="{8E8DBC47-79AC-FA4D-BF05-3127B22237B1}"/>
                  </a:ext>
                </a:extLst>
              </p:cNvPr>
              <p:cNvGrpSpPr/>
              <p:nvPr/>
            </p:nvGrpSpPr>
            <p:grpSpPr>
              <a:xfrm>
                <a:off x="7713663" y="2848339"/>
                <a:ext cx="1042107" cy="425543"/>
                <a:chOff x="7786941" y="2884917"/>
                <a:chExt cx="897649" cy="353919"/>
              </a:xfrm>
            </p:grpSpPr>
            <p:sp>
              <p:nvSpPr>
                <p:cNvPr id="206" name="Freeform 205">
                  <a:extLst>
                    <a:ext uri="{FF2B5EF4-FFF2-40B4-BE49-F238E27FC236}">
                      <a16:creationId xmlns:a16="http://schemas.microsoft.com/office/drawing/2014/main" id="{55A875E1-1C0C-BE48-9F7D-06A55781C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67498647-B4D8-9746-BC44-7D18EF8D4A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02B1A2C2-6A3B-8343-9ACC-9BCACF74E55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89238A76-5F43-5145-9757-5BA264DB5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0" name="Group 209">
              <a:extLst>
                <a:ext uri="{FF2B5EF4-FFF2-40B4-BE49-F238E27FC236}">
                  <a16:creationId xmlns:a16="http://schemas.microsoft.com/office/drawing/2014/main" id="{BC98A5EA-E7C9-6D48-B559-20AE118CA200}"/>
                </a:ext>
              </a:extLst>
            </p:cNvPr>
            <p:cNvGrpSpPr/>
            <p:nvPr/>
          </p:nvGrpSpPr>
          <p:grpSpPr>
            <a:xfrm>
              <a:off x="5550814" y="4588885"/>
              <a:ext cx="626338" cy="344849"/>
              <a:chOff x="7493876" y="2774731"/>
              <a:chExt cx="1481958" cy="894622"/>
            </a:xfrm>
          </p:grpSpPr>
          <p:sp>
            <p:nvSpPr>
              <p:cNvPr id="211" name="Freeform 210">
                <a:extLst>
                  <a:ext uri="{FF2B5EF4-FFF2-40B4-BE49-F238E27FC236}">
                    <a16:creationId xmlns:a16="http://schemas.microsoft.com/office/drawing/2014/main" id="{ED928890-6207-9F46-8A7A-01958D0F39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78B2235-D6AB-324C-8E9B-876E878982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DE505999-AA84-A544-B8FD-7BB84F2E7EF9}"/>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25C3A460-D965-B840-891C-9DF90ECA3F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DD91DEED-0EBA-CE48-87EB-A1835EB8C8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BC6939A6-8BA6-DC44-A174-DEE1D61224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5F1FEBF6-2BE1-D040-8F48-BCFF7C3342E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680EAB27-8941-0E46-9318-9C5485721F6A}"/>
                </a:ext>
              </a:extLst>
            </p:cNvPr>
            <p:cNvGrpSpPr/>
            <p:nvPr/>
          </p:nvGrpSpPr>
          <p:grpSpPr>
            <a:xfrm>
              <a:off x="4962853" y="4139117"/>
              <a:ext cx="626338" cy="344849"/>
              <a:chOff x="7493876" y="2774731"/>
              <a:chExt cx="1481958" cy="894622"/>
            </a:xfrm>
          </p:grpSpPr>
          <p:sp>
            <p:nvSpPr>
              <p:cNvPr id="219" name="Freeform 218">
                <a:extLst>
                  <a:ext uri="{FF2B5EF4-FFF2-40B4-BE49-F238E27FC236}">
                    <a16:creationId xmlns:a16="http://schemas.microsoft.com/office/drawing/2014/main" id="{D3130ED8-B307-CD47-9B74-80319EF67F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9291ADAC-9C4E-9F4D-96E9-D13555EB14B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74E4CB4F-B5D0-7C47-9A28-6987D652A4C4}"/>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F870E08A-018D-1F44-8ACC-FA1F573C65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EBE1B8CE-F23E-1A49-A516-714D15BC8A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D943ED8F-A614-BD4E-81BC-61373A7DDB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81DAC616-5065-C743-888A-4F351E853AC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CDCBB0B3-22DC-2B43-8452-B329C27907E4}"/>
                </a:ext>
              </a:extLst>
            </p:cNvPr>
            <p:cNvGrpSpPr/>
            <p:nvPr/>
          </p:nvGrpSpPr>
          <p:grpSpPr>
            <a:xfrm>
              <a:off x="5243803" y="3734721"/>
              <a:ext cx="626338" cy="344849"/>
              <a:chOff x="7493876" y="2774731"/>
              <a:chExt cx="1481958" cy="894622"/>
            </a:xfrm>
          </p:grpSpPr>
          <p:sp>
            <p:nvSpPr>
              <p:cNvPr id="227" name="Freeform 226">
                <a:extLst>
                  <a:ext uri="{FF2B5EF4-FFF2-40B4-BE49-F238E27FC236}">
                    <a16:creationId xmlns:a16="http://schemas.microsoft.com/office/drawing/2014/main" id="{DB510E5F-CEA5-514D-A3A5-9AF094148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58E5BBB0-7153-5D4A-824A-DC05BB73CF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CE212987-63DF-8244-A29C-CFEB2D3458B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173793BB-A7E5-5142-A69A-3F3E7F4F0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0CA09D46-EB5A-4B43-BA2C-00403BFFEA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8B0C3147-4509-3045-9528-A46FD3A6FE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BF5B6EA0-DDA9-EE41-9EAB-6346C6B64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234" name="Straight Connector 318">
              <a:extLst>
                <a:ext uri="{FF2B5EF4-FFF2-40B4-BE49-F238E27FC236}">
                  <a16:creationId xmlns:a16="http://schemas.microsoft.com/office/drawing/2014/main" id="{6392C9F2-F064-7B43-8D38-9751282AB69D}"/>
                </a:ext>
              </a:extLst>
            </p:cNvPr>
            <p:cNvCxnSpPr>
              <a:cxnSpLocks noChangeShapeType="1"/>
              <a:endCxn id="182" idx="9"/>
            </p:cNvCxnSpPr>
            <p:nvPr/>
          </p:nvCxnSpPr>
          <p:spPr bwMode="auto">
            <a:xfrm flipH="1">
              <a:off x="4883204" y="2316723"/>
              <a:ext cx="105898" cy="11266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8" name="Group 177">
              <a:extLst>
                <a:ext uri="{FF2B5EF4-FFF2-40B4-BE49-F238E27FC236}">
                  <a16:creationId xmlns:a16="http://schemas.microsoft.com/office/drawing/2014/main" id="{A8B77585-106B-B840-A3D7-EF8EF8A926E1}"/>
                </a:ext>
              </a:extLst>
            </p:cNvPr>
            <p:cNvGrpSpPr/>
            <p:nvPr/>
          </p:nvGrpSpPr>
          <p:grpSpPr>
            <a:xfrm>
              <a:off x="4570926" y="3361080"/>
              <a:ext cx="626338" cy="344849"/>
              <a:chOff x="7493876" y="2774731"/>
              <a:chExt cx="1481958" cy="894622"/>
            </a:xfrm>
          </p:grpSpPr>
          <p:sp>
            <p:nvSpPr>
              <p:cNvPr id="179" name="Freeform 178">
                <a:extLst>
                  <a:ext uri="{FF2B5EF4-FFF2-40B4-BE49-F238E27FC236}">
                    <a16:creationId xmlns:a16="http://schemas.microsoft.com/office/drawing/2014/main" id="{886D6656-BD5A-3C4A-BD70-9C3406F00B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32BE4FB4-6FD4-2245-BF1D-B6537CA2C9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9B236B01-C685-F04B-8BFD-171244EDF32E}"/>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7B762431-F9D6-2F40-9BC3-7E439F0E51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6CE4F783-C3B9-5C4C-BE5B-3CC65A008A4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7412CE03-F350-D146-87E5-5077C7F550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E9EC2D30-9A26-A84B-BEB8-EA1DBEF0922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sp>
        <p:nvSpPr>
          <p:cNvPr id="151" name="Slide Number Placeholder 5">
            <a:extLst>
              <a:ext uri="{FF2B5EF4-FFF2-40B4-BE49-F238E27FC236}">
                <a16:creationId xmlns:a16="http://schemas.microsoft.com/office/drawing/2014/main" id="{DBCFF5DE-5066-9B4F-A753-70AC2CEF8F0F}"/>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40</a:t>
            </a:fld>
            <a:endParaRPr lang="en-US" dirty="0"/>
          </a:p>
        </p:txBody>
      </p:sp>
    </p:spTree>
    <p:extLst>
      <p:ext uri="{BB962C8B-B14F-4D97-AF65-F5344CB8AC3E}">
        <p14:creationId xmlns:p14="http://schemas.microsoft.com/office/powerpoint/2010/main" val="3884457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4" name="Straight Connector 500">
            <a:extLst>
              <a:ext uri="{FF2B5EF4-FFF2-40B4-BE49-F238E27FC236}">
                <a16:creationId xmlns:a16="http://schemas.microsoft.com/office/drawing/2014/main" id="{1B992F92-593B-A846-BD86-3EA9B3B7BADD}"/>
              </a:ext>
            </a:extLst>
          </p:cNvPr>
          <p:cNvCxnSpPr>
            <a:cxnSpLocks noChangeShapeType="1"/>
          </p:cNvCxnSpPr>
          <p:nvPr/>
        </p:nvCxnSpPr>
        <p:spPr bwMode="auto">
          <a:xfrm>
            <a:off x="2789150" y="2906616"/>
            <a:ext cx="83185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5" name="Straight Connector 501">
            <a:extLst>
              <a:ext uri="{FF2B5EF4-FFF2-40B4-BE49-F238E27FC236}">
                <a16:creationId xmlns:a16="http://schemas.microsoft.com/office/drawing/2014/main" id="{56296F92-1F9C-784A-A6FD-76A4CAC7D08E}"/>
              </a:ext>
            </a:extLst>
          </p:cNvPr>
          <p:cNvCxnSpPr>
            <a:cxnSpLocks noChangeShapeType="1"/>
          </p:cNvCxnSpPr>
          <p:nvPr/>
        </p:nvCxnSpPr>
        <p:spPr bwMode="auto">
          <a:xfrm flipV="1">
            <a:off x="2385925" y="3030441"/>
            <a:ext cx="1303338" cy="2778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1" name="Straight Connector 509">
            <a:extLst>
              <a:ext uri="{FF2B5EF4-FFF2-40B4-BE49-F238E27FC236}">
                <a16:creationId xmlns:a16="http://schemas.microsoft.com/office/drawing/2014/main" id="{711A581A-76D7-8A4E-B14E-08BFC2886934}"/>
              </a:ext>
            </a:extLst>
          </p:cNvPr>
          <p:cNvCxnSpPr>
            <a:cxnSpLocks noChangeShapeType="1"/>
          </p:cNvCxnSpPr>
          <p:nvPr/>
        </p:nvCxnSpPr>
        <p:spPr bwMode="auto">
          <a:xfrm flipH="1" flipV="1">
            <a:off x="6470563" y="4751291"/>
            <a:ext cx="285750" cy="1160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2" name="Straight Connector 510">
            <a:extLst>
              <a:ext uri="{FF2B5EF4-FFF2-40B4-BE49-F238E27FC236}">
                <a16:creationId xmlns:a16="http://schemas.microsoft.com/office/drawing/2014/main" id="{9625A981-0B96-9844-866B-6519CD7ED418}"/>
              </a:ext>
            </a:extLst>
          </p:cNvPr>
          <p:cNvCxnSpPr>
            <a:cxnSpLocks noChangeShapeType="1"/>
          </p:cNvCxnSpPr>
          <p:nvPr/>
        </p:nvCxnSpPr>
        <p:spPr bwMode="auto">
          <a:xfrm flipH="1" flipV="1">
            <a:off x="5219613" y="5102128"/>
            <a:ext cx="371475" cy="973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3" name="Straight Connector 511">
            <a:extLst>
              <a:ext uri="{FF2B5EF4-FFF2-40B4-BE49-F238E27FC236}">
                <a16:creationId xmlns:a16="http://schemas.microsoft.com/office/drawing/2014/main" id="{6746459F-2A00-6149-8E52-E5B91018DC08}"/>
              </a:ext>
            </a:extLst>
          </p:cNvPr>
          <p:cNvCxnSpPr>
            <a:cxnSpLocks noChangeShapeType="1"/>
          </p:cNvCxnSpPr>
          <p:nvPr/>
        </p:nvCxnSpPr>
        <p:spPr bwMode="auto">
          <a:xfrm flipH="1" flipV="1">
            <a:off x="4295688" y="5249766"/>
            <a:ext cx="244475" cy="661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6" name="Straight Connector 514">
            <a:extLst>
              <a:ext uri="{FF2B5EF4-FFF2-40B4-BE49-F238E27FC236}">
                <a16:creationId xmlns:a16="http://schemas.microsoft.com/office/drawing/2014/main" id="{B47AA23F-334E-EE4A-AD28-304C351DF1A9}"/>
              </a:ext>
            </a:extLst>
          </p:cNvPr>
          <p:cNvCxnSpPr>
            <a:cxnSpLocks noChangeShapeType="1"/>
          </p:cNvCxnSpPr>
          <p:nvPr/>
        </p:nvCxnSpPr>
        <p:spPr bwMode="auto">
          <a:xfrm>
            <a:off x="2306550" y="4433791"/>
            <a:ext cx="996950" cy="4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63204"/>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75000"/>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But if one global ISP is viable business, there will be competitors ….</a:t>
            </a:r>
          </a:p>
        </p:txBody>
      </p:sp>
      <p:grpSp>
        <p:nvGrpSpPr>
          <p:cNvPr id="1045" name="Group 1044">
            <a:extLst>
              <a:ext uri="{FF2B5EF4-FFF2-40B4-BE49-F238E27FC236}">
                <a16:creationId xmlns:a16="http://schemas.microsoft.com/office/drawing/2014/main" id="{13AACC9B-D105-3043-AF8C-2081E48072E8}"/>
              </a:ext>
            </a:extLst>
          </p:cNvPr>
          <p:cNvGrpSpPr/>
          <p:nvPr/>
        </p:nvGrpSpPr>
        <p:grpSpPr>
          <a:xfrm>
            <a:off x="6429198" y="3852093"/>
            <a:ext cx="541338" cy="223023"/>
            <a:chOff x="7493876" y="2774731"/>
            <a:chExt cx="1481958" cy="894622"/>
          </a:xfrm>
        </p:grpSpPr>
        <p:sp>
          <p:nvSpPr>
            <p:cNvPr id="1046" name="Freeform 1045">
              <a:extLst>
                <a:ext uri="{FF2B5EF4-FFF2-40B4-BE49-F238E27FC236}">
                  <a16:creationId xmlns:a16="http://schemas.microsoft.com/office/drawing/2014/main" id="{B7B0BC27-BE66-1B42-90F2-4AFF26604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7" name="Oval 1046">
              <a:extLst>
                <a:ext uri="{FF2B5EF4-FFF2-40B4-BE49-F238E27FC236}">
                  <a16:creationId xmlns:a16="http://schemas.microsoft.com/office/drawing/2014/main" id="{30116168-B8A9-FD48-B8B5-E681701C3D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8" name="Group 1047">
              <a:extLst>
                <a:ext uri="{FF2B5EF4-FFF2-40B4-BE49-F238E27FC236}">
                  <a16:creationId xmlns:a16="http://schemas.microsoft.com/office/drawing/2014/main" id="{CA313D00-0D33-FC49-8950-EDEC9F452EAF}"/>
                </a:ext>
              </a:extLst>
            </p:cNvPr>
            <p:cNvGrpSpPr/>
            <p:nvPr/>
          </p:nvGrpSpPr>
          <p:grpSpPr>
            <a:xfrm>
              <a:off x="7713663" y="2848339"/>
              <a:ext cx="1042107" cy="425543"/>
              <a:chOff x="7786941" y="2884917"/>
              <a:chExt cx="897649" cy="353919"/>
            </a:xfrm>
          </p:grpSpPr>
          <p:sp>
            <p:nvSpPr>
              <p:cNvPr id="1049" name="Freeform 1048">
                <a:extLst>
                  <a:ext uri="{FF2B5EF4-FFF2-40B4-BE49-F238E27FC236}">
                    <a16:creationId xmlns:a16="http://schemas.microsoft.com/office/drawing/2014/main" id="{2AE2726E-398A-114F-BD06-5D40F44C29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0" name="Freeform 1049">
                <a:extLst>
                  <a:ext uri="{FF2B5EF4-FFF2-40B4-BE49-F238E27FC236}">
                    <a16:creationId xmlns:a16="http://schemas.microsoft.com/office/drawing/2014/main" id="{ECEA4EC6-C1A5-0046-8E99-A2A3F0DE5D9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1" name="Freeform 1050">
                <a:extLst>
                  <a:ext uri="{FF2B5EF4-FFF2-40B4-BE49-F238E27FC236}">
                    <a16:creationId xmlns:a16="http://schemas.microsoft.com/office/drawing/2014/main" id="{1BDD0618-3607-1348-95E5-E5949ECA37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2" name="Freeform 1051">
                <a:extLst>
                  <a:ext uri="{FF2B5EF4-FFF2-40B4-BE49-F238E27FC236}">
                    <a16:creationId xmlns:a16="http://schemas.microsoft.com/office/drawing/2014/main" id="{FE13DCB8-AE9D-2F44-86DA-BA0A822B453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Slide Number Placeholder 5">
            <a:extLst>
              <a:ext uri="{FF2B5EF4-FFF2-40B4-BE49-F238E27FC236}">
                <a16:creationId xmlns:a16="http://schemas.microsoft.com/office/drawing/2014/main" id="{50D1D034-7E8B-0C45-AB5E-88F706E9D76B}"/>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41</a:t>
            </a:fld>
            <a:endParaRPr lang="en-US" dirty="0"/>
          </a:p>
        </p:txBody>
      </p:sp>
    </p:spTree>
    <p:extLst>
      <p:ext uri="{BB962C8B-B14F-4D97-AF65-F5344CB8AC3E}">
        <p14:creationId xmlns:p14="http://schemas.microsoft.com/office/powerpoint/2010/main" val="186600359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4" name="Straight Connector 500">
            <a:extLst>
              <a:ext uri="{FF2B5EF4-FFF2-40B4-BE49-F238E27FC236}">
                <a16:creationId xmlns:a16="http://schemas.microsoft.com/office/drawing/2014/main" id="{1B992F92-593B-A846-BD86-3EA9B3B7BADD}"/>
              </a:ext>
            </a:extLst>
          </p:cNvPr>
          <p:cNvCxnSpPr>
            <a:cxnSpLocks noChangeShapeType="1"/>
          </p:cNvCxnSpPr>
          <p:nvPr/>
        </p:nvCxnSpPr>
        <p:spPr bwMode="auto">
          <a:xfrm>
            <a:off x="2789150" y="2906616"/>
            <a:ext cx="83185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5" name="Straight Connector 501">
            <a:extLst>
              <a:ext uri="{FF2B5EF4-FFF2-40B4-BE49-F238E27FC236}">
                <a16:creationId xmlns:a16="http://schemas.microsoft.com/office/drawing/2014/main" id="{56296F92-1F9C-784A-A6FD-76A4CAC7D08E}"/>
              </a:ext>
            </a:extLst>
          </p:cNvPr>
          <p:cNvCxnSpPr>
            <a:cxnSpLocks noChangeShapeType="1"/>
          </p:cNvCxnSpPr>
          <p:nvPr/>
        </p:nvCxnSpPr>
        <p:spPr bwMode="auto">
          <a:xfrm flipV="1">
            <a:off x="2385925" y="3030441"/>
            <a:ext cx="1303338" cy="2778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1" name="Straight Connector 509">
            <a:extLst>
              <a:ext uri="{FF2B5EF4-FFF2-40B4-BE49-F238E27FC236}">
                <a16:creationId xmlns:a16="http://schemas.microsoft.com/office/drawing/2014/main" id="{711A581A-76D7-8A4E-B14E-08BFC2886934}"/>
              </a:ext>
            </a:extLst>
          </p:cNvPr>
          <p:cNvCxnSpPr>
            <a:cxnSpLocks noChangeShapeType="1"/>
          </p:cNvCxnSpPr>
          <p:nvPr/>
        </p:nvCxnSpPr>
        <p:spPr bwMode="auto">
          <a:xfrm flipH="1" flipV="1">
            <a:off x="6470563" y="4751291"/>
            <a:ext cx="285750" cy="1160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2" name="Straight Connector 510">
            <a:extLst>
              <a:ext uri="{FF2B5EF4-FFF2-40B4-BE49-F238E27FC236}">
                <a16:creationId xmlns:a16="http://schemas.microsoft.com/office/drawing/2014/main" id="{9625A981-0B96-9844-866B-6519CD7ED418}"/>
              </a:ext>
            </a:extLst>
          </p:cNvPr>
          <p:cNvCxnSpPr>
            <a:cxnSpLocks noChangeShapeType="1"/>
          </p:cNvCxnSpPr>
          <p:nvPr/>
        </p:nvCxnSpPr>
        <p:spPr bwMode="auto">
          <a:xfrm flipH="1" flipV="1">
            <a:off x="5219613" y="5102128"/>
            <a:ext cx="371475" cy="973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3" name="Straight Connector 511">
            <a:extLst>
              <a:ext uri="{FF2B5EF4-FFF2-40B4-BE49-F238E27FC236}">
                <a16:creationId xmlns:a16="http://schemas.microsoft.com/office/drawing/2014/main" id="{6746459F-2A00-6149-8E52-E5B91018DC08}"/>
              </a:ext>
            </a:extLst>
          </p:cNvPr>
          <p:cNvCxnSpPr>
            <a:cxnSpLocks noChangeShapeType="1"/>
          </p:cNvCxnSpPr>
          <p:nvPr/>
        </p:nvCxnSpPr>
        <p:spPr bwMode="auto">
          <a:xfrm flipH="1" flipV="1">
            <a:off x="4295688" y="5249766"/>
            <a:ext cx="244475" cy="661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6" name="Straight Connector 514">
            <a:extLst>
              <a:ext uri="{FF2B5EF4-FFF2-40B4-BE49-F238E27FC236}">
                <a16:creationId xmlns:a16="http://schemas.microsoft.com/office/drawing/2014/main" id="{B47AA23F-334E-EE4A-AD28-304C351DF1A9}"/>
              </a:ext>
            </a:extLst>
          </p:cNvPr>
          <p:cNvCxnSpPr>
            <a:cxnSpLocks noChangeShapeType="1"/>
          </p:cNvCxnSpPr>
          <p:nvPr/>
        </p:nvCxnSpPr>
        <p:spPr bwMode="auto">
          <a:xfrm>
            <a:off x="2306550" y="4433791"/>
            <a:ext cx="996950" cy="4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grpSp>
        <p:nvGrpSpPr>
          <p:cNvPr id="8" name="Group 5">
            <a:extLst>
              <a:ext uri="{FF2B5EF4-FFF2-40B4-BE49-F238E27FC236}">
                <a16:creationId xmlns:a16="http://schemas.microsoft.com/office/drawing/2014/main" id="{46642623-D12F-244E-880B-721FA1B9DBED}"/>
              </a:ext>
            </a:extLst>
          </p:cNvPr>
          <p:cNvGrpSpPr>
            <a:grpSpLocks/>
          </p:cNvGrpSpPr>
          <p:nvPr/>
        </p:nvGrpSpPr>
        <p:grpSpPr bwMode="auto">
          <a:xfrm>
            <a:off x="1619894" y="1918514"/>
            <a:ext cx="8437563" cy="4559300"/>
            <a:chOff x="154891" y="1905681"/>
            <a:chExt cx="8436427" cy="4559651"/>
          </a:xfrm>
        </p:grpSpPr>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1529396" y="2297655"/>
              <a:ext cx="648422" cy="418253"/>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373696" y="3097755"/>
              <a:ext cx="648422" cy="418253"/>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6037896" y="2551655"/>
              <a:ext cx="648422" cy="418253"/>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945196" y="5409155"/>
              <a:ext cx="648422" cy="418253"/>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526096" y="4786855"/>
              <a:ext cx="648422" cy="418253"/>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297496" y="4126455"/>
              <a:ext cx="648422" cy="418253"/>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6787196" y="2983455"/>
              <a:ext cx="648422" cy="418253"/>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3129596" y="2056355"/>
              <a:ext cx="648422" cy="418253"/>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754696" y="2704055"/>
              <a:ext cx="648422" cy="418253"/>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4043996" y="2030955"/>
              <a:ext cx="648422" cy="418253"/>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7104696" y="5663155"/>
              <a:ext cx="648422" cy="418253"/>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7942896" y="5015455"/>
              <a:ext cx="648422" cy="418253"/>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7714296" y="4101055"/>
              <a:ext cx="648422" cy="418253"/>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4869496" y="5904455"/>
              <a:ext cx="648422" cy="418253"/>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3955096" y="6044155"/>
              <a:ext cx="648422" cy="418253"/>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2735896" y="5891755"/>
              <a:ext cx="648422" cy="418253"/>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5143500" y="19558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7429500" y="3429000"/>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6098241" y="5942112"/>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9948738">
              <a:off x="1730786" y="5845469"/>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4992697">
              <a:off x="144631" y="3539025"/>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1017263">
              <a:off x="2330376" y="1905681"/>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63204"/>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75000"/>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But if one global ISP is viable business, there will be competitors …. who will want to be connected</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12" name="Group 39945">
            <a:extLst>
              <a:ext uri="{FF2B5EF4-FFF2-40B4-BE49-F238E27FC236}">
                <a16:creationId xmlns:a16="http://schemas.microsoft.com/office/drawing/2014/main" id="{4F08D3C4-6595-F647-9CFE-E885FE9A560B}"/>
              </a:ext>
            </a:extLst>
          </p:cNvPr>
          <p:cNvGrpSpPr>
            <a:grpSpLocks/>
          </p:cNvGrpSpPr>
          <p:nvPr/>
        </p:nvGrpSpPr>
        <p:grpSpPr bwMode="auto">
          <a:xfrm>
            <a:off x="5775500" y="5015078"/>
            <a:ext cx="1792625" cy="741248"/>
            <a:chOff x="4686300" y="4864100"/>
            <a:chExt cx="1792244" cy="740764"/>
          </a:xfrm>
        </p:grpSpPr>
        <p:sp>
          <p:nvSpPr>
            <p:cNvPr id="313" name="TextBox 39940">
              <a:extLst>
                <a:ext uri="{FF2B5EF4-FFF2-40B4-BE49-F238E27FC236}">
                  <a16:creationId xmlns:a16="http://schemas.microsoft.com/office/drawing/2014/main" id="{FD61504F-D5F3-AD41-A564-0F2130ECCC8D}"/>
                </a:ext>
              </a:extLst>
            </p:cNvPr>
            <p:cNvSpPr txBox="1">
              <a:spLocks noChangeArrowheads="1"/>
            </p:cNvSpPr>
            <p:nvPr/>
          </p:nvSpPr>
          <p:spPr bwMode="auto">
            <a:xfrm>
              <a:off x="4838700" y="5143500"/>
              <a:ext cx="1639844" cy="46136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peering link</a:t>
              </a:r>
            </a:p>
          </p:txBody>
        </p:sp>
        <p:cxnSp>
          <p:nvCxnSpPr>
            <p:cNvPr id="314" name="Straight Connector 39943">
              <a:extLst>
                <a:ext uri="{FF2B5EF4-FFF2-40B4-BE49-F238E27FC236}">
                  <a16:creationId xmlns:a16="http://schemas.microsoft.com/office/drawing/2014/main" id="{662FE684-E2A5-2840-A5C2-6BFF91F3187F}"/>
                </a:ext>
              </a:extLst>
            </p:cNvPr>
            <p:cNvCxnSpPr>
              <a:cxnSpLocks noChangeShapeType="1"/>
            </p:cNvCxnSpPr>
            <p:nvPr/>
          </p:nvCxnSpPr>
          <p:spPr bwMode="auto">
            <a:xfrm>
              <a:off x="4686300" y="4864100"/>
              <a:ext cx="266700" cy="41910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cxnSp>
      </p:grpSp>
      <p:grpSp>
        <p:nvGrpSpPr>
          <p:cNvPr id="315" name="Group 39950">
            <a:extLst>
              <a:ext uri="{FF2B5EF4-FFF2-40B4-BE49-F238E27FC236}">
                <a16:creationId xmlns:a16="http://schemas.microsoft.com/office/drawing/2014/main" id="{8A4AC5CF-4E2B-1A42-BCF8-69BC9F1FCC3D}"/>
              </a:ext>
            </a:extLst>
          </p:cNvPr>
          <p:cNvGrpSpPr>
            <a:grpSpLocks/>
          </p:cNvGrpSpPr>
          <p:nvPr/>
        </p:nvGrpSpPr>
        <p:grpSpPr bwMode="auto">
          <a:xfrm>
            <a:off x="6287088" y="1707261"/>
            <a:ext cx="3207609" cy="1166368"/>
            <a:chOff x="5270500" y="1701800"/>
            <a:chExt cx="3206604" cy="1165614"/>
          </a:xfrm>
        </p:grpSpPr>
        <p:sp>
          <p:nvSpPr>
            <p:cNvPr id="316" name="TextBox 39946">
              <a:extLst>
                <a:ext uri="{FF2B5EF4-FFF2-40B4-BE49-F238E27FC236}">
                  <a16:creationId xmlns:a16="http://schemas.microsoft.com/office/drawing/2014/main" id="{6D9EB3B8-2735-CD4C-87A2-ADB28AA9175E}"/>
                </a:ext>
              </a:extLst>
            </p:cNvPr>
            <p:cNvSpPr txBox="1">
              <a:spLocks noChangeArrowheads="1"/>
            </p:cNvSpPr>
            <p:nvPr/>
          </p:nvSpPr>
          <p:spPr bwMode="auto">
            <a:xfrm>
              <a:off x="5270500" y="1701800"/>
              <a:ext cx="3206604" cy="461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Internet exchange point </a:t>
              </a:r>
            </a:p>
          </p:txBody>
        </p:sp>
        <p:cxnSp>
          <p:nvCxnSpPr>
            <p:cNvPr id="317" name="Straight Connector 39948">
              <a:extLst>
                <a:ext uri="{FF2B5EF4-FFF2-40B4-BE49-F238E27FC236}">
                  <a16:creationId xmlns:a16="http://schemas.microsoft.com/office/drawing/2014/main" id="{3960A6E5-1A89-A049-8806-7339A84D6F2F}"/>
                </a:ext>
              </a:extLst>
            </p:cNvPr>
            <p:cNvCxnSpPr>
              <a:cxnSpLocks noChangeShapeType="1"/>
            </p:cNvCxnSpPr>
            <p:nvPr/>
          </p:nvCxnSpPr>
          <p:spPr bwMode="auto">
            <a:xfrm flipH="1">
              <a:off x="6141884" y="2155382"/>
              <a:ext cx="219911" cy="71203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cxnSp>
      </p:grp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1" name="Group 1050">
            <a:extLst>
              <a:ext uri="{FF2B5EF4-FFF2-40B4-BE49-F238E27FC236}">
                <a16:creationId xmlns:a16="http://schemas.microsoft.com/office/drawing/2014/main" id="{D733AA75-B994-7047-AE70-E6C857337635}"/>
              </a:ext>
            </a:extLst>
          </p:cNvPr>
          <p:cNvGrpSpPr/>
          <p:nvPr/>
        </p:nvGrpSpPr>
        <p:grpSpPr>
          <a:xfrm>
            <a:off x="4815073" y="3924252"/>
            <a:ext cx="1634942" cy="693432"/>
            <a:chOff x="4815073" y="3924252"/>
            <a:chExt cx="1634942" cy="693432"/>
          </a:xfrm>
        </p:grpSpPr>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p>
            </p:txBody>
          </p:sp>
        </p:gr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25" name="Slide Number Placeholder 5">
            <a:extLst>
              <a:ext uri="{FF2B5EF4-FFF2-40B4-BE49-F238E27FC236}">
                <a16:creationId xmlns:a16="http://schemas.microsoft.com/office/drawing/2014/main" id="{7815FD10-7E25-5045-8089-070133927D5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42</a:t>
            </a:fld>
            <a:endParaRPr lang="en-US" dirty="0"/>
          </a:p>
        </p:txBody>
      </p:sp>
    </p:spTree>
    <p:extLst>
      <p:ext uri="{BB962C8B-B14F-4D97-AF65-F5344CB8AC3E}">
        <p14:creationId xmlns:p14="http://schemas.microsoft.com/office/powerpoint/2010/main" val="132434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51"/>
                                        </p:tgtEl>
                                        <p:attrNameLst>
                                          <p:attrName>style.visibility</p:attrName>
                                        </p:attrNameLst>
                                      </p:cBhvr>
                                      <p:to>
                                        <p:strVal val="visible"/>
                                      </p:to>
                                    </p:set>
                                    <p:animEffect transition="in" filter="dissolve">
                                      <p:cBhvr>
                                        <p:cTn id="7" dur="500"/>
                                        <p:tgtEl>
                                          <p:spTgt spid="1051"/>
                                        </p:tgtEl>
                                      </p:cBhvr>
                                    </p:animEffect>
                                  </p:childTnLst>
                                </p:cTn>
                              </p:par>
                              <p:par>
                                <p:cTn id="8" presetID="9" presetClass="entr" presetSubtype="0" fill="hold" nodeType="withEffect">
                                  <p:stCondLst>
                                    <p:cond delay="0"/>
                                  </p:stCondLst>
                                  <p:childTnLst>
                                    <p:set>
                                      <p:cBhvr>
                                        <p:cTn id="9" dur="1" fill="hold">
                                          <p:stCondLst>
                                            <p:cond delay="0"/>
                                          </p:stCondLst>
                                        </p:cTn>
                                        <p:tgtEl>
                                          <p:spTgt spid="302"/>
                                        </p:tgtEl>
                                        <p:attrNameLst>
                                          <p:attrName>style.visibility</p:attrName>
                                        </p:attrNameLst>
                                      </p:cBhvr>
                                      <p:to>
                                        <p:strVal val="visible"/>
                                      </p:to>
                                    </p:set>
                                    <p:animEffect transition="in" filter="dissolve">
                                      <p:cBhvr>
                                        <p:cTn id="10" dur="500"/>
                                        <p:tgtEl>
                                          <p:spTgt spid="302"/>
                                        </p:tgtEl>
                                      </p:cBhvr>
                                    </p:animEffect>
                                  </p:childTnLst>
                                </p:cTn>
                              </p:par>
                              <p:par>
                                <p:cTn id="11" presetID="9" presetClass="entr" presetSubtype="0" fill="hold" nodeType="withEffect">
                                  <p:stCondLst>
                                    <p:cond delay="0"/>
                                  </p:stCondLst>
                                  <p:childTnLst>
                                    <p:set>
                                      <p:cBhvr>
                                        <p:cTn id="12" dur="1" fill="hold">
                                          <p:stCondLst>
                                            <p:cond delay="0"/>
                                          </p:stCondLst>
                                        </p:cTn>
                                        <p:tgtEl>
                                          <p:spTgt spid="315"/>
                                        </p:tgtEl>
                                        <p:attrNameLst>
                                          <p:attrName>style.visibility</p:attrName>
                                        </p:attrNameLst>
                                      </p:cBhvr>
                                      <p:to>
                                        <p:strVal val="visible"/>
                                      </p:to>
                                    </p:set>
                                    <p:animEffect transition="in" filter="dissolve">
                                      <p:cBhvr>
                                        <p:cTn id="13" dur="500"/>
                                        <p:tgtEl>
                                          <p:spTgt spid="31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08"/>
                                        </p:tgtEl>
                                        <p:attrNameLst>
                                          <p:attrName>style.visibility</p:attrName>
                                        </p:attrNameLst>
                                      </p:cBhvr>
                                      <p:to>
                                        <p:strVal val="visible"/>
                                      </p:to>
                                    </p:set>
                                    <p:animEffect transition="in" filter="dissolve">
                                      <p:cBhvr>
                                        <p:cTn id="18" dur="500"/>
                                        <p:tgtEl>
                                          <p:spTgt spid="308"/>
                                        </p:tgtEl>
                                      </p:cBhvr>
                                    </p:animEffect>
                                  </p:childTnLst>
                                </p:cTn>
                              </p:par>
                              <p:par>
                                <p:cTn id="19" presetID="9" presetClass="entr" presetSubtype="0" fill="hold" nodeType="withEffect">
                                  <p:stCondLst>
                                    <p:cond delay="0"/>
                                  </p:stCondLst>
                                  <p:childTnLst>
                                    <p:set>
                                      <p:cBhvr>
                                        <p:cTn id="20" dur="1" fill="hold">
                                          <p:stCondLst>
                                            <p:cond delay="0"/>
                                          </p:stCondLst>
                                        </p:cTn>
                                        <p:tgtEl>
                                          <p:spTgt spid="312"/>
                                        </p:tgtEl>
                                        <p:attrNameLst>
                                          <p:attrName>style.visibility</p:attrName>
                                        </p:attrNameLst>
                                      </p:cBhvr>
                                      <p:to>
                                        <p:strVal val="visible"/>
                                      </p:to>
                                    </p:set>
                                    <p:animEffect transition="in" filter="dissolve">
                                      <p:cBhvr>
                                        <p:cTn id="21" dur="500"/>
                                        <p:tgtEl>
                                          <p:spTgt spid="3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2994584" y="2310458"/>
            <a:ext cx="648509" cy="418221"/>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7503691" y="2564438"/>
            <a:ext cx="648509" cy="418221"/>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2410305" y="5421718"/>
            <a:ext cx="648509" cy="418221"/>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1991149" y="4799466"/>
            <a:ext cx="648509" cy="418221"/>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1762518" y="4139117"/>
            <a:ext cx="648509" cy="418221"/>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8253092" y="2996205"/>
            <a:ext cx="648509" cy="418221"/>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4595000" y="2069176"/>
            <a:ext cx="648509" cy="418221"/>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5509523" y="2043778"/>
            <a:ext cx="648509" cy="418221"/>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8570635" y="5675699"/>
            <a:ext cx="648509" cy="418221"/>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9408948" y="5028049"/>
            <a:ext cx="648509" cy="418221"/>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9180317" y="4113719"/>
            <a:ext cx="648509" cy="418221"/>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6609175" y="196862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8895540" y="3441660"/>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7564044" y="595463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11651262">
            <a:off x="3196001" y="585799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16607303">
            <a:off x="1609690" y="3551677"/>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20582737">
            <a:off x="3795672" y="191851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1499042" y="1197749"/>
            <a:ext cx="9720792" cy="67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75000"/>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and regional networks may arise to connect access nets to ISPs </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p>
          </p:txBody>
        </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25" name="Straight Connector 500">
            <a:extLst>
              <a:ext uri="{FF2B5EF4-FFF2-40B4-BE49-F238E27FC236}">
                <a16:creationId xmlns:a16="http://schemas.microsoft.com/office/drawing/2014/main" id="{EF8338AF-209E-814B-90EA-03D0FD1B42CD}"/>
              </a:ext>
            </a:extLst>
          </p:cNvPr>
          <p:cNvCxnSpPr>
            <a:cxnSpLocks noChangeShapeType="1"/>
          </p:cNvCxnSpPr>
          <p:nvPr/>
        </p:nvCxnSpPr>
        <p:spPr bwMode="auto">
          <a:xfrm>
            <a:off x="2622407" y="3016153"/>
            <a:ext cx="38100" cy="3095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6" name="Straight Connector 501">
            <a:extLst>
              <a:ext uri="{FF2B5EF4-FFF2-40B4-BE49-F238E27FC236}">
                <a16:creationId xmlns:a16="http://schemas.microsoft.com/office/drawing/2014/main" id="{A4EF59C7-39D5-A64B-9E1B-7D8DD234CDB9}"/>
              </a:ext>
            </a:extLst>
          </p:cNvPr>
          <p:cNvCxnSpPr>
            <a:cxnSpLocks noChangeShapeType="1"/>
          </p:cNvCxnSpPr>
          <p:nvPr/>
        </p:nvCxnSpPr>
        <p:spPr bwMode="auto">
          <a:xfrm>
            <a:off x="2401745" y="3297141"/>
            <a:ext cx="123825" cy="2127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7" name="Straight Connector 514">
            <a:extLst>
              <a:ext uri="{FF2B5EF4-FFF2-40B4-BE49-F238E27FC236}">
                <a16:creationId xmlns:a16="http://schemas.microsoft.com/office/drawing/2014/main" id="{9AB43EDB-FC7A-3149-8AC7-F57E5F976FFB}"/>
              </a:ext>
            </a:extLst>
          </p:cNvPr>
          <p:cNvCxnSpPr>
            <a:cxnSpLocks noChangeShapeType="1"/>
          </p:cNvCxnSpPr>
          <p:nvPr/>
        </p:nvCxnSpPr>
        <p:spPr bwMode="auto">
          <a:xfrm flipV="1">
            <a:off x="2322370" y="4394103"/>
            <a:ext cx="203200" cy="79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9" name="Straight Connector 39941">
            <a:extLst>
              <a:ext uri="{FF2B5EF4-FFF2-40B4-BE49-F238E27FC236}">
                <a16:creationId xmlns:a16="http://schemas.microsoft.com/office/drawing/2014/main" id="{CB780043-4D09-4C44-814E-EA66A3A23545}"/>
              </a:ext>
            </a:extLst>
          </p:cNvPr>
          <p:cNvCxnSpPr>
            <a:cxnSpLocks noChangeShapeType="1"/>
          </p:cNvCxnSpPr>
          <p:nvPr/>
        </p:nvCxnSpPr>
        <p:spPr bwMode="auto">
          <a:xfrm flipV="1">
            <a:off x="2851007" y="3849591"/>
            <a:ext cx="430213" cy="101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2219780" y="2716827"/>
            <a:ext cx="648509" cy="418221"/>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1838728" y="3110496"/>
            <a:ext cx="648509" cy="418221"/>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cxnSp>
        <p:nvCxnSpPr>
          <p:cNvPr id="330" name="Straight Connector 524">
            <a:extLst>
              <a:ext uri="{FF2B5EF4-FFF2-40B4-BE49-F238E27FC236}">
                <a16:creationId xmlns:a16="http://schemas.microsoft.com/office/drawing/2014/main" id="{25B43DB6-52F3-DE4C-9BA6-B2A747C4C9A5}"/>
              </a:ext>
            </a:extLst>
          </p:cNvPr>
          <p:cNvCxnSpPr>
            <a:cxnSpLocks noChangeShapeType="1"/>
          </p:cNvCxnSpPr>
          <p:nvPr/>
        </p:nvCxnSpPr>
        <p:spPr bwMode="auto">
          <a:xfrm>
            <a:off x="2801850" y="4156772"/>
            <a:ext cx="560912" cy="2987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49" name="Straight Connector 510">
            <a:extLst>
              <a:ext uri="{FF2B5EF4-FFF2-40B4-BE49-F238E27FC236}">
                <a16:creationId xmlns:a16="http://schemas.microsoft.com/office/drawing/2014/main" id="{B29E275D-8845-6E40-A08F-12FF3311E17D}"/>
              </a:ext>
            </a:extLst>
          </p:cNvPr>
          <p:cNvCxnSpPr>
            <a:cxnSpLocks noChangeShapeType="1"/>
          </p:cNvCxnSpPr>
          <p:nvPr/>
        </p:nvCxnSpPr>
        <p:spPr bwMode="auto">
          <a:xfrm flipH="1" flipV="1">
            <a:off x="5179131" y="5171184"/>
            <a:ext cx="371475" cy="973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5" name="Group 4">
            <a:extLst>
              <a:ext uri="{FF2B5EF4-FFF2-40B4-BE49-F238E27FC236}">
                <a16:creationId xmlns:a16="http://schemas.microsoft.com/office/drawing/2014/main" id="{FC0DD398-57C2-EB4A-A85E-E41AD8F8225D}"/>
              </a:ext>
            </a:extLst>
          </p:cNvPr>
          <p:cNvGrpSpPr/>
          <p:nvPr/>
        </p:nvGrpSpPr>
        <p:grpSpPr>
          <a:xfrm>
            <a:off x="4461581" y="5447247"/>
            <a:ext cx="2216150" cy="533562"/>
            <a:chOff x="4461581" y="5447247"/>
            <a:chExt cx="2216150" cy="533562"/>
          </a:xfrm>
        </p:grpSpPr>
        <p:cxnSp>
          <p:nvCxnSpPr>
            <p:cNvPr id="350" name="Straight Connector 509">
              <a:extLst>
                <a:ext uri="{FF2B5EF4-FFF2-40B4-BE49-F238E27FC236}">
                  <a16:creationId xmlns:a16="http://schemas.microsoft.com/office/drawing/2014/main" id="{15E7E8CE-D231-0443-8237-9CDCCE543251}"/>
                </a:ext>
              </a:extLst>
            </p:cNvPr>
            <p:cNvCxnSpPr>
              <a:cxnSpLocks noChangeShapeType="1"/>
            </p:cNvCxnSpPr>
            <p:nvPr/>
          </p:nvCxnSpPr>
          <p:spPr bwMode="auto">
            <a:xfrm flipH="1" flipV="1">
              <a:off x="6157031" y="5810947"/>
              <a:ext cx="520700" cy="169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55" name="Oval 33">
              <a:extLst>
                <a:ext uri="{FF2B5EF4-FFF2-40B4-BE49-F238E27FC236}">
                  <a16:creationId xmlns:a16="http://schemas.microsoft.com/office/drawing/2014/main" id="{1711CC92-9E02-C94A-94D1-57C565B262DE}"/>
                </a:ext>
              </a:extLst>
            </p:cNvPr>
            <p:cNvSpPr>
              <a:spLocks noChangeArrowheads="1"/>
            </p:cNvSpPr>
            <p:nvPr/>
          </p:nvSpPr>
          <p:spPr bwMode="auto">
            <a:xfrm rot="10800000">
              <a:off x="4545099" y="5447247"/>
              <a:ext cx="1807203" cy="495366"/>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endParaRPr>
            </a:p>
          </p:txBody>
        </p:sp>
        <p:cxnSp>
          <p:nvCxnSpPr>
            <p:cNvPr id="351" name="Straight Connector 511">
              <a:extLst>
                <a:ext uri="{FF2B5EF4-FFF2-40B4-BE49-F238E27FC236}">
                  <a16:creationId xmlns:a16="http://schemas.microsoft.com/office/drawing/2014/main" id="{DDF17605-AB1A-CD4B-919C-6D6D051BCF04}"/>
                </a:ext>
              </a:extLst>
            </p:cNvPr>
            <p:cNvCxnSpPr>
              <a:cxnSpLocks noChangeShapeType="1"/>
            </p:cNvCxnSpPr>
            <p:nvPr/>
          </p:nvCxnSpPr>
          <p:spPr bwMode="auto">
            <a:xfrm flipV="1">
              <a:off x="4461581" y="5815709"/>
              <a:ext cx="306387" cy="1651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353" name="TextBox 9">
              <a:extLst>
                <a:ext uri="{FF2B5EF4-FFF2-40B4-BE49-F238E27FC236}">
                  <a16:creationId xmlns:a16="http://schemas.microsoft.com/office/drawing/2014/main" id="{419FEDC2-503D-FD43-B58C-4D0CA969F6AA}"/>
                </a:ext>
              </a:extLst>
            </p:cNvPr>
            <p:cNvSpPr txBox="1">
              <a:spLocks noChangeArrowheads="1"/>
            </p:cNvSpPr>
            <p:nvPr/>
          </p:nvSpPr>
          <p:spPr bwMode="auto">
            <a:xfrm>
              <a:off x="4662400" y="5488195"/>
              <a:ext cx="15824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regional ISP</a:t>
              </a:r>
            </a:p>
          </p:txBody>
        </p:sp>
      </p:grp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4201247" y="5904281"/>
            <a:ext cx="648509" cy="418221"/>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5420611" y="6056669"/>
            <a:ext cx="648509" cy="418221"/>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6335134" y="5916980"/>
            <a:ext cx="648509" cy="418221"/>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54" name="Oval 33">
            <a:extLst>
              <a:ext uri="{FF2B5EF4-FFF2-40B4-BE49-F238E27FC236}">
                <a16:creationId xmlns:a16="http://schemas.microsoft.com/office/drawing/2014/main" id="{4311CB3E-A4EB-DB44-B228-0B362E348AFC}"/>
              </a:ext>
            </a:extLst>
          </p:cNvPr>
          <p:cNvSpPr>
            <a:spLocks noChangeArrowheads="1"/>
          </p:cNvSpPr>
          <p:nvPr/>
        </p:nvSpPr>
        <p:spPr bwMode="auto">
          <a:xfrm rot="5400000">
            <a:off x="2030588" y="3754605"/>
            <a:ext cx="1252537" cy="381000"/>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endParaRPr>
          </a:p>
        </p:txBody>
      </p:sp>
      <p:sp>
        <p:nvSpPr>
          <p:cNvPr id="328" name="Slide Number Placeholder 5">
            <a:extLst>
              <a:ext uri="{FF2B5EF4-FFF2-40B4-BE49-F238E27FC236}">
                <a16:creationId xmlns:a16="http://schemas.microsoft.com/office/drawing/2014/main" id="{7BDE0A7B-94CE-FC4F-BFEA-CC6E8E15F53F}"/>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43</a:t>
            </a:fld>
            <a:endParaRPr lang="en-US" dirty="0"/>
          </a:p>
        </p:txBody>
      </p:sp>
    </p:spTree>
    <p:extLst>
      <p:ext uri="{BB962C8B-B14F-4D97-AF65-F5344CB8AC3E}">
        <p14:creationId xmlns:p14="http://schemas.microsoft.com/office/powerpoint/2010/main" val="1161665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8" name="Oval 33">
            <a:extLst>
              <a:ext uri="{FF2B5EF4-FFF2-40B4-BE49-F238E27FC236}">
                <a16:creationId xmlns:a16="http://schemas.microsoft.com/office/drawing/2014/main" id="{91E82855-0703-4C4C-9B6A-21FE71AA74CC}"/>
              </a:ext>
            </a:extLst>
          </p:cNvPr>
          <p:cNvSpPr>
            <a:spLocks noChangeArrowheads="1"/>
          </p:cNvSpPr>
          <p:nvPr/>
        </p:nvSpPr>
        <p:spPr bwMode="auto">
          <a:xfrm rot="5400000">
            <a:off x="2030588" y="3754605"/>
            <a:ext cx="1252537" cy="381000"/>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endParaRPr>
          </a:p>
        </p:txBody>
      </p:sp>
      <p:sp>
        <p:nvSpPr>
          <p:cNvPr id="804" name="Oval 3">
            <a:extLst>
              <a:ext uri="{FF2B5EF4-FFF2-40B4-BE49-F238E27FC236}">
                <a16:creationId xmlns:a16="http://schemas.microsoft.com/office/drawing/2014/main" id="{C1E39CEB-C65D-764B-966A-D7A25B07575D}"/>
              </a:ext>
            </a:extLst>
          </p:cNvPr>
          <p:cNvSpPr>
            <a:spLocks noChangeArrowheads="1"/>
          </p:cNvSpPr>
          <p:nvPr/>
        </p:nvSpPr>
        <p:spPr bwMode="auto">
          <a:xfrm>
            <a:off x="2884400" y="2782791"/>
            <a:ext cx="3475038" cy="13811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05" name="Straight Connector 10">
            <a:extLst>
              <a:ext uri="{FF2B5EF4-FFF2-40B4-BE49-F238E27FC236}">
                <a16:creationId xmlns:a16="http://schemas.microsoft.com/office/drawing/2014/main" id="{93EBD03F-9A41-A545-84E9-9F7C7586256D}"/>
              </a:ext>
            </a:extLst>
          </p:cNvPr>
          <p:cNvCxnSpPr>
            <a:cxnSpLocks noChangeShapeType="1"/>
          </p:cNvCxnSpPr>
          <p:nvPr/>
        </p:nvCxnSpPr>
        <p:spPr bwMode="auto">
          <a:xfrm>
            <a:off x="4108363" y="3025678"/>
            <a:ext cx="1146175" cy="730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6" name="Straight Connector 297">
            <a:extLst>
              <a:ext uri="{FF2B5EF4-FFF2-40B4-BE49-F238E27FC236}">
                <a16:creationId xmlns:a16="http://schemas.microsoft.com/office/drawing/2014/main" id="{7676F8BB-118B-B64A-92D8-85283640E5D9}"/>
              </a:ext>
            </a:extLst>
          </p:cNvPr>
          <p:cNvCxnSpPr>
            <a:cxnSpLocks noChangeShapeType="1"/>
          </p:cNvCxnSpPr>
          <p:nvPr/>
        </p:nvCxnSpPr>
        <p:spPr bwMode="auto">
          <a:xfrm>
            <a:off x="4702088" y="3325716"/>
            <a:ext cx="130175"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7" name="Straight Connector 298">
            <a:extLst>
              <a:ext uri="{FF2B5EF4-FFF2-40B4-BE49-F238E27FC236}">
                <a16:creationId xmlns:a16="http://schemas.microsoft.com/office/drawing/2014/main" id="{A2DEF96B-86EE-7144-BD4A-23065D792A93}"/>
              </a:ext>
            </a:extLst>
          </p:cNvPr>
          <p:cNvCxnSpPr>
            <a:cxnSpLocks noChangeShapeType="1"/>
          </p:cNvCxnSpPr>
          <p:nvPr/>
        </p:nvCxnSpPr>
        <p:spPr bwMode="auto">
          <a:xfrm flipV="1">
            <a:off x="4486188" y="3530503"/>
            <a:ext cx="263525" cy="460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8" name="Straight Connector 299">
            <a:extLst>
              <a:ext uri="{FF2B5EF4-FFF2-40B4-BE49-F238E27FC236}">
                <a16:creationId xmlns:a16="http://schemas.microsoft.com/office/drawing/2014/main" id="{555BA90C-F55F-9A4F-9697-475AB2129606}"/>
              </a:ext>
            </a:extLst>
          </p:cNvPr>
          <p:cNvCxnSpPr>
            <a:cxnSpLocks noChangeShapeType="1"/>
          </p:cNvCxnSpPr>
          <p:nvPr/>
        </p:nvCxnSpPr>
        <p:spPr bwMode="auto">
          <a:xfrm flipV="1">
            <a:off x="4165513" y="3354291"/>
            <a:ext cx="209550" cy="1095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09" name="Straight Connector 300">
            <a:extLst>
              <a:ext uri="{FF2B5EF4-FFF2-40B4-BE49-F238E27FC236}">
                <a16:creationId xmlns:a16="http://schemas.microsoft.com/office/drawing/2014/main" id="{06CA7B3A-E066-F645-A065-DE454C32D980}"/>
              </a:ext>
            </a:extLst>
          </p:cNvPr>
          <p:cNvCxnSpPr>
            <a:cxnSpLocks noChangeShapeType="1"/>
          </p:cNvCxnSpPr>
          <p:nvPr/>
        </p:nvCxnSpPr>
        <p:spPr bwMode="auto">
          <a:xfrm flipV="1">
            <a:off x="3827375" y="3654328"/>
            <a:ext cx="222250" cy="984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0" name="Straight Connector 301">
            <a:extLst>
              <a:ext uri="{FF2B5EF4-FFF2-40B4-BE49-F238E27FC236}">
                <a16:creationId xmlns:a16="http://schemas.microsoft.com/office/drawing/2014/main" id="{BACA8AA4-CF1D-5F48-933F-B11117821D9A}"/>
              </a:ext>
            </a:extLst>
          </p:cNvPr>
          <p:cNvCxnSpPr>
            <a:cxnSpLocks noChangeShapeType="1"/>
          </p:cNvCxnSpPr>
          <p:nvPr/>
        </p:nvCxnSpPr>
        <p:spPr bwMode="auto">
          <a:xfrm flipV="1">
            <a:off x="4719550" y="3579716"/>
            <a:ext cx="273050" cy="2540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1" name="Straight Connector 302">
            <a:extLst>
              <a:ext uri="{FF2B5EF4-FFF2-40B4-BE49-F238E27FC236}">
                <a16:creationId xmlns:a16="http://schemas.microsoft.com/office/drawing/2014/main" id="{DCD16DCF-19C7-244F-A0A1-9DB175274AC6}"/>
              </a:ext>
            </a:extLst>
          </p:cNvPr>
          <p:cNvCxnSpPr>
            <a:cxnSpLocks noChangeShapeType="1"/>
          </p:cNvCxnSpPr>
          <p:nvPr/>
        </p:nvCxnSpPr>
        <p:spPr bwMode="auto">
          <a:xfrm flipH="1" flipV="1">
            <a:off x="5251363" y="3565428"/>
            <a:ext cx="387350" cy="1254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2" name="Straight Connector 303">
            <a:extLst>
              <a:ext uri="{FF2B5EF4-FFF2-40B4-BE49-F238E27FC236}">
                <a16:creationId xmlns:a16="http://schemas.microsoft.com/office/drawing/2014/main" id="{5D4D6C28-B196-BF48-A9D5-692E12992F1C}"/>
              </a:ext>
            </a:extLst>
          </p:cNvPr>
          <p:cNvCxnSpPr>
            <a:cxnSpLocks noChangeShapeType="1"/>
          </p:cNvCxnSpPr>
          <p:nvPr/>
        </p:nvCxnSpPr>
        <p:spPr bwMode="auto">
          <a:xfrm flipV="1">
            <a:off x="5237075" y="3216178"/>
            <a:ext cx="307975" cy="19843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13" name="Straight Connector 304">
            <a:extLst>
              <a:ext uri="{FF2B5EF4-FFF2-40B4-BE49-F238E27FC236}">
                <a16:creationId xmlns:a16="http://schemas.microsoft.com/office/drawing/2014/main" id="{838A4044-BFFD-4A45-BC18-5752B0840588}"/>
              </a:ext>
            </a:extLst>
          </p:cNvPr>
          <p:cNvCxnSpPr>
            <a:cxnSpLocks noChangeShapeType="1"/>
          </p:cNvCxnSpPr>
          <p:nvPr/>
        </p:nvCxnSpPr>
        <p:spPr bwMode="auto">
          <a:xfrm flipH="1" flipV="1">
            <a:off x="4109950" y="3086003"/>
            <a:ext cx="246063" cy="873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14" name="TextBox 39958">
            <a:extLst>
              <a:ext uri="{FF2B5EF4-FFF2-40B4-BE49-F238E27FC236}">
                <a16:creationId xmlns:a16="http://schemas.microsoft.com/office/drawing/2014/main" id="{6F6B1677-D08C-6A47-B407-042662BB76A0}"/>
              </a:ext>
            </a:extLst>
          </p:cNvPr>
          <p:cNvSpPr txBox="1">
            <a:spLocks noChangeArrowheads="1"/>
          </p:cNvSpPr>
          <p:nvPr/>
        </p:nvSpPr>
        <p:spPr bwMode="auto">
          <a:xfrm>
            <a:off x="3044738" y="3127278"/>
            <a:ext cx="8066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A</a:t>
            </a:r>
          </a:p>
        </p:txBody>
      </p:sp>
      <p:grpSp>
        <p:nvGrpSpPr>
          <p:cNvPr id="815" name="Group 814">
            <a:extLst>
              <a:ext uri="{FF2B5EF4-FFF2-40B4-BE49-F238E27FC236}">
                <a16:creationId xmlns:a16="http://schemas.microsoft.com/office/drawing/2014/main" id="{47996727-7119-574B-8617-ECC07818FEDD}"/>
              </a:ext>
            </a:extLst>
          </p:cNvPr>
          <p:cNvGrpSpPr/>
          <p:nvPr/>
        </p:nvGrpSpPr>
        <p:grpSpPr>
          <a:xfrm>
            <a:off x="4779875" y="3395180"/>
            <a:ext cx="541338" cy="223023"/>
            <a:chOff x="7493876" y="2774731"/>
            <a:chExt cx="1481958" cy="894622"/>
          </a:xfrm>
        </p:grpSpPr>
        <p:sp>
          <p:nvSpPr>
            <p:cNvPr id="1038" name="Freeform 1037">
              <a:extLst>
                <a:ext uri="{FF2B5EF4-FFF2-40B4-BE49-F238E27FC236}">
                  <a16:creationId xmlns:a16="http://schemas.microsoft.com/office/drawing/2014/main" id="{3EDFEF2E-E8B6-3841-B07D-9D0CA29242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9" name="Oval 1038">
              <a:extLst>
                <a:ext uri="{FF2B5EF4-FFF2-40B4-BE49-F238E27FC236}">
                  <a16:creationId xmlns:a16="http://schemas.microsoft.com/office/drawing/2014/main" id="{EBF872C2-5DB2-1143-8057-32D36F4F7D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0" name="Group 1039">
              <a:extLst>
                <a:ext uri="{FF2B5EF4-FFF2-40B4-BE49-F238E27FC236}">
                  <a16:creationId xmlns:a16="http://schemas.microsoft.com/office/drawing/2014/main" id="{E45C82B8-7745-8345-80DF-E1551574C0B5}"/>
                </a:ext>
              </a:extLst>
            </p:cNvPr>
            <p:cNvGrpSpPr/>
            <p:nvPr/>
          </p:nvGrpSpPr>
          <p:grpSpPr>
            <a:xfrm>
              <a:off x="7713663" y="2848339"/>
              <a:ext cx="1042107" cy="425543"/>
              <a:chOff x="7786941" y="2884917"/>
              <a:chExt cx="897649" cy="353919"/>
            </a:xfrm>
          </p:grpSpPr>
          <p:sp>
            <p:nvSpPr>
              <p:cNvPr id="1041" name="Freeform 1040">
                <a:extLst>
                  <a:ext uri="{FF2B5EF4-FFF2-40B4-BE49-F238E27FC236}">
                    <a16:creationId xmlns:a16="http://schemas.microsoft.com/office/drawing/2014/main" id="{AADF328D-9F75-D443-B009-78195511DE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CABE0F12-0414-E047-9D94-A57A4F3F8B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61DB4664-2DC3-D243-A319-728D82FDC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4" name="Freeform 1043">
                <a:extLst>
                  <a:ext uri="{FF2B5EF4-FFF2-40B4-BE49-F238E27FC236}">
                    <a16:creationId xmlns:a16="http://schemas.microsoft.com/office/drawing/2014/main" id="{3A39F596-0CEB-FB44-8298-3CCA7A8E5D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FF12777F-B030-4549-A7FC-82449D14AB56}"/>
              </a:ext>
            </a:extLst>
          </p:cNvPr>
          <p:cNvGrpSpPr/>
          <p:nvPr/>
        </p:nvGrpSpPr>
        <p:grpSpPr>
          <a:xfrm>
            <a:off x="4228292" y="3150704"/>
            <a:ext cx="541338" cy="223023"/>
            <a:chOff x="7493876" y="2774731"/>
            <a:chExt cx="1481958" cy="894622"/>
          </a:xfrm>
        </p:grpSpPr>
        <p:sp>
          <p:nvSpPr>
            <p:cNvPr id="1024" name="Freeform 1023">
              <a:extLst>
                <a:ext uri="{FF2B5EF4-FFF2-40B4-BE49-F238E27FC236}">
                  <a16:creationId xmlns:a16="http://schemas.microsoft.com/office/drawing/2014/main" id="{99010B44-64C2-AB4E-A534-5DD841F54C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5" name="Oval 1024">
              <a:extLst>
                <a:ext uri="{FF2B5EF4-FFF2-40B4-BE49-F238E27FC236}">
                  <a16:creationId xmlns:a16="http://schemas.microsoft.com/office/drawing/2014/main" id="{F609C7A8-5C64-1E46-89AE-A8782A6AB2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6" name="Group 1025">
              <a:extLst>
                <a:ext uri="{FF2B5EF4-FFF2-40B4-BE49-F238E27FC236}">
                  <a16:creationId xmlns:a16="http://schemas.microsoft.com/office/drawing/2014/main" id="{467733F2-A942-984D-951B-4FC5E9704E12}"/>
                </a:ext>
              </a:extLst>
            </p:cNvPr>
            <p:cNvGrpSpPr/>
            <p:nvPr/>
          </p:nvGrpSpPr>
          <p:grpSpPr>
            <a:xfrm>
              <a:off x="7713663" y="2848339"/>
              <a:ext cx="1042107" cy="425543"/>
              <a:chOff x="7786941" y="2884917"/>
              <a:chExt cx="897649" cy="353919"/>
            </a:xfrm>
          </p:grpSpPr>
          <p:sp>
            <p:nvSpPr>
              <p:cNvPr id="1027" name="Freeform 1026">
                <a:extLst>
                  <a:ext uri="{FF2B5EF4-FFF2-40B4-BE49-F238E27FC236}">
                    <a16:creationId xmlns:a16="http://schemas.microsoft.com/office/drawing/2014/main" id="{9C762EC2-20E2-E34D-BF85-6154BC77A2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8" name="Freeform 1027">
                <a:extLst>
                  <a:ext uri="{FF2B5EF4-FFF2-40B4-BE49-F238E27FC236}">
                    <a16:creationId xmlns:a16="http://schemas.microsoft.com/office/drawing/2014/main" id="{816CB66E-9C37-534A-85AC-84C51BA8D5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9" name="Freeform 1028">
                <a:extLst>
                  <a:ext uri="{FF2B5EF4-FFF2-40B4-BE49-F238E27FC236}">
                    <a16:creationId xmlns:a16="http://schemas.microsoft.com/office/drawing/2014/main" id="{E4DE6B81-6776-9B45-B52B-E80CB62D179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0" name="Freeform 1029">
                <a:extLst>
                  <a:ext uri="{FF2B5EF4-FFF2-40B4-BE49-F238E27FC236}">
                    <a16:creationId xmlns:a16="http://schemas.microsoft.com/office/drawing/2014/main" id="{EAF14958-EE5D-3742-8285-298B3270B7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8" name="Group 817">
            <a:extLst>
              <a:ext uri="{FF2B5EF4-FFF2-40B4-BE49-F238E27FC236}">
                <a16:creationId xmlns:a16="http://schemas.microsoft.com/office/drawing/2014/main" id="{1EC3981A-429A-8B48-A3A4-3F38950EE426}"/>
              </a:ext>
            </a:extLst>
          </p:cNvPr>
          <p:cNvGrpSpPr/>
          <p:nvPr/>
        </p:nvGrpSpPr>
        <p:grpSpPr>
          <a:xfrm>
            <a:off x="3972632" y="3451642"/>
            <a:ext cx="541338" cy="223023"/>
            <a:chOff x="7493876" y="2774731"/>
            <a:chExt cx="1481958" cy="894622"/>
          </a:xfrm>
        </p:grpSpPr>
        <p:sp>
          <p:nvSpPr>
            <p:cNvPr id="1017" name="Freeform 1016">
              <a:extLst>
                <a:ext uri="{FF2B5EF4-FFF2-40B4-BE49-F238E27FC236}">
                  <a16:creationId xmlns:a16="http://schemas.microsoft.com/office/drawing/2014/main" id="{4AD6CA35-9890-0743-96D1-73AC7E92080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8" name="Oval 1017">
              <a:extLst>
                <a:ext uri="{FF2B5EF4-FFF2-40B4-BE49-F238E27FC236}">
                  <a16:creationId xmlns:a16="http://schemas.microsoft.com/office/drawing/2014/main" id="{9C75BC85-7B77-844A-A090-98B72437D10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9" name="Group 1018">
              <a:extLst>
                <a:ext uri="{FF2B5EF4-FFF2-40B4-BE49-F238E27FC236}">
                  <a16:creationId xmlns:a16="http://schemas.microsoft.com/office/drawing/2014/main" id="{BB68491C-B2BC-5F4D-8E2D-9B5AF1FF9752}"/>
                </a:ext>
              </a:extLst>
            </p:cNvPr>
            <p:cNvGrpSpPr/>
            <p:nvPr/>
          </p:nvGrpSpPr>
          <p:grpSpPr>
            <a:xfrm>
              <a:off x="7713663" y="2848339"/>
              <a:ext cx="1042107" cy="425543"/>
              <a:chOff x="7786941" y="2884917"/>
              <a:chExt cx="897649" cy="353919"/>
            </a:xfrm>
          </p:grpSpPr>
          <p:sp>
            <p:nvSpPr>
              <p:cNvPr id="1020" name="Freeform 1019">
                <a:extLst>
                  <a:ext uri="{FF2B5EF4-FFF2-40B4-BE49-F238E27FC236}">
                    <a16:creationId xmlns:a16="http://schemas.microsoft.com/office/drawing/2014/main" id="{6A1C4FC8-1F5B-5C45-82B9-CE47B968AF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1" name="Freeform 1020">
                <a:extLst>
                  <a:ext uri="{FF2B5EF4-FFF2-40B4-BE49-F238E27FC236}">
                    <a16:creationId xmlns:a16="http://schemas.microsoft.com/office/drawing/2014/main" id="{726EAB2B-C360-BB43-9D51-609E86D205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2" name="Freeform 1021">
                <a:extLst>
                  <a:ext uri="{FF2B5EF4-FFF2-40B4-BE49-F238E27FC236}">
                    <a16:creationId xmlns:a16="http://schemas.microsoft.com/office/drawing/2014/main" id="{6DC07A6D-089D-B644-A213-63263AEE673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3" name="Freeform 1022">
                <a:extLst>
                  <a:ext uri="{FF2B5EF4-FFF2-40B4-BE49-F238E27FC236}">
                    <a16:creationId xmlns:a16="http://schemas.microsoft.com/office/drawing/2014/main" id="{32E701D2-9EC5-3C41-9EF1-B1EDD98324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21" name="Oval 3">
            <a:extLst>
              <a:ext uri="{FF2B5EF4-FFF2-40B4-BE49-F238E27FC236}">
                <a16:creationId xmlns:a16="http://schemas.microsoft.com/office/drawing/2014/main" id="{175C21D2-17F4-1C48-AD8B-3CA2017D329F}"/>
              </a:ext>
            </a:extLst>
          </p:cNvPr>
          <p:cNvSpPr>
            <a:spLocks noChangeArrowheads="1"/>
          </p:cNvSpPr>
          <p:nvPr/>
        </p:nvSpPr>
        <p:spPr bwMode="auto">
          <a:xfrm>
            <a:off x="2671675" y="4260753"/>
            <a:ext cx="2941638" cy="132397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22" name="Straight Connector 10">
            <a:extLst>
              <a:ext uri="{FF2B5EF4-FFF2-40B4-BE49-F238E27FC236}">
                <a16:creationId xmlns:a16="http://schemas.microsoft.com/office/drawing/2014/main" id="{7DC3F383-B8A6-0D47-AA14-533688BAAE4D}"/>
              </a:ext>
            </a:extLst>
          </p:cNvPr>
          <p:cNvCxnSpPr>
            <a:cxnSpLocks noChangeShapeType="1"/>
          </p:cNvCxnSpPr>
          <p:nvPr/>
        </p:nvCxnSpPr>
        <p:spPr bwMode="auto">
          <a:xfrm>
            <a:off x="3706725" y="4494116"/>
            <a:ext cx="969963" cy="682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3" name="Straight Connector 297">
            <a:extLst>
              <a:ext uri="{FF2B5EF4-FFF2-40B4-BE49-F238E27FC236}">
                <a16:creationId xmlns:a16="http://schemas.microsoft.com/office/drawing/2014/main" id="{FA2FCD93-6174-FC43-97E3-B56BA29EFE98}"/>
              </a:ext>
            </a:extLst>
          </p:cNvPr>
          <p:cNvCxnSpPr>
            <a:cxnSpLocks noChangeShapeType="1"/>
          </p:cNvCxnSpPr>
          <p:nvPr/>
        </p:nvCxnSpPr>
        <p:spPr bwMode="auto">
          <a:xfrm>
            <a:off x="4209963" y="4781453"/>
            <a:ext cx="109537" cy="793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4" name="Straight Connector 298">
            <a:extLst>
              <a:ext uri="{FF2B5EF4-FFF2-40B4-BE49-F238E27FC236}">
                <a16:creationId xmlns:a16="http://schemas.microsoft.com/office/drawing/2014/main" id="{FBA241B7-1D0B-3446-B887-DF2A60562C63}"/>
              </a:ext>
            </a:extLst>
          </p:cNvPr>
          <p:cNvCxnSpPr>
            <a:cxnSpLocks noChangeShapeType="1"/>
          </p:cNvCxnSpPr>
          <p:nvPr/>
        </p:nvCxnSpPr>
        <p:spPr bwMode="auto">
          <a:xfrm flipV="1">
            <a:off x="4027400" y="4976716"/>
            <a:ext cx="222250"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5" name="Straight Connector 299">
            <a:extLst>
              <a:ext uri="{FF2B5EF4-FFF2-40B4-BE49-F238E27FC236}">
                <a16:creationId xmlns:a16="http://schemas.microsoft.com/office/drawing/2014/main" id="{9EF281DF-1EAB-9642-86CE-67F25A55ACBF}"/>
              </a:ext>
            </a:extLst>
          </p:cNvPr>
          <p:cNvCxnSpPr>
            <a:cxnSpLocks noChangeShapeType="1"/>
          </p:cNvCxnSpPr>
          <p:nvPr/>
        </p:nvCxnSpPr>
        <p:spPr bwMode="auto">
          <a:xfrm flipV="1">
            <a:off x="3754350" y="4808441"/>
            <a:ext cx="177800"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6" name="Straight Connector 300">
            <a:extLst>
              <a:ext uri="{FF2B5EF4-FFF2-40B4-BE49-F238E27FC236}">
                <a16:creationId xmlns:a16="http://schemas.microsoft.com/office/drawing/2014/main" id="{CF0B6ED5-64C1-F64C-B490-65D8887CD46F}"/>
              </a:ext>
            </a:extLst>
          </p:cNvPr>
          <p:cNvCxnSpPr>
            <a:cxnSpLocks noChangeShapeType="1"/>
          </p:cNvCxnSpPr>
          <p:nvPr/>
        </p:nvCxnSpPr>
        <p:spPr bwMode="auto">
          <a:xfrm flipV="1">
            <a:off x="3468600" y="5095778"/>
            <a:ext cx="188913"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7" name="Straight Connector 301">
            <a:extLst>
              <a:ext uri="{FF2B5EF4-FFF2-40B4-BE49-F238E27FC236}">
                <a16:creationId xmlns:a16="http://schemas.microsoft.com/office/drawing/2014/main" id="{6F25A2AA-9AAF-7545-A621-843340E23A8A}"/>
              </a:ext>
            </a:extLst>
          </p:cNvPr>
          <p:cNvCxnSpPr>
            <a:cxnSpLocks noChangeShapeType="1"/>
          </p:cNvCxnSpPr>
          <p:nvPr/>
        </p:nvCxnSpPr>
        <p:spPr bwMode="auto">
          <a:xfrm flipV="1">
            <a:off x="4224250" y="5024341"/>
            <a:ext cx="231775" cy="2444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8" name="Straight Connector 302">
            <a:extLst>
              <a:ext uri="{FF2B5EF4-FFF2-40B4-BE49-F238E27FC236}">
                <a16:creationId xmlns:a16="http://schemas.microsoft.com/office/drawing/2014/main" id="{A85DF839-8C92-7C4C-9E4F-95253E4F64D1}"/>
              </a:ext>
            </a:extLst>
          </p:cNvPr>
          <p:cNvCxnSpPr>
            <a:cxnSpLocks noChangeShapeType="1"/>
          </p:cNvCxnSpPr>
          <p:nvPr/>
        </p:nvCxnSpPr>
        <p:spPr bwMode="auto">
          <a:xfrm flipH="1" flipV="1">
            <a:off x="4675100" y="5011641"/>
            <a:ext cx="327025" cy="1190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29" name="Straight Connector 303">
            <a:extLst>
              <a:ext uri="{FF2B5EF4-FFF2-40B4-BE49-F238E27FC236}">
                <a16:creationId xmlns:a16="http://schemas.microsoft.com/office/drawing/2014/main" id="{F434154C-8D83-9441-B097-3BBC275FD9C7}"/>
              </a:ext>
            </a:extLst>
          </p:cNvPr>
          <p:cNvCxnSpPr>
            <a:cxnSpLocks noChangeShapeType="1"/>
          </p:cNvCxnSpPr>
          <p:nvPr/>
        </p:nvCxnSpPr>
        <p:spPr bwMode="auto">
          <a:xfrm flipV="1">
            <a:off x="4662400" y="4676678"/>
            <a:ext cx="260350" cy="18891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0" name="Straight Connector 304">
            <a:extLst>
              <a:ext uri="{FF2B5EF4-FFF2-40B4-BE49-F238E27FC236}">
                <a16:creationId xmlns:a16="http://schemas.microsoft.com/office/drawing/2014/main" id="{B524947B-DB9F-7D40-A706-4C17DE2A5010}"/>
              </a:ext>
            </a:extLst>
          </p:cNvPr>
          <p:cNvCxnSpPr>
            <a:cxnSpLocks noChangeShapeType="1"/>
          </p:cNvCxnSpPr>
          <p:nvPr/>
        </p:nvCxnSpPr>
        <p:spPr bwMode="auto">
          <a:xfrm flipH="1" flipV="1">
            <a:off x="3708313" y="4551266"/>
            <a:ext cx="207962" cy="8413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31" name="TextBox 39958">
            <a:extLst>
              <a:ext uri="{FF2B5EF4-FFF2-40B4-BE49-F238E27FC236}">
                <a16:creationId xmlns:a16="http://schemas.microsoft.com/office/drawing/2014/main" id="{E2B94A9A-0F9D-2848-A0CF-4BF11CF94A72}"/>
              </a:ext>
            </a:extLst>
          </p:cNvPr>
          <p:cNvSpPr txBox="1">
            <a:spLocks noChangeArrowheads="1"/>
          </p:cNvSpPr>
          <p:nvPr/>
        </p:nvSpPr>
        <p:spPr bwMode="auto">
          <a:xfrm>
            <a:off x="2806613" y="4590953"/>
            <a:ext cx="788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C</a:t>
            </a:r>
          </a:p>
        </p:txBody>
      </p:sp>
      <p:sp>
        <p:nvSpPr>
          <p:cNvPr id="832" name="Oval 3">
            <a:extLst>
              <a:ext uri="{FF2B5EF4-FFF2-40B4-BE49-F238E27FC236}">
                <a16:creationId xmlns:a16="http://schemas.microsoft.com/office/drawing/2014/main" id="{A702DE6F-D4A0-8F44-AA63-D6E15375CD8E}"/>
              </a:ext>
            </a:extLst>
          </p:cNvPr>
          <p:cNvSpPr>
            <a:spLocks noChangeArrowheads="1"/>
          </p:cNvSpPr>
          <p:nvPr/>
        </p:nvSpPr>
        <p:spPr bwMode="auto">
          <a:xfrm>
            <a:off x="5765713" y="3706716"/>
            <a:ext cx="3219450" cy="1343025"/>
          </a:xfrm>
          <a:prstGeom prst="ellipse">
            <a:avLst/>
          </a:prstGeom>
          <a:solidFill>
            <a:srgbClr val="3C6CD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833" name="Straight Connector 10">
            <a:extLst>
              <a:ext uri="{FF2B5EF4-FFF2-40B4-BE49-F238E27FC236}">
                <a16:creationId xmlns:a16="http://schemas.microsoft.com/office/drawing/2014/main" id="{3F8196DF-0888-8E49-98D7-DA224C7BE9E9}"/>
              </a:ext>
            </a:extLst>
          </p:cNvPr>
          <p:cNvCxnSpPr>
            <a:cxnSpLocks noChangeShapeType="1"/>
          </p:cNvCxnSpPr>
          <p:nvPr/>
        </p:nvCxnSpPr>
        <p:spPr bwMode="auto">
          <a:xfrm>
            <a:off x="6899188" y="3943253"/>
            <a:ext cx="1062037" cy="698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4" name="Straight Connector 297">
            <a:extLst>
              <a:ext uri="{FF2B5EF4-FFF2-40B4-BE49-F238E27FC236}">
                <a16:creationId xmlns:a16="http://schemas.microsoft.com/office/drawing/2014/main" id="{1B258AC6-D04D-9E42-938E-20E66E809546}"/>
              </a:ext>
            </a:extLst>
          </p:cNvPr>
          <p:cNvCxnSpPr>
            <a:cxnSpLocks noChangeShapeType="1"/>
          </p:cNvCxnSpPr>
          <p:nvPr/>
        </p:nvCxnSpPr>
        <p:spPr bwMode="auto">
          <a:xfrm>
            <a:off x="7450050" y="4233766"/>
            <a:ext cx="120650" cy="825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5" name="Straight Connector 298">
            <a:extLst>
              <a:ext uri="{FF2B5EF4-FFF2-40B4-BE49-F238E27FC236}">
                <a16:creationId xmlns:a16="http://schemas.microsoft.com/office/drawing/2014/main" id="{413995ED-2F60-8B4D-8D7F-93AD98A8938C}"/>
              </a:ext>
            </a:extLst>
          </p:cNvPr>
          <p:cNvCxnSpPr>
            <a:cxnSpLocks noChangeShapeType="1"/>
          </p:cNvCxnSpPr>
          <p:nvPr/>
        </p:nvCxnSpPr>
        <p:spPr bwMode="auto">
          <a:xfrm flipV="1">
            <a:off x="7250025" y="4433791"/>
            <a:ext cx="242888" cy="444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6" name="Straight Connector 299">
            <a:extLst>
              <a:ext uri="{FF2B5EF4-FFF2-40B4-BE49-F238E27FC236}">
                <a16:creationId xmlns:a16="http://schemas.microsoft.com/office/drawing/2014/main" id="{25EF67BD-6045-D34A-B976-7E209CEE56CE}"/>
              </a:ext>
            </a:extLst>
          </p:cNvPr>
          <p:cNvCxnSpPr>
            <a:cxnSpLocks noChangeShapeType="1"/>
          </p:cNvCxnSpPr>
          <p:nvPr/>
        </p:nvCxnSpPr>
        <p:spPr bwMode="auto">
          <a:xfrm flipV="1">
            <a:off x="6951575" y="4262341"/>
            <a:ext cx="195263" cy="10636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7" name="Straight Connector 300">
            <a:extLst>
              <a:ext uri="{FF2B5EF4-FFF2-40B4-BE49-F238E27FC236}">
                <a16:creationId xmlns:a16="http://schemas.microsoft.com/office/drawing/2014/main" id="{36B4AB57-694E-3A49-B3F1-69CBFBA7E4FF}"/>
              </a:ext>
            </a:extLst>
          </p:cNvPr>
          <p:cNvCxnSpPr>
            <a:cxnSpLocks noChangeShapeType="1"/>
          </p:cNvCxnSpPr>
          <p:nvPr/>
        </p:nvCxnSpPr>
        <p:spPr bwMode="auto">
          <a:xfrm flipV="1">
            <a:off x="6638838" y="4554441"/>
            <a:ext cx="206375" cy="952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8" name="Straight Connector 301">
            <a:extLst>
              <a:ext uri="{FF2B5EF4-FFF2-40B4-BE49-F238E27FC236}">
                <a16:creationId xmlns:a16="http://schemas.microsoft.com/office/drawing/2014/main" id="{327866EC-442B-E449-A507-1ADB2897607E}"/>
              </a:ext>
            </a:extLst>
          </p:cNvPr>
          <p:cNvCxnSpPr>
            <a:cxnSpLocks noChangeShapeType="1"/>
          </p:cNvCxnSpPr>
          <p:nvPr/>
        </p:nvCxnSpPr>
        <p:spPr bwMode="auto">
          <a:xfrm flipV="1">
            <a:off x="7465925" y="4481416"/>
            <a:ext cx="254000" cy="247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39" name="Straight Connector 302">
            <a:extLst>
              <a:ext uri="{FF2B5EF4-FFF2-40B4-BE49-F238E27FC236}">
                <a16:creationId xmlns:a16="http://schemas.microsoft.com/office/drawing/2014/main" id="{0B9882C7-E94F-0A47-A7DE-70A6E795938B}"/>
              </a:ext>
            </a:extLst>
          </p:cNvPr>
          <p:cNvCxnSpPr>
            <a:cxnSpLocks noChangeShapeType="1"/>
          </p:cNvCxnSpPr>
          <p:nvPr/>
        </p:nvCxnSpPr>
        <p:spPr bwMode="auto">
          <a:xfrm flipH="1" flipV="1">
            <a:off x="7929475" y="4460778"/>
            <a:ext cx="358775" cy="1206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0" name="Straight Connector 303">
            <a:extLst>
              <a:ext uri="{FF2B5EF4-FFF2-40B4-BE49-F238E27FC236}">
                <a16:creationId xmlns:a16="http://schemas.microsoft.com/office/drawing/2014/main" id="{07F3D5AB-917A-3646-B73E-0784162E7E10}"/>
              </a:ext>
            </a:extLst>
          </p:cNvPr>
          <p:cNvCxnSpPr>
            <a:cxnSpLocks noChangeShapeType="1"/>
          </p:cNvCxnSpPr>
          <p:nvPr/>
        </p:nvCxnSpPr>
        <p:spPr bwMode="auto">
          <a:xfrm flipV="1">
            <a:off x="7945350" y="4127403"/>
            <a:ext cx="285750" cy="1920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cxnSp>
        <p:nvCxnSpPr>
          <p:cNvPr id="841" name="Straight Connector 304">
            <a:extLst>
              <a:ext uri="{FF2B5EF4-FFF2-40B4-BE49-F238E27FC236}">
                <a16:creationId xmlns:a16="http://schemas.microsoft.com/office/drawing/2014/main" id="{7EE99713-0073-4441-B515-ACBBCD81E0FB}"/>
              </a:ext>
            </a:extLst>
          </p:cNvPr>
          <p:cNvCxnSpPr>
            <a:cxnSpLocks noChangeShapeType="1"/>
          </p:cNvCxnSpPr>
          <p:nvPr/>
        </p:nvCxnSpPr>
        <p:spPr bwMode="auto">
          <a:xfrm flipH="1" flipV="1">
            <a:off x="6900775" y="4000403"/>
            <a:ext cx="227013" cy="857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cxnSp>
      <p:sp>
        <p:nvSpPr>
          <p:cNvPr id="842" name="TextBox 39958">
            <a:extLst>
              <a:ext uri="{FF2B5EF4-FFF2-40B4-BE49-F238E27FC236}">
                <a16:creationId xmlns:a16="http://schemas.microsoft.com/office/drawing/2014/main" id="{9B066AAE-482E-0B40-BE56-8CA80740394E}"/>
              </a:ext>
            </a:extLst>
          </p:cNvPr>
          <p:cNvSpPr txBox="1">
            <a:spLocks noChangeArrowheads="1"/>
          </p:cNvSpPr>
          <p:nvPr/>
        </p:nvSpPr>
        <p:spPr bwMode="auto">
          <a:xfrm>
            <a:off x="5914938" y="4040091"/>
            <a:ext cx="7954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Arial"/>
              </a:rPr>
              <a:t>ISP B</a:t>
            </a:r>
          </a:p>
        </p:txBody>
      </p:sp>
      <p:cxnSp>
        <p:nvCxnSpPr>
          <p:cNvPr id="843" name="Straight Connector 12">
            <a:extLst>
              <a:ext uri="{FF2B5EF4-FFF2-40B4-BE49-F238E27FC236}">
                <a16:creationId xmlns:a16="http://schemas.microsoft.com/office/drawing/2014/main" id="{F300F1C8-847A-BE41-8774-57B1DCD8D5D3}"/>
              </a:ext>
            </a:extLst>
          </p:cNvPr>
          <p:cNvCxnSpPr>
            <a:cxnSpLocks noChangeShapeType="1"/>
          </p:cNvCxnSpPr>
          <p:nvPr/>
        </p:nvCxnSpPr>
        <p:spPr bwMode="auto">
          <a:xfrm>
            <a:off x="3533688" y="2666903"/>
            <a:ext cx="238125" cy="261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6" name="Straight Connector 502">
            <a:extLst>
              <a:ext uri="{FF2B5EF4-FFF2-40B4-BE49-F238E27FC236}">
                <a16:creationId xmlns:a16="http://schemas.microsoft.com/office/drawing/2014/main" id="{3F67B9C4-4FEC-1240-9C01-EB8A6EE3CDEB}"/>
              </a:ext>
            </a:extLst>
          </p:cNvPr>
          <p:cNvCxnSpPr>
            <a:cxnSpLocks noChangeShapeType="1"/>
          </p:cNvCxnSpPr>
          <p:nvPr/>
        </p:nvCxnSpPr>
        <p:spPr bwMode="auto">
          <a:xfrm>
            <a:off x="5067213" y="2468466"/>
            <a:ext cx="307975" cy="5730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7" name="Straight Connector 503">
            <a:extLst>
              <a:ext uri="{FF2B5EF4-FFF2-40B4-BE49-F238E27FC236}">
                <a16:creationId xmlns:a16="http://schemas.microsoft.com/office/drawing/2014/main" id="{545AD480-9636-0E4B-B4B9-9B4ADC620A03}"/>
              </a:ext>
            </a:extLst>
          </p:cNvPr>
          <p:cNvCxnSpPr>
            <a:cxnSpLocks noChangeShapeType="1"/>
          </p:cNvCxnSpPr>
          <p:nvPr/>
        </p:nvCxnSpPr>
        <p:spPr bwMode="auto">
          <a:xfrm flipH="1">
            <a:off x="5576800" y="2446241"/>
            <a:ext cx="384175" cy="579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8" name="Straight Connector 504">
            <a:extLst>
              <a:ext uri="{FF2B5EF4-FFF2-40B4-BE49-F238E27FC236}">
                <a16:creationId xmlns:a16="http://schemas.microsoft.com/office/drawing/2014/main" id="{71581065-B12B-1A4E-BE8D-55FA0FB7720E}"/>
              </a:ext>
            </a:extLst>
          </p:cNvPr>
          <p:cNvCxnSpPr>
            <a:cxnSpLocks noChangeShapeType="1"/>
          </p:cNvCxnSpPr>
          <p:nvPr/>
        </p:nvCxnSpPr>
        <p:spPr bwMode="auto">
          <a:xfrm>
            <a:off x="7921538" y="2957416"/>
            <a:ext cx="215900" cy="1046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49" name="Straight Connector 505">
            <a:extLst>
              <a:ext uri="{FF2B5EF4-FFF2-40B4-BE49-F238E27FC236}">
                <a16:creationId xmlns:a16="http://schemas.microsoft.com/office/drawing/2014/main" id="{73C31C58-B4CF-814A-A3FD-55A6563CEF48}"/>
              </a:ext>
            </a:extLst>
          </p:cNvPr>
          <p:cNvCxnSpPr>
            <a:cxnSpLocks noChangeShapeType="1"/>
          </p:cNvCxnSpPr>
          <p:nvPr/>
        </p:nvCxnSpPr>
        <p:spPr bwMode="auto">
          <a:xfrm flipH="1">
            <a:off x="8288250" y="3308253"/>
            <a:ext cx="241300" cy="692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0" name="Straight Connector 507">
            <a:extLst>
              <a:ext uri="{FF2B5EF4-FFF2-40B4-BE49-F238E27FC236}">
                <a16:creationId xmlns:a16="http://schemas.microsoft.com/office/drawing/2014/main" id="{EC7E8528-0B6D-CF4D-8A94-85AA80C4CC8F}"/>
              </a:ext>
            </a:extLst>
          </p:cNvPr>
          <p:cNvCxnSpPr>
            <a:cxnSpLocks noChangeShapeType="1"/>
          </p:cNvCxnSpPr>
          <p:nvPr/>
        </p:nvCxnSpPr>
        <p:spPr bwMode="auto">
          <a:xfrm flipH="1" flipV="1">
            <a:off x="8605750" y="4630641"/>
            <a:ext cx="796925" cy="614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4" name="Straight Connector 512">
            <a:extLst>
              <a:ext uri="{FF2B5EF4-FFF2-40B4-BE49-F238E27FC236}">
                <a16:creationId xmlns:a16="http://schemas.microsoft.com/office/drawing/2014/main" id="{3894D9DF-7CD2-5E46-A639-24D288F83334}"/>
              </a:ext>
            </a:extLst>
          </p:cNvPr>
          <p:cNvCxnSpPr>
            <a:cxnSpLocks noChangeShapeType="1"/>
          </p:cNvCxnSpPr>
          <p:nvPr/>
        </p:nvCxnSpPr>
        <p:spPr bwMode="auto">
          <a:xfrm flipV="1">
            <a:off x="2941550" y="5218016"/>
            <a:ext cx="401638" cy="209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5" name="Straight Connector 513">
            <a:extLst>
              <a:ext uri="{FF2B5EF4-FFF2-40B4-BE49-F238E27FC236}">
                <a16:creationId xmlns:a16="http://schemas.microsoft.com/office/drawing/2014/main" id="{89BD6F64-A1F9-A841-8EE8-ACECF372CCCB}"/>
              </a:ext>
            </a:extLst>
          </p:cNvPr>
          <p:cNvCxnSpPr>
            <a:cxnSpLocks noChangeShapeType="1"/>
          </p:cNvCxnSpPr>
          <p:nvPr/>
        </p:nvCxnSpPr>
        <p:spPr bwMode="auto">
          <a:xfrm>
            <a:off x="2535150" y="5075141"/>
            <a:ext cx="450850" cy="1158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7" name="Straight Connector 508">
            <a:extLst>
              <a:ext uri="{FF2B5EF4-FFF2-40B4-BE49-F238E27FC236}">
                <a16:creationId xmlns:a16="http://schemas.microsoft.com/office/drawing/2014/main" id="{CBDBB96A-3635-3D49-964A-A9C290E5CAD0}"/>
              </a:ext>
            </a:extLst>
          </p:cNvPr>
          <p:cNvCxnSpPr>
            <a:cxnSpLocks noChangeShapeType="1"/>
          </p:cNvCxnSpPr>
          <p:nvPr/>
        </p:nvCxnSpPr>
        <p:spPr bwMode="auto">
          <a:xfrm flipH="1" flipV="1">
            <a:off x="7646900" y="4779866"/>
            <a:ext cx="1047750" cy="966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cxnSp>
        <p:nvCxnSpPr>
          <p:cNvPr id="858" name="Straight Connector 506">
            <a:extLst>
              <a:ext uri="{FF2B5EF4-FFF2-40B4-BE49-F238E27FC236}">
                <a16:creationId xmlns:a16="http://schemas.microsoft.com/office/drawing/2014/main" id="{AA94DB72-B450-7842-B04E-DCFB91821FC1}"/>
              </a:ext>
            </a:extLst>
          </p:cNvPr>
          <p:cNvCxnSpPr>
            <a:cxnSpLocks noChangeShapeType="1"/>
          </p:cNvCxnSpPr>
          <p:nvPr/>
        </p:nvCxnSpPr>
        <p:spPr bwMode="auto">
          <a:xfrm flipH="1">
            <a:off x="8716875" y="4368703"/>
            <a:ext cx="541338" cy="249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cxnSp>
      <p:grpSp>
        <p:nvGrpSpPr>
          <p:cNvPr id="859" name="Group 858">
            <a:extLst>
              <a:ext uri="{FF2B5EF4-FFF2-40B4-BE49-F238E27FC236}">
                <a16:creationId xmlns:a16="http://schemas.microsoft.com/office/drawing/2014/main" id="{90216148-AEBB-D045-BC04-2476960CEEA7}"/>
              </a:ext>
            </a:extLst>
          </p:cNvPr>
          <p:cNvGrpSpPr/>
          <p:nvPr/>
        </p:nvGrpSpPr>
        <p:grpSpPr>
          <a:xfrm>
            <a:off x="5192625" y="3007829"/>
            <a:ext cx="541338" cy="223023"/>
            <a:chOff x="7493876" y="2774731"/>
            <a:chExt cx="1481958" cy="894622"/>
          </a:xfrm>
        </p:grpSpPr>
        <p:sp>
          <p:nvSpPr>
            <p:cNvPr id="996" name="Freeform 995">
              <a:extLst>
                <a:ext uri="{FF2B5EF4-FFF2-40B4-BE49-F238E27FC236}">
                  <a16:creationId xmlns:a16="http://schemas.microsoft.com/office/drawing/2014/main" id="{7C739FBE-036D-994B-85E2-4440DD53038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7" name="Oval 996">
              <a:extLst>
                <a:ext uri="{FF2B5EF4-FFF2-40B4-BE49-F238E27FC236}">
                  <a16:creationId xmlns:a16="http://schemas.microsoft.com/office/drawing/2014/main" id="{33BC4048-43F2-884D-8016-9AF95DABE2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8" name="Group 997">
              <a:extLst>
                <a:ext uri="{FF2B5EF4-FFF2-40B4-BE49-F238E27FC236}">
                  <a16:creationId xmlns:a16="http://schemas.microsoft.com/office/drawing/2014/main" id="{130BCC6D-B09E-1C41-A8CF-04A2A9638267}"/>
                </a:ext>
              </a:extLst>
            </p:cNvPr>
            <p:cNvGrpSpPr/>
            <p:nvPr/>
          </p:nvGrpSpPr>
          <p:grpSpPr>
            <a:xfrm>
              <a:off x="7713663" y="2848339"/>
              <a:ext cx="1042107" cy="425543"/>
              <a:chOff x="7786941" y="2884917"/>
              <a:chExt cx="897649" cy="353919"/>
            </a:xfrm>
          </p:grpSpPr>
          <p:sp>
            <p:nvSpPr>
              <p:cNvPr id="999" name="Freeform 998">
                <a:extLst>
                  <a:ext uri="{FF2B5EF4-FFF2-40B4-BE49-F238E27FC236}">
                    <a16:creationId xmlns:a16="http://schemas.microsoft.com/office/drawing/2014/main" id="{0FA93124-8744-5D4F-9E8A-8660696E5B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0" name="Freeform 999">
                <a:extLst>
                  <a:ext uri="{FF2B5EF4-FFF2-40B4-BE49-F238E27FC236}">
                    <a16:creationId xmlns:a16="http://schemas.microsoft.com/office/drawing/2014/main" id="{17571ADC-29EF-004D-A61B-676F21C86B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1" name="Freeform 1000">
                <a:extLst>
                  <a:ext uri="{FF2B5EF4-FFF2-40B4-BE49-F238E27FC236}">
                    <a16:creationId xmlns:a16="http://schemas.microsoft.com/office/drawing/2014/main" id="{36F070DE-197E-7F4B-AA78-582124C37FA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2" name="Freeform 1001">
                <a:extLst>
                  <a:ext uri="{FF2B5EF4-FFF2-40B4-BE49-F238E27FC236}">
                    <a16:creationId xmlns:a16="http://schemas.microsoft.com/office/drawing/2014/main" id="{3B0B317D-7F53-E348-81C1-4EE7DBCD590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7C41A419-299B-7A4A-A2A5-F2262956EE0F}"/>
              </a:ext>
            </a:extLst>
          </p:cNvPr>
          <p:cNvGrpSpPr/>
          <p:nvPr/>
        </p:nvGrpSpPr>
        <p:grpSpPr>
          <a:xfrm>
            <a:off x="3621872" y="2908203"/>
            <a:ext cx="541338" cy="223023"/>
            <a:chOff x="7493876" y="2774731"/>
            <a:chExt cx="1481958" cy="894622"/>
          </a:xfrm>
        </p:grpSpPr>
        <p:sp>
          <p:nvSpPr>
            <p:cNvPr id="989" name="Freeform 988">
              <a:extLst>
                <a:ext uri="{FF2B5EF4-FFF2-40B4-BE49-F238E27FC236}">
                  <a16:creationId xmlns:a16="http://schemas.microsoft.com/office/drawing/2014/main" id="{E9155573-B861-144A-AA4A-0F52588679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0" name="Oval 989">
              <a:extLst>
                <a:ext uri="{FF2B5EF4-FFF2-40B4-BE49-F238E27FC236}">
                  <a16:creationId xmlns:a16="http://schemas.microsoft.com/office/drawing/2014/main" id="{4F83F884-BBF3-CA40-927E-3CE279B6EDF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1" name="Group 990">
              <a:extLst>
                <a:ext uri="{FF2B5EF4-FFF2-40B4-BE49-F238E27FC236}">
                  <a16:creationId xmlns:a16="http://schemas.microsoft.com/office/drawing/2014/main" id="{0753217D-6DD5-164C-ADEE-1458B0AC16AF}"/>
                </a:ext>
              </a:extLst>
            </p:cNvPr>
            <p:cNvGrpSpPr/>
            <p:nvPr/>
          </p:nvGrpSpPr>
          <p:grpSpPr>
            <a:xfrm>
              <a:off x="7713663" y="2848339"/>
              <a:ext cx="1042107" cy="425543"/>
              <a:chOff x="7786941" y="2884917"/>
              <a:chExt cx="897649" cy="353919"/>
            </a:xfrm>
          </p:grpSpPr>
          <p:sp>
            <p:nvSpPr>
              <p:cNvPr id="992" name="Freeform 991">
                <a:extLst>
                  <a:ext uri="{FF2B5EF4-FFF2-40B4-BE49-F238E27FC236}">
                    <a16:creationId xmlns:a16="http://schemas.microsoft.com/office/drawing/2014/main" id="{B8A25917-7DC6-5444-9682-410BA07367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3" name="Freeform 992">
                <a:extLst>
                  <a:ext uri="{FF2B5EF4-FFF2-40B4-BE49-F238E27FC236}">
                    <a16:creationId xmlns:a16="http://schemas.microsoft.com/office/drawing/2014/main" id="{CABFF5B5-945B-6C4A-890D-ACDA82006C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4" name="Freeform 993">
                <a:extLst>
                  <a:ext uri="{FF2B5EF4-FFF2-40B4-BE49-F238E27FC236}">
                    <a16:creationId xmlns:a16="http://schemas.microsoft.com/office/drawing/2014/main" id="{8AB92421-736D-4A47-8B5A-1ACC7756D5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5" name="Freeform 994">
                <a:extLst>
                  <a:ext uri="{FF2B5EF4-FFF2-40B4-BE49-F238E27FC236}">
                    <a16:creationId xmlns:a16="http://schemas.microsoft.com/office/drawing/2014/main" id="{F3DCCAE7-3191-354E-90E8-A6C735BF93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3" name="Group 862">
            <a:extLst>
              <a:ext uri="{FF2B5EF4-FFF2-40B4-BE49-F238E27FC236}">
                <a16:creationId xmlns:a16="http://schemas.microsoft.com/office/drawing/2014/main" id="{493E10B9-C866-154D-940F-1FA669A54572}"/>
              </a:ext>
            </a:extLst>
          </p:cNvPr>
          <p:cNvGrpSpPr/>
          <p:nvPr/>
        </p:nvGrpSpPr>
        <p:grpSpPr>
          <a:xfrm>
            <a:off x="8182681" y="4501444"/>
            <a:ext cx="541338" cy="223023"/>
            <a:chOff x="7493876" y="2774731"/>
            <a:chExt cx="1481958" cy="894622"/>
          </a:xfrm>
        </p:grpSpPr>
        <p:sp>
          <p:nvSpPr>
            <p:cNvPr id="968" name="Freeform 967">
              <a:extLst>
                <a:ext uri="{FF2B5EF4-FFF2-40B4-BE49-F238E27FC236}">
                  <a16:creationId xmlns:a16="http://schemas.microsoft.com/office/drawing/2014/main" id="{BF32E820-0FBE-E847-8B3C-9F2876D92E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9" name="Oval 968">
              <a:extLst>
                <a:ext uri="{FF2B5EF4-FFF2-40B4-BE49-F238E27FC236}">
                  <a16:creationId xmlns:a16="http://schemas.microsoft.com/office/drawing/2014/main" id="{B3A55633-56F4-AC42-945D-1875A96B67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0" name="Group 969">
              <a:extLst>
                <a:ext uri="{FF2B5EF4-FFF2-40B4-BE49-F238E27FC236}">
                  <a16:creationId xmlns:a16="http://schemas.microsoft.com/office/drawing/2014/main" id="{E4AB8815-1B1F-544F-9602-FE11A09FB354}"/>
                </a:ext>
              </a:extLst>
            </p:cNvPr>
            <p:cNvGrpSpPr/>
            <p:nvPr/>
          </p:nvGrpSpPr>
          <p:grpSpPr>
            <a:xfrm>
              <a:off x="7713663" y="2848339"/>
              <a:ext cx="1042107" cy="425543"/>
              <a:chOff x="7786941" y="2884917"/>
              <a:chExt cx="897649" cy="353919"/>
            </a:xfrm>
          </p:grpSpPr>
          <p:sp>
            <p:nvSpPr>
              <p:cNvPr id="971" name="Freeform 970">
                <a:extLst>
                  <a:ext uri="{FF2B5EF4-FFF2-40B4-BE49-F238E27FC236}">
                    <a16:creationId xmlns:a16="http://schemas.microsoft.com/office/drawing/2014/main" id="{25FA3B90-FE77-9D46-BA40-38A873C159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2" name="Freeform 971">
                <a:extLst>
                  <a:ext uri="{FF2B5EF4-FFF2-40B4-BE49-F238E27FC236}">
                    <a16:creationId xmlns:a16="http://schemas.microsoft.com/office/drawing/2014/main" id="{0F8E8660-4197-E24F-B9E2-EFC996926F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3" name="Freeform 972">
                <a:extLst>
                  <a:ext uri="{FF2B5EF4-FFF2-40B4-BE49-F238E27FC236}">
                    <a16:creationId xmlns:a16="http://schemas.microsoft.com/office/drawing/2014/main" id="{640090A1-376A-5A4C-8EBA-6CB5B79BB4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4" name="Freeform 973">
                <a:extLst>
                  <a:ext uri="{FF2B5EF4-FFF2-40B4-BE49-F238E27FC236}">
                    <a16:creationId xmlns:a16="http://schemas.microsoft.com/office/drawing/2014/main" id="{95591564-5458-114D-85FD-A700306225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614BEF92-8E4F-D346-A4B6-7E2EA0C9DE59}"/>
              </a:ext>
            </a:extLst>
          </p:cNvPr>
          <p:cNvGrpSpPr/>
          <p:nvPr/>
        </p:nvGrpSpPr>
        <p:grpSpPr>
          <a:xfrm>
            <a:off x="7469673" y="4278623"/>
            <a:ext cx="541338" cy="223023"/>
            <a:chOff x="7493876" y="2774731"/>
            <a:chExt cx="1481958" cy="894622"/>
          </a:xfrm>
        </p:grpSpPr>
        <p:sp>
          <p:nvSpPr>
            <p:cNvPr id="961" name="Freeform 960">
              <a:extLst>
                <a:ext uri="{FF2B5EF4-FFF2-40B4-BE49-F238E27FC236}">
                  <a16:creationId xmlns:a16="http://schemas.microsoft.com/office/drawing/2014/main" id="{8EF1D860-B711-3743-A475-0C6DB2BAB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2" name="Oval 961">
              <a:extLst>
                <a:ext uri="{FF2B5EF4-FFF2-40B4-BE49-F238E27FC236}">
                  <a16:creationId xmlns:a16="http://schemas.microsoft.com/office/drawing/2014/main" id="{37A0AB5E-D9CC-724B-855A-A8218863578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3" name="Group 962">
              <a:extLst>
                <a:ext uri="{FF2B5EF4-FFF2-40B4-BE49-F238E27FC236}">
                  <a16:creationId xmlns:a16="http://schemas.microsoft.com/office/drawing/2014/main" id="{8F6005C9-9B60-8748-86C0-D3E6A0803606}"/>
                </a:ext>
              </a:extLst>
            </p:cNvPr>
            <p:cNvGrpSpPr/>
            <p:nvPr/>
          </p:nvGrpSpPr>
          <p:grpSpPr>
            <a:xfrm>
              <a:off x="7713663" y="2848339"/>
              <a:ext cx="1042107" cy="425543"/>
              <a:chOff x="7786941" y="2884917"/>
              <a:chExt cx="897649" cy="353919"/>
            </a:xfrm>
          </p:grpSpPr>
          <p:sp>
            <p:nvSpPr>
              <p:cNvPr id="964" name="Freeform 963">
                <a:extLst>
                  <a:ext uri="{FF2B5EF4-FFF2-40B4-BE49-F238E27FC236}">
                    <a16:creationId xmlns:a16="http://schemas.microsoft.com/office/drawing/2014/main" id="{DE0F8D72-5786-D54F-93E4-C3C9C54159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5" name="Freeform 964">
                <a:extLst>
                  <a:ext uri="{FF2B5EF4-FFF2-40B4-BE49-F238E27FC236}">
                    <a16:creationId xmlns:a16="http://schemas.microsoft.com/office/drawing/2014/main" id="{5464F08B-BD83-8A44-BBFA-F4EE1966C4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6" name="Freeform 965">
                <a:extLst>
                  <a:ext uri="{FF2B5EF4-FFF2-40B4-BE49-F238E27FC236}">
                    <a16:creationId xmlns:a16="http://schemas.microsoft.com/office/drawing/2014/main" id="{09ECF1C0-ACB1-8540-969F-7EA711FE8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7" name="Freeform 966">
                <a:extLst>
                  <a:ext uri="{FF2B5EF4-FFF2-40B4-BE49-F238E27FC236}">
                    <a16:creationId xmlns:a16="http://schemas.microsoft.com/office/drawing/2014/main" id="{F98EB79D-440D-CA4F-A9C3-BD9212D3ED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B7E7D103-F268-674F-B3C3-92EA88673276}"/>
              </a:ext>
            </a:extLst>
          </p:cNvPr>
          <p:cNvGrpSpPr/>
          <p:nvPr/>
        </p:nvGrpSpPr>
        <p:grpSpPr>
          <a:xfrm>
            <a:off x="6979356" y="4059569"/>
            <a:ext cx="541338" cy="223023"/>
            <a:chOff x="7493876" y="2774731"/>
            <a:chExt cx="1481958" cy="894622"/>
          </a:xfrm>
        </p:grpSpPr>
        <p:sp>
          <p:nvSpPr>
            <p:cNvPr id="954" name="Freeform 953">
              <a:extLst>
                <a:ext uri="{FF2B5EF4-FFF2-40B4-BE49-F238E27FC236}">
                  <a16:creationId xmlns:a16="http://schemas.microsoft.com/office/drawing/2014/main" id="{EB728D85-B436-E54F-874C-34B0042A86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5" name="Oval 954">
              <a:extLst>
                <a:ext uri="{FF2B5EF4-FFF2-40B4-BE49-F238E27FC236}">
                  <a16:creationId xmlns:a16="http://schemas.microsoft.com/office/drawing/2014/main" id="{946A835F-BA3F-764B-B186-F72E0110BE6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6" name="Group 955">
              <a:extLst>
                <a:ext uri="{FF2B5EF4-FFF2-40B4-BE49-F238E27FC236}">
                  <a16:creationId xmlns:a16="http://schemas.microsoft.com/office/drawing/2014/main" id="{BE4F084A-E9A5-3044-A2FF-F78EBF4D712B}"/>
                </a:ext>
              </a:extLst>
            </p:cNvPr>
            <p:cNvGrpSpPr/>
            <p:nvPr/>
          </p:nvGrpSpPr>
          <p:grpSpPr>
            <a:xfrm>
              <a:off x="7713663" y="2848339"/>
              <a:ext cx="1042107" cy="425543"/>
              <a:chOff x="7786941" y="2884917"/>
              <a:chExt cx="897649" cy="353919"/>
            </a:xfrm>
          </p:grpSpPr>
          <p:sp>
            <p:nvSpPr>
              <p:cNvPr id="957" name="Freeform 956">
                <a:extLst>
                  <a:ext uri="{FF2B5EF4-FFF2-40B4-BE49-F238E27FC236}">
                    <a16:creationId xmlns:a16="http://schemas.microsoft.com/office/drawing/2014/main" id="{3731CD43-1F76-FC4C-B577-47908AE83F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8" name="Freeform 957">
                <a:extLst>
                  <a:ext uri="{FF2B5EF4-FFF2-40B4-BE49-F238E27FC236}">
                    <a16:creationId xmlns:a16="http://schemas.microsoft.com/office/drawing/2014/main" id="{E5922D92-CE3B-F444-BBBB-094EE443F8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9" name="Freeform 958">
                <a:extLst>
                  <a:ext uri="{FF2B5EF4-FFF2-40B4-BE49-F238E27FC236}">
                    <a16:creationId xmlns:a16="http://schemas.microsoft.com/office/drawing/2014/main" id="{FFCCE373-6CD7-CF42-892E-CA621687B5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0" name="Freeform 959">
                <a:extLst>
                  <a:ext uri="{FF2B5EF4-FFF2-40B4-BE49-F238E27FC236}">
                    <a16:creationId xmlns:a16="http://schemas.microsoft.com/office/drawing/2014/main" id="{E3119A7D-B722-F548-9954-AA327EFAED7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25847F9D-CFF7-5643-B6B5-34AC8A619763}"/>
              </a:ext>
            </a:extLst>
          </p:cNvPr>
          <p:cNvGrpSpPr/>
          <p:nvPr/>
        </p:nvGrpSpPr>
        <p:grpSpPr>
          <a:xfrm>
            <a:off x="6723616" y="4366729"/>
            <a:ext cx="541338" cy="223023"/>
            <a:chOff x="7493876" y="2774731"/>
            <a:chExt cx="1481958" cy="894622"/>
          </a:xfrm>
        </p:grpSpPr>
        <p:sp>
          <p:nvSpPr>
            <p:cNvPr id="947" name="Freeform 946">
              <a:extLst>
                <a:ext uri="{FF2B5EF4-FFF2-40B4-BE49-F238E27FC236}">
                  <a16:creationId xmlns:a16="http://schemas.microsoft.com/office/drawing/2014/main" id="{4A82214C-8C1F-BB49-8FC4-CFEE6481F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8" name="Oval 947">
              <a:extLst>
                <a:ext uri="{FF2B5EF4-FFF2-40B4-BE49-F238E27FC236}">
                  <a16:creationId xmlns:a16="http://schemas.microsoft.com/office/drawing/2014/main" id="{C6DB8AC9-820A-504A-9670-7CEE5BB4E0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9" name="Group 948">
              <a:extLst>
                <a:ext uri="{FF2B5EF4-FFF2-40B4-BE49-F238E27FC236}">
                  <a16:creationId xmlns:a16="http://schemas.microsoft.com/office/drawing/2014/main" id="{A0C3804C-D799-0B4C-89DF-FC0B44C2096C}"/>
                </a:ext>
              </a:extLst>
            </p:cNvPr>
            <p:cNvGrpSpPr/>
            <p:nvPr/>
          </p:nvGrpSpPr>
          <p:grpSpPr>
            <a:xfrm>
              <a:off x="7713663" y="2848339"/>
              <a:ext cx="1042107" cy="425543"/>
              <a:chOff x="7786941" y="2884917"/>
              <a:chExt cx="897649" cy="353919"/>
            </a:xfrm>
          </p:grpSpPr>
          <p:sp>
            <p:nvSpPr>
              <p:cNvPr id="950" name="Freeform 949">
                <a:extLst>
                  <a:ext uri="{FF2B5EF4-FFF2-40B4-BE49-F238E27FC236}">
                    <a16:creationId xmlns:a16="http://schemas.microsoft.com/office/drawing/2014/main" id="{00F71241-1388-C540-9F11-AA43DC1BD9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1" name="Freeform 950">
                <a:extLst>
                  <a:ext uri="{FF2B5EF4-FFF2-40B4-BE49-F238E27FC236}">
                    <a16:creationId xmlns:a16="http://schemas.microsoft.com/office/drawing/2014/main" id="{B892CC6B-D497-9946-B2FE-18A16FA7524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2" name="Freeform 951">
                <a:extLst>
                  <a:ext uri="{FF2B5EF4-FFF2-40B4-BE49-F238E27FC236}">
                    <a16:creationId xmlns:a16="http://schemas.microsoft.com/office/drawing/2014/main" id="{DAA7BCA0-C4BF-774A-9DB8-B5D24C8A02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3" name="Freeform 952">
                <a:extLst>
                  <a:ext uri="{FF2B5EF4-FFF2-40B4-BE49-F238E27FC236}">
                    <a16:creationId xmlns:a16="http://schemas.microsoft.com/office/drawing/2014/main" id="{7D6DF0F5-5284-2048-85DC-C4B7C1D0C8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3" name="Group 872">
            <a:extLst>
              <a:ext uri="{FF2B5EF4-FFF2-40B4-BE49-F238E27FC236}">
                <a16:creationId xmlns:a16="http://schemas.microsoft.com/office/drawing/2014/main" id="{C54AB713-5B88-EF45-B0D1-C4B00F726693}"/>
              </a:ext>
            </a:extLst>
          </p:cNvPr>
          <p:cNvGrpSpPr/>
          <p:nvPr/>
        </p:nvGrpSpPr>
        <p:grpSpPr>
          <a:xfrm>
            <a:off x="3740086" y="4631455"/>
            <a:ext cx="541338" cy="223023"/>
            <a:chOff x="7493876" y="2774731"/>
            <a:chExt cx="1481958" cy="894622"/>
          </a:xfrm>
        </p:grpSpPr>
        <p:sp>
          <p:nvSpPr>
            <p:cNvPr id="898" name="Freeform 897">
              <a:extLst>
                <a:ext uri="{FF2B5EF4-FFF2-40B4-BE49-F238E27FC236}">
                  <a16:creationId xmlns:a16="http://schemas.microsoft.com/office/drawing/2014/main" id="{DFDAEE8A-153F-F148-ACED-DCB6523146D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9" name="Oval 898">
              <a:extLst>
                <a:ext uri="{FF2B5EF4-FFF2-40B4-BE49-F238E27FC236}">
                  <a16:creationId xmlns:a16="http://schemas.microsoft.com/office/drawing/2014/main" id="{12E9968E-6A5D-1D49-87AD-9360D941AF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0" name="Group 899">
              <a:extLst>
                <a:ext uri="{FF2B5EF4-FFF2-40B4-BE49-F238E27FC236}">
                  <a16:creationId xmlns:a16="http://schemas.microsoft.com/office/drawing/2014/main" id="{C96DB30C-CB79-ED4D-990A-79FB83582D7D}"/>
                </a:ext>
              </a:extLst>
            </p:cNvPr>
            <p:cNvGrpSpPr/>
            <p:nvPr/>
          </p:nvGrpSpPr>
          <p:grpSpPr>
            <a:xfrm>
              <a:off x="7713663" y="2848339"/>
              <a:ext cx="1042107" cy="425543"/>
              <a:chOff x="7786941" y="2884917"/>
              <a:chExt cx="897649" cy="353919"/>
            </a:xfrm>
          </p:grpSpPr>
          <p:sp>
            <p:nvSpPr>
              <p:cNvPr id="901" name="Freeform 900">
                <a:extLst>
                  <a:ext uri="{FF2B5EF4-FFF2-40B4-BE49-F238E27FC236}">
                    <a16:creationId xmlns:a16="http://schemas.microsoft.com/office/drawing/2014/main" id="{2A2BB217-A5F6-F142-B4CF-398F9DAFFC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2" name="Freeform 901">
                <a:extLst>
                  <a:ext uri="{FF2B5EF4-FFF2-40B4-BE49-F238E27FC236}">
                    <a16:creationId xmlns:a16="http://schemas.microsoft.com/office/drawing/2014/main" id="{098B3B92-C926-1C43-A24C-B12286D8230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3" name="Freeform 902">
                <a:extLst>
                  <a:ext uri="{FF2B5EF4-FFF2-40B4-BE49-F238E27FC236}">
                    <a16:creationId xmlns:a16="http://schemas.microsoft.com/office/drawing/2014/main" id="{7A699073-99D7-F145-AF5D-6000D9E789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4" name="Freeform 903">
                <a:extLst>
                  <a:ext uri="{FF2B5EF4-FFF2-40B4-BE49-F238E27FC236}">
                    <a16:creationId xmlns:a16="http://schemas.microsoft.com/office/drawing/2014/main" id="{9DF6CA8B-C8D2-0649-92B0-D39407735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BB4F8064-75E6-4148-A080-7FE6F41A0BDD}"/>
              </a:ext>
            </a:extLst>
          </p:cNvPr>
          <p:cNvGrpSpPr/>
          <p:nvPr/>
        </p:nvGrpSpPr>
        <p:grpSpPr>
          <a:xfrm>
            <a:off x="3500746" y="4902845"/>
            <a:ext cx="541338" cy="223023"/>
            <a:chOff x="7493876" y="2774731"/>
            <a:chExt cx="1481958" cy="894622"/>
          </a:xfrm>
        </p:grpSpPr>
        <p:sp>
          <p:nvSpPr>
            <p:cNvPr id="891" name="Freeform 890">
              <a:extLst>
                <a:ext uri="{FF2B5EF4-FFF2-40B4-BE49-F238E27FC236}">
                  <a16:creationId xmlns:a16="http://schemas.microsoft.com/office/drawing/2014/main" id="{3450A9CF-C953-C045-9C98-C67E566E1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2" name="Oval 891">
              <a:extLst>
                <a:ext uri="{FF2B5EF4-FFF2-40B4-BE49-F238E27FC236}">
                  <a16:creationId xmlns:a16="http://schemas.microsoft.com/office/drawing/2014/main" id="{1C10C7D2-78B6-5244-AEDC-999C61D0E17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93" name="Group 892">
              <a:extLst>
                <a:ext uri="{FF2B5EF4-FFF2-40B4-BE49-F238E27FC236}">
                  <a16:creationId xmlns:a16="http://schemas.microsoft.com/office/drawing/2014/main" id="{C348A6F0-8B18-E549-942A-B4BA0E4351C2}"/>
                </a:ext>
              </a:extLst>
            </p:cNvPr>
            <p:cNvGrpSpPr/>
            <p:nvPr/>
          </p:nvGrpSpPr>
          <p:grpSpPr>
            <a:xfrm>
              <a:off x="7713663" y="2848339"/>
              <a:ext cx="1042107" cy="425543"/>
              <a:chOff x="7786941" y="2884917"/>
              <a:chExt cx="897649" cy="353919"/>
            </a:xfrm>
          </p:grpSpPr>
          <p:sp>
            <p:nvSpPr>
              <p:cNvPr id="894" name="Freeform 893">
                <a:extLst>
                  <a:ext uri="{FF2B5EF4-FFF2-40B4-BE49-F238E27FC236}">
                    <a16:creationId xmlns:a16="http://schemas.microsoft.com/office/drawing/2014/main" id="{50BF416E-5E10-9E42-BF67-C438CBDE37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5" name="Freeform 894">
                <a:extLst>
                  <a:ext uri="{FF2B5EF4-FFF2-40B4-BE49-F238E27FC236}">
                    <a16:creationId xmlns:a16="http://schemas.microsoft.com/office/drawing/2014/main" id="{301F7374-9853-7146-9A47-25C0E033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6" name="Freeform 895">
                <a:extLst>
                  <a:ext uri="{FF2B5EF4-FFF2-40B4-BE49-F238E27FC236}">
                    <a16:creationId xmlns:a16="http://schemas.microsoft.com/office/drawing/2014/main" id="{0164ECE1-B718-B34A-8EDE-D4D0DB3D0D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7" name="Freeform 896">
                <a:extLst>
                  <a:ext uri="{FF2B5EF4-FFF2-40B4-BE49-F238E27FC236}">
                    <a16:creationId xmlns:a16="http://schemas.microsoft.com/office/drawing/2014/main" id="{C96E24B3-51EE-4841-AC48-02977D922FE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A27592D6-B4A5-A942-80A1-4D78584A3729}"/>
              </a:ext>
            </a:extLst>
          </p:cNvPr>
          <p:cNvGrpSpPr/>
          <p:nvPr/>
        </p:nvGrpSpPr>
        <p:grpSpPr>
          <a:xfrm>
            <a:off x="2989969" y="5089246"/>
            <a:ext cx="541338" cy="223023"/>
            <a:chOff x="7493876" y="2774731"/>
            <a:chExt cx="1481958" cy="894622"/>
          </a:xfrm>
        </p:grpSpPr>
        <p:sp>
          <p:nvSpPr>
            <p:cNvPr id="884" name="Freeform 883">
              <a:extLst>
                <a:ext uri="{FF2B5EF4-FFF2-40B4-BE49-F238E27FC236}">
                  <a16:creationId xmlns:a16="http://schemas.microsoft.com/office/drawing/2014/main" id="{4392C382-3B33-664B-9F30-2368CB7435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85" name="Oval 884">
              <a:extLst>
                <a:ext uri="{FF2B5EF4-FFF2-40B4-BE49-F238E27FC236}">
                  <a16:creationId xmlns:a16="http://schemas.microsoft.com/office/drawing/2014/main" id="{E90301FC-FA81-3446-843A-1157E8F0D1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86" name="Group 885">
              <a:extLst>
                <a:ext uri="{FF2B5EF4-FFF2-40B4-BE49-F238E27FC236}">
                  <a16:creationId xmlns:a16="http://schemas.microsoft.com/office/drawing/2014/main" id="{8F48D118-A375-7442-B7A1-D3B3C92259BF}"/>
                </a:ext>
              </a:extLst>
            </p:cNvPr>
            <p:cNvGrpSpPr/>
            <p:nvPr/>
          </p:nvGrpSpPr>
          <p:grpSpPr>
            <a:xfrm>
              <a:off x="7713663" y="2848339"/>
              <a:ext cx="1042107" cy="425543"/>
              <a:chOff x="7786941" y="2884917"/>
              <a:chExt cx="897649" cy="353919"/>
            </a:xfrm>
          </p:grpSpPr>
          <p:sp>
            <p:nvSpPr>
              <p:cNvPr id="887" name="Freeform 886">
                <a:extLst>
                  <a:ext uri="{FF2B5EF4-FFF2-40B4-BE49-F238E27FC236}">
                    <a16:creationId xmlns:a16="http://schemas.microsoft.com/office/drawing/2014/main" id="{E429E113-061A-8D4E-A711-8433BE2D77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8" name="Freeform 887">
                <a:extLst>
                  <a:ext uri="{FF2B5EF4-FFF2-40B4-BE49-F238E27FC236}">
                    <a16:creationId xmlns:a16="http://schemas.microsoft.com/office/drawing/2014/main" id="{E0359472-260A-464A-8A61-1822736A76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9" name="Freeform 888">
                <a:extLst>
                  <a:ext uri="{FF2B5EF4-FFF2-40B4-BE49-F238E27FC236}">
                    <a16:creationId xmlns:a16="http://schemas.microsoft.com/office/drawing/2014/main" id="{B379B8F8-0A7B-E648-8635-FC0E285361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0" name="Freeform 889">
                <a:extLst>
                  <a:ext uri="{FF2B5EF4-FFF2-40B4-BE49-F238E27FC236}">
                    <a16:creationId xmlns:a16="http://schemas.microsoft.com/office/drawing/2014/main" id="{F43281EA-3AA2-6846-BFA5-C6871369B7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7B1D9FD-DA0A-6F46-AF57-F32DAF022A6D}"/>
              </a:ext>
            </a:extLst>
          </p:cNvPr>
          <p:cNvGrpSpPr/>
          <p:nvPr/>
        </p:nvGrpSpPr>
        <p:grpSpPr>
          <a:xfrm>
            <a:off x="4023882" y="5178456"/>
            <a:ext cx="541338" cy="223023"/>
            <a:chOff x="7493876" y="2774731"/>
            <a:chExt cx="1481958" cy="894622"/>
          </a:xfrm>
        </p:grpSpPr>
        <p:sp>
          <p:nvSpPr>
            <p:cNvPr id="877" name="Freeform 876">
              <a:extLst>
                <a:ext uri="{FF2B5EF4-FFF2-40B4-BE49-F238E27FC236}">
                  <a16:creationId xmlns:a16="http://schemas.microsoft.com/office/drawing/2014/main" id="{38DD07A8-F151-D74A-B9B0-150EF89A60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CE2FED6D-7123-A44C-A27D-AC4E5E5A7A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AF4FC758-360F-9143-BBCE-5314F170B3C9}"/>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15710929-DD09-6847-973F-95DA58E5C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6BF30287-E1A0-3044-AA63-03344380454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7CBC1677-B55C-7446-B5B2-60FEAAD50D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2689907A-654D-7246-93EC-6F1DEB7F9B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grpSp>
        <p:nvGrpSpPr>
          <p:cNvPr id="9" name="Group 2">
            <a:extLst>
              <a:ext uri="{FF2B5EF4-FFF2-40B4-BE49-F238E27FC236}">
                <a16:creationId xmlns:a16="http://schemas.microsoft.com/office/drawing/2014/main" id="{30BB6B1D-0B22-BA43-AA01-2EC5643695A5}"/>
              </a:ext>
            </a:extLst>
          </p:cNvPr>
          <p:cNvGrpSpPr>
            <a:grpSpLocks/>
          </p:cNvGrpSpPr>
          <p:nvPr/>
        </p:nvGrpSpPr>
        <p:grpSpPr bwMode="auto">
          <a:xfrm>
            <a:off x="2994584" y="2310458"/>
            <a:ext cx="648509" cy="418221"/>
            <a:chOff x="3053396" y="4304255"/>
            <a:chExt cx="648422" cy="418253"/>
          </a:xfrm>
        </p:grpSpPr>
        <p:sp>
          <p:nvSpPr>
            <p:cNvPr id="61" name="Freeform 84">
              <a:extLst>
                <a:ext uri="{FF2B5EF4-FFF2-40B4-BE49-F238E27FC236}">
                  <a16:creationId xmlns:a16="http://schemas.microsoft.com/office/drawing/2014/main" id="{B60A3DA3-256B-8E43-9575-8F1327BC53F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1">
              <a:extLst>
                <a:ext uri="{FF2B5EF4-FFF2-40B4-BE49-F238E27FC236}">
                  <a16:creationId xmlns:a16="http://schemas.microsoft.com/office/drawing/2014/main" id="{F1EBE77F-A331-1B49-AD54-E7C5C36B2A4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1" name="Group 135">
            <a:extLst>
              <a:ext uri="{FF2B5EF4-FFF2-40B4-BE49-F238E27FC236}">
                <a16:creationId xmlns:a16="http://schemas.microsoft.com/office/drawing/2014/main" id="{0041D52F-4091-A944-8003-ED442384CB16}"/>
              </a:ext>
            </a:extLst>
          </p:cNvPr>
          <p:cNvGrpSpPr>
            <a:grpSpLocks/>
          </p:cNvGrpSpPr>
          <p:nvPr/>
        </p:nvGrpSpPr>
        <p:grpSpPr bwMode="auto">
          <a:xfrm>
            <a:off x="7503691" y="2564438"/>
            <a:ext cx="648509" cy="418221"/>
            <a:chOff x="3053396" y="4304255"/>
            <a:chExt cx="648422" cy="418253"/>
          </a:xfrm>
        </p:grpSpPr>
        <p:sp>
          <p:nvSpPr>
            <p:cNvPr id="57" name="Freeform 84">
              <a:extLst>
                <a:ext uri="{FF2B5EF4-FFF2-40B4-BE49-F238E27FC236}">
                  <a16:creationId xmlns:a16="http://schemas.microsoft.com/office/drawing/2014/main" id="{078145B8-5D76-7B44-95E4-711130D9707F}"/>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TextBox 137">
              <a:extLst>
                <a:ext uri="{FF2B5EF4-FFF2-40B4-BE49-F238E27FC236}">
                  <a16:creationId xmlns:a16="http://schemas.microsoft.com/office/drawing/2014/main" id="{5CA3BADE-216F-2843-9D81-CE5E9D20BE8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2" name="Group 138">
            <a:extLst>
              <a:ext uri="{FF2B5EF4-FFF2-40B4-BE49-F238E27FC236}">
                <a16:creationId xmlns:a16="http://schemas.microsoft.com/office/drawing/2014/main" id="{F1C6BD9A-0B39-B244-94E8-678C50D1ECD9}"/>
              </a:ext>
            </a:extLst>
          </p:cNvPr>
          <p:cNvGrpSpPr>
            <a:grpSpLocks/>
          </p:cNvGrpSpPr>
          <p:nvPr/>
        </p:nvGrpSpPr>
        <p:grpSpPr bwMode="auto">
          <a:xfrm>
            <a:off x="2410305" y="5421718"/>
            <a:ext cx="648509" cy="418221"/>
            <a:chOff x="3053396" y="4304255"/>
            <a:chExt cx="648422" cy="418253"/>
          </a:xfrm>
        </p:grpSpPr>
        <p:sp>
          <p:nvSpPr>
            <p:cNvPr id="55" name="Freeform 84">
              <a:extLst>
                <a:ext uri="{FF2B5EF4-FFF2-40B4-BE49-F238E27FC236}">
                  <a16:creationId xmlns:a16="http://schemas.microsoft.com/office/drawing/2014/main" id="{7E729DEF-3587-F14B-AE03-C52CF3B0162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TextBox 140">
              <a:extLst>
                <a:ext uri="{FF2B5EF4-FFF2-40B4-BE49-F238E27FC236}">
                  <a16:creationId xmlns:a16="http://schemas.microsoft.com/office/drawing/2014/main" id="{DA418C0A-2209-A942-A859-5ECE8083B05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3" name="Group 141">
            <a:extLst>
              <a:ext uri="{FF2B5EF4-FFF2-40B4-BE49-F238E27FC236}">
                <a16:creationId xmlns:a16="http://schemas.microsoft.com/office/drawing/2014/main" id="{F1A8927C-3AF4-D742-848C-35E15D25BFB5}"/>
              </a:ext>
            </a:extLst>
          </p:cNvPr>
          <p:cNvGrpSpPr>
            <a:grpSpLocks/>
          </p:cNvGrpSpPr>
          <p:nvPr/>
        </p:nvGrpSpPr>
        <p:grpSpPr bwMode="auto">
          <a:xfrm>
            <a:off x="1991149" y="4799466"/>
            <a:ext cx="648509" cy="418221"/>
            <a:chOff x="3053396" y="4304255"/>
            <a:chExt cx="648422" cy="418253"/>
          </a:xfrm>
        </p:grpSpPr>
        <p:sp>
          <p:nvSpPr>
            <p:cNvPr id="53" name="Freeform 84">
              <a:extLst>
                <a:ext uri="{FF2B5EF4-FFF2-40B4-BE49-F238E27FC236}">
                  <a16:creationId xmlns:a16="http://schemas.microsoft.com/office/drawing/2014/main" id="{E8F8A0DF-7843-7E4A-8EBF-A24CA907C10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TextBox 143">
              <a:extLst>
                <a:ext uri="{FF2B5EF4-FFF2-40B4-BE49-F238E27FC236}">
                  <a16:creationId xmlns:a16="http://schemas.microsoft.com/office/drawing/2014/main" id="{D97DC0BC-584A-AC4F-835D-B981DD67CCF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4" name="Group 144">
            <a:extLst>
              <a:ext uri="{FF2B5EF4-FFF2-40B4-BE49-F238E27FC236}">
                <a16:creationId xmlns:a16="http://schemas.microsoft.com/office/drawing/2014/main" id="{937AB14A-1B92-0C4D-9DB7-3A65A35F708F}"/>
              </a:ext>
            </a:extLst>
          </p:cNvPr>
          <p:cNvGrpSpPr>
            <a:grpSpLocks/>
          </p:cNvGrpSpPr>
          <p:nvPr/>
        </p:nvGrpSpPr>
        <p:grpSpPr bwMode="auto">
          <a:xfrm>
            <a:off x="1762518" y="4139117"/>
            <a:ext cx="648509" cy="418221"/>
            <a:chOff x="3053396" y="4304255"/>
            <a:chExt cx="648422" cy="418253"/>
          </a:xfrm>
        </p:grpSpPr>
        <p:sp>
          <p:nvSpPr>
            <p:cNvPr id="51" name="Freeform 84">
              <a:extLst>
                <a:ext uri="{FF2B5EF4-FFF2-40B4-BE49-F238E27FC236}">
                  <a16:creationId xmlns:a16="http://schemas.microsoft.com/office/drawing/2014/main" id="{72BD96B2-8C8B-A34A-A0B1-8A56E080B3EB}"/>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TextBox 146">
              <a:extLst>
                <a:ext uri="{FF2B5EF4-FFF2-40B4-BE49-F238E27FC236}">
                  <a16:creationId xmlns:a16="http://schemas.microsoft.com/office/drawing/2014/main" id="{2E687D8E-E3CE-F949-BB94-C8F32F433905}"/>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5" name="Group 147">
            <a:extLst>
              <a:ext uri="{FF2B5EF4-FFF2-40B4-BE49-F238E27FC236}">
                <a16:creationId xmlns:a16="http://schemas.microsoft.com/office/drawing/2014/main" id="{417DAC5F-2573-4743-9127-36524340FED9}"/>
              </a:ext>
            </a:extLst>
          </p:cNvPr>
          <p:cNvGrpSpPr>
            <a:grpSpLocks/>
          </p:cNvGrpSpPr>
          <p:nvPr/>
        </p:nvGrpSpPr>
        <p:grpSpPr bwMode="auto">
          <a:xfrm>
            <a:off x="8253092" y="2996205"/>
            <a:ext cx="648509" cy="418221"/>
            <a:chOff x="3053396" y="4304255"/>
            <a:chExt cx="648422" cy="418253"/>
          </a:xfrm>
        </p:grpSpPr>
        <p:sp>
          <p:nvSpPr>
            <p:cNvPr id="49" name="Freeform 84">
              <a:extLst>
                <a:ext uri="{FF2B5EF4-FFF2-40B4-BE49-F238E27FC236}">
                  <a16:creationId xmlns:a16="http://schemas.microsoft.com/office/drawing/2014/main" id="{E9F7E8C6-F700-614F-9F9F-0A88C85D70E9}"/>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TextBox 149">
              <a:extLst>
                <a:ext uri="{FF2B5EF4-FFF2-40B4-BE49-F238E27FC236}">
                  <a16:creationId xmlns:a16="http://schemas.microsoft.com/office/drawing/2014/main" id="{59E18F13-5C5C-4049-B258-FAF65F9B26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6" name="Group 150">
            <a:extLst>
              <a:ext uri="{FF2B5EF4-FFF2-40B4-BE49-F238E27FC236}">
                <a16:creationId xmlns:a16="http://schemas.microsoft.com/office/drawing/2014/main" id="{B1724044-B1C6-934B-8868-30D0FD03826E}"/>
              </a:ext>
            </a:extLst>
          </p:cNvPr>
          <p:cNvGrpSpPr>
            <a:grpSpLocks/>
          </p:cNvGrpSpPr>
          <p:nvPr/>
        </p:nvGrpSpPr>
        <p:grpSpPr bwMode="auto">
          <a:xfrm>
            <a:off x="4595000" y="2069176"/>
            <a:ext cx="648509" cy="418221"/>
            <a:chOff x="3053396" y="4304255"/>
            <a:chExt cx="648422" cy="418253"/>
          </a:xfrm>
        </p:grpSpPr>
        <p:sp>
          <p:nvSpPr>
            <p:cNvPr id="47" name="Freeform 84">
              <a:extLst>
                <a:ext uri="{FF2B5EF4-FFF2-40B4-BE49-F238E27FC236}">
                  <a16:creationId xmlns:a16="http://schemas.microsoft.com/office/drawing/2014/main" id="{44CA58B7-16C9-C241-8F79-C6964EA2BAE7}"/>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TextBox 152">
              <a:extLst>
                <a:ext uri="{FF2B5EF4-FFF2-40B4-BE49-F238E27FC236}">
                  <a16:creationId xmlns:a16="http://schemas.microsoft.com/office/drawing/2014/main" id="{766583C3-B9DB-094A-A09E-A4BC2FBDE890}"/>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8" name="Group 156">
            <a:extLst>
              <a:ext uri="{FF2B5EF4-FFF2-40B4-BE49-F238E27FC236}">
                <a16:creationId xmlns:a16="http://schemas.microsoft.com/office/drawing/2014/main" id="{DE67CACE-BA9C-4F49-9CCC-2A95DDABF7BC}"/>
              </a:ext>
            </a:extLst>
          </p:cNvPr>
          <p:cNvGrpSpPr>
            <a:grpSpLocks/>
          </p:cNvGrpSpPr>
          <p:nvPr/>
        </p:nvGrpSpPr>
        <p:grpSpPr bwMode="auto">
          <a:xfrm>
            <a:off x="5509523" y="2043778"/>
            <a:ext cx="648509" cy="418221"/>
            <a:chOff x="3053396" y="4304255"/>
            <a:chExt cx="648422" cy="418253"/>
          </a:xfrm>
        </p:grpSpPr>
        <p:sp>
          <p:nvSpPr>
            <p:cNvPr id="43" name="Freeform 84">
              <a:extLst>
                <a:ext uri="{FF2B5EF4-FFF2-40B4-BE49-F238E27FC236}">
                  <a16:creationId xmlns:a16="http://schemas.microsoft.com/office/drawing/2014/main" id="{8AD1749B-4C4E-DE45-96BC-98F1585D4D9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TextBox 158">
              <a:extLst>
                <a:ext uri="{FF2B5EF4-FFF2-40B4-BE49-F238E27FC236}">
                  <a16:creationId xmlns:a16="http://schemas.microsoft.com/office/drawing/2014/main" id="{0ADF884B-3F6F-8145-B641-9A429A34A181}"/>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9" name="Group 160">
            <a:extLst>
              <a:ext uri="{FF2B5EF4-FFF2-40B4-BE49-F238E27FC236}">
                <a16:creationId xmlns:a16="http://schemas.microsoft.com/office/drawing/2014/main" id="{CF0A8E3D-09B1-214E-99FD-B5570442C39E}"/>
              </a:ext>
            </a:extLst>
          </p:cNvPr>
          <p:cNvGrpSpPr>
            <a:grpSpLocks/>
          </p:cNvGrpSpPr>
          <p:nvPr/>
        </p:nvGrpSpPr>
        <p:grpSpPr bwMode="auto">
          <a:xfrm>
            <a:off x="8570635" y="5675699"/>
            <a:ext cx="648509" cy="418221"/>
            <a:chOff x="3053396" y="4304255"/>
            <a:chExt cx="648422" cy="418253"/>
          </a:xfrm>
        </p:grpSpPr>
        <p:sp>
          <p:nvSpPr>
            <p:cNvPr id="41" name="Freeform 84">
              <a:extLst>
                <a:ext uri="{FF2B5EF4-FFF2-40B4-BE49-F238E27FC236}">
                  <a16:creationId xmlns:a16="http://schemas.microsoft.com/office/drawing/2014/main" id="{EDDB4269-F7AA-7240-B093-B37270418A6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TextBox 162">
              <a:extLst>
                <a:ext uri="{FF2B5EF4-FFF2-40B4-BE49-F238E27FC236}">
                  <a16:creationId xmlns:a16="http://schemas.microsoft.com/office/drawing/2014/main" id="{0403D7D4-9E2C-F94E-924D-8574777C74EB}"/>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0" name="Group 163">
            <a:extLst>
              <a:ext uri="{FF2B5EF4-FFF2-40B4-BE49-F238E27FC236}">
                <a16:creationId xmlns:a16="http://schemas.microsoft.com/office/drawing/2014/main" id="{4FD3E459-AF79-0B45-B5D3-3CA1740A2701}"/>
              </a:ext>
            </a:extLst>
          </p:cNvPr>
          <p:cNvGrpSpPr>
            <a:grpSpLocks/>
          </p:cNvGrpSpPr>
          <p:nvPr/>
        </p:nvGrpSpPr>
        <p:grpSpPr bwMode="auto">
          <a:xfrm>
            <a:off x="9408948" y="5028049"/>
            <a:ext cx="648509" cy="418221"/>
            <a:chOff x="3053396" y="4304255"/>
            <a:chExt cx="648422" cy="418253"/>
          </a:xfrm>
        </p:grpSpPr>
        <p:sp>
          <p:nvSpPr>
            <p:cNvPr id="39" name="Freeform 84">
              <a:extLst>
                <a:ext uri="{FF2B5EF4-FFF2-40B4-BE49-F238E27FC236}">
                  <a16:creationId xmlns:a16="http://schemas.microsoft.com/office/drawing/2014/main" id="{3CAEF347-FE90-E949-A631-0171A060E054}"/>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Box 165">
              <a:extLst>
                <a:ext uri="{FF2B5EF4-FFF2-40B4-BE49-F238E27FC236}">
                  <a16:creationId xmlns:a16="http://schemas.microsoft.com/office/drawing/2014/main" id="{0B914A90-A394-6F45-B155-CCE12CEFEC5E}"/>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1" name="Group 166">
            <a:extLst>
              <a:ext uri="{FF2B5EF4-FFF2-40B4-BE49-F238E27FC236}">
                <a16:creationId xmlns:a16="http://schemas.microsoft.com/office/drawing/2014/main" id="{5FECB796-EB1A-6941-942C-2C77B9305400}"/>
              </a:ext>
            </a:extLst>
          </p:cNvPr>
          <p:cNvGrpSpPr>
            <a:grpSpLocks/>
          </p:cNvGrpSpPr>
          <p:nvPr/>
        </p:nvGrpSpPr>
        <p:grpSpPr bwMode="auto">
          <a:xfrm>
            <a:off x="9180317" y="4113719"/>
            <a:ext cx="648509" cy="418221"/>
            <a:chOff x="3053396" y="4304255"/>
            <a:chExt cx="648422" cy="418253"/>
          </a:xfrm>
        </p:grpSpPr>
        <p:sp>
          <p:nvSpPr>
            <p:cNvPr id="37" name="Freeform 84">
              <a:extLst>
                <a:ext uri="{FF2B5EF4-FFF2-40B4-BE49-F238E27FC236}">
                  <a16:creationId xmlns:a16="http://schemas.microsoft.com/office/drawing/2014/main" id="{583D705A-27D6-7742-A076-4DD3D0002E48}"/>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168">
              <a:extLst>
                <a:ext uri="{FF2B5EF4-FFF2-40B4-BE49-F238E27FC236}">
                  <a16:creationId xmlns:a16="http://schemas.microsoft.com/office/drawing/2014/main" id="{B52DEC78-1030-A54E-8A0F-BCB9B6D6B0BA}"/>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sp>
        <p:nvSpPr>
          <p:cNvPr id="25" name="TextBox 4">
            <a:extLst>
              <a:ext uri="{FF2B5EF4-FFF2-40B4-BE49-F238E27FC236}">
                <a16:creationId xmlns:a16="http://schemas.microsoft.com/office/drawing/2014/main" id="{4EBE302E-6B07-964E-B474-2379BF38E56E}"/>
              </a:ext>
            </a:extLst>
          </p:cNvPr>
          <p:cNvSpPr txBox="1">
            <a:spLocks noChangeArrowheads="1"/>
          </p:cNvSpPr>
          <p:nvPr/>
        </p:nvSpPr>
        <p:spPr bwMode="auto">
          <a:xfrm rot="1053502">
            <a:off x="6609175" y="196862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6" name="TextBox 179">
            <a:extLst>
              <a:ext uri="{FF2B5EF4-FFF2-40B4-BE49-F238E27FC236}">
                <a16:creationId xmlns:a16="http://schemas.microsoft.com/office/drawing/2014/main" id="{5687370B-669A-6440-92DE-16AFFBA3FBDE}"/>
              </a:ext>
            </a:extLst>
          </p:cNvPr>
          <p:cNvSpPr txBox="1">
            <a:spLocks noChangeArrowheads="1"/>
          </p:cNvSpPr>
          <p:nvPr/>
        </p:nvSpPr>
        <p:spPr bwMode="auto">
          <a:xfrm rot="2829263">
            <a:off x="8895540" y="3441660"/>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7" name="TextBox 180">
            <a:extLst>
              <a:ext uri="{FF2B5EF4-FFF2-40B4-BE49-F238E27FC236}">
                <a16:creationId xmlns:a16="http://schemas.microsoft.com/office/drawing/2014/main" id="{DDCB7942-CF63-0E41-965D-4990C91E38C2}"/>
              </a:ext>
            </a:extLst>
          </p:cNvPr>
          <p:cNvSpPr txBox="1">
            <a:spLocks noChangeArrowheads="1"/>
          </p:cNvSpPr>
          <p:nvPr/>
        </p:nvSpPr>
        <p:spPr bwMode="auto">
          <a:xfrm rot="9845918">
            <a:off x="7564044" y="595463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8" name="TextBox 181">
            <a:extLst>
              <a:ext uri="{FF2B5EF4-FFF2-40B4-BE49-F238E27FC236}">
                <a16:creationId xmlns:a16="http://schemas.microsoft.com/office/drawing/2014/main" id="{14DD3F3C-E274-2D4E-83D9-E679452E9927}"/>
              </a:ext>
            </a:extLst>
          </p:cNvPr>
          <p:cNvSpPr txBox="1">
            <a:spLocks noChangeArrowheads="1"/>
          </p:cNvSpPr>
          <p:nvPr/>
        </p:nvSpPr>
        <p:spPr bwMode="auto">
          <a:xfrm rot="11651262">
            <a:off x="3196001" y="5857999"/>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9" name="TextBox 182">
            <a:extLst>
              <a:ext uri="{FF2B5EF4-FFF2-40B4-BE49-F238E27FC236}">
                <a16:creationId xmlns:a16="http://schemas.microsoft.com/office/drawing/2014/main" id="{99FAE186-77C6-3F42-AB05-E0FF7C6CB0A1}"/>
              </a:ext>
            </a:extLst>
          </p:cNvPr>
          <p:cNvSpPr txBox="1">
            <a:spLocks noChangeArrowheads="1"/>
          </p:cNvSpPr>
          <p:nvPr/>
        </p:nvSpPr>
        <p:spPr bwMode="auto">
          <a:xfrm rot="16607303">
            <a:off x="1609690" y="3551677"/>
            <a:ext cx="543697" cy="523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30" name="TextBox 183">
            <a:extLst>
              <a:ext uri="{FF2B5EF4-FFF2-40B4-BE49-F238E27FC236}">
                <a16:creationId xmlns:a16="http://schemas.microsoft.com/office/drawing/2014/main" id="{1CE3A2E2-820D-D645-BBA3-0C3089DE6461}"/>
              </a:ext>
            </a:extLst>
          </p:cNvPr>
          <p:cNvSpPr txBox="1">
            <a:spLocks noChangeArrowheads="1"/>
          </p:cNvSpPr>
          <p:nvPr/>
        </p:nvSpPr>
        <p:spPr bwMode="auto">
          <a:xfrm rot="20582737">
            <a:off x="3795672" y="1918514"/>
            <a:ext cx="543812" cy="52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802" name="Rectangle 3">
            <a:extLst>
              <a:ext uri="{FF2B5EF4-FFF2-40B4-BE49-F238E27FC236}">
                <a16:creationId xmlns:a16="http://schemas.microsoft.com/office/drawing/2014/main" id="{883B8B7C-52E4-7C4B-8F8D-C53D3AF05B50}"/>
              </a:ext>
            </a:extLst>
          </p:cNvPr>
          <p:cNvSpPr txBox="1">
            <a:spLocks noChangeArrowheads="1"/>
          </p:cNvSpPr>
          <p:nvPr/>
        </p:nvSpPr>
        <p:spPr bwMode="auto">
          <a:xfrm>
            <a:off x="851133" y="1142095"/>
            <a:ext cx="10824866" cy="834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75000"/>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content provider networks  (e.g., Google, Microsoft,  Akamai) may run their own network, to bring services, content close to end users</a:t>
            </a:r>
          </a:p>
        </p:txBody>
      </p:sp>
      <p:grpSp>
        <p:nvGrpSpPr>
          <p:cNvPr id="302" name="Group 20">
            <a:extLst>
              <a:ext uri="{FF2B5EF4-FFF2-40B4-BE49-F238E27FC236}">
                <a16:creationId xmlns:a16="http://schemas.microsoft.com/office/drawing/2014/main" id="{2E65E034-15F8-4544-9A88-3C6F87D79608}"/>
              </a:ext>
            </a:extLst>
          </p:cNvPr>
          <p:cNvGrpSpPr>
            <a:grpSpLocks/>
          </p:cNvGrpSpPr>
          <p:nvPr/>
        </p:nvGrpSpPr>
        <p:grpSpPr bwMode="auto">
          <a:xfrm>
            <a:off x="5736579" y="2899825"/>
            <a:ext cx="2272389" cy="1061009"/>
            <a:chOff x="4696844" y="2871032"/>
            <a:chExt cx="2272671" cy="1061113"/>
          </a:xfrm>
        </p:grpSpPr>
        <p:grpSp>
          <p:nvGrpSpPr>
            <p:cNvPr id="303" name="Group 16">
              <a:extLst>
                <a:ext uri="{FF2B5EF4-FFF2-40B4-BE49-F238E27FC236}">
                  <a16:creationId xmlns:a16="http://schemas.microsoft.com/office/drawing/2014/main" id="{AE7FAC14-602F-5840-95C2-10B4B1F3F93B}"/>
                </a:ext>
              </a:extLst>
            </p:cNvPr>
            <p:cNvGrpSpPr>
              <a:grpSpLocks/>
            </p:cNvGrpSpPr>
            <p:nvPr/>
          </p:nvGrpSpPr>
          <p:grpSpPr bwMode="auto">
            <a:xfrm>
              <a:off x="5677190" y="2871032"/>
              <a:ext cx="530938" cy="338554"/>
              <a:chOff x="5573768" y="2726239"/>
              <a:chExt cx="530938" cy="338554"/>
            </a:xfrm>
          </p:grpSpPr>
          <p:sp>
            <p:nvSpPr>
              <p:cNvPr id="306" name="Oval 14">
                <a:extLst>
                  <a:ext uri="{FF2B5EF4-FFF2-40B4-BE49-F238E27FC236}">
                    <a16:creationId xmlns:a16="http://schemas.microsoft.com/office/drawing/2014/main" id="{0540692A-C81C-724C-B821-D711DAE7176F}"/>
                  </a:ext>
                </a:extLst>
              </p:cNvPr>
              <p:cNvSpPr>
                <a:spLocks noChangeArrowheads="1"/>
              </p:cNvSpPr>
              <p:nvPr/>
            </p:nvSpPr>
            <p:spPr bwMode="auto">
              <a:xfrm>
                <a:off x="5573768" y="2751297"/>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TextBox 15">
                <a:extLst>
                  <a:ext uri="{FF2B5EF4-FFF2-40B4-BE49-F238E27FC236}">
                    <a16:creationId xmlns:a16="http://schemas.microsoft.com/office/drawing/2014/main" id="{B7EC47D0-A46E-E246-960E-89C0F218ED7B}"/>
                  </a:ext>
                </a:extLst>
              </p:cNvPr>
              <p:cNvSpPr txBox="1">
                <a:spLocks noChangeArrowheads="1"/>
              </p:cNvSpPr>
              <p:nvPr/>
            </p:nvSpPr>
            <p:spPr bwMode="auto">
              <a:xfrm>
                <a:off x="5593027" y="2726239"/>
                <a:ext cx="5116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IXP</a:t>
                </a:r>
              </a:p>
            </p:txBody>
          </p:sp>
        </p:grpSp>
        <p:cxnSp>
          <p:nvCxnSpPr>
            <p:cNvPr id="304" name="Straight Connector 18">
              <a:extLst>
                <a:ext uri="{FF2B5EF4-FFF2-40B4-BE49-F238E27FC236}">
                  <a16:creationId xmlns:a16="http://schemas.microsoft.com/office/drawing/2014/main" id="{6DC2A61E-B493-9841-A8B3-1C17E6A8ED01}"/>
                </a:ext>
              </a:extLst>
            </p:cNvPr>
            <p:cNvCxnSpPr>
              <a:cxnSpLocks noChangeShapeType="1"/>
            </p:cNvCxnSpPr>
            <p:nvPr/>
          </p:nvCxnSpPr>
          <p:spPr bwMode="auto">
            <a:xfrm>
              <a:off x="4696844" y="3073933"/>
              <a:ext cx="980347" cy="351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05" name="Straight Connector 516">
              <a:extLst>
                <a:ext uri="{FF2B5EF4-FFF2-40B4-BE49-F238E27FC236}">
                  <a16:creationId xmlns:a16="http://schemas.microsoft.com/office/drawing/2014/main" id="{ED5D0B03-04A8-4A40-9C0F-4EA56D9810E8}"/>
                </a:ext>
              </a:extLst>
            </p:cNvPr>
            <p:cNvCxnSpPr>
              <a:cxnSpLocks noChangeShapeType="1"/>
              <a:endCxn id="976" idx="1"/>
            </p:cNvCxnSpPr>
            <p:nvPr/>
          </p:nvCxnSpPr>
          <p:spPr bwMode="auto">
            <a:xfrm>
              <a:off x="6137159" y="3146857"/>
              <a:ext cx="832356" cy="78528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grpSp>
        <p:nvGrpSpPr>
          <p:cNvPr id="308" name="Group 39939">
            <a:extLst>
              <a:ext uri="{FF2B5EF4-FFF2-40B4-BE49-F238E27FC236}">
                <a16:creationId xmlns:a16="http://schemas.microsoft.com/office/drawing/2014/main" id="{17CCBDCA-CC15-454D-A26D-AA4BB11DE0FB}"/>
              </a:ext>
            </a:extLst>
          </p:cNvPr>
          <p:cNvGrpSpPr>
            <a:grpSpLocks/>
          </p:cNvGrpSpPr>
          <p:nvPr/>
        </p:nvGrpSpPr>
        <p:grpSpPr bwMode="auto">
          <a:xfrm>
            <a:off x="3570155" y="3762887"/>
            <a:ext cx="2938536" cy="1357499"/>
            <a:chOff x="2746064" y="3733002"/>
            <a:chExt cx="2937093" cy="1359582"/>
          </a:xfrm>
        </p:grpSpPr>
        <p:cxnSp>
          <p:nvCxnSpPr>
            <p:cNvPr id="309" name="Straight Connector 7">
              <a:extLst>
                <a:ext uri="{FF2B5EF4-FFF2-40B4-BE49-F238E27FC236}">
                  <a16:creationId xmlns:a16="http://schemas.microsoft.com/office/drawing/2014/main" id="{415ABF4C-9DC7-3E48-8D47-77091F596BBC}"/>
                </a:ext>
              </a:extLst>
            </p:cNvPr>
            <p:cNvCxnSpPr>
              <a:cxnSpLocks noChangeShapeType="1"/>
              <a:stCxn id="1032" idx="5"/>
              <a:endCxn id="983" idx="3"/>
            </p:cNvCxnSpPr>
            <p:nvPr/>
          </p:nvCxnSpPr>
          <p:spPr bwMode="auto">
            <a:xfrm>
              <a:off x="5094305" y="3733002"/>
              <a:ext cx="588852" cy="212765"/>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0" name="Straight Connector 415">
              <a:extLst>
                <a:ext uri="{FF2B5EF4-FFF2-40B4-BE49-F238E27FC236}">
                  <a16:creationId xmlns:a16="http://schemas.microsoft.com/office/drawing/2014/main" id="{5C73DBFB-D008-3643-BC55-DC0EB59EE06A}"/>
                </a:ext>
              </a:extLst>
            </p:cNvPr>
            <p:cNvCxnSpPr>
              <a:cxnSpLocks noChangeShapeType="1"/>
              <a:stCxn id="1010" idx="5"/>
            </p:cNvCxnSpPr>
            <p:nvPr/>
          </p:nvCxnSpPr>
          <p:spPr bwMode="auto">
            <a:xfrm flipH="1">
              <a:off x="2746064" y="3789080"/>
              <a:ext cx="54551" cy="60192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11" name="Straight Connector 523">
              <a:extLst>
                <a:ext uri="{FF2B5EF4-FFF2-40B4-BE49-F238E27FC236}">
                  <a16:creationId xmlns:a16="http://schemas.microsoft.com/office/drawing/2014/main" id="{FABFBABF-764F-F24E-92BB-9E89BDA24ADC}"/>
                </a:ext>
              </a:extLst>
            </p:cNvPr>
            <p:cNvCxnSpPr>
              <a:cxnSpLocks noChangeShapeType="1"/>
              <a:endCxn id="941" idx="3"/>
            </p:cNvCxnSpPr>
            <p:nvPr/>
          </p:nvCxnSpPr>
          <p:spPr bwMode="auto">
            <a:xfrm flipV="1">
              <a:off x="4424422" y="4701847"/>
              <a:ext cx="1074473" cy="390737"/>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cxnSp>
        <p:nvCxnSpPr>
          <p:cNvPr id="319" name="Straight Connector 515">
            <a:extLst>
              <a:ext uri="{FF2B5EF4-FFF2-40B4-BE49-F238E27FC236}">
                <a16:creationId xmlns:a16="http://schemas.microsoft.com/office/drawing/2014/main" id="{E64B2F34-F5A2-0748-B519-596A0F2D52A9}"/>
              </a:ext>
            </a:extLst>
          </p:cNvPr>
          <p:cNvCxnSpPr>
            <a:cxnSpLocks noChangeShapeType="1"/>
            <a:stCxn id="930" idx="2"/>
          </p:cNvCxnSpPr>
          <p:nvPr/>
        </p:nvCxnSpPr>
        <p:spPr bwMode="auto">
          <a:xfrm flipV="1">
            <a:off x="4982880" y="4309966"/>
            <a:ext cx="309146" cy="307718"/>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1" name="Straight Connector 519">
            <a:extLst>
              <a:ext uri="{FF2B5EF4-FFF2-40B4-BE49-F238E27FC236}">
                <a16:creationId xmlns:a16="http://schemas.microsoft.com/office/drawing/2014/main" id="{A78B3472-4495-804D-9DE2-F7A93E5EED62}"/>
              </a:ext>
            </a:extLst>
          </p:cNvPr>
          <p:cNvCxnSpPr>
            <a:cxnSpLocks noChangeShapeType="1"/>
          </p:cNvCxnSpPr>
          <p:nvPr/>
        </p:nvCxnSpPr>
        <p:spPr bwMode="auto">
          <a:xfrm flipV="1">
            <a:off x="5520180" y="3924252"/>
            <a:ext cx="929835" cy="367084"/>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cxnSp>
        <p:nvCxnSpPr>
          <p:cNvPr id="322" name="Straight Connector 520">
            <a:extLst>
              <a:ext uri="{FF2B5EF4-FFF2-40B4-BE49-F238E27FC236}">
                <a16:creationId xmlns:a16="http://schemas.microsoft.com/office/drawing/2014/main" id="{B39E2778-53AB-7A47-8C24-A5C1BE87DA91}"/>
              </a:ext>
            </a:extLst>
          </p:cNvPr>
          <p:cNvCxnSpPr>
            <a:cxnSpLocks noChangeShapeType="1"/>
            <a:stCxn id="1007" idx="2"/>
          </p:cNvCxnSpPr>
          <p:nvPr/>
        </p:nvCxnSpPr>
        <p:spPr bwMode="auto">
          <a:xfrm>
            <a:off x="4815073" y="3947043"/>
            <a:ext cx="476953" cy="277502"/>
          </a:xfrm>
          <a:prstGeom prst="line">
            <a:avLst/>
          </a:prstGeom>
          <a:noFill/>
          <a:ln w="38100">
            <a:solidFill>
              <a:srgbClr val="CC0000"/>
            </a:solidFill>
            <a:round/>
            <a:headEnd/>
            <a:tailEnd/>
          </a:ln>
          <a:extLst>
            <a:ext uri="{909E8E84-426E-40DD-AFC4-6F175D3DCCD1}">
              <a14:hiddenFill xmlns:a14="http://schemas.microsoft.com/office/drawing/2010/main">
                <a:noFill/>
              </a14:hiddenFill>
            </a:ext>
          </a:extLst>
        </p:spPr>
      </p:cxnSp>
      <p:grpSp>
        <p:nvGrpSpPr>
          <p:cNvPr id="862" name="Group 861">
            <a:extLst>
              <a:ext uri="{FF2B5EF4-FFF2-40B4-BE49-F238E27FC236}">
                <a16:creationId xmlns:a16="http://schemas.microsoft.com/office/drawing/2014/main" id="{B86CF571-59B7-9040-88E6-ACE367964601}"/>
              </a:ext>
            </a:extLst>
          </p:cNvPr>
          <p:cNvGrpSpPr/>
          <p:nvPr/>
        </p:nvGrpSpPr>
        <p:grpSpPr>
          <a:xfrm>
            <a:off x="7929475" y="3939691"/>
            <a:ext cx="541338" cy="223023"/>
            <a:chOff x="7493876" y="2774731"/>
            <a:chExt cx="1481958" cy="894622"/>
          </a:xfrm>
        </p:grpSpPr>
        <p:sp>
          <p:nvSpPr>
            <p:cNvPr id="975" name="Freeform 974">
              <a:extLst>
                <a:ext uri="{FF2B5EF4-FFF2-40B4-BE49-F238E27FC236}">
                  <a16:creationId xmlns:a16="http://schemas.microsoft.com/office/drawing/2014/main" id="{1999BFB5-779F-7B4E-BCBF-9040592BFB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6" name="Oval 975">
              <a:extLst>
                <a:ext uri="{FF2B5EF4-FFF2-40B4-BE49-F238E27FC236}">
                  <a16:creationId xmlns:a16="http://schemas.microsoft.com/office/drawing/2014/main" id="{61415BE9-66CA-0045-99BF-BA54F41E05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7" name="Group 976">
              <a:extLst>
                <a:ext uri="{FF2B5EF4-FFF2-40B4-BE49-F238E27FC236}">
                  <a16:creationId xmlns:a16="http://schemas.microsoft.com/office/drawing/2014/main" id="{390121EC-5020-DC41-8658-E7E4546EDD86}"/>
                </a:ext>
              </a:extLst>
            </p:cNvPr>
            <p:cNvGrpSpPr/>
            <p:nvPr/>
          </p:nvGrpSpPr>
          <p:grpSpPr>
            <a:xfrm>
              <a:off x="7713663" y="2848339"/>
              <a:ext cx="1042107" cy="425543"/>
              <a:chOff x="7786941" y="2884917"/>
              <a:chExt cx="897649" cy="353919"/>
            </a:xfrm>
          </p:grpSpPr>
          <p:sp>
            <p:nvSpPr>
              <p:cNvPr id="978" name="Freeform 977">
                <a:extLst>
                  <a:ext uri="{FF2B5EF4-FFF2-40B4-BE49-F238E27FC236}">
                    <a16:creationId xmlns:a16="http://schemas.microsoft.com/office/drawing/2014/main" id="{379AA28D-75A8-A345-B828-DEB6099EB1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9" name="Freeform 978">
                <a:extLst>
                  <a:ext uri="{FF2B5EF4-FFF2-40B4-BE49-F238E27FC236}">
                    <a16:creationId xmlns:a16="http://schemas.microsoft.com/office/drawing/2014/main" id="{9DDC0BF3-00A0-7C46-A0BC-285C4E950A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0" name="Freeform 979">
                <a:extLst>
                  <a:ext uri="{FF2B5EF4-FFF2-40B4-BE49-F238E27FC236}">
                    <a16:creationId xmlns:a16="http://schemas.microsoft.com/office/drawing/2014/main" id="{DECB33A6-775B-1A42-95E8-73DA8B965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1" name="Freeform 980">
                <a:extLst>
                  <a:ext uri="{FF2B5EF4-FFF2-40B4-BE49-F238E27FC236}">
                    <a16:creationId xmlns:a16="http://schemas.microsoft.com/office/drawing/2014/main" id="{2619AA7F-A92C-BA49-876D-4FE864A189C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20" name="Group 819">
            <a:extLst>
              <a:ext uri="{FF2B5EF4-FFF2-40B4-BE49-F238E27FC236}">
                <a16:creationId xmlns:a16="http://schemas.microsoft.com/office/drawing/2014/main" id="{381985F4-0019-534F-8CE5-AE9A089DDF51}"/>
              </a:ext>
            </a:extLst>
          </p:cNvPr>
          <p:cNvGrpSpPr/>
          <p:nvPr/>
        </p:nvGrpSpPr>
        <p:grpSpPr>
          <a:xfrm>
            <a:off x="4400287" y="3826770"/>
            <a:ext cx="541338" cy="223023"/>
            <a:chOff x="7493876" y="2774731"/>
            <a:chExt cx="1481958" cy="894622"/>
          </a:xfrm>
        </p:grpSpPr>
        <p:sp>
          <p:nvSpPr>
            <p:cNvPr id="1003" name="Freeform 1002">
              <a:extLst>
                <a:ext uri="{FF2B5EF4-FFF2-40B4-BE49-F238E27FC236}">
                  <a16:creationId xmlns:a16="http://schemas.microsoft.com/office/drawing/2014/main" id="{4CE10CC8-8336-0245-950D-7D623D68111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4" name="Oval 1003">
              <a:extLst>
                <a:ext uri="{FF2B5EF4-FFF2-40B4-BE49-F238E27FC236}">
                  <a16:creationId xmlns:a16="http://schemas.microsoft.com/office/drawing/2014/main" id="{7D977A06-C0BE-1540-88E3-7929A84F7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5" name="Group 1004">
              <a:extLst>
                <a:ext uri="{FF2B5EF4-FFF2-40B4-BE49-F238E27FC236}">
                  <a16:creationId xmlns:a16="http://schemas.microsoft.com/office/drawing/2014/main" id="{19FDDE53-D84C-8442-9D8A-CCD581A35300}"/>
                </a:ext>
              </a:extLst>
            </p:cNvPr>
            <p:cNvGrpSpPr/>
            <p:nvPr/>
          </p:nvGrpSpPr>
          <p:grpSpPr>
            <a:xfrm>
              <a:off x="7713663" y="2848339"/>
              <a:ext cx="1042107" cy="425543"/>
              <a:chOff x="7786941" y="2884917"/>
              <a:chExt cx="897649" cy="353919"/>
            </a:xfrm>
          </p:grpSpPr>
          <p:sp>
            <p:nvSpPr>
              <p:cNvPr id="1006" name="Freeform 1005">
                <a:extLst>
                  <a:ext uri="{FF2B5EF4-FFF2-40B4-BE49-F238E27FC236}">
                    <a16:creationId xmlns:a16="http://schemas.microsoft.com/office/drawing/2014/main" id="{6F6E6FCB-EFD3-7540-AA59-096EB89F32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7" name="Freeform 1006">
                <a:extLst>
                  <a:ext uri="{FF2B5EF4-FFF2-40B4-BE49-F238E27FC236}">
                    <a16:creationId xmlns:a16="http://schemas.microsoft.com/office/drawing/2014/main" id="{2D261D66-4D24-274A-B7FF-FCB547B174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8" name="Freeform 1007">
                <a:extLst>
                  <a:ext uri="{FF2B5EF4-FFF2-40B4-BE49-F238E27FC236}">
                    <a16:creationId xmlns:a16="http://schemas.microsoft.com/office/drawing/2014/main" id="{F563306F-33C6-A847-92E7-649E85912A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AEB4B7BE-FCC2-3F4D-8665-4275FF1FEB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9" name="Group 868">
            <a:extLst>
              <a:ext uri="{FF2B5EF4-FFF2-40B4-BE49-F238E27FC236}">
                <a16:creationId xmlns:a16="http://schemas.microsoft.com/office/drawing/2014/main" id="{5524909D-92D6-CB46-8697-C9B8CAE6477E}"/>
              </a:ext>
            </a:extLst>
          </p:cNvPr>
          <p:cNvGrpSpPr/>
          <p:nvPr/>
        </p:nvGrpSpPr>
        <p:grpSpPr>
          <a:xfrm>
            <a:off x="4568094" y="4497411"/>
            <a:ext cx="541338" cy="223023"/>
            <a:chOff x="7493876" y="2774731"/>
            <a:chExt cx="1481958" cy="894622"/>
          </a:xfrm>
        </p:grpSpPr>
        <p:sp>
          <p:nvSpPr>
            <p:cNvPr id="926" name="Freeform 925">
              <a:extLst>
                <a:ext uri="{FF2B5EF4-FFF2-40B4-BE49-F238E27FC236}">
                  <a16:creationId xmlns:a16="http://schemas.microsoft.com/office/drawing/2014/main" id="{3B2D0726-1886-8A49-BDF6-9C8DECE04B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7" name="Oval 926">
              <a:extLst>
                <a:ext uri="{FF2B5EF4-FFF2-40B4-BE49-F238E27FC236}">
                  <a16:creationId xmlns:a16="http://schemas.microsoft.com/office/drawing/2014/main" id="{C80EEA86-DEEC-D249-B401-35418DE026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8" name="Group 927">
              <a:extLst>
                <a:ext uri="{FF2B5EF4-FFF2-40B4-BE49-F238E27FC236}">
                  <a16:creationId xmlns:a16="http://schemas.microsoft.com/office/drawing/2014/main" id="{D1E8DCDB-27F1-AA42-88DA-FD19F1C40287}"/>
                </a:ext>
              </a:extLst>
            </p:cNvPr>
            <p:cNvGrpSpPr/>
            <p:nvPr/>
          </p:nvGrpSpPr>
          <p:grpSpPr>
            <a:xfrm>
              <a:off x="7713663" y="2848339"/>
              <a:ext cx="1042107" cy="425543"/>
              <a:chOff x="7786941" y="2884917"/>
              <a:chExt cx="897649" cy="353919"/>
            </a:xfrm>
          </p:grpSpPr>
          <p:sp>
            <p:nvSpPr>
              <p:cNvPr id="929" name="Freeform 928">
                <a:extLst>
                  <a:ext uri="{FF2B5EF4-FFF2-40B4-BE49-F238E27FC236}">
                    <a16:creationId xmlns:a16="http://schemas.microsoft.com/office/drawing/2014/main" id="{9508B2E1-C7BF-9740-BE83-39DB94E1E7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0" name="Freeform 929">
                <a:extLst>
                  <a:ext uri="{FF2B5EF4-FFF2-40B4-BE49-F238E27FC236}">
                    <a16:creationId xmlns:a16="http://schemas.microsoft.com/office/drawing/2014/main" id="{521758E3-0DD8-204F-A905-0354031EA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1" name="Freeform 930">
                <a:extLst>
                  <a:ext uri="{FF2B5EF4-FFF2-40B4-BE49-F238E27FC236}">
                    <a16:creationId xmlns:a16="http://schemas.microsoft.com/office/drawing/2014/main" id="{7DAC71D7-383B-4540-A8A4-4AEA3CFAE8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2" name="Freeform 931">
                <a:extLst>
                  <a:ext uri="{FF2B5EF4-FFF2-40B4-BE49-F238E27FC236}">
                    <a16:creationId xmlns:a16="http://schemas.microsoft.com/office/drawing/2014/main" id="{890040AB-E90B-C742-90BE-0BDFCAC68D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D449FF35-FAF6-E449-9A22-F811CE472966}"/>
              </a:ext>
            </a:extLst>
          </p:cNvPr>
          <p:cNvGrpSpPr/>
          <p:nvPr/>
        </p:nvGrpSpPr>
        <p:grpSpPr>
          <a:xfrm>
            <a:off x="6429198" y="3852093"/>
            <a:ext cx="541338" cy="223023"/>
            <a:chOff x="7493876" y="2774731"/>
            <a:chExt cx="1481958" cy="894622"/>
          </a:xfrm>
        </p:grpSpPr>
        <p:sp>
          <p:nvSpPr>
            <p:cNvPr id="982" name="Freeform 981">
              <a:extLst>
                <a:ext uri="{FF2B5EF4-FFF2-40B4-BE49-F238E27FC236}">
                  <a16:creationId xmlns:a16="http://schemas.microsoft.com/office/drawing/2014/main" id="{C7B6FB0D-082A-3945-9A3E-A5F7186297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83" name="Oval 982">
              <a:extLst>
                <a:ext uri="{FF2B5EF4-FFF2-40B4-BE49-F238E27FC236}">
                  <a16:creationId xmlns:a16="http://schemas.microsoft.com/office/drawing/2014/main" id="{4EF624E0-71DE-964A-8571-4D8C199640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4" name="Group 983">
              <a:extLst>
                <a:ext uri="{FF2B5EF4-FFF2-40B4-BE49-F238E27FC236}">
                  <a16:creationId xmlns:a16="http://schemas.microsoft.com/office/drawing/2014/main" id="{30E6BF43-A210-1E4C-BAD2-D624181508AC}"/>
                </a:ext>
              </a:extLst>
            </p:cNvPr>
            <p:cNvGrpSpPr/>
            <p:nvPr/>
          </p:nvGrpSpPr>
          <p:grpSpPr>
            <a:xfrm>
              <a:off x="7713663" y="2848339"/>
              <a:ext cx="1042107" cy="425543"/>
              <a:chOff x="7786941" y="2884917"/>
              <a:chExt cx="897649" cy="353919"/>
            </a:xfrm>
          </p:grpSpPr>
          <p:sp>
            <p:nvSpPr>
              <p:cNvPr id="985" name="Freeform 984">
                <a:extLst>
                  <a:ext uri="{FF2B5EF4-FFF2-40B4-BE49-F238E27FC236}">
                    <a16:creationId xmlns:a16="http://schemas.microsoft.com/office/drawing/2014/main" id="{F4D1AD34-F02F-9941-970C-35B2968329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6" name="Freeform 985">
                <a:extLst>
                  <a:ext uri="{FF2B5EF4-FFF2-40B4-BE49-F238E27FC236}">
                    <a16:creationId xmlns:a16="http://schemas.microsoft.com/office/drawing/2014/main" id="{0F5A4911-FBD2-E540-9A2F-3E431D553D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7" name="Freeform 986">
                <a:extLst>
                  <a:ext uri="{FF2B5EF4-FFF2-40B4-BE49-F238E27FC236}">
                    <a16:creationId xmlns:a16="http://schemas.microsoft.com/office/drawing/2014/main" id="{DCAAD9B9-53E3-A344-9344-FD09758AEB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8" name="Freeform 987">
                <a:extLst>
                  <a:ext uri="{FF2B5EF4-FFF2-40B4-BE49-F238E27FC236}">
                    <a16:creationId xmlns:a16="http://schemas.microsoft.com/office/drawing/2014/main" id="{7E121ADB-28BD-A34D-864D-CAE2965181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5D57186B-96C6-4245-A5CD-2EC8F02FE2C5}"/>
              </a:ext>
            </a:extLst>
          </p:cNvPr>
          <p:cNvGrpSpPr/>
          <p:nvPr/>
        </p:nvGrpSpPr>
        <p:grpSpPr>
          <a:xfrm>
            <a:off x="5457737" y="3639654"/>
            <a:ext cx="541338" cy="223023"/>
            <a:chOff x="7493876" y="2774731"/>
            <a:chExt cx="1481958" cy="894622"/>
          </a:xfrm>
        </p:grpSpPr>
        <p:sp>
          <p:nvSpPr>
            <p:cNvPr id="1031" name="Freeform 1030">
              <a:extLst>
                <a:ext uri="{FF2B5EF4-FFF2-40B4-BE49-F238E27FC236}">
                  <a16:creationId xmlns:a16="http://schemas.microsoft.com/office/drawing/2014/main" id="{F884C67D-5359-0D4B-92F3-51236F5721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2" name="Oval 1031">
              <a:extLst>
                <a:ext uri="{FF2B5EF4-FFF2-40B4-BE49-F238E27FC236}">
                  <a16:creationId xmlns:a16="http://schemas.microsoft.com/office/drawing/2014/main" id="{C3DDEC0B-9B46-6E40-AFA7-85DD71E00D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3" name="Group 1032">
              <a:extLst>
                <a:ext uri="{FF2B5EF4-FFF2-40B4-BE49-F238E27FC236}">
                  <a16:creationId xmlns:a16="http://schemas.microsoft.com/office/drawing/2014/main" id="{AFA389A2-1145-6742-AFF5-BBE2D79E08E8}"/>
                </a:ext>
              </a:extLst>
            </p:cNvPr>
            <p:cNvGrpSpPr/>
            <p:nvPr/>
          </p:nvGrpSpPr>
          <p:grpSpPr>
            <a:xfrm>
              <a:off x="7713663" y="2848339"/>
              <a:ext cx="1042107" cy="425543"/>
              <a:chOff x="7786941" y="2884917"/>
              <a:chExt cx="897649" cy="353919"/>
            </a:xfrm>
          </p:grpSpPr>
          <p:sp>
            <p:nvSpPr>
              <p:cNvPr id="1034" name="Freeform 1033">
                <a:extLst>
                  <a:ext uri="{FF2B5EF4-FFF2-40B4-BE49-F238E27FC236}">
                    <a16:creationId xmlns:a16="http://schemas.microsoft.com/office/drawing/2014/main" id="{D4EB8805-ED69-3A4C-B790-5B0BE9CAFC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9160B87-94D9-4746-9AB1-F94A2850C65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Freeform 1035">
                <a:extLst>
                  <a:ext uri="{FF2B5EF4-FFF2-40B4-BE49-F238E27FC236}">
                    <a16:creationId xmlns:a16="http://schemas.microsoft.com/office/drawing/2014/main" id="{AC514A69-8535-9F4F-9082-9C0664FDD7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7" name="Freeform 1036">
                <a:extLst>
                  <a:ext uri="{FF2B5EF4-FFF2-40B4-BE49-F238E27FC236}">
                    <a16:creationId xmlns:a16="http://schemas.microsoft.com/office/drawing/2014/main" id="{16FAD8F4-5C16-3548-9F13-8A162DB18C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0" name="Group 518">
            <a:extLst>
              <a:ext uri="{FF2B5EF4-FFF2-40B4-BE49-F238E27FC236}">
                <a16:creationId xmlns:a16="http://schemas.microsoft.com/office/drawing/2014/main" id="{5B45D9C6-3CE7-2041-98FA-CDA4548CA9EC}"/>
              </a:ext>
            </a:extLst>
          </p:cNvPr>
          <p:cNvGrpSpPr>
            <a:grpSpLocks/>
          </p:cNvGrpSpPr>
          <p:nvPr/>
        </p:nvGrpSpPr>
        <p:grpSpPr bwMode="auto">
          <a:xfrm>
            <a:off x="5119678" y="4119105"/>
            <a:ext cx="528442" cy="338554"/>
            <a:chOff x="5634518" y="2652249"/>
            <a:chExt cx="528092" cy="338174"/>
          </a:xfrm>
        </p:grpSpPr>
        <p:sp>
          <p:nvSpPr>
            <p:cNvPr id="323" name="Oval 521">
              <a:extLst>
                <a:ext uri="{FF2B5EF4-FFF2-40B4-BE49-F238E27FC236}">
                  <a16:creationId xmlns:a16="http://schemas.microsoft.com/office/drawing/2014/main" id="{8C2B1233-55C2-9047-95E3-7365B78CC21B}"/>
                </a:ext>
              </a:extLst>
            </p:cNvPr>
            <p:cNvSpPr>
              <a:spLocks noChangeArrowheads="1"/>
            </p:cNvSpPr>
            <p:nvPr/>
          </p:nvSpPr>
          <p:spPr bwMode="auto">
            <a:xfrm>
              <a:off x="5634518" y="2672371"/>
              <a:ext cx="528092" cy="304800"/>
            </a:xfrm>
            <a:prstGeom prst="ellipse">
              <a:avLst/>
            </a:prstGeom>
            <a:solidFill>
              <a:srgbClr val="0000FF"/>
            </a:solidFill>
            <a:ln w="9525">
              <a:solidFill>
                <a:schemeClr val="tx1"/>
              </a:solid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4" name="TextBox 522">
              <a:extLst>
                <a:ext uri="{FF2B5EF4-FFF2-40B4-BE49-F238E27FC236}">
                  <a16:creationId xmlns:a16="http://schemas.microsoft.com/office/drawing/2014/main" id="{A334D512-2736-F84E-A319-19B29AF83D0F}"/>
                </a:ext>
              </a:extLst>
            </p:cNvPr>
            <p:cNvSpPr txBox="1">
              <a:spLocks noChangeArrowheads="1"/>
            </p:cNvSpPr>
            <p:nvPr/>
          </p:nvSpPr>
          <p:spPr bwMode="auto">
            <a:xfrm>
              <a:off x="5685246" y="2652249"/>
              <a:ext cx="447262" cy="338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p>
          </p:txBody>
        </p:sp>
      </p:grpSp>
      <p:grpSp>
        <p:nvGrpSpPr>
          <p:cNvPr id="867" name="Group 866">
            <a:extLst>
              <a:ext uri="{FF2B5EF4-FFF2-40B4-BE49-F238E27FC236}">
                <a16:creationId xmlns:a16="http://schemas.microsoft.com/office/drawing/2014/main" id="{58E5558D-3D33-544A-9618-E00C8D6923C7}"/>
              </a:ext>
            </a:extLst>
          </p:cNvPr>
          <p:cNvGrpSpPr/>
          <p:nvPr/>
        </p:nvGrpSpPr>
        <p:grpSpPr>
          <a:xfrm>
            <a:off x="6244846" y="4607015"/>
            <a:ext cx="541338" cy="223023"/>
            <a:chOff x="7493876" y="2774731"/>
            <a:chExt cx="1481958" cy="894622"/>
          </a:xfrm>
        </p:grpSpPr>
        <p:sp>
          <p:nvSpPr>
            <p:cNvPr id="940" name="Freeform 939">
              <a:extLst>
                <a:ext uri="{FF2B5EF4-FFF2-40B4-BE49-F238E27FC236}">
                  <a16:creationId xmlns:a16="http://schemas.microsoft.com/office/drawing/2014/main" id="{CE49F0E8-4CAB-264C-AC25-083099BD35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1" name="Oval 940">
              <a:extLst>
                <a:ext uri="{FF2B5EF4-FFF2-40B4-BE49-F238E27FC236}">
                  <a16:creationId xmlns:a16="http://schemas.microsoft.com/office/drawing/2014/main" id="{FDB92030-8F0D-8048-BA6F-8E94CCC52E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42" name="Group 941">
              <a:extLst>
                <a:ext uri="{FF2B5EF4-FFF2-40B4-BE49-F238E27FC236}">
                  <a16:creationId xmlns:a16="http://schemas.microsoft.com/office/drawing/2014/main" id="{E584775B-EF39-E641-9296-62D0E98EBD1F}"/>
                </a:ext>
              </a:extLst>
            </p:cNvPr>
            <p:cNvGrpSpPr/>
            <p:nvPr/>
          </p:nvGrpSpPr>
          <p:grpSpPr>
            <a:xfrm>
              <a:off x="7713663" y="2848339"/>
              <a:ext cx="1042107" cy="425543"/>
              <a:chOff x="7786941" y="2884917"/>
              <a:chExt cx="897649" cy="353919"/>
            </a:xfrm>
          </p:grpSpPr>
          <p:sp>
            <p:nvSpPr>
              <p:cNvPr id="943" name="Freeform 942">
                <a:extLst>
                  <a:ext uri="{FF2B5EF4-FFF2-40B4-BE49-F238E27FC236}">
                    <a16:creationId xmlns:a16="http://schemas.microsoft.com/office/drawing/2014/main" id="{5FDEF6E3-E3EE-6C46-9470-4C6034153E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4" name="Freeform 943">
                <a:extLst>
                  <a:ext uri="{FF2B5EF4-FFF2-40B4-BE49-F238E27FC236}">
                    <a16:creationId xmlns:a16="http://schemas.microsoft.com/office/drawing/2014/main" id="{F09DCEA1-EA74-5942-A863-43EE335689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5" name="Freeform 944">
                <a:extLst>
                  <a:ext uri="{FF2B5EF4-FFF2-40B4-BE49-F238E27FC236}">
                    <a16:creationId xmlns:a16="http://schemas.microsoft.com/office/drawing/2014/main" id="{7E4A31FF-3937-8145-99B6-C539859E71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6" name="Freeform 945">
                <a:extLst>
                  <a:ext uri="{FF2B5EF4-FFF2-40B4-BE49-F238E27FC236}">
                    <a16:creationId xmlns:a16="http://schemas.microsoft.com/office/drawing/2014/main" id="{AE42ABD3-20A1-3A47-A5A0-6B9BD70524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BC079EE2-B5B9-1946-83CA-FB5D7C12BB3C}"/>
              </a:ext>
            </a:extLst>
          </p:cNvPr>
          <p:cNvGrpSpPr/>
          <p:nvPr/>
        </p:nvGrpSpPr>
        <p:grpSpPr>
          <a:xfrm>
            <a:off x="3355534" y="3674009"/>
            <a:ext cx="541338" cy="223023"/>
            <a:chOff x="7493876" y="2774731"/>
            <a:chExt cx="1481958" cy="894622"/>
          </a:xfrm>
        </p:grpSpPr>
        <p:sp>
          <p:nvSpPr>
            <p:cNvPr id="1010" name="Freeform 1009">
              <a:extLst>
                <a:ext uri="{FF2B5EF4-FFF2-40B4-BE49-F238E27FC236}">
                  <a16:creationId xmlns:a16="http://schemas.microsoft.com/office/drawing/2014/main" id="{92DD86F6-73AF-224B-B049-218E0EE4D5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11" name="Oval 1010">
              <a:extLst>
                <a:ext uri="{FF2B5EF4-FFF2-40B4-BE49-F238E27FC236}">
                  <a16:creationId xmlns:a16="http://schemas.microsoft.com/office/drawing/2014/main" id="{620B6D4B-4DE6-3F40-A4F5-C34D0B6BA0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12" name="Group 1011">
              <a:extLst>
                <a:ext uri="{FF2B5EF4-FFF2-40B4-BE49-F238E27FC236}">
                  <a16:creationId xmlns:a16="http://schemas.microsoft.com/office/drawing/2014/main" id="{79E8750B-383B-4641-8E1B-82CF46F5FE0C}"/>
                </a:ext>
              </a:extLst>
            </p:cNvPr>
            <p:cNvGrpSpPr/>
            <p:nvPr/>
          </p:nvGrpSpPr>
          <p:grpSpPr>
            <a:xfrm>
              <a:off x="7713663" y="2848339"/>
              <a:ext cx="1042107" cy="425543"/>
              <a:chOff x="7786941" y="2884917"/>
              <a:chExt cx="897649" cy="353919"/>
            </a:xfrm>
          </p:grpSpPr>
          <p:sp>
            <p:nvSpPr>
              <p:cNvPr id="1013" name="Freeform 1012">
                <a:extLst>
                  <a:ext uri="{FF2B5EF4-FFF2-40B4-BE49-F238E27FC236}">
                    <a16:creationId xmlns:a16="http://schemas.microsoft.com/office/drawing/2014/main" id="{1A6B8441-BBF6-4A40-BA5C-5AA0E5DC70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4" name="Freeform 1013">
                <a:extLst>
                  <a:ext uri="{FF2B5EF4-FFF2-40B4-BE49-F238E27FC236}">
                    <a16:creationId xmlns:a16="http://schemas.microsoft.com/office/drawing/2014/main" id="{30818833-5C97-7548-9F55-3C0175E588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5" name="Freeform 1014">
                <a:extLst>
                  <a:ext uri="{FF2B5EF4-FFF2-40B4-BE49-F238E27FC236}">
                    <a16:creationId xmlns:a16="http://schemas.microsoft.com/office/drawing/2014/main" id="{9E3C655D-3A7D-E14F-A7F2-F9D4BE59CF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6" name="Freeform 1015">
                <a:extLst>
                  <a:ext uri="{FF2B5EF4-FFF2-40B4-BE49-F238E27FC236}">
                    <a16:creationId xmlns:a16="http://schemas.microsoft.com/office/drawing/2014/main" id="{4F322FCA-51A6-1E49-B553-D74D173229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25" name="Straight Connector 500">
            <a:extLst>
              <a:ext uri="{FF2B5EF4-FFF2-40B4-BE49-F238E27FC236}">
                <a16:creationId xmlns:a16="http://schemas.microsoft.com/office/drawing/2014/main" id="{EF8338AF-209E-814B-90EA-03D0FD1B42CD}"/>
              </a:ext>
            </a:extLst>
          </p:cNvPr>
          <p:cNvCxnSpPr>
            <a:cxnSpLocks noChangeShapeType="1"/>
          </p:cNvCxnSpPr>
          <p:nvPr/>
        </p:nvCxnSpPr>
        <p:spPr bwMode="auto">
          <a:xfrm>
            <a:off x="2622407" y="3016153"/>
            <a:ext cx="38100" cy="3095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6" name="Straight Connector 501">
            <a:extLst>
              <a:ext uri="{FF2B5EF4-FFF2-40B4-BE49-F238E27FC236}">
                <a16:creationId xmlns:a16="http://schemas.microsoft.com/office/drawing/2014/main" id="{A4EF59C7-39D5-A64B-9E1B-7D8DD234CDB9}"/>
              </a:ext>
            </a:extLst>
          </p:cNvPr>
          <p:cNvCxnSpPr>
            <a:cxnSpLocks noChangeShapeType="1"/>
          </p:cNvCxnSpPr>
          <p:nvPr/>
        </p:nvCxnSpPr>
        <p:spPr bwMode="auto">
          <a:xfrm>
            <a:off x="2401745" y="3297141"/>
            <a:ext cx="123825" cy="2127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7" name="Straight Connector 514">
            <a:extLst>
              <a:ext uri="{FF2B5EF4-FFF2-40B4-BE49-F238E27FC236}">
                <a16:creationId xmlns:a16="http://schemas.microsoft.com/office/drawing/2014/main" id="{9AB43EDB-FC7A-3149-8AC7-F57E5F976FFB}"/>
              </a:ext>
            </a:extLst>
          </p:cNvPr>
          <p:cNvCxnSpPr>
            <a:cxnSpLocks noChangeShapeType="1"/>
          </p:cNvCxnSpPr>
          <p:nvPr/>
        </p:nvCxnSpPr>
        <p:spPr bwMode="auto">
          <a:xfrm flipV="1">
            <a:off x="2322370" y="4394103"/>
            <a:ext cx="203200" cy="79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29" name="Straight Connector 39941">
            <a:extLst>
              <a:ext uri="{FF2B5EF4-FFF2-40B4-BE49-F238E27FC236}">
                <a16:creationId xmlns:a16="http://schemas.microsoft.com/office/drawing/2014/main" id="{CB780043-4D09-4C44-814E-EA66A3A23545}"/>
              </a:ext>
            </a:extLst>
          </p:cNvPr>
          <p:cNvCxnSpPr>
            <a:cxnSpLocks noChangeShapeType="1"/>
          </p:cNvCxnSpPr>
          <p:nvPr/>
        </p:nvCxnSpPr>
        <p:spPr bwMode="auto">
          <a:xfrm flipV="1">
            <a:off x="2851007" y="3849591"/>
            <a:ext cx="430213" cy="101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17" name="Group 153">
            <a:extLst>
              <a:ext uri="{FF2B5EF4-FFF2-40B4-BE49-F238E27FC236}">
                <a16:creationId xmlns:a16="http://schemas.microsoft.com/office/drawing/2014/main" id="{D3F39309-4CCA-1346-A4B3-93C528C3A3F3}"/>
              </a:ext>
            </a:extLst>
          </p:cNvPr>
          <p:cNvGrpSpPr>
            <a:grpSpLocks/>
          </p:cNvGrpSpPr>
          <p:nvPr/>
        </p:nvGrpSpPr>
        <p:grpSpPr bwMode="auto">
          <a:xfrm>
            <a:off x="2219780" y="2716827"/>
            <a:ext cx="648509" cy="418221"/>
            <a:chOff x="3053396" y="4304255"/>
            <a:chExt cx="648422" cy="418253"/>
          </a:xfrm>
        </p:grpSpPr>
        <p:sp>
          <p:nvSpPr>
            <p:cNvPr id="45" name="Freeform 84">
              <a:extLst>
                <a:ext uri="{FF2B5EF4-FFF2-40B4-BE49-F238E27FC236}">
                  <a16:creationId xmlns:a16="http://schemas.microsoft.com/office/drawing/2014/main" id="{07DE4F60-83A5-0341-A9C1-1548C4278E2E}"/>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155">
              <a:extLst>
                <a:ext uri="{FF2B5EF4-FFF2-40B4-BE49-F238E27FC236}">
                  <a16:creationId xmlns:a16="http://schemas.microsoft.com/office/drawing/2014/main" id="{661C5E06-AA77-3D42-A208-2104FCC9BB3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10" name="Group 131">
            <a:extLst>
              <a:ext uri="{FF2B5EF4-FFF2-40B4-BE49-F238E27FC236}">
                <a16:creationId xmlns:a16="http://schemas.microsoft.com/office/drawing/2014/main" id="{15FE5D2D-CFDD-2545-AD30-9375E330E58E}"/>
              </a:ext>
            </a:extLst>
          </p:cNvPr>
          <p:cNvGrpSpPr>
            <a:grpSpLocks/>
          </p:cNvGrpSpPr>
          <p:nvPr/>
        </p:nvGrpSpPr>
        <p:grpSpPr bwMode="auto">
          <a:xfrm>
            <a:off x="1838728" y="3110496"/>
            <a:ext cx="648509" cy="418221"/>
            <a:chOff x="3053396" y="4304255"/>
            <a:chExt cx="648422" cy="418253"/>
          </a:xfrm>
        </p:grpSpPr>
        <p:sp>
          <p:nvSpPr>
            <p:cNvPr id="59" name="Freeform 84">
              <a:extLst>
                <a:ext uri="{FF2B5EF4-FFF2-40B4-BE49-F238E27FC236}">
                  <a16:creationId xmlns:a16="http://schemas.microsoft.com/office/drawing/2014/main" id="{0C318F62-493F-244E-9A3D-74FDA424F01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133">
              <a:extLst>
                <a:ext uri="{FF2B5EF4-FFF2-40B4-BE49-F238E27FC236}">
                  <a16:creationId xmlns:a16="http://schemas.microsoft.com/office/drawing/2014/main" id="{45ED4CFD-305F-FD49-AB6C-BC96E8D76DD4}"/>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cxnSp>
        <p:nvCxnSpPr>
          <p:cNvPr id="330" name="Straight Connector 524">
            <a:extLst>
              <a:ext uri="{FF2B5EF4-FFF2-40B4-BE49-F238E27FC236}">
                <a16:creationId xmlns:a16="http://schemas.microsoft.com/office/drawing/2014/main" id="{25B43DB6-52F3-DE4C-9BA6-B2A747C4C9A5}"/>
              </a:ext>
            </a:extLst>
          </p:cNvPr>
          <p:cNvCxnSpPr>
            <a:cxnSpLocks noChangeShapeType="1"/>
          </p:cNvCxnSpPr>
          <p:nvPr/>
        </p:nvCxnSpPr>
        <p:spPr bwMode="auto">
          <a:xfrm>
            <a:off x="2828782" y="4163916"/>
            <a:ext cx="533980" cy="29158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872" name="Group 871">
            <a:extLst>
              <a:ext uri="{FF2B5EF4-FFF2-40B4-BE49-F238E27FC236}">
                <a16:creationId xmlns:a16="http://schemas.microsoft.com/office/drawing/2014/main" id="{A25E589D-842B-C047-A119-3D7A98414FB7}"/>
              </a:ext>
            </a:extLst>
          </p:cNvPr>
          <p:cNvGrpSpPr/>
          <p:nvPr/>
        </p:nvGrpSpPr>
        <p:grpSpPr>
          <a:xfrm>
            <a:off x="3292387" y="4376707"/>
            <a:ext cx="541338" cy="223023"/>
            <a:chOff x="7493876" y="2774731"/>
            <a:chExt cx="1481958" cy="894622"/>
          </a:xfrm>
        </p:grpSpPr>
        <p:sp>
          <p:nvSpPr>
            <p:cNvPr id="905" name="Freeform 904">
              <a:extLst>
                <a:ext uri="{FF2B5EF4-FFF2-40B4-BE49-F238E27FC236}">
                  <a16:creationId xmlns:a16="http://schemas.microsoft.com/office/drawing/2014/main" id="{81EA2F3C-5A7E-8343-AB35-2ABC44A9D3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06" name="Oval 905">
              <a:extLst>
                <a:ext uri="{FF2B5EF4-FFF2-40B4-BE49-F238E27FC236}">
                  <a16:creationId xmlns:a16="http://schemas.microsoft.com/office/drawing/2014/main" id="{5FDE10E8-50B3-BC4D-AC25-C68EBCF69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7" name="Group 906">
              <a:extLst>
                <a:ext uri="{FF2B5EF4-FFF2-40B4-BE49-F238E27FC236}">
                  <a16:creationId xmlns:a16="http://schemas.microsoft.com/office/drawing/2014/main" id="{0B8FD6CA-C921-9744-A760-55D802E5FF48}"/>
                </a:ext>
              </a:extLst>
            </p:cNvPr>
            <p:cNvGrpSpPr/>
            <p:nvPr/>
          </p:nvGrpSpPr>
          <p:grpSpPr>
            <a:xfrm>
              <a:off x="7713663" y="2848339"/>
              <a:ext cx="1042107" cy="425543"/>
              <a:chOff x="7786941" y="2884917"/>
              <a:chExt cx="897649" cy="353919"/>
            </a:xfrm>
          </p:grpSpPr>
          <p:sp>
            <p:nvSpPr>
              <p:cNvPr id="908" name="Freeform 907">
                <a:extLst>
                  <a:ext uri="{FF2B5EF4-FFF2-40B4-BE49-F238E27FC236}">
                    <a16:creationId xmlns:a16="http://schemas.microsoft.com/office/drawing/2014/main" id="{4807C980-FDBE-794F-AD74-6D2BF0D484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9" name="Freeform 908">
                <a:extLst>
                  <a:ext uri="{FF2B5EF4-FFF2-40B4-BE49-F238E27FC236}">
                    <a16:creationId xmlns:a16="http://schemas.microsoft.com/office/drawing/2014/main" id="{26F08AE6-E4B5-0D4B-815F-50BAD5E714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0" name="Freeform 909">
                <a:extLst>
                  <a:ext uri="{FF2B5EF4-FFF2-40B4-BE49-F238E27FC236}">
                    <a16:creationId xmlns:a16="http://schemas.microsoft.com/office/drawing/2014/main" id="{3314964C-B1A5-6944-90A3-2DB4945602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1" name="Freeform 910">
                <a:extLst>
                  <a:ext uri="{FF2B5EF4-FFF2-40B4-BE49-F238E27FC236}">
                    <a16:creationId xmlns:a16="http://schemas.microsoft.com/office/drawing/2014/main" id="{52A2021F-EAC2-B84A-9171-8219D4BDC09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49" name="Straight Connector 510">
            <a:extLst>
              <a:ext uri="{FF2B5EF4-FFF2-40B4-BE49-F238E27FC236}">
                <a16:creationId xmlns:a16="http://schemas.microsoft.com/office/drawing/2014/main" id="{B29E275D-8845-6E40-A08F-12FF3311E17D}"/>
              </a:ext>
            </a:extLst>
          </p:cNvPr>
          <p:cNvCxnSpPr>
            <a:cxnSpLocks noChangeShapeType="1"/>
          </p:cNvCxnSpPr>
          <p:nvPr/>
        </p:nvCxnSpPr>
        <p:spPr bwMode="auto">
          <a:xfrm flipH="1" flipV="1">
            <a:off x="5179131" y="5171184"/>
            <a:ext cx="371475" cy="9731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50" name="Straight Connector 509">
            <a:extLst>
              <a:ext uri="{FF2B5EF4-FFF2-40B4-BE49-F238E27FC236}">
                <a16:creationId xmlns:a16="http://schemas.microsoft.com/office/drawing/2014/main" id="{15E7E8CE-D231-0443-8237-9CDCCE543251}"/>
              </a:ext>
            </a:extLst>
          </p:cNvPr>
          <p:cNvCxnSpPr>
            <a:cxnSpLocks noChangeShapeType="1"/>
          </p:cNvCxnSpPr>
          <p:nvPr/>
        </p:nvCxnSpPr>
        <p:spPr bwMode="auto">
          <a:xfrm flipH="1" flipV="1">
            <a:off x="6157031" y="5810947"/>
            <a:ext cx="520700" cy="1698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cxnSp>
        <p:nvCxnSpPr>
          <p:cNvPr id="351" name="Straight Connector 511">
            <a:extLst>
              <a:ext uri="{FF2B5EF4-FFF2-40B4-BE49-F238E27FC236}">
                <a16:creationId xmlns:a16="http://schemas.microsoft.com/office/drawing/2014/main" id="{DDF17605-AB1A-CD4B-919C-6D6D051BCF04}"/>
              </a:ext>
            </a:extLst>
          </p:cNvPr>
          <p:cNvCxnSpPr>
            <a:cxnSpLocks noChangeShapeType="1"/>
          </p:cNvCxnSpPr>
          <p:nvPr/>
        </p:nvCxnSpPr>
        <p:spPr bwMode="auto">
          <a:xfrm flipV="1">
            <a:off x="4461581" y="5815709"/>
            <a:ext cx="306387" cy="1651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cxnSp>
      <p:grpSp>
        <p:nvGrpSpPr>
          <p:cNvPr id="24" name="Group 175">
            <a:extLst>
              <a:ext uri="{FF2B5EF4-FFF2-40B4-BE49-F238E27FC236}">
                <a16:creationId xmlns:a16="http://schemas.microsoft.com/office/drawing/2014/main" id="{134DD520-7978-5747-B557-6216C572DFE6}"/>
              </a:ext>
            </a:extLst>
          </p:cNvPr>
          <p:cNvGrpSpPr>
            <a:grpSpLocks/>
          </p:cNvGrpSpPr>
          <p:nvPr/>
        </p:nvGrpSpPr>
        <p:grpSpPr bwMode="auto">
          <a:xfrm>
            <a:off x="4201247" y="5904281"/>
            <a:ext cx="648509" cy="418221"/>
            <a:chOff x="3053396" y="4304255"/>
            <a:chExt cx="648422" cy="418253"/>
          </a:xfrm>
        </p:grpSpPr>
        <p:sp>
          <p:nvSpPr>
            <p:cNvPr id="31" name="Freeform 84">
              <a:extLst>
                <a:ext uri="{FF2B5EF4-FFF2-40B4-BE49-F238E27FC236}">
                  <a16:creationId xmlns:a16="http://schemas.microsoft.com/office/drawing/2014/main" id="{C577F5FD-5D66-CF43-8149-2A5429C8940A}"/>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177">
              <a:extLst>
                <a:ext uri="{FF2B5EF4-FFF2-40B4-BE49-F238E27FC236}">
                  <a16:creationId xmlns:a16="http://schemas.microsoft.com/office/drawing/2014/main" id="{AA8FB1A9-24AA-6944-82EC-BE9D926267BD}"/>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3" name="Group 172">
            <a:extLst>
              <a:ext uri="{FF2B5EF4-FFF2-40B4-BE49-F238E27FC236}">
                <a16:creationId xmlns:a16="http://schemas.microsoft.com/office/drawing/2014/main" id="{7C2A35D0-56CA-3641-A6F1-6B3B15ECC563}"/>
              </a:ext>
            </a:extLst>
          </p:cNvPr>
          <p:cNvGrpSpPr>
            <a:grpSpLocks/>
          </p:cNvGrpSpPr>
          <p:nvPr/>
        </p:nvGrpSpPr>
        <p:grpSpPr bwMode="auto">
          <a:xfrm>
            <a:off x="5420611" y="6056669"/>
            <a:ext cx="648509" cy="418221"/>
            <a:chOff x="3053396" y="4304255"/>
            <a:chExt cx="648422" cy="418253"/>
          </a:xfrm>
        </p:grpSpPr>
        <p:sp>
          <p:nvSpPr>
            <p:cNvPr id="33" name="Freeform 84">
              <a:extLst>
                <a:ext uri="{FF2B5EF4-FFF2-40B4-BE49-F238E27FC236}">
                  <a16:creationId xmlns:a16="http://schemas.microsoft.com/office/drawing/2014/main" id="{8AAD2739-378D-9246-AF78-87DAEF7F2F23}"/>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TextBox 174">
              <a:extLst>
                <a:ext uri="{FF2B5EF4-FFF2-40B4-BE49-F238E27FC236}">
                  <a16:creationId xmlns:a16="http://schemas.microsoft.com/office/drawing/2014/main" id="{E7F13F8B-3A00-D34F-9D41-965BF84584A7}"/>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22" name="Group 169">
            <a:extLst>
              <a:ext uri="{FF2B5EF4-FFF2-40B4-BE49-F238E27FC236}">
                <a16:creationId xmlns:a16="http://schemas.microsoft.com/office/drawing/2014/main" id="{188C2074-F159-A84A-BA68-5AB5304751BC}"/>
              </a:ext>
            </a:extLst>
          </p:cNvPr>
          <p:cNvGrpSpPr>
            <a:grpSpLocks/>
          </p:cNvGrpSpPr>
          <p:nvPr/>
        </p:nvGrpSpPr>
        <p:grpSpPr bwMode="auto">
          <a:xfrm>
            <a:off x="6335134" y="5916980"/>
            <a:ext cx="648509" cy="418221"/>
            <a:chOff x="3053396" y="4304255"/>
            <a:chExt cx="648422" cy="418253"/>
          </a:xfrm>
        </p:grpSpPr>
        <p:sp>
          <p:nvSpPr>
            <p:cNvPr id="35" name="Freeform 84">
              <a:extLst>
                <a:ext uri="{FF2B5EF4-FFF2-40B4-BE49-F238E27FC236}">
                  <a16:creationId xmlns:a16="http://schemas.microsoft.com/office/drawing/2014/main" id="{BDC6D0EF-413A-9E4D-9647-D0D2FE4442C0}"/>
                </a:ext>
              </a:extLst>
            </p:cNvPr>
            <p:cNvSpPr>
              <a:spLocks/>
            </p:cNvSpPr>
            <p:nvPr/>
          </p:nvSpPr>
          <p:spPr bwMode="auto">
            <a:xfrm>
              <a:off x="3053396" y="4304255"/>
              <a:ext cx="596988" cy="418253"/>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171">
              <a:extLst>
                <a:ext uri="{FF2B5EF4-FFF2-40B4-BE49-F238E27FC236}">
                  <a16:creationId xmlns:a16="http://schemas.microsoft.com/office/drawing/2014/main" id="{FE5336A0-2A38-3C4B-B598-A66CCCFD5709}"/>
                </a:ext>
              </a:extLst>
            </p:cNvPr>
            <p:cNvSpPr txBox="1">
              <a:spLocks noChangeArrowheads="1"/>
            </p:cNvSpPr>
            <p:nvPr/>
          </p:nvSpPr>
          <p:spPr bwMode="auto">
            <a:xfrm>
              <a:off x="3118029" y="4323258"/>
              <a:ext cx="583789" cy="35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access</a:t>
              </a:r>
            </a:p>
            <a:p>
              <a:pPr marL="0" marR="0" lvl="0" indent="0" algn="ctr" defTabSz="914400" rtl="0" eaLnBrk="1" fontAlgn="auto" latinLnBrk="0" hangingPunct="1">
                <a:lnSpc>
                  <a:spcPts val="1000"/>
                </a:lnSpc>
                <a:spcBef>
                  <a:spcPts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a:t>
              </a:r>
            </a:p>
          </p:txBody>
        </p:sp>
      </p:grpSp>
      <p:grpSp>
        <p:nvGrpSpPr>
          <p:cNvPr id="870" name="Group 869">
            <a:extLst>
              <a:ext uri="{FF2B5EF4-FFF2-40B4-BE49-F238E27FC236}">
                <a16:creationId xmlns:a16="http://schemas.microsoft.com/office/drawing/2014/main" id="{2201EDA2-F87D-BF47-BEA0-21B0A24F495A}"/>
              </a:ext>
            </a:extLst>
          </p:cNvPr>
          <p:cNvGrpSpPr/>
          <p:nvPr/>
        </p:nvGrpSpPr>
        <p:grpSpPr>
          <a:xfrm>
            <a:off x="4812419" y="5011641"/>
            <a:ext cx="541338" cy="223023"/>
            <a:chOff x="7493876" y="2774731"/>
            <a:chExt cx="1481958" cy="894622"/>
          </a:xfrm>
        </p:grpSpPr>
        <p:sp>
          <p:nvSpPr>
            <p:cNvPr id="919" name="Freeform 918">
              <a:extLst>
                <a:ext uri="{FF2B5EF4-FFF2-40B4-BE49-F238E27FC236}">
                  <a16:creationId xmlns:a16="http://schemas.microsoft.com/office/drawing/2014/main" id="{7BACFFDC-142B-174A-BFED-E6176627DB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20" name="Oval 919">
              <a:extLst>
                <a:ext uri="{FF2B5EF4-FFF2-40B4-BE49-F238E27FC236}">
                  <a16:creationId xmlns:a16="http://schemas.microsoft.com/office/drawing/2014/main" id="{6B0BD693-1861-1344-9C54-9555107E79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1" name="Group 920">
              <a:extLst>
                <a:ext uri="{FF2B5EF4-FFF2-40B4-BE49-F238E27FC236}">
                  <a16:creationId xmlns:a16="http://schemas.microsoft.com/office/drawing/2014/main" id="{0019A1FA-0729-AB44-ACE4-09350E33F468}"/>
                </a:ext>
              </a:extLst>
            </p:cNvPr>
            <p:cNvGrpSpPr/>
            <p:nvPr/>
          </p:nvGrpSpPr>
          <p:grpSpPr>
            <a:xfrm>
              <a:off x="7713663" y="2848339"/>
              <a:ext cx="1042107" cy="425543"/>
              <a:chOff x="7786941" y="2884917"/>
              <a:chExt cx="897649" cy="353919"/>
            </a:xfrm>
          </p:grpSpPr>
          <p:sp>
            <p:nvSpPr>
              <p:cNvPr id="922" name="Freeform 921">
                <a:extLst>
                  <a:ext uri="{FF2B5EF4-FFF2-40B4-BE49-F238E27FC236}">
                    <a16:creationId xmlns:a16="http://schemas.microsoft.com/office/drawing/2014/main" id="{FA1FC1ED-CBBF-5F44-A7FA-778F742FE7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3" name="Freeform 922">
                <a:extLst>
                  <a:ext uri="{FF2B5EF4-FFF2-40B4-BE49-F238E27FC236}">
                    <a16:creationId xmlns:a16="http://schemas.microsoft.com/office/drawing/2014/main" id="{6C0ECFD1-933A-B74E-BFEE-72B00BC4C3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4" name="Freeform 923">
                <a:extLst>
                  <a:ext uri="{FF2B5EF4-FFF2-40B4-BE49-F238E27FC236}">
                    <a16:creationId xmlns:a16="http://schemas.microsoft.com/office/drawing/2014/main" id="{FF559D91-8CE3-6E40-B135-CC54DC6069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5" name="Freeform 924">
                <a:extLst>
                  <a:ext uri="{FF2B5EF4-FFF2-40B4-BE49-F238E27FC236}">
                    <a16:creationId xmlns:a16="http://schemas.microsoft.com/office/drawing/2014/main" id="{4747411F-F0D6-A548-A80F-4ED08DE503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5" name="Group 264">
            <a:extLst>
              <a:ext uri="{FF2B5EF4-FFF2-40B4-BE49-F238E27FC236}">
                <a16:creationId xmlns:a16="http://schemas.microsoft.com/office/drawing/2014/main" id="{A34C3F37-2EC8-8C40-A875-EED0086B4874}"/>
              </a:ext>
            </a:extLst>
          </p:cNvPr>
          <p:cNvGrpSpPr/>
          <p:nvPr/>
        </p:nvGrpSpPr>
        <p:grpSpPr>
          <a:xfrm>
            <a:off x="2344724" y="2457440"/>
            <a:ext cx="6847389" cy="3478542"/>
            <a:chOff x="2344724" y="2457440"/>
            <a:chExt cx="6847389" cy="3478542"/>
          </a:xfrm>
        </p:grpSpPr>
        <p:grpSp>
          <p:nvGrpSpPr>
            <p:cNvPr id="5" name="Group 4">
              <a:extLst>
                <a:ext uri="{FF2B5EF4-FFF2-40B4-BE49-F238E27FC236}">
                  <a16:creationId xmlns:a16="http://schemas.microsoft.com/office/drawing/2014/main" id="{E69BF921-3AC7-1044-A538-669A3FC8CEA7}"/>
                </a:ext>
              </a:extLst>
            </p:cNvPr>
            <p:cNvGrpSpPr/>
            <p:nvPr/>
          </p:nvGrpSpPr>
          <p:grpSpPr>
            <a:xfrm>
              <a:off x="2557552" y="3624662"/>
              <a:ext cx="6096000" cy="799432"/>
              <a:chOff x="1031788" y="6401642"/>
              <a:chExt cx="6096000" cy="799432"/>
            </a:xfrm>
          </p:grpSpPr>
          <p:sp>
            <p:nvSpPr>
              <p:cNvPr id="331" name="Oval 11">
                <a:extLst>
                  <a:ext uri="{FF2B5EF4-FFF2-40B4-BE49-F238E27FC236}">
                    <a16:creationId xmlns:a16="http://schemas.microsoft.com/office/drawing/2014/main" id="{E061FF7A-2BDA-1049-851F-9E7040663A3D}"/>
                  </a:ext>
                </a:extLst>
              </p:cNvPr>
              <p:cNvSpPr>
                <a:spLocks noChangeArrowheads="1"/>
              </p:cNvSpPr>
              <p:nvPr/>
            </p:nvSpPr>
            <p:spPr bwMode="auto">
              <a:xfrm>
                <a:off x="1031788" y="6471664"/>
                <a:ext cx="6096000" cy="729410"/>
              </a:xfrm>
              <a:prstGeom prst="ellipse">
                <a:avLst/>
              </a:prstGeom>
              <a:solidFill>
                <a:srgbClr val="FF6600">
                  <a:alpha val="70195"/>
                </a:srgbClr>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p:txBody>
          </p:sp>
          <p:sp>
            <p:nvSpPr>
              <p:cNvPr id="332" name="TextBox 13">
                <a:extLst>
                  <a:ext uri="{FF2B5EF4-FFF2-40B4-BE49-F238E27FC236}">
                    <a16:creationId xmlns:a16="http://schemas.microsoft.com/office/drawing/2014/main" id="{67D6F307-0D89-0E48-8E5A-486474147B35}"/>
                  </a:ext>
                </a:extLst>
              </p:cNvPr>
              <p:cNvSpPr txBox="1">
                <a:spLocks noChangeArrowheads="1"/>
              </p:cNvSpPr>
              <p:nvPr/>
            </p:nvSpPr>
            <p:spPr bwMode="auto">
              <a:xfrm>
                <a:off x="2317167" y="6584898"/>
                <a:ext cx="34440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Content provider network</a:t>
                </a:r>
              </a:p>
            </p:txBody>
          </p:sp>
          <p:grpSp>
            <p:nvGrpSpPr>
              <p:cNvPr id="3" name="Group 2">
                <a:extLst>
                  <a:ext uri="{FF2B5EF4-FFF2-40B4-BE49-F238E27FC236}">
                    <a16:creationId xmlns:a16="http://schemas.microsoft.com/office/drawing/2014/main" id="{3E4BB923-EBFA-A347-B72C-B0E3A24930E5}"/>
                  </a:ext>
                </a:extLst>
              </p:cNvPr>
              <p:cNvGrpSpPr/>
              <p:nvPr/>
            </p:nvGrpSpPr>
            <p:grpSpPr>
              <a:xfrm>
                <a:off x="1602338" y="6401642"/>
                <a:ext cx="666346" cy="673100"/>
                <a:chOff x="940359" y="5691959"/>
                <a:chExt cx="692498" cy="672474"/>
              </a:xfrm>
            </p:grpSpPr>
            <p:grpSp>
              <p:nvGrpSpPr>
                <p:cNvPr id="851" name="Group 850">
                  <a:extLst>
                    <a:ext uri="{FF2B5EF4-FFF2-40B4-BE49-F238E27FC236}">
                      <a16:creationId xmlns:a16="http://schemas.microsoft.com/office/drawing/2014/main" id="{6E1EA9A4-B18A-EC46-ACB4-D4E9BD73A9BF}"/>
                    </a:ext>
                  </a:extLst>
                </p:cNvPr>
                <p:cNvGrpSpPr/>
                <p:nvPr/>
              </p:nvGrpSpPr>
              <p:grpSpPr>
                <a:xfrm>
                  <a:off x="940359" y="5691959"/>
                  <a:ext cx="594613" cy="648336"/>
                  <a:chOff x="5203089" y="1751190"/>
                  <a:chExt cx="858331" cy="662414"/>
                </a:xfrm>
              </p:grpSpPr>
              <p:sp>
                <p:nvSpPr>
                  <p:cNvPr id="852" name="Freeform 851">
                    <a:extLst>
                      <a:ext uri="{FF2B5EF4-FFF2-40B4-BE49-F238E27FC236}">
                        <a16:creationId xmlns:a16="http://schemas.microsoft.com/office/drawing/2014/main" id="{54D758E7-C24C-0946-82F2-A3E32F9840B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3" name="Freeform 852">
                    <a:extLst>
                      <a:ext uri="{FF2B5EF4-FFF2-40B4-BE49-F238E27FC236}">
                        <a16:creationId xmlns:a16="http://schemas.microsoft.com/office/drawing/2014/main" id="{A2C8E2EA-C03E-3D40-9309-9A26DB88F7B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56" name="Straight Connector 855">
                    <a:extLst>
                      <a:ext uri="{FF2B5EF4-FFF2-40B4-BE49-F238E27FC236}">
                        <a16:creationId xmlns:a16="http://schemas.microsoft.com/office/drawing/2014/main" id="{7E114527-2240-094A-BD11-84E940566E63}"/>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5" name="Straight Connector 1044">
                    <a:extLst>
                      <a:ext uri="{FF2B5EF4-FFF2-40B4-BE49-F238E27FC236}">
                        <a16:creationId xmlns:a16="http://schemas.microsoft.com/office/drawing/2014/main" id="{1F999166-DE8A-994F-B120-EA761CA93CBF}"/>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6" name="Straight Connector 1045">
                    <a:extLst>
                      <a:ext uri="{FF2B5EF4-FFF2-40B4-BE49-F238E27FC236}">
                        <a16:creationId xmlns:a16="http://schemas.microsoft.com/office/drawing/2014/main" id="{6E30271F-9D0F-F741-8A9B-0C408294FF1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7" name="Straight Connector 1046">
                    <a:extLst>
                      <a:ext uri="{FF2B5EF4-FFF2-40B4-BE49-F238E27FC236}">
                        <a16:creationId xmlns:a16="http://schemas.microsoft.com/office/drawing/2014/main" id="{F330B512-4E42-1647-820B-211C35AA815C}"/>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48" name="Straight Connector 1047">
                    <a:extLst>
                      <a:ext uri="{FF2B5EF4-FFF2-40B4-BE49-F238E27FC236}">
                        <a16:creationId xmlns:a16="http://schemas.microsoft.com/office/drawing/2014/main" id="{BC0EC845-A3BA-0B4F-8261-1D784734BDA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49" name="Straight Connector 1048">
                    <a:extLst>
                      <a:ext uri="{FF2B5EF4-FFF2-40B4-BE49-F238E27FC236}">
                        <a16:creationId xmlns:a16="http://schemas.microsoft.com/office/drawing/2014/main" id="{1F88AE9A-DB5C-9244-B7C5-18B4779C4D80}"/>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845" name="Group 844">
                  <a:extLst>
                    <a:ext uri="{FF2B5EF4-FFF2-40B4-BE49-F238E27FC236}">
                      <a16:creationId xmlns:a16="http://schemas.microsoft.com/office/drawing/2014/main" id="{26D04249-9C1C-9C4E-819B-F0D40F827162}"/>
                    </a:ext>
                  </a:extLst>
                </p:cNvPr>
                <p:cNvGrpSpPr/>
                <p:nvPr/>
              </p:nvGrpSpPr>
              <p:grpSpPr>
                <a:xfrm>
                  <a:off x="940359" y="5691959"/>
                  <a:ext cx="692498" cy="672474"/>
                  <a:chOff x="10771171" y="3194171"/>
                  <a:chExt cx="692498" cy="672474"/>
                </a:xfrm>
              </p:grpSpPr>
              <p:grpSp>
                <p:nvGrpSpPr>
                  <p:cNvPr id="1050" name="Group 1049">
                    <a:extLst>
                      <a:ext uri="{FF2B5EF4-FFF2-40B4-BE49-F238E27FC236}">
                        <a16:creationId xmlns:a16="http://schemas.microsoft.com/office/drawing/2014/main" id="{C8E31B1B-A8BD-C348-9DBB-5A47113CE7A0}"/>
                      </a:ext>
                    </a:extLst>
                  </p:cNvPr>
                  <p:cNvGrpSpPr/>
                  <p:nvPr/>
                </p:nvGrpSpPr>
                <p:grpSpPr>
                  <a:xfrm>
                    <a:off x="10771171" y="3194171"/>
                    <a:ext cx="594613" cy="648336"/>
                    <a:chOff x="5203089" y="1751190"/>
                    <a:chExt cx="858331" cy="662414"/>
                  </a:xfrm>
                </p:grpSpPr>
                <p:sp>
                  <p:nvSpPr>
                    <p:cNvPr id="1055" name="Freeform 1054">
                      <a:extLst>
                        <a:ext uri="{FF2B5EF4-FFF2-40B4-BE49-F238E27FC236}">
                          <a16:creationId xmlns:a16="http://schemas.microsoft.com/office/drawing/2014/main" id="{0539E2C3-83D8-7842-9BA9-84128A56DB45}"/>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6" name="Freeform 1055">
                      <a:extLst>
                        <a:ext uri="{FF2B5EF4-FFF2-40B4-BE49-F238E27FC236}">
                          <a16:creationId xmlns:a16="http://schemas.microsoft.com/office/drawing/2014/main" id="{7F957A9C-F106-0C41-9CB4-AA3B37083F82}"/>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57" name="Straight Connector 1056">
                      <a:extLst>
                        <a:ext uri="{FF2B5EF4-FFF2-40B4-BE49-F238E27FC236}">
                          <a16:creationId xmlns:a16="http://schemas.microsoft.com/office/drawing/2014/main" id="{4D8AB269-9C7C-9F4F-BE37-8E69BF1C9ACD}"/>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58" name="Straight Connector 1057">
                      <a:extLst>
                        <a:ext uri="{FF2B5EF4-FFF2-40B4-BE49-F238E27FC236}">
                          <a16:creationId xmlns:a16="http://schemas.microsoft.com/office/drawing/2014/main" id="{8C9917B3-A4FD-A648-8288-AC661D55506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59" name="Straight Connector 1058">
                      <a:extLst>
                        <a:ext uri="{FF2B5EF4-FFF2-40B4-BE49-F238E27FC236}">
                          <a16:creationId xmlns:a16="http://schemas.microsoft.com/office/drawing/2014/main" id="{DA41B1EE-D206-C94C-A493-AE9411518D60}"/>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60" name="Straight Connector 1059">
                      <a:extLst>
                        <a:ext uri="{FF2B5EF4-FFF2-40B4-BE49-F238E27FC236}">
                          <a16:creationId xmlns:a16="http://schemas.microsoft.com/office/drawing/2014/main" id="{6CFB218F-3F64-4A40-B5C3-F9B089356395}"/>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61" name="Straight Connector 1060">
                      <a:extLst>
                        <a:ext uri="{FF2B5EF4-FFF2-40B4-BE49-F238E27FC236}">
                          <a16:creationId xmlns:a16="http://schemas.microsoft.com/office/drawing/2014/main" id="{B5889328-72DC-AC45-8A8D-611A9C172BF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62" name="Straight Connector 1061">
                      <a:extLst>
                        <a:ext uri="{FF2B5EF4-FFF2-40B4-BE49-F238E27FC236}">
                          <a16:creationId xmlns:a16="http://schemas.microsoft.com/office/drawing/2014/main" id="{1DA0436A-6056-AC48-A373-770869324F67}"/>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51" name="Group 1050">
                    <a:extLst>
                      <a:ext uri="{FF2B5EF4-FFF2-40B4-BE49-F238E27FC236}">
                        <a16:creationId xmlns:a16="http://schemas.microsoft.com/office/drawing/2014/main" id="{22A5A7B3-4B87-0A4B-AF9B-A2CEEF9C6A1E}"/>
                      </a:ext>
                    </a:extLst>
                  </p:cNvPr>
                  <p:cNvGrpSpPr/>
                  <p:nvPr/>
                </p:nvGrpSpPr>
                <p:grpSpPr>
                  <a:xfrm>
                    <a:off x="11158881" y="3460672"/>
                    <a:ext cx="304788" cy="405973"/>
                    <a:chOff x="5275406" y="2711455"/>
                    <a:chExt cx="452949" cy="405518"/>
                  </a:xfrm>
                </p:grpSpPr>
                <p:pic>
                  <p:nvPicPr>
                    <p:cNvPr id="1052" name="Picture 1051" descr="server_rack.png">
                      <a:extLst>
                        <a:ext uri="{FF2B5EF4-FFF2-40B4-BE49-F238E27FC236}">
                          <a16:creationId xmlns:a16="http://schemas.microsoft.com/office/drawing/2014/main" id="{16762D31-A312-9242-9140-75D9B2D49E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1053" name="Picture 1052" descr="server_rack.png">
                      <a:extLst>
                        <a:ext uri="{FF2B5EF4-FFF2-40B4-BE49-F238E27FC236}">
                          <a16:creationId xmlns:a16="http://schemas.microsoft.com/office/drawing/2014/main" id="{67C075EF-ABED-BE4F-80C8-E2E6902028A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1054" name="Picture 1053" descr="server_rack.png">
                      <a:extLst>
                        <a:ext uri="{FF2B5EF4-FFF2-40B4-BE49-F238E27FC236}">
                          <a16:creationId xmlns:a16="http://schemas.microsoft.com/office/drawing/2014/main" id="{D6E8731F-56EE-6E43-979F-B938DC83382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1063" name="Group 1062">
                <a:extLst>
                  <a:ext uri="{FF2B5EF4-FFF2-40B4-BE49-F238E27FC236}">
                    <a16:creationId xmlns:a16="http://schemas.microsoft.com/office/drawing/2014/main" id="{8DCC768B-82D0-1C4C-BB9C-D294741D09F8}"/>
                  </a:ext>
                </a:extLst>
              </p:cNvPr>
              <p:cNvGrpSpPr/>
              <p:nvPr/>
            </p:nvGrpSpPr>
            <p:grpSpPr>
              <a:xfrm>
                <a:off x="5694561" y="6441153"/>
                <a:ext cx="666346" cy="673100"/>
                <a:chOff x="940359" y="5691959"/>
                <a:chExt cx="692498" cy="672474"/>
              </a:xfrm>
            </p:grpSpPr>
            <p:grpSp>
              <p:nvGrpSpPr>
                <p:cNvPr id="1064" name="Group 1063">
                  <a:extLst>
                    <a:ext uri="{FF2B5EF4-FFF2-40B4-BE49-F238E27FC236}">
                      <a16:creationId xmlns:a16="http://schemas.microsoft.com/office/drawing/2014/main" id="{A646105A-003F-554A-88D4-5069F5E93FFC}"/>
                    </a:ext>
                  </a:extLst>
                </p:cNvPr>
                <p:cNvGrpSpPr/>
                <p:nvPr/>
              </p:nvGrpSpPr>
              <p:grpSpPr>
                <a:xfrm>
                  <a:off x="940359" y="5691959"/>
                  <a:ext cx="594613" cy="648336"/>
                  <a:chOff x="5203089" y="1751190"/>
                  <a:chExt cx="858331" cy="662414"/>
                </a:xfrm>
              </p:grpSpPr>
              <p:sp>
                <p:nvSpPr>
                  <p:cNvPr id="1079" name="Freeform 1078">
                    <a:extLst>
                      <a:ext uri="{FF2B5EF4-FFF2-40B4-BE49-F238E27FC236}">
                        <a16:creationId xmlns:a16="http://schemas.microsoft.com/office/drawing/2014/main" id="{783869E3-485B-9047-AFC5-CF97F1DDB50A}"/>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0" name="Freeform 1079">
                    <a:extLst>
                      <a:ext uri="{FF2B5EF4-FFF2-40B4-BE49-F238E27FC236}">
                        <a16:creationId xmlns:a16="http://schemas.microsoft.com/office/drawing/2014/main" id="{8E65AB09-DDF1-6A4D-ABA3-56FB2D4CED46}"/>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618AEF39-9C64-824D-9165-FA33924AE8F3}"/>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2" name="Straight Connector 1081">
                    <a:extLst>
                      <a:ext uri="{FF2B5EF4-FFF2-40B4-BE49-F238E27FC236}">
                        <a16:creationId xmlns:a16="http://schemas.microsoft.com/office/drawing/2014/main" id="{486CF28E-1757-1E4F-B50E-13175345D4DD}"/>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3" name="Straight Connector 1082">
                    <a:extLst>
                      <a:ext uri="{FF2B5EF4-FFF2-40B4-BE49-F238E27FC236}">
                        <a16:creationId xmlns:a16="http://schemas.microsoft.com/office/drawing/2014/main" id="{47473366-77DC-214A-8A2B-F7D96315F60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4" name="Straight Connector 1083">
                    <a:extLst>
                      <a:ext uri="{FF2B5EF4-FFF2-40B4-BE49-F238E27FC236}">
                        <a16:creationId xmlns:a16="http://schemas.microsoft.com/office/drawing/2014/main" id="{2EF16BEC-FBF7-DF43-AC97-4B8743F8D68F}"/>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85" name="Straight Connector 1084">
                    <a:extLst>
                      <a:ext uri="{FF2B5EF4-FFF2-40B4-BE49-F238E27FC236}">
                        <a16:creationId xmlns:a16="http://schemas.microsoft.com/office/drawing/2014/main" id="{7BEB9537-B234-2A40-878F-D5DCB8935948}"/>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86" name="Straight Connector 1085">
                    <a:extLst>
                      <a:ext uri="{FF2B5EF4-FFF2-40B4-BE49-F238E27FC236}">
                        <a16:creationId xmlns:a16="http://schemas.microsoft.com/office/drawing/2014/main" id="{36D4353D-F1D8-A749-B8D7-DF1A75AAB16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65" name="Group 1064">
                  <a:extLst>
                    <a:ext uri="{FF2B5EF4-FFF2-40B4-BE49-F238E27FC236}">
                      <a16:creationId xmlns:a16="http://schemas.microsoft.com/office/drawing/2014/main" id="{32BC0B46-E7F4-FB4D-8976-24D2F44EA1E4}"/>
                    </a:ext>
                  </a:extLst>
                </p:cNvPr>
                <p:cNvGrpSpPr/>
                <p:nvPr/>
              </p:nvGrpSpPr>
              <p:grpSpPr>
                <a:xfrm>
                  <a:off x="940359" y="5691959"/>
                  <a:ext cx="692498" cy="672474"/>
                  <a:chOff x="10771171" y="3194171"/>
                  <a:chExt cx="692498" cy="672474"/>
                </a:xfrm>
              </p:grpSpPr>
              <p:grpSp>
                <p:nvGrpSpPr>
                  <p:cNvPr id="1066" name="Group 1065">
                    <a:extLst>
                      <a:ext uri="{FF2B5EF4-FFF2-40B4-BE49-F238E27FC236}">
                        <a16:creationId xmlns:a16="http://schemas.microsoft.com/office/drawing/2014/main" id="{657EBA9E-3D02-3647-AD62-4C3FA03B1F87}"/>
                      </a:ext>
                    </a:extLst>
                  </p:cNvPr>
                  <p:cNvGrpSpPr/>
                  <p:nvPr/>
                </p:nvGrpSpPr>
                <p:grpSpPr>
                  <a:xfrm>
                    <a:off x="10771171" y="3194171"/>
                    <a:ext cx="594613" cy="648336"/>
                    <a:chOff x="5203089" y="1751190"/>
                    <a:chExt cx="858331" cy="662414"/>
                  </a:xfrm>
                </p:grpSpPr>
                <p:sp>
                  <p:nvSpPr>
                    <p:cNvPr id="1071" name="Freeform 1070">
                      <a:extLst>
                        <a:ext uri="{FF2B5EF4-FFF2-40B4-BE49-F238E27FC236}">
                          <a16:creationId xmlns:a16="http://schemas.microsoft.com/office/drawing/2014/main" id="{FE372475-847B-5A48-BA42-FC4EB2AFDB9D}"/>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2" name="Freeform 1071">
                      <a:extLst>
                        <a:ext uri="{FF2B5EF4-FFF2-40B4-BE49-F238E27FC236}">
                          <a16:creationId xmlns:a16="http://schemas.microsoft.com/office/drawing/2014/main" id="{09130EB1-7474-B94D-BED7-85B261C5AF03}"/>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73" name="Straight Connector 1072">
                      <a:extLst>
                        <a:ext uri="{FF2B5EF4-FFF2-40B4-BE49-F238E27FC236}">
                          <a16:creationId xmlns:a16="http://schemas.microsoft.com/office/drawing/2014/main" id="{3616C51B-DFE6-5940-A968-19B2E26EC74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4" name="Straight Connector 1073">
                      <a:extLst>
                        <a:ext uri="{FF2B5EF4-FFF2-40B4-BE49-F238E27FC236}">
                          <a16:creationId xmlns:a16="http://schemas.microsoft.com/office/drawing/2014/main" id="{D2D1D346-55DA-2341-B60B-600E6324F60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5" name="Straight Connector 1074">
                      <a:extLst>
                        <a:ext uri="{FF2B5EF4-FFF2-40B4-BE49-F238E27FC236}">
                          <a16:creationId xmlns:a16="http://schemas.microsoft.com/office/drawing/2014/main" id="{DE2B7475-7D9C-4E4B-9858-9B23378387DE}"/>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6" name="Straight Connector 1075">
                      <a:extLst>
                        <a:ext uri="{FF2B5EF4-FFF2-40B4-BE49-F238E27FC236}">
                          <a16:creationId xmlns:a16="http://schemas.microsoft.com/office/drawing/2014/main" id="{CF9C23E3-09BC-464F-9403-FB1898939AF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77" name="Straight Connector 1076">
                      <a:extLst>
                        <a:ext uri="{FF2B5EF4-FFF2-40B4-BE49-F238E27FC236}">
                          <a16:creationId xmlns:a16="http://schemas.microsoft.com/office/drawing/2014/main" id="{243DD04E-CE53-C94D-A298-1FAAB17C3AA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078" name="Straight Connector 1077">
                      <a:extLst>
                        <a:ext uri="{FF2B5EF4-FFF2-40B4-BE49-F238E27FC236}">
                          <a16:creationId xmlns:a16="http://schemas.microsoft.com/office/drawing/2014/main" id="{F586A1A3-9061-B543-B946-AA09FEA1A15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067" name="Group 1066">
                    <a:extLst>
                      <a:ext uri="{FF2B5EF4-FFF2-40B4-BE49-F238E27FC236}">
                        <a16:creationId xmlns:a16="http://schemas.microsoft.com/office/drawing/2014/main" id="{9D527F42-9829-EC42-BF85-93A8B940898B}"/>
                      </a:ext>
                    </a:extLst>
                  </p:cNvPr>
                  <p:cNvGrpSpPr/>
                  <p:nvPr/>
                </p:nvGrpSpPr>
                <p:grpSpPr>
                  <a:xfrm>
                    <a:off x="11158881" y="3460672"/>
                    <a:ext cx="304788" cy="405973"/>
                    <a:chOff x="5275406" y="2711455"/>
                    <a:chExt cx="452949" cy="405518"/>
                  </a:xfrm>
                </p:grpSpPr>
                <p:pic>
                  <p:nvPicPr>
                    <p:cNvPr id="1068" name="Picture 1067" descr="server_rack.png">
                      <a:extLst>
                        <a:ext uri="{FF2B5EF4-FFF2-40B4-BE49-F238E27FC236}">
                          <a16:creationId xmlns:a16="http://schemas.microsoft.com/office/drawing/2014/main" id="{3C057932-EAE6-6D42-9FEA-F2846B05C6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1069" name="Picture 1068" descr="server_rack.png">
                      <a:extLst>
                        <a:ext uri="{FF2B5EF4-FFF2-40B4-BE49-F238E27FC236}">
                          <a16:creationId xmlns:a16="http://schemas.microsoft.com/office/drawing/2014/main" id="{475029CE-1610-AE4E-880C-27AA1EAC9C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1070" name="Picture 1069" descr="server_rack.png">
                      <a:extLst>
                        <a:ext uri="{FF2B5EF4-FFF2-40B4-BE49-F238E27FC236}">
                          <a16:creationId xmlns:a16="http://schemas.microsoft.com/office/drawing/2014/main" id="{E9A6926E-A499-3B42-BC44-3E767FAE6D8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cxnSp>
          <p:nvCxnSpPr>
            <p:cNvPr id="8" name="Straight Connector 7">
              <a:extLst>
                <a:ext uri="{FF2B5EF4-FFF2-40B4-BE49-F238E27FC236}">
                  <a16:creationId xmlns:a16="http://schemas.microsoft.com/office/drawing/2014/main" id="{6FB78244-2878-4E4C-80D6-A3A83BFDA97F}"/>
                </a:ext>
              </a:extLst>
            </p:cNvPr>
            <p:cNvCxnSpPr>
              <a:cxnSpLocks/>
            </p:cNvCxnSpPr>
            <p:nvPr/>
          </p:nvCxnSpPr>
          <p:spPr>
            <a:xfrm flipV="1">
              <a:off x="8373177" y="3325716"/>
              <a:ext cx="210562" cy="606179"/>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7" name="Straight Connector 1086">
              <a:extLst>
                <a:ext uri="{FF2B5EF4-FFF2-40B4-BE49-F238E27FC236}">
                  <a16:creationId xmlns:a16="http://schemas.microsoft.com/office/drawing/2014/main" id="{7794E541-D16E-B744-9F4E-F16CE4FFCEFA}"/>
                </a:ext>
              </a:extLst>
            </p:cNvPr>
            <p:cNvCxnSpPr>
              <a:cxnSpLocks/>
              <a:stCxn id="331" idx="6"/>
            </p:cNvCxnSpPr>
            <p:nvPr/>
          </p:nvCxnSpPr>
          <p:spPr>
            <a:xfrm>
              <a:off x="8653552" y="4059389"/>
              <a:ext cx="538561" cy="236967"/>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8" name="Straight Connector 1087">
              <a:extLst>
                <a:ext uri="{FF2B5EF4-FFF2-40B4-BE49-F238E27FC236}">
                  <a16:creationId xmlns:a16="http://schemas.microsoft.com/office/drawing/2014/main" id="{9E6CEDD3-5237-7F47-A50C-C928A310E25B}"/>
                </a:ext>
              </a:extLst>
            </p:cNvPr>
            <p:cNvCxnSpPr>
              <a:cxnSpLocks/>
            </p:cNvCxnSpPr>
            <p:nvPr/>
          </p:nvCxnSpPr>
          <p:spPr>
            <a:xfrm flipH="1" flipV="1">
              <a:off x="7981407" y="2971505"/>
              <a:ext cx="180081" cy="928886"/>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9" name="Straight Connector 1088">
              <a:extLst>
                <a:ext uri="{FF2B5EF4-FFF2-40B4-BE49-F238E27FC236}">
                  <a16:creationId xmlns:a16="http://schemas.microsoft.com/office/drawing/2014/main" id="{352AE841-C732-7B4B-BAB0-28479A2CEC7E}"/>
                </a:ext>
              </a:extLst>
            </p:cNvPr>
            <p:cNvCxnSpPr>
              <a:cxnSpLocks/>
            </p:cNvCxnSpPr>
            <p:nvPr/>
          </p:nvCxnSpPr>
          <p:spPr>
            <a:xfrm flipV="1">
              <a:off x="6000693" y="2457440"/>
              <a:ext cx="3285" cy="1256298"/>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0" name="Straight Connector 1089">
              <a:extLst>
                <a:ext uri="{FF2B5EF4-FFF2-40B4-BE49-F238E27FC236}">
                  <a16:creationId xmlns:a16="http://schemas.microsoft.com/office/drawing/2014/main" id="{A37BFDB9-13B5-0B44-9BCC-DA10C6BC25B8}"/>
                </a:ext>
              </a:extLst>
            </p:cNvPr>
            <p:cNvCxnSpPr>
              <a:cxnSpLocks/>
            </p:cNvCxnSpPr>
            <p:nvPr/>
          </p:nvCxnSpPr>
          <p:spPr>
            <a:xfrm flipH="1" flipV="1">
              <a:off x="3490770" y="2709766"/>
              <a:ext cx="350837" cy="1056148"/>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1" name="Straight Connector 1090">
              <a:extLst>
                <a:ext uri="{FF2B5EF4-FFF2-40B4-BE49-F238E27FC236}">
                  <a16:creationId xmlns:a16="http://schemas.microsoft.com/office/drawing/2014/main" id="{00D40D05-9869-B142-A822-0D241B01659A}"/>
                </a:ext>
              </a:extLst>
            </p:cNvPr>
            <p:cNvCxnSpPr>
              <a:cxnSpLocks/>
            </p:cNvCxnSpPr>
            <p:nvPr/>
          </p:nvCxnSpPr>
          <p:spPr>
            <a:xfrm flipH="1" flipV="1">
              <a:off x="2733590" y="3084939"/>
              <a:ext cx="184530" cy="786742"/>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a:extLst>
                <a:ext uri="{FF2B5EF4-FFF2-40B4-BE49-F238E27FC236}">
                  <a16:creationId xmlns:a16="http://schemas.microsoft.com/office/drawing/2014/main" id="{478A4948-A08A-7E44-819A-24BDBBE1B5BB}"/>
                </a:ext>
              </a:extLst>
            </p:cNvPr>
            <p:cNvCxnSpPr>
              <a:cxnSpLocks/>
            </p:cNvCxnSpPr>
            <p:nvPr/>
          </p:nvCxnSpPr>
          <p:spPr>
            <a:xfrm flipV="1">
              <a:off x="2537108" y="4260753"/>
              <a:ext cx="477027" cy="550561"/>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9" name="Straight Connector 1098">
              <a:extLst>
                <a:ext uri="{FF2B5EF4-FFF2-40B4-BE49-F238E27FC236}">
                  <a16:creationId xmlns:a16="http://schemas.microsoft.com/office/drawing/2014/main" id="{6333C169-83AE-C947-B0FE-FC14D7706C99}"/>
                </a:ext>
              </a:extLst>
            </p:cNvPr>
            <p:cNvCxnSpPr>
              <a:cxnSpLocks/>
            </p:cNvCxnSpPr>
            <p:nvPr/>
          </p:nvCxnSpPr>
          <p:spPr>
            <a:xfrm flipV="1">
              <a:off x="5720123" y="4417447"/>
              <a:ext cx="5022" cy="1030757"/>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0" name="Straight Connector 1099">
              <a:extLst>
                <a:ext uri="{FF2B5EF4-FFF2-40B4-BE49-F238E27FC236}">
                  <a16:creationId xmlns:a16="http://schemas.microsoft.com/office/drawing/2014/main" id="{034E5082-AB2B-B640-B1D2-257AACBDA3C1}"/>
                </a:ext>
              </a:extLst>
            </p:cNvPr>
            <p:cNvCxnSpPr>
              <a:cxnSpLocks/>
              <a:stCxn id="36" idx="0"/>
            </p:cNvCxnSpPr>
            <p:nvPr/>
          </p:nvCxnSpPr>
          <p:spPr>
            <a:xfrm flipH="1" flipV="1">
              <a:off x="5827900" y="4390762"/>
              <a:ext cx="863810" cy="1545220"/>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1" name="Straight Connector 1100">
              <a:extLst>
                <a:ext uri="{FF2B5EF4-FFF2-40B4-BE49-F238E27FC236}">
                  <a16:creationId xmlns:a16="http://schemas.microsoft.com/office/drawing/2014/main" id="{135A9D83-D5C3-FA4C-A774-C4D577D8C1FA}"/>
                </a:ext>
              </a:extLst>
            </p:cNvPr>
            <p:cNvCxnSpPr>
              <a:cxnSpLocks/>
            </p:cNvCxnSpPr>
            <p:nvPr/>
          </p:nvCxnSpPr>
          <p:spPr>
            <a:xfrm flipH="1" flipV="1">
              <a:off x="8042725" y="4273180"/>
              <a:ext cx="719289" cy="1457599"/>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2" name="Straight Connector 1101">
              <a:extLst>
                <a:ext uri="{FF2B5EF4-FFF2-40B4-BE49-F238E27FC236}">
                  <a16:creationId xmlns:a16="http://schemas.microsoft.com/office/drawing/2014/main" id="{1286ED93-2B6B-404C-A404-B480CF350AFC}"/>
                </a:ext>
              </a:extLst>
            </p:cNvPr>
            <p:cNvCxnSpPr>
              <a:cxnSpLocks/>
            </p:cNvCxnSpPr>
            <p:nvPr/>
          </p:nvCxnSpPr>
          <p:spPr>
            <a:xfrm flipH="1" flipV="1">
              <a:off x="2386276" y="3473353"/>
              <a:ext cx="261637" cy="504826"/>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3" name="Straight Connector 1102">
              <a:extLst>
                <a:ext uri="{FF2B5EF4-FFF2-40B4-BE49-F238E27FC236}">
                  <a16:creationId xmlns:a16="http://schemas.microsoft.com/office/drawing/2014/main" id="{CCEE2E34-D559-CA45-9E5A-F783F810EFCF}"/>
                </a:ext>
              </a:extLst>
            </p:cNvPr>
            <p:cNvCxnSpPr>
              <a:cxnSpLocks/>
            </p:cNvCxnSpPr>
            <p:nvPr/>
          </p:nvCxnSpPr>
          <p:spPr>
            <a:xfrm flipV="1">
              <a:off x="2344724" y="4114193"/>
              <a:ext cx="251695" cy="109254"/>
            </a:xfrm>
            <a:prstGeom prst="line">
              <a:avLst/>
            </a:prstGeom>
            <a:ln w="9525">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4" name="Straight Connector 1103">
              <a:extLst>
                <a:ext uri="{FF2B5EF4-FFF2-40B4-BE49-F238E27FC236}">
                  <a16:creationId xmlns:a16="http://schemas.microsoft.com/office/drawing/2014/main" id="{D65FCF95-878C-A14C-A6D6-6D22C404145C}"/>
                </a:ext>
              </a:extLst>
            </p:cNvPr>
            <p:cNvCxnSpPr>
              <a:cxnSpLocks/>
              <a:stCxn id="1032" idx="2"/>
              <a:endCxn id="996" idx="2"/>
            </p:cNvCxnSpPr>
            <p:nvPr/>
          </p:nvCxnSpPr>
          <p:spPr>
            <a:xfrm flipV="1">
              <a:off x="5458049" y="3230852"/>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5" name="Straight Connector 1104">
              <a:extLst>
                <a:ext uri="{FF2B5EF4-FFF2-40B4-BE49-F238E27FC236}">
                  <a16:creationId xmlns:a16="http://schemas.microsoft.com/office/drawing/2014/main" id="{15EB59D3-4040-5749-B499-E27490D524DA}"/>
                </a:ext>
              </a:extLst>
            </p:cNvPr>
            <p:cNvCxnSpPr>
              <a:cxnSpLocks/>
            </p:cNvCxnSpPr>
            <p:nvPr/>
          </p:nvCxnSpPr>
          <p:spPr>
            <a:xfrm flipV="1">
              <a:off x="4457330" y="4394908"/>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2" name="Straight Connector 1171">
              <a:extLst>
                <a:ext uri="{FF2B5EF4-FFF2-40B4-BE49-F238E27FC236}">
                  <a16:creationId xmlns:a16="http://schemas.microsoft.com/office/drawing/2014/main" id="{585E66CE-5974-5A48-86F4-642D85A8C2B9}"/>
                </a:ext>
              </a:extLst>
            </p:cNvPr>
            <p:cNvCxnSpPr>
              <a:cxnSpLocks/>
            </p:cNvCxnSpPr>
            <p:nvPr/>
          </p:nvCxnSpPr>
          <p:spPr>
            <a:xfrm flipV="1">
              <a:off x="7407243" y="4368703"/>
              <a:ext cx="7426" cy="480990"/>
            </a:xfrm>
            <a:prstGeom prst="line">
              <a:avLst/>
            </a:prstGeom>
            <a:ln w="4445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93" name="Group 1092">
            <a:extLst>
              <a:ext uri="{FF2B5EF4-FFF2-40B4-BE49-F238E27FC236}">
                <a16:creationId xmlns:a16="http://schemas.microsoft.com/office/drawing/2014/main" id="{D11900C4-AD2E-9546-89B5-1A95630DD9E8}"/>
              </a:ext>
            </a:extLst>
          </p:cNvPr>
          <p:cNvGrpSpPr/>
          <p:nvPr/>
        </p:nvGrpSpPr>
        <p:grpSpPr>
          <a:xfrm>
            <a:off x="4545099" y="5447247"/>
            <a:ext cx="1807203" cy="495366"/>
            <a:chOff x="4545099" y="5447247"/>
            <a:chExt cx="1807203" cy="495366"/>
          </a:xfrm>
        </p:grpSpPr>
        <p:sp>
          <p:nvSpPr>
            <p:cNvPr id="1095" name="Oval 33">
              <a:extLst>
                <a:ext uri="{FF2B5EF4-FFF2-40B4-BE49-F238E27FC236}">
                  <a16:creationId xmlns:a16="http://schemas.microsoft.com/office/drawing/2014/main" id="{512F7670-AB23-F240-9D5A-6EAA52208AD0}"/>
                </a:ext>
              </a:extLst>
            </p:cNvPr>
            <p:cNvSpPr>
              <a:spLocks noChangeArrowheads="1"/>
            </p:cNvSpPr>
            <p:nvPr/>
          </p:nvSpPr>
          <p:spPr bwMode="auto">
            <a:xfrm rot="10800000">
              <a:off x="4545099" y="5447247"/>
              <a:ext cx="1807203" cy="495366"/>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endParaRPr>
            </a:p>
          </p:txBody>
        </p:sp>
        <p:sp>
          <p:nvSpPr>
            <p:cNvPr id="1097" name="TextBox 9">
              <a:extLst>
                <a:ext uri="{FF2B5EF4-FFF2-40B4-BE49-F238E27FC236}">
                  <a16:creationId xmlns:a16="http://schemas.microsoft.com/office/drawing/2014/main" id="{373ADF7C-1486-8546-95DA-BA176D7729D0}"/>
                </a:ext>
              </a:extLst>
            </p:cNvPr>
            <p:cNvSpPr txBox="1">
              <a:spLocks noChangeArrowheads="1"/>
            </p:cNvSpPr>
            <p:nvPr/>
          </p:nvSpPr>
          <p:spPr bwMode="auto">
            <a:xfrm>
              <a:off x="4662400" y="5488195"/>
              <a:ext cx="15824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regional ISP</a:t>
              </a:r>
            </a:p>
          </p:txBody>
        </p:sp>
      </p:grpSp>
      <p:grpSp>
        <p:nvGrpSpPr>
          <p:cNvPr id="871" name="Group 870">
            <a:extLst>
              <a:ext uri="{FF2B5EF4-FFF2-40B4-BE49-F238E27FC236}">
                <a16:creationId xmlns:a16="http://schemas.microsoft.com/office/drawing/2014/main" id="{EBB68360-CFEF-9545-B290-C95BF47B5ABD}"/>
              </a:ext>
            </a:extLst>
          </p:cNvPr>
          <p:cNvGrpSpPr/>
          <p:nvPr/>
        </p:nvGrpSpPr>
        <p:grpSpPr>
          <a:xfrm>
            <a:off x="4220281" y="4826836"/>
            <a:ext cx="541338" cy="223023"/>
            <a:chOff x="7493876" y="2774731"/>
            <a:chExt cx="1481958" cy="894622"/>
          </a:xfrm>
        </p:grpSpPr>
        <p:sp>
          <p:nvSpPr>
            <p:cNvPr id="912" name="Freeform 911">
              <a:extLst>
                <a:ext uri="{FF2B5EF4-FFF2-40B4-BE49-F238E27FC236}">
                  <a16:creationId xmlns:a16="http://schemas.microsoft.com/office/drawing/2014/main" id="{C31E65F7-C8D0-2148-AE16-6639E37F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3" name="Oval 912">
              <a:extLst>
                <a:ext uri="{FF2B5EF4-FFF2-40B4-BE49-F238E27FC236}">
                  <a16:creationId xmlns:a16="http://schemas.microsoft.com/office/drawing/2014/main" id="{24C01524-664D-0B42-A170-7AA7DFCD48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14" name="Group 913">
              <a:extLst>
                <a:ext uri="{FF2B5EF4-FFF2-40B4-BE49-F238E27FC236}">
                  <a16:creationId xmlns:a16="http://schemas.microsoft.com/office/drawing/2014/main" id="{69D00E7B-FD92-574B-9D44-DD864E2B55BA}"/>
                </a:ext>
              </a:extLst>
            </p:cNvPr>
            <p:cNvGrpSpPr/>
            <p:nvPr/>
          </p:nvGrpSpPr>
          <p:grpSpPr>
            <a:xfrm>
              <a:off x="7713663" y="2848339"/>
              <a:ext cx="1042107" cy="425543"/>
              <a:chOff x="7786941" y="2884917"/>
              <a:chExt cx="897649" cy="353919"/>
            </a:xfrm>
          </p:grpSpPr>
          <p:sp>
            <p:nvSpPr>
              <p:cNvPr id="915" name="Freeform 914">
                <a:extLst>
                  <a:ext uri="{FF2B5EF4-FFF2-40B4-BE49-F238E27FC236}">
                    <a16:creationId xmlns:a16="http://schemas.microsoft.com/office/drawing/2014/main" id="{98518A8B-3C13-A346-87DA-94216CD9FC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6" name="Freeform 915">
                <a:extLst>
                  <a:ext uri="{FF2B5EF4-FFF2-40B4-BE49-F238E27FC236}">
                    <a16:creationId xmlns:a16="http://schemas.microsoft.com/office/drawing/2014/main" id="{C4C44228-65B5-564C-B1D9-63A0904BA4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7" name="Freeform 916">
                <a:extLst>
                  <a:ext uri="{FF2B5EF4-FFF2-40B4-BE49-F238E27FC236}">
                    <a16:creationId xmlns:a16="http://schemas.microsoft.com/office/drawing/2014/main" id="{B5DCAEA1-0E67-2B47-8939-3B96B10806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8" name="Freeform 917">
                <a:extLst>
                  <a:ext uri="{FF2B5EF4-FFF2-40B4-BE49-F238E27FC236}">
                    <a16:creationId xmlns:a16="http://schemas.microsoft.com/office/drawing/2014/main" id="{0BF12852-261D-6142-8DC4-CA6078C2CE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1E439E8A-6D0D-A947-88AE-13F395EF741B}"/>
              </a:ext>
            </a:extLst>
          </p:cNvPr>
          <p:cNvGrpSpPr/>
          <p:nvPr/>
        </p:nvGrpSpPr>
        <p:grpSpPr>
          <a:xfrm>
            <a:off x="7291037" y="4658009"/>
            <a:ext cx="541338" cy="223023"/>
            <a:chOff x="7493876" y="2774731"/>
            <a:chExt cx="1481958" cy="894622"/>
          </a:xfrm>
        </p:grpSpPr>
        <p:sp>
          <p:nvSpPr>
            <p:cNvPr id="933" name="Freeform 932">
              <a:extLst>
                <a:ext uri="{FF2B5EF4-FFF2-40B4-BE49-F238E27FC236}">
                  <a16:creationId xmlns:a16="http://schemas.microsoft.com/office/drawing/2014/main" id="{20642CDD-5807-E440-80BD-4914CEF64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34" name="Oval 933">
              <a:extLst>
                <a:ext uri="{FF2B5EF4-FFF2-40B4-BE49-F238E27FC236}">
                  <a16:creationId xmlns:a16="http://schemas.microsoft.com/office/drawing/2014/main" id="{5B2D41A3-738C-DE4B-95B1-D98C150F0D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35" name="Group 934">
              <a:extLst>
                <a:ext uri="{FF2B5EF4-FFF2-40B4-BE49-F238E27FC236}">
                  <a16:creationId xmlns:a16="http://schemas.microsoft.com/office/drawing/2014/main" id="{72893B92-0783-094B-9B06-5B15CE5E8FC1}"/>
                </a:ext>
              </a:extLst>
            </p:cNvPr>
            <p:cNvGrpSpPr/>
            <p:nvPr/>
          </p:nvGrpSpPr>
          <p:grpSpPr>
            <a:xfrm>
              <a:off x="7713663" y="2848339"/>
              <a:ext cx="1042107" cy="425543"/>
              <a:chOff x="7786941" y="2884917"/>
              <a:chExt cx="897649" cy="353919"/>
            </a:xfrm>
          </p:grpSpPr>
          <p:sp>
            <p:nvSpPr>
              <p:cNvPr id="936" name="Freeform 935">
                <a:extLst>
                  <a:ext uri="{FF2B5EF4-FFF2-40B4-BE49-F238E27FC236}">
                    <a16:creationId xmlns:a16="http://schemas.microsoft.com/office/drawing/2014/main" id="{A6B26209-5A79-9B49-9A4A-3D3FDEBD6B5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7" name="Freeform 936">
                <a:extLst>
                  <a:ext uri="{FF2B5EF4-FFF2-40B4-BE49-F238E27FC236}">
                    <a16:creationId xmlns:a16="http://schemas.microsoft.com/office/drawing/2014/main" id="{5ABE6455-D1B0-6049-AB8E-5B81D3C44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8" name="Freeform 937">
                <a:extLst>
                  <a:ext uri="{FF2B5EF4-FFF2-40B4-BE49-F238E27FC236}">
                    <a16:creationId xmlns:a16="http://schemas.microsoft.com/office/drawing/2014/main" id="{C314A57D-E8A9-DA4B-9456-521A28BDBB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9" name="Freeform 938">
                <a:extLst>
                  <a:ext uri="{FF2B5EF4-FFF2-40B4-BE49-F238E27FC236}">
                    <a16:creationId xmlns:a16="http://schemas.microsoft.com/office/drawing/2014/main" id="{88E5CA8C-8B97-3347-8938-C5B63B3D849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88" name="Slide Number Placeholder 5">
            <a:extLst>
              <a:ext uri="{FF2B5EF4-FFF2-40B4-BE49-F238E27FC236}">
                <a16:creationId xmlns:a16="http://schemas.microsoft.com/office/drawing/2014/main" id="{737993C4-51C6-4243-98ED-E7F21DA8022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44</a:t>
            </a:fld>
            <a:endParaRPr lang="en-US" dirty="0"/>
          </a:p>
        </p:txBody>
      </p:sp>
    </p:spTree>
    <p:extLst>
      <p:ext uri="{BB962C8B-B14F-4D97-AF65-F5344CB8AC3E}">
        <p14:creationId xmlns:p14="http://schemas.microsoft.com/office/powerpoint/2010/main" val="86925950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336191"/>
            <a:ext cx="10515600" cy="894622"/>
          </a:xfrm>
        </p:spPr>
        <p:txBody>
          <a:bodyPr>
            <a:normAutofit/>
          </a:bodyPr>
          <a:lstStyle/>
          <a:p>
            <a:r>
              <a:rPr lang="en-US" altLang="en-US" dirty="0">
                <a:ea typeface="ＭＳ Ｐゴシック" panose="020B0600070205080204" pitchFamily="34" charset="-128"/>
              </a:rPr>
              <a:t>Internet structure: a “network of networks”</a:t>
            </a:r>
            <a:endParaRPr lang="en-US" dirty="0"/>
          </a:p>
        </p:txBody>
      </p:sp>
      <p:cxnSp>
        <p:nvCxnSpPr>
          <p:cNvPr id="434" name="Straight Connector 433">
            <a:extLst>
              <a:ext uri="{FF2B5EF4-FFF2-40B4-BE49-F238E27FC236}">
                <a16:creationId xmlns:a16="http://schemas.microsoft.com/office/drawing/2014/main" id="{0484462A-BBBF-CC4F-8955-E6317779C224}"/>
              </a:ext>
            </a:extLst>
          </p:cNvPr>
          <p:cNvCxnSpPr>
            <a:stCxn id="460" idx="2"/>
            <a:endCxn id="459" idx="6"/>
          </p:cNvCxnSpPr>
          <p:nvPr/>
        </p:nvCxnSpPr>
        <p:spPr bwMode="auto">
          <a:xfrm rot="10800000">
            <a:off x="5710238" y="3536903"/>
            <a:ext cx="531812" cy="0"/>
          </a:xfrm>
          <a:prstGeom prst="line">
            <a:avLst/>
          </a:prstGeom>
          <a:noFill/>
          <a:ln w="9525" cap="flat" cmpd="sng" algn="ctr">
            <a:noFill/>
            <a:prstDash val="solid"/>
          </a:ln>
          <a:effectLst/>
        </p:spPr>
      </p:cxnSp>
      <p:cxnSp>
        <p:nvCxnSpPr>
          <p:cNvPr id="448" name="Straight Connector 447">
            <a:extLst>
              <a:ext uri="{FF2B5EF4-FFF2-40B4-BE49-F238E27FC236}">
                <a16:creationId xmlns:a16="http://schemas.microsoft.com/office/drawing/2014/main" id="{A6413169-1F86-9049-BAB4-CB7FC662559B}"/>
              </a:ext>
            </a:extLst>
          </p:cNvPr>
          <p:cNvCxnSpPr/>
          <p:nvPr/>
        </p:nvCxnSpPr>
        <p:spPr bwMode="auto">
          <a:xfrm rot="16200000" flipH="1">
            <a:off x="6584535" y="3012633"/>
            <a:ext cx="286582" cy="161925"/>
          </a:xfrm>
          <a:prstGeom prst="line">
            <a:avLst/>
          </a:prstGeom>
          <a:noFill/>
          <a:ln w="9525" cap="flat" cmpd="sng" algn="ctr">
            <a:noFill/>
            <a:prstDash val="solid"/>
          </a:ln>
          <a:effectLst/>
        </p:spPr>
      </p:cxnSp>
      <p:grpSp>
        <p:nvGrpSpPr>
          <p:cNvPr id="20" name="Group 19">
            <a:extLst>
              <a:ext uri="{FF2B5EF4-FFF2-40B4-BE49-F238E27FC236}">
                <a16:creationId xmlns:a16="http://schemas.microsoft.com/office/drawing/2014/main" id="{D8B2985D-939D-A548-BB6A-325E249FEFFC}"/>
              </a:ext>
            </a:extLst>
          </p:cNvPr>
          <p:cNvGrpSpPr/>
          <p:nvPr/>
        </p:nvGrpSpPr>
        <p:grpSpPr>
          <a:xfrm>
            <a:off x="2266950" y="1992869"/>
            <a:ext cx="7658100" cy="2815072"/>
            <a:chOff x="2266950" y="1992869"/>
            <a:chExt cx="7658100" cy="2815072"/>
          </a:xfrm>
        </p:grpSpPr>
        <p:cxnSp>
          <p:nvCxnSpPr>
            <p:cNvPr id="427" name="Straight Connector 426">
              <a:extLst>
                <a:ext uri="{FF2B5EF4-FFF2-40B4-BE49-F238E27FC236}">
                  <a16:creationId xmlns:a16="http://schemas.microsoft.com/office/drawing/2014/main" id="{38E270F7-B953-6746-81D7-5185D1395A5B}"/>
                </a:ext>
              </a:extLst>
            </p:cNvPr>
            <p:cNvCxnSpPr>
              <a:endCxn id="462" idx="0"/>
            </p:cNvCxnSpPr>
            <p:nvPr/>
          </p:nvCxnSpPr>
          <p:spPr bwMode="auto">
            <a:xfrm rot="5400000">
              <a:off x="1732708" y="2949387"/>
              <a:ext cx="2221011" cy="307975"/>
            </a:xfrm>
            <a:prstGeom prst="line">
              <a:avLst/>
            </a:prstGeom>
            <a:noFill/>
            <a:ln w="952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DA98FC37-97EC-C247-AD5F-914F2DE010C6}"/>
                </a:ext>
              </a:extLst>
            </p:cNvPr>
            <p:cNvCxnSpPr>
              <a:stCxn id="459" idx="4"/>
            </p:cNvCxnSpPr>
            <p:nvPr/>
          </p:nvCxnSpPr>
          <p:spPr bwMode="auto">
            <a:xfrm rot="5400000">
              <a:off x="4431512" y="4096677"/>
              <a:ext cx="474651" cy="98425"/>
            </a:xfrm>
            <a:prstGeom prst="line">
              <a:avLst/>
            </a:prstGeom>
            <a:noFill/>
            <a:ln w="952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97671C5E-1113-CA43-A33D-92ECFE2129C2}"/>
                </a:ext>
              </a:extLst>
            </p:cNvPr>
            <p:cNvCxnSpPr>
              <a:stCxn id="459" idx="3"/>
            </p:cNvCxnSpPr>
            <p:nvPr/>
          </p:nvCxnSpPr>
          <p:spPr bwMode="auto">
            <a:xfrm rot="5400000">
              <a:off x="3580901" y="3946152"/>
              <a:ext cx="583612" cy="290513"/>
            </a:xfrm>
            <a:prstGeom prst="line">
              <a:avLst/>
            </a:prstGeom>
            <a:noFill/>
            <a:ln w="9525" cap="flat" cmpd="sng" algn="ctr">
              <a:solidFill>
                <a:srgbClr val="000000"/>
              </a:solidFill>
              <a:prstDash val="solid"/>
            </a:ln>
            <a:effectLst/>
          </p:spPr>
        </p:cxnSp>
        <p:cxnSp>
          <p:nvCxnSpPr>
            <p:cNvPr id="430" name="Straight Connector 429">
              <a:extLst>
                <a:ext uri="{FF2B5EF4-FFF2-40B4-BE49-F238E27FC236}">
                  <a16:creationId xmlns:a16="http://schemas.microsoft.com/office/drawing/2014/main" id="{69E2FA91-0962-294C-A41F-3DD90DF20DA5}"/>
                </a:ext>
              </a:extLst>
            </p:cNvPr>
            <p:cNvCxnSpPr/>
            <p:nvPr/>
          </p:nvCxnSpPr>
          <p:spPr bwMode="auto">
            <a:xfrm rot="16200000" flipH="1">
              <a:off x="2142972" y="3178358"/>
              <a:ext cx="2292656" cy="260350"/>
            </a:xfrm>
            <a:prstGeom prst="line">
              <a:avLst/>
            </a:prstGeom>
            <a:noFill/>
            <a:ln w="9525" cap="flat" cmpd="sng" algn="ctr">
              <a:solidFill>
                <a:srgbClr val="000000"/>
              </a:solidFill>
              <a:prstDash val="solid"/>
            </a:ln>
            <a:effectLst/>
          </p:spPr>
        </p:cxnSp>
        <p:cxnSp>
          <p:nvCxnSpPr>
            <p:cNvPr id="431" name="Straight Connector 430">
              <a:extLst>
                <a:ext uri="{FF2B5EF4-FFF2-40B4-BE49-F238E27FC236}">
                  <a16:creationId xmlns:a16="http://schemas.microsoft.com/office/drawing/2014/main" id="{B69A575B-8E28-3C43-851B-7A48C4D768DA}"/>
                </a:ext>
              </a:extLst>
            </p:cNvPr>
            <p:cNvCxnSpPr>
              <a:cxnSpLocks/>
            </p:cNvCxnSpPr>
            <p:nvPr/>
          </p:nvCxnSpPr>
          <p:spPr bwMode="auto">
            <a:xfrm flipH="1">
              <a:off x="2955927" y="3021951"/>
              <a:ext cx="771524" cy="1432912"/>
            </a:xfrm>
            <a:prstGeom prst="line">
              <a:avLst/>
            </a:prstGeom>
            <a:noFill/>
            <a:ln w="952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E475B5A7-C114-7E48-AB1E-92C7CF4A4EF6}"/>
                </a:ext>
              </a:extLst>
            </p:cNvPr>
            <p:cNvCxnSpPr>
              <a:endCxn id="465" idx="0"/>
            </p:cNvCxnSpPr>
            <p:nvPr/>
          </p:nvCxnSpPr>
          <p:spPr bwMode="auto">
            <a:xfrm>
              <a:off x="5186363" y="3712362"/>
              <a:ext cx="422275" cy="501519"/>
            </a:xfrm>
            <a:prstGeom prst="line">
              <a:avLst/>
            </a:prstGeom>
            <a:noFill/>
            <a:ln w="9525" cap="flat" cmpd="sng" algn="ctr">
              <a:solidFill>
                <a:srgbClr val="000000"/>
              </a:solidFill>
              <a:prstDash val="solid"/>
            </a:ln>
            <a:effectLst/>
          </p:spPr>
        </p:cxnSp>
        <p:cxnSp>
          <p:nvCxnSpPr>
            <p:cNvPr id="435" name="Straight Connector 434">
              <a:extLst>
                <a:ext uri="{FF2B5EF4-FFF2-40B4-BE49-F238E27FC236}">
                  <a16:creationId xmlns:a16="http://schemas.microsoft.com/office/drawing/2014/main" id="{A96A5E6E-187B-3A49-A295-FA1F67D8E9B9}"/>
                </a:ext>
              </a:extLst>
            </p:cNvPr>
            <p:cNvCxnSpPr/>
            <p:nvPr/>
          </p:nvCxnSpPr>
          <p:spPr bwMode="auto">
            <a:xfrm rot="5400000">
              <a:off x="6419350" y="3956601"/>
              <a:ext cx="583613" cy="290513"/>
            </a:xfrm>
            <a:prstGeom prst="line">
              <a:avLst/>
            </a:prstGeom>
            <a:noFill/>
            <a:ln w="952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EE62177A-B5F4-4A41-91F0-A95D2315BDCB}"/>
                </a:ext>
              </a:extLst>
            </p:cNvPr>
            <p:cNvCxnSpPr/>
            <p:nvPr/>
          </p:nvCxnSpPr>
          <p:spPr bwMode="auto">
            <a:xfrm rot="16200000" flipH="1">
              <a:off x="7161610" y="4097200"/>
              <a:ext cx="511967" cy="80962"/>
            </a:xfrm>
            <a:prstGeom prst="line">
              <a:avLst/>
            </a:prstGeom>
            <a:noFill/>
            <a:ln w="952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505D1BC1-6C7E-3946-BEB6-4065EC357AD4}"/>
                </a:ext>
              </a:extLst>
            </p:cNvPr>
            <p:cNvCxnSpPr>
              <a:stCxn id="460" idx="5"/>
            </p:cNvCxnSpPr>
            <p:nvPr/>
          </p:nvCxnSpPr>
          <p:spPr bwMode="auto">
            <a:xfrm>
              <a:off x="7934325" y="3799603"/>
              <a:ext cx="412750" cy="671677"/>
            </a:xfrm>
            <a:prstGeom prst="line">
              <a:avLst/>
            </a:prstGeom>
            <a:noFill/>
            <a:ln w="9525" cap="flat" cmpd="sng" algn="ctr">
              <a:solidFill>
                <a:srgbClr val="000000"/>
              </a:solidFill>
              <a:prstDash val="solid"/>
            </a:ln>
            <a:effectLst/>
          </p:spPr>
        </p:cxnSp>
        <p:cxnSp>
          <p:nvCxnSpPr>
            <p:cNvPr id="438" name="Straight Connector 437">
              <a:extLst>
                <a:ext uri="{FF2B5EF4-FFF2-40B4-BE49-F238E27FC236}">
                  <a16:creationId xmlns:a16="http://schemas.microsoft.com/office/drawing/2014/main" id="{D4DDDD88-B509-DD45-9D00-CC8520A75C94}"/>
                </a:ext>
              </a:extLst>
            </p:cNvPr>
            <p:cNvCxnSpPr>
              <a:cxnSpLocks/>
              <a:stCxn id="55" idx="4"/>
              <a:endCxn id="467" idx="0"/>
            </p:cNvCxnSpPr>
            <p:nvPr/>
          </p:nvCxnSpPr>
          <p:spPr bwMode="auto">
            <a:xfrm>
              <a:off x="8131307" y="2237400"/>
              <a:ext cx="398331" cy="1976480"/>
            </a:xfrm>
            <a:prstGeom prst="line">
              <a:avLst/>
            </a:prstGeom>
            <a:noFill/>
            <a:ln w="9525" cap="flat" cmpd="sng" algn="ctr">
              <a:solidFill>
                <a:srgbClr val="000000"/>
              </a:solidFill>
              <a:prstDash val="solid"/>
            </a:ln>
            <a:effectLst/>
          </p:spPr>
        </p:cxnSp>
        <p:cxnSp>
          <p:nvCxnSpPr>
            <p:cNvPr id="451" name="Straight Connector 450">
              <a:extLst>
                <a:ext uri="{FF2B5EF4-FFF2-40B4-BE49-F238E27FC236}">
                  <a16:creationId xmlns:a16="http://schemas.microsoft.com/office/drawing/2014/main" id="{27962ADA-D295-E344-A911-5EFFAC81A093}"/>
                </a:ext>
              </a:extLst>
            </p:cNvPr>
            <p:cNvCxnSpPr>
              <a:cxnSpLocks/>
            </p:cNvCxnSpPr>
            <p:nvPr/>
          </p:nvCxnSpPr>
          <p:spPr bwMode="auto">
            <a:xfrm rot="16200000" flipH="1">
              <a:off x="8678012" y="3586364"/>
              <a:ext cx="1371713" cy="242888"/>
            </a:xfrm>
            <a:prstGeom prst="line">
              <a:avLst/>
            </a:prstGeom>
            <a:noFill/>
            <a:ln w="9525" cap="flat" cmpd="sng" algn="ctr">
              <a:solidFill>
                <a:srgbClr val="000000"/>
              </a:solidFill>
              <a:prstDash val="solid"/>
            </a:ln>
            <a:effectLst/>
          </p:spPr>
        </p:cxnSp>
        <p:cxnSp>
          <p:nvCxnSpPr>
            <p:cNvPr id="452" name="Straight Connector 451">
              <a:extLst>
                <a:ext uri="{FF2B5EF4-FFF2-40B4-BE49-F238E27FC236}">
                  <a16:creationId xmlns:a16="http://schemas.microsoft.com/office/drawing/2014/main" id="{F1825348-2292-1941-85BD-4D5ABB9502AF}"/>
                </a:ext>
              </a:extLst>
            </p:cNvPr>
            <p:cNvCxnSpPr/>
            <p:nvPr/>
          </p:nvCxnSpPr>
          <p:spPr bwMode="auto">
            <a:xfrm rot="5400000">
              <a:off x="7669052" y="3134824"/>
              <a:ext cx="1443359" cy="1217613"/>
            </a:xfrm>
            <a:prstGeom prst="line">
              <a:avLst/>
            </a:prstGeom>
            <a:noFill/>
            <a:ln w="9525" cap="flat" cmpd="sng" algn="ctr">
              <a:solidFill>
                <a:srgbClr val="000000"/>
              </a:solidFill>
              <a:prstDash val="solid"/>
            </a:ln>
            <a:effectLst/>
          </p:spPr>
        </p:cxnSp>
        <p:sp>
          <p:nvSpPr>
            <p:cNvPr id="461" name="Oval 76">
              <a:extLst>
                <a:ext uri="{FF2B5EF4-FFF2-40B4-BE49-F238E27FC236}">
                  <a16:creationId xmlns:a16="http://schemas.microsoft.com/office/drawing/2014/main" id="{391AA46F-6A98-C942-87ED-081AD5B706CC}"/>
                </a:ext>
              </a:extLst>
            </p:cNvPr>
            <p:cNvSpPr>
              <a:spLocks noChangeArrowheads="1"/>
            </p:cNvSpPr>
            <p:nvPr/>
          </p:nvSpPr>
          <p:spPr bwMode="auto">
            <a:xfrm>
              <a:off x="3240088"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2" name="Oval 76">
              <a:extLst>
                <a:ext uri="{FF2B5EF4-FFF2-40B4-BE49-F238E27FC236}">
                  <a16:creationId xmlns:a16="http://schemas.microsoft.com/office/drawing/2014/main" id="{FCCCE50F-BBF8-C548-85FF-BD6B37225017}"/>
                </a:ext>
              </a:extLst>
            </p:cNvPr>
            <p:cNvSpPr>
              <a:spLocks noChangeArrowheads="1"/>
            </p:cNvSpPr>
            <p:nvPr/>
          </p:nvSpPr>
          <p:spPr bwMode="auto">
            <a:xfrm>
              <a:off x="2266950"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3" name="Oval 76">
              <a:extLst>
                <a:ext uri="{FF2B5EF4-FFF2-40B4-BE49-F238E27FC236}">
                  <a16:creationId xmlns:a16="http://schemas.microsoft.com/office/drawing/2014/main" id="{F63F91B6-CBFC-0C42-9EED-5D94825403E7}"/>
                </a:ext>
              </a:extLst>
            </p:cNvPr>
            <p:cNvSpPr>
              <a:spLocks noChangeArrowheads="1"/>
            </p:cNvSpPr>
            <p:nvPr/>
          </p:nvSpPr>
          <p:spPr bwMode="auto">
            <a:xfrm>
              <a:off x="7134225"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4" name="Oval 76">
              <a:extLst>
                <a:ext uri="{FF2B5EF4-FFF2-40B4-BE49-F238E27FC236}">
                  <a16:creationId xmlns:a16="http://schemas.microsoft.com/office/drawing/2014/main" id="{0CC0ED7A-0698-274E-845B-180581338599}"/>
                </a:ext>
              </a:extLst>
            </p:cNvPr>
            <p:cNvSpPr>
              <a:spLocks noChangeArrowheads="1"/>
            </p:cNvSpPr>
            <p:nvPr/>
          </p:nvSpPr>
          <p:spPr bwMode="auto">
            <a:xfrm>
              <a:off x="6159500" y="4213880"/>
              <a:ext cx="846138"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5" name="Oval 76">
              <a:extLst>
                <a:ext uri="{FF2B5EF4-FFF2-40B4-BE49-F238E27FC236}">
                  <a16:creationId xmlns:a16="http://schemas.microsoft.com/office/drawing/2014/main" id="{5043E7F4-FB4D-9A41-8107-85F65D012D65}"/>
                </a:ext>
              </a:extLst>
            </p:cNvPr>
            <p:cNvSpPr>
              <a:spLocks noChangeArrowheads="1"/>
            </p:cNvSpPr>
            <p:nvPr/>
          </p:nvSpPr>
          <p:spPr bwMode="auto">
            <a:xfrm>
              <a:off x="5186363" y="4213880"/>
              <a:ext cx="846137"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6" name="Oval 76">
              <a:extLst>
                <a:ext uri="{FF2B5EF4-FFF2-40B4-BE49-F238E27FC236}">
                  <a16:creationId xmlns:a16="http://schemas.microsoft.com/office/drawing/2014/main" id="{019B9582-8292-2B43-876B-11E7E334FAAF}"/>
                </a:ext>
              </a:extLst>
            </p:cNvPr>
            <p:cNvSpPr>
              <a:spLocks noChangeArrowheads="1"/>
            </p:cNvSpPr>
            <p:nvPr/>
          </p:nvSpPr>
          <p:spPr bwMode="auto">
            <a:xfrm>
              <a:off x="4213225"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7" name="Oval 76">
              <a:extLst>
                <a:ext uri="{FF2B5EF4-FFF2-40B4-BE49-F238E27FC236}">
                  <a16:creationId xmlns:a16="http://schemas.microsoft.com/office/drawing/2014/main" id="{71C26863-28CD-0841-A043-C33419B4C3F8}"/>
                </a:ext>
              </a:extLst>
            </p:cNvPr>
            <p:cNvSpPr>
              <a:spLocks noChangeArrowheads="1"/>
            </p:cNvSpPr>
            <p:nvPr/>
          </p:nvSpPr>
          <p:spPr bwMode="auto">
            <a:xfrm>
              <a:off x="8107363"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sp>
          <p:nvSpPr>
            <p:cNvPr id="468" name="Oval 76">
              <a:extLst>
                <a:ext uri="{FF2B5EF4-FFF2-40B4-BE49-F238E27FC236}">
                  <a16:creationId xmlns:a16="http://schemas.microsoft.com/office/drawing/2014/main" id="{E09B65C0-7813-1B48-A77E-DBAB11081582}"/>
                </a:ext>
              </a:extLst>
            </p:cNvPr>
            <p:cNvSpPr>
              <a:spLocks noChangeArrowheads="1"/>
            </p:cNvSpPr>
            <p:nvPr/>
          </p:nvSpPr>
          <p:spPr bwMode="auto">
            <a:xfrm>
              <a:off x="9080500" y="4213880"/>
              <a:ext cx="844550" cy="594061"/>
            </a:xfrm>
            <a:prstGeom prst="ellipse">
              <a:avLst/>
            </a:prstGeom>
            <a:solidFill>
              <a:srgbClr val="9CDFF9"/>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access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ISP</a:t>
              </a:r>
            </a:p>
          </p:txBody>
        </p:sp>
      </p:grpSp>
      <p:sp>
        <p:nvSpPr>
          <p:cNvPr id="483" name="Rectangle 3">
            <a:extLst>
              <a:ext uri="{FF2B5EF4-FFF2-40B4-BE49-F238E27FC236}">
                <a16:creationId xmlns:a16="http://schemas.microsoft.com/office/drawing/2014/main" id="{026D98E3-E55A-AA42-BDF8-9795F6D3C3D1}"/>
              </a:ext>
            </a:extLst>
          </p:cNvPr>
          <p:cNvSpPr txBox="1">
            <a:spLocks noChangeArrowheads="1"/>
          </p:cNvSpPr>
          <p:nvPr/>
        </p:nvSpPr>
        <p:spPr>
          <a:xfrm>
            <a:off x="532110" y="5020506"/>
            <a:ext cx="11283366" cy="18272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3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“center”: small # of well-connected large networks</a:t>
            </a:r>
          </a:p>
          <a:p>
            <a:pPr marL="460375" marR="0" lvl="1" indent="-280988" algn="l" defTabSz="914400" rtl="0" eaLnBrk="1" fontAlgn="auto" latinLnBrk="0" hangingPunct="1">
              <a:lnSpc>
                <a:spcPct val="90000"/>
              </a:lnSpc>
              <a:spcBef>
                <a:spcPts val="500"/>
              </a:spcBef>
              <a:spcAft>
                <a:spcPts val="0"/>
              </a:spcAft>
              <a:buClr>
                <a:srgbClr val="0000A8"/>
              </a:buClr>
              <a:buSzTx/>
              <a:buFont typeface="Wingdings" pitchFamily="2" charset="2"/>
              <a:buChar char="§"/>
              <a:tabLst>
                <a:tab pos="336550" algn="l"/>
              </a:tabLst>
              <a:defRPr/>
            </a:pPr>
            <a:r>
              <a:rPr kumimoji="0" lang="en-US" altLang="ja-JP"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“tier-1” commercial ISPs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Level 3, Sprint, AT&amp;T, NTT),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national &amp; international coverage</a:t>
            </a:r>
          </a:p>
          <a:p>
            <a:pPr marL="460375" marR="0" lvl="1" indent="-280988" algn="l" defTabSz="914400" rtl="0" eaLnBrk="1" fontAlgn="auto" latinLnBrk="0" hangingPunct="1">
              <a:lnSpc>
                <a:spcPct val="90000"/>
              </a:lnSpc>
              <a:spcBef>
                <a:spcPts val="500"/>
              </a:spcBef>
              <a:spcAft>
                <a:spcPts val="0"/>
              </a:spcAft>
              <a:buClr>
                <a:srgbClr val="0000A8"/>
              </a:buClr>
              <a:buSzTx/>
              <a:buFont typeface="Wingdings" pitchFamily="2" charset="2"/>
              <a:buChar char="§"/>
              <a:tabLst>
                <a:tab pos="336550" algn="l"/>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content provider networks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(e.g., Google, Facebook):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private network that connects its data centers to Internet, often bypassing tier-1, regional ISPs</a:t>
            </a:r>
          </a:p>
          <a:p>
            <a:pPr marL="682625" marR="0" lvl="1" indent="-22542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p:txBody>
      </p:sp>
      <p:grpSp>
        <p:nvGrpSpPr>
          <p:cNvPr id="19" name="Group 18">
            <a:extLst>
              <a:ext uri="{FF2B5EF4-FFF2-40B4-BE49-F238E27FC236}">
                <a16:creationId xmlns:a16="http://schemas.microsoft.com/office/drawing/2014/main" id="{D6D94A1D-C9FB-4248-AC42-32E817F83497}"/>
              </a:ext>
            </a:extLst>
          </p:cNvPr>
          <p:cNvGrpSpPr/>
          <p:nvPr/>
        </p:nvGrpSpPr>
        <p:grpSpPr>
          <a:xfrm>
            <a:off x="3727450" y="2136556"/>
            <a:ext cx="5191125" cy="1772008"/>
            <a:chOff x="3727450" y="2136556"/>
            <a:chExt cx="5191125" cy="1772008"/>
          </a:xfrm>
        </p:grpSpPr>
        <p:cxnSp>
          <p:nvCxnSpPr>
            <p:cNvPr id="444" name="Straight Connector 443">
              <a:extLst>
                <a:ext uri="{FF2B5EF4-FFF2-40B4-BE49-F238E27FC236}">
                  <a16:creationId xmlns:a16="http://schemas.microsoft.com/office/drawing/2014/main" id="{3D999D2F-3D6C-EE46-ACFF-9A94460799DD}"/>
                </a:ext>
              </a:extLst>
            </p:cNvPr>
            <p:cNvCxnSpPr>
              <a:cxnSpLocks/>
              <a:stCxn id="474" idx="5"/>
            </p:cNvCxnSpPr>
            <p:nvPr/>
          </p:nvCxnSpPr>
          <p:spPr bwMode="auto">
            <a:xfrm>
              <a:off x="4222067" y="2951839"/>
              <a:ext cx="72121" cy="356693"/>
            </a:xfrm>
            <a:prstGeom prst="line">
              <a:avLst/>
            </a:prstGeom>
            <a:noFill/>
            <a:ln w="9525" cap="flat" cmpd="sng" algn="ctr">
              <a:solidFill>
                <a:srgbClr val="000000"/>
              </a:solidFill>
              <a:prstDash val="solid"/>
            </a:ln>
            <a:effectLst/>
          </p:spPr>
        </p:cxnSp>
        <p:cxnSp>
          <p:nvCxnSpPr>
            <p:cNvPr id="447" name="Straight Connector 446">
              <a:extLst>
                <a:ext uri="{FF2B5EF4-FFF2-40B4-BE49-F238E27FC236}">
                  <a16:creationId xmlns:a16="http://schemas.microsoft.com/office/drawing/2014/main" id="{4E43A483-DD26-0944-984C-9FFBA432C53A}"/>
                </a:ext>
              </a:extLst>
            </p:cNvPr>
            <p:cNvCxnSpPr/>
            <p:nvPr/>
          </p:nvCxnSpPr>
          <p:spPr bwMode="auto">
            <a:xfrm rot="5400000">
              <a:off x="4730778" y="2617790"/>
              <a:ext cx="1074683" cy="163512"/>
            </a:xfrm>
            <a:prstGeom prst="line">
              <a:avLst/>
            </a:prstGeom>
            <a:noFill/>
            <a:ln w="9525" cap="flat" cmpd="sng" algn="ctr">
              <a:solidFill>
                <a:srgbClr val="000000"/>
              </a:solidFill>
              <a:prstDash val="solid"/>
            </a:ln>
            <a:effectLst/>
          </p:spPr>
        </p:cxnSp>
        <p:cxnSp>
          <p:nvCxnSpPr>
            <p:cNvPr id="449" name="Straight Connector 448">
              <a:extLst>
                <a:ext uri="{FF2B5EF4-FFF2-40B4-BE49-F238E27FC236}">
                  <a16:creationId xmlns:a16="http://schemas.microsoft.com/office/drawing/2014/main" id="{19A50683-7013-9449-840A-903577766A0A}"/>
                </a:ext>
              </a:extLst>
            </p:cNvPr>
            <p:cNvCxnSpPr/>
            <p:nvPr/>
          </p:nvCxnSpPr>
          <p:spPr bwMode="auto">
            <a:xfrm rot="10800000" flipV="1">
              <a:off x="5430838" y="2878660"/>
              <a:ext cx="811212" cy="511967"/>
            </a:xfrm>
            <a:prstGeom prst="line">
              <a:avLst/>
            </a:prstGeom>
            <a:noFill/>
            <a:ln w="9525" cap="flat" cmpd="sng" algn="ctr">
              <a:solidFill>
                <a:srgbClr val="000000"/>
              </a:solidFill>
              <a:prstDash val="solid"/>
            </a:ln>
            <a:effectLst/>
          </p:spPr>
        </p:cxnSp>
        <p:cxnSp>
          <p:nvCxnSpPr>
            <p:cNvPr id="450" name="Straight Connector 449">
              <a:extLst>
                <a:ext uri="{FF2B5EF4-FFF2-40B4-BE49-F238E27FC236}">
                  <a16:creationId xmlns:a16="http://schemas.microsoft.com/office/drawing/2014/main" id="{F41BF13C-E29D-B649-B6A6-97965B9958D9}"/>
                </a:ext>
              </a:extLst>
            </p:cNvPr>
            <p:cNvCxnSpPr>
              <a:stCxn id="456" idx="5"/>
            </p:cNvCxnSpPr>
            <p:nvPr/>
          </p:nvCxnSpPr>
          <p:spPr bwMode="auto">
            <a:xfrm rot="16200000" flipH="1">
              <a:off x="4491313" y="1687018"/>
              <a:ext cx="1382161" cy="2281238"/>
            </a:xfrm>
            <a:prstGeom prst="line">
              <a:avLst/>
            </a:prstGeom>
            <a:noFill/>
            <a:ln w="9525" cap="flat" cmpd="sng" algn="ctr">
              <a:solidFill>
                <a:srgbClr val="000000"/>
              </a:solidFill>
              <a:prstDash val="solid"/>
            </a:ln>
            <a:effectLst/>
          </p:spPr>
        </p:cxnSp>
        <p:cxnSp>
          <p:nvCxnSpPr>
            <p:cNvPr id="453" name="Straight Connector 452">
              <a:extLst>
                <a:ext uri="{FF2B5EF4-FFF2-40B4-BE49-F238E27FC236}">
                  <a16:creationId xmlns:a16="http://schemas.microsoft.com/office/drawing/2014/main" id="{70E05AEB-33C1-F146-A41B-426553EF3738}"/>
                </a:ext>
              </a:extLst>
            </p:cNvPr>
            <p:cNvCxnSpPr>
              <a:cxnSpLocks/>
            </p:cNvCxnSpPr>
            <p:nvPr/>
          </p:nvCxnSpPr>
          <p:spPr bwMode="auto">
            <a:xfrm rot="10800000" flipV="1">
              <a:off x="7620000" y="2807014"/>
              <a:ext cx="1298575" cy="440322"/>
            </a:xfrm>
            <a:prstGeom prst="line">
              <a:avLst/>
            </a:prstGeom>
            <a:noFill/>
            <a:ln w="9525" cap="flat" cmpd="sng" algn="ctr">
              <a:solidFill>
                <a:srgbClr val="000000"/>
              </a:solidFill>
              <a:prstDash val="solid"/>
            </a:ln>
            <a:effectLst/>
          </p:spPr>
        </p:cxnSp>
        <p:sp>
          <p:nvSpPr>
            <p:cNvPr id="459" name="Oval 33">
              <a:extLst>
                <a:ext uri="{FF2B5EF4-FFF2-40B4-BE49-F238E27FC236}">
                  <a16:creationId xmlns:a16="http://schemas.microsoft.com/office/drawing/2014/main" id="{F16DC38B-A491-5046-83FC-63C66E2CFF83}"/>
                </a:ext>
              </a:extLst>
            </p:cNvPr>
            <p:cNvSpPr>
              <a:spLocks noChangeArrowheads="1"/>
            </p:cNvSpPr>
            <p:nvPr/>
          </p:nvSpPr>
          <p:spPr bwMode="auto">
            <a:xfrm>
              <a:off x="3727450" y="3165242"/>
              <a:ext cx="1982788" cy="743322"/>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rPr>
                <a:t>Regional ISP</a:t>
              </a:r>
            </a:p>
          </p:txBody>
        </p:sp>
        <p:sp>
          <p:nvSpPr>
            <p:cNvPr id="460" name="Oval 33">
              <a:extLst>
                <a:ext uri="{FF2B5EF4-FFF2-40B4-BE49-F238E27FC236}">
                  <a16:creationId xmlns:a16="http://schemas.microsoft.com/office/drawing/2014/main" id="{C9724305-E472-CB48-B1A6-BABAE389FED6}"/>
                </a:ext>
              </a:extLst>
            </p:cNvPr>
            <p:cNvSpPr>
              <a:spLocks noChangeArrowheads="1"/>
            </p:cNvSpPr>
            <p:nvPr/>
          </p:nvSpPr>
          <p:spPr bwMode="auto">
            <a:xfrm>
              <a:off x="6242050" y="3165242"/>
              <a:ext cx="1982788" cy="743322"/>
            </a:xfrm>
            <a:prstGeom prst="ellipse">
              <a:avLst/>
            </a:prstGeom>
            <a:solidFill>
              <a:srgbClr val="CCCCFF"/>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prstClr val="black">
                      <a:lumMod val="65000"/>
                      <a:lumOff val="35000"/>
                    </a:prstClr>
                  </a:solidFill>
                  <a:effectLst/>
                  <a:uLnTx/>
                  <a:uFillTx/>
                  <a:latin typeface="Arial" panose="020B0604020202020204" pitchFamily="34" charset="0"/>
                  <a:ea typeface="ＭＳ Ｐゴシック" panose="020B0600070205080204" pitchFamily="34" charset="-128"/>
                  <a:cs typeface="Arial"/>
                </a:rPr>
                <a:t>Regional ISP</a:t>
              </a:r>
            </a:p>
          </p:txBody>
        </p:sp>
        <p:cxnSp>
          <p:nvCxnSpPr>
            <p:cNvPr id="66" name="Straight Connector 65">
              <a:extLst>
                <a:ext uri="{FF2B5EF4-FFF2-40B4-BE49-F238E27FC236}">
                  <a16:creationId xmlns:a16="http://schemas.microsoft.com/office/drawing/2014/main" id="{D98CF636-DA8A-D745-9075-918679134907}"/>
                </a:ext>
              </a:extLst>
            </p:cNvPr>
            <p:cNvCxnSpPr>
              <a:cxnSpLocks/>
              <a:endCxn id="460" idx="0"/>
            </p:cNvCxnSpPr>
            <p:nvPr/>
          </p:nvCxnSpPr>
          <p:spPr bwMode="auto">
            <a:xfrm>
              <a:off x="6941820" y="2964180"/>
              <a:ext cx="291624" cy="201062"/>
            </a:xfrm>
            <a:prstGeom prst="line">
              <a:avLst/>
            </a:prstGeom>
            <a:noFill/>
            <a:ln w="9525" cap="flat" cmpd="sng" algn="ctr">
              <a:solidFill>
                <a:srgbClr val="000000"/>
              </a:solidFill>
              <a:prstDash val="solid"/>
            </a:ln>
            <a:effectLst/>
          </p:spPr>
        </p:cxnSp>
      </p:grpSp>
      <p:grpSp>
        <p:nvGrpSpPr>
          <p:cNvPr id="22" name="Group 21">
            <a:extLst>
              <a:ext uri="{FF2B5EF4-FFF2-40B4-BE49-F238E27FC236}">
                <a16:creationId xmlns:a16="http://schemas.microsoft.com/office/drawing/2014/main" id="{DAE64C16-791F-8441-B302-492643641712}"/>
              </a:ext>
            </a:extLst>
          </p:cNvPr>
          <p:cNvGrpSpPr/>
          <p:nvPr/>
        </p:nvGrpSpPr>
        <p:grpSpPr>
          <a:xfrm>
            <a:off x="2347913" y="1287258"/>
            <a:ext cx="7329086" cy="1769461"/>
            <a:chOff x="2347913" y="1287258"/>
            <a:chExt cx="7329086" cy="1769461"/>
          </a:xfrm>
        </p:grpSpPr>
        <p:grpSp>
          <p:nvGrpSpPr>
            <p:cNvPr id="18" name="Group 17">
              <a:extLst>
                <a:ext uri="{FF2B5EF4-FFF2-40B4-BE49-F238E27FC236}">
                  <a16:creationId xmlns:a16="http://schemas.microsoft.com/office/drawing/2014/main" id="{C082A075-8FA1-4544-AE58-6F5D6D9A92DA}"/>
                </a:ext>
              </a:extLst>
            </p:cNvPr>
            <p:cNvGrpSpPr/>
            <p:nvPr/>
          </p:nvGrpSpPr>
          <p:grpSpPr>
            <a:xfrm>
              <a:off x="2347913" y="1287258"/>
              <a:ext cx="7329086" cy="1769461"/>
              <a:chOff x="2347913" y="1287258"/>
              <a:chExt cx="7329086" cy="1769461"/>
            </a:xfrm>
          </p:grpSpPr>
          <p:cxnSp>
            <p:nvCxnSpPr>
              <p:cNvPr id="445" name="Straight Connector 444">
                <a:extLst>
                  <a:ext uri="{FF2B5EF4-FFF2-40B4-BE49-F238E27FC236}">
                    <a16:creationId xmlns:a16="http://schemas.microsoft.com/office/drawing/2014/main" id="{77B3FFCD-6B4E-B04D-B26D-CDEAE7B3C9BE}"/>
                  </a:ext>
                </a:extLst>
              </p:cNvPr>
              <p:cNvCxnSpPr/>
              <p:nvPr/>
            </p:nvCxnSpPr>
            <p:spPr bwMode="auto">
              <a:xfrm rot="10800000" flipV="1">
                <a:off x="4051300" y="2018914"/>
                <a:ext cx="3163888" cy="726904"/>
              </a:xfrm>
              <a:prstGeom prst="line">
                <a:avLst/>
              </a:prstGeom>
              <a:noFill/>
              <a:ln w="9525" cap="flat" cmpd="sng" algn="ctr">
                <a:solidFill>
                  <a:srgbClr val="000000"/>
                </a:solidFill>
                <a:prstDash val="solid"/>
              </a:ln>
              <a:effectLst/>
            </p:spPr>
          </p:cxnSp>
          <p:cxnSp>
            <p:nvCxnSpPr>
              <p:cNvPr id="442" name="Straight Connector 441">
                <a:extLst>
                  <a:ext uri="{FF2B5EF4-FFF2-40B4-BE49-F238E27FC236}">
                    <a16:creationId xmlns:a16="http://schemas.microsoft.com/office/drawing/2014/main" id="{E797CE32-D445-834C-859C-100D3C4F78C7}"/>
                  </a:ext>
                </a:extLst>
              </p:cNvPr>
              <p:cNvCxnSpPr>
                <a:cxnSpLocks/>
              </p:cNvCxnSpPr>
              <p:nvPr/>
            </p:nvCxnSpPr>
            <p:spPr bwMode="auto">
              <a:xfrm>
                <a:off x="8816343" y="2125983"/>
                <a:ext cx="183196" cy="466094"/>
              </a:xfrm>
              <a:prstGeom prst="line">
                <a:avLst/>
              </a:prstGeom>
              <a:noFill/>
              <a:ln w="9525" cap="flat" cmpd="sng" algn="ctr">
                <a:solidFill>
                  <a:srgbClr val="000000"/>
                </a:solidFill>
                <a:prstDash val="solid"/>
              </a:ln>
              <a:effectLst/>
            </p:spPr>
          </p:cxnSp>
          <p:cxnSp>
            <p:nvCxnSpPr>
              <p:cNvPr id="454" name="Straight Connector 453">
                <a:extLst>
                  <a:ext uri="{FF2B5EF4-FFF2-40B4-BE49-F238E27FC236}">
                    <a16:creationId xmlns:a16="http://schemas.microsoft.com/office/drawing/2014/main" id="{D8015E4B-28EF-5944-BD89-CFE5203E8D04}"/>
                  </a:ext>
                </a:extLst>
              </p:cNvPr>
              <p:cNvCxnSpPr>
                <a:cxnSpLocks/>
              </p:cNvCxnSpPr>
              <p:nvPr/>
            </p:nvCxnSpPr>
            <p:spPr bwMode="auto">
              <a:xfrm flipH="1">
                <a:off x="6889752" y="2118360"/>
                <a:ext cx="486408" cy="617009"/>
              </a:xfrm>
              <a:prstGeom prst="line">
                <a:avLst/>
              </a:prstGeom>
              <a:noFill/>
              <a:ln w="9525" cap="flat" cmpd="sng" algn="ctr">
                <a:solidFill>
                  <a:srgbClr val="000000"/>
                </a:solidFill>
                <a:prstDash val="solid"/>
              </a:ln>
              <a:effectLst/>
            </p:spPr>
          </p:cxnSp>
          <p:cxnSp>
            <p:nvCxnSpPr>
              <p:cNvPr id="439" name="Straight Connector 438">
                <a:extLst>
                  <a:ext uri="{FF2B5EF4-FFF2-40B4-BE49-F238E27FC236}">
                    <a16:creationId xmlns:a16="http://schemas.microsoft.com/office/drawing/2014/main" id="{9D811EE1-454D-B44D-B3C7-5257C43AF9EF}"/>
                  </a:ext>
                </a:extLst>
              </p:cNvPr>
              <p:cNvCxnSpPr/>
              <p:nvPr/>
            </p:nvCxnSpPr>
            <p:spPr bwMode="auto">
              <a:xfrm rot="10800000">
                <a:off x="4294188" y="1860422"/>
                <a:ext cx="531812" cy="0"/>
              </a:xfrm>
              <a:prstGeom prst="line">
                <a:avLst/>
              </a:prstGeom>
              <a:noFill/>
              <a:ln w="952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3DB7E325-0415-EB46-A933-1A825FB1EF27}"/>
                  </a:ext>
                </a:extLst>
              </p:cNvPr>
              <p:cNvCxnSpPr>
                <a:cxnSpLocks/>
                <a:stCxn id="55" idx="2"/>
                <a:endCxn id="457" idx="6"/>
              </p:cNvCxnSpPr>
              <p:nvPr/>
            </p:nvCxnSpPr>
            <p:spPr bwMode="auto">
              <a:xfrm flipH="1">
                <a:off x="6683375" y="1872695"/>
                <a:ext cx="440553" cy="1161"/>
              </a:xfrm>
              <a:prstGeom prst="line">
                <a:avLst/>
              </a:prstGeom>
              <a:noFill/>
              <a:ln w="9525" cap="flat" cmpd="sng" algn="ctr">
                <a:solidFill>
                  <a:srgbClr val="000000"/>
                </a:solidFill>
                <a:prstDash val="solid"/>
              </a:ln>
              <a:effectLst/>
            </p:spPr>
          </p:cxnSp>
          <p:sp>
            <p:nvSpPr>
              <p:cNvPr id="441" name="Arc 440">
                <a:extLst>
                  <a:ext uri="{FF2B5EF4-FFF2-40B4-BE49-F238E27FC236}">
                    <a16:creationId xmlns:a16="http://schemas.microsoft.com/office/drawing/2014/main" id="{F3682F77-470D-6D4D-BC43-D73F8E4E433F}"/>
                  </a:ext>
                </a:extLst>
              </p:cNvPr>
              <p:cNvSpPr/>
              <p:nvPr/>
            </p:nvSpPr>
            <p:spPr bwMode="auto">
              <a:xfrm>
                <a:off x="3402013" y="1287258"/>
                <a:ext cx="4460875" cy="429873"/>
              </a:xfrm>
              <a:prstGeom prst="arc">
                <a:avLst>
                  <a:gd name="adj1" fmla="val 10681875"/>
                  <a:gd name="adj2" fmla="val 0"/>
                </a:avLst>
              </a:prstGeom>
              <a:noFill/>
              <a:ln w="9525"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Gill Sans MT"/>
                  <a:ea typeface="+mn-ea"/>
                  <a:cs typeface="Arial"/>
                </a:endParaRPr>
              </a:p>
            </p:txBody>
          </p:sp>
          <p:cxnSp>
            <p:nvCxnSpPr>
              <p:cNvPr id="443" name="Straight Connector 442">
                <a:extLst>
                  <a:ext uri="{FF2B5EF4-FFF2-40B4-BE49-F238E27FC236}">
                    <a16:creationId xmlns:a16="http://schemas.microsoft.com/office/drawing/2014/main" id="{B727CE1B-773D-7F4D-9C71-0B340FA2D0A8}"/>
                  </a:ext>
                </a:extLst>
              </p:cNvPr>
              <p:cNvCxnSpPr>
                <a:cxnSpLocks/>
              </p:cNvCxnSpPr>
              <p:nvPr/>
            </p:nvCxnSpPr>
            <p:spPr bwMode="auto">
              <a:xfrm rot="16200000" flipH="1">
                <a:off x="3390276" y="2254903"/>
                <a:ext cx="429873" cy="244475"/>
              </a:xfrm>
              <a:prstGeom prst="line">
                <a:avLst/>
              </a:prstGeom>
              <a:noFill/>
              <a:ln w="9525" cap="flat" cmpd="sng" algn="ctr">
                <a:solidFill>
                  <a:srgbClr val="000000"/>
                </a:solidFill>
                <a:prstDash val="solid"/>
              </a:ln>
              <a:effectLst/>
            </p:spPr>
          </p:cxnSp>
          <p:cxnSp>
            <p:nvCxnSpPr>
              <p:cNvPr id="446" name="Straight Connector 445">
                <a:extLst>
                  <a:ext uri="{FF2B5EF4-FFF2-40B4-BE49-F238E27FC236}">
                    <a16:creationId xmlns:a16="http://schemas.microsoft.com/office/drawing/2014/main" id="{5A6922CA-5A15-4F48-88FD-5174505CA917}"/>
                  </a:ext>
                </a:extLst>
              </p:cNvPr>
              <p:cNvCxnSpPr/>
              <p:nvPr/>
            </p:nvCxnSpPr>
            <p:spPr bwMode="auto">
              <a:xfrm rot="16200000" flipH="1">
                <a:off x="6125374" y="2196331"/>
                <a:ext cx="474651" cy="406400"/>
              </a:xfrm>
              <a:prstGeom prst="line">
                <a:avLst/>
              </a:prstGeom>
              <a:noFill/>
              <a:ln w="9525" cap="flat" cmpd="sng" algn="ctr">
                <a:solidFill>
                  <a:srgbClr val="000000"/>
                </a:solidFill>
                <a:prstDash val="solid"/>
              </a:ln>
              <a:effectLst/>
            </p:spPr>
          </p:cxnSp>
          <p:cxnSp>
            <p:nvCxnSpPr>
              <p:cNvPr id="455" name="Straight Connector 454">
                <a:extLst>
                  <a:ext uri="{FF2B5EF4-FFF2-40B4-BE49-F238E27FC236}">
                    <a16:creationId xmlns:a16="http://schemas.microsoft.com/office/drawing/2014/main" id="{AFF03100-2980-DA4E-A72E-FE2723506844}"/>
                  </a:ext>
                </a:extLst>
              </p:cNvPr>
              <p:cNvCxnSpPr/>
              <p:nvPr/>
            </p:nvCxnSpPr>
            <p:spPr bwMode="auto">
              <a:xfrm>
                <a:off x="6510338" y="2026377"/>
                <a:ext cx="2433637" cy="644810"/>
              </a:xfrm>
              <a:prstGeom prst="line">
                <a:avLst/>
              </a:prstGeom>
              <a:noFill/>
              <a:ln w="9525" cap="flat" cmpd="sng" algn="ctr">
                <a:solidFill>
                  <a:srgbClr val="000000"/>
                </a:solidFill>
                <a:prstDash val="solid"/>
              </a:ln>
              <a:effectLst/>
            </p:spPr>
          </p:cxnSp>
          <p:sp>
            <p:nvSpPr>
              <p:cNvPr id="456" name="Oval 34">
                <a:extLst>
                  <a:ext uri="{FF2B5EF4-FFF2-40B4-BE49-F238E27FC236}">
                    <a16:creationId xmlns:a16="http://schemas.microsoft.com/office/drawing/2014/main" id="{7403379F-8BEC-BC46-847F-B0D2D30F0E6E}"/>
                  </a:ext>
                </a:extLst>
              </p:cNvPr>
              <p:cNvSpPr>
                <a:spLocks noChangeArrowheads="1"/>
              </p:cNvSpPr>
              <p:nvPr/>
            </p:nvSpPr>
            <p:spPr bwMode="auto">
              <a:xfrm>
                <a:off x="2347913" y="1502195"/>
                <a:ext cx="1984375" cy="743322"/>
              </a:xfrm>
              <a:prstGeom prst="ellipse">
                <a:avLst/>
              </a:prstGeom>
              <a:solidFill>
                <a:srgbClr val="0000A8"/>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Tier 1 ISP</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57" name="Oval 34">
                <a:extLst>
                  <a:ext uri="{FF2B5EF4-FFF2-40B4-BE49-F238E27FC236}">
                    <a16:creationId xmlns:a16="http://schemas.microsoft.com/office/drawing/2014/main" id="{919B70EA-11EB-9443-AD39-281E578EDE0A}"/>
                  </a:ext>
                </a:extLst>
              </p:cNvPr>
              <p:cNvSpPr>
                <a:spLocks noChangeArrowheads="1"/>
              </p:cNvSpPr>
              <p:nvPr/>
            </p:nvSpPr>
            <p:spPr bwMode="auto">
              <a:xfrm>
                <a:off x="4700588" y="1502195"/>
                <a:ext cx="1982787" cy="743322"/>
              </a:xfrm>
              <a:prstGeom prst="ellipse">
                <a:avLst/>
              </a:prstGeom>
              <a:solidFill>
                <a:srgbClr val="0000A8"/>
              </a:solidFill>
              <a:ln w="9525">
                <a:no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Tier 1 ISP</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 name="Group 6">
                <a:extLst>
                  <a:ext uri="{FF2B5EF4-FFF2-40B4-BE49-F238E27FC236}">
                    <a16:creationId xmlns:a16="http://schemas.microsoft.com/office/drawing/2014/main" id="{2F7EA502-E5E7-2148-84FF-7709E5DCC565}"/>
                  </a:ext>
                </a:extLst>
              </p:cNvPr>
              <p:cNvGrpSpPr/>
              <p:nvPr/>
            </p:nvGrpSpPr>
            <p:grpSpPr>
              <a:xfrm>
                <a:off x="3480201" y="2504276"/>
                <a:ext cx="869150" cy="519599"/>
                <a:chOff x="553316" y="2968407"/>
                <a:chExt cx="869150" cy="552631"/>
              </a:xfrm>
            </p:grpSpPr>
            <p:sp>
              <p:nvSpPr>
                <p:cNvPr id="474" name="Oval 14">
                  <a:extLst>
                    <a:ext uri="{FF2B5EF4-FFF2-40B4-BE49-F238E27FC236}">
                      <a16:creationId xmlns:a16="http://schemas.microsoft.com/office/drawing/2014/main" id="{C524E6F7-4D23-5B41-81CB-2E8F6A351BF1}"/>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5" name="TextBox 15">
                  <a:extLst>
                    <a:ext uri="{FF2B5EF4-FFF2-40B4-BE49-F238E27FC236}">
                      <a16:creationId xmlns:a16="http://schemas.microsoft.com/office/drawing/2014/main" id="{53F84AD2-D7E5-C147-8E47-5AD01774FFBE}"/>
                    </a:ext>
                  </a:extLst>
                </p:cNvPr>
                <p:cNvSpPr txBox="1">
                  <a:spLocks noChangeArrowheads="1"/>
                </p:cNvSpPr>
                <p:nvPr/>
              </p:nvSpPr>
              <p:spPr bwMode="auto">
                <a:xfrm>
                  <a:off x="706987" y="2968407"/>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endPar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B82D7EBC-2AAE-6F49-9203-B1B767B9F503}"/>
                  </a:ext>
                </a:extLst>
              </p:cNvPr>
              <p:cNvGrpSpPr/>
              <p:nvPr/>
            </p:nvGrpSpPr>
            <p:grpSpPr>
              <a:xfrm>
                <a:off x="7123928" y="1507990"/>
                <a:ext cx="2014757" cy="729410"/>
                <a:chOff x="7123928" y="1507990"/>
                <a:chExt cx="2014757" cy="729410"/>
              </a:xfrm>
            </p:grpSpPr>
            <p:sp>
              <p:nvSpPr>
                <p:cNvPr id="55" name="Oval 11">
                  <a:extLst>
                    <a:ext uri="{FF2B5EF4-FFF2-40B4-BE49-F238E27FC236}">
                      <a16:creationId xmlns:a16="http://schemas.microsoft.com/office/drawing/2014/main" id="{9EEAA5DE-DEDF-6F41-AB04-0BB5371BAF6D}"/>
                    </a:ext>
                  </a:extLst>
                </p:cNvPr>
                <p:cNvSpPr>
                  <a:spLocks noChangeArrowheads="1"/>
                </p:cNvSpPr>
                <p:nvPr/>
              </p:nvSpPr>
              <p:spPr bwMode="auto">
                <a:xfrm>
                  <a:off x="7123928" y="1507990"/>
                  <a:ext cx="2014757" cy="729410"/>
                </a:xfrm>
                <a:prstGeom prst="ellipse">
                  <a:avLst/>
                </a:prstGeom>
                <a:solidFill>
                  <a:srgbClr val="FF6600">
                    <a:alpha val="70195"/>
                  </a:srgbClr>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p:txBody>
            </p:sp>
            <p:sp>
              <p:nvSpPr>
                <p:cNvPr id="5" name="TextBox 4">
                  <a:extLst>
                    <a:ext uri="{FF2B5EF4-FFF2-40B4-BE49-F238E27FC236}">
                      <a16:creationId xmlns:a16="http://schemas.microsoft.com/office/drawing/2014/main" id="{805919C5-B50A-CB4F-BA20-BB2AFFB0EE09}"/>
                    </a:ext>
                  </a:extLst>
                </p:cNvPr>
                <p:cNvSpPr txBox="1"/>
                <p:nvPr/>
              </p:nvSpPr>
              <p:spPr>
                <a:xfrm>
                  <a:off x="7387834" y="1535785"/>
                  <a:ext cx="151676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white"/>
                      </a:solidFill>
                      <a:effectLst/>
                      <a:uLnTx/>
                      <a:uFillTx/>
                      <a:latin typeface="Calibri" panose="020F0502020204030204"/>
                      <a:ea typeface="+mn-ea"/>
                      <a:cs typeface="+mn-cs"/>
                    </a:rPr>
                    <a:t>Google</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0429A9DE-1B7C-1047-9DD9-C9752FE5E0AA}"/>
                  </a:ext>
                </a:extLst>
              </p:cNvPr>
              <p:cNvGrpSpPr/>
              <p:nvPr/>
            </p:nvGrpSpPr>
            <p:grpSpPr>
              <a:xfrm>
                <a:off x="8807849" y="2554323"/>
                <a:ext cx="869150" cy="502396"/>
                <a:chOff x="553316" y="2997818"/>
                <a:chExt cx="869150" cy="534333"/>
              </a:xfrm>
            </p:grpSpPr>
            <p:sp>
              <p:nvSpPr>
                <p:cNvPr id="481" name="Oval 14">
                  <a:extLst>
                    <a:ext uri="{FF2B5EF4-FFF2-40B4-BE49-F238E27FC236}">
                      <a16:creationId xmlns:a16="http://schemas.microsoft.com/office/drawing/2014/main" id="{128739BB-76B0-4A48-9704-CAFF7205AEB4}"/>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2" name="TextBox 15">
                  <a:extLst>
                    <a:ext uri="{FF2B5EF4-FFF2-40B4-BE49-F238E27FC236}">
                      <a16:creationId xmlns:a16="http://schemas.microsoft.com/office/drawing/2014/main" id="{5AC63B6D-51CB-924B-A12A-9A9BD196B4C5}"/>
                    </a:ext>
                  </a:extLst>
                </p:cNvPr>
                <p:cNvSpPr txBox="1">
                  <a:spLocks noChangeArrowheads="1"/>
                </p:cNvSpPr>
                <p:nvPr/>
              </p:nvSpPr>
              <p:spPr bwMode="auto">
                <a:xfrm>
                  <a:off x="684127" y="3008931"/>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endPar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endParaRPr>
                </a:p>
              </p:txBody>
            </p:sp>
          </p:grpSp>
        </p:grpSp>
        <p:grpSp>
          <p:nvGrpSpPr>
            <p:cNvPr id="477" name="Group 476">
              <a:extLst>
                <a:ext uri="{FF2B5EF4-FFF2-40B4-BE49-F238E27FC236}">
                  <a16:creationId xmlns:a16="http://schemas.microsoft.com/office/drawing/2014/main" id="{EA985D80-092A-944F-9CC9-1AC8F8CA8DAE}"/>
                </a:ext>
              </a:extLst>
            </p:cNvPr>
            <p:cNvGrpSpPr/>
            <p:nvPr/>
          </p:nvGrpSpPr>
          <p:grpSpPr>
            <a:xfrm>
              <a:off x="6173793" y="2537627"/>
              <a:ext cx="869150" cy="502396"/>
              <a:chOff x="553316" y="2997818"/>
              <a:chExt cx="869150" cy="534333"/>
            </a:xfrm>
          </p:grpSpPr>
          <p:sp>
            <p:nvSpPr>
              <p:cNvPr id="478" name="Oval 14">
                <a:extLst>
                  <a:ext uri="{FF2B5EF4-FFF2-40B4-BE49-F238E27FC236}">
                    <a16:creationId xmlns:a16="http://schemas.microsoft.com/office/drawing/2014/main" id="{3075AFD6-086D-9B47-BCFB-D0B3D834CEAB}"/>
                  </a:ext>
                </a:extLst>
              </p:cNvPr>
              <p:cNvSpPr>
                <a:spLocks noChangeArrowheads="1"/>
              </p:cNvSpPr>
              <p:nvPr/>
            </p:nvSpPr>
            <p:spPr bwMode="auto">
              <a:xfrm>
                <a:off x="553316" y="2997818"/>
                <a:ext cx="869150" cy="523220"/>
              </a:xfrm>
              <a:prstGeom prst="ellipse">
                <a:avLst/>
              </a:prstGeom>
              <a:solidFill>
                <a:srgbClr val="0000FF"/>
              </a:solidFill>
              <a:ln w="9525">
                <a:noFill/>
                <a:round/>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9" name="TextBox 15">
                <a:extLst>
                  <a:ext uri="{FF2B5EF4-FFF2-40B4-BE49-F238E27FC236}">
                    <a16:creationId xmlns:a16="http://schemas.microsoft.com/office/drawing/2014/main" id="{73956B90-EF11-724A-BB25-B8F47353BEC1}"/>
                  </a:ext>
                </a:extLst>
              </p:cNvPr>
              <p:cNvSpPr txBox="1">
                <a:spLocks noChangeArrowheads="1"/>
              </p:cNvSpPr>
              <p:nvPr/>
            </p:nvSpPr>
            <p:spPr bwMode="auto">
              <a:xfrm>
                <a:off x="684127" y="3008931"/>
                <a:ext cx="6463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IXP</a:t>
                </a:r>
                <a:endParaRPr kumimoji="0" lang="en-US" altLang="en-US" sz="16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endParaRPr>
              </a:p>
            </p:txBody>
          </p:sp>
        </p:grpSp>
      </p:grpSp>
      <p:sp>
        <p:nvSpPr>
          <p:cNvPr id="61" name="Slide Number Placeholder 5">
            <a:extLst>
              <a:ext uri="{FF2B5EF4-FFF2-40B4-BE49-F238E27FC236}">
                <a16:creationId xmlns:a16="http://schemas.microsoft.com/office/drawing/2014/main" id="{71F9ABD3-3387-D74E-AF76-C145E413610F}"/>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45</a:t>
            </a:fld>
            <a:endParaRPr lang="en-US" dirty="0"/>
          </a:p>
        </p:txBody>
      </p:sp>
    </p:spTree>
    <p:extLst>
      <p:ext uri="{BB962C8B-B14F-4D97-AF65-F5344CB8AC3E}">
        <p14:creationId xmlns:p14="http://schemas.microsoft.com/office/powerpoint/2010/main" val="940861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46</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449A3FFD-17A5-3548-87D2-0D98917E9FFF}"/>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47078634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Line 26">
            <a:extLst>
              <a:ext uri="{FF2B5EF4-FFF2-40B4-BE49-F238E27FC236}">
                <a16:creationId xmlns:a16="http://schemas.microsoft.com/office/drawing/2014/main" id="{792C422C-E0B3-284D-90D1-78EE41CE1BFE}"/>
              </a:ext>
            </a:extLst>
          </p:cNvPr>
          <p:cNvSpPr>
            <a:spLocks noChangeShapeType="1"/>
          </p:cNvSpPr>
          <p:nvPr/>
        </p:nvSpPr>
        <p:spPr bwMode="auto">
          <a:xfrm>
            <a:off x="5779371" y="4596717"/>
            <a:ext cx="1933575" cy="9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AFCCB386-E080-BE4D-86AE-B67CDC4394C0}"/>
              </a:ext>
            </a:extLst>
          </p:cNvPr>
          <p:cNvGrpSpPr/>
          <p:nvPr/>
        </p:nvGrpSpPr>
        <p:grpSpPr>
          <a:xfrm>
            <a:off x="4584883" y="4186185"/>
            <a:ext cx="1511352" cy="863670"/>
            <a:chOff x="7493876" y="2774731"/>
            <a:chExt cx="1481958" cy="894622"/>
          </a:xfrm>
        </p:grpSpPr>
        <p:sp>
          <p:nvSpPr>
            <p:cNvPr id="68" name="Freeform 67">
              <a:extLst>
                <a:ext uri="{FF2B5EF4-FFF2-40B4-BE49-F238E27FC236}">
                  <a16:creationId xmlns:a16="http://schemas.microsoft.com/office/drawing/2014/main" id="{59DD18B2-282C-6549-A49E-60E3E19F2A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9" name="Oval 68">
              <a:extLst>
                <a:ext uri="{FF2B5EF4-FFF2-40B4-BE49-F238E27FC236}">
                  <a16:creationId xmlns:a16="http://schemas.microsoft.com/office/drawing/2014/main" id="{51031821-CCEB-7F4A-B58F-080033E04E6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0" name="Group 69">
              <a:extLst>
                <a:ext uri="{FF2B5EF4-FFF2-40B4-BE49-F238E27FC236}">
                  <a16:creationId xmlns:a16="http://schemas.microsoft.com/office/drawing/2014/main" id="{86105421-33A8-6C4D-8961-627026B91B4D}"/>
                </a:ext>
              </a:extLst>
            </p:cNvPr>
            <p:cNvGrpSpPr/>
            <p:nvPr/>
          </p:nvGrpSpPr>
          <p:grpSpPr>
            <a:xfrm>
              <a:off x="7713663" y="2848339"/>
              <a:ext cx="1042107" cy="425543"/>
              <a:chOff x="7786941" y="2884917"/>
              <a:chExt cx="897649" cy="353919"/>
            </a:xfrm>
          </p:grpSpPr>
          <p:sp>
            <p:nvSpPr>
              <p:cNvPr id="71" name="Freeform 70">
                <a:extLst>
                  <a:ext uri="{FF2B5EF4-FFF2-40B4-BE49-F238E27FC236}">
                    <a16:creationId xmlns:a16="http://schemas.microsoft.com/office/drawing/2014/main" id="{8952442E-1885-3E49-AB68-416A3E2001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Freeform 71">
                <a:extLst>
                  <a:ext uri="{FF2B5EF4-FFF2-40B4-BE49-F238E27FC236}">
                    <a16:creationId xmlns:a16="http://schemas.microsoft.com/office/drawing/2014/main" id="{E05D2B3E-D3BE-6540-9837-84ECB6B5E3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Freeform 72">
                <a:extLst>
                  <a:ext uri="{FF2B5EF4-FFF2-40B4-BE49-F238E27FC236}">
                    <a16:creationId xmlns:a16="http://schemas.microsoft.com/office/drawing/2014/main" id="{C4191C4F-5CEE-5B4B-881D-8241D7AE9EA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 name="Freeform 73">
                <a:extLst>
                  <a:ext uri="{FF2B5EF4-FFF2-40B4-BE49-F238E27FC236}">
                    <a16:creationId xmlns:a16="http://schemas.microsoft.com/office/drawing/2014/main" id="{0AD58D69-0B48-324F-A1A4-01181A17EF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How do packet delay and loss occur?</a:t>
            </a:r>
            <a:endParaRPr lang="en-US" sz="4400" dirty="0"/>
          </a:p>
        </p:txBody>
      </p:sp>
      <p:sp>
        <p:nvSpPr>
          <p:cNvPr id="7" name="Rectangle 3">
            <a:extLst>
              <a:ext uri="{FF2B5EF4-FFF2-40B4-BE49-F238E27FC236}">
                <a16:creationId xmlns:a16="http://schemas.microsoft.com/office/drawing/2014/main" id="{84527315-9237-DF4C-A233-1FDCF6AF614A}"/>
              </a:ext>
            </a:extLst>
          </p:cNvPr>
          <p:cNvSpPr>
            <a:spLocks noGrp="1" noChangeArrowheads="1"/>
          </p:cNvSpPr>
          <p:nvPr>
            <p:ph sz="half" idx="1"/>
          </p:nvPr>
        </p:nvSpPr>
        <p:spPr>
          <a:xfrm>
            <a:off x="825266" y="1253331"/>
            <a:ext cx="11137549" cy="4351338"/>
          </a:xfrm>
        </p:spPr>
        <p:txBody>
          <a:bodyPr/>
          <a:lstStyle/>
          <a:p>
            <a:pPr marL="514350" indent="-457200">
              <a:defRPr/>
            </a:pPr>
            <a:r>
              <a:rPr lang="en-US" dirty="0"/>
              <a:t>packets </a:t>
            </a:r>
            <a:r>
              <a:rPr lang="en-US" i="1" dirty="0">
                <a:solidFill>
                  <a:srgbClr val="C00000"/>
                </a:solidFill>
              </a:rPr>
              <a:t>queue</a:t>
            </a:r>
            <a:r>
              <a:rPr lang="en-US" dirty="0"/>
              <a:t> in router buffers, waiting for turn for transmission</a:t>
            </a:r>
          </a:p>
          <a:p>
            <a:pPr marL="750888" lvl="1" indent="-277813">
              <a:buFont typeface="Wingdings" charset="2"/>
              <a:buChar char="§"/>
              <a:defRPr/>
            </a:pPr>
            <a:r>
              <a:rPr lang="en-US" dirty="0"/>
              <a:t>queue length grows when arrival rate to link (temporarily) exceeds output link capacity </a:t>
            </a:r>
          </a:p>
          <a:p>
            <a:pPr marL="407988" indent="-277813" eaLnBrk="1" hangingPunct="1">
              <a:buFont typeface="Wingdings" charset="2"/>
              <a:buChar char="§"/>
              <a:defRPr/>
            </a:pPr>
            <a:r>
              <a:rPr lang="en-US" dirty="0"/>
              <a:t>packet </a:t>
            </a:r>
            <a:r>
              <a:rPr lang="en-US" i="1" dirty="0">
                <a:solidFill>
                  <a:srgbClr val="CC0000"/>
                </a:solidFill>
              </a:rPr>
              <a:t>loss</a:t>
            </a:r>
            <a:r>
              <a:rPr lang="en-US" dirty="0">
                <a:solidFill>
                  <a:srgbClr val="CC0000"/>
                </a:solidFill>
              </a:rPr>
              <a:t> </a:t>
            </a:r>
            <a:r>
              <a:rPr lang="en-US" dirty="0"/>
              <a:t>occurs when memory to hold queued packets fills up</a:t>
            </a:r>
          </a:p>
        </p:txBody>
      </p:sp>
      <p:sp>
        <p:nvSpPr>
          <p:cNvPr id="8" name="Line 24">
            <a:extLst>
              <a:ext uri="{FF2B5EF4-FFF2-40B4-BE49-F238E27FC236}">
                <a16:creationId xmlns:a16="http://schemas.microsoft.com/office/drawing/2014/main" id="{98D5C74F-DBE1-C34C-8A85-F480C540B7D8}"/>
              </a:ext>
            </a:extLst>
          </p:cNvPr>
          <p:cNvSpPr>
            <a:spLocks noChangeShapeType="1"/>
          </p:cNvSpPr>
          <p:nvPr/>
        </p:nvSpPr>
        <p:spPr bwMode="auto">
          <a:xfrm>
            <a:off x="3855321" y="4177617"/>
            <a:ext cx="741362"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Rectangle 30">
            <a:extLst>
              <a:ext uri="{FF2B5EF4-FFF2-40B4-BE49-F238E27FC236}">
                <a16:creationId xmlns:a16="http://schemas.microsoft.com/office/drawing/2014/main" id="{D9614611-AD9E-6646-B638-622773F004FA}"/>
              </a:ext>
            </a:extLst>
          </p:cNvPr>
          <p:cNvSpPr>
            <a:spLocks noChangeArrowheads="1"/>
          </p:cNvSpPr>
          <p:nvPr/>
        </p:nvSpPr>
        <p:spPr bwMode="auto">
          <a:xfrm>
            <a:off x="5445996" y="4468129"/>
            <a:ext cx="147637"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1" name="Rectangle 31">
            <a:extLst>
              <a:ext uri="{FF2B5EF4-FFF2-40B4-BE49-F238E27FC236}">
                <a16:creationId xmlns:a16="http://schemas.microsoft.com/office/drawing/2014/main" id="{A39734E3-ED9A-EC49-B73C-34CBE5CBF7F3}"/>
              </a:ext>
            </a:extLst>
          </p:cNvPr>
          <p:cNvSpPr>
            <a:spLocks noChangeArrowheads="1"/>
          </p:cNvSpPr>
          <p:nvPr/>
        </p:nvSpPr>
        <p:spPr bwMode="auto">
          <a:xfrm>
            <a:off x="5601571" y="4468129"/>
            <a:ext cx="147637"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 name="Rectangle 38">
            <a:extLst>
              <a:ext uri="{FF2B5EF4-FFF2-40B4-BE49-F238E27FC236}">
                <a16:creationId xmlns:a16="http://schemas.microsoft.com/office/drawing/2014/main" id="{3AF0224D-49F6-7745-96F9-78A841403227}"/>
              </a:ext>
            </a:extLst>
          </p:cNvPr>
          <p:cNvSpPr>
            <a:spLocks noChangeArrowheads="1"/>
          </p:cNvSpPr>
          <p:nvPr/>
        </p:nvSpPr>
        <p:spPr bwMode="auto">
          <a:xfrm>
            <a:off x="5736508" y="4406217"/>
            <a:ext cx="147638"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 name="Line 25">
            <a:extLst>
              <a:ext uri="{FF2B5EF4-FFF2-40B4-BE49-F238E27FC236}">
                <a16:creationId xmlns:a16="http://schemas.microsoft.com/office/drawing/2014/main" id="{58B9B601-E851-654F-AA2B-143A70BEF35C}"/>
              </a:ext>
            </a:extLst>
          </p:cNvPr>
          <p:cNvSpPr>
            <a:spLocks noChangeShapeType="1"/>
          </p:cNvSpPr>
          <p:nvPr/>
        </p:nvSpPr>
        <p:spPr bwMode="auto">
          <a:xfrm flipV="1">
            <a:off x="3853733" y="4717367"/>
            <a:ext cx="735013" cy="5508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32">
            <a:extLst>
              <a:ext uri="{FF2B5EF4-FFF2-40B4-BE49-F238E27FC236}">
                <a16:creationId xmlns:a16="http://schemas.microsoft.com/office/drawing/2014/main" id="{647088DD-46B7-8A40-B3C8-FF97968F51C9}"/>
              </a:ext>
            </a:extLst>
          </p:cNvPr>
          <p:cNvSpPr>
            <a:spLocks noChangeArrowheads="1"/>
          </p:cNvSpPr>
          <p:nvPr/>
        </p:nvSpPr>
        <p:spPr bwMode="auto">
          <a:xfrm>
            <a:off x="4393483" y="4368117"/>
            <a:ext cx="147638"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 name="Line 33">
            <a:extLst>
              <a:ext uri="{FF2B5EF4-FFF2-40B4-BE49-F238E27FC236}">
                <a16:creationId xmlns:a16="http://schemas.microsoft.com/office/drawing/2014/main" id="{77696821-8A04-3945-AF9E-0065C2861C04}"/>
              </a:ext>
            </a:extLst>
          </p:cNvPr>
          <p:cNvSpPr>
            <a:spLocks noChangeShapeType="1"/>
          </p:cNvSpPr>
          <p:nvPr/>
        </p:nvSpPr>
        <p:spPr bwMode="auto">
          <a:xfrm>
            <a:off x="4344271" y="4304617"/>
            <a:ext cx="2111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36">
            <a:extLst>
              <a:ext uri="{FF2B5EF4-FFF2-40B4-BE49-F238E27FC236}">
                <a16:creationId xmlns:a16="http://schemas.microsoft.com/office/drawing/2014/main" id="{B6154A2C-EC19-F34F-ACCE-9E5D937822D3}"/>
              </a:ext>
            </a:extLst>
          </p:cNvPr>
          <p:cNvSpPr txBox="1">
            <a:spLocks noChangeArrowheads="1"/>
          </p:cNvSpPr>
          <p:nvPr/>
        </p:nvSpPr>
        <p:spPr bwMode="auto">
          <a:xfrm>
            <a:off x="3021677" y="3861704"/>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a:t>
            </a:r>
          </a:p>
        </p:txBody>
      </p:sp>
      <p:sp>
        <p:nvSpPr>
          <p:cNvPr id="27" name="Text Box 37">
            <a:extLst>
              <a:ext uri="{FF2B5EF4-FFF2-40B4-BE49-F238E27FC236}">
                <a16:creationId xmlns:a16="http://schemas.microsoft.com/office/drawing/2014/main" id="{995F56C7-414D-8A48-884F-85A203498F59}"/>
              </a:ext>
            </a:extLst>
          </p:cNvPr>
          <p:cNvSpPr txBox="1">
            <a:spLocks noChangeArrowheads="1"/>
          </p:cNvSpPr>
          <p:nvPr/>
        </p:nvSpPr>
        <p:spPr bwMode="auto">
          <a:xfrm>
            <a:off x="3094654" y="4814204"/>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t>
            </a:r>
          </a:p>
        </p:txBody>
      </p:sp>
      <p:grpSp>
        <p:nvGrpSpPr>
          <p:cNvPr id="28" name="Group 66">
            <a:extLst>
              <a:ext uri="{FF2B5EF4-FFF2-40B4-BE49-F238E27FC236}">
                <a16:creationId xmlns:a16="http://schemas.microsoft.com/office/drawing/2014/main" id="{F052C581-6C44-5947-B232-97223D315667}"/>
              </a:ext>
            </a:extLst>
          </p:cNvPr>
          <p:cNvGrpSpPr>
            <a:grpSpLocks/>
          </p:cNvGrpSpPr>
          <p:nvPr/>
        </p:nvGrpSpPr>
        <p:grpSpPr bwMode="auto">
          <a:xfrm>
            <a:off x="3128246" y="3861704"/>
            <a:ext cx="779462" cy="679450"/>
            <a:chOff x="-44" y="1473"/>
            <a:chExt cx="981" cy="1105"/>
          </a:xfrm>
        </p:grpSpPr>
        <p:pic>
          <p:nvPicPr>
            <p:cNvPr id="29" name="Picture 67" descr="desktop_computer_stylized_medium">
              <a:extLst>
                <a:ext uri="{FF2B5EF4-FFF2-40B4-BE49-F238E27FC236}">
                  <a16:creationId xmlns:a16="http://schemas.microsoft.com/office/drawing/2014/main" id="{BB04112D-992F-1B48-BF73-2AE172AB41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8">
              <a:extLst>
                <a:ext uri="{FF2B5EF4-FFF2-40B4-BE49-F238E27FC236}">
                  <a16:creationId xmlns:a16="http://schemas.microsoft.com/office/drawing/2014/main" id="{B442F163-2B26-9C41-A4DA-56CB0408A2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 name="Picture 70" descr="desktop_computer_stylized_medium">
            <a:extLst>
              <a:ext uri="{FF2B5EF4-FFF2-40B4-BE49-F238E27FC236}">
                <a16:creationId xmlns:a16="http://schemas.microsoft.com/office/drawing/2014/main" id="{281B4469-5924-7847-99B5-6CF657E9E5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223290" y="4868179"/>
            <a:ext cx="779462"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71">
            <a:extLst>
              <a:ext uri="{FF2B5EF4-FFF2-40B4-BE49-F238E27FC236}">
                <a16:creationId xmlns:a16="http://schemas.microsoft.com/office/drawing/2014/main" id="{B1E6742A-3259-B348-BD9F-24C231CD73DB}"/>
              </a:ext>
            </a:extLst>
          </p:cNvPr>
          <p:cNvSpPr>
            <a:spLocks/>
          </p:cNvSpPr>
          <p:nvPr/>
        </p:nvSpPr>
        <p:spPr bwMode="auto">
          <a:xfrm flipH="1">
            <a:off x="3555416" y="4933357"/>
            <a:ext cx="379004" cy="311133"/>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31">
            <a:extLst>
              <a:ext uri="{FF2B5EF4-FFF2-40B4-BE49-F238E27FC236}">
                <a16:creationId xmlns:a16="http://schemas.microsoft.com/office/drawing/2014/main" id="{E17EDB94-A18A-5345-B878-1F5CDE4C6EA2}"/>
              </a:ext>
            </a:extLst>
          </p:cNvPr>
          <p:cNvSpPr>
            <a:spLocks noChangeArrowheads="1"/>
          </p:cNvSpPr>
          <p:nvPr/>
        </p:nvSpPr>
        <p:spPr bwMode="auto">
          <a:xfrm>
            <a:off x="3956921" y="5023754"/>
            <a:ext cx="139700" cy="185738"/>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33">
            <a:extLst>
              <a:ext uri="{FF2B5EF4-FFF2-40B4-BE49-F238E27FC236}">
                <a16:creationId xmlns:a16="http://schemas.microsoft.com/office/drawing/2014/main" id="{72EE0D2E-3A6D-224A-A965-4A3CAB0E05C3}"/>
              </a:ext>
            </a:extLst>
          </p:cNvPr>
          <p:cNvSpPr>
            <a:spLocks noChangeShapeType="1"/>
          </p:cNvSpPr>
          <p:nvPr/>
        </p:nvSpPr>
        <p:spPr bwMode="auto">
          <a:xfrm flipV="1">
            <a:off x="4131546" y="4993592"/>
            <a:ext cx="220662" cy="161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89">
            <a:extLst>
              <a:ext uri="{FF2B5EF4-FFF2-40B4-BE49-F238E27FC236}">
                <a16:creationId xmlns:a16="http://schemas.microsoft.com/office/drawing/2014/main" id="{B8BAB5F9-E33D-6D40-AF1F-A688FE37C639}"/>
              </a:ext>
            </a:extLst>
          </p:cNvPr>
          <p:cNvSpPr>
            <a:spLocks noChangeArrowheads="1"/>
          </p:cNvSpPr>
          <p:nvPr/>
        </p:nvSpPr>
        <p:spPr bwMode="auto">
          <a:xfrm>
            <a:off x="5293596" y="4469717"/>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 name="Rectangle 89">
            <a:extLst>
              <a:ext uri="{FF2B5EF4-FFF2-40B4-BE49-F238E27FC236}">
                <a16:creationId xmlns:a16="http://schemas.microsoft.com/office/drawing/2014/main" id="{3A81C53A-7389-0940-8B19-188881DD0EB8}"/>
              </a:ext>
            </a:extLst>
          </p:cNvPr>
          <p:cNvSpPr>
            <a:spLocks noChangeArrowheads="1"/>
          </p:cNvSpPr>
          <p:nvPr/>
        </p:nvSpPr>
        <p:spPr bwMode="auto">
          <a:xfrm>
            <a:off x="5144371" y="4468129"/>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Rectangle 89">
            <a:extLst>
              <a:ext uri="{FF2B5EF4-FFF2-40B4-BE49-F238E27FC236}">
                <a16:creationId xmlns:a16="http://schemas.microsoft.com/office/drawing/2014/main" id="{55739AFA-3D6C-274F-AF45-B98657A19046}"/>
              </a:ext>
            </a:extLst>
          </p:cNvPr>
          <p:cNvSpPr>
            <a:spLocks noChangeArrowheads="1"/>
          </p:cNvSpPr>
          <p:nvPr/>
        </p:nvSpPr>
        <p:spPr bwMode="auto">
          <a:xfrm>
            <a:off x="4991971" y="4471304"/>
            <a:ext cx="147637" cy="200025"/>
          </a:xfrm>
          <a:prstGeom prst="rect">
            <a:avLst/>
          </a:prstGeom>
          <a:solidFill>
            <a:schemeClr val="bg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9" name="Group 93">
            <a:extLst>
              <a:ext uri="{FF2B5EF4-FFF2-40B4-BE49-F238E27FC236}">
                <a16:creationId xmlns:a16="http://schemas.microsoft.com/office/drawing/2014/main" id="{99FB082D-48A3-DB4E-B785-79F493984667}"/>
              </a:ext>
            </a:extLst>
          </p:cNvPr>
          <p:cNvGrpSpPr>
            <a:grpSpLocks/>
          </p:cNvGrpSpPr>
          <p:nvPr/>
        </p:nvGrpSpPr>
        <p:grpSpPr bwMode="auto">
          <a:xfrm>
            <a:off x="4277596" y="3137806"/>
            <a:ext cx="5876927" cy="1239838"/>
            <a:chOff x="1279" y="2225"/>
            <a:chExt cx="3702" cy="781"/>
          </a:xfrm>
        </p:grpSpPr>
        <p:sp>
          <p:nvSpPr>
            <p:cNvPr id="50" name="Text Box 66">
              <a:extLst>
                <a:ext uri="{FF2B5EF4-FFF2-40B4-BE49-F238E27FC236}">
                  <a16:creationId xmlns:a16="http://schemas.microsoft.com/office/drawing/2014/main" id="{15E16EFE-9699-4F4E-BFC6-790480667E12}"/>
                </a:ext>
              </a:extLst>
            </p:cNvPr>
            <p:cNvSpPr txBox="1">
              <a:spLocks noChangeArrowheads="1"/>
            </p:cNvSpPr>
            <p:nvPr/>
          </p:nvSpPr>
          <p:spPr bwMode="auto">
            <a:xfrm>
              <a:off x="1279" y="2225"/>
              <a:ext cx="370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packet being transmitted </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(transmission delay)</a:t>
              </a:r>
            </a:p>
          </p:txBody>
        </p:sp>
        <p:sp>
          <p:nvSpPr>
            <p:cNvPr id="51" name="Line 67">
              <a:extLst>
                <a:ext uri="{FF2B5EF4-FFF2-40B4-BE49-F238E27FC236}">
                  <a16:creationId xmlns:a16="http://schemas.microsoft.com/office/drawing/2014/main" id="{13FF81C3-546D-F344-9FE2-4D72EFA0CD2C}"/>
                </a:ext>
              </a:extLst>
            </p:cNvPr>
            <p:cNvSpPr>
              <a:spLocks noChangeShapeType="1"/>
            </p:cNvSpPr>
            <p:nvPr/>
          </p:nvSpPr>
          <p:spPr bwMode="auto">
            <a:xfrm rot="10800000" flipV="1">
              <a:off x="2259" y="2462"/>
              <a:ext cx="836" cy="5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Group 94">
            <a:extLst>
              <a:ext uri="{FF2B5EF4-FFF2-40B4-BE49-F238E27FC236}">
                <a16:creationId xmlns:a16="http://schemas.microsoft.com/office/drawing/2014/main" id="{26EEA1DE-D9F0-2D47-AABB-733C528B384F}"/>
              </a:ext>
            </a:extLst>
          </p:cNvPr>
          <p:cNvGrpSpPr>
            <a:grpSpLocks/>
          </p:cNvGrpSpPr>
          <p:nvPr/>
        </p:nvGrpSpPr>
        <p:grpSpPr bwMode="auto">
          <a:xfrm>
            <a:off x="5550773" y="4742762"/>
            <a:ext cx="5216531" cy="900111"/>
            <a:chOff x="2103" y="3214"/>
            <a:chExt cx="3286" cy="567"/>
          </a:xfrm>
        </p:grpSpPr>
        <p:sp>
          <p:nvSpPr>
            <p:cNvPr id="53" name="Text Box 72">
              <a:extLst>
                <a:ext uri="{FF2B5EF4-FFF2-40B4-BE49-F238E27FC236}">
                  <a16:creationId xmlns:a16="http://schemas.microsoft.com/office/drawing/2014/main" id="{674A1D43-19A1-AA41-9CBF-545C92FF13AA}"/>
                </a:ext>
              </a:extLst>
            </p:cNvPr>
            <p:cNvSpPr txBox="1">
              <a:spLocks noChangeArrowheads="1"/>
            </p:cNvSpPr>
            <p:nvPr/>
          </p:nvSpPr>
          <p:spPr bwMode="auto">
            <a:xfrm>
              <a:off x="2530" y="3490"/>
              <a:ext cx="285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packets in buffers</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(queueing delay)</a:t>
              </a:r>
            </a:p>
          </p:txBody>
        </p:sp>
        <p:sp>
          <p:nvSpPr>
            <p:cNvPr id="54" name="Line 73">
              <a:extLst>
                <a:ext uri="{FF2B5EF4-FFF2-40B4-BE49-F238E27FC236}">
                  <a16:creationId xmlns:a16="http://schemas.microsoft.com/office/drawing/2014/main" id="{CDBE935F-08EE-9646-85EA-B0063869E76E}"/>
                </a:ext>
              </a:extLst>
            </p:cNvPr>
            <p:cNvSpPr>
              <a:spLocks noChangeShapeType="1"/>
            </p:cNvSpPr>
            <p:nvPr/>
          </p:nvSpPr>
          <p:spPr bwMode="auto">
            <a:xfrm rot="10800000">
              <a:off x="2103" y="3214"/>
              <a:ext cx="471" cy="40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5" name="Group 95">
            <a:extLst>
              <a:ext uri="{FF2B5EF4-FFF2-40B4-BE49-F238E27FC236}">
                <a16:creationId xmlns:a16="http://schemas.microsoft.com/office/drawing/2014/main" id="{BB37FD35-03D6-7647-8A50-07C919E6BBD2}"/>
              </a:ext>
            </a:extLst>
          </p:cNvPr>
          <p:cNvGrpSpPr>
            <a:grpSpLocks/>
          </p:cNvGrpSpPr>
          <p:nvPr/>
        </p:nvGrpSpPr>
        <p:grpSpPr bwMode="auto">
          <a:xfrm>
            <a:off x="4468095" y="4704672"/>
            <a:ext cx="5173663" cy="1757364"/>
            <a:chOff x="1421" y="3190"/>
            <a:chExt cx="3259" cy="1107"/>
          </a:xfrm>
        </p:grpSpPr>
        <p:sp>
          <p:nvSpPr>
            <p:cNvPr id="56" name="Line 91">
              <a:extLst>
                <a:ext uri="{FF2B5EF4-FFF2-40B4-BE49-F238E27FC236}">
                  <a16:creationId xmlns:a16="http://schemas.microsoft.com/office/drawing/2014/main" id="{A5A2CA5C-95AA-1E49-AE10-3C2A0148D791}"/>
                </a:ext>
              </a:extLst>
            </p:cNvPr>
            <p:cNvSpPr>
              <a:spLocks noChangeShapeType="1"/>
            </p:cNvSpPr>
            <p:nvPr/>
          </p:nvSpPr>
          <p:spPr bwMode="auto">
            <a:xfrm rot="10800000" flipH="1">
              <a:off x="1793" y="3190"/>
              <a:ext cx="110" cy="63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Text Box 92">
              <a:extLst>
                <a:ext uri="{FF2B5EF4-FFF2-40B4-BE49-F238E27FC236}">
                  <a16:creationId xmlns:a16="http://schemas.microsoft.com/office/drawing/2014/main" id="{90578129-76D6-DA4C-AF38-D254E1E2AA25}"/>
                </a:ext>
              </a:extLst>
            </p:cNvPr>
            <p:cNvSpPr txBox="1">
              <a:spLocks noChangeArrowheads="1"/>
            </p:cNvSpPr>
            <p:nvPr/>
          </p:nvSpPr>
          <p:spPr bwMode="auto">
            <a:xfrm>
              <a:off x="1421" y="3774"/>
              <a:ext cx="3259"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free (available) buffers: arriving packets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dropped (</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loss</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if no free buffers</a:t>
              </a:r>
            </a:p>
          </p:txBody>
        </p:sp>
      </p:grpSp>
      <p:grpSp>
        <p:nvGrpSpPr>
          <p:cNvPr id="59" name="Group 58">
            <a:extLst>
              <a:ext uri="{FF2B5EF4-FFF2-40B4-BE49-F238E27FC236}">
                <a16:creationId xmlns:a16="http://schemas.microsoft.com/office/drawing/2014/main" id="{750A30BE-4517-024C-8E13-70C75C60C9A9}"/>
              </a:ext>
            </a:extLst>
          </p:cNvPr>
          <p:cNvGrpSpPr/>
          <p:nvPr/>
        </p:nvGrpSpPr>
        <p:grpSpPr>
          <a:xfrm>
            <a:off x="7723012" y="4224627"/>
            <a:ext cx="1511352" cy="863670"/>
            <a:chOff x="7493876" y="2774731"/>
            <a:chExt cx="1481958" cy="894622"/>
          </a:xfrm>
        </p:grpSpPr>
        <p:sp>
          <p:nvSpPr>
            <p:cNvPr id="60" name="Freeform 59">
              <a:extLst>
                <a:ext uri="{FF2B5EF4-FFF2-40B4-BE49-F238E27FC236}">
                  <a16:creationId xmlns:a16="http://schemas.microsoft.com/office/drawing/2014/main" id="{D7769EBE-F27C-654D-9E70-D2F8F0CA4B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 name="Oval 60">
              <a:extLst>
                <a:ext uri="{FF2B5EF4-FFF2-40B4-BE49-F238E27FC236}">
                  <a16:creationId xmlns:a16="http://schemas.microsoft.com/office/drawing/2014/main" id="{5534D58D-15F7-4148-BD77-0628177745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 name="Group 61">
              <a:extLst>
                <a:ext uri="{FF2B5EF4-FFF2-40B4-BE49-F238E27FC236}">
                  <a16:creationId xmlns:a16="http://schemas.microsoft.com/office/drawing/2014/main" id="{3FDB434E-DC0A-064F-BFB7-51AD3253C155}"/>
                </a:ext>
              </a:extLst>
            </p:cNvPr>
            <p:cNvGrpSpPr/>
            <p:nvPr/>
          </p:nvGrpSpPr>
          <p:grpSpPr>
            <a:xfrm>
              <a:off x="7713663" y="2848339"/>
              <a:ext cx="1042107" cy="425543"/>
              <a:chOff x="7786941" y="2884917"/>
              <a:chExt cx="897649" cy="353919"/>
            </a:xfrm>
          </p:grpSpPr>
          <p:sp>
            <p:nvSpPr>
              <p:cNvPr id="63" name="Freeform 62">
                <a:extLst>
                  <a:ext uri="{FF2B5EF4-FFF2-40B4-BE49-F238E27FC236}">
                    <a16:creationId xmlns:a16="http://schemas.microsoft.com/office/drawing/2014/main" id="{1906A403-4D02-E745-9F12-A4DD0B4A4D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Freeform 63">
                <a:extLst>
                  <a:ext uri="{FF2B5EF4-FFF2-40B4-BE49-F238E27FC236}">
                    <a16:creationId xmlns:a16="http://schemas.microsoft.com/office/drawing/2014/main" id="{CEA9A27B-E199-2342-BF59-3743FE24283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Freeform 64">
                <a:extLst>
                  <a:ext uri="{FF2B5EF4-FFF2-40B4-BE49-F238E27FC236}">
                    <a16:creationId xmlns:a16="http://schemas.microsoft.com/office/drawing/2014/main" id="{3E302C75-BA44-2547-9BE3-5EE9C07B30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Freeform 65">
                <a:extLst>
                  <a:ext uri="{FF2B5EF4-FFF2-40B4-BE49-F238E27FC236}">
                    <a16:creationId xmlns:a16="http://schemas.microsoft.com/office/drawing/2014/main" id="{60B5EF7E-8EDB-5946-B230-2EAE3B474B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 name="Slide Number Placeholder 5">
            <a:extLst>
              <a:ext uri="{FF2B5EF4-FFF2-40B4-BE49-F238E27FC236}">
                <a16:creationId xmlns:a16="http://schemas.microsoft.com/office/drawing/2014/main" id="{45CC7D59-8063-2F4C-A4F4-9B16811F431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47</a:t>
            </a:fld>
            <a:endParaRPr lang="en-US" dirty="0"/>
          </a:p>
        </p:txBody>
      </p:sp>
    </p:spTree>
    <p:extLst>
      <p:ext uri="{BB962C8B-B14F-4D97-AF65-F5344CB8AC3E}">
        <p14:creationId xmlns:p14="http://schemas.microsoft.com/office/powerpoint/2010/main" val="2282070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AD72523-4228-9C47-B195-4AAF96A160BD}"/>
              </a:ext>
            </a:extLst>
          </p:cNvPr>
          <p:cNvGrpSpPr/>
          <p:nvPr/>
        </p:nvGrpSpPr>
        <p:grpSpPr>
          <a:xfrm>
            <a:off x="3364430" y="1767623"/>
            <a:ext cx="1511352" cy="863670"/>
            <a:chOff x="7493876" y="2774731"/>
            <a:chExt cx="1481958" cy="894622"/>
          </a:xfrm>
        </p:grpSpPr>
        <p:sp>
          <p:nvSpPr>
            <p:cNvPr id="136" name="Freeform 135">
              <a:extLst>
                <a:ext uri="{FF2B5EF4-FFF2-40B4-BE49-F238E27FC236}">
                  <a16:creationId xmlns:a16="http://schemas.microsoft.com/office/drawing/2014/main" id="{9FB9E0EF-9063-B545-BC2B-062A0488C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B0BF60BF-9AF2-D948-8319-1FF102BC7D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B32B55C6-F759-234F-8CF0-5FB387F35BC4}"/>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B1153D6F-A3DF-7246-9629-9228753ADE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C55D52C-AF37-4949-9428-203518D525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58904F43-F0C7-374E-ADE8-8A024A6627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4597C3-FAA4-A147-A86C-C510882704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Packet delay: four sources</a:t>
            </a:r>
            <a:endParaRPr lang="en-US" sz="4400" dirty="0"/>
          </a:p>
        </p:txBody>
      </p:sp>
      <p:sp>
        <p:nvSpPr>
          <p:cNvPr id="58" name="Rectangle 4">
            <a:extLst>
              <a:ext uri="{FF2B5EF4-FFF2-40B4-BE49-F238E27FC236}">
                <a16:creationId xmlns:a16="http://schemas.microsoft.com/office/drawing/2014/main" id="{AC2D03E9-7C61-0A43-A247-276B596B9942}"/>
              </a:ext>
            </a:extLst>
          </p:cNvPr>
          <p:cNvSpPr txBox="1">
            <a:spLocks noChangeArrowheads="1"/>
          </p:cNvSpPr>
          <p:nvPr/>
        </p:nvSpPr>
        <p:spPr>
          <a:xfrm>
            <a:off x="1621934" y="4604492"/>
            <a:ext cx="3810000" cy="183959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2800" b="0" i="0" u="none" strike="noStrike" kern="1200" cap="none" spc="0" normalizeH="0" baseline="-25000" noProof="0" dirty="0">
                <a:ln>
                  <a:noFill/>
                </a:ln>
                <a:solidFill>
                  <a:srgbClr val="CC0000"/>
                </a:solidFill>
                <a:effectLst/>
                <a:uLnTx/>
                <a:uFillTx/>
                <a:latin typeface="Calibri" panose="020F0502020204030204"/>
                <a:ea typeface="+mn-ea"/>
                <a:cs typeface="+mn-cs"/>
              </a:rPr>
              <a:t>proc</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nodal processing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9250" marR="0" lvl="0" indent="-233363" algn="l" defTabSz="914400" rtl="0" eaLnBrk="1" fontAlgn="auto" latinLnBrk="0" hangingPunct="1">
              <a:lnSpc>
                <a:spcPct val="90000"/>
              </a:lnSpc>
              <a:spcBef>
                <a:spcPts val="600"/>
              </a:spcBef>
              <a:spcAft>
                <a:spcPts val="0"/>
              </a:spcAft>
              <a:buClr>
                <a:srgbClr val="0000A3"/>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check bit errors</a:t>
            </a:r>
          </a:p>
          <a:p>
            <a:pPr marL="349250" marR="0" lvl="0" indent="-233363" algn="l" defTabSz="914400" rtl="0" eaLnBrk="1" fontAlgn="auto" latinLnBrk="0" hangingPunct="1">
              <a:lnSpc>
                <a:spcPct val="90000"/>
              </a:lnSpc>
              <a:spcBef>
                <a:spcPts val="600"/>
              </a:spcBef>
              <a:spcAft>
                <a:spcPts val="0"/>
              </a:spcAft>
              <a:buClr>
                <a:srgbClr val="0000A3"/>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determine output link</a:t>
            </a:r>
          </a:p>
          <a:p>
            <a:pPr marL="349250" marR="0" lvl="0" indent="-233363" algn="l" defTabSz="914400" rtl="0" eaLnBrk="1" fontAlgn="auto" latinLnBrk="0" hangingPunct="1">
              <a:lnSpc>
                <a:spcPct val="90000"/>
              </a:lnSpc>
              <a:spcBef>
                <a:spcPts val="600"/>
              </a:spcBef>
              <a:spcAft>
                <a:spcPts val="0"/>
              </a:spcAft>
              <a:buClr>
                <a:srgbClr val="0000A3"/>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&lt; microsecs</a:t>
            </a:r>
          </a:p>
        </p:txBody>
      </p:sp>
      <p:sp>
        <p:nvSpPr>
          <p:cNvPr id="75" name="Rectangle 58">
            <a:extLst>
              <a:ext uri="{FF2B5EF4-FFF2-40B4-BE49-F238E27FC236}">
                <a16:creationId xmlns:a16="http://schemas.microsoft.com/office/drawing/2014/main" id="{9033E5DB-6EA3-CE4C-B1A8-C9C804BDCB3F}"/>
              </a:ext>
            </a:extLst>
          </p:cNvPr>
          <p:cNvSpPr>
            <a:spLocks noChangeArrowheads="1"/>
          </p:cNvSpPr>
          <p:nvPr/>
        </p:nvSpPr>
        <p:spPr bwMode="auto">
          <a:xfrm>
            <a:off x="6212541" y="4536106"/>
            <a:ext cx="5054724" cy="1394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4488" marR="0" lvl="0" indent="-344488" algn="l" defTabSz="914400" rtl="0" eaLnBrk="1" fontAlgn="auto" latinLnBrk="0" hangingPunct="1">
              <a:lnSpc>
                <a:spcPct val="90000"/>
              </a:lnSpc>
              <a:spcBef>
                <a:spcPts val="600"/>
              </a:spcBef>
              <a:spcAft>
                <a:spcPts val="0"/>
              </a:spcAft>
              <a:buClr>
                <a:srgbClr val="3333CC"/>
              </a:buClr>
              <a:buSzPct val="85000"/>
              <a:buFont typeface="Wingdings" charset="0"/>
              <a:buNone/>
              <a:tabLst/>
              <a:defRPr/>
            </a:pPr>
            <a:r>
              <a:rPr kumimoji="0" lang="en-US" sz="20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ＭＳ Ｐゴシック" charset="0"/>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d</a:t>
            </a:r>
            <a:r>
              <a:rPr kumimoji="0" lang="en-US" sz="2800" b="0" i="0" u="none" strike="noStrike" kern="1200" cap="none" spc="0" normalizeH="0" baseline="-25000" noProof="0" dirty="0">
                <a:ln>
                  <a:noFill/>
                </a:ln>
                <a:solidFill>
                  <a:srgbClr val="CC0000"/>
                </a:solidFill>
                <a:effectLst/>
                <a:uLnTx/>
                <a:uFillTx/>
                <a:latin typeface="Calibri" panose="020F0502020204030204"/>
                <a:ea typeface="ＭＳ Ｐゴシック" charset="0"/>
                <a:cs typeface="ＭＳ Ｐゴシック" charset="0"/>
              </a:rPr>
              <a:t>queue</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 queueing delay</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time waiting at output link for transmission </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depends on congestion level of router</a:t>
            </a:r>
          </a:p>
        </p:txBody>
      </p:sp>
      <p:sp>
        <p:nvSpPr>
          <p:cNvPr id="77" name="Line 24">
            <a:extLst>
              <a:ext uri="{FF2B5EF4-FFF2-40B4-BE49-F238E27FC236}">
                <a16:creationId xmlns:a16="http://schemas.microsoft.com/office/drawing/2014/main" id="{79DB8C95-768E-854F-9CEA-5533DCECBE17}"/>
              </a:ext>
            </a:extLst>
          </p:cNvPr>
          <p:cNvSpPr>
            <a:spLocks noChangeShapeType="1"/>
          </p:cNvSpPr>
          <p:nvPr/>
        </p:nvSpPr>
        <p:spPr bwMode="auto">
          <a:xfrm>
            <a:off x="2621011" y="1783635"/>
            <a:ext cx="741403"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29">
            <a:extLst>
              <a:ext uri="{FF2B5EF4-FFF2-40B4-BE49-F238E27FC236}">
                <a16:creationId xmlns:a16="http://schemas.microsoft.com/office/drawing/2014/main" id="{9803C6B5-AE4A-F54B-86CB-D404B2A716C1}"/>
              </a:ext>
            </a:extLst>
          </p:cNvPr>
          <p:cNvSpPr>
            <a:spLocks noChangeArrowheads="1"/>
          </p:cNvSpPr>
          <p:nvPr/>
        </p:nvSpPr>
        <p:spPr bwMode="auto">
          <a:xfrm>
            <a:off x="5464378" y="2002710"/>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1" name="Rectangle 30">
            <a:extLst>
              <a:ext uri="{FF2B5EF4-FFF2-40B4-BE49-F238E27FC236}">
                <a16:creationId xmlns:a16="http://schemas.microsoft.com/office/drawing/2014/main" id="{2BFFBBBA-8F3E-7640-8D9F-E3A7047BB5BB}"/>
              </a:ext>
            </a:extLst>
          </p:cNvPr>
          <p:cNvSpPr>
            <a:spLocks noChangeArrowheads="1"/>
          </p:cNvSpPr>
          <p:nvPr/>
        </p:nvSpPr>
        <p:spPr bwMode="auto">
          <a:xfrm>
            <a:off x="4211773" y="2074148"/>
            <a:ext cx="147645"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2" name="Rectangle 31">
            <a:extLst>
              <a:ext uri="{FF2B5EF4-FFF2-40B4-BE49-F238E27FC236}">
                <a16:creationId xmlns:a16="http://schemas.microsoft.com/office/drawing/2014/main" id="{212ACD5F-D6C3-824B-9E9F-FCD292654FC1}"/>
              </a:ext>
            </a:extLst>
          </p:cNvPr>
          <p:cNvSpPr>
            <a:spLocks noChangeArrowheads="1"/>
          </p:cNvSpPr>
          <p:nvPr/>
        </p:nvSpPr>
        <p:spPr bwMode="auto">
          <a:xfrm>
            <a:off x="4373707" y="2074148"/>
            <a:ext cx="147645"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3" name="Line 35">
            <a:extLst>
              <a:ext uri="{FF2B5EF4-FFF2-40B4-BE49-F238E27FC236}">
                <a16:creationId xmlns:a16="http://schemas.microsoft.com/office/drawing/2014/main" id="{988CA620-4CC5-3D4B-81DA-0F82F93E3D34}"/>
              </a:ext>
            </a:extLst>
          </p:cNvPr>
          <p:cNvSpPr>
            <a:spLocks noChangeShapeType="1"/>
          </p:cNvSpPr>
          <p:nvPr/>
        </p:nvSpPr>
        <p:spPr bwMode="auto">
          <a:xfrm flipV="1">
            <a:off x="7042061" y="1833751"/>
            <a:ext cx="36673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38">
            <a:extLst>
              <a:ext uri="{FF2B5EF4-FFF2-40B4-BE49-F238E27FC236}">
                <a16:creationId xmlns:a16="http://schemas.microsoft.com/office/drawing/2014/main" id="{5F99C41D-D784-474B-94F5-AC46161751AD}"/>
              </a:ext>
            </a:extLst>
          </p:cNvPr>
          <p:cNvSpPr>
            <a:spLocks noChangeArrowheads="1"/>
          </p:cNvSpPr>
          <p:nvPr/>
        </p:nvSpPr>
        <p:spPr bwMode="auto">
          <a:xfrm>
            <a:off x="4502301" y="20122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5" name="Text Box 39">
            <a:extLst>
              <a:ext uri="{FF2B5EF4-FFF2-40B4-BE49-F238E27FC236}">
                <a16:creationId xmlns:a16="http://schemas.microsoft.com/office/drawing/2014/main" id="{4FBD0AA4-42C3-2B49-BDB1-0979DED2C5D6}"/>
              </a:ext>
            </a:extLst>
          </p:cNvPr>
          <p:cNvSpPr txBox="1">
            <a:spLocks noChangeArrowheads="1"/>
          </p:cNvSpPr>
          <p:nvPr/>
        </p:nvSpPr>
        <p:spPr bwMode="auto">
          <a:xfrm>
            <a:off x="5370720" y="1587878"/>
            <a:ext cx="17004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propagation</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6" name="Line 40">
            <a:extLst>
              <a:ext uri="{FF2B5EF4-FFF2-40B4-BE49-F238E27FC236}">
                <a16:creationId xmlns:a16="http://schemas.microsoft.com/office/drawing/2014/main" id="{7B62D1A5-A310-5848-8995-E8F4780C47C7}"/>
              </a:ext>
            </a:extLst>
          </p:cNvPr>
          <p:cNvSpPr>
            <a:spLocks noChangeShapeType="1"/>
          </p:cNvSpPr>
          <p:nvPr/>
        </p:nvSpPr>
        <p:spPr bwMode="auto">
          <a:xfrm rot="10800000">
            <a:off x="5073803" y="1831109"/>
            <a:ext cx="31910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43">
            <a:extLst>
              <a:ext uri="{FF2B5EF4-FFF2-40B4-BE49-F238E27FC236}">
                <a16:creationId xmlns:a16="http://schemas.microsoft.com/office/drawing/2014/main" id="{867387BA-39EC-9E4E-8BB0-480BC4423626}"/>
              </a:ext>
            </a:extLst>
          </p:cNvPr>
          <p:cNvSpPr txBox="1">
            <a:spLocks noChangeArrowheads="1"/>
          </p:cNvSpPr>
          <p:nvPr/>
        </p:nvSpPr>
        <p:spPr bwMode="auto">
          <a:xfrm>
            <a:off x="3016098" y="2729785"/>
            <a:ext cx="151182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nodal</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processing</a:t>
            </a:r>
          </a:p>
        </p:txBody>
      </p:sp>
      <p:sp>
        <p:nvSpPr>
          <p:cNvPr id="88" name="Line 44">
            <a:extLst>
              <a:ext uri="{FF2B5EF4-FFF2-40B4-BE49-F238E27FC236}">
                <a16:creationId xmlns:a16="http://schemas.microsoft.com/office/drawing/2014/main" id="{CDB7B374-4A7A-E246-8D88-69216785D71E}"/>
              </a:ext>
            </a:extLst>
          </p:cNvPr>
          <p:cNvSpPr>
            <a:spLocks noChangeShapeType="1"/>
          </p:cNvSpPr>
          <p:nvPr/>
        </p:nvSpPr>
        <p:spPr bwMode="auto">
          <a:xfrm rot="10800000">
            <a:off x="3363541" y="2729991"/>
            <a:ext cx="8334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45">
            <a:extLst>
              <a:ext uri="{FF2B5EF4-FFF2-40B4-BE49-F238E27FC236}">
                <a16:creationId xmlns:a16="http://schemas.microsoft.com/office/drawing/2014/main" id="{EDEDB796-E60B-E245-AAE8-8E7D4AD0954B}"/>
              </a:ext>
            </a:extLst>
          </p:cNvPr>
          <p:cNvSpPr>
            <a:spLocks noChangeShapeType="1"/>
          </p:cNvSpPr>
          <p:nvPr/>
        </p:nvSpPr>
        <p:spPr bwMode="auto">
          <a:xfrm rot="10800000" flipV="1">
            <a:off x="4187959" y="2536110"/>
            <a:ext cx="3857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46">
            <a:extLst>
              <a:ext uri="{FF2B5EF4-FFF2-40B4-BE49-F238E27FC236}">
                <a16:creationId xmlns:a16="http://schemas.microsoft.com/office/drawing/2014/main" id="{EED5545D-BA61-2046-A423-41F4F0BCD65B}"/>
              </a:ext>
            </a:extLst>
          </p:cNvPr>
          <p:cNvSpPr txBox="1">
            <a:spLocks noChangeArrowheads="1"/>
          </p:cNvSpPr>
          <p:nvPr/>
        </p:nvSpPr>
        <p:spPr bwMode="auto">
          <a:xfrm>
            <a:off x="4595969" y="2957464"/>
            <a:ext cx="1354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queueing</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91" name="Line 47">
            <a:extLst>
              <a:ext uri="{FF2B5EF4-FFF2-40B4-BE49-F238E27FC236}">
                <a16:creationId xmlns:a16="http://schemas.microsoft.com/office/drawing/2014/main" id="{ACC9FCD3-B95B-4D4B-87FC-A93C4585FCF2}"/>
              </a:ext>
            </a:extLst>
          </p:cNvPr>
          <p:cNvSpPr>
            <a:spLocks noChangeShapeType="1"/>
          </p:cNvSpPr>
          <p:nvPr/>
        </p:nvSpPr>
        <p:spPr bwMode="auto">
          <a:xfrm rot="10800000">
            <a:off x="4349892" y="2536110"/>
            <a:ext cx="595346" cy="552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Rectangle 3">
            <a:extLst>
              <a:ext uri="{FF2B5EF4-FFF2-40B4-BE49-F238E27FC236}">
                <a16:creationId xmlns:a16="http://schemas.microsoft.com/office/drawing/2014/main" id="{2521317A-C1CF-B84E-8D60-CC1E8C06357E}"/>
              </a:ext>
            </a:extLst>
          </p:cNvPr>
          <p:cNvSpPr>
            <a:spLocks noChangeArrowheads="1"/>
          </p:cNvSpPr>
          <p:nvPr/>
        </p:nvSpPr>
        <p:spPr bwMode="auto">
          <a:xfrm>
            <a:off x="1743075" y="3585728"/>
            <a:ext cx="6175328" cy="554037"/>
          </a:xfrm>
          <a:prstGeom prst="rect">
            <a:avLst/>
          </a:prstGeom>
          <a:noFill/>
          <a:ln w="19050">
            <a:noFill/>
            <a:miter lim="800000"/>
            <a:headEnd/>
            <a:tailEnd/>
          </a:ln>
          <a:extLst>
            <a:ext uri="{909E8E84-426E-40DD-AFC4-6F175D3DCCD1}">
              <a14:hiddenFill xmlns:a14="http://schemas.microsoft.com/office/drawing/2010/main">
                <a:solidFill>
                  <a:srgbClr val="FFFFFF"/>
                </a:solidFill>
              </a14:hiddenFill>
            </a:ext>
          </a:extLst>
        </p:spPr>
        <p:txBody>
          <a:bodyPr/>
          <a:lstStyle>
            <a:lvl1pPr marL="285750" indent="-28575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5750" marR="0" lvl="0" indent="-285750" algn="l" defTabSz="914400" rtl="0" eaLnBrk="1" fontAlgn="auto" latinLnBrk="0" hangingPunct="1">
              <a:lnSpc>
                <a:spcPct val="85000"/>
              </a:lnSpc>
              <a:spcBef>
                <a:spcPct val="20000"/>
              </a:spcBef>
              <a:spcAft>
                <a:spcPts val="0"/>
              </a:spcAft>
              <a:buClr>
                <a:srgbClr val="000099"/>
              </a:buClr>
              <a:buSzPct val="75000"/>
              <a:buFont typeface="Wingdings" pitchFamily="2" charset="2"/>
              <a:buNone/>
              <a:tabLst/>
              <a:defRPr/>
            </a:pP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nodal</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proc</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queue</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trans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prop</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3" name="Line 25">
            <a:extLst>
              <a:ext uri="{FF2B5EF4-FFF2-40B4-BE49-F238E27FC236}">
                <a16:creationId xmlns:a16="http://schemas.microsoft.com/office/drawing/2014/main" id="{F5D3A1C5-3798-AA4A-9717-BC9CD2814C06}"/>
              </a:ext>
            </a:extLst>
          </p:cNvPr>
          <p:cNvSpPr>
            <a:spLocks noChangeShapeType="1"/>
          </p:cNvSpPr>
          <p:nvPr/>
        </p:nvSpPr>
        <p:spPr bwMode="auto">
          <a:xfrm flipV="1">
            <a:off x="2619131" y="2323384"/>
            <a:ext cx="735346" cy="54993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32">
            <a:extLst>
              <a:ext uri="{FF2B5EF4-FFF2-40B4-BE49-F238E27FC236}">
                <a16:creationId xmlns:a16="http://schemas.microsoft.com/office/drawing/2014/main" id="{499B4666-F248-7346-9FEA-7936F1E56AE7}"/>
              </a:ext>
            </a:extLst>
          </p:cNvPr>
          <p:cNvSpPr>
            <a:spLocks noChangeArrowheads="1"/>
          </p:cNvSpPr>
          <p:nvPr/>
        </p:nvSpPr>
        <p:spPr bwMode="auto">
          <a:xfrm>
            <a:off x="3159202" y="19741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5" name="Line 33">
            <a:extLst>
              <a:ext uri="{FF2B5EF4-FFF2-40B4-BE49-F238E27FC236}">
                <a16:creationId xmlns:a16="http://schemas.microsoft.com/office/drawing/2014/main" id="{468D7A2B-9164-6E4A-96CE-D29F3704091E}"/>
              </a:ext>
            </a:extLst>
          </p:cNvPr>
          <p:cNvSpPr>
            <a:spLocks noChangeShapeType="1"/>
          </p:cNvSpPr>
          <p:nvPr/>
        </p:nvSpPr>
        <p:spPr bwMode="auto">
          <a:xfrm>
            <a:off x="3109988" y="1910635"/>
            <a:ext cx="211149"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36">
            <a:extLst>
              <a:ext uri="{FF2B5EF4-FFF2-40B4-BE49-F238E27FC236}">
                <a16:creationId xmlns:a16="http://schemas.microsoft.com/office/drawing/2014/main" id="{3AB8F241-2337-4244-89DF-4C80D59B3367}"/>
              </a:ext>
            </a:extLst>
          </p:cNvPr>
          <p:cNvSpPr txBox="1">
            <a:spLocks noChangeArrowheads="1"/>
          </p:cNvSpPr>
          <p:nvPr/>
        </p:nvSpPr>
        <p:spPr bwMode="auto">
          <a:xfrm>
            <a:off x="1816815" y="1467723"/>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a:t>
            </a:r>
          </a:p>
        </p:txBody>
      </p:sp>
      <p:sp>
        <p:nvSpPr>
          <p:cNvPr id="97" name="Text Box 37">
            <a:extLst>
              <a:ext uri="{FF2B5EF4-FFF2-40B4-BE49-F238E27FC236}">
                <a16:creationId xmlns:a16="http://schemas.microsoft.com/office/drawing/2014/main" id="{68CF5C6F-336B-3C4A-90BF-D34A028745C5}"/>
              </a:ext>
            </a:extLst>
          </p:cNvPr>
          <p:cNvSpPr txBox="1">
            <a:spLocks noChangeArrowheads="1"/>
          </p:cNvSpPr>
          <p:nvPr/>
        </p:nvSpPr>
        <p:spPr bwMode="auto">
          <a:xfrm>
            <a:off x="1845558" y="2420223"/>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t>
            </a:r>
          </a:p>
        </p:txBody>
      </p:sp>
      <p:grpSp>
        <p:nvGrpSpPr>
          <p:cNvPr id="98" name="Group 66">
            <a:extLst>
              <a:ext uri="{FF2B5EF4-FFF2-40B4-BE49-F238E27FC236}">
                <a16:creationId xmlns:a16="http://schemas.microsoft.com/office/drawing/2014/main" id="{7A33E76B-0B7D-BD4C-95A3-F5F9B6632736}"/>
              </a:ext>
            </a:extLst>
          </p:cNvPr>
          <p:cNvGrpSpPr>
            <a:grpSpLocks/>
          </p:cNvGrpSpPr>
          <p:nvPr/>
        </p:nvGrpSpPr>
        <p:grpSpPr bwMode="auto">
          <a:xfrm>
            <a:off x="1923392" y="1467723"/>
            <a:ext cx="779505" cy="679450"/>
            <a:chOff x="-44" y="1473"/>
            <a:chExt cx="981" cy="1105"/>
          </a:xfrm>
        </p:grpSpPr>
        <p:pic>
          <p:nvPicPr>
            <p:cNvPr id="116" name="Picture 67" descr="desktop_computer_stylized_medium">
              <a:extLst>
                <a:ext uri="{FF2B5EF4-FFF2-40B4-BE49-F238E27FC236}">
                  <a16:creationId xmlns:a16="http://schemas.microsoft.com/office/drawing/2014/main" id="{388E3E99-7752-0140-B682-2CFDCCFDA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Freeform 68">
              <a:extLst>
                <a:ext uri="{FF2B5EF4-FFF2-40B4-BE49-F238E27FC236}">
                  <a16:creationId xmlns:a16="http://schemas.microsoft.com/office/drawing/2014/main" id="{C233087D-1E28-874B-99E3-90A56E5DA7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9" name="Group 69">
            <a:extLst>
              <a:ext uri="{FF2B5EF4-FFF2-40B4-BE49-F238E27FC236}">
                <a16:creationId xmlns:a16="http://schemas.microsoft.com/office/drawing/2014/main" id="{53B22ADC-2C36-5141-AAAC-31B53FC8C1F4}"/>
              </a:ext>
            </a:extLst>
          </p:cNvPr>
          <p:cNvGrpSpPr>
            <a:grpSpLocks/>
          </p:cNvGrpSpPr>
          <p:nvPr/>
        </p:nvGrpSpPr>
        <p:grpSpPr bwMode="auto">
          <a:xfrm>
            <a:off x="1914200" y="2474691"/>
            <a:ext cx="779506" cy="679450"/>
            <a:chOff x="-44" y="1473"/>
            <a:chExt cx="981" cy="1105"/>
          </a:xfrm>
        </p:grpSpPr>
        <p:pic>
          <p:nvPicPr>
            <p:cNvPr id="114" name="Picture 70" descr="desktop_computer_stylized_medium">
              <a:extLst>
                <a:ext uri="{FF2B5EF4-FFF2-40B4-BE49-F238E27FC236}">
                  <a16:creationId xmlns:a16="http://schemas.microsoft.com/office/drawing/2014/main" id="{DA4C023E-F595-544A-9929-08480475A5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Freeform 71">
              <a:extLst>
                <a:ext uri="{FF2B5EF4-FFF2-40B4-BE49-F238E27FC236}">
                  <a16:creationId xmlns:a16="http://schemas.microsoft.com/office/drawing/2014/main" id="{BD3780DD-1306-2540-89B8-0A42DEECFC6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Text Box 41">
            <a:extLst>
              <a:ext uri="{FF2B5EF4-FFF2-40B4-BE49-F238E27FC236}">
                <a16:creationId xmlns:a16="http://schemas.microsoft.com/office/drawing/2014/main" id="{488CD73E-ECC7-E842-9578-1478C5F11784}"/>
              </a:ext>
            </a:extLst>
          </p:cNvPr>
          <p:cNvSpPr txBox="1">
            <a:spLocks noChangeArrowheads="1"/>
          </p:cNvSpPr>
          <p:nvPr/>
        </p:nvSpPr>
        <p:spPr bwMode="auto">
          <a:xfrm>
            <a:off x="2833286" y="1145961"/>
            <a:ext cx="17685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transmission</a:t>
            </a:r>
          </a:p>
        </p:txBody>
      </p:sp>
      <p:sp>
        <p:nvSpPr>
          <p:cNvPr id="101" name="Line 42">
            <a:extLst>
              <a:ext uri="{FF2B5EF4-FFF2-40B4-BE49-F238E27FC236}">
                <a16:creationId xmlns:a16="http://schemas.microsoft.com/office/drawing/2014/main" id="{B22F26F3-A41E-8848-BDA7-FE528ACF22F9}"/>
              </a:ext>
            </a:extLst>
          </p:cNvPr>
          <p:cNvSpPr>
            <a:spLocks noChangeShapeType="1"/>
          </p:cNvSpPr>
          <p:nvPr/>
        </p:nvSpPr>
        <p:spPr bwMode="auto">
          <a:xfrm rot="10800000" flipH="1" flipV="1">
            <a:off x="4038725" y="1443910"/>
            <a:ext cx="528667" cy="533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31">
            <a:extLst>
              <a:ext uri="{FF2B5EF4-FFF2-40B4-BE49-F238E27FC236}">
                <a16:creationId xmlns:a16="http://schemas.microsoft.com/office/drawing/2014/main" id="{9C43DB7F-CC6C-3D47-AEBE-0F3B6F7415AB}"/>
              </a:ext>
            </a:extLst>
          </p:cNvPr>
          <p:cNvSpPr>
            <a:spLocks noChangeArrowheads="1"/>
          </p:cNvSpPr>
          <p:nvPr/>
        </p:nvSpPr>
        <p:spPr bwMode="auto">
          <a:xfrm>
            <a:off x="2722441" y="2630267"/>
            <a:ext cx="139773" cy="185197"/>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33">
            <a:extLst>
              <a:ext uri="{FF2B5EF4-FFF2-40B4-BE49-F238E27FC236}">
                <a16:creationId xmlns:a16="http://schemas.microsoft.com/office/drawing/2014/main" id="{1420A34E-BA5D-D248-8FAC-DCC28151FB9C}"/>
              </a:ext>
            </a:extLst>
          </p:cNvPr>
          <p:cNvSpPr>
            <a:spLocks noChangeShapeType="1"/>
          </p:cNvSpPr>
          <p:nvPr/>
        </p:nvSpPr>
        <p:spPr bwMode="auto">
          <a:xfrm flipV="1">
            <a:off x="2897771" y="2599885"/>
            <a:ext cx="219680" cy="1619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E0E58503-FA9B-1542-A0D6-E85B92D1E5BA}"/>
              </a:ext>
            </a:extLst>
          </p:cNvPr>
          <p:cNvCxnSpPr/>
          <p:nvPr/>
        </p:nvCxnSpPr>
        <p:spPr>
          <a:xfrm>
            <a:off x="4880582" y="2238559"/>
            <a:ext cx="338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E49D3C3B-F6BB-8747-AE74-C4B438FB99F4}"/>
              </a:ext>
            </a:extLst>
          </p:cNvPr>
          <p:cNvGrpSpPr/>
          <p:nvPr/>
        </p:nvGrpSpPr>
        <p:grpSpPr>
          <a:xfrm>
            <a:off x="7991017" y="1778258"/>
            <a:ext cx="1511352" cy="863670"/>
            <a:chOff x="7493876" y="2774731"/>
            <a:chExt cx="1481958" cy="894622"/>
          </a:xfrm>
        </p:grpSpPr>
        <p:sp>
          <p:nvSpPr>
            <p:cNvPr id="128" name="Freeform 127">
              <a:extLst>
                <a:ext uri="{FF2B5EF4-FFF2-40B4-BE49-F238E27FC236}">
                  <a16:creationId xmlns:a16="http://schemas.microsoft.com/office/drawing/2014/main" id="{5D7E8999-C7DA-4C41-AF40-118E015147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9" name="Oval 128">
              <a:extLst>
                <a:ext uri="{FF2B5EF4-FFF2-40B4-BE49-F238E27FC236}">
                  <a16:creationId xmlns:a16="http://schemas.microsoft.com/office/drawing/2014/main" id="{21FE0DA3-6E20-DC4B-8111-DD2816780A5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0" name="Group 129">
              <a:extLst>
                <a:ext uri="{FF2B5EF4-FFF2-40B4-BE49-F238E27FC236}">
                  <a16:creationId xmlns:a16="http://schemas.microsoft.com/office/drawing/2014/main" id="{227FD192-76B7-BB4E-8D74-8B6F33DBA7D5}"/>
                </a:ext>
              </a:extLst>
            </p:cNvPr>
            <p:cNvGrpSpPr/>
            <p:nvPr/>
          </p:nvGrpSpPr>
          <p:grpSpPr>
            <a:xfrm>
              <a:off x="7713663" y="2848339"/>
              <a:ext cx="1042107" cy="425543"/>
              <a:chOff x="7786941" y="2884917"/>
              <a:chExt cx="897649" cy="353919"/>
            </a:xfrm>
          </p:grpSpPr>
          <p:sp>
            <p:nvSpPr>
              <p:cNvPr id="131" name="Freeform 130">
                <a:extLst>
                  <a:ext uri="{FF2B5EF4-FFF2-40B4-BE49-F238E27FC236}">
                    <a16:creationId xmlns:a16="http://schemas.microsoft.com/office/drawing/2014/main" id="{130CC598-6AE0-744A-9CEF-611CD26990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0B09B4D-82A4-6D4A-B104-F100560C44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7CB1C4B0-5780-D24E-8D85-35BA5CE425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78B6DE2-15CA-DC49-A0BD-10E78562E1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1" name="Slide Number Placeholder 5">
            <a:extLst>
              <a:ext uri="{FF2B5EF4-FFF2-40B4-BE49-F238E27FC236}">
                <a16:creationId xmlns:a16="http://schemas.microsoft.com/office/drawing/2014/main" id="{B70D46B2-DA48-BC41-88EB-9A7ADF18AE5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48</a:t>
            </a:fld>
            <a:endParaRPr lang="en-US" dirty="0"/>
          </a:p>
        </p:txBody>
      </p:sp>
    </p:spTree>
    <p:extLst>
      <p:ext uri="{BB962C8B-B14F-4D97-AF65-F5344CB8AC3E}">
        <p14:creationId xmlns:p14="http://schemas.microsoft.com/office/powerpoint/2010/main" val="453457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dissolve">
                                      <p:cBhvr>
                                        <p:cTn id="12"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AD72523-4228-9C47-B195-4AAF96A160BD}"/>
              </a:ext>
            </a:extLst>
          </p:cNvPr>
          <p:cNvGrpSpPr/>
          <p:nvPr/>
        </p:nvGrpSpPr>
        <p:grpSpPr>
          <a:xfrm>
            <a:off x="3364430" y="1767623"/>
            <a:ext cx="1511352" cy="863670"/>
            <a:chOff x="7493876" y="2774731"/>
            <a:chExt cx="1481958" cy="894622"/>
          </a:xfrm>
        </p:grpSpPr>
        <p:sp>
          <p:nvSpPr>
            <p:cNvPr id="136" name="Freeform 135">
              <a:extLst>
                <a:ext uri="{FF2B5EF4-FFF2-40B4-BE49-F238E27FC236}">
                  <a16:creationId xmlns:a16="http://schemas.microsoft.com/office/drawing/2014/main" id="{9FB9E0EF-9063-B545-BC2B-062A0488CC7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B0BF60BF-9AF2-D948-8319-1FF102BC7D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B32B55C6-F759-234F-8CF0-5FB387F35BC4}"/>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B1153D6F-A3DF-7246-9629-9228753ADE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C55D52C-AF37-4949-9428-203518D525C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58904F43-F0C7-374E-ADE8-8A024A6627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4597C3-FAA4-A147-A86C-C510882704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Packet delay: four sources</a:t>
            </a:r>
            <a:endParaRPr lang="en-US" sz="4400" dirty="0"/>
          </a:p>
        </p:txBody>
      </p:sp>
      <p:sp>
        <p:nvSpPr>
          <p:cNvPr id="77" name="Line 24">
            <a:extLst>
              <a:ext uri="{FF2B5EF4-FFF2-40B4-BE49-F238E27FC236}">
                <a16:creationId xmlns:a16="http://schemas.microsoft.com/office/drawing/2014/main" id="{79DB8C95-768E-854F-9CEA-5533DCECBE17}"/>
              </a:ext>
            </a:extLst>
          </p:cNvPr>
          <p:cNvSpPr>
            <a:spLocks noChangeShapeType="1"/>
          </p:cNvSpPr>
          <p:nvPr/>
        </p:nvSpPr>
        <p:spPr bwMode="auto">
          <a:xfrm>
            <a:off x="2621011" y="1783635"/>
            <a:ext cx="741403" cy="355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29">
            <a:extLst>
              <a:ext uri="{FF2B5EF4-FFF2-40B4-BE49-F238E27FC236}">
                <a16:creationId xmlns:a16="http://schemas.microsoft.com/office/drawing/2014/main" id="{9803C6B5-AE4A-F54B-86CB-D404B2A716C1}"/>
              </a:ext>
            </a:extLst>
          </p:cNvPr>
          <p:cNvSpPr>
            <a:spLocks noChangeArrowheads="1"/>
          </p:cNvSpPr>
          <p:nvPr/>
        </p:nvSpPr>
        <p:spPr bwMode="auto">
          <a:xfrm>
            <a:off x="5464378" y="2002710"/>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1" name="Rectangle 30">
            <a:extLst>
              <a:ext uri="{FF2B5EF4-FFF2-40B4-BE49-F238E27FC236}">
                <a16:creationId xmlns:a16="http://schemas.microsoft.com/office/drawing/2014/main" id="{2BFFBBBA-8F3E-7640-8D9F-E3A7047BB5BB}"/>
              </a:ext>
            </a:extLst>
          </p:cNvPr>
          <p:cNvSpPr>
            <a:spLocks noChangeArrowheads="1"/>
          </p:cNvSpPr>
          <p:nvPr/>
        </p:nvSpPr>
        <p:spPr bwMode="auto">
          <a:xfrm>
            <a:off x="4211773" y="2074148"/>
            <a:ext cx="147645"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2" name="Rectangle 31">
            <a:extLst>
              <a:ext uri="{FF2B5EF4-FFF2-40B4-BE49-F238E27FC236}">
                <a16:creationId xmlns:a16="http://schemas.microsoft.com/office/drawing/2014/main" id="{212ACD5F-D6C3-824B-9E9F-FCD292654FC1}"/>
              </a:ext>
            </a:extLst>
          </p:cNvPr>
          <p:cNvSpPr>
            <a:spLocks noChangeArrowheads="1"/>
          </p:cNvSpPr>
          <p:nvPr/>
        </p:nvSpPr>
        <p:spPr bwMode="auto">
          <a:xfrm>
            <a:off x="4373707" y="2074148"/>
            <a:ext cx="147645" cy="200025"/>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3" name="Line 35">
            <a:extLst>
              <a:ext uri="{FF2B5EF4-FFF2-40B4-BE49-F238E27FC236}">
                <a16:creationId xmlns:a16="http://schemas.microsoft.com/office/drawing/2014/main" id="{988CA620-4CC5-3D4B-81DA-0F82F93E3D34}"/>
              </a:ext>
            </a:extLst>
          </p:cNvPr>
          <p:cNvSpPr>
            <a:spLocks noChangeShapeType="1"/>
          </p:cNvSpPr>
          <p:nvPr/>
        </p:nvSpPr>
        <p:spPr bwMode="auto">
          <a:xfrm flipV="1">
            <a:off x="7042061" y="1833751"/>
            <a:ext cx="36673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38">
            <a:extLst>
              <a:ext uri="{FF2B5EF4-FFF2-40B4-BE49-F238E27FC236}">
                <a16:creationId xmlns:a16="http://schemas.microsoft.com/office/drawing/2014/main" id="{5F99C41D-D784-474B-94F5-AC46161751AD}"/>
              </a:ext>
            </a:extLst>
          </p:cNvPr>
          <p:cNvSpPr>
            <a:spLocks noChangeArrowheads="1"/>
          </p:cNvSpPr>
          <p:nvPr/>
        </p:nvSpPr>
        <p:spPr bwMode="auto">
          <a:xfrm>
            <a:off x="4502301" y="20122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85" name="Text Box 39">
            <a:extLst>
              <a:ext uri="{FF2B5EF4-FFF2-40B4-BE49-F238E27FC236}">
                <a16:creationId xmlns:a16="http://schemas.microsoft.com/office/drawing/2014/main" id="{4FBD0AA4-42C3-2B49-BDB1-0979DED2C5D6}"/>
              </a:ext>
            </a:extLst>
          </p:cNvPr>
          <p:cNvSpPr txBox="1">
            <a:spLocks noChangeArrowheads="1"/>
          </p:cNvSpPr>
          <p:nvPr/>
        </p:nvSpPr>
        <p:spPr bwMode="auto">
          <a:xfrm>
            <a:off x="5370720" y="1587878"/>
            <a:ext cx="17004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propagation</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6" name="Line 40">
            <a:extLst>
              <a:ext uri="{FF2B5EF4-FFF2-40B4-BE49-F238E27FC236}">
                <a16:creationId xmlns:a16="http://schemas.microsoft.com/office/drawing/2014/main" id="{7B62D1A5-A310-5848-8995-E8F4780C47C7}"/>
              </a:ext>
            </a:extLst>
          </p:cNvPr>
          <p:cNvSpPr>
            <a:spLocks noChangeShapeType="1"/>
          </p:cNvSpPr>
          <p:nvPr/>
        </p:nvSpPr>
        <p:spPr bwMode="auto">
          <a:xfrm rot="10800000">
            <a:off x="5073803" y="1831109"/>
            <a:ext cx="31910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43">
            <a:extLst>
              <a:ext uri="{FF2B5EF4-FFF2-40B4-BE49-F238E27FC236}">
                <a16:creationId xmlns:a16="http://schemas.microsoft.com/office/drawing/2014/main" id="{867387BA-39EC-9E4E-8BB0-480BC4423626}"/>
              </a:ext>
            </a:extLst>
          </p:cNvPr>
          <p:cNvSpPr txBox="1">
            <a:spLocks noChangeArrowheads="1"/>
          </p:cNvSpPr>
          <p:nvPr/>
        </p:nvSpPr>
        <p:spPr bwMode="auto">
          <a:xfrm>
            <a:off x="3016098" y="2729785"/>
            <a:ext cx="151182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nodal</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processing</a:t>
            </a:r>
          </a:p>
        </p:txBody>
      </p:sp>
      <p:sp>
        <p:nvSpPr>
          <p:cNvPr id="88" name="Line 44">
            <a:extLst>
              <a:ext uri="{FF2B5EF4-FFF2-40B4-BE49-F238E27FC236}">
                <a16:creationId xmlns:a16="http://schemas.microsoft.com/office/drawing/2014/main" id="{CDB7B374-4A7A-E246-8D88-69216785D71E}"/>
              </a:ext>
            </a:extLst>
          </p:cNvPr>
          <p:cNvSpPr>
            <a:spLocks noChangeShapeType="1"/>
          </p:cNvSpPr>
          <p:nvPr/>
        </p:nvSpPr>
        <p:spPr bwMode="auto">
          <a:xfrm rot="10800000">
            <a:off x="3363541" y="2729991"/>
            <a:ext cx="8334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45">
            <a:extLst>
              <a:ext uri="{FF2B5EF4-FFF2-40B4-BE49-F238E27FC236}">
                <a16:creationId xmlns:a16="http://schemas.microsoft.com/office/drawing/2014/main" id="{EDEDB796-E60B-E245-AAE8-8E7D4AD0954B}"/>
              </a:ext>
            </a:extLst>
          </p:cNvPr>
          <p:cNvSpPr>
            <a:spLocks noChangeShapeType="1"/>
          </p:cNvSpPr>
          <p:nvPr/>
        </p:nvSpPr>
        <p:spPr bwMode="auto">
          <a:xfrm rot="10800000" flipV="1">
            <a:off x="4187959" y="2536110"/>
            <a:ext cx="385784"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46">
            <a:extLst>
              <a:ext uri="{FF2B5EF4-FFF2-40B4-BE49-F238E27FC236}">
                <a16:creationId xmlns:a16="http://schemas.microsoft.com/office/drawing/2014/main" id="{EED5545D-BA61-2046-A423-41F4F0BCD65B}"/>
              </a:ext>
            </a:extLst>
          </p:cNvPr>
          <p:cNvSpPr txBox="1">
            <a:spLocks noChangeArrowheads="1"/>
          </p:cNvSpPr>
          <p:nvPr/>
        </p:nvSpPr>
        <p:spPr bwMode="auto">
          <a:xfrm>
            <a:off x="4595969" y="2957464"/>
            <a:ext cx="1354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queueing</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91" name="Line 47">
            <a:extLst>
              <a:ext uri="{FF2B5EF4-FFF2-40B4-BE49-F238E27FC236}">
                <a16:creationId xmlns:a16="http://schemas.microsoft.com/office/drawing/2014/main" id="{ACC9FCD3-B95B-4D4B-87FC-A93C4585FCF2}"/>
              </a:ext>
            </a:extLst>
          </p:cNvPr>
          <p:cNvSpPr>
            <a:spLocks noChangeShapeType="1"/>
          </p:cNvSpPr>
          <p:nvPr/>
        </p:nvSpPr>
        <p:spPr bwMode="auto">
          <a:xfrm rot="10800000">
            <a:off x="4349892" y="2536110"/>
            <a:ext cx="595346" cy="552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Rectangle 3">
            <a:extLst>
              <a:ext uri="{FF2B5EF4-FFF2-40B4-BE49-F238E27FC236}">
                <a16:creationId xmlns:a16="http://schemas.microsoft.com/office/drawing/2014/main" id="{2521317A-C1CF-B84E-8D60-CC1E8C06357E}"/>
              </a:ext>
            </a:extLst>
          </p:cNvPr>
          <p:cNvSpPr>
            <a:spLocks noChangeArrowheads="1"/>
          </p:cNvSpPr>
          <p:nvPr/>
        </p:nvSpPr>
        <p:spPr bwMode="auto">
          <a:xfrm>
            <a:off x="1743075" y="3585728"/>
            <a:ext cx="6175328" cy="554037"/>
          </a:xfrm>
          <a:prstGeom prst="rect">
            <a:avLst/>
          </a:prstGeom>
          <a:noFill/>
          <a:ln w="19050">
            <a:noFill/>
            <a:miter lim="800000"/>
            <a:headEnd/>
            <a:tailEnd/>
          </a:ln>
          <a:extLst>
            <a:ext uri="{909E8E84-426E-40DD-AFC4-6F175D3DCCD1}">
              <a14:hiddenFill xmlns:a14="http://schemas.microsoft.com/office/drawing/2010/main">
                <a:solidFill>
                  <a:srgbClr val="FFFFFF"/>
                </a:solidFill>
              </a14:hiddenFill>
            </a:ext>
          </a:extLst>
        </p:spPr>
        <p:txBody>
          <a:bodyPr/>
          <a:lstStyle>
            <a:lvl1pPr marL="285750" indent="-28575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5750" marR="0" lvl="0" indent="-285750" algn="l" defTabSz="914400" rtl="0" eaLnBrk="1" fontAlgn="auto" latinLnBrk="0" hangingPunct="1">
              <a:lnSpc>
                <a:spcPct val="85000"/>
              </a:lnSpc>
              <a:spcBef>
                <a:spcPct val="20000"/>
              </a:spcBef>
              <a:spcAft>
                <a:spcPts val="0"/>
              </a:spcAft>
              <a:buClr>
                <a:srgbClr val="000099"/>
              </a:buClr>
              <a:buSzPct val="75000"/>
              <a:buFont typeface="Wingdings" pitchFamily="2" charset="2"/>
              <a:buNone/>
              <a:tabLst/>
              <a:defRPr/>
            </a:pP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nodal</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proc</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queue</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trans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mn-cs"/>
              </a:rPr>
              <a:t>prop</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3" name="Line 25">
            <a:extLst>
              <a:ext uri="{FF2B5EF4-FFF2-40B4-BE49-F238E27FC236}">
                <a16:creationId xmlns:a16="http://schemas.microsoft.com/office/drawing/2014/main" id="{F5D3A1C5-3798-AA4A-9717-BC9CD2814C06}"/>
              </a:ext>
            </a:extLst>
          </p:cNvPr>
          <p:cNvSpPr>
            <a:spLocks noChangeShapeType="1"/>
          </p:cNvSpPr>
          <p:nvPr/>
        </p:nvSpPr>
        <p:spPr bwMode="auto">
          <a:xfrm flipV="1">
            <a:off x="2619131" y="2323384"/>
            <a:ext cx="735346" cy="54993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32">
            <a:extLst>
              <a:ext uri="{FF2B5EF4-FFF2-40B4-BE49-F238E27FC236}">
                <a16:creationId xmlns:a16="http://schemas.microsoft.com/office/drawing/2014/main" id="{499B4666-F248-7346-9FEA-7936F1E56AE7}"/>
              </a:ext>
            </a:extLst>
          </p:cNvPr>
          <p:cNvSpPr>
            <a:spLocks noChangeArrowheads="1"/>
          </p:cNvSpPr>
          <p:nvPr/>
        </p:nvSpPr>
        <p:spPr bwMode="auto">
          <a:xfrm>
            <a:off x="3159202" y="1974135"/>
            <a:ext cx="147646" cy="200025"/>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5" name="Line 33">
            <a:extLst>
              <a:ext uri="{FF2B5EF4-FFF2-40B4-BE49-F238E27FC236}">
                <a16:creationId xmlns:a16="http://schemas.microsoft.com/office/drawing/2014/main" id="{468D7A2B-9164-6E4A-96CE-D29F3704091E}"/>
              </a:ext>
            </a:extLst>
          </p:cNvPr>
          <p:cNvSpPr>
            <a:spLocks noChangeShapeType="1"/>
          </p:cNvSpPr>
          <p:nvPr/>
        </p:nvSpPr>
        <p:spPr bwMode="auto">
          <a:xfrm>
            <a:off x="3109988" y="1910635"/>
            <a:ext cx="211149"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36">
            <a:extLst>
              <a:ext uri="{FF2B5EF4-FFF2-40B4-BE49-F238E27FC236}">
                <a16:creationId xmlns:a16="http://schemas.microsoft.com/office/drawing/2014/main" id="{3AB8F241-2337-4244-89DF-4C80D59B3367}"/>
              </a:ext>
            </a:extLst>
          </p:cNvPr>
          <p:cNvSpPr txBox="1">
            <a:spLocks noChangeArrowheads="1"/>
          </p:cNvSpPr>
          <p:nvPr/>
        </p:nvSpPr>
        <p:spPr bwMode="auto">
          <a:xfrm>
            <a:off x="1816815" y="1467723"/>
            <a:ext cx="393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a:t>
            </a:r>
          </a:p>
        </p:txBody>
      </p:sp>
      <p:sp>
        <p:nvSpPr>
          <p:cNvPr id="97" name="Text Box 37">
            <a:extLst>
              <a:ext uri="{FF2B5EF4-FFF2-40B4-BE49-F238E27FC236}">
                <a16:creationId xmlns:a16="http://schemas.microsoft.com/office/drawing/2014/main" id="{68CF5C6F-336B-3C4A-90BF-D34A028745C5}"/>
              </a:ext>
            </a:extLst>
          </p:cNvPr>
          <p:cNvSpPr txBox="1">
            <a:spLocks noChangeArrowheads="1"/>
          </p:cNvSpPr>
          <p:nvPr/>
        </p:nvSpPr>
        <p:spPr bwMode="auto">
          <a:xfrm>
            <a:off x="1845558" y="2420223"/>
            <a:ext cx="380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t>
            </a:r>
          </a:p>
        </p:txBody>
      </p:sp>
      <p:grpSp>
        <p:nvGrpSpPr>
          <p:cNvPr id="98" name="Group 66">
            <a:extLst>
              <a:ext uri="{FF2B5EF4-FFF2-40B4-BE49-F238E27FC236}">
                <a16:creationId xmlns:a16="http://schemas.microsoft.com/office/drawing/2014/main" id="{7A33E76B-0B7D-BD4C-95A3-F5F9B6632736}"/>
              </a:ext>
            </a:extLst>
          </p:cNvPr>
          <p:cNvGrpSpPr>
            <a:grpSpLocks/>
          </p:cNvGrpSpPr>
          <p:nvPr/>
        </p:nvGrpSpPr>
        <p:grpSpPr bwMode="auto">
          <a:xfrm>
            <a:off x="1923392" y="1467723"/>
            <a:ext cx="779505" cy="679450"/>
            <a:chOff x="-44" y="1473"/>
            <a:chExt cx="981" cy="1105"/>
          </a:xfrm>
        </p:grpSpPr>
        <p:pic>
          <p:nvPicPr>
            <p:cNvPr id="116" name="Picture 67" descr="desktop_computer_stylized_medium">
              <a:extLst>
                <a:ext uri="{FF2B5EF4-FFF2-40B4-BE49-F238E27FC236}">
                  <a16:creationId xmlns:a16="http://schemas.microsoft.com/office/drawing/2014/main" id="{388E3E99-7752-0140-B682-2CFDCCFDA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Freeform 68">
              <a:extLst>
                <a:ext uri="{FF2B5EF4-FFF2-40B4-BE49-F238E27FC236}">
                  <a16:creationId xmlns:a16="http://schemas.microsoft.com/office/drawing/2014/main" id="{C233087D-1E28-874B-99E3-90A56E5DA77B}"/>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9" name="Group 69">
            <a:extLst>
              <a:ext uri="{FF2B5EF4-FFF2-40B4-BE49-F238E27FC236}">
                <a16:creationId xmlns:a16="http://schemas.microsoft.com/office/drawing/2014/main" id="{53B22ADC-2C36-5141-AAAC-31B53FC8C1F4}"/>
              </a:ext>
            </a:extLst>
          </p:cNvPr>
          <p:cNvGrpSpPr>
            <a:grpSpLocks/>
          </p:cNvGrpSpPr>
          <p:nvPr/>
        </p:nvGrpSpPr>
        <p:grpSpPr bwMode="auto">
          <a:xfrm>
            <a:off x="1914200" y="2474691"/>
            <a:ext cx="779506" cy="679450"/>
            <a:chOff x="-44" y="1473"/>
            <a:chExt cx="981" cy="1105"/>
          </a:xfrm>
        </p:grpSpPr>
        <p:pic>
          <p:nvPicPr>
            <p:cNvPr id="114" name="Picture 70" descr="desktop_computer_stylized_medium">
              <a:extLst>
                <a:ext uri="{FF2B5EF4-FFF2-40B4-BE49-F238E27FC236}">
                  <a16:creationId xmlns:a16="http://schemas.microsoft.com/office/drawing/2014/main" id="{DA4C023E-F595-544A-9929-08480475A5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Freeform 71">
              <a:extLst>
                <a:ext uri="{FF2B5EF4-FFF2-40B4-BE49-F238E27FC236}">
                  <a16:creationId xmlns:a16="http://schemas.microsoft.com/office/drawing/2014/main" id="{BD3780DD-1306-2540-89B8-0A42DEECFC61}"/>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Text Box 41">
            <a:extLst>
              <a:ext uri="{FF2B5EF4-FFF2-40B4-BE49-F238E27FC236}">
                <a16:creationId xmlns:a16="http://schemas.microsoft.com/office/drawing/2014/main" id="{488CD73E-ECC7-E842-9578-1478C5F11784}"/>
              </a:ext>
            </a:extLst>
          </p:cNvPr>
          <p:cNvSpPr txBox="1">
            <a:spLocks noChangeArrowheads="1"/>
          </p:cNvSpPr>
          <p:nvPr/>
        </p:nvSpPr>
        <p:spPr bwMode="auto">
          <a:xfrm>
            <a:off x="2833286" y="1145961"/>
            <a:ext cx="17685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transmission</a:t>
            </a:r>
          </a:p>
        </p:txBody>
      </p:sp>
      <p:sp>
        <p:nvSpPr>
          <p:cNvPr id="101" name="Line 42">
            <a:extLst>
              <a:ext uri="{FF2B5EF4-FFF2-40B4-BE49-F238E27FC236}">
                <a16:creationId xmlns:a16="http://schemas.microsoft.com/office/drawing/2014/main" id="{B22F26F3-A41E-8848-BDA7-FE528ACF22F9}"/>
              </a:ext>
            </a:extLst>
          </p:cNvPr>
          <p:cNvSpPr>
            <a:spLocks noChangeShapeType="1"/>
          </p:cNvSpPr>
          <p:nvPr/>
        </p:nvSpPr>
        <p:spPr bwMode="auto">
          <a:xfrm rot="10800000" flipH="1" flipV="1">
            <a:off x="4038725" y="1443910"/>
            <a:ext cx="528667" cy="533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31">
            <a:extLst>
              <a:ext uri="{FF2B5EF4-FFF2-40B4-BE49-F238E27FC236}">
                <a16:creationId xmlns:a16="http://schemas.microsoft.com/office/drawing/2014/main" id="{9C43DB7F-CC6C-3D47-AEBE-0F3B6F7415AB}"/>
              </a:ext>
            </a:extLst>
          </p:cNvPr>
          <p:cNvSpPr>
            <a:spLocks noChangeArrowheads="1"/>
          </p:cNvSpPr>
          <p:nvPr/>
        </p:nvSpPr>
        <p:spPr bwMode="auto">
          <a:xfrm>
            <a:off x="2722441" y="2630267"/>
            <a:ext cx="139773" cy="185197"/>
          </a:xfrm>
          <a:prstGeom prst="rect">
            <a:avLst/>
          </a:prstGeom>
          <a:solidFill>
            <a:srgbClr val="00B05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33">
            <a:extLst>
              <a:ext uri="{FF2B5EF4-FFF2-40B4-BE49-F238E27FC236}">
                <a16:creationId xmlns:a16="http://schemas.microsoft.com/office/drawing/2014/main" id="{1420A34E-BA5D-D248-8FAC-DCC28151FB9C}"/>
              </a:ext>
            </a:extLst>
          </p:cNvPr>
          <p:cNvSpPr>
            <a:spLocks noChangeShapeType="1"/>
          </p:cNvSpPr>
          <p:nvPr/>
        </p:nvSpPr>
        <p:spPr bwMode="auto">
          <a:xfrm flipV="1">
            <a:off x="2897771" y="2599885"/>
            <a:ext cx="219680" cy="16193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E0E58503-FA9B-1542-A0D6-E85B92D1E5BA}"/>
              </a:ext>
            </a:extLst>
          </p:cNvPr>
          <p:cNvCxnSpPr/>
          <p:nvPr/>
        </p:nvCxnSpPr>
        <p:spPr>
          <a:xfrm>
            <a:off x="4880582" y="2238559"/>
            <a:ext cx="33889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E49D3C3B-F6BB-8747-AE74-C4B438FB99F4}"/>
              </a:ext>
            </a:extLst>
          </p:cNvPr>
          <p:cNvGrpSpPr/>
          <p:nvPr/>
        </p:nvGrpSpPr>
        <p:grpSpPr>
          <a:xfrm>
            <a:off x="7991017" y="1778258"/>
            <a:ext cx="1511352" cy="863670"/>
            <a:chOff x="7493876" y="2774731"/>
            <a:chExt cx="1481958" cy="894622"/>
          </a:xfrm>
        </p:grpSpPr>
        <p:sp>
          <p:nvSpPr>
            <p:cNvPr id="128" name="Freeform 127">
              <a:extLst>
                <a:ext uri="{FF2B5EF4-FFF2-40B4-BE49-F238E27FC236}">
                  <a16:creationId xmlns:a16="http://schemas.microsoft.com/office/drawing/2014/main" id="{5D7E8999-C7DA-4C41-AF40-118E015147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9" name="Oval 128">
              <a:extLst>
                <a:ext uri="{FF2B5EF4-FFF2-40B4-BE49-F238E27FC236}">
                  <a16:creationId xmlns:a16="http://schemas.microsoft.com/office/drawing/2014/main" id="{21FE0DA3-6E20-DC4B-8111-DD2816780A5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0" name="Group 129">
              <a:extLst>
                <a:ext uri="{FF2B5EF4-FFF2-40B4-BE49-F238E27FC236}">
                  <a16:creationId xmlns:a16="http://schemas.microsoft.com/office/drawing/2014/main" id="{227FD192-76B7-BB4E-8D74-8B6F33DBA7D5}"/>
                </a:ext>
              </a:extLst>
            </p:cNvPr>
            <p:cNvGrpSpPr/>
            <p:nvPr/>
          </p:nvGrpSpPr>
          <p:grpSpPr>
            <a:xfrm>
              <a:off x="7713663" y="2848339"/>
              <a:ext cx="1042107" cy="425543"/>
              <a:chOff x="7786941" y="2884917"/>
              <a:chExt cx="897649" cy="353919"/>
            </a:xfrm>
          </p:grpSpPr>
          <p:sp>
            <p:nvSpPr>
              <p:cNvPr id="131" name="Freeform 130">
                <a:extLst>
                  <a:ext uri="{FF2B5EF4-FFF2-40B4-BE49-F238E27FC236}">
                    <a16:creationId xmlns:a16="http://schemas.microsoft.com/office/drawing/2014/main" id="{130CC598-6AE0-744A-9CEF-611CD26990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0B09B4D-82A4-6D4A-B104-F100560C44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7CB1C4B0-5780-D24E-8D85-35BA5CE425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78B6DE2-15CA-DC49-A0BD-10E78562E1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2" name="Rectangle 3">
            <a:extLst>
              <a:ext uri="{FF2B5EF4-FFF2-40B4-BE49-F238E27FC236}">
                <a16:creationId xmlns:a16="http://schemas.microsoft.com/office/drawing/2014/main" id="{A295C9C7-DA39-ED42-847F-83EE93D04F56}"/>
              </a:ext>
            </a:extLst>
          </p:cNvPr>
          <p:cNvSpPr>
            <a:spLocks noChangeArrowheads="1"/>
          </p:cNvSpPr>
          <p:nvPr/>
        </p:nvSpPr>
        <p:spPr bwMode="auto">
          <a:xfrm>
            <a:off x="1231746" y="4297060"/>
            <a:ext cx="4380277" cy="2078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1" fontAlgn="auto" latinLnBrk="0" hangingPunct="1">
              <a:lnSpc>
                <a:spcPct val="90000"/>
              </a:lnSpc>
              <a:spcBef>
                <a:spcPts val="6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d</a:t>
            </a:r>
            <a:r>
              <a:rPr kumimoji="0" lang="en-US" sz="2800" b="0" i="0" u="none" strike="noStrike" kern="1200" cap="none" spc="0" normalizeH="0" baseline="-25000" noProof="0" dirty="0">
                <a:ln>
                  <a:noFill/>
                </a:ln>
                <a:solidFill>
                  <a:srgbClr val="CC0000"/>
                </a:solidFill>
                <a:effectLst/>
                <a:uLnTx/>
                <a:uFillTx/>
                <a:latin typeface="Calibri" panose="020F0502020204030204"/>
                <a:ea typeface="ＭＳ Ｐゴシック" charset="0"/>
                <a:cs typeface="ＭＳ Ｐゴシック" charset="0"/>
              </a:rPr>
              <a:t>trans</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 transmission delay:</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L</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packet length (bits) </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R</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link </a:t>
            </a: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transmission rate (bps)</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d</a:t>
            </a:r>
            <a:r>
              <a:rPr kumimoji="0" lang="en-US" sz="2400" b="0" i="1" u="none" strike="noStrike" kern="1200" cap="none" spc="0" normalizeH="0" baseline="-25000" noProof="0" dirty="0">
                <a:ln>
                  <a:noFill/>
                </a:ln>
                <a:solidFill>
                  <a:srgbClr val="CC0000"/>
                </a:solidFill>
                <a:effectLst/>
                <a:uLnTx/>
                <a:uFillTx/>
                <a:latin typeface="Calibri" panose="020F0502020204030204"/>
                <a:ea typeface="ＭＳ Ｐゴシック" charset="0"/>
                <a:cs typeface="ＭＳ Ｐゴシック" charset="0"/>
              </a:rPr>
              <a:t>trans</a:t>
            </a: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 </a:t>
            </a: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L/R</a:t>
            </a:r>
          </a:p>
        </p:txBody>
      </p:sp>
      <p:sp>
        <p:nvSpPr>
          <p:cNvPr id="53" name="Rectangle 4">
            <a:extLst>
              <a:ext uri="{FF2B5EF4-FFF2-40B4-BE49-F238E27FC236}">
                <a16:creationId xmlns:a16="http://schemas.microsoft.com/office/drawing/2014/main" id="{4367B5FB-6961-314F-9C99-C943E30E405F}"/>
              </a:ext>
            </a:extLst>
          </p:cNvPr>
          <p:cNvSpPr>
            <a:spLocks noChangeArrowheads="1"/>
          </p:cNvSpPr>
          <p:nvPr/>
        </p:nvSpPr>
        <p:spPr bwMode="auto">
          <a:xfrm>
            <a:off x="6527008" y="4304008"/>
            <a:ext cx="5147743" cy="219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d</a:t>
            </a:r>
            <a:r>
              <a:rPr kumimoji="0" lang="en-US" sz="2800" b="0" i="0" u="none" strike="noStrike" kern="1200" cap="none" spc="0" normalizeH="0" baseline="-25000" noProof="0" dirty="0">
                <a:ln>
                  <a:noFill/>
                </a:ln>
                <a:solidFill>
                  <a:srgbClr val="CC0000"/>
                </a:solidFill>
                <a:effectLst/>
                <a:uLnTx/>
                <a:uFillTx/>
                <a:latin typeface="Calibri" panose="020F0502020204030204"/>
                <a:ea typeface="ＭＳ Ｐゴシック" charset="0"/>
                <a:cs typeface="ＭＳ Ｐゴシック" charset="0"/>
              </a:rPr>
              <a:t>prop</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 propagation delay:</a:t>
            </a:r>
            <a:endPar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endParaRP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length of physical link</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propagation speed (~2x10</a:t>
            </a:r>
            <a:r>
              <a:rPr kumimoji="0" lang="en-US" sz="2400" b="0" i="0" u="none" strike="noStrike" kern="1200" cap="none" spc="0" normalizeH="0" baseline="30000" noProof="0" dirty="0">
                <a:ln>
                  <a:noFill/>
                </a:ln>
                <a:solidFill>
                  <a:srgbClr val="000000"/>
                </a:solidFill>
                <a:effectLst/>
                <a:uLnTx/>
                <a:uFillTx/>
                <a:latin typeface="Calibri" panose="020F0502020204030204"/>
                <a:ea typeface="ＭＳ Ｐゴシック" charset="0"/>
                <a:cs typeface="ＭＳ Ｐゴシック" charset="0"/>
              </a:rPr>
              <a:t>8</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m/sec)</a:t>
            </a:r>
          </a:p>
          <a:p>
            <a:pPr marL="231775" marR="0" lvl="0" indent="-231775" algn="l" defTabSz="914400" rtl="0" eaLnBrk="1" fontAlgn="auto" latinLnBrk="0" hangingPunct="1">
              <a:lnSpc>
                <a:spcPct val="90000"/>
              </a:lnSpc>
              <a:spcBef>
                <a:spcPts val="600"/>
              </a:spcBef>
              <a:spcAft>
                <a:spcPts val="0"/>
              </a:spcAft>
              <a:buClr>
                <a:srgbClr val="000099"/>
              </a:buClr>
              <a:buSzTx/>
              <a:buFont typeface="Wingdings" charset="0"/>
              <a:buChar char="§"/>
              <a:tabLst/>
              <a:defRPr/>
            </a:pPr>
            <a:r>
              <a:rPr kumimoji="0" lang="en-US" sz="24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ＭＳ Ｐゴシック" charset="0"/>
              </a:rPr>
              <a:t>d</a:t>
            </a:r>
            <a:r>
              <a:rPr kumimoji="0" lang="en-US" sz="2400" b="0" i="0" u="none" strike="noStrike" kern="1200" cap="none" spc="0" normalizeH="0" baseline="-25000" noProof="0" dirty="0">
                <a:ln>
                  <a:noFill/>
                </a:ln>
                <a:solidFill>
                  <a:srgbClr val="CC0000"/>
                </a:solidFill>
                <a:effectLst/>
                <a:uLnTx/>
                <a:uFillTx/>
                <a:latin typeface="Calibri" panose="020F0502020204030204"/>
                <a:ea typeface="ＭＳ Ｐゴシック" charset="0"/>
                <a:cs typeface="ＭＳ Ｐゴシック" charset="0"/>
              </a:rPr>
              <a:t>prop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 </a:t>
            </a: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a:t>
            </a:r>
            <a:r>
              <a:rPr kumimoji="0" lang="en-US" sz="24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a:t>
            </a:r>
          </a:p>
        </p:txBody>
      </p:sp>
      <p:grpSp>
        <p:nvGrpSpPr>
          <p:cNvPr id="9" name="Group 8">
            <a:extLst>
              <a:ext uri="{FF2B5EF4-FFF2-40B4-BE49-F238E27FC236}">
                <a16:creationId xmlns:a16="http://schemas.microsoft.com/office/drawing/2014/main" id="{E7DB7FA8-F9A7-FB4D-B8FF-0FBB7086AF05}"/>
              </a:ext>
            </a:extLst>
          </p:cNvPr>
          <p:cNvGrpSpPr/>
          <p:nvPr/>
        </p:nvGrpSpPr>
        <p:grpSpPr>
          <a:xfrm>
            <a:off x="1211117" y="5494308"/>
            <a:ext cx="7076415" cy="1127327"/>
            <a:chOff x="1211117" y="5568048"/>
            <a:chExt cx="7076415" cy="1127327"/>
          </a:xfrm>
        </p:grpSpPr>
        <p:sp>
          <p:nvSpPr>
            <p:cNvPr id="55" name="Text Box 62">
              <a:extLst>
                <a:ext uri="{FF2B5EF4-FFF2-40B4-BE49-F238E27FC236}">
                  <a16:creationId xmlns:a16="http://schemas.microsoft.com/office/drawing/2014/main" id="{D2984E3F-88C6-FF46-A32F-B96D5A684CE9}"/>
                </a:ext>
              </a:extLst>
            </p:cNvPr>
            <p:cNvSpPr txBox="1">
              <a:spLocks noChangeArrowheads="1"/>
            </p:cNvSpPr>
            <p:nvPr/>
          </p:nvSpPr>
          <p:spPr bwMode="auto">
            <a:xfrm>
              <a:off x="3836662" y="5864378"/>
              <a:ext cx="21052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a:t>
              </a:r>
              <a:r>
                <a:rPr kumimoji="0" lang="en-US" altLang="en-US" sz="2400" b="0" i="0" u="none" strike="noStrike" kern="1200" cap="none" spc="0" normalizeH="0" baseline="-25000" noProof="0" dirty="0">
                  <a:ln>
                    <a:noFill/>
                  </a:ln>
                  <a:solidFill>
                    <a:srgbClr val="C00000"/>
                  </a:solidFill>
                  <a:effectLst/>
                  <a:uLnTx/>
                  <a:uFillTx/>
                  <a:latin typeface="Calibri" panose="020F0502020204030204"/>
                  <a:ea typeface="ＭＳ Ｐゴシック" panose="020B0600070205080204" pitchFamily="34" charset="-128"/>
                  <a:cs typeface="+mn-cs"/>
                </a:rPr>
                <a:t>trans</a:t>
              </a:r>
              <a:r>
                <a:rPr kumimoji="0" lang="en-US" altLang="en-US" sz="2000" b="0" i="0" u="none" strike="noStrike" kern="1200" cap="none" spc="0" normalizeH="0" baseline="-2500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a:t>
              </a:r>
              <a:r>
                <a:rPr kumimoji="0" lang="en-US" altLang="en-US" sz="2400" b="0" i="0" u="none" strike="noStrike" kern="1200" cap="none" spc="0" normalizeH="0" baseline="-25000" noProof="0" dirty="0">
                  <a:ln>
                    <a:noFill/>
                  </a:ln>
                  <a:solidFill>
                    <a:srgbClr val="C00000"/>
                  </a:solidFill>
                  <a:effectLst/>
                  <a:uLnTx/>
                  <a:uFillTx/>
                  <a:latin typeface="Calibri" panose="020F0502020204030204"/>
                  <a:ea typeface="ＭＳ Ｐゴシック" panose="020B0600070205080204" pitchFamily="34" charset="-128"/>
                  <a:cs typeface="+mn-cs"/>
                </a:rPr>
                <a:t>prop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very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a:t>
              </a:r>
            </a:p>
          </p:txBody>
        </p:sp>
        <p:sp>
          <p:nvSpPr>
            <p:cNvPr id="3" name="Oval 2">
              <a:extLst>
                <a:ext uri="{FF2B5EF4-FFF2-40B4-BE49-F238E27FC236}">
                  <a16:creationId xmlns:a16="http://schemas.microsoft.com/office/drawing/2014/main" id="{59F10034-6D54-554A-832D-40D2FC72B086}"/>
                </a:ext>
              </a:extLst>
            </p:cNvPr>
            <p:cNvSpPr/>
            <p:nvPr/>
          </p:nvSpPr>
          <p:spPr>
            <a:xfrm>
              <a:off x="1211117" y="5568048"/>
              <a:ext cx="1869375" cy="500634"/>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10899A13-D659-FD40-BB86-F6944FFF8700}"/>
                </a:ext>
              </a:extLst>
            </p:cNvPr>
            <p:cNvSpPr/>
            <p:nvPr/>
          </p:nvSpPr>
          <p:spPr>
            <a:xfrm>
              <a:off x="6418157" y="5570209"/>
              <a:ext cx="1869375" cy="500634"/>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 name="Straight Connector 6">
              <a:extLst>
                <a:ext uri="{FF2B5EF4-FFF2-40B4-BE49-F238E27FC236}">
                  <a16:creationId xmlns:a16="http://schemas.microsoft.com/office/drawing/2014/main" id="{B4BA02AB-689E-8049-956E-12333C1B2FBE}"/>
                </a:ext>
              </a:extLst>
            </p:cNvPr>
            <p:cNvCxnSpPr>
              <a:stCxn id="63" idx="2"/>
            </p:cNvCxnSpPr>
            <p:nvPr/>
          </p:nvCxnSpPr>
          <p:spPr>
            <a:xfrm flipH="1">
              <a:off x="5392908" y="5820526"/>
              <a:ext cx="1025249" cy="248156"/>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7590E35C-F605-954E-9F43-19D0575FECCD}"/>
                </a:ext>
              </a:extLst>
            </p:cNvPr>
            <p:cNvCxnSpPr>
              <a:cxnSpLocks/>
            </p:cNvCxnSpPr>
            <p:nvPr/>
          </p:nvCxnSpPr>
          <p:spPr>
            <a:xfrm>
              <a:off x="3097924" y="5820526"/>
              <a:ext cx="940801" cy="248156"/>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57" name="Slide Number Placeholder 5">
            <a:extLst>
              <a:ext uri="{FF2B5EF4-FFF2-40B4-BE49-F238E27FC236}">
                <a16:creationId xmlns:a16="http://schemas.microsoft.com/office/drawing/2014/main" id="{520C29B2-BF21-FD46-BEE5-C6688F24021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49</a:t>
            </a:fld>
            <a:endParaRPr lang="en-US" dirty="0"/>
          </a:p>
        </p:txBody>
      </p:sp>
    </p:spTree>
    <p:extLst>
      <p:ext uri="{BB962C8B-B14F-4D97-AF65-F5344CB8AC3E}">
        <p14:creationId xmlns:p14="http://schemas.microsoft.com/office/powerpoint/2010/main" val="58051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dissolv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dissolv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Caravan analogy</a:t>
            </a:r>
            <a:endParaRPr lang="en-US" sz="4400" dirty="0"/>
          </a:p>
        </p:txBody>
      </p:sp>
      <p:sp>
        <p:nvSpPr>
          <p:cNvPr id="59" name="Rectangle 3">
            <a:extLst>
              <a:ext uri="{FF2B5EF4-FFF2-40B4-BE49-F238E27FC236}">
                <a16:creationId xmlns:a16="http://schemas.microsoft.com/office/drawing/2014/main" id="{41B12F5C-6331-1347-85AF-E2E9F4F4F811}"/>
              </a:ext>
            </a:extLst>
          </p:cNvPr>
          <p:cNvSpPr txBox="1">
            <a:spLocks noChangeArrowheads="1"/>
          </p:cNvSpPr>
          <p:nvPr/>
        </p:nvSpPr>
        <p:spPr>
          <a:xfrm>
            <a:off x="929148" y="2992271"/>
            <a:ext cx="5377170" cy="33178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car ~ bit; caravan ~ packet; toll service ~ link transmission</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 takes 12 sec to service car (bit transmission time)</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propagate” at  100 km/hr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How long until caravan is lined up before 2nd toll booth?</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0" name="Rectangle 4">
            <a:extLst>
              <a:ext uri="{FF2B5EF4-FFF2-40B4-BE49-F238E27FC236}">
                <a16:creationId xmlns:a16="http://schemas.microsoft.com/office/drawing/2014/main" id="{761B03B4-E470-8748-91D1-0F853F7B927D}"/>
              </a:ext>
            </a:extLst>
          </p:cNvPr>
          <p:cNvSpPr txBox="1">
            <a:spLocks noChangeArrowheads="1"/>
          </p:cNvSpPr>
          <p:nvPr/>
        </p:nvSpPr>
        <p:spPr>
          <a:xfrm>
            <a:off x="6776218" y="3006559"/>
            <a:ext cx="4875008" cy="33655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to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push” entire caravan through toll booth onto highway = 12*10 = 120 sec</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for last car to propagate from 1st to 2nd toll both: 100km/(100km/hr) = 1 hr</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62 minutes</a:t>
            </a:r>
          </a:p>
        </p:txBody>
      </p:sp>
      <p:sp>
        <p:nvSpPr>
          <p:cNvPr id="119" name="Text Box 45">
            <a:extLst>
              <a:ext uri="{FF2B5EF4-FFF2-40B4-BE49-F238E27FC236}">
                <a16:creationId xmlns:a16="http://schemas.microsoft.com/office/drawing/2014/main" id="{A5BF8F48-588A-9542-B2DC-B2F53BE28C54}"/>
              </a:ext>
            </a:extLst>
          </p:cNvPr>
          <p:cNvSpPr txBox="1">
            <a:spLocks noChangeArrowheads="1"/>
          </p:cNvSpPr>
          <p:nvPr/>
        </p:nvSpPr>
        <p:spPr bwMode="auto">
          <a:xfrm>
            <a:off x="6396831" y="2031427"/>
            <a:ext cx="2127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p:txBody>
      </p:sp>
      <p:sp>
        <p:nvSpPr>
          <p:cNvPr id="113" name="Text Box 48">
            <a:extLst>
              <a:ext uri="{FF2B5EF4-FFF2-40B4-BE49-F238E27FC236}">
                <a16:creationId xmlns:a16="http://schemas.microsoft.com/office/drawing/2014/main" id="{538D52FE-8983-DE48-A549-A9D77BEDF1ED}"/>
              </a:ext>
            </a:extLst>
          </p:cNvPr>
          <p:cNvSpPr txBox="1">
            <a:spLocks noChangeArrowheads="1"/>
          </p:cNvSpPr>
          <p:nvPr/>
        </p:nvSpPr>
        <p:spPr bwMode="auto">
          <a:xfrm>
            <a:off x="3405981" y="2031428"/>
            <a:ext cx="2343150" cy="708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link)</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Text Box 50">
            <a:extLst>
              <a:ext uri="{FF2B5EF4-FFF2-40B4-BE49-F238E27FC236}">
                <a16:creationId xmlns:a16="http://schemas.microsoft.com/office/drawing/2014/main" id="{6DCA78D0-71A5-3D48-8C60-11F6F75145ED}"/>
              </a:ext>
            </a:extLst>
          </p:cNvPr>
          <p:cNvSpPr txBox="1">
            <a:spLocks noChangeArrowheads="1"/>
          </p:cNvSpPr>
          <p:nvPr/>
        </p:nvSpPr>
        <p:spPr bwMode="auto">
          <a:xfrm>
            <a:off x="1647031" y="2028252"/>
            <a:ext cx="2116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ten-car caravan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10-bit packet)</a:t>
            </a:r>
          </a:p>
        </p:txBody>
      </p:sp>
      <p:sp>
        <p:nvSpPr>
          <p:cNvPr id="68" name="Line 51">
            <a:extLst>
              <a:ext uri="{FF2B5EF4-FFF2-40B4-BE49-F238E27FC236}">
                <a16:creationId xmlns:a16="http://schemas.microsoft.com/office/drawing/2014/main" id="{031381B0-A607-BB42-A9DA-33BCE08F5231}"/>
              </a:ext>
            </a:extLst>
          </p:cNvPr>
          <p:cNvSpPr>
            <a:spLocks noChangeShapeType="1"/>
          </p:cNvSpPr>
          <p:nvPr/>
        </p:nvSpPr>
        <p:spPr bwMode="auto">
          <a:xfrm flipH="1">
            <a:off x="4383881" y="1679002"/>
            <a:ext cx="6588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Text Box 52">
            <a:extLst>
              <a:ext uri="{FF2B5EF4-FFF2-40B4-BE49-F238E27FC236}">
                <a16:creationId xmlns:a16="http://schemas.microsoft.com/office/drawing/2014/main" id="{1547177C-C201-3046-8515-06AE257E418E}"/>
              </a:ext>
            </a:extLst>
          </p:cNvPr>
          <p:cNvSpPr txBox="1">
            <a:spLocks noChangeArrowheads="1"/>
          </p:cNvSpPr>
          <p:nvPr/>
        </p:nvSpPr>
        <p:spPr bwMode="auto">
          <a:xfrm>
            <a:off x="5042693" y="14789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100 km</a:t>
            </a:r>
          </a:p>
        </p:txBody>
      </p:sp>
      <p:sp>
        <p:nvSpPr>
          <p:cNvPr id="71" name="Line 53">
            <a:extLst>
              <a:ext uri="{FF2B5EF4-FFF2-40B4-BE49-F238E27FC236}">
                <a16:creationId xmlns:a16="http://schemas.microsoft.com/office/drawing/2014/main" id="{E0D9E0AD-E82D-CF4F-8D2E-4728AAE39443}"/>
              </a:ext>
            </a:extLst>
          </p:cNvPr>
          <p:cNvSpPr>
            <a:spLocks noChangeShapeType="1"/>
          </p:cNvSpPr>
          <p:nvPr/>
        </p:nvSpPr>
        <p:spPr bwMode="auto">
          <a:xfrm flipH="1" flipV="1">
            <a:off x="7376318" y="1677414"/>
            <a:ext cx="6223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Text Box 54">
            <a:extLst>
              <a:ext uri="{FF2B5EF4-FFF2-40B4-BE49-F238E27FC236}">
                <a16:creationId xmlns:a16="http://schemas.microsoft.com/office/drawing/2014/main" id="{9CD8914C-2542-8F4E-AF73-59E7EC661E83}"/>
              </a:ext>
            </a:extLst>
          </p:cNvPr>
          <p:cNvSpPr txBox="1">
            <a:spLocks noChangeArrowheads="1"/>
          </p:cNvSpPr>
          <p:nvPr/>
        </p:nvSpPr>
        <p:spPr bwMode="auto">
          <a:xfrm>
            <a:off x="7998618" y="14789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100 km</a:t>
            </a:r>
          </a:p>
        </p:txBody>
      </p:sp>
      <p:sp>
        <p:nvSpPr>
          <p:cNvPr id="107" name="Line 68">
            <a:extLst>
              <a:ext uri="{FF2B5EF4-FFF2-40B4-BE49-F238E27FC236}">
                <a16:creationId xmlns:a16="http://schemas.microsoft.com/office/drawing/2014/main" id="{0CAD04D0-792F-5E49-A514-B73659DD91FE}"/>
              </a:ext>
            </a:extLst>
          </p:cNvPr>
          <p:cNvSpPr>
            <a:spLocks noChangeShapeType="1"/>
          </p:cNvSpPr>
          <p:nvPr/>
        </p:nvSpPr>
        <p:spPr bwMode="auto">
          <a:xfrm>
            <a:off x="6122193" y="16774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ight Brace 9">
            <a:extLst>
              <a:ext uri="{FF2B5EF4-FFF2-40B4-BE49-F238E27FC236}">
                <a16:creationId xmlns:a16="http://schemas.microsoft.com/office/drawing/2014/main" id="{7551CFE6-10AE-1342-89E5-DB20C72CDEB2}"/>
              </a:ext>
            </a:extLst>
          </p:cNvPr>
          <p:cNvSpPr/>
          <p:nvPr/>
        </p:nvSpPr>
        <p:spPr>
          <a:xfrm rot="5400000">
            <a:off x="2614644" y="763777"/>
            <a:ext cx="107886" cy="252571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 name="Group 43">
            <a:extLst>
              <a:ext uri="{FF2B5EF4-FFF2-40B4-BE49-F238E27FC236}">
                <a16:creationId xmlns:a16="http://schemas.microsoft.com/office/drawing/2014/main" id="{06AB5747-7DF5-054B-A605-678C28B8F023}"/>
              </a:ext>
            </a:extLst>
          </p:cNvPr>
          <p:cNvGrpSpPr>
            <a:grpSpLocks/>
          </p:cNvGrpSpPr>
          <p:nvPr/>
        </p:nvGrpSpPr>
        <p:grpSpPr bwMode="auto">
          <a:xfrm>
            <a:off x="6396831" y="1369439"/>
            <a:ext cx="2127250" cy="1031875"/>
            <a:chOff x="1190" y="938"/>
            <a:chExt cx="1340" cy="650"/>
          </a:xfrm>
        </p:grpSpPr>
        <p:sp>
          <p:nvSpPr>
            <p:cNvPr id="33" name="Rectangle 44">
              <a:extLst>
                <a:ext uri="{FF2B5EF4-FFF2-40B4-BE49-F238E27FC236}">
                  <a16:creationId xmlns:a16="http://schemas.microsoft.com/office/drawing/2014/main" id="{30622299-93C7-C146-B64E-640C3A25A2FC}"/>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4" name="Text Box 45">
              <a:extLst>
                <a:ext uri="{FF2B5EF4-FFF2-40B4-BE49-F238E27FC236}">
                  <a16:creationId xmlns:a16="http://schemas.microsoft.com/office/drawing/2014/main" id="{489F4DAA-3FA9-864E-AD92-AF346BDBE88F}"/>
                </a:ext>
              </a:extLst>
            </p:cNvPr>
            <p:cNvSpPr txBox="1">
              <a:spLocks noChangeArrowheads="1"/>
            </p:cNvSpPr>
            <p:nvPr/>
          </p:nvSpPr>
          <p:spPr bwMode="auto">
            <a:xfrm>
              <a:off x="1190" y="1355"/>
              <a:ext cx="134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p:txBody>
        </p:sp>
      </p:grpSp>
      <p:grpSp>
        <p:nvGrpSpPr>
          <p:cNvPr id="35" name="Group 46">
            <a:extLst>
              <a:ext uri="{FF2B5EF4-FFF2-40B4-BE49-F238E27FC236}">
                <a16:creationId xmlns:a16="http://schemas.microsoft.com/office/drawing/2014/main" id="{5A542ED3-A756-0848-962E-AB4EE1D071F5}"/>
              </a:ext>
            </a:extLst>
          </p:cNvPr>
          <p:cNvGrpSpPr>
            <a:grpSpLocks/>
          </p:cNvGrpSpPr>
          <p:nvPr/>
        </p:nvGrpSpPr>
        <p:grpSpPr bwMode="auto">
          <a:xfrm>
            <a:off x="3405981" y="1369440"/>
            <a:ext cx="2343150" cy="1370014"/>
            <a:chOff x="1103" y="938"/>
            <a:chExt cx="1476" cy="863"/>
          </a:xfrm>
        </p:grpSpPr>
        <p:sp>
          <p:nvSpPr>
            <p:cNvPr id="36" name="Rectangle 47">
              <a:extLst>
                <a:ext uri="{FF2B5EF4-FFF2-40B4-BE49-F238E27FC236}">
                  <a16:creationId xmlns:a16="http://schemas.microsoft.com/office/drawing/2014/main" id="{510AF9A5-1454-E54A-90C7-636E81FB018B}"/>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7" name="Text Box 48">
              <a:extLst>
                <a:ext uri="{FF2B5EF4-FFF2-40B4-BE49-F238E27FC236}">
                  <a16:creationId xmlns:a16="http://schemas.microsoft.com/office/drawing/2014/main" id="{AD1BF2BA-C5C0-9C44-A5CB-B96F3F468FC0}"/>
                </a:ext>
              </a:extLst>
            </p:cNvPr>
            <p:cNvSpPr txBox="1">
              <a:spLocks noChangeArrowheads="1"/>
            </p:cNvSpPr>
            <p:nvPr/>
          </p:nvSpPr>
          <p:spPr bwMode="auto">
            <a:xfrm>
              <a:off x="1103" y="1355"/>
              <a:ext cx="1476"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link)</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8" name="Line 51">
            <a:extLst>
              <a:ext uri="{FF2B5EF4-FFF2-40B4-BE49-F238E27FC236}">
                <a16:creationId xmlns:a16="http://schemas.microsoft.com/office/drawing/2014/main" id="{CFEC8BD7-A104-544E-81BD-EB48859B2D46}"/>
              </a:ext>
            </a:extLst>
          </p:cNvPr>
          <p:cNvSpPr>
            <a:spLocks noChangeShapeType="1"/>
          </p:cNvSpPr>
          <p:nvPr/>
        </p:nvSpPr>
        <p:spPr bwMode="auto">
          <a:xfrm flipH="1">
            <a:off x="4383881" y="1679002"/>
            <a:ext cx="6588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53">
            <a:extLst>
              <a:ext uri="{FF2B5EF4-FFF2-40B4-BE49-F238E27FC236}">
                <a16:creationId xmlns:a16="http://schemas.microsoft.com/office/drawing/2014/main" id="{5D81F632-C42E-7F46-B3A6-E3822C140C82}"/>
              </a:ext>
            </a:extLst>
          </p:cNvPr>
          <p:cNvSpPr>
            <a:spLocks noChangeShapeType="1"/>
          </p:cNvSpPr>
          <p:nvPr/>
        </p:nvSpPr>
        <p:spPr bwMode="auto">
          <a:xfrm flipH="1" flipV="1">
            <a:off x="7376318" y="1677414"/>
            <a:ext cx="6223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Oval 56">
            <a:extLst>
              <a:ext uri="{FF2B5EF4-FFF2-40B4-BE49-F238E27FC236}">
                <a16:creationId xmlns:a16="http://schemas.microsoft.com/office/drawing/2014/main" id="{71A8F2B0-A705-BB40-B880-82FE39A58A5D}"/>
              </a:ext>
            </a:extLst>
          </p:cNvPr>
          <p:cNvSpPr>
            <a:spLocks noChangeArrowheads="1"/>
          </p:cNvSpPr>
          <p:nvPr/>
        </p:nvSpPr>
        <p:spPr bwMode="auto">
          <a:xfrm>
            <a:off x="2128043" y="1679002"/>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Oval 57">
            <a:extLst>
              <a:ext uri="{FF2B5EF4-FFF2-40B4-BE49-F238E27FC236}">
                <a16:creationId xmlns:a16="http://schemas.microsoft.com/office/drawing/2014/main" id="{524F089B-1FA8-1146-BBBE-36DECB41DD09}"/>
              </a:ext>
            </a:extLst>
          </p:cNvPr>
          <p:cNvSpPr>
            <a:spLocks noChangeArrowheads="1"/>
          </p:cNvSpPr>
          <p:nvPr/>
        </p:nvSpPr>
        <p:spPr bwMode="auto">
          <a:xfrm>
            <a:off x="2280443" y="1679002"/>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Oval 58">
            <a:extLst>
              <a:ext uri="{FF2B5EF4-FFF2-40B4-BE49-F238E27FC236}">
                <a16:creationId xmlns:a16="http://schemas.microsoft.com/office/drawing/2014/main" id="{CC5B0640-3D1B-084C-A930-6F9BBA4F8D5B}"/>
              </a:ext>
            </a:extLst>
          </p:cNvPr>
          <p:cNvSpPr>
            <a:spLocks noChangeArrowheads="1"/>
          </p:cNvSpPr>
          <p:nvPr/>
        </p:nvSpPr>
        <p:spPr bwMode="auto">
          <a:xfrm>
            <a:off x="2504281" y="1679002"/>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43" name="Group 61">
            <a:extLst>
              <a:ext uri="{FF2B5EF4-FFF2-40B4-BE49-F238E27FC236}">
                <a16:creationId xmlns:a16="http://schemas.microsoft.com/office/drawing/2014/main" id="{CB01D88B-27F5-5647-8AFC-25FBA13C651E}"/>
              </a:ext>
            </a:extLst>
          </p:cNvPr>
          <p:cNvGrpSpPr>
            <a:grpSpLocks/>
          </p:cNvGrpSpPr>
          <p:nvPr/>
        </p:nvGrpSpPr>
        <p:grpSpPr bwMode="auto">
          <a:xfrm>
            <a:off x="3931443" y="1280539"/>
            <a:ext cx="458788" cy="777875"/>
            <a:chOff x="2365" y="1352"/>
            <a:chExt cx="1022" cy="1616"/>
          </a:xfrm>
        </p:grpSpPr>
        <p:pic>
          <p:nvPicPr>
            <p:cNvPr id="44" name="Picture 62">
              <a:extLst>
                <a:ext uri="{FF2B5EF4-FFF2-40B4-BE49-F238E27FC236}">
                  <a16:creationId xmlns:a16="http://schemas.microsoft.com/office/drawing/2014/main" id="{2521BC6C-BFAD-AF46-8C2F-BB6A2B12C4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Rectangle 63">
              <a:extLst>
                <a:ext uri="{FF2B5EF4-FFF2-40B4-BE49-F238E27FC236}">
                  <a16:creationId xmlns:a16="http://schemas.microsoft.com/office/drawing/2014/main" id="{1AC1258A-A5AB-CC4B-91E1-77A55852937C}"/>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6" name="Group 65">
            <a:extLst>
              <a:ext uri="{FF2B5EF4-FFF2-40B4-BE49-F238E27FC236}">
                <a16:creationId xmlns:a16="http://schemas.microsoft.com/office/drawing/2014/main" id="{05A19510-C48C-F947-9C95-9F7A3D3055AF}"/>
              </a:ext>
            </a:extLst>
          </p:cNvPr>
          <p:cNvGrpSpPr>
            <a:grpSpLocks/>
          </p:cNvGrpSpPr>
          <p:nvPr/>
        </p:nvGrpSpPr>
        <p:grpSpPr bwMode="auto">
          <a:xfrm>
            <a:off x="6854031" y="1309114"/>
            <a:ext cx="458788" cy="777875"/>
            <a:chOff x="2365" y="1352"/>
            <a:chExt cx="1022" cy="1616"/>
          </a:xfrm>
        </p:grpSpPr>
        <p:pic>
          <p:nvPicPr>
            <p:cNvPr id="47" name="Picture 66">
              <a:extLst>
                <a:ext uri="{FF2B5EF4-FFF2-40B4-BE49-F238E27FC236}">
                  <a16:creationId xmlns:a16="http://schemas.microsoft.com/office/drawing/2014/main" id="{F539DA4F-C554-D54B-9D36-5BF94E02E9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Rectangle 67">
              <a:extLst>
                <a:ext uri="{FF2B5EF4-FFF2-40B4-BE49-F238E27FC236}">
                  <a16:creationId xmlns:a16="http://schemas.microsoft.com/office/drawing/2014/main" id="{F1E97A61-BADD-EA4E-9AF6-9F24A20DFB82}"/>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49" name="Line 68">
            <a:extLst>
              <a:ext uri="{FF2B5EF4-FFF2-40B4-BE49-F238E27FC236}">
                <a16:creationId xmlns:a16="http://schemas.microsoft.com/office/drawing/2014/main" id="{09207649-7747-E04F-84F0-159AAAF17088}"/>
              </a:ext>
            </a:extLst>
          </p:cNvPr>
          <p:cNvSpPr>
            <a:spLocks noChangeShapeType="1"/>
          </p:cNvSpPr>
          <p:nvPr/>
        </p:nvSpPr>
        <p:spPr bwMode="auto">
          <a:xfrm>
            <a:off x="6122193" y="16774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ight Brace 49">
            <a:extLst>
              <a:ext uri="{FF2B5EF4-FFF2-40B4-BE49-F238E27FC236}">
                <a16:creationId xmlns:a16="http://schemas.microsoft.com/office/drawing/2014/main" id="{9A2E784B-3825-EA48-A706-36950E7815AA}"/>
              </a:ext>
            </a:extLst>
          </p:cNvPr>
          <p:cNvSpPr/>
          <p:nvPr/>
        </p:nvSpPr>
        <p:spPr>
          <a:xfrm rot="5400000">
            <a:off x="2614644" y="763777"/>
            <a:ext cx="107886" cy="252571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1" name="Picture 2" descr="Icon Car Symbol - Free image on Pixabay">
            <a:extLst>
              <a:ext uri="{FF2B5EF4-FFF2-40B4-BE49-F238E27FC236}">
                <a16:creationId xmlns:a16="http://schemas.microsoft.com/office/drawing/2014/main" id="{D165B63F-B828-E74D-BC98-7880A924135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3543" y="1391341"/>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2" descr="Icon Car Symbol - Free image on Pixabay">
            <a:extLst>
              <a:ext uri="{FF2B5EF4-FFF2-40B4-BE49-F238E27FC236}">
                <a16:creationId xmlns:a16="http://schemas.microsoft.com/office/drawing/2014/main" id="{0761F322-3712-964E-8FCE-994E52A145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1164" y="1388802"/>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 descr="Icon Car Symbol - Free image on Pixabay">
            <a:extLst>
              <a:ext uri="{FF2B5EF4-FFF2-40B4-BE49-F238E27FC236}">
                <a16:creationId xmlns:a16="http://schemas.microsoft.com/office/drawing/2014/main" id="{5ADA62AE-E69A-1B42-A91A-6D7F0B7386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6100" y="1389538"/>
            <a:ext cx="875228" cy="592631"/>
          </a:xfrm>
          <a:prstGeom prst="rect">
            <a:avLst/>
          </a:prstGeom>
          <a:noFill/>
          <a:extLst>
            <a:ext uri="{909E8E84-426E-40DD-AFC4-6F175D3DCCD1}">
              <a14:hiddenFill xmlns:a14="http://schemas.microsoft.com/office/drawing/2010/main">
                <a:solidFill>
                  <a:srgbClr val="FFFFFF"/>
                </a:solidFill>
              </a14:hiddenFill>
            </a:ext>
          </a:extLst>
        </p:spPr>
      </p:pic>
      <p:sp>
        <p:nvSpPr>
          <p:cNvPr id="54" name="Line 68">
            <a:extLst>
              <a:ext uri="{FF2B5EF4-FFF2-40B4-BE49-F238E27FC236}">
                <a16:creationId xmlns:a16="http://schemas.microsoft.com/office/drawing/2014/main" id="{6B3DB616-2953-2245-B6FD-44CB696E2F57}"/>
              </a:ext>
            </a:extLst>
          </p:cNvPr>
          <p:cNvSpPr>
            <a:spLocks noChangeShapeType="1"/>
          </p:cNvSpPr>
          <p:nvPr/>
        </p:nvSpPr>
        <p:spPr bwMode="auto">
          <a:xfrm>
            <a:off x="8928893" y="16647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 name="Group 43">
            <a:extLst>
              <a:ext uri="{FF2B5EF4-FFF2-40B4-BE49-F238E27FC236}">
                <a16:creationId xmlns:a16="http://schemas.microsoft.com/office/drawing/2014/main" id="{AD98D210-8B44-BC4B-BB55-D9C305D9A8EF}"/>
              </a:ext>
            </a:extLst>
          </p:cNvPr>
          <p:cNvGrpSpPr>
            <a:grpSpLocks/>
          </p:cNvGrpSpPr>
          <p:nvPr/>
        </p:nvGrpSpPr>
        <p:grpSpPr bwMode="auto">
          <a:xfrm>
            <a:off x="9203531" y="1356739"/>
            <a:ext cx="2127250" cy="1031875"/>
            <a:chOff x="1190" y="938"/>
            <a:chExt cx="1340" cy="650"/>
          </a:xfrm>
        </p:grpSpPr>
        <p:sp>
          <p:nvSpPr>
            <p:cNvPr id="56" name="Rectangle 44">
              <a:extLst>
                <a:ext uri="{FF2B5EF4-FFF2-40B4-BE49-F238E27FC236}">
                  <a16:creationId xmlns:a16="http://schemas.microsoft.com/office/drawing/2014/main" id="{C976B470-4CCA-E04F-AB63-C0C9D535898B}"/>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Text Box 45">
              <a:extLst>
                <a:ext uri="{FF2B5EF4-FFF2-40B4-BE49-F238E27FC236}">
                  <a16:creationId xmlns:a16="http://schemas.microsoft.com/office/drawing/2014/main" id="{10CACC73-3E42-4C4B-B40A-F055DE27E5B4}"/>
                </a:ext>
              </a:extLst>
            </p:cNvPr>
            <p:cNvSpPr txBox="1">
              <a:spLocks noChangeArrowheads="1"/>
            </p:cNvSpPr>
            <p:nvPr/>
          </p:nvSpPr>
          <p:spPr bwMode="auto">
            <a:xfrm>
              <a:off x="1190" y="1355"/>
              <a:ext cx="134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p:txBody>
        </p:sp>
      </p:grpSp>
      <p:grpSp>
        <p:nvGrpSpPr>
          <p:cNvPr id="58" name="Group 65">
            <a:extLst>
              <a:ext uri="{FF2B5EF4-FFF2-40B4-BE49-F238E27FC236}">
                <a16:creationId xmlns:a16="http://schemas.microsoft.com/office/drawing/2014/main" id="{9CCAA23B-821D-EC4E-873D-FE238A289978}"/>
              </a:ext>
            </a:extLst>
          </p:cNvPr>
          <p:cNvGrpSpPr>
            <a:grpSpLocks/>
          </p:cNvGrpSpPr>
          <p:nvPr/>
        </p:nvGrpSpPr>
        <p:grpSpPr bwMode="auto">
          <a:xfrm>
            <a:off x="9660731" y="1296414"/>
            <a:ext cx="458788" cy="777875"/>
            <a:chOff x="2365" y="1352"/>
            <a:chExt cx="1022" cy="1616"/>
          </a:xfrm>
        </p:grpSpPr>
        <p:pic>
          <p:nvPicPr>
            <p:cNvPr id="61" name="Picture 66">
              <a:extLst>
                <a:ext uri="{FF2B5EF4-FFF2-40B4-BE49-F238E27FC236}">
                  <a16:creationId xmlns:a16="http://schemas.microsoft.com/office/drawing/2014/main" id="{94B859A0-D13F-BA4F-924A-14098A58B6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Rectangle 67">
              <a:extLst>
                <a:ext uri="{FF2B5EF4-FFF2-40B4-BE49-F238E27FC236}">
                  <a16:creationId xmlns:a16="http://schemas.microsoft.com/office/drawing/2014/main" id="{2DE93029-6EA6-D047-B25C-ABEC9DA242B9}"/>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65" name="Line 68">
            <a:extLst>
              <a:ext uri="{FF2B5EF4-FFF2-40B4-BE49-F238E27FC236}">
                <a16:creationId xmlns:a16="http://schemas.microsoft.com/office/drawing/2014/main" id="{B524C2FA-FE76-D04A-BA84-9E7D36987924}"/>
              </a:ext>
            </a:extLst>
          </p:cNvPr>
          <p:cNvSpPr>
            <a:spLocks noChangeShapeType="1"/>
          </p:cNvSpPr>
          <p:nvPr/>
        </p:nvSpPr>
        <p:spPr bwMode="auto">
          <a:xfrm>
            <a:off x="8928893" y="16647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Slide Number Placeholder 5">
            <a:extLst>
              <a:ext uri="{FF2B5EF4-FFF2-40B4-BE49-F238E27FC236}">
                <a16:creationId xmlns:a16="http://schemas.microsoft.com/office/drawing/2014/main" id="{CF89E173-FF75-8A40-9D32-9F66CEC7EEE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50</a:t>
            </a:fld>
            <a:endParaRPr lang="en-US" dirty="0"/>
          </a:p>
        </p:txBody>
      </p:sp>
    </p:spTree>
    <p:extLst>
      <p:ext uri="{BB962C8B-B14F-4D97-AF65-F5344CB8AC3E}">
        <p14:creationId xmlns:p14="http://schemas.microsoft.com/office/powerpoint/2010/main" val="1683255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xEl>
                                              <p:pRg st="0" end="0"/>
                                            </p:txEl>
                                          </p:spTgt>
                                        </p:tgtEl>
                                        <p:attrNameLst>
                                          <p:attrName>style.visibility</p:attrName>
                                        </p:attrNameLst>
                                      </p:cBhvr>
                                      <p:to>
                                        <p:strVal val="visible"/>
                                      </p:to>
                                    </p:set>
                                    <p:animEffect transition="in" filter="dissolve">
                                      <p:cBhvr>
                                        <p:cTn id="7" dur="500"/>
                                        <p:tgtEl>
                                          <p:spTgt spid="6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0">
                                            <p:txEl>
                                              <p:pRg st="1" end="1"/>
                                            </p:txEl>
                                          </p:spTgt>
                                        </p:tgtEl>
                                        <p:attrNameLst>
                                          <p:attrName>style.visibility</p:attrName>
                                        </p:attrNameLst>
                                      </p:cBhvr>
                                      <p:to>
                                        <p:strVal val="visible"/>
                                      </p:to>
                                    </p:set>
                                    <p:animEffect transition="in" filter="dissolve">
                                      <p:cBhvr>
                                        <p:cTn id="12" dur="500"/>
                                        <p:tgtEl>
                                          <p:spTgt spid="6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
                                            <p:txEl>
                                              <p:pRg st="2" end="2"/>
                                            </p:txEl>
                                          </p:spTgt>
                                        </p:tgtEl>
                                        <p:attrNameLst>
                                          <p:attrName>style.visibility</p:attrName>
                                        </p:attrNameLst>
                                      </p:cBhvr>
                                      <p:to>
                                        <p:strVal val="visible"/>
                                      </p:to>
                                    </p:set>
                                    <p:animEffect transition="in" filter="dissolve">
                                      <p:cBhvr>
                                        <p:cTn id="17" dur="500"/>
                                        <p:tgtEl>
                                          <p:spTgt spid="6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Caravan analogy</a:t>
            </a:r>
            <a:endParaRPr lang="en-US" sz="4400" dirty="0"/>
          </a:p>
        </p:txBody>
      </p:sp>
      <p:grpSp>
        <p:nvGrpSpPr>
          <p:cNvPr id="62" name="Group 43">
            <a:extLst>
              <a:ext uri="{FF2B5EF4-FFF2-40B4-BE49-F238E27FC236}">
                <a16:creationId xmlns:a16="http://schemas.microsoft.com/office/drawing/2014/main" id="{A680721C-C41B-034D-A8A4-9579FCA6E54B}"/>
              </a:ext>
            </a:extLst>
          </p:cNvPr>
          <p:cNvGrpSpPr>
            <a:grpSpLocks/>
          </p:cNvGrpSpPr>
          <p:nvPr/>
        </p:nvGrpSpPr>
        <p:grpSpPr bwMode="auto">
          <a:xfrm>
            <a:off x="7158831" y="1420239"/>
            <a:ext cx="2127250" cy="1031875"/>
            <a:chOff x="1190" y="938"/>
            <a:chExt cx="1340" cy="650"/>
          </a:xfrm>
        </p:grpSpPr>
        <p:sp>
          <p:nvSpPr>
            <p:cNvPr id="118" name="Rectangle 44">
              <a:extLst>
                <a:ext uri="{FF2B5EF4-FFF2-40B4-BE49-F238E27FC236}">
                  <a16:creationId xmlns:a16="http://schemas.microsoft.com/office/drawing/2014/main" id="{0075AD55-9B7E-3845-84B9-5FC47820ECC2}"/>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9" name="Text Box 45">
              <a:extLst>
                <a:ext uri="{FF2B5EF4-FFF2-40B4-BE49-F238E27FC236}">
                  <a16:creationId xmlns:a16="http://schemas.microsoft.com/office/drawing/2014/main" id="{A5BF8F48-588A-9542-B2DC-B2F53BE28C54}"/>
                </a:ext>
              </a:extLst>
            </p:cNvPr>
            <p:cNvSpPr txBox="1">
              <a:spLocks noChangeArrowheads="1"/>
            </p:cNvSpPr>
            <p:nvPr/>
          </p:nvSpPr>
          <p:spPr bwMode="auto">
            <a:xfrm>
              <a:off x="1190" y="1355"/>
              <a:ext cx="134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p:txBody>
        </p:sp>
      </p:grpSp>
      <p:grpSp>
        <p:nvGrpSpPr>
          <p:cNvPr id="64" name="Group 46">
            <a:extLst>
              <a:ext uri="{FF2B5EF4-FFF2-40B4-BE49-F238E27FC236}">
                <a16:creationId xmlns:a16="http://schemas.microsoft.com/office/drawing/2014/main" id="{1E0845E3-4965-264F-85B3-251A72857D5C}"/>
              </a:ext>
            </a:extLst>
          </p:cNvPr>
          <p:cNvGrpSpPr>
            <a:grpSpLocks/>
          </p:cNvGrpSpPr>
          <p:nvPr/>
        </p:nvGrpSpPr>
        <p:grpSpPr bwMode="auto">
          <a:xfrm>
            <a:off x="4167981" y="1420240"/>
            <a:ext cx="2343150" cy="1370014"/>
            <a:chOff x="1103" y="938"/>
            <a:chExt cx="1476" cy="863"/>
          </a:xfrm>
        </p:grpSpPr>
        <p:sp>
          <p:nvSpPr>
            <p:cNvPr id="112" name="Rectangle 47">
              <a:extLst>
                <a:ext uri="{FF2B5EF4-FFF2-40B4-BE49-F238E27FC236}">
                  <a16:creationId xmlns:a16="http://schemas.microsoft.com/office/drawing/2014/main" id="{26085591-8185-6B44-97FE-F1C550916937}"/>
                </a:ext>
              </a:extLst>
            </p:cNvPr>
            <p:cNvSpPr>
              <a:spLocks noChangeArrowheads="1"/>
            </p:cNvSpPr>
            <p:nvPr/>
          </p:nvSpPr>
          <p:spPr bwMode="auto">
            <a:xfrm>
              <a:off x="1568" y="938"/>
              <a:ext cx="47" cy="423"/>
            </a:xfrm>
            <a:prstGeom prst="rect">
              <a:avLst/>
            </a:prstGeom>
            <a:solidFill>
              <a:schemeClr val="accent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3" name="Text Box 48">
              <a:extLst>
                <a:ext uri="{FF2B5EF4-FFF2-40B4-BE49-F238E27FC236}">
                  <a16:creationId xmlns:a16="http://schemas.microsoft.com/office/drawing/2014/main" id="{538D52FE-8983-DE48-A549-A9D77BEDF1ED}"/>
                </a:ext>
              </a:extLst>
            </p:cNvPr>
            <p:cNvSpPr txBox="1">
              <a:spLocks noChangeArrowheads="1"/>
            </p:cNvSpPr>
            <p:nvPr/>
          </p:nvSpPr>
          <p:spPr bwMode="auto">
            <a:xfrm>
              <a:off x="1103" y="1355"/>
              <a:ext cx="1476"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toll  booth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router)</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67" name="Text Box 50">
            <a:extLst>
              <a:ext uri="{FF2B5EF4-FFF2-40B4-BE49-F238E27FC236}">
                <a16:creationId xmlns:a16="http://schemas.microsoft.com/office/drawing/2014/main" id="{6DCA78D0-71A5-3D48-8C60-11F6F75145ED}"/>
              </a:ext>
            </a:extLst>
          </p:cNvPr>
          <p:cNvSpPr txBox="1">
            <a:spLocks noChangeArrowheads="1"/>
          </p:cNvSpPr>
          <p:nvPr/>
        </p:nvSpPr>
        <p:spPr bwMode="auto">
          <a:xfrm>
            <a:off x="2409031" y="2079052"/>
            <a:ext cx="21165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ten-car caravan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10-bit packet)</a:t>
            </a:r>
          </a:p>
        </p:txBody>
      </p:sp>
      <p:sp>
        <p:nvSpPr>
          <p:cNvPr id="68" name="Line 51">
            <a:extLst>
              <a:ext uri="{FF2B5EF4-FFF2-40B4-BE49-F238E27FC236}">
                <a16:creationId xmlns:a16="http://schemas.microsoft.com/office/drawing/2014/main" id="{031381B0-A607-BB42-A9DA-33BCE08F5231}"/>
              </a:ext>
            </a:extLst>
          </p:cNvPr>
          <p:cNvSpPr>
            <a:spLocks noChangeShapeType="1"/>
          </p:cNvSpPr>
          <p:nvPr/>
        </p:nvSpPr>
        <p:spPr bwMode="auto">
          <a:xfrm flipH="1">
            <a:off x="5145881" y="1729802"/>
            <a:ext cx="65881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Text Box 52">
            <a:extLst>
              <a:ext uri="{FF2B5EF4-FFF2-40B4-BE49-F238E27FC236}">
                <a16:creationId xmlns:a16="http://schemas.microsoft.com/office/drawing/2014/main" id="{1547177C-C201-3046-8515-06AE257E418E}"/>
              </a:ext>
            </a:extLst>
          </p:cNvPr>
          <p:cNvSpPr txBox="1">
            <a:spLocks noChangeArrowheads="1"/>
          </p:cNvSpPr>
          <p:nvPr/>
        </p:nvSpPr>
        <p:spPr bwMode="auto">
          <a:xfrm>
            <a:off x="5804693"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100 km</a:t>
            </a:r>
          </a:p>
        </p:txBody>
      </p:sp>
      <p:sp>
        <p:nvSpPr>
          <p:cNvPr id="71" name="Line 53">
            <a:extLst>
              <a:ext uri="{FF2B5EF4-FFF2-40B4-BE49-F238E27FC236}">
                <a16:creationId xmlns:a16="http://schemas.microsoft.com/office/drawing/2014/main" id="{E0D9E0AD-E82D-CF4F-8D2E-4728AAE39443}"/>
              </a:ext>
            </a:extLst>
          </p:cNvPr>
          <p:cNvSpPr>
            <a:spLocks noChangeShapeType="1"/>
          </p:cNvSpPr>
          <p:nvPr/>
        </p:nvSpPr>
        <p:spPr bwMode="auto">
          <a:xfrm flipH="1" flipV="1">
            <a:off x="8138318" y="1728214"/>
            <a:ext cx="6223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Text Box 54">
            <a:extLst>
              <a:ext uri="{FF2B5EF4-FFF2-40B4-BE49-F238E27FC236}">
                <a16:creationId xmlns:a16="http://schemas.microsoft.com/office/drawing/2014/main" id="{9CD8914C-2542-8F4E-AF73-59E7EC661E83}"/>
              </a:ext>
            </a:extLst>
          </p:cNvPr>
          <p:cNvSpPr txBox="1">
            <a:spLocks noChangeArrowheads="1"/>
          </p:cNvSpPr>
          <p:nvPr/>
        </p:nvSpPr>
        <p:spPr bwMode="auto">
          <a:xfrm>
            <a:off x="8760618" y="1529777"/>
            <a:ext cx="10795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100 km</a:t>
            </a:r>
          </a:p>
        </p:txBody>
      </p:sp>
      <p:sp>
        <p:nvSpPr>
          <p:cNvPr id="73" name="Line 55">
            <a:extLst>
              <a:ext uri="{FF2B5EF4-FFF2-40B4-BE49-F238E27FC236}">
                <a16:creationId xmlns:a16="http://schemas.microsoft.com/office/drawing/2014/main" id="{169E470E-C0E6-F24E-B1E7-18A05B97673C}"/>
              </a:ext>
            </a:extLst>
          </p:cNvPr>
          <p:cNvSpPr>
            <a:spLocks noChangeShapeType="1"/>
          </p:cNvSpPr>
          <p:nvPr/>
        </p:nvSpPr>
        <p:spPr bwMode="auto">
          <a:xfrm flipV="1">
            <a:off x="9670045" y="1728214"/>
            <a:ext cx="46955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56">
            <a:extLst>
              <a:ext uri="{FF2B5EF4-FFF2-40B4-BE49-F238E27FC236}">
                <a16:creationId xmlns:a16="http://schemas.microsoft.com/office/drawing/2014/main" id="{F868A4D3-B48D-C848-B37D-F3B07B765ABC}"/>
              </a:ext>
            </a:extLst>
          </p:cNvPr>
          <p:cNvSpPr>
            <a:spLocks noChangeArrowheads="1"/>
          </p:cNvSpPr>
          <p:nvPr/>
        </p:nvSpPr>
        <p:spPr bwMode="auto">
          <a:xfrm>
            <a:off x="28900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5" name="Oval 57">
            <a:extLst>
              <a:ext uri="{FF2B5EF4-FFF2-40B4-BE49-F238E27FC236}">
                <a16:creationId xmlns:a16="http://schemas.microsoft.com/office/drawing/2014/main" id="{56EAFA29-975D-474A-97BF-AFC41E8AC4E5}"/>
              </a:ext>
            </a:extLst>
          </p:cNvPr>
          <p:cNvSpPr>
            <a:spLocks noChangeArrowheads="1"/>
          </p:cNvSpPr>
          <p:nvPr/>
        </p:nvSpPr>
        <p:spPr bwMode="auto">
          <a:xfrm>
            <a:off x="3042443"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6" name="Oval 58">
            <a:extLst>
              <a:ext uri="{FF2B5EF4-FFF2-40B4-BE49-F238E27FC236}">
                <a16:creationId xmlns:a16="http://schemas.microsoft.com/office/drawing/2014/main" id="{0E771CCE-C6A6-1E4D-A15A-E66651C3A108}"/>
              </a:ext>
            </a:extLst>
          </p:cNvPr>
          <p:cNvSpPr>
            <a:spLocks noChangeArrowheads="1"/>
          </p:cNvSpPr>
          <p:nvPr/>
        </p:nvSpPr>
        <p:spPr bwMode="auto">
          <a:xfrm>
            <a:off x="3266281" y="1729802"/>
            <a:ext cx="74613" cy="7461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78" name="Picture 59" descr="MCj03985170000[1]">
            <a:extLst>
              <a:ext uri="{FF2B5EF4-FFF2-40B4-BE49-F238E27FC236}">
                <a16:creationId xmlns:a16="http://schemas.microsoft.com/office/drawing/2014/main" id="{9CEB139B-515D-B54C-9C5C-AEB0E8CB6E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374231" y="1640902"/>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60" descr="MCj03985170000[1]">
            <a:extLst>
              <a:ext uri="{FF2B5EF4-FFF2-40B4-BE49-F238E27FC236}">
                <a16:creationId xmlns:a16="http://schemas.microsoft.com/office/drawing/2014/main" id="{6ACBF8D8-9A26-364E-A17B-BFCD2AA9A1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07406" y="16361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 name="Group 61">
            <a:extLst>
              <a:ext uri="{FF2B5EF4-FFF2-40B4-BE49-F238E27FC236}">
                <a16:creationId xmlns:a16="http://schemas.microsoft.com/office/drawing/2014/main" id="{A95B855D-1C6D-414B-9F22-7729104A5F20}"/>
              </a:ext>
            </a:extLst>
          </p:cNvPr>
          <p:cNvGrpSpPr>
            <a:grpSpLocks/>
          </p:cNvGrpSpPr>
          <p:nvPr/>
        </p:nvGrpSpPr>
        <p:grpSpPr bwMode="auto">
          <a:xfrm>
            <a:off x="4693443" y="1331339"/>
            <a:ext cx="458788" cy="777875"/>
            <a:chOff x="2365" y="1352"/>
            <a:chExt cx="1022" cy="1616"/>
          </a:xfrm>
        </p:grpSpPr>
        <p:pic>
          <p:nvPicPr>
            <p:cNvPr id="110" name="Picture 62">
              <a:extLst>
                <a:ext uri="{FF2B5EF4-FFF2-40B4-BE49-F238E27FC236}">
                  <a16:creationId xmlns:a16="http://schemas.microsoft.com/office/drawing/2014/main" id="{EB674B22-7E46-2C44-AF9F-1E555966BB4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63">
              <a:extLst>
                <a:ext uri="{FF2B5EF4-FFF2-40B4-BE49-F238E27FC236}">
                  <a16:creationId xmlns:a16="http://schemas.microsoft.com/office/drawing/2014/main" id="{F01353DF-CFF9-1647-A044-1F49D67856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105" name="Picture 64" descr="MCj03985170000[1]">
            <a:extLst>
              <a:ext uri="{FF2B5EF4-FFF2-40B4-BE49-F238E27FC236}">
                <a16:creationId xmlns:a16="http://schemas.microsoft.com/office/drawing/2014/main" id="{2A0D7193-16A0-CF44-BE21-F6AC69F7BC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137818" y="1661539"/>
            <a:ext cx="749300" cy="21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6" name="Group 65">
            <a:extLst>
              <a:ext uri="{FF2B5EF4-FFF2-40B4-BE49-F238E27FC236}">
                <a16:creationId xmlns:a16="http://schemas.microsoft.com/office/drawing/2014/main" id="{164B693F-1E0D-484C-BAAB-59C095BE0057}"/>
              </a:ext>
            </a:extLst>
          </p:cNvPr>
          <p:cNvGrpSpPr>
            <a:grpSpLocks/>
          </p:cNvGrpSpPr>
          <p:nvPr/>
        </p:nvGrpSpPr>
        <p:grpSpPr bwMode="auto">
          <a:xfrm>
            <a:off x="7616031" y="1359914"/>
            <a:ext cx="458788" cy="777875"/>
            <a:chOff x="2365" y="1352"/>
            <a:chExt cx="1022" cy="1616"/>
          </a:xfrm>
        </p:grpSpPr>
        <p:pic>
          <p:nvPicPr>
            <p:cNvPr id="108" name="Picture 66">
              <a:extLst>
                <a:ext uri="{FF2B5EF4-FFF2-40B4-BE49-F238E27FC236}">
                  <a16:creationId xmlns:a16="http://schemas.microsoft.com/office/drawing/2014/main" id="{3F538F10-B988-2C46-8412-F651183076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67">
              <a:extLst>
                <a:ext uri="{FF2B5EF4-FFF2-40B4-BE49-F238E27FC236}">
                  <a16:creationId xmlns:a16="http://schemas.microsoft.com/office/drawing/2014/main" id="{DDC87F5E-7874-804E-8DFC-06A9845A630B}"/>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07" name="Line 68">
            <a:extLst>
              <a:ext uri="{FF2B5EF4-FFF2-40B4-BE49-F238E27FC236}">
                <a16:creationId xmlns:a16="http://schemas.microsoft.com/office/drawing/2014/main" id="{0CAD04D0-792F-5E49-A514-B73659DD91FE}"/>
              </a:ext>
            </a:extLst>
          </p:cNvPr>
          <p:cNvSpPr>
            <a:spLocks noChangeShapeType="1"/>
          </p:cNvSpPr>
          <p:nvPr/>
        </p:nvSpPr>
        <p:spPr bwMode="auto">
          <a:xfrm>
            <a:off x="6884193" y="1728214"/>
            <a:ext cx="8667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ight Brace 9">
            <a:extLst>
              <a:ext uri="{FF2B5EF4-FFF2-40B4-BE49-F238E27FC236}">
                <a16:creationId xmlns:a16="http://schemas.microsoft.com/office/drawing/2014/main" id="{7551CFE6-10AE-1342-89E5-DB20C72CDEB2}"/>
              </a:ext>
            </a:extLst>
          </p:cNvPr>
          <p:cNvSpPr/>
          <p:nvPr/>
        </p:nvSpPr>
        <p:spPr>
          <a:xfrm rot="5400000">
            <a:off x="3376644" y="814577"/>
            <a:ext cx="107886" cy="252571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3">
            <a:extLst>
              <a:ext uri="{FF2B5EF4-FFF2-40B4-BE49-F238E27FC236}">
                <a16:creationId xmlns:a16="http://schemas.microsoft.com/office/drawing/2014/main" id="{E0A20531-724F-544A-A148-70EAC3D3CAB0}"/>
              </a:ext>
            </a:extLst>
          </p:cNvPr>
          <p:cNvSpPr txBox="1">
            <a:spLocks noChangeArrowheads="1"/>
          </p:cNvSpPr>
          <p:nvPr/>
        </p:nvSpPr>
        <p:spPr>
          <a:xfrm>
            <a:off x="825267" y="3347774"/>
            <a:ext cx="10515600" cy="1655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suppose cars now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propagate” at 1000 km/hr</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suppose toll booth now takes one min to service a car</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Will cars arrive to 2nd booth before all cars serviced at first booth?</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33" name="Rectangle 4">
            <a:extLst>
              <a:ext uri="{FF2B5EF4-FFF2-40B4-BE49-F238E27FC236}">
                <a16:creationId xmlns:a16="http://schemas.microsoft.com/office/drawing/2014/main" id="{17691AC2-D326-384F-9424-A457AB12E339}"/>
              </a:ext>
            </a:extLst>
          </p:cNvPr>
          <p:cNvSpPr txBox="1">
            <a:spLocks noChangeArrowheads="1"/>
          </p:cNvSpPr>
          <p:nvPr/>
        </p:nvSpPr>
        <p:spPr>
          <a:xfrm>
            <a:off x="1127510" y="4881442"/>
            <a:ext cx="10649258" cy="14674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 Yes!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after 7 min, first car arrives at second booth; three cars still at first booth</a:t>
            </a:r>
          </a:p>
        </p:txBody>
      </p:sp>
      <p:sp>
        <p:nvSpPr>
          <p:cNvPr id="31" name="Slide Number Placeholder 5">
            <a:extLst>
              <a:ext uri="{FF2B5EF4-FFF2-40B4-BE49-F238E27FC236}">
                <a16:creationId xmlns:a16="http://schemas.microsoft.com/office/drawing/2014/main" id="{7CC7459C-C116-164E-B088-1D243F2DD5A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51</a:t>
            </a:fld>
            <a:endParaRPr lang="en-US" dirty="0"/>
          </a:p>
        </p:txBody>
      </p:sp>
    </p:spTree>
    <p:extLst>
      <p:ext uri="{BB962C8B-B14F-4D97-AF65-F5344CB8AC3E}">
        <p14:creationId xmlns:p14="http://schemas.microsoft.com/office/powerpoint/2010/main" val="67659800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dirty="0">
                <a:ea typeface="ＭＳ Ｐゴシック" panose="020B0600070205080204" pitchFamily="34" charset="-128"/>
              </a:rPr>
              <a:t>Packet q</a:t>
            </a:r>
            <a:r>
              <a:rPr lang="en-US" sz="4400" dirty="0">
                <a:ea typeface="ＭＳ Ｐゴシック" panose="020B0600070205080204" pitchFamily="34" charset="-128"/>
              </a:rPr>
              <a:t>ueueing delay (revisited)</a:t>
            </a:r>
            <a:endParaRPr lang="en-US" sz="4400" dirty="0"/>
          </a:p>
        </p:txBody>
      </p:sp>
      <p:sp>
        <p:nvSpPr>
          <p:cNvPr id="34" name="Rectangle 3">
            <a:extLst>
              <a:ext uri="{FF2B5EF4-FFF2-40B4-BE49-F238E27FC236}">
                <a16:creationId xmlns:a16="http://schemas.microsoft.com/office/drawing/2014/main" id="{98FB6AB4-1235-1542-AA41-4826D9F4BEA2}"/>
              </a:ext>
            </a:extLst>
          </p:cNvPr>
          <p:cNvSpPr txBox="1">
            <a:spLocks noChangeArrowheads="1"/>
          </p:cNvSpPr>
          <p:nvPr/>
        </p:nvSpPr>
        <p:spPr>
          <a:xfrm>
            <a:off x="919843" y="1385661"/>
            <a:ext cx="5655128" cy="1781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packet arrival rate</a:t>
            </a:r>
          </a:p>
          <a:p>
            <a:pPr marL="230188"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length (bits)</a:t>
            </a:r>
          </a:p>
          <a:p>
            <a:pPr marL="2317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link bandwidth (bit transmission rate)</a:t>
            </a:r>
          </a:p>
        </p:txBody>
      </p:sp>
      <p:sp>
        <p:nvSpPr>
          <p:cNvPr id="36" name="Rectangle 62">
            <a:extLst>
              <a:ext uri="{FF2B5EF4-FFF2-40B4-BE49-F238E27FC236}">
                <a16:creationId xmlns:a16="http://schemas.microsoft.com/office/drawing/2014/main" id="{A8C042B3-2BC8-9D42-8821-9A5ACDA9F178}"/>
              </a:ext>
            </a:extLst>
          </p:cNvPr>
          <p:cNvSpPr>
            <a:spLocks noChangeArrowheads="1"/>
          </p:cNvSpPr>
          <p:nvPr/>
        </p:nvSpPr>
        <p:spPr bwMode="auto">
          <a:xfrm>
            <a:off x="932543" y="4263423"/>
            <a:ext cx="5975117" cy="1933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31775" indent="-231775">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1775" marR="0" lvl="0" indent="-231775" algn="l" defTabSz="914400" rtl="0" eaLnBrk="1" fontAlgn="auto" latinLnBrk="0" hangingPunct="1">
              <a:lnSpc>
                <a:spcPct val="100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0: avg. queueing delay small</a:t>
            </a:r>
          </a:p>
          <a:p>
            <a:pPr marL="231775" marR="0" lvl="0" indent="-231775" algn="l" defTabSz="914400" rtl="0" eaLnBrk="1" fontAlgn="auto" latinLnBrk="0" hangingPunct="1">
              <a:lnSpc>
                <a:spcPct val="100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-&gt; 1: avg. queueing delay large</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&gt; 1: more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work” arriving  is more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than can be serviced -  average delay infinite!</a:t>
            </a:r>
          </a:p>
        </p:txBody>
      </p:sp>
      <p:grpSp>
        <p:nvGrpSpPr>
          <p:cNvPr id="3" name="Group 2">
            <a:extLst>
              <a:ext uri="{FF2B5EF4-FFF2-40B4-BE49-F238E27FC236}">
                <a16:creationId xmlns:a16="http://schemas.microsoft.com/office/drawing/2014/main" id="{A4960A8A-B0F3-FD4C-B50A-E891A58C0AC4}"/>
              </a:ext>
            </a:extLst>
          </p:cNvPr>
          <p:cNvGrpSpPr/>
          <p:nvPr/>
        </p:nvGrpSpPr>
        <p:grpSpPr>
          <a:xfrm>
            <a:off x="8407167" y="4367394"/>
            <a:ext cx="2782888" cy="2261260"/>
            <a:chOff x="8407167" y="4367394"/>
            <a:chExt cx="2782888" cy="2261260"/>
          </a:xfrm>
        </p:grpSpPr>
        <p:pic>
          <p:nvPicPr>
            <p:cNvPr id="38" name="Picture 13">
              <a:extLst>
                <a:ext uri="{FF2B5EF4-FFF2-40B4-BE49-F238E27FC236}">
                  <a16:creationId xmlns:a16="http://schemas.microsoft.com/office/drawing/2014/main" id="{B1A5FAD0-089C-3344-A046-DF1A7F274F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43830" y="5047839"/>
              <a:ext cx="1546225" cy="1239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14">
              <a:extLst>
                <a:ext uri="{FF2B5EF4-FFF2-40B4-BE49-F238E27FC236}">
                  <a16:creationId xmlns:a16="http://schemas.microsoft.com/office/drawing/2014/main" id="{15A78139-2E6F-1241-B632-699E1D3917B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7167" y="4471879"/>
              <a:ext cx="1481138"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 Box 15">
              <a:extLst>
                <a:ext uri="{FF2B5EF4-FFF2-40B4-BE49-F238E27FC236}">
                  <a16:creationId xmlns:a16="http://schemas.microsoft.com/office/drawing/2014/main" id="{2773BEED-18F1-E045-9842-B0961DCCE75A}"/>
                </a:ext>
              </a:extLst>
            </p:cNvPr>
            <p:cNvSpPr txBox="1">
              <a:spLocks noChangeArrowheads="1"/>
            </p:cNvSpPr>
            <p:nvPr/>
          </p:nvSpPr>
          <p:spPr bwMode="auto">
            <a:xfrm>
              <a:off x="9849087" y="4367394"/>
              <a:ext cx="9541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 </a:t>
              </a: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0</a:t>
              </a:r>
            </a:p>
          </p:txBody>
        </p:sp>
        <p:sp>
          <p:nvSpPr>
            <p:cNvPr id="41" name="Text Box 16">
              <a:extLst>
                <a:ext uri="{FF2B5EF4-FFF2-40B4-BE49-F238E27FC236}">
                  <a16:creationId xmlns:a16="http://schemas.microsoft.com/office/drawing/2014/main" id="{1431E193-344C-D942-A74A-5CEEDF81F37D}"/>
                </a:ext>
              </a:extLst>
            </p:cNvPr>
            <p:cNvSpPr txBox="1">
              <a:spLocks noChangeArrowheads="1"/>
            </p:cNvSpPr>
            <p:nvPr/>
          </p:nvSpPr>
          <p:spPr bwMode="auto">
            <a:xfrm>
              <a:off x="9643830" y="6259322"/>
              <a:ext cx="10246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 -&gt; 1</a:t>
              </a:r>
            </a:p>
          </p:txBody>
        </p:sp>
      </p:grpSp>
      <p:grpSp>
        <p:nvGrpSpPr>
          <p:cNvPr id="8" name="Group 7">
            <a:extLst>
              <a:ext uri="{FF2B5EF4-FFF2-40B4-BE49-F238E27FC236}">
                <a16:creationId xmlns:a16="http://schemas.microsoft.com/office/drawing/2014/main" id="{64CBB938-955C-5845-9EF9-984B02536D24}"/>
              </a:ext>
            </a:extLst>
          </p:cNvPr>
          <p:cNvGrpSpPr/>
          <p:nvPr/>
        </p:nvGrpSpPr>
        <p:grpSpPr>
          <a:xfrm>
            <a:off x="8001634" y="1103085"/>
            <a:ext cx="3246937" cy="2992869"/>
            <a:chOff x="7232377" y="708301"/>
            <a:chExt cx="3769920" cy="3402168"/>
          </a:xfrm>
        </p:grpSpPr>
        <p:sp>
          <p:nvSpPr>
            <p:cNvPr id="43" name="Rectangle 61">
              <a:extLst>
                <a:ext uri="{FF2B5EF4-FFF2-40B4-BE49-F238E27FC236}">
                  <a16:creationId xmlns:a16="http://schemas.microsoft.com/office/drawing/2014/main" id="{73B85C70-6AD3-A74E-B899-2CAB2E6D8DEB}"/>
                </a:ext>
              </a:extLst>
            </p:cNvPr>
            <p:cNvSpPr>
              <a:spLocks noChangeArrowheads="1"/>
            </p:cNvSpPr>
            <p:nvPr/>
          </p:nvSpPr>
          <p:spPr bwMode="auto">
            <a:xfrm>
              <a:off x="7381311" y="3605438"/>
              <a:ext cx="2911022"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5000"/>
                </a:lnSpc>
                <a:spcBef>
                  <a:spcPts val="0"/>
                </a:spcBef>
                <a:spcAft>
                  <a:spcPts val="0"/>
                </a:spcAft>
                <a:buClr>
                  <a:srgbClr val="ED7D31"/>
                </a:buClr>
                <a:buSzPct val="85000"/>
                <a:buFont typeface="Wingdings" pitchFamily="2" charset="2"/>
                <a:buNone/>
                <a:tabLst/>
                <a:defRPr/>
              </a:pPr>
              <a:r>
                <a:rPr kumimoji="0" lang="en-US" altLang="en-US" sz="16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traffic intensity = </a:t>
              </a:r>
              <a:r>
                <a:rPr kumimoji="0" lang="en-US" altLang="en-US" sz="16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La/R</a:t>
              </a:r>
            </a:p>
          </p:txBody>
        </p:sp>
        <p:sp>
          <p:nvSpPr>
            <p:cNvPr id="44" name="Rectangle 61">
              <a:extLst>
                <a:ext uri="{FF2B5EF4-FFF2-40B4-BE49-F238E27FC236}">
                  <a16:creationId xmlns:a16="http://schemas.microsoft.com/office/drawing/2014/main" id="{D565FA6F-EE7F-1947-B171-B184CC646846}"/>
                </a:ext>
              </a:extLst>
            </p:cNvPr>
            <p:cNvSpPr>
              <a:spLocks noChangeArrowheads="1"/>
            </p:cNvSpPr>
            <p:nvPr/>
          </p:nvSpPr>
          <p:spPr bwMode="auto">
            <a:xfrm rot="-5400000">
              <a:off x="6114777" y="2075824"/>
              <a:ext cx="274002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5000"/>
                </a:lnSpc>
                <a:spcBef>
                  <a:spcPts val="0"/>
                </a:spcBef>
                <a:spcAft>
                  <a:spcPts val="0"/>
                </a:spcAft>
                <a:buClr>
                  <a:srgbClr val="ED7D31"/>
                </a:buClr>
                <a:buSzPct val="85000"/>
                <a:buFont typeface="Wingdings" pitchFamily="2" charset="2"/>
                <a:buNone/>
                <a:tabLst/>
                <a:defRPr/>
              </a:pPr>
              <a:r>
                <a:rPr kumimoji="0" lang="en-US" altLang="en-US" sz="16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average  queueing delay</a:t>
              </a:r>
            </a:p>
          </p:txBody>
        </p:sp>
        <p:cxnSp>
          <p:nvCxnSpPr>
            <p:cNvPr id="4" name="Straight Connector 3">
              <a:extLst>
                <a:ext uri="{FF2B5EF4-FFF2-40B4-BE49-F238E27FC236}">
                  <a16:creationId xmlns:a16="http://schemas.microsoft.com/office/drawing/2014/main" id="{A0ADD9BD-AAA5-0A4C-A989-80C8555AF5C9}"/>
                </a:ext>
              </a:extLst>
            </p:cNvPr>
            <p:cNvCxnSpPr/>
            <p:nvPr/>
          </p:nvCxnSpPr>
          <p:spPr>
            <a:xfrm>
              <a:off x="7616120" y="3540100"/>
              <a:ext cx="338617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92D706D-5B93-BF40-B02A-097828633F63}"/>
                </a:ext>
              </a:extLst>
            </p:cNvPr>
            <p:cNvCxnSpPr>
              <a:cxnSpLocks/>
            </p:cNvCxnSpPr>
            <p:nvPr/>
          </p:nvCxnSpPr>
          <p:spPr>
            <a:xfrm flipV="1">
              <a:off x="7601372" y="1041103"/>
              <a:ext cx="0" cy="25059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reeform 6">
              <a:extLst>
                <a:ext uri="{FF2B5EF4-FFF2-40B4-BE49-F238E27FC236}">
                  <a16:creationId xmlns:a16="http://schemas.microsoft.com/office/drawing/2014/main" id="{60D82080-1EB0-1D48-9322-5FD97E7CB228}"/>
                </a:ext>
              </a:extLst>
            </p:cNvPr>
            <p:cNvSpPr/>
            <p:nvPr/>
          </p:nvSpPr>
          <p:spPr>
            <a:xfrm>
              <a:off x="7616120" y="708301"/>
              <a:ext cx="2743200" cy="2816942"/>
            </a:xfrm>
            <a:custGeom>
              <a:avLst/>
              <a:gdLst>
                <a:gd name="connsiteX0" fmla="*/ 0 w 2743200"/>
                <a:gd name="connsiteY0" fmla="*/ 2816942 h 2824866"/>
                <a:gd name="connsiteX1" fmla="*/ 663677 w 2743200"/>
                <a:gd name="connsiteY1" fmla="*/ 2802193 h 2824866"/>
                <a:gd name="connsiteX2" fmla="*/ 1976284 w 2743200"/>
                <a:gd name="connsiteY2" fmla="*/ 2625212 h 2824866"/>
                <a:gd name="connsiteX3" fmla="*/ 2551471 w 2743200"/>
                <a:gd name="connsiteY3" fmla="*/ 1946787 h 2824866"/>
                <a:gd name="connsiteX4" fmla="*/ 2743200 w 2743200"/>
                <a:gd name="connsiteY4" fmla="*/ 0 h 2824866"/>
                <a:gd name="connsiteX0" fmla="*/ 0 w 2743200"/>
                <a:gd name="connsiteY0" fmla="*/ 2816942 h 2821238"/>
                <a:gd name="connsiteX1" fmla="*/ 663677 w 2743200"/>
                <a:gd name="connsiteY1" fmla="*/ 2802193 h 2821238"/>
                <a:gd name="connsiteX2" fmla="*/ 1976284 w 2743200"/>
                <a:gd name="connsiteY2" fmla="*/ 2625212 h 2821238"/>
                <a:gd name="connsiteX3" fmla="*/ 2551471 w 2743200"/>
                <a:gd name="connsiteY3" fmla="*/ 1946787 h 2821238"/>
                <a:gd name="connsiteX4" fmla="*/ 2743200 w 2743200"/>
                <a:gd name="connsiteY4" fmla="*/ 0 h 2821238"/>
                <a:gd name="connsiteX0" fmla="*/ 0 w 2743200"/>
                <a:gd name="connsiteY0" fmla="*/ 2816942 h 2816942"/>
                <a:gd name="connsiteX1" fmla="*/ 663677 w 2743200"/>
                <a:gd name="connsiteY1" fmla="*/ 2802193 h 2816942"/>
                <a:gd name="connsiteX2" fmla="*/ 1976284 w 2743200"/>
                <a:gd name="connsiteY2" fmla="*/ 2625212 h 2816942"/>
                <a:gd name="connsiteX3" fmla="*/ 2551471 w 2743200"/>
                <a:gd name="connsiteY3" fmla="*/ 1946787 h 2816942"/>
                <a:gd name="connsiteX4" fmla="*/ 2743200 w 2743200"/>
                <a:gd name="connsiteY4" fmla="*/ 0 h 2816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816942">
                  <a:moveTo>
                    <a:pt x="0" y="2816942"/>
                  </a:moveTo>
                  <a:cubicBezTo>
                    <a:pt x="363998" y="2816020"/>
                    <a:pt x="477171" y="2811923"/>
                    <a:pt x="663677" y="2802193"/>
                  </a:cubicBezTo>
                  <a:cubicBezTo>
                    <a:pt x="850183" y="2792463"/>
                    <a:pt x="1661652" y="2767780"/>
                    <a:pt x="1976284" y="2625212"/>
                  </a:cubicBezTo>
                  <a:cubicBezTo>
                    <a:pt x="2290916" y="2482644"/>
                    <a:pt x="2423652" y="2384322"/>
                    <a:pt x="2551471" y="1946787"/>
                  </a:cubicBezTo>
                  <a:cubicBezTo>
                    <a:pt x="2679290" y="1509252"/>
                    <a:pt x="2711245" y="754626"/>
                    <a:pt x="2743200" y="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9" name="Straight Connector 48">
              <a:extLst>
                <a:ext uri="{FF2B5EF4-FFF2-40B4-BE49-F238E27FC236}">
                  <a16:creationId xmlns:a16="http://schemas.microsoft.com/office/drawing/2014/main" id="{AD56710D-BCD1-D24F-A4F9-77096E20A72E}"/>
                </a:ext>
              </a:extLst>
            </p:cNvPr>
            <p:cNvCxnSpPr>
              <a:cxnSpLocks/>
            </p:cNvCxnSpPr>
            <p:nvPr/>
          </p:nvCxnSpPr>
          <p:spPr>
            <a:xfrm flipV="1">
              <a:off x="10442559" y="1034169"/>
              <a:ext cx="0" cy="250593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0" name="Rectangle 61">
              <a:extLst>
                <a:ext uri="{FF2B5EF4-FFF2-40B4-BE49-F238E27FC236}">
                  <a16:creationId xmlns:a16="http://schemas.microsoft.com/office/drawing/2014/main" id="{0FBDF69D-B808-184B-8874-313F4C390D12}"/>
                </a:ext>
              </a:extLst>
            </p:cNvPr>
            <p:cNvSpPr>
              <a:spLocks noChangeArrowheads="1"/>
            </p:cNvSpPr>
            <p:nvPr/>
          </p:nvSpPr>
          <p:spPr bwMode="auto">
            <a:xfrm>
              <a:off x="10214306" y="3605644"/>
              <a:ext cx="50958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5000"/>
                </a:lnSpc>
                <a:spcBef>
                  <a:spcPts val="0"/>
                </a:spcBef>
                <a:spcAft>
                  <a:spcPts val="0"/>
                </a:spcAft>
                <a:buClr>
                  <a:srgbClr val="ED7D31"/>
                </a:buClr>
                <a:buSzPct val="85000"/>
                <a:buFont typeface="Wingdings" pitchFamily="2" charset="2"/>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a:t>
              </a:r>
              <a:endParaRPr kumimoji="0" lang="en-US" altLang="en-US" sz="16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35" name="Group 34">
            <a:extLst>
              <a:ext uri="{FF2B5EF4-FFF2-40B4-BE49-F238E27FC236}">
                <a16:creationId xmlns:a16="http://schemas.microsoft.com/office/drawing/2014/main" id="{968DE26F-E1EB-6340-A73C-A69AEE44E1A3}"/>
              </a:ext>
            </a:extLst>
          </p:cNvPr>
          <p:cNvGrpSpPr/>
          <p:nvPr/>
        </p:nvGrpSpPr>
        <p:grpSpPr>
          <a:xfrm>
            <a:off x="1199878" y="3314700"/>
            <a:ext cx="3457968" cy="523220"/>
            <a:chOff x="1211074" y="3275230"/>
            <a:chExt cx="3457968" cy="523220"/>
          </a:xfrm>
        </p:grpSpPr>
        <p:sp>
          <p:nvSpPr>
            <p:cNvPr id="37" name="TextBox 36">
              <a:extLst>
                <a:ext uri="{FF2B5EF4-FFF2-40B4-BE49-F238E27FC236}">
                  <a16:creationId xmlns:a16="http://schemas.microsoft.com/office/drawing/2014/main" id="{DD8FA4E1-6E52-6E45-BE14-7A8BD35AF254}"/>
                </a:ext>
              </a:extLst>
            </p:cNvPr>
            <p:cNvSpPr txBox="1"/>
            <p:nvPr/>
          </p:nvSpPr>
          <p:spPr>
            <a:xfrm>
              <a:off x="2188876" y="3327958"/>
              <a:ext cx="24801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rate of bits</a:t>
              </a:r>
            </a:p>
          </p:txBody>
        </p:sp>
        <p:sp>
          <p:nvSpPr>
            <p:cNvPr id="31" name="TextBox 30">
              <a:extLst>
                <a:ext uri="{FF2B5EF4-FFF2-40B4-BE49-F238E27FC236}">
                  <a16:creationId xmlns:a16="http://schemas.microsoft.com/office/drawing/2014/main" id="{C01B4976-C8AE-174D-9311-91F8A265BA23}"/>
                </a:ext>
              </a:extLst>
            </p:cNvPr>
            <p:cNvSpPr txBox="1"/>
            <p:nvPr/>
          </p:nvSpPr>
          <p:spPr>
            <a:xfrm>
              <a:off x="1211074" y="3275230"/>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28" name="Group 27">
            <a:extLst>
              <a:ext uri="{FF2B5EF4-FFF2-40B4-BE49-F238E27FC236}">
                <a16:creationId xmlns:a16="http://schemas.microsoft.com/office/drawing/2014/main" id="{F721EE9D-CD4D-004A-84CA-31C281B024A8}"/>
              </a:ext>
            </a:extLst>
          </p:cNvPr>
          <p:cNvGrpSpPr/>
          <p:nvPr/>
        </p:nvGrpSpPr>
        <p:grpSpPr>
          <a:xfrm>
            <a:off x="1066278" y="2847705"/>
            <a:ext cx="3490678" cy="523220"/>
            <a:chOff x="1066278" y="2873829"/>
            <a:chExt cx="3490678" cy="523220"/>
          </a:xfrm>
        </p:grpSpPr>
        <p:sp>
          <p:nvSpPr>
            <p:cNvPr id="30" name="TextBox 29">
              <a:extLst>
                <a:ext uri="{FF2B5EF4-FFF2-40B4-BE49-F238E27FC236}">
                  <a16:creationId xmlns:a16="http://schemas.microsoft.com/office/drawing/2014/main" id="{2F034B6D-9F3F-EF42-917A-B59F6EAB30BB}"/>
                </a:ext>
              </a:extLst>
            </p:cNvPr>
            <p:cNvSpPr txBox="1"/>
            <p:nvPr/>
          </p:nvSpPr>
          <p:spPr>
            <a:xfrm>
              <a:off x="2169123" y="2910251"/>
              <a:ext cx="238783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arrival rate of bits</a:t>
              </a:r>
            </a:p>
          </p:txBody>
        </p:sp>
        <p:grpSp>
          <p:nvGrpSpPr>
            <p:cNvPr id="27" name="Group 26">
              <a:extLst>
                <a:ext uri="{FF2B5EF4-FFF2-40B4-BE49-F238E27FC236}">
                  <a16:creationId xmlns:a16="http://schemas.microsoft.com/office/drawing/2014/main" id="{7C0CBFD6-32CD-E94E-9190-978FFA7B0691}"/>
                </a:ext>
              </a:extLst>
            </p:cNvPr>
            <p:cNvGrpSpPr/>
            <p:nvPr/>
          </p:nvGrpSpPr>
          <p:grpSpPr>
            <a:xfrm>
              <a:off x="1066278" y="2873829"/>
              <a:ext cx="681588" cy="523220"/>
              <a:chOff x="1066278" y="2873829"/>
              <a:chExt cx="681588" cy="523220"/>
            </a:xfrm>
          </p:grpSpPr>
          <p:sp>
            <p:nvSpPr>
              <p:cNvPr id="9" name="TextBox 8">
                <a:extLst>
                  <a:ext uri="{FF2B5EF4-FFF2-40B4-BE49-F238E27FC236}">
                    <a16:creationId xmlns:a16="http://schemas.microsoft.com/office/drawing/2014/main" id="{F9845216-48CA-8A4D-BC7A-8DFDC99E6171}"/>
                  </a:ext>
                </a:extLst>
              </p:cNvPr>
              <p:cNvSpPr txBox="1"/>
              <p:nvPr/>
            </p:nvSpPr>
            <p:spPr>
              <a:xfrm>
                <a:off x="1066278" y="2873829"/>
                <a:ext cx="3353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L</a:t>
                </a:r>
              </a:p>
            </p:txBody>
          </p:sp>
          <p:sp>
            <p:nvSpPr>
              <p:cNvPr id="23" name="TextBox 22">
                <a:extLst>
                  <a:ext uri="{FF2B5EF4-FFF2-40B4-BE49-F238E27FC236}">
                    <a16:creationId xmlns:a16="http://schemas.microsoft.com/office/drawing/2014/main" id="{1A53F0E9-8E80-A943-9832-323BDA97F5BF}"/>
                  </a:ext>
                </a:extLst>
              </p:cNvPr>
              <p:cNvSpPr txBox="1"/>
              <p:nvPr/>
            </p:nvSpPr>
            <p:spPr>
              <a:xfrm>
                <a:off x="1378854" y="2873829"/>
                <a:ext cx="36901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a:t>
                </a:r>
              </a:p>
            </p:txBody>
          </p:sp>
          <p:sp>
            <p:nvSpPr>
              <p:cNvPr id="15" name="TextBox 14">
                <a:extLst>
                  <a:ext uri="{FF2B5EF4-FFF2-40B4-BE49-F238E27FC236}">
                    <a16:creationId xmlns:a16="http://schemas.microsoft.com/office/drawing/2014/main" id="{E33B9835-FBCA-2945-B2FE-6A65F179414A}"/>
                  </a:ext>
                </a:extLst>
              </p:cNvPr>
              <p:cNvSpPr txBox="1"/>
              <p:nvPr/>
            </p:nvSpPr>
            <p:spPr>
              <a:xfrm>
                <a:off x="1278923" y="2909664"/>
                <a:ext cx="2423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grpSp>
      <p:grpSp>
        <p:nvGrpSpPr>
          <p:cNvPr id="42" name="Group 41">
            <a:extLst>
              <a:ext uri="{FF2B5EF4-FFF2-40B4-BE49-F238E27FC236}">
                <a16:creationId xmlns:a16="http://schemas.microsoft.com/office/drawing/2014/main" id="{B8A52679-E3D0-7A40-AFD1-ED1F5DDCFEFF}"/>
              </a:ext>
            </a:extLst>
          </p:cNvPr>
          <p:cNvGrpSpPr/>
          <p:nvPr/>
        </p:nvGrpSpPr>
        <p:grpSpPr>
          <a:xfrm>
            <a:off x="1204684" y="2981937"/>
            <a:ext cx="3323775" cy="584775"/>
            <a:chOff x="1204684" y="2981937"/>
            <a:chExt cx="3323775" cy="584775"/>
          </a:xfrm>
        </p:grpSpPr>
        <p:cxnSp>
          <p:nvCxnSpPr>
            <p:cNvPr id="33" name="Straight Connector 32">
              <a:extLst>
                <a:ext uri="{FF2B5EF4-FFF2-40B4-BE49-F238E27FC236}">
                  <a16:creationId xmlns:a16="http://schemas.microsoft.com/office/drawing/2014/main" id="{54B20A77-13F3-3949-9616-C4379DD39AC0}"/>
                </a:ext>
              </a:extLst>
            </p:cNvPr>
            <p:cNvCxnSpPr>
              <a:cxnSpLocks/>
            </p:cNvCxnSpPr>
            <p:nvPr/>
          </p:nvCxnSpPr>
          <p:spPr>
            <a:xfrm>
              <a:off x="2300167" y="3338737"/>
              <a:ext cx="222829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BD9D88F-A0EC-DA4A-90D7-298338304867}"/>
                </a:ext>
              </a:extLst>
            </p:cNvPr>
            <p:cNvCxnSpPr>
              <a:cxnSpLocks/>
            </p:cNvCxnSpPr>
            <p:nvPr/>
          </p:nvCxnSpPr>
          <p:spPr>
            <a:xfrm>
              <a:off x="1204684" y="3342018"/>
              <a:ext cx="3483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0E5C3780-9436-0E4E-AA3C-69E9505009EA}"/>
                </a:ext>
              </a:extLst>
            </p:cNvPr>
            <p:cNvSpPr txBox="1"/>
            <p:nvPr/>
          </p:nvSpPr>
          <p:spPr>
            <a:xfrm>
              <a:off x="1687802" y="2981937"/>
              <a:ext cx="63862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5" name="TextBox 24">
            <a:extLst>
              <a:ext uri="{FF2B5EF4-FFF2-40B4-BE49-F238E27FC236}">
                <a16:creationId xmlns:a16="http://schemas.microsoft.com/office/drawing/2014/main" id="{9214578D-0F9A-7D4F-B8DE-DB101BD0AEFD}"/>
              </a:ext>
            </a:extLst>
          </p:cNvPr>
          <p:cNvSpPr txBox="1"/>
          <p:nvPr/>
        </p:nvSpPr>
        <p:spPr>
          <a:xfrm>
            <a:off x="5025350" y="2902857"/>
            <a:ext cx="1582613" cy="95410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3"/>
                </a:solidFill>
                <a:effectLst/>
                <a:uLnTx/>
                <a:uFillTx/>
                <a:latin typeface="Calibri" panose="020F0502020204030204"/>
                <a:ea typeface="+mn-ea"/>
                <a:cs typeface="+mn-cs"/>
              </a:rPr>
              <a:t>“traffic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3"/>
                </a:solidFill>
                <a:effectLst/>
                <a:uLnTx/>
                <a:uFillTx/>
                <a:latin typeface="Calibri" panose="020F0502020204030204"/>
                <a:ea typeface="+mn-ea"/>
                <a:cs typeface="+mn-cs"/>
              </a:rPr>
              <a:t>intensity”</a:t>
            </a:r>
          </a:p>
        </p:txBody>
      </p:sp>
      <p:sp>
        <p:nvSpPr>
          <p:cNvPr id="32" name="Slide Number Placeholder 5">
            <a:extLst>
              <a:ext uri="{FF2B5EF4-FFF2-40B4-BE49-F238E27FC236}">
                <a16:creationId xmlns:a16="http://schemas.microsoft.com/office/drawing/2014/main" id="{0FDC591A-D31D-2A45-AA1E-B568041AA95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52</a:t>
            </a:fld>
            <a:endParaRPr lang="en-US" dirty="0"/>
          </a:p>
        </p:txBody>
      </p:sp>
    </p:spTree>
    <p:extLst>
      <p:ext uri="{BB962C8B-B14F-4D97-AF65-F5344CB8AC3E}">
        <p14:creationId xmlns:p14="http://schemas.microsoft.com/office/powerpoint/2010/main" val="3081701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dissolve">
                                      <p:cBhvr>
                                        <p:cTn id="7" dur="5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dissolve">
                                      <p:cBhvr>
                                        <p:cTn id="21" dur="500"/>
                                        <p:tgtEl>
                                          <p:spTgt spid="2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dissolve">
                                      <p:cBhvr>
                                        <p:cTn id="26" dur="500"/>
                                        <p:tgtEl>
                                          <p:spTgt spid="3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dissolve">
                                      <p:cBhvr>
                                        <p:cTn id="31" dur="500"/>
                                        <p:tgtEl>
                                          <p:spTgt spid="8"/>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2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Line 38">
            <a:extLst>
              <a:ext uri="{FF2B5EF4-FFF2-40B4-BE49-F238E27FC236}">
                <a16:creationId xmlns:a16="http://schemas.microsoft.com/office/drawing/2014/main" id="{54E266FC-2C53-E845-810D-72800D812F60}"/>
              </a:ext>
            </a:extLst>
          </p:cNvPr>
          <p:cNvSpPr>
            <a:spLocks noChangeShapeType="1"/>
          </p:cNvSpPr>
          <p:nvPr/>
        </p:nvSpPr>
        <p:spPr bwMode="auto">
          <a:xfrm>
            <a:off x="2831406" y="5366286"/>
            <a:ext cx="469144" cy="3154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105">
            <a:extLst>
              <a:ext uri="{FF2B5EF4-FFF2-40B4-BE49-F238E27FC236}">
                <a16:creationId xmlns:a16="http://schemas.microsoft.com/office/drawing/2014/main" id="{BF1773B1-5019-2B4A-BE6A-B8195D8981B9}"/>
              </a:ext>
            </a:extLst>
          </p:cNvPr>
          <p:cNvSpPr>
            <a:spLocks noChangeShapeType="1"/>
          </p:cNvSpPr>
          <p:nvPr/>
        </p:nvSpPr>
        <p:spPr bwMode="auto">
          <a:xfrm flipV="1">
            <a:off x="3691311" y="5467468"/>
            <a:ext cx="639909"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1" name="Group 180">
            <a:extLst>
              <a:ext uri="{FF2B5EF4-FFF2-40B4-BE49-F238E27FC236}">
                <a16:creationId xmlns:a16="http://schemas.microsoft.com/office/drawing/2014/main" id="{349EA779-C782-D646-A376-27962D2DE8E5}"/>
              </a:ext>
            </a:extLst>
          </p:cNvPr>
          <p:cNvGrpSpPr/>
          <p:nvPr/>
        </p:nvGrpSpPr>
        <p:grpSpPr>
          <a:xfrm>
            <a:off x="3109054" y="5514269"/>
            <a:ext cx="860625" cy="398511"/>
            <a:chOff x="7493876" y="2774731"/>
            <a:chExt cx="1481958" cy="894622"/>
          </a:xfrm>
        </p:grpSpPr>
        <p:sp>
          <p:nvSpPr>
            <p:cNvPr id="182" name="Freeform 181">
              <a:extLst>
                <a:ext uri="{FF2B5EF4-FFF2-40B4-BE49-F238E27FC236}">
                  <a16:creationId xmlns:a16="http://schemas.microsoft.com/office/drawing/2014/main" id="{051DA911-6679-5545-AC55-97B68D0A590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3" name="Oval 182">
              <a:extLst>
                <a:ext uri="{FF2B5EF4-FFF2-40B4-BE49-F238E27FC236}">
                  <a16:creationId xmlns:a16="http://schemas.microsoft.com/office/drawing/2014/main" id="{1B387723-AD5A-6B40-86DC-4E06378B6C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4" name="Group 183">
              <a:extLst>
                <a:ext uri="{FF2B5EF4-FFF2-40B4-BE49-F238E27FC236}">
                  <a16:creationId xmlns:a16="http://schemas.microsoft.com/office/drawing/2014/main" id="{EAEAA504-561F-934C-865A-D764D9D4B585}"/>
                </a:ext>
              </a:extLst>
            </p:cNvPr>
            <p:cNvGrpSpPr/>
            <p:nvPr/>
          </p:nvGrpSpPr>
          <p:grpSpPr>
            <a:xfrm>
              <a:off x="7713663" y="2848339"/>
              <a:ext cx="1042107" cy="425543"/>
              <a:chOff x="7786941" y="2884917"/>
              <a:chExt cx="897649" cy="353919"/>
            </a:xfrm>
          </p:grpSpPr>
          <p:sp>
            <p:nvSpPr>
              <p:cNvPr id="185" name="Freeform 184">
                <a:extLst>
                  <a:ext uri="{FF2B5EF4-FFF2-40B4-BE49-F238E27FC236}">
                    <a16:creationId xmlns:a16="http://schemas.microsoft.com/office/drawing/2014/main" id="{B39429AE-64BE-C648-B108-3B471FFD1A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Freeform 185">
                <a:extLst>
                  <a:ext uri="{FF2B5EF4-FFF2-40B4-BE49-F238E27FC236}">
                    <a16:creationId xmlns:a16="http://schemas.microsoft.com/office/drawing/2014/main" id="{109B151A-13E2-DE44-ACE5-AC68DBD136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7" name="Freeform 186">
                <a:extLst>
                  <a:ext uri="{FF2B5EF4-FFF2-40B4-BE49-F238E27FC236}">
                    <a16:creationId xmlns:a16="http://schemas.microsoft.com/office/drawing/2014/main" id="{EF70FD4D-FD10-ED44-BB61-DD85162EEA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F03C20EC-4A97-134D-9A10-FFE3DDFF03F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 name="Line 106">
            <a:extLst>
              <a:ext uri="{FF2B5EF4-FFF2-40B4-BE49-F238E27FC236}">
                <a16:creationId xmlns:a16="http://schemas.microsoft.com/office/drawing/2014/main" id="{254FEBFF-881B-E94A-B5B4-5A077C547A5D}"/>
              </a:ext>
            </a:extLst>
          </p:cNvPr>
          <p:cNvSpPr>
            <a:spLocks noChangeShapeType="1"/>
          </p:cNvSpPr>
          <p:nvPr/>
        </p:nvSpPr>
        <p:spPr bwMode="auto">
          <a:xfrm>
            <a:off x="4626350" y="54515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08">
            <a:extLst>
              <a:ext uri="{FF2B5EF4-FFF2-40B4-BE49-F238E27FC236}">
                <a16:creationId xmlns:a16="http://schemas.microsoft.com/office/drawing/2014/main" id="{524659AB-C458-864A-B318-E8190017E7B8}"/>
              </a:ext>
            </a:extLst>
          </p:cNvPr>
          <p:cNvSpPr>
            <a:spLocks noChangeShapeType="1"/>
          </p:cNvSpPr>
          <p:nvPr/>
        </p:nvSpPr>
        <p:spPr bwMode="auto">
          <a:xfrm flipH="1">
            <a:off x="4388223" y="5062655"/>
            <a:ext cx="661222" cy="2730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91">
            <a:extLst>
              <a:ext uri="{FF2B5EF4-FFF2-40B4-BE49-F238E27FC236}">
                <a16:creationId xmlns:a16="http://schemas.microsoft.com/office/drawing/2014/main" id="{EB8F889A-4D2D-1B4E-8BFD-EC217EFF65EB}"/>
              </a:ext>
            </a:extLst>
          </p:cNvPr>
          <p:cNvSpPr>
            <a:spLocks noChangeShapeType="1"/>
          </p:cNvSpPr>
          <p:nvPr/>
        </p:nvSpPr>
        <p:spPr bwMode="auto">
          <a:xfrm>
            <a:off x="4356474" y="558335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DA77B42D-EF91-9343-B8AA-7F791CA6173D}"/>
              </a:ext>
            </a:extLst>
          </p:cNvPr>
          <p:cNvGrpSpPr/>
          <p:nvPr/>
        </p:nvGrpSpPr>
        <p:grpSpPr>
          <a:xfrm>
            <a:off x="3957067" y="5203592"/>
            <a:ext cx="860625" cy="398511"/>
            <a:chOff x="7493876" y="2774731"/>
            <a:chExt cx="1481958" cy="894622"/>
          </a:xfrm>
        </p:grpSpPr>
        <p:sp>
          <p:nvSpPr>
            <p:cNvPr id="173" name="Freeform 172">
              <a:extLst>
                <a:ext uri="{FF2B5EF4-FFF2-40B4-BE49-F238E27FC236}">
                  <a16:creationId xmlns:a16="http://schemas.microsoft.com/office/drawing/2014/main" id="{717B3640-CBA8-9D4D-B10E-118D837582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4" name="Oval 173">
              <a:extLst>
                <a:ext uri="{FF2B5EF4-FFF2-40B4-BE49-F238E27FC236}">
                  <a16:creationId xmlns:a16="http://schemas.microsoft.com/office/drawing/2014/main" id="{3DF87D0C-16B9-0242-9434-F058BACF6A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5" name="Group 174">
              <a:extLst>
                <a:ext uri="{FF2B5EF4-FFF2-40B4-BE49-F238E27FC236}">
                  <a16:creationId xmlns:a16="http://schemas.microsoft.com/office/drawing/2014/main" id="{875F2C4B-EC99-0546-B8BC-E6ABDA1C57CF}"/>
                </a:ext>
              </a:extLst>
            </p:cNvPr>
            <p:cNvGrpSpPr/>
            <p:nvPr/>
          </p:nvGrpSpPr>
          <p:grpSpPr>
            <a:xfrm>
              <a:off x="7713663" y="2848339"/>
              <a:ext cx="1042107" cy="425543"/>
              <a:chOff x="7786941" y="2884917"/>
              <a:chExt cx="897649" cy="353919"/>
            </a:xfrm>
          </p:grpSpPr>
          <p:sp>
            <p:nvSpPr>
              <p:cNvPr id="176" name="Freeform 175">
                <a:extLst>
                  <a:ext uri="{FF2B5EF4-FFF2-40B4-BE49-F238E27FC236}">
                    <a16:creationId xmlns:a16="http://schemas.microsoft.com/office/drawing/2014/main" id="{7AB43264-5575-584F-8FE6-D1C2C13E1C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99D8A414-A25C-5C43-9BC9-95C40A420E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Freeform 177">
                <a:extLst>
                  <a:ext uri="{FF2B5EF4-FFF2-40B4-BE49-F238E27FC236}">
                    <a16:creationId xmlns:a16="http://schemas.microsoft.com/office/drawing/2014/main" id="{B398E537-2A8D-B343-AFFC-0C206FB72B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Freeform 178">
                <a:extLst>
                  <a:ext uri="{FF2B5EF4-FFF2-40B4-BE49-F238E27FC236}">
                    <a16:creationId xmlns:a16="http://schemas.microsoft.com/office/drawing/2014/main" id="{8F5B5F4D-A081-8041-8446-B98FF77714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2" name="Line 113">
            <a:extLst>
              <a:ext uri="{FF2B5EF4-FFF2-40B4-BE49-F238E27FC236}">
                <a16:creationId xmlns:a16="http://schemas.microsoft.com/office/drawing/2014/main" id="{EEC03E85-460E-344B-B658-EA55A9271333}"/>
              </a:ext>
            </a:extLst>
          </p:cNvPr>
          <p:cNvSpPr>
            <a:spLocks noChangeShapeType="1"/>
          </p:cNvSpPr>
          <p:nvPr/>
        </p:nvSpPr>
        <p:spPr bwMode="auto">
          <a:xfrm flipH="1">
            <a:off x="5602660" y="5511918"/>
            <a:ext cx="865759" cy="1444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4">
            <a:extLst>
              <a:ext uri="{FF2B5EF4-FFF2-40B4-BE49-F238E27FC236}">
                <a16:creationId xmlns:a16="http://schemas.microsoft.com/office/drawing/2014/main" id="{6AFF4B42-51C0-8447-92BB-FCA57D50B68A}"/>
              </a:ext>
            </a:extLst>
          </p:cNvPr>
          <p:cNvSpPr>
            <a:spLocks noChangeShapeType="1"/>
          </p:cNvSpPr>
          <p:nvPr/>
        </p:nvSpPr>
        <p:spPr bwMode="auto">
          <a:xfrm flipH="1">
            <a:off x="4997823" y="5773855"/>
            <a:ext cx="487128"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CEAC493A-EEEF-7C4F-AA98-1801621812D4}"/>
              </a:ext>
            </a:extLst>
          </p:cNvPr>
          <p:cNvGrpSpPr/>
          <p:nvPr/>
        </p:nvGrpSpPr>
        <p:grpSpPr>
          <a:xfrm>
            <a:off x="4985387" y="5543879"/>
            <a:ext cx="860625" cy="398511"/>
            <a:chOff x="7493876" y="2774731"/>
            <a:chExt cx="1481958" cy="894622"/>
          </a:xfrm>
        </p:grpSpPr>
        <p:sp>
          <p:nvSpPr>
            <p:cNvPr id="165" name="Freeform 164">
              <a:extLst>
                <a:ext uri="{FF2B5EF4-FFF2-40B4-BE49-F238E27FC236}">
                  <a16:creationId xmlns:a16="http://schemas.microsoft.com/office/drawing/2014/main" id="{7C772A01-ED51-DF4C-9654-6B6278386C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6" name="Oval 165">
              <a:extLst>
                <a:ext uri="{FF2B5EF4-FFF2-40B4-BE49-F238E27FC236}">
                  <a16:creationId xmlns:a16="http://schemas.microsoft.com/office/drawing/2014/main" id="{B003DFE7-C366-8140-9629-CD63DF215ED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7" name="Group 166">
              <a:extLst>
                <a:ext uri="{FF2B5EF4-FFF2-40B4-BE49-F238E27FC236}">
                  <a16:creationId xmlns:a16="http://schemas.microsoft.com/office/drawing/2014/main" id="{5F84292C-45D7-D245-AF05-1049328026B3}"/>
                </a:ext>
              </a:extLst>
            </p:cNvPr>
            <p:cNvGrpSpPr/>
            <p:nvPr/>
          </p:nvGrpSpPr>
          <p:grpSpPr>
            <a:xfrm>
              <a:off x="7713663" y="2848339"/>
              <a:ext cx="1042107" cy="425543"/>
              <a:chOff x="7786941" y="2884917"/>
              <a:chExt cx="897649" cy="353919"/>
            </a:xfrm>
          </p:grpSpPr>
          <p:sp>
            <p:nvSpPr>
              <p:cNvPr id="168" name="Freeform 167">
                <a:extLst>
                  <a:ext uri="{FF2B5EF4-FFF2-40B4-BE49-F238E27FC236}">
                    <a16:creationId xmlns:a16="http://schemas.microsoft.com/office/drawing/2014/main" id="{672ECA71-4ED1-A742-8D27-C7DD78E812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AB422B19-1B67-F744-AB96-3C00EBB25F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Freeform 169">
                <a:extLst>
                  <a:ext uri="{FF2B5EF4-FFF2-40B4-BE49-F238E27FC236}">
                    <a16:creationId xmlns:a16="http://schemas.microsoft.com/office/drawing/2014/main" id="{64DBC56A-851B-1045-8E18-0E1AE5828A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1" name="Freeform 170">
                <a:extLst>
                  <a:ext uri="{FF2B5EF4-FFF2-40B4-BE49-F238E27FC236}">
                    <a16:creationId xmlns:a16="http://schemas.microsoft.com/office/drawing/2014/main" id="{687D1E8F-A9D2-414E-B37C-C2A41CFCDB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324511"/>
            <a:ext cx="10342830" cy="18853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do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 Internet delay &amp; loss look like? </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traceroute</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provides delay measurement from source to router along end-end Internet path towards destination.  For all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a:t>
            </a:r>
          </a:p>
        </p:txBody>
      </p:sp>
      <p:sp>
        <p:nvSpPr>
          <p:cNvPr id="23" name="Line 260">
            <a:extLst>
              <a:ext uri="{FF2B5EF4-FFF2-40B4-BE49-F238E27FC236}">
                <a16:creationId xmlns:a16="http://schemas.microsoft.com/office/drawing/2014/main" id="{146ED7EC-5957-5A4D-8C10-71CB9EFF9CF6}"/>
              </a:ext>
            </a:extLst>
          </p:cNvPr>
          <p:cNvSpPr>
            <a:spLocks noChangeShapeType="1"/>
          </p:cNvSpPr>
          <p:nvPr/>
        </p:nvSpPr>
        <p:spPr bwMode="auto">
          <a:xfrm>
            <a:off x="6721850" y="5476993"/>
            <a:ext cx="677550" cy="2079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61">
            <a:extLst>
              <a:ext uri="{FF2B5EF4-FFF2-40B4-BE49-F238E27FC236}">
                <a16:creationId xmlns:a16="http://schemas.microsoft.com/office/drawing/2014/main" id="{7F082344-D846-A442-8098-3870FBC04E2E}"/>
              </a:ext>
            </a:extLst>
          </p:cNvPr>
          <p:cNvSpPr>
            <a:spLocks noChangeShapeType="1"/>
          </p:cNvSpPr>
          <p:nvPr/>
        </p:nvSpPr>
        <p:spPr bwMode="auto">
          <a:xfrm flipH="1">
            <a:off x="7660060" y="5423018"/>
            <a:ext cx="777191" cy="2778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92">
            <a:extLst>
              <a:ext uri="{FF2B5EF4-FFF2-40B4-BE49-F238E27FC236}">
                <a16:creationId xmlns:a16="http://schemas.microsoft.com/office/drawing/2014/main" id="{F2A2632A-A659-1B45-9C0A-17E3A7312946}"/>
              </a:ext>
            </a:extLst>
          </p:cNvPr>
          <p:cNvSpPr>
            <a:spLocks noChangeShapeType="1"/>
          </p:cNvSpPr>
          <p:nvPr/>
        </p:nvSpPr>
        <p:spPr bwMode="auto">
          <a:xfrm>
            <a:off x="6280524" y="5170605"/>
            <a:ext cx="318847"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5">
            <a:extLst>
              <a:ext uri="{FF2B5EF4-FFF2-40B4-BE49-F238E27FC236}">
                <a16:creationId xmlns:a16="http://schemas.microsoft.com/office/drawing/2014/main" id="{69CE8977-5EAF-2D48-AB87-ABB232029696}"/>
              </a:ext>
            </a:extLst>
          </p:cNvPr>
          <p:cNvSpPr>
            <a:spLocks noChangeShapeType="1"/>
          </p:cNvSpPr>
          <p:nvPr/>
        </p:nvSpPr>
        <p:spPr bwMode="auto">
          <a:xfrm>
            <a:off x="5394926" y="5277473"/>
            <a:ext cx="8857"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 Box 300">
            <a:extLst>
              <a:ext uri="{FF2B5EF4-FFF2-40B4-BE49-F238E27FC236}">
                <a16:creationId xmlns:a16="http://schemas.microsoft.com/office/drawing/2014/main" id="{A650D718-81E6-C34A-AA06-669C83840015}"/>
              </a:ext>
            </a:extLst>
          </p:cNvPr>
          <p:cNvSpPr txBox="1">
            <a:spLocks noChangeArrowheads="1"/>
          </p:cNvSpPr>
          <p:nvPr/>
        </p:nvSpPr>
        <p:spPr bwMode="auto">
          <a:xfrm>
            <a:off x="2999161" y="5135680"/>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0" name="Text Box 302">
            <a:extLst>
              <a:ext uri="{FF2B5EF4-FFF2-40B4-BE49-F238E27FC236}">
                <a16:creationId xmlns:a16="http://schemas.microsoft.com/office/drawing/2014/main" id="{8C2F6269-CD63-DC47-AA5A-D6F6AD85E9F6}"/>
              </a:ext>
            </a:extLst>
          </p:cNvPr>
          <p:cNvSpPr txBox="1">
            <a:spLocks noChangeArrowheads="1"/>
          </p:cNvSpPr>
          <p:nvPr/>
        </p:nvSpPr>
        <p:spPr bwMode="auto">
          <a:xfrm>
            <a:off x="3613524" y="5696068"/>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sp>
        <p:nvSpPr>
          <p:cNvPr id="31" name="Text Box 304">
            <a:extLst>
              <a:ext uri="{FF2B5EF4-FFF2-40B4-BE49-F238E27FC236}">
                <a16:creationId xmlns:a16="http://schemas.microsoft.com/office/drawing/2014/main" id="{43A2AD3C-9D79-9140-BB67-1BE3BD4261D1}"/>
              </a:ext>
            </a:extLst>
          </p:cNvPr>
          <p:cNvSpPr txBox="1">
            <a:spLocks noChangeArrowheads="1"/>
          </p:cNvSpPr>
          <p:nvPr/>
        </p:nvSpPr>
        <p:spPr bwMode="auto">
          <a:xfrm>
            <a:off x="4842700" y="5044156"/>
            <a:ext cx="13971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3 probes</a:t>
            </a:r>
          </a:p>
        </p:txBody>
      </p:sp>
      <p:grpSp>
        <p:nvGrpSpPr>
          <p:cNvPr id="32" name="Group 100">
            <a:extLst>
              <a:ext uri="{FF2B5EF4-FFF2-40B4-BE49-F238E27FC236}">
                <a16:creationId xmlns:a16="http://schemas.microsoft.com/office/drawing/2014/main" id="{1BEC51D1-0886-F14D-B99F-4CA3879860C9}"/>
              </a:ext>
            </a:extLst>
          </p:cNvPr>
          <p:cNvGrpSpPr>
            <a:grpSpLocks/>
          </p:cNvGrpSpPr>
          <p:nvPr/>
        </p:nvGrpSpPr>
        <p:grpSpPr bwMode="auto">
          <a:xfrm>
            <a:off x="1934728" y="5072180"/>
            <a:ext cx="1027081" cy="688975"/>
            <a:chOff x="-44" y="1473"/>
            <a:chExt cx="981" cy="1105"/>
          </a:xfrm>
        </p:grpSpPr>
        <p:pic>
          <p:nvPicPr>
            <p:cNvPr id="33" name="Picture 101" descr="desktop_computer_stylized_medium">
              <a:extLst>
                <a:ext uri="{FF2B5EF4-FFF2-40B4-BE49-F238E27FC236}">
                  <a16:creationId xmlns:a16="http://schemas.microsoft.com/office/drawing/2014/main" id="{C4436358-53EB-1341-B2F7-BBA9BFD86F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102">
              <a:extLst>
                <a:ext uri="{FF2B5EF4-FFF2-40B4-BE49-F238E27FC236}">
                  <a16:creationId xmlns:a16="http://schemas.microsoft.com/office/drawing/2014/main" id="{4813CA23-213B-0C4B-B526-D05F84EB965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Group 103">
            <a:extLst>
              <a:ext uri="{FF2B5EF4-FFF2-40B4-BE49-F238E27FC236}">
                <a16:creationId xmlns:a16="http://schemas.microsoft.com/office/drawing/2014/main" id="{838A2555-9382-2A43-A8D2-3F77BF649C4C}"/>
              </a:ext>
            </a:extLst>
          </p:cNvPr>
          <p:cNvGrpSpPr>
            <a:grpSpLocks/>
          </p:cNvGrpSpPr>
          <p:nvPr/>
        </p:nvGrpSpPr>
        <p:grpSpPr bwMode="auto">
          <a:xfrm flipH="1">
            <a:off x="8177586" y="5110280"/>
            <a:ext cx="1051754" cy="669925"/>
            <a:chOff x="-44" y="1473"/>
            <a:chExt cx="981" cy="1105"/>
          </a:xfrm>
        </p:grpSpPr>
        <p:pic>
          <p:nvPicPr>
            <p:cNvPr id="42" name="Picture 104" descr="desktop_computer_stylized_medium">
              <a:extLst>
                <a:ext uri="{FF2B5EF4-FFF2-40B4-BE49-F238E27FC236}">
                  <a16:creationId xmlns:a16="http://schemas.microsoft.com/office/drawing/2014/main" id="{99E32CCD-2CED-C441-BCF6-83FBBB7A20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105">
              <a:extLst>
                <a:ext uri="{FF2B5EF4-FFF2-40B4-BE49-F238E27FC236}">
                  <a16:creationId xmlns:a16="http://schemas.microsoft.com/office/drawing/2014/main" id="{1DE64A0C-778E-0542-AF02-9D5203B331A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Freeform 303">
            <a:extLst>
              <a:ext uri="{FF2B5EF4-FFF2-40B4-BE49-F238E27FC236}">
                <a16:creationId xmlns:a16="http://schemas.microsoft.com/office/drawing/2014/main" id="{D57CFF59-F6AE-0444-8D13-D8E49817EC92}"/>
              </a:ext>
            </a:extLst>
          </p:cNvPr>
          <p:cNvSpPr>
            <a:spLocks/>
          </p:cNvSpPr>
          <p:nvPr/>
        </p:nvSpPr>
        <p:spPr bwMode="auto">
          <a:xfrm>
            <a:off x="2868986" y="5356343"/>
            <a:ext cx="3135331"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9">
            <a:extLst>
              <a:ext uri="{FF2B5EF4-FFF2-40B4-BE49-F238E27FC236}">
                <a16:creationId xmlns:a16="http://schemas.microsoft.com/office/drawing/2014/main" id="{106F45C5-44D3-EB44-A1DD-18F6304B9226}"/>
              </a:ext>
            </a:extLst>
          </p:cNvPr>
          <p:cNvSpPr>
            <a:spLocks/>
          </p:cNvSpPr>
          <p:nvPr/>
        </p:nvSpPr>
        <p:spPr bwMode="auto">
          <a:xfrm>
            <a:off x="2900736" y="5392855"/>
            <a:ext cx="584553"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1">
            <a:extLst>
              <a:ext uri="{FF2B5EF4-FFF2-40B4-BE49-F238E27FC236}">
                <a16:creationId xmlns:a16="http://schemas.microsoft.com/office/drawing/2014/main" id="{B0DADD8E-881D-B14F-BA59-384DC3B918B6}"/>
              </a:ext>
            </a:extLst>
          </p:cNvPr>
          <p:cNvSpPr>
            <a:spLocks/>
          </p:cNvSpPr>
          <p:nvPr/>
        </p:nvSpPr>
        <p:spPr bwMode="auto">
          <a:xfrm>
            <a:off x="2894387" y="5307130"/>
            <a:ext cx="1877656" cy="474663"/>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55">
            <a:extLst>
              <a:ext uri="{FF2B5EF4-FFF2-40B4-BE49-F238E27FC236}">
                <a16:creationId xmlns:a16="http://schemas.microsoft.com/office/drawing/2014/main" id="{91E1CD52-668E-2940-80F2-B10C4C902272}"/>
              </a:ext>
            </a:extLst>
          </p:cNvPr>
          <p:cNvGrpSpPr/>
          <p:nvPr/>
        </p:nvGrpSpPr>
        <p:grpSpPr>
          <a:xfrm>
            <a:off x="6096000" y="5229664"/>
            <a:ext cx="860625" cy="398511"/>
            <a:chOff x="7493876" y="2774731"/>
            <a:chExt cx="1481958" cy="894622"/>
          </a:xfrm>
        </p:grpSpPr>
        <p:sp>
          <p:nvSpPr>
            <p:cNvPr id="157" name="Freeform 156">
              <a:extLst>
                <a:ext uri="{FF2B5EF4-FFF2-40B4-BE49-F238E27FC236}">
                  <a16:creationId xmlns:a16="http://schemas.microsoft.com/office/drawing/2014/main" id="{524447EB-AF2A-A041-9AAF-22AE80BEBB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02DFC5C8-0F07-0646-B191-3F36D49C23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39560971-B62C-2E4C-935A-836B55269213}"/>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E2E046A7-F455-5A48-9F2B-58FE95A5E2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B411AFE3-7C43-B447-9404-B41B6AD175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149A557C-1B39-D44A-ABCE-44F29E0A3D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47C4949-2773-9643-AB8D-C5F0FC9CD57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0" name="Rectangle 5">
            <a:extLst>
              <a:ext uri="{FF2B5EF4-FFF2-40B4-BE49-F238E27FC236}">
                <a16:creationId xmlns:a16="http://schemas.microsoft.com/office/drawing/2014/main" id="{C45704CB-2C2D-E04A-BF4B-17BB274AE2EB}"/>
              </a:ext>
            </a:extLst>
          </p:cNvPr>
          <p:cNvSpPr txBox="1">
            <a:spLocks noChangeArrowheads="1"/>
          </p:cNvSpPr>
          <p:nvPr/>
        </p:nvSpPr>
        <p:spPr>
          <a:xfrm>
            <a:off x="909932" y="3067365"/>
            <a:ext cx="10342830" cy="172365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sends three packets that will reach router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on path towards destination (with time-to-live field value of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router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will return packets to sender</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sender measures time interval between transmission and reply</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p:txBody>
      </p:sp>
      <p:sp>
        <p:nvSpPr>
          <p:cNvPr id="61" name="Slide Number Placeholder 5">
            <a:extLst>
              <a:ext uri="{FF2B5EF4-FFF2-40B4-BE49-F238E27FC236}">
                <a16:creationId xmlns:a16="http://schemas.microsoft.com/office/drawing/2014/main" id="{B25BBF9C-F6B7-D74C-8D2F-80041D2036F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53</a:t>
            </a:fld>
            <a:endParaRPr lang="en-US" dirty="0"/>
          </a:p>
        </p:txBody>
      </p:sp>
    </p:spTree>
    <p:extLst>
      <p:ext uri="{BB962C8B-B14F-4D97-AF65-F5344CB8AC3E}">
        <p14:creationId xmlns:p14="http://schemas.microsoft.com/office/powerpoint/2010/main" val="243383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par>
                                <p:cTn id="11" presetID="1"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childTnLst>
                                  <p:subTnLst>
                                    <p:set>
                                      <p:cBhvr override="childStyle">
                                        <p:cTn dur="1" fill="hold" display="0" masterRel="nextClick" afterEffect="1"/>
                                        <p:tgtEl>
                                          <p:spTgt spid="29"/>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46"/>
                                        </p:tgtEl>
                                        <p:attrNameLst>
                                          <p:attrName>style.visibility</p:attrName>
                                        </p:attrNameLst>
                                      </p:cBhvr>
                                      <p:to>
                                        <p:strVal val="visible"/>
                                      </p:to>
                                    </p:set>
                                  </p:childTnLst>
                                  <p:subTnLst>
                                    <p:set>
                                      <p:cBhvr override="childStyle">
                                        <p:cTn dur="1" fill="hold" display="0" masterRel="nextClick" afterEffect="1"/>
                                        <p:tgtEl>
                                          <p:spTgt spid="146"/>
                                        </p:tgtEl>
                                        <p:attrNameLst>
                                          <p:attrName>style.visibility</p:attrName>
                                        </p:attrNameLst>
                                      </p:cBhvr>
                                      <p:to>
                                        <p:strVal val="hidden"/>
                                      </p:to>
                                    </p:set>
                                  </p:subTnLst>
                                </p:cTn>
                              </p:par>
                              <p:par>
                                <p:cTn id="17" presetID="1" presetClass="entr" presetSubtype="0" fill="hold" grpId="0" nodeType="withEffect">
                                  <p:stCondLst>
                                    <p:cond delay="0"/>
                                  </p:stCondLst>
                                  <p:childTnLst>
                                    <p:set>
                                      <p:cBhvr>
                                        <p:cTn id="18" dur="1" fill="hold">
                                          <p:stCondLst>
                                            <p:cond delay="0"/>
                                          </p:stCondLst>
                                        </p:cTn>
                                        <p:tgtEl>
                                          <p:spTgt spid="30"/>
                                        </p:tgtEl>
                                        <p:attrNameLst>
                                          <p:attrName>style.visibility</p:attrName>
                                        </p:attrNameLst>
                                      </p:cBhvr>
                                      <p:to>
                                        <p:strVal val="visible"/>
                                      </p:to>
                                    </p:set>
                                  </p:childTnLst>
                                  <p:subTnLst>
                                    <p:set>
                                      <p:cBhvr override="childStyle">
                                        <p:cTn dur="1" fill="hold" display="0" masterRel="nextClick" afterEffect="1"/>
                                        <p:tgtEl>
                                          <p:spTgt spid="30"/>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4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60"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sz="4400" dirty="0">
                <a:ea typeface="ＭＳ Ｐゴシック" panose="020B0600070205080204" pitchFamily="34" charset="-128"/>
              </a:rPr>
              <a:t>Real Internet delays and routes</a:t>
            </a:r>
            <a:endParaRPr lang="en-US" sz="4400" dirty="0"/>
          </a:p>
        </p:txBody>
      </p:sp>
      <p:sp>
        <p:nvSpPr>
          <p:cNvPr id="68" name="Text Box 4">
            <a:extLst>
              <a:ext uri="{FF2B5EF4-FFF2-40B4-BE49-F238E27FC236}">
                <a16:creationId xmlns:a16="http://schemas.microsoft.com/office/drawing/2014/main" id="{7892B7DA-887D-4048-94A0-6C1A0FF213DA}"/>
              </a:ext>
            </a:extLst>
          </p:cNvPr>
          <p:cNvSpPr txBox="1">
            <a:spLocks noChangeArrowheads="1"/>
          </p:cNvSpPr>
          <p:nvPr/>
        </p:nvSpPr>
        <p:spPr bwMode="auto">
          <a:xfrm>
            <a:off x="1663495" y="2282978"/>
            <a:ext cx="8229600" cy="394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  cs-gw (128.119.240.254)  1 ms  1 ms  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border1-rt-fa5-1-0.gw.umass.edu (128.119.3.145)  1 ms  1 ms  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  cht-vbns.gw.umass.edu (128.119.3.130)  6 ms 5 ms 5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4  jn1-at1-0-0-19.wor.vbns.net (204.147.132.129)  16 ms 11 ms 13 ms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5  jn1-so7-0-0-0.wae.vbns.net (204.147.136.136)  21 ms 18 ms 18 ms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6  abilene-vbns.abilene.ucaid.edu (198.32.11.9)  22 ms  18 ms  22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7  nycm-wash.abilene.ucaid.edu (198.32.8.46)  22 ms  22 ms  22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8  62.40.103.253 (62.40.103.253)  104 ms 109 ms 106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9  de2-1.de1.de.geant.net (62.40.96.129)  109 ms 102 ms 104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  de.fr1.fr.geant.net (62.40.96.50)  113 ms 121 ms 114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  renater-gw.fr1.fr.geant.net (62.40.103.54)  112 ms  114 ms  112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  nio-n2.cssi.renater.fr (193.51.206.13)  111 ms  114 ms  116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13  nice.cssi.renater.fr (195.220.98.102)  123 ms  125 ms  124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14  r3t2-nice.cssi.renater.fr (195.220.98.110)  126 ms  126 ms  124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15  eurecom-valbonne.r3t2.ft.net (193.48.50.54)  135 ms  128 ms  133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16  194.214.211.25 (194.214.211.25)  126 ms  128 ms  126 ms</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17  * *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18  * * *</a:t>
            </a:r>
          </a:p>
          <a:p>
            <a:pPr marL="457200" marR="0" lvl="0" indent="-457200" algn="l" defTabSz="914400" rtl="0" eaLnBrk="1" fontAlgn="auto" latinLnBrk="0" hangingPunct="1">
              <a:lnSpc>
                <a:spcPct val="8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  fantasia.eurecom.fr (193.55.113.142)  132 ms  128 ms  136</a:t>
            </a:r>
            <a:r>
              <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ms</a:t>
            </a:r>
          </a:p>
        </p:txBody>
      </p:sp>
      <p:sp>
        <p:nvSpPr>
          <p:cNvPr id="69" name="Text Box 5">
            <a:extLst>
              <a:ext uri="{FF2B5EF4-FFF2-40B4-BE49-F238E27FC236}">
                <a16:creationId xmlns:a16="http://schemas.microsoft.com/office/drawing/2014/main" id="{6BA8008D-6458-AA4E-BF53-C2EE121DAE21}"/>
              </a:ext>
            </a:extLst>
          </p:cNvPr>
          <p:cNvSpPr txBox="1">
            <a:spLocks noChangeArrowheads="1"/>
          </p:cNvSpPr>
          <p:nvPr/>
        </p:nvSpPr>
        <p:spPr bwMode="auto">
          <a:xfrm>
            <a:off x="1684133" y="1091177"/>
            <a:ext cx="81930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traceroute: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gaia.cs.umass.edu to www.eurecom.fr</a:t>
            </a:r>
          </a:p>
        </p:txBody>
      </p:sp>
      <p:sp>
        <p:nvSpPr>
          <p:cNvPr id="79" name="TextBox 1">
            <a:extLst>
              <a:ext uri="{FF2B5EF4-FFF2-40B4-BE49-F238E27FC236}">
                <a16:creationId xmlns:a16="http://schemas.microsoft.com/office/drawing/2014/main" id="{5B7BE9BA-BD29-2540-9F9F-541887F3192F}"/>
              </a:ext>
            </a:extLst>
          </p:cNvPr>
          <p:cNvSpPr txBox="1">
            <a:spLocks noChangeArrowheads="1"/>
          </p:cNvSpPr>
          <p:nvPr/>
        </p:nvSpPr>
        <p:spPr bwMode="auto">
          <a:xfrm>
            <a:off x="1704770" y="6259665"/>
            <a:ext cx="6529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Do some traceroutes from exotic countries at www.traceroute.org</a:t>
            </a:r>
          </a:p>
        </p:txBody>
      </p:sp>
      <p:grpSp>
        <p:nvGrpSpPr>
          <p:cNvPr id="11" name="Group 10">
            <a:extLst>
              <a:ext uri="{FF2B5EF4-FFF2-40B4-BE49-F238E27FC236}">
                <a16:creationId xmlns:a16="http://schemas.microsoft.com/office/drawing/2014/main" id="{D586D7C8-597D-9743-AF6B-834300DFF928}"/>
              </a:ext>
            </a:extLst>
          </p:cNvPr>
          <p:cNvGrpSpPr/>
          <p:nvPr/>
        </p:nvGrpSpPr>
        <p:grpSpPr>
          <a:xfrm>
            <a:off x="2464209" y="5464534"/>
            <a:ext cx="7293694" cy="400110"/>
            <a:chOff x="2464209" y="5464534"/>
            <a:chExt cx="7293694" cy="400110"/>
          </a:xfrm>
        </p:grpSpPr>
        <p:sp>
          <p:nvSpPr>
            <p:cNvPr id="76" name="Text Box 12">
              <a:extLst>
                <a:ext uri="{FF2B5EF4-FFF2-40B4-BE49-F238E27FC236}">
                  <a16:creationId xmlns:a16="http://schemas.microsoft.com/office/drawing/2014/main" id="{417C0065-CF59-F04B-A2B4-24B98D2D9162}"/>
                </a:ext>
              </a:extLst>
            </p:cNvPr>
            <p:cNvSpPr txBox="1">
              <a:spLocks noChangeArrowheads="1"/>
            </p:cNvSpPr>
            <p:nvPr/>
          </p:nvSpPr>
          <p:spPr bwMode="auto">
            <a:xfrm>
              <a:off x="3471403" y="5464534"/>
              <a:ext cx="6286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means no response (probe lost, router not replying)</a:t>
              </a:r>
            </a:p>
          </p:txBody>
        </p:sp>
        <p:cxnSp>
          <p:nvCxnSpPr>
            <p:cNvPr id="23" name="Straight Arrow Connector 22">
              <a:extLst>
                <a:ext uri="{FF2B5EF4-FFF2-40B4-BE49-F238E27FC236}">
                  <a16:creationId xmlns:a16="http://schemas.microsoft.com/office/drawing/2014/main" id="{A2945742-6EAA-EB4A-8286-39E218644BBB}"/>
                </a:ext>
              </a:extLst>
            </p:cNvPr>
            <p:cNvCxnSpPr>
              <a:cxnSpLocks/>
            </p:cNvCxnSpPr>
            <p:nvPr/>
          </p:nvCxnSpPr>
          <p:spPr>
            <a:xfrm flipH="1">
              <a:off x="2464209" y="5590849"/>
              <a:ext cx="1007194"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517CFBCC-5D80-154D-AFE4-84B6F3DE8CD2}"/>
              </a:ext>
            </a:extLst>
          </p:cNvPr>
          <p:cNvGrpSpPr/>
          <p:nvPr/>
        </p:nvGrpSpPr>
        <p:grpSpPr>
          <a:xfrm>
            <a:off x="1915886" y="1596610"/>
            <a:ext cx="9454526" cy="899847"/>
            <a:chOff x="1915886" y="1596610"/>
            <a:chExt cx="9454526" cy="899847"/>
          </a:xfrm>
        </p:grpSpPr>
        <p:sp>
          <p:nvSpPr>
            <p:cNvPr id="71" name="Text Box 7">
              <a:extLst>
                <a:ext uri="{FF2B5EF4-FFF2-40B4-BE49-F238E27FC236}">
                  <a16:creationId xmlns:a16="http://schemas.microsoft.com/office/drawing/2014/main" id="{7FD28BA9-B712-134B-86AC-CFCC39EB2664}"/>
                </a:ext>
              </a:extLst>
            </p:cNvPr>
            <p:cNvSpPr txBox="1">
              <a:spLocks noChangeArrowheads="1"/>
            </p:cNvSpPr>
            <p:nvPr/>
          </p:nvSpPr>
          <p:spPr bwMode="auto">
            <a:xfrm>
              <a:off x="5433162" y="1596610"/>
              <a:ext cx="593725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 delay measurements from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gaia.cs.umass.edu </a:t>
              </a: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 </a:t>
              </a: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cs-gw.cs.umass.edu </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8">
              <a:extLst>
                <a:ext uri="{FF2B5EF4-FFF2-40B4-BE49-F238E27FC236}">
                  <a16:creationId xmlns:a16="http://schemas.microsoft.com/office/drawing/2014/main" id="{F1026D73-2E6E-CF45-8EF3-ADEA186C5F6B}"/>
                </a:ext>
              </a:extLst>
            </p:cNvPr>
            <p:cNvSpPr>
              <a:spLocks noChangeShapeType="1"/>
            </p:cNvSpPr>
            <p:nvPr/>
          </p:nvSpPr>
          <p:spPr bwMode="auto">
            <a:xfrm flipV="1">
              <a:off x="4430508" y="1909915"/>
              <a:ext cx="671512" cy="412750"/>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9">
              <a:extLst>
                <a:ext uri="{FF2B5EF4-FFF2-40B4-BE49-F238E27FC236}">
                  <a16:creationId xmlns:a16="http://schemas.microsoft.com/office/drawing/2014/main" id="{2DB0FD1B-3421-FB44-A67B-6CAF879C898E}"/>
                </a:ext>
              </a:extLst>
            </p:cNvPr>
            <p:cNvSpPr>
              <a:spLocks noChangeShapeType="1"/>
            </p:cNvSpPr>
            <p:nvPr/>
          </p:nvSpPr>
          <p:spPr bwMode="auto">
            <a:xfrm flipV="1">
              <a:off x="4970258" y="1898803"/>
              <a:ext cx="139700" cy="404812"/>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10">
              <a:extLst>
                <a:ext uri="{FF2B5EF4-FFF2-40B4-BE49-F238E27FC236}">
                  <a16:creationId xmlns:a16="http://schemas.microsoft.com/office/drawing/2014/main" id="{B675A34D-78B1-1642-8329-2219BE434685}"/>
                </a:ext>
              </a:extLst>
            </p:cNvPr>
            <p:cNvSpPr>
              <a:spLocks noChangeShapeType="1"/>
            </p:cNvSpPr>
            <p:nvPr/>
          </p:nvSpPr>
          <p:spPr bwMode="auto">
            <a:xfrm flipH="1" flipV="1">
              <a:off x="5105195" y="1908328"/>
              <a:ext cx="366713" cy="390525"/>
            </a:xfrm>
            <a:prstGeom prst="line">
              <a:avLst/>
            </a:prstGeom>
            <a:noFill/>
            <a:ln w="19050">
              <a:solidFill>
                <a:srgbClr val="CC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5" name="Straight Arrow Connector 24">
              <a:extLst>
                <a:ext uri="{FF2B5EF4-FFF2-40B4-BE49-F238E27FC236}">
                  <a16:creationId xmlns:a16="http://schemas.microsoft.com/office/drawing/2014/main" id="{156CE76B-0913-694C-A88F-94E62A67C5D4}"/>
                </a:ext>
              </a:extLst>
            </p:cNvPr>
            <p:cNvCxnSpPr>
              <a:cxnSpLocks/>
            </p:cNvCxnSpPr>
            <p:nvPr/>
          </p:nvCxnSpPr>
          <p:spPr>
            <a:xfrm flipH="1">
              <a:off x="5102020" y="1908328"/>
              <a:ext cx="512012"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D80459DB-9FBC-AA43-AD0D-E4EC703C0CD5}"/>
                </a:ext>
              </a:extLst>
            </p:cNvPr>
            <p:cNvSpPr/>
            <p:nvPr/>
          </p:nvSpPr>
          <p:spPr>
            <a:xfrm>
              <a:off x="1915886" y="2307771"/>
              <a:ext cx="638628" cy="188686"/>
            </a:xfrm>
            <a:prstGeom prst="rect">
              <a:avLst/>
            </a:prstGeom>
            <a:solidFill>
              <a:srgbClr val="FFFF00">
                <a:alpha val="3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048766B-8BD7-5447-A58F-0580BF2517D6}"/>
              </a:ext>
            </a:extLst>
          </p:cNvPr>
          <p:cNvGrpSpPr/>
          <p:nvPr/>
        </p:nvGrpSpPr>
        <p:grpSpPr>
          <a:xfrm>
            <a:off x="1959429" y="2305498"/>
            <a:ext cx="10306229" cy="617861"/>
            <a:chOff x="1959429" y="2305498"/>
            <a:chExt cx="10306229" cy="617861"/>
          </a:xfrm>
        </p:grpSpPr>
        <p:sp>
          <p:nvSpPr>
            <p:cNvPr id="19" name="Text Box 7">
              <a:extLst>
                <a:ext uri="{FF2B5EF4-FFF2-40B4-BE49-F238E27FC236}">
                  <a16:creationId xmlns:a16="http://schemas.microsoft.com/office/drawing/2014/main" id="{3C3101AA-04AC-604D-B1DD-586ADCDA2471}"/>
                </a:ext>
              </a:extLst>
            </p:cNvPr>
            <p:cNvSpPr txBox="1">
              <a:spLocks noChangeArrowheads="1"/>
            </p:cNvSpPr>
            <p:nvPr/>
          </p:nvSpPr>
          <p:spPr bwMode="auto">
            <a:xfrm>
              <a:off x="8179566" y="2305498"/>
              <a:ext cx="4086092"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 delay measurements</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 </a:t>
              </a:r>
              <a:r>
                <a:rPr kumimoji="0" lang="en-US" altLang="en-US" sz="1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border1-rt-fa5-1-0.gw.umass.edu </a:t>
              </a:r>
              <a:endPar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30144341-821E-C445-8967-E53F584FFF2F}"/>
                </a:ext>
              </a:extLst>
            </p:cNvPr>
            <p:cNvCxnSpPr/>
            <p:nvPr/>
          </p:nvCxnSpPr>
          <p:spPr>
            <a:xfrm flipH="1">
              <a:off x="8136140" y="2591761"/>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CF7106E5-CEC9-5B4C-9D96-768239ACF3F9}"/>
                </a:ext>
              </a:extLst>
            </p:cNvPr>
            <p:cNvSpPr/>
            <p:nvPr/>
          </p:nvSpPr>
          <p:spPr>
            <a:xfrm>
              <a:off x="1959429" y="2525486"/>
              <a:ext cx="2975428" cy="159657"/>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E93B100-C8EC-E14F-A08F-A5227BBD8A75}"/>
              </a:ext>
            </a:extLst>
          </p:cNvPr>
          <p:cNvGrpSpPr/>
          <p:nvPr/>
        </p:nvGrpSpPr>
        <p:grpSpPr>
          <a:xfrm>
            <a:off x="7046686" y="4088438"/>
            <a:ext cx="4427559" cy="617861"/>
            <a:chOff x="7046686" y="4088438"/>
            <a:chExt cx="4427559" cy="617861"/>
          </a:xfrm>
        </p:grpSpPr>
        <p:grpSp>
          <p:nvGrpSpPr>
            <p:cNvPr id="10" name="Group 9">
              <a:extLst>
                <a:ext uri="{FF2B5EF4-FFF2-40B4-BE49-F238E27FC236}">
                  <a16:creationId xmlns:a16="http://schemas.microsoft.com/office/drawing/2014/main" id="{5769EA44-D208-F546-BC48-10986246EF9A}"/>
                </a:ext>
              </a:extLst>
            </p:cNvPr>
            <p:cNvGrpSpPr/>
            <p:nvPr/>
          </p:nvGrpSpPr>
          <p:grpSpPr>
            <a:xfrm>
              <a:off x="8136140" y="4088438"/>
              <a:ext cx="3338105" cy="617861"/>
              <a:chOff x="8136140" y="4088438"/>
              <a:chExt cx="3338105" cy="617861"/>
            </a:xfrm>
          </p:grpSpPr>
          <p:sp>
            <p:nvSpPr>
              <p:cNvPr id="16" name="Text Box 7">
                <a:extLst>
                  <a:ext uri="{FF2B5EF4-FFF2-40B4-BE49-F238E27FC236}">
                    <a16:creationId xmlns:a16="http://schemas.microsoft.com/office/drawing/2014/main" id="{461E9B9B-D89F-E045-903F-E4B91E6BDA2E}"/>
                  </a:ext>
                </a:extLst>
              </p:cNvPr>
              <p:cNvSpPr txBox="1">
                <a:spLocks noChangeArrowheads="1"/>
              </p:cNvSpPr>
              <p:nvPr/>
            </p:nvSpPr>
            <p:spPr bwMode="auto">
              <a:xfrm>
                <a:off x="8731045" y="4088438"/>
                <a:ext cx="2743200"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looks like delays </a:t>
                </a: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decrease</a:t>
                </a: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Why?</a:t>
                </a:r>
              </a:p>
            </p:txBody>
          </p:sp>
          <p:cxnSp>
            <p:nvCxnSpPr>
              <p:cNvPr id="22" name="Straight Arrow Connector 21">
                <a:extLst>
                  <a:ext uri="{FF2B5EF4-FFF2-40B4-BE49-F238E27FC236}">
                    <a16:creationId xmlns:a16="http://schemas.microsoft.com/office/drawing/2014/main" id="{7B545969-F2B6-3640-A5C7-754982F63617}"/>
                  </a:ext>
                </a:extLst>
              </p:cNvPr>
              <p:cNvCxnSpPr/>
              <p:nvPr/>
            </p:nvCxnSpPr>
            <p:spPr>
              <a:xfrm flipH="1">
                <a:off x="8136140" y="4381712"/>
                <a:ext cx="73896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BDD5D0FA-CF95-C647-8691-03423CEA1D6E}"/>
                </a:ext>
              </a:extLst>
            </p:cNvPr>
            <p:cNvSpPr/>
            <p:nvPr/>
          </p:nvSpPr>
          <p:spPr>
            <a:xfrm>
              <a:off x="7402286" y="4223657"/>
              <a:ext cx="725714" cy="261257"/>
            </a:xfrm>
            <a:prstGeom prst="rect">
              <a:avLst/>
            </a:prstGeom>
            <a:solidFill>
              <a:srgbClr val="FFFF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DB422DF4-E50E-8C4F-8EDF-EA4A3399E21E}"/>
                </a:ext>
              </a:extLst>
            </p:cNvPr>
            <p:cNvSpPr/>
            <p:nvPr/>
          </p:nvSpPr>
          <p:spPr>
            <a:xfrm>
              <a:off x="7046686" y="4419600"/>
              <a:ext cx="725714" cy="261257"/>
            </a:xfrm>
            <a:prstGeom prst="rect">
              <a:avLst/>
            </a:prstGeom>
            <a:solidFill>
              <a:srgbClr val="FFFF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FF00"/>
                </a:highligh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BA6E80E2-2107-5945-8AA3-407451B7E60F}"/>
              </a:ext>
            </a:extLst>
          </p:cNvPr>
          <p:cNvGrpSpPr/>
          <p:nvPr/>
        </p:nvGrpSpPr>
        <p:grpSpPr>
          <a:xfrm>
            <a:off x="1937658" y="3381528"/>
            <a:ext cx="8901587" cy="508300"/>
            <a:chOff x="1937658" y="3381528"/>
            <a:chExt cx="8901587" cy="508300"/>
          </a:xfrm>
        </p:grpSpPr>
        <p:grpSp>
          <p:nvGrpSpPr>
            <p:cNvPr id="9" name="Group 8">
              <a:extLst>
                <a:ext uri="{FF2B5EF4-FFF2-40B4-BE49-F238E27FC236}">
                  <a16:creationId xmlns:a16="http://schemas.microsoft.com/office/drawing/2014/main" id="{92BE253E-6EA1-BB4E-8BF0-19C339C404C1}"/>
                </a:ext>
              </a:extLst>
            </p:cNvPr>
            <p:cNvGrpSpPr/>
            <p:nvPr/>
          </p:nvGrpSpPr>
          <p:grpSpPr>
            <a:xfrm>
              <a:off x="1937658" y="3381528"/>
              <a:ext cx="8901587" cy="460375"/>
              <a:chOff x="1937658" y="3381528"/>
              <a:chExt cx="8901587" cy="460375"/>
            </a:xfrm>
          </p:grpSpPr>
          <p:sp>
            <p:nvSpPr>
              <p:cNvPr id="77" name="Freeform 14">
                <a:extLst>
                  <a:ext uri="{FF2B5EF4-FFF2-40B4-BE49-F238E27FC236}">
                    <a16:creationId xmlns:a16="http://schemas.microsoft.com/office/drawing/2014/main" id="{D3347813-BBD3-9B4D-B4C4-CAF563726A82}"/>
                  </a:ext>
                </a:extLst>
              </p:cNvPr>
              <p:cNvSpPr>
                <a:spLocks/>
              </p:cNvSpPr>
              <p:nvPr/>
            </p:nvSpPr>
            <p:spPr bwMode="auto">
              <a:xfrm>
                <a:off x="7051470" y="3595840"/>
                <a:ext cx="1012825" cy="246063"/>
              </a:xfrm>
              <a:custGeom>
                <a:avLst/>
                <a:gdLst>
                  <a:gd name="T0" fmla="*/ 2147483647 w 638"/>
                  <a:gd name="T1" fmla="*/ 0 h 155"/>
                  <a:gd name="T2" fmla="*/ 2147483647 w 638"/>
                  <a:gd name="T3" fmla="*/ 2147483647 h 155"/>
                  <a:gd name="T4" fmla="*/ 2147483647 w 638"/>
                  <a:gd name="T5" fmla="*/ 2147483647 h 155"/>
                  <a:gd name="T6" fmla="*/ 2147483647 w 638"/>
                  <a:gd name="T7" fmla="*/ 2147483647 h 155"/>
                  <a:gd name="T8" fmla="*/ 0 w 638"/>
                  <a:gd name="T9" fmla="*/ 2147483647 h 155"/>
                  <a:gd name="T10" fmla="*/ 0 60000 65536"/>
                  <a:gd name="T11" fmla="*/ 0 60000 65536"/>
                  <a:gd name="T12" fmla="*/ 0 60000 65536"/>
                  <a:gd name="T13" fmla="*/ 0 60000 65536"/>
                  <a:gd name="T14" fmla="*/ 0 60000 65536"/>
                  <a:gd name="T15" fmla="*/ 0 w 638"/>
                  <a:gd name="T16" fmla="*/ 0 h 155"/>
                  <a:gd name="T17" fmla="*/ 638 w 638"/>
                  <a:gd name="T18" fmla="*/ 155 h 155"/>
                </a:gdLst>
                <a:ahLst/>
                <a:cxnLst>
                  <a:cxn ang="T10">
                    <a:pos x="T0" y="T1"/>
                  </a:cxn>
                  <a:cxn ang="T11">
                    <a:pos x="T2" y="T3"/>
                  </a:cxn>
                  <a:cxn ang="T12">
                    <a:pos x="T4" y="T5"/>
                  </a:cxn>
                  <a:cxn ang="T13">
                    <a:pos x="T6" y="T7"/>
                  </a:cxn>
                  <a:cxn ang="T14">
                    <a:pos x="T8" y="T9"/>
                  </a:cxn>
                </a:cxnLst>
                <a:rect l="T15" t="T16" r="T17" b="T18"/>
                <a:pathLst>
                  <a:path w="638" h="155">
                    <a:moveTo>
                      <a:pt x="593" y="0"/>
                    </a:moveTo>
                    <a:cubicBezTo>
                      <a:pt x="607" y="9"/>
                      <a:pt x="621" y="18"/>
                      <a:pt x="623" y="38"/>
                    </a:cubicBezTo>
                    <a:cubicBezTo>
                      <a:pt x="625" y="58"/>
                      <a:pt x="638" y="104"/>
                      <a:pt x="608" y="123"/>
                    </a:cubicBezTo>
                    <a:cubicBezTo>
                      <a:pt x="578" y="142"/>
                      <a:pt x="547" y="153"/>
                      <a:pt x="446" y="154"/>
                    </a:cubicBezTo>
                    <a:cubicBezTo>
                      <a:pt x="345" y="155"/>
                      <a:pt x="72" y="133"/>
                      <a:pt x="0" y="130"/>
                    </a:cubicBezTo>
                  </a:path>
                </a:pathLst>
              </a:custGeom>
              <a:noFill/>
              <a:ln w="19050">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Text Box 15">
                <a:extLst>
                  <a:ext uri="{FF2B5EF4-FFF2-40B4-BE49-F238E27FC236}">
                    <a16:creationId xmlns:a16="http://schemas.microsoft.com/office/drawing/2014/main" id="{36225CEE-E8B5-D342-87EF-CF5AADE63F11}"/>
                  </a:ext>
                </a:extLst>
              </p:cNvPr>
              <p:cNvSpPr txBox="1">
                <a:spLocks noChangeArrowheads="1"/>
              </p:cNvSpPr>
              <p:nvPr/>
            </p:nvSpPr>
            <p:spPr bwMode="auto">
              <a:xfrm>
                <a:off x="8096045" y="3381528"/>
                <a:ext cx="2743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trans-oceanic link</a:t>
                </a:r>
              </a:p>
            </p:txBody>
          </p:sp>
          <p:sp>
            <p:nvSpPr>
              <p:cNvPr id="26" name="Rectangle 25">
                <a:extLst>
                  <a:ext uri="{FF2B5EF4-FFF2-40B4-BE49-F238E27FC236}">
                    <a16:creationId xmlns:a16="http://schemas.microsoft.com/office/drawing/2014/main" id="{7FEDFBE5-9FAF-5841-909F-D0F941024CFF}"/>
                  </a:ext>
                </a:extLst>
              </p:cNvPr>
              <p:cNvSpPr/>
              <p:nvPr/>
            </p:nvSpPr>
            <p:spPr>
              <a:xfrm>
                <a:off x="1937658" y="3519717"/>
                <a:ext cx="2750456" cy="12337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AAD3ED-1CE9-2F41-9A86-B86A45BB3764}"/>
                  </a:ext>
                </a:extLst>
              </p:cNvPr>
              <p:cNvSpPr/>
              <p:nvPr/>
            </p:nvSpPr>
            <p:spPr>
              <a:xfrm>
                <a:off x="2002973" y="3686630"/>
                <a:ext cx="1306284" cy="145141"/>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Rectangle 13">
              <a:extLst>
                <a:ext uri="{FF2B5EF4-FFF2-40B4-BE49-F238E27FC236}">
                  <a16:creationId xmlns:a16="http://schemas.microsoft.com/office/drawing/2014/main" id="{C812C0CA-EC0F-6646-B05E-6CF824061878}"/>
                </a:ext>
              </a:extLst>
            </p:cNvPr>
            <p:cNvSpPr/>
            <p:nvPr/>
          </p:nvSpPr>
          <p:spPr>
            <a:xfrm>
              <a:off x="7315200" y="3468914"/>
              <a:ext cx="667657" cy="20320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Rectangle 33">
              <a:extLst>
                <a:ext uri="{FF2B5EF4-FFF2-40B4-BE49-F238E27FC236}">
                  <a16:creationId xmlns:a16="http://schemas.microsoft.com/office/drawing/2014/main" id="{B6B3651B-4FF4-7D4B-9806-691B5A2E72B0}"/>
                </a:ext>
              </a:extLst>
            </p:cNvPr>
            <p:cNvSpPr/>
            <p:nvPr/>
          </p:nvSpPr>
          <p:spPr>
            <a:xfrm>
              <a:off x="6320972" y="3679371"/>
              <a:ext cx="776514" cy="210457"/>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 name="Slide Number Placeholder 5">
            <a:extLst>
              <a:ext uri="{FF2B5EF4-FFF2-40B4-BE49-F238E27FC236}">
                <a16:creationId xmlns:a16="http://schemas.microsoft.com/office/drawing/2014/main" id="{55A976FD-BCA0-3B40-B7FA-0498D9E5EF6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54</a:t>
            </a:fld>
            <a:endParaRPr lang="en-US" dirty="0"/>
          </a:p>
        </p:txBody>
      </p:sp>
    </p:spTree>
    <p:extLst>
      <p:ext uri="{BB962C8B-B14F-4D97-AF65-F5344CB8AC3E}">
        <p14:creationId xmlns:p14="http://schemas.microsoft.com/office/powerpoint/2010/main" val="234981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8"/>
                                        </p:tgtEl>
                                      </p:cBhvr>
                                    </p:animEffect>
                                    <p:set>
                                      <p:cBhvr>
                                        <p:cTn id="20" dur="1" fill="hold">
                                          <p:stCondLst>
                                            <p:cond delay="499"/>
                                          </p:stCondLst>
                                        </p:cTn>
                                        <p:tgtEl>
                                          <p:spTgt spid="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dissolv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5"/>
                                        </p:tgtEl>
                                      </p:cBhvr>
                                    </p:animEffect>
                                    <p:set>
                                      <p:cBhvr>
                                        <p:cTn id="28" dur="1" fill="hold">
                                          <p:stCondLst>
                                            <p:cond delay="499"/>
                                          </p:stCondLst>
                                        </p:cTn>
                                        <p:tgtEl>
                                          <p:spTgt spid="15"/>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dissolv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3"/>
                                        </p:tgtEl>
                                      </p:cBhvr>
                                    </p:animEffect>
                                    <p:set>
                                      <p:cBhvr>
                                        <p:cTn id="36" dur="1" fill="hold">
                                          <p:stCondLst>
                                            <p:cond delay="499"/>
                                          </p:stCondLst>
                                        </p:cTn>
                                        <p:tgtEl>
                                          <p:spTgt spid="13"/>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dissolve">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 name="Group 108">
            <a:extLst>
              <a:ext uri="{FF2B5EF4-FFF2-40B4-BE49-F238E27FC236}">
                <a16:creationId xmlns:a16="http://schemas.microsoft.com/office/drawing/2014/main" id="{9DE51A5F-3BFD-AA45-9015-FA67A9068CEF}"/>
              </a:ext>
            </a:extLst>
          </p:cNvPr>
          <p:cNvGrpSpPr/>
          <p:nvPr/>
        </p:nvGrpSpPr>
        <p:grpSpPr>
          <a:xfrm>
            <a:off x="4551470" y="4236503"/>
            <a:ext cx="1463604" cy="737240"/>
            <a:chOff x="7493876" y="2774731"/>
            <a:chExt cx="1481958" cy="894622"/>
          </a:xfrm>
        </p:grpSpPr>
        <p:sp>
          <p:nvSpPr>
            <p:cNvPr id="110" name="Freeform 109">
              <a:extLst>
                <a:ext uri="{FF2B5EF4-FFF2-40B4-BE49-F238E27FC236}">
                  <a16:creationId xmlns:a16="http://schemas.microsoft.com/office/drawing/2014/main" id="{15FA248B-2934-6745-9856-5AF3D55755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1" name="Oval 110">
              <a:extLst>
                <a:ext uri="{FF2B5EF4-FFF2-40B4-BE49-F238E27FC236}">
                  <a16:creationId xmlns:a16="http://schemas.microsoft.com/office/drawing/2014/main" id="{D4C2270C-F816-EB48-8C45-11D133A7515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2" name="Group 111">
              <a:extLst>
                <a:ext uri="{FF2B5EF4-FFF2-40B4-BE49-F238E27FC236}">
                  <a16:creationId xmlns:a16="http://schemas.microsoft.com/office/drawing/2014/main" id="{92D75490-DBD7-CD4E-9507-13309C8F3DFD}"/>
                </a:ext>
              </a:extLst>
            </p:cNvPr>
            <p:cNvGrpSpPr/>
            <p:nvPr/>
          </p:nvGrpSpPr>
          <p:grpSpPr>
            <a:xfrm>
              <a:off x="7713663" y="2848339"/>
              <a:ext cx="1042107" cy="425543"/>
              <a:chOff x="7786941" y="2884917"/>
              <a:chExt cx="897649" cy="353919"/>
            </a:xfrm>
          </p:grpSpPr>
          <p:sp>
            <p:nvSpPr>
              <p:cNvPr id="113" name="Freeform 112">
                <a:extLst>
                  <a:ext uri="{FF2B5EF4-FFF2-40B4-BE49-F238E27FC236}">
                    <a16:creationId xmlns:a16="http://schemas.microsoft.com/office/drawing/2014/main" id="{908415A0-8A5C-1A4E-8070-093DC0E97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53DC1CB9-E35D-8A47-96B9-69E6D0AB98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FB05914E-C150-9A4F-87FB-EFF6CABA3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3C399649-B712-6449-9877-189E4033C1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Packet loss</a:t>
            </a:r>
            <a:endParaRPr lang="en-US" sz="4400" dirty="0"/>
          </a:p>
        </p:txBody>
      </p:sp>
      <p:sp>
        <p:nvSpPr>
          <p:cNvPr id="17" name="Rectangle 3">
            <a:extLst>
              <a:ext uri="{FF2B5EF4-FFF2-40B4-BE49-F238E27FC236}">
                <a16:creationId xmlns:a16="http://schemas.microsoft.com/office/drawing/2014/main" id="{266CA32C-7D96-1F42-88EE-0CD26A415F37}"/>
              </a:ext>
            </a:extLst>
          </p:cNvPr>
          <p:cNvSpPr txBox="1">
            <a:spLocks noChangeArrowheads="1"/>
          </p:cNvSpPr>
          <p:nvPr/>
        </p:nvSpPr>
        <p:spPr>
          <a:xfrm>
            <a:off x="975618" y="1391460"/>
            <a:ext cx="10214897" cy="7193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queue (aka buffer) preceding link in buffer has finite capacity</a:t>
            </a:r>
          </a:p>
        </p:txBody>
      </p:sp>
      <p:sp>
        <p:nvSpPr>
          <p:cNvPr id="79" name="Rectangle 7">
            <a:extLst>
              <a:ext uri="{FF2B5EF4-FFF2-40B4-BE49-F238E27FC236}">
                <a16:creationId xmlns:a16="http://schemas.microsoft.com/office/drawing/2014/main" id="{56569F92-5AAD-9F40-A054-24753CD827F9}"/>
              </a:ext>
            </a:extLst>
          </p:cNvPr>
          <p:cNvSpPr>
            <a:spLocks noChangeArrowheads="1"/>
          </p:cNvSpPr>
          <p:nvPr/>
        </p:nvSpPr>
        <p:spPr bwMode="auto">
          <a:xfrm>
            <a:off x="4638675" y="4485753"/>
            <a:ext cx="1198563" cy="263525"/>
          </a:xfrm>
          <a:prstGeom prst="rect">
            <a:avLst/>
          </a:prstGeom>
          <a:solidFill>
            <a:srgbClr val="CCCCF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0" name="Line 23">
            <a:extLst>
              <a:ext uri="{FF2B5EF4-FFF2-40B4-BE49-F238E27FC236}">
                <a16:creationId xmlns:a16="http://schemas.microsoft.com/office/drawing/2014/main" id="{18F6CFB2-B4C3-FF4C-8EBD-C6BA5187D1C7}"/>
              </a:ext>
            </a:extLst>
          </p:cNvPr>
          <p:cNvSpPr>
            <a:spLocks noChangeShapeType="1"/>
          </p:cNvSpPr>
          <p:nvPr/>
        </p:nvSpPr>
        <p:spPr bwMode="auto">
          <a:xfrm>
            <a:off x="3946525" y="4252390"/>
            <a:ext cx="698500" cy="333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1" name="Line 24">
            <a:extLst>
              <a:ext uri="{FF2B5EF4-FFF2-40B4-BE49-F238E27FC236}">
                <a16:creationId xmlns:a16="http://schemas.microsoft.com/office/drawing/2014/main" id="{F58C5444-79DC-A048-A0CF-7240C0E242C2}"/>
              </a:ext>
            </a:extLst>
          </p:cNvPr>
          <p:cNvSpPr>
            <a:spLocks noChangeShapeType="1"/>
          </p:cNvSpPr>
          <p:nvPr/>
        </p:nvSpPr>
        <p:spPr bwMode="auto">
          <a:xfrm flipV="1">
            <a:off x="4235450" y="4646090"/>
            <a:ext cx="411163" cy="5254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2" name="Line 25">
            <a:extLst>
              <a:ext uri="{FF2B5EF4-FFF2-40B4-BE49-F238E27FC236}">
                <a16:creationId xmlns:a16="http://schemas.microsoft.com/office/drawing/2014/main" id="{EFEEAE34-B698-3F47-9A0D-006ECF3EC594}"/>
              </a:ext>
            </a:extLst>
          </p:cNvPr>
          <p:cNvSpPr>
            <a:spLocks noChangeShapeType="1"/>
          </p:cNvSpPr>
          <p:nvPr/>
        </p:nvSpPr>
        <p:spPr bwMode="auto">
          <a:xfrm>
            <a:off x="5832475" y="4649265"/>
            <a:ext cx="1933575" cy="952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83" name="Rectangle 28">
            <a:extLst>
              <a:ext uri="{FF2B5EF4-FFF2-40B4-BE49-F238E27FC236}">
                <a16:creationId xmlns:a16="http://schemas.microsoft.com/office/drawing/2014/main" id="{AE188F1E-1184-A64B-B5F3-5F151D6598C7}"/>
              </a:ext>
            </a:extLst>
          </p:cNvPr>
          <p:cNvSpPr>
            <a:spLocks noChangeArrowheads="1"/>
          </p:cNvSpPr>
          <p:nvPr/>
        </p:nvSpPr>
        <p:spPr bwMode="auto">
          <a:xfrm>
            <a:off x="6751638" y="4449240"/>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4" name="Rectangle 29">
            <a:extLst>
              <a:ext uri="{FF2B5EF4-FFF2-40B4-BE49-F238E27FC236}">
                <a16:creationId xmlns:a16="http://schemas.microsoft.com/office/drawing/2014/main" id="{F30C236D-7EC4-B04F-8EB6-339D16864BB3}"/>
              </a:ext>
            </a:extLst>
          </p:cNvPr>
          <p:cNvSpPr>
            <a:spLocks noChangeArrowheads="1"/>
          </p:cNvSpPr>
          <p:nvPr/>
        </p:nvSpPr>
        <p:spPr bwMode="auto">
          <a:xfrm>
            <a:off x="5499100" y="4520678"/>
            <a:ext cx="147638"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5" name="Rectangle 30">
            <a:extLst>
              <a:ext uri="{FF2B5EF4-FFF2-40B4-BE49-F238E27FC236}">
                <a16:creationId xmlns:a16="http://schemas.microsoft.com/office/drawing/2014/main" id="{B7406385-23A2-9C4F-8A53-96A85929A598}"/>
              </a:ext>
            </a:extLst>
          </p:cNvPr>
          <p:cNvSpPr>
            <a:spLocks noChangeArrowheads="1"/>
          </p:cNvSpPr>
          <p:nvPr/>
        </p:nvSpPr>
        <p:spPr bwMode="auto">
          <a:xfrm>
            <a:off x="5661025" y="4520678"/>
            <a:ext cx="147638"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8" name="Text Box 35">
            <a:extLst>
              <a:ext uri="{FF2B5EF4-FFF2-40B4-BE49-F238E27FC236}">
                <a16:creationId xmlns:a16="http://schemas.microsoft.com/office/drawing/2014/main" id="{C833E180-F225-A549-A822-0F0480D8866D}"/>
              </a:ext>
            </a:extLst>
          </p:cNvPr>
          <p:cNvSpPr txBox="1">
            <a:spLocks noChangeArrowheads="1"/>
          </p:cNvSpPr>
          <p:nvPr/>
        </p:nvSpPr>
        <p:spPr bwMode="auto">
          <a:xfrm>
            <a:off x="2963863" y="3780903"/>
            <a:ext cx="36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6600"/>
                </a:solidFill>
                <a:effectLst/>
                <a:uLnTx/>
                <a:uFillTx/>
                <a:latin typeface="Calibri" panose="020F0502020204030204"/>
                <a:ea typeface="ＭＳ Ｐゴシック" panose="020B0600070205080204" pitchFamily="34" charset="-128"/>
                <a:cs typeface="Arial"/>
              </a:rPr>
              <a:t>A</a:t>
            </a:r>
          </a:p>
        </p:txBody>
      </p:sp>
      <p:sp>
        <p:nvSpPr>
          <p:cNvPr id="89" name="Text Box 36">
            <a:extLst>
              <a:ext uri="{FF2B5EF4-FFF2-40B4-BE49-F238E27FC236}">
                <a16:creationId xmlns:a16="http://schemas.microsoft.com/office/drawing/2014/main" id="{C9D7A519-A3AA-6647-941B-B03611148969}"/>
              </a:ext>
            </a:extLst>
          </p:cNvPr>
          <p:cNvSpPr txBox="1">
            <a:spLocks noChangeArrowheads="1"/>
          </p:cNvSpPr>
          <p:nvPr/>
        </p:nvSpPr>
        <p:spPr bwMode="auto">
          <a:xfrm>
            <a:off x="3284538" y="4766740"/>
            <a:ext cx="3513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Arial"/>
              </a:rPr>
              <a:t>B</a:t>
            </a:r>
          </a:p>
        </p:txBody>
      </p:sp>
      <p:sp>
        <p:nvSpPr>
          <p:cNvPr id="90" name="Text Box 40">
            <a:extLst>
              <a:ext uri="{FF2B5EF4-FFF2-40B4-BE49-F238E27FC236}">
                <a16:creationId xmlns:a16="http://schemas.microsoft.com/office/drawing/2014/main" id="{57B3723E-06BE-9E4B-B5FD-DB428178AC75}"/>
              </a:ext>
            </a:extLst>
          </p:cNvPr>
          <p:cNvSpPr txBox="1">
            <a:spLocks noChangeArrowheads="1"/>
          </p:cNvSpPr>
          <p:nvPr/>
        </p:nvSpPr>
        <p:spPr bwMode="auto">
          <a:xfrm>
            <a:off x="6311900" y="3690415"/>
            <a:ext cx="2790700" cy="344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packet being transmitted</a:t>
            </a:r>
          </a:p>
        </p:txBody>
      </p:sp>
      <p:sp>
        <p:nvSpPr>
          <p:cNvPr id="91" name="Line 41">
            <a:extLst>
              <a:ext uri="{FF2B5EF4-FFF2-40B4-BE49-F238E27FC236}">
                <a16:creationId xmlns:a16="http://schemas.microsoft.com/office/drawing/2014/main" id="{B860767E-6CC8-4645-AC66-7ECC72234871}"/>
              </a:ext>
            </a:extLst>
          </p:cNvPr>
          <p:cNvSpPr>
            <a:spLocks noChangeShapeType="1"/>
          </p:cNvSpPr>
          <p:nvPr/>
        </p:nvSpPr>
        <p:spPr bwMode="auto">
          <a:xfrm rot="10800000" flipV="1">
            <a:off x="5875338" y="3982515"/>
            <a:ext cx="681037" cy="565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2" name="Rectangle 56">
            <a:extLst>
              <a:ext uri="{FF2B5EF4-FFF2-40B4-BE49-F238E27FC236}">
                <a16:creationId xmlns:a16="http://schemas.microsoft.com/office/drawing/2014/main" id="{E3AED2F6-EFE4-C14B-9BB5-4F182D4B0824}"/>
              </a:ext>
            </a:extLst>
          </p:cNvPr>
          <p:cNvSpPr>
            <a:spLocks noChangeArrowheads="1"/>
          </p:cNvSpPr>
          <p:nvPr/>
        </p:nvSpPr>
        <p:spPr bwMode="auto">
          <a:xfrm>
            <a:off x="5335588" y="4519090"/>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3" name="Rectangle 57">
            <a:extLst>
              <a:ext uri="{FF2B5EF4-FFF2-40B4-BE49-F238E27FC236}">
                <a16:creationId xmlns:a16="http://schemas.microsoft.com/office/drawing/2014/main" id="{29DF6AAC-1EDB-6E49-9208-EAB393D336F5}"/>
              </a:ext>
            </a:extLst>
          </p:cNvPr>
          <p:cNvSpPr>
            <a:spLocks noChangeArrowheads="1"/>
          </p:cNvSpPr>
          <p:nvPr/>
        </p:nvSpPr>
        <p:spPr bwMode="auto">
          <a:xfrm>
            <a:off x="5173663" y="4522265"/>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4" name="Rectangle 58">
            <a:extLst>
              <a:ext uri="{FF2B5EF4-FFF2-40B4-BE49-F238E27FC236}">
                <a16:creationId xmlns:a16="http://schemas.microsoft.com/office/drawing/2014/main" id="{07A9771F-08E4-EC45-A210-A58888CED4ED}"/>
              </a:ext>
            </a:extLst>
          </p:cNvPr>
          <p:cNvSpPr>
            <a:spLocks noChangeArrowheads="1"/>
          </p:cNvSpPr>
          <p:nvPr/>
        </p:nvSpPr>
        <p:spPr bwMode="auto">
          <a:xfrm>
            <a:off x="5008563" y="4519090"/>
            <a:ext cx="147637"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5" name="Rectangle 59">
            <a:extLst>
              <a:ext uri="{FF2B5EF4-FFF2-40B4-BE49-F238E27FC236}">
                <a16:creationId xmlns:a16="http://schemas.microsoft.com/office/drawing/2014/main" id="{086BD240-8D3B-8946-8C05-8A6C5C278ABF}"/>
              </a:ext>
            </a:extLst>
          </p:cNvPr>
          <p:cNvSpPr>
            <a:spLocks noChangeArrowheads="1"/>
          </p:cNvSpPr>
          <p:nvPr/>
        </p:nvSpPr>
        <p:spPr bwMode="auto">
          <a:xfrm>
            <a:off x="4845050" y="4519090"/>
            <a:ext cx="147638"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6" name="Rectangle 61">
            <a:extLst>
              <a:ext uri="{FF2B5EF4-FFF2-40B4-BE49-F238E27FC236}">
                <a16:creationId xmlns:a16="http://schemas.microsoft.com/office/drawing/2014/main" id="{84D69E10-50C6-F34A-B4EE-565277C45E7E}"/>
              </a:ext>
            </a:extLst>
          </p:cNvPr>
          <p:cNvSpPr>
            <a:spLocks noChangeArrowheads="1"/>
          </p:cNvSpPr>
          <p:nvPr/>
        </p:nvSpPr>
        <p:spPr bwMode="auto">
          <a:xfrm>
            <a:off x="4679950" y="4520678"/>
            <a:ext cx="147638" cy="2000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97" name="Rectangle 62">
            <a:extLst>
              <a:ext uri="{FF2B5EF4-FFF2-40B4-BE49-F238E27FC236}">
                <a16:creationId xmlns:a16="http://schemas.microsoft.com/office/drawing/2014/main" id="{75F2BC7C-9881-3742-BAF2-C9ADF04CDFBA}"/>
              </a:ext>
            </a:extLst>
          </p:cNvPr>
          <p:cNvSpPr>
            <a:spLocks noChangeArrowheads="1"/>
          </p:cNvSpPr>
          <p:nvPr/>
        </p:nvSpPr>
        <p:spPr bwMode="auto">
          <a:xfrm>
            <a:off x="4651375" y="4496865"/>
            <a:ext cx="1171575" cy="24288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100" name="Text Box 65">
            <a:extLst>
              <a:ext uri="{FF2B5EF4-FFF2-40B4-BE49-F238E27FC236}">
                <a16:creationId xmlns:a16="http://schemas.microsoft.com/office/drawing/2014/main" id="{2FE5E5BD-F2D9-044C-AF8E-8A3AB1A666A5}"/>
              </a:ext>
            </a:extLst>
          </p:cNvPr>
          <p:cNvSpPr txBox="1">
            <a:spLocks noChangeArrowheads="1"/>
          </p:cNvSpPr>
          <p:nvPr/>
        </p:nvSpPr>
        <p:spPr bwMode="auto">
          <a:xfrm>
            <a:off x="4499629" y="3509440"/>
            <a:ext cx="1624291"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buffer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(waiting area)</a:t>
            </a:r>
          </a:p>
        </p:txBody>
      </p:sp>
      <p:sp>
        <p:nvSpPr>
          <p:cNvPr id="101" name="Line 66">
            <a:extLst>
              <a:ext uri="{FF2B5EF4-FFF2-40B4-BE49-F238E27FC236}">
                <a16:creationId xmlns:a16="http://schemas.microsoft.com/office/drawing/2014/main" id="{F4810747-BBCA-F145-AF10-7157860AA8E6}"/>
              </a:ext>
            </a:extLst>
          </p:cNvPr>
          <p:cNvSpPr>
            <a:spLocks noChangeShapeType="1"/>
          </p:cNvSpPr>
          <p:nvPr/>
        </p:nvSpPr>
        <p:spPr bwMode="auto">
          <a:xfrm>
            <a:off x="4784725" y="4117453"/>
            <a:ext cx="0" cy="33337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02" name="Group 48">
            <a:extLst>
              <a:ext uri="{FF2B5EF4-FFF2-40B4-BE49-F238E27FC236}">
                <a16:creationId xmlns:a16="http://schemas.microsoft.com/office/drawing/2014/main" id="{ABFCEC87-7465-524D-A5DC-C75187D44BB1}"/>
              </a:ext>
            </a:extLst>
          </p:cNvPr>
          <p:cNvGrpSpPr>
            <a:grpSpLocks/>
          </p:cNvGrpSpPr>
          <p:nvPr/>
        </p:nvGrpSpPr>
        <p:grpSpPr bwMode="auto">
          <a:xfrm>
            <a:off x="3140075" y="3801540"/>
            <a:ext cx="820738" cy="688975"/>
            <a:chOff x="-44" y="1473"/>
            <a:chExt cx="981" cy="1105"/>
          </a:xfrm>
        </p:grpSpPr>
        <p:pic>
          <p:nvPicPr>
            <p:cNvPr id="103" name="Picture 49" descr="desktop_computer_stylized_medium">
              <a:extLst>
                <a:ext uri="{FF2B5EF4-FFF2-40B4-BE49-F238E27FC236}">
                  <a16:creationId xmlns:a16="http://schemas.microsoft.com/office/drawing/2014/main" id="{8250C605-2170-E94B-8DB9-90219930DE8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Freeform 50">
              <a:extLst>
                <a:ext uri="{FF2B5EF4-FFF2-40B4-BE49-F238E27FC236}">
                  <a16:creationId xmlns:a16="http://schemas.microsoft.com/office/drawing/2014/main" id="{B861D779-BA88-6649-AECC-FC09FC3CADB8}"/>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105" name="Group 51">
            <a:extLst>
              <a:ext uri="{FF2B5EF4-FFF2-40B4-BE49-F238E27FC236}">
                <a16:creationId xmlns:a16="http://schemas.microsoft.com/office/drawing/2014/main" id="{C2F7650A-DE11-CA4D-8362-974E3036A08A}"/>
              </a:ext>
            </a:extLst>
          </p:cNvPr>
          <p:cNvGrpSpPr>
            <a:grpSpLocks/>
          </p:cNvGrpSpPr>
          <p:nvPr/>
        </p:nvGrpSpPr>
        <p:grpSpPr bwMode="auto">
          <a:xfrm>
            <a:off x="3468688" y="4792140"/>
            <a:ext cx="820737" cy="688975"/>
            <a:chOff x="-44" y="1473"/>
            <a:chExt cx="981" cy="1105"/>
          </a:xfrm>
        </p:grpSpPr>
        <p:pic>
          <p:nvPicPr>
            <p:cNvPr id="106" name="Picture 52" descr="desktop_computer_stylized_medium">
              <a:extLst>
                <a:ext uri="{FF2B5EF4-FFF2-40B4-BE49-F238E27FC236}">
                  <a16:creationId xmlns:a16="http://schemas.microsoft.com/office/drawing/2014/main" id="{31AB66C4-A2A2-4F4D-B6A5-CBADCEEE67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53">
              <a:extLst>
                <a:ext uri="{FF2B5EF4-FFF2-40B4-BE49-F238E27FC236}">
                  <a16:creationId xmlns:a16="http://schemas.microsoft.com/office/drawing/2014/main" id="{8CFBA43E-78F2-5846-9CDF-6F8E882EA5BA}"/>
                </a:ext>
              </a:extLst>
            </p:cNvPr>
            <p:cNvSpPr>
              <a:spLocks/>
            </p:cNvSpPr>
            <p:nvPr/>
          </p:nvSpPr>
          <p:spPr bwMode="auto">
            <a:xfrm flipH="1">
              <a:off x="374" y="1579"/>
              <a:ext cx="477" cy="506"/>
            </a:xfrm>
            <a:custGeom>
              <a:avLst/>
              <a:gdLst>
                <a:gd name="T0" fmla="*/ 0 w 356"/>
                <a:gd name="T1" fmla="*/ 0 h 368"/>
                <a:gd name="T2" fmla="*/ 32377 w 356"/>
                <a:gd name="T3" fmla="*/ 2307 h 368"/>
                <a:gd name="T4" fmla="*/ 38409 w 356"/>
                <a:gd name="T5" fmla="*/ 48069 h 368"/>
                <a:gd name="T6" fmla="*/ 8465 w 356"/>
                <a:gd name="T7" fmla="*/ 60116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108" name="TextBox 1">
            <a:extLst>
              <a:ext uri="{FF2B5EF4-FFF2-40B4-BE49-F238E27FC236}">
                <a16:creationId xmlns:a16="http://schemas.microsoft.com/office/drawing/2014/main" id="{23257655-BFAB-7E4B-9721-E40633712A2D}"/>
              </a:ext>
            </a:extLst>
          </p:cNvPr>
          <p:cNvSpPr txBox="1">
            <a:spLocks noChangeArrowheads="1"/>
          </p:cNvSpPr>
          <p:nvPr/>
        </p:nvSpPr>
        <p:spPr bwMode="auto">
          <a:xfrm>
            <a:off x="1250140" y="6114279"/>
            <a:ext cx="9525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Check out the Java applet for an interactive animation (on publisher’s website) of queuing and loss</a:t>
            </a:r>
          </a:p>
        </p:txBody>
      </p:sp>
      <p:grpSp>
        <p:nvGrpSpPr>
          <p:cNvPr id="4" name="Group 3">
            <a:extLst>
              <a:ext uri="{FF2B5EF4-FFF2-40B4-BE49-F238E27FC236}">
                <a16:creationId xmlns:a16="http://schemas.microsoft.com/office/drawing/2014/main" id="{C493C1C6-6FFC-4542-8569-381842BD5BB2}"/>
              </a:ext>
            </a:extLst>
          </p:cNvPr>
          <p:cNvGrpSpPr/>
          <p:nvPr/>
        </p:nvGrpSpPr>
        <p:grpSpPr>
          <a:xfrm>
            <a:off x="971989" y="1867073"/>
            <a:ext cx="10214897" cy="3871598"/>
            <a:chOff x="971989" y="1867073"/>
            <a:chExt cx="10214897" cy="3871598"/>
          </a:xfrm>
        </p:grpSpPr>
        <p:grpSp>
          <p:nvGrpSpPr>
            <p:cNvPr id="3" name="Group 2">
              <a:extLst>
                <a:ext uri="{FF2B5EF4-FFF2-40B4-BE49-F238E27FC236}">
                  <a16:creationId xmlns:a16="http://schemas.microsoft.com/office/drawing/2014/main" id="{37FB3ADB-070D-EA41-8E10-638DD4679B17}"/>
                </a:ext>
              </a:extLst>
            </p:cNvPr>
            <p:cNvGrpSpPr/>
            <p:nvPr/>
          </p:nvGrpSpPr>
          <p:grpSpPr>
            <a:xfrm>
              <a:off x="4381500" y="4714353"/>
              <a:ext cx="2873096" cy="1024318"/>
              <a:chOff x="4381500" y="4714353"/>
              <a:chExt cx="2873096" cy="1024318"/>
            </a:xfrm>
          </p:grpSpPr>
          <p:sp>
            <p:nvSpPr>
              <p:cNvPr id="86" name="Rectangle 31">
                <a:extLst>
                  <a:ext uri="{FF2B5EF4-FFF2-40B4-BE49-F238E27FC236}">
                    <a16:creationId xmlns:a16="http://schemas.microsoft.com/office/drawing/2014/main" id="{E5168849-CF99-FD4F-B6DF-2D06EA648971}"/>
                  </a:ext>
                </a:extLst>
              </p:cNvPr>
              <p:cNvSpPr>
                <a:spLocks noChangeArrowheads="1"/>
              </p:cNvSpPr>
              <p:nvPr/>
            </p:nvSpPr>
            <p:spPr bwMode="auto">
              <a:xfrm>
                <a:off x="4411663" y="4868340"/>
                <a:ext cx="147637" cy="200025"/>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a:endParaRPr>
              </a:p>
            </p:txBody>
          </p:sp>
          <p:sp>
            <p:nvSpPr>
              <p:cNvPr id="87" name="Line 33">
                <a:extLst>
                  <a:ext uri="{FF2B5EF4-FFF2-40B4-BE49-F238E27FC236}">
                    <a16:creationId xmlns:a16="http://schemas.microsoft.com/office/drawing/2014/main" id="{6D0E3F69-DD55-B34E-B881-C7D2F1D6A5DA}"/>
                  </a:ext>
                </a:extLst>
              </p:cNvPr>
              <p:cNvSpPr>
                <a:spLocks noChangeShapeType="1"/>
              </p:cNvSpPr>
              <p:nvPr/>
            </p:nvSpPr>
            <p:spPr bwMode="auto">
              <a:xfrm flipV="1">
                <a:off x="4381500" y="4714353"/>
                <a:ext cx="106363" cy="1460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 name="Line 63">
                <a:extLst>
                  <a:ext uri="{FF2B5EF4-FFF2-40B4-BE49-F238E27FC236}">
                    <a16:creationId xmlns:a16="http://schemas.microsoft.com/office/drawing/2014/main" id="{FD41187D-B5D0-F44B-B4AF-7556A07DC14A}"/>
                  </a:ext>
                </a:extLst>
              </p:cNvPr>
              <p:cNvSpPr>
                <a:spLocks noChangeShapeType="1"/>
              </p:cNvSpPr>
              <p:nvPr/>
            </p:nvSpPr>
            <p:spPr bwMode="auto">
              <a:xfrm rot="10800000">
                <a:off x="4638675" y="4988990"/>
                <a:ext cx="687388" cy="3317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9" name="Text Box 64">
                <a:extLst>
                  <a:ext uri="{FF2B5EF4-FFF2-40B4-BE49-F238E27FC236}">
                    <a16:creationId xmlns:a16="http://schemas.microsoft.com/office/drawing/2014/main" id="{F2BB1DAE-AB56-8246-A3D6-8E5A69B8FF8C}"/>
                  </a:ext>
                </a:extLst>
              </p:cNvPr>
              <p:cNvSpPr txBox="1">
                <a:spLocks noChangeArrowheads="1"/>
              </p:cNvSpPr>
              <p:nvPr/>
            </p:nvSpPr>
            <p:spPr bwMode="auto">
              <a:xfrm>
                <a:off x="5254625" y="5147740"/>
                <a:ext cx="1999971"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packet arriving to</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full buffer is </a:t>
                </a:r>
                <a:r>
                  <a:rPr kumimoji="0" lang="en-US" altLang="en-US" sz="20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lost</a:t>
                </a:r>
              </a:p>
            </p:txBody>
          </p:sp>
        </p:grpSp>
        <p:sp>
          <p:nvSpPr>
            <p:cNvPr id="43" name="Rectangle 3">
              <a:extLst>
                <a:ext uri="{FF2B5EF4-FFF2-40B4-BE49-F238E27FC236}">
                  <a16:creationId xmlns:a16="http://schemas.microsoft.com/office/drawing/2014/main" id="{54211E9D-8A8E-BF41-BDEC-889453887B75}"/>
                </a:ext>
              </a:extLst>
            </p:cNvPr>
            <p:cNvSpPr txBox="1">
              <a:spLocks noChangeArrowheads="1"/>
            </p:cNvSpPr>
            <p:nvPr/>
          </p:nvSpPr>
          <p:spPr>
            <a:xfrm>
              <a:off x="971989" y="1867073"/>
              <a:ext cx="10214897" cy="21179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arriving to full queue dropped (aka lost)</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 packet may be retransmitted by previous node, by source end system, or not at all</a:t>
              </a:r>
            </a:p>
          </p:txBody>
        </p:sp>
      </p:grpSp>
      <p:sp>
        <p:nvSpPr>
          <p:cNvPr id="45" name="Slide Number Placeholder 5">
            <a:extLst>
              <a:ext uri="{FF2B5EF4-FFF2-40B4-BE49-F238E27FC236}">
                <a16:creationId xmlns:a16="http://schemas.microsoft.com/office/drawing/2014/main" id="{589565F1-CC81-D148-8C2B-5587C47130D9}"/>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55</a:t>
            </a:fld>
            <a:endParaRPr lang="en-US" dirty="0"/>
          </a:p>
        </p:txBody>
      </p:sp>
    </p:spTree>
    <p:extLst>
      <p:ext uri="{BB962C8B-B14F-4D97-AF65-F5344CB8AC3E}">
        <p14:creationId xmlns:p14="http://schemas.microsoft.com/office/powerpoint/2010/main" val="2226632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 name="Line 321">
            <a:extLst>
              <a:ext uri="{FF2B5EF4-FFF2-40B4-BE49-F238E27FC236}">
                <a16:creationId xmlns:a16="http://schemas.microsoft.com/office/drawing/2014/main" id="{3126CBA0-B637-EA43-AF7F-E011318DF501}"/>
              </a:ext>
            </a:extLst>
          </p:cNvPr>
          <p:cNvSpPr>
            <a:spLocks noChangeShapeType="1"/>
          </p:cNvSpPr>
          <p:nvPr/>
        </p:nvSpPr>
        <p:spPr bwMode="auto">
          <a:xfrm>
            <a:off x="3004779" y="4480629"/>
            <a:ext cx="63166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07" name="Group 306">
            <a:extLst>
              <a:ext uri="{FF2B5EF4-FFF2-40B4-BE49-F238E27FC236}">
                <a16:creationId xmlns:a16="http://schemas.microsoft.com/office/drawing/2014/main" id="{9E117FAC-DD71-2841-B7A4-CC7377DD9672}"/>
              </a:ext>
            </a:extLst>
          </p:cNvPr>
          <p:cNvGrpSpPr/>
          <p:nvPr/>
        </p:nvGrpSpPr>
        <p:grpSpPr>
          <a:xfrm>
            <a:off x="4551470" y="4103771"/>
            <a:ext cx="1463604" cy="737240"/>
            <a:chOff x="7493876" y="2774731"/>
            <a:chExt cx="1481958" cy="894622"/>
          </a:xfrm>
        </p:grpSpPr>
        <p:sp>
          <p:nvSpPr>
            <p:cNvPr id="308" name="Freeform 307">
              <a:extLst>
                <a:ext uri="{FF2B5EF4-FFF2-40B4-BE49-F238E27FC236}">
                  <a16:creationId xmlns:a16="http://schemas.microsoft.com/office/drawing/2014/main" id="{8BB48DB0-8C5D-004F-B9CE-3206F91F8A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9" name="Oval 308">
              <a:extLst>
                <a:ext uri="{FF2B5EF4-FFF2-40B4-BE49-F238E27FC236}">
                  <a16:creationId xmlns:a16="http://schemas.microsoft.com/office/drawing/2014/main" id="{ED05AE36-8F36-F942-94A6-2BA819CD30A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0" name="Group 309">
              <a:extLst>
                <a:ext uri="{FF2B5EF4-FFF2-40B4-BE49-F238E27FC236}">
                  <a16:creationId xmlns:a16="http://schemas.microsoft.com/office/drawing/2014/main" id="{7A4729A4-A1F6-DF49-A60A-44BF1ECD7351}"/>
                </a:ext>
              </a:extLst>
            </p:cNvPr>
            <p:cNvGrpSpPr/>
            <p:nvPr/>
          </p:nvGrpSpPr>
          <p:grpSpPr>
            <a:xfrm>
              <a:off x="7713663" y="2848339"/>
              <a:ext cx="1042107" cy="425543"/>
              <a:chOff x="7786941" y="2884917"/>
              <a:chExt cx="897649" cy="353919"/>
            </a:xfrm>
          </p:grpSpPr>
          <p:sp>
            <p:nvSpPr>
              <p:cNvPr id="311" name="Freeform 310">
                <a:extLst>
                  <a:ext uri="{FF2B5EF4-FFF2-40B4-BE49-F238E27FC236}">
                    <a16:creationId xmlns:a16="http://schemas.microsoft.com/office/drawing/2014/main" id="{40897A26-02AE-B342-8B9D-CC1606C29E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5AD51D90-0DBF-5941-A195-23707A53FCE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3" name="Freeform 312">
                <a:extLst>
                  <a:ext uri="{FF2B5EF4-FFF2-40B4-BE49-F238E27FC236}">
                    <a16:creationId xmlns:a16="http://schemas.microsoft.com/office/drawing/2014/main" id="{C2FFDCAB-1FB6-B14D-887A-093D9A7A5E7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4" name="Freeform 313">
                <a:extLst>
                  <a:ext uri="{FF2B5EF4-FFF2-40B4-BE49-F238E27FC236}">
                    <a16:creationId xmlns:a16="http://schemas.microsoft.com/office/drawing/2014/main" id="{7D1F7198-65E3-1B44-8C17-E6AF9ECF4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a:t>
            </a:r>
            <a:endParaRPr lang="en-US" sz="4400" dirty="0"/>
          </a:p>
        </p:txBody>
      </p:sp>
      <p:sp>
        <p:nvSpPr>
          <p:cNvPr id="43" name="Rectangle 3">
            <a:extLst>
              <a:ext uri="{FF2B5EF4-FFF2-40B4-BE49-F238E27FC236}">
                <a16:creationId xmlns:a16="http://schemas.microsoft.com/office/drawing/2014/main" id="{494751C5-3228-E445-BD01-72428A7EAB59}"/>
              </a:ext>
            </a:extLst>
          </p:cNvPr>
          <p:cNvSpPr txBox="1">
            <a:spLocks noChangeArrowheads="1"/>
          </p:cNvSpPr>
          <p:nvPr/>
        </p:nvSpPr>
        <p:spPr>
          <a:xfrm>
            <a:off x="989013" y="1359295"/>
            <a:ext cx="10973804" cy="1779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throughput: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rate (bits/time unit) at which bits are being sent from sender to receiver</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Arial" panose="020B0604020202020204" pitchFamily="34" charset="0"/>
                <a:cs typeface="+mn-cs"/>
              </a:rPr>
              <a:t>instantaneous: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rate at given point in time</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Arial" panose="020B0604020202020204" pitchFamily="34" charset="0"/>
                <a:cs typeface="+mn-cs"/>
              </a:rPr>
              <a:t>average: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rate over longer period of time</a:t>
            </a:r>
          </a:p>
        </p:txBody>
      </p:sp>
      <p:sp>
        <p:nvSpPr>
          <p:cNvPr id="232" name="AutoShape 327">
            <a:extLst>
              <a:ext uri="{FF2B5EF4-FFF2-40B4-BE49-F238E27FC236}">
                <a16:creationId xmlns:a16="http://schemas.microsoft.com/office/drawing/2014/main" id="{5F173245-5658-9842-84FB-CB60E39B479B}"/>
              </a:ext>
            </a:extLst>
          </p:cNvPr>
          <p:cNvSpPr>
            <a:spLocks noChangeArrowheads="1"/>
          </p:cNvSpPr>
          <p:nvPr/>
        </p:nvSpPr>
        <p:spPr bwMode="auto">
          <a:xfrm>
            <a:off x="1980004" y="3615115"/>
            <a:ext cx="500062" cy="581025"/>
          </a:xfrm>
          <a:prstGeom prst="can">
            <a:avLst>
              <a:gd name="adj" fmla="val 23491"/>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33" name="Group 64">
            <a:extLst>
              <a:ext uri="{FF2B5EF4-FFF2-40B4-BE49-F238E27FC236}">
                <a16:creationId xmlns:a16="http://schemas.microsoft.com/office/drawing/2014/main" id="{67159F46-3967-E744-8DC9-4BF77234442F}"/>
              </a:ext>
            </a:extLst>
          </p:cNvPr>
          <p:cNvGrpSpPr>
            <a:grpSpLocks/>
          </p:cNvGrpSpPr>
          <p:nvPr/>
        </p:nvGrpSpPr>
        <p:grpSpPr bwMode="auto">
          <a:xfrm>
            <a:off x="2538054" y="4021842"/>
            <a:ext cx="352425" cy="876300"/>
            <a:chOff x="4140" y="429"/>
            <a:chExt cx="1425" cy="2396"/>
          </a:xfrm>
        </p:grpSpPr>
        <p:sp>
          <p:nvSpPr>
            <p:cNvPr id="234" name="Freeform 65">
              <a:extLst>
                <a:ext uri="{FF2B5EF4-FFF2-40B4-BE49-F238E27FC236}">
                  <a16:creationId xmlns:a16="http://schemas.microsoft.com/office/drawing/2014/main" id="{18E23374-8E41-5441-B267-3B9BBC53C6B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5" name="Rectangle 66">
              <a:extLst>
                <a:ext uri="{FF2B5EF4-FFF2-40B4-BE49-F238E27FC236}">
                  <a16:creationId xmlns:a16="http://schemas.microsoft.com/office/drawing/2014/main" id="{27E4969F-608F-ED4F-8638-18FB214A40AD}"/>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6" name="Freeform 67">
              <a:extLst>
                <a:ext uri="{FF2B5EF4-FFF2-40B4-BE49-F238E27FC236}">
                  <a16:creationId xmlns:a16="http://schemas.microsoft.com/office/drawing/2014/main" id="{846F4A49-2AF9-7341-80F3-DC7E3F14171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7" name="Freeform 68">
              <a:extLst>
                <a:ext uri="{FF2B5EF4-FFF2-40B4-BE49-F238E27FC236}">
                  <a16:creationId xmlns:a16="http://schemas.microsoft.com/office/drawing/2014/main" id="{EC71E4BE-7627-F340-B915-B497102456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8" name="Rectangle 69">
              <a:extLst>
                <a:ext uri="{FF2B5EF4-FFF2-40B4-BE49-F238E27FC236}">
                  <a16:creationId xmlns:a16="http://schemas.microsoft.com/office/drawing/2014/main" id="{39BFB098-B374-994B-AE99-4F9D17A4D828}"/>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39" name="Group 70">
              <a:extLst>
                <a:ext uri="{FF2B5EF4-FFF2-40B4-BE49-F238E27FC236}">
                  <a16:creationId xmlns:a16="http://schemas.microsoft.com/office/drawing/2014/main" id="{71537DBF-21A3-7C4A-9E72-AADF2D0ED1A6}"/>
                </a:ext>
              </a:extLst>
            </p:cNvPr>
            <p:cNvGrpSpPr>
              <a:grpSpLocks/>
            </p:cNvGrpSpPr>
            <p:nvPr/>
          </p:nvGrpSpPr>
          <p:grpSpPr bwMode="auto">
            <a:xfrm>
              <a:off x="4749" y="668"/>
              <a:ext cx="581" cy="145"/>
              <a:chOff x="614" y="2568"/>
              <a:chExt cx="725" cy="139"/>
            </a:xfrm>
          </p:grpSpPr>
          <p:sp>
            <p:nvSpPr>
              <p:cNvPr id="264" name="AutoShape 71">
                <a:extLst>
                  <a:ext uri="{FF2B5EF4-FFF2-40B4-BE49-F238E27FC236}">
                    <a16:creationId xmlns:a16="http://schemas.microsoft.com/office/drawing/2014/main" id="{66BF3AD7-2A1F-894F-AB3E-2B0CE27C8AD7}"/>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5" name="AutoShape 72">
                <a:extLst>
                  <a:ext uri="{FF2B5EF4-FFF2-40B4-BE49-F238E27FC236}">
                    <a16:creationId xmlns:a16="http://schemas.microsoft.com/office/drawing/2014/main" id="{B978B677-CCD4-A441-ACE5-4B37776C7AB3}"/>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0" name="Rectangle 73">
              <a:extLst>
                <a:ext uri="{FF2B5EF4-FFF2-40B4-BE49-F238E27FC236}">
                  <a16:creationId xmlns:a16="http://schemas.microsoft.com/office/drawing/2014/main" id="{87FAAAA1-868A-A144-AF79-9ADFFCEF3D67}"/>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1" name="Group 74">
              <a:extLst>
                <a:ext uri="{FF2B5EF4-FFF2-40B4-BE49-F238E27FC236}">
                  <a16:creationId xmlns:a16="http://schemas.microsoft.com/office/drawing/2014/main" id="{CDE6DCC7-0A8B-2541-8C76-B2190F25D240}"/>
                </a:ext>
              </a:extLst>
            </p:cNvPr>
            <p:cNvGrpSpPr>
              <a:grpSpLocks/>
            </p:cNvGrpSpPr>
            <p:nvPr/>
          </p:nvGrpSpPr>
          <p:grpSpPr bwMode="auto">
            <a:xfrm>
              <a:off x="4747" y="994"/>
              <a:ext cx="581" cy="134"/>
              <a:chOff x="614" y="2568"/>
              <a:chExt cx="725" cy="139"/>
            </a:xfrm>
          </p:grpSpPr>
          <p:sp>
            <p:nvSpPr>
              <p:cNvPr id="262" name="AutoShape 75">
                <a:extLst>
                  <a:ext uri="{FF2B5EF4-FFF2-40B4-BE49-F238E27FC236}">
                    <a16:creationId xmlns:a16="http://schemas.microsoft.com/office/drawing/2014/main" id="{6D9E7A58-B5A8-C440-B788-66B9572452B0}"/>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3" name="AutoShape 76">
                <a:extLst>
                  <a:ext uri="{FF2B5EF4-FFF2-40B4-BE49-F238E27FC236}">
                    <a16:creationId xmlns:a16="http://schemas.microsoft.com/office/drawing/2014/main" id="{81AE3D1A-686F-644D-9B4E-3E1E85407298}"/>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2" name="Rectangle 77">
              <a:extLst>
                <a:ext uri="{FF2B5EF4-FFF2-40B4-BE49-F238E27FC236}">
                  <a16:creationId xmlns:a16="http://schemas.microsoft.com/office/drawing/2014/main" id="{C9C2D902-8035-BE42-B27B-AB7485B0C4E0}"/>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3" name="Rectangle 78">
              <a:extLst>
                <a:ext uri="{FF2B5EF4-FFF2-40B4-BE49-F238E27FC236}">
                  <a16:creationId xmlns:a16="http://schemas.microsoft.com/office/drawing/2014/main" id="{5A1C3FEB-4927-F742-8C1F-5CF5556DE786}"/>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4" name="Group 79">
              <a:extLst>
                <a:ext uri="{FF2B5EF4-FFF2-40B4-BE49-F238E27FC236}">
                  <a16:creationId xmlns:a16="http://schemas.microsoft.com/office/drawing/2014/main" id="{D2A72B02-ADAB-FE44-9468-3B43E6DB3E47}"/>
                </a:ext>
              </a:extLst>
            </p:cNvPr>
            <p:cNvGrpSpPr>
              <a:grpSpLocks/>
            </p:cNvGrpSpPr>
            <p:nvPr/>
          </p:nvGrpSpPr>
          <p:grpSpPr bwMode="auto">
            <a:xfrm>
              <a:off x="4735" y="1627"/>
              <a:ext cx="582" cy="151"/>
              <a:chOff x="614" y="2568"/>
              <a:chExt cx="725" cy="139"/>
            </a:xfrm>
          </p:grpSpPr>
          <p:sp>
            <p:nvSpPr>
              <p:cNvPr id="260" name="AutoShape 80">
                <a:extLst>
                  <a:ext uri="{FF2B5EF4-FFF2-40B4-BE49-F238E27FC236}">
                    <a16:creationId xmlns:a16="http://schemas.microsoft.com/office/drawing/2014/main" id="{A1A29232-9E86-634B-8831-8B3719318AEE}"/>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1" name="AutoShape 81">
                <a:extLst>
                  <a:ext uri="{FF2B5EF4-FFF2-40B4-BE49-F238E27FC236}">
                    <a16:creationId xmlns:a16="http://schemas.microsoft.com/office/drawing/2014/main" id="{138F9F1B-5A09-C54A-8F38-4FBA6FFE45E5}"/>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5" name="Freeform 82">
              <a:extLst>
                <a:ext uri="{FF2B5EF4-FFF2-40B4-BE49-F238E27FC236}">
                  <a16:creationId xmlns:a16="http://schemas.microsoft.com/office/drawing/2014/main" id="{EDD21BCA-4123-324D-B71B-475B7D03C58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46" name="Group 83">
              <a:extLst>
                <a:ext uri="{FF2B5EF4-FFF2-40B4-BE49-F238E27FC236}">
                  <a16:creationId xmlns:a16="http://schemas.microsoft.com/office/drawing/2014/main" id="{791D1F13-E15D-3C4F-AB67-56D2965D4138}"/>
                </a:ext>
              </a:extLst>
            </p:cNvPr>
            <p:cNvGrpSpPr>
              <a:grpSpLocks/>
            </p:cNvGrpSpPr>
            <p:nvPr/>
          </p:nvGrpSpPr>
          <p:grpSpPr bwMode="auto">
            <a:xfrm>
              <a:off x="4739" y="1327"/>
              <a:ext cx="582" cy="139"/>
              <a:chOff x="614" y="2568"/>
              <a:chExt cx="725" cy="139"/>
            </a:xfrm>
          </p:grpSpPr>
          <p:sp>
            <p:nvSpPr>
              <p:cNvPr id="258" name="AutoShape 84">
                <a:extLst>
                  <a:ext uri="{FF2B5EF4-FFF2-40B4-BE49-F238E27FC236}">
                    <a16:creationId xmlns:a16="http://schemas.microsoft.com/office/drawing/2014/main" id="{13423582-B530-6D49-927C-1307226E75F4}"/>
                  </a:ext>
                </a:extLst>
              </p:cNvPr>
              <p:cNvSpPr>
                <a:spLocks noChangeArrowheads="1"/>
              </p:cNvSpPr>
              <p:nvPr/>
            </p:nvSpPr>
            <p:spPr bwMode="auto">
              <a:xfrm>
                <a:off x="611" y="2568"/>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9" name="AutoShape 85">
                <a:extLst>
                  <a:ext uri="{FF2B5EF4-FFF2-40B4-BE49-F238E27FC236}">
                    <a16:creationId xmlns:a16="http://schemas.microsoft.com/office/drawing/2014/main" id="{CC15074F-1F06-4B4F-9C77-C1CA17ACAA0E}"/>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47" name="Rectangle 86">
              <a:extLst>
                <a:ext uri="{FF2B5EF4-FFF2-40B4-BE49-F238E27FC236}">
                  <a16:creationId xmlns:a16="http://schemas.microsoft.com/office/drawing/2014/main" id="{81BB7800-4ED5-D84D-B257-C94B51DF5A14}"/>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8" name="Freeform 87">
              <a:extLst>
                <a:ext uri="{FF2B5EF4-FFF2-40B4-BE49-F238E27FC236}">
                  <a16:creationId xmlns:a16="http://schemas.microsoft.com/office/drawing/2014/main" id="{AF9C8EDC-F5CE-1A46-A494-23925A5A730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49" name="Freeform 88">
              <a:extLst>
                <a:ext uri="{FF2B5EF4-FFF2-40B4-BE49-F238E27FC236}">
                  <a16:creationId xmlns:a16="http://schemas.microsoft.com/office/drawing/2014/main" id="{0663E233-F771-A246-84D6-36A0AA5C75D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0" name="Oval 89">
              <a:extLst>
                <a:ext uri="{FF2B5EF4-FFF2-40B4-BE49-F238E27FC236}">
                  <a16:creationId xmlns:a16="http://schemas.microsoft.com/office/drawing/2014/main" id="{3F5ABDC5-D954-4D4D-A3B4-7A133CD7155B}"/>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1" name="Freeform 90">
              <a:extLst>
                <a:ext uri="{FF2B5EF4-FFF2-40B4-BE49-F238E27FC236}">
                  <a16:creationId xmlns:a16="http://schemas.microsoft.com/office/drawing/2014/main" id="{B976B037-AAAD-864E-94BA-6AFFD4E96488}"/>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2" name="AutoShape 91">
              <a:extLst>
                <a:ext uri="{FF2B5EF4-FFF2-40B4-BE49-F238E27FC236}">
                  <a16:creationId xmlns:a16="http://schemas.microsoft.com/office/drawing/2014/main" id="{F4F4A156-282A-314C-8FCF-EB151E922FCC}"/>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3" name="AutoShape 92">
              <a:extLst>
                <a:ext uri="{FF2B5EF4-FFF2-40B4-BE49-F238E27FC236}">
                  <a16:creationId xmlns:a16="http://schemas.microsoft.com/office/drawing/2014/main" id="{80AE788A-CE80-7741-B4E5-F6C880916718}"/>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Oval 93">
              <a:extLst>
                <a:ext uri="{FF2B5EF4-FFF2-40B4-BE49-F238E27FC236}">
                  <a16:creationId xmlns:a16="http://schemas.microsoft.com/office/drawing/2014/main" id="{BB81643B-3A3A-0C41-86BE-809F30A178CC}"/>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5" name="Oval 94">
              <a:extLst>
                <a:ext uri="{FF2B5EF4-FFF2-40B4-BE49-F238E27FC236}">
                  <a16:creationId xmlns:a16="http://schemas.microsoft.com/office/drawing/2014/main" id="{0A2F6572-0039-324D-A51E-D01D404A5555}"/>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56" name="Oval 95">
              <a:extLst>
                <a:ext uri="{FF2B5EF4-FFF2-40B4-BE49-F238E27FC236}">
                  <a16:creationId xmlns:a16="http://schemas.microsoft.com/office/drawing/2014/main" id="{43600795-A6CA-4C4B-9800-07AB28F89B1F}"/>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96">
              <a:extLst>
                <a:ext uri="{FF2B5EF4-FFF2-40B4-BE49-F238E27FC236}">
                  <a16:creationId xmlns:a16="http://schemas.microsoft.com/office/drawing/2014/main" id="{32CFBA4E-295B-BF40-8717-00CE15115957}"/>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66" name="Group 61">
            <a:extLst>
              <a:ext uri="{FF2B5EF4-FFF2-40B4-BE49-F238E27FC236}">
                <a16:creationId xmlns:a16="http://schemas.microsoft.com/office/drawing/2014/main" id="{2E0D8697-E30E-C84C-9F0E-29142F2D4E67}"/>
              </a:ext>
            </a:extLst>
          </p:cNvPr>
          <p:cNvGrpSpPr>
            <a:grpSpLocks/>
          </p:cNvGrpSpPr>
          <p:nvPr/>
        </p:nvGrpSpPr>
        <p:grpSpPr bwMode="auto">
          <a:xfrm flipH="1">
            <a:off x="9843242" y="4083754"/>
            <a:ext cx="1192212" cy="1171575"/>
            <a:chOff x="-44" y="1473"/>
            <a:chExt cx="981" cy="1105"/>
          </a:xfrm>
        </p:grpSpPr>
        <p:pic>
          <p:nvPicPr>
            <p:cNvPr id="267" name="Picture 62" descr="desktop_computer_stylized_medium">
              <a:extLst>
                <a:ext uri="{FF2B5EF4-FFF2-40B4-BE49-F238E27FC236}">
                  <a16:creationId xmlns:a16="http://schemas.microsoft.com/office/drawing/2014/main" id="{85154182-D3D3-494A-8DEB-F001E6EB4B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 name="Freeform 63">
              <a:extLst>
                <a:ext uri="{FF2B5EF4-FFF2-40B4-BE49-F238E27FC236}">
                  <a16:creationId xmlns:a16="http://schemas.microsoft.com/office/drawing/2014/main" id="{E36B34F6-C549-9143-AA71-C07DF7E0B17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69" name="Text Box 325">
            <a:extLst>
              <a:ext uri="{FF2B5EF4-FFF2-40B4-BE49-F238E27FC236}">
                <a16:creationId xmlns:a16="http://schemas.microsoft.com/office/drawing/2014/main" id="{2685AEBC-A012-9B46-B78A-88C2A3D512DD}"/>
              </a:ext>
            </a:extLst>
          </p:cNvPr>
          <p:cNvSpPr txBox="1">
            <a:spLocks noChangeArrowheads="1"/>
          </p:cNvSpPr>
          <p:nvPr/>
        </p:nvSpPr>
        <p:spPr bwMode="auto">
          <a:xfrm>
            <a:off x="792820" y="5516537"/>
            <a:ext cx="2198742"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server, with</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file of F bits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to send to client</a:t>
            </a:r>
          </a:p>
        </p:txBody>
      </p:sp>
      <p:sp>
        <p:nvSpPr>
          <p:cNvPr id="270" name="Text Box 328">
            <a:extLst>
              <a:ext uri="{FF2B5EF4-FFF2-40B4-BE49-F238E27FC236}">
                <a16:creationId xmlns:a16="http://schemas.microsoft.com/office/drawing/2014/main" id="{99E6BFD3-F62C-B043-9B11-0DBFC35AC6AD}"/>
              </a:ext>
            </a:extLst>
          </p:cNvPr>
          <p:cNvSpPr txBox="1">
            <a:spLocks noChangeArrowheads="1"/>
          </p:cNvSpPr>
          <p:nvPr/>
        </p:nvSpPr>
        <p:spPr bwMode="auto">
          <a:xfrm>
            <a:off x="3097926" y="4936011"/>
            <a:ext cx="1722587"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link capacity</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r>
              <a:rPr kumimoji="0" lang="en-US" altLang="en-US" sz="24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sp>
        <p:nvSpPr>
          <p:cNvPr id="271" name="Text Box 329">
            <a:extLst>
              <a:ext uri="{FF2B5EF4-FFF2-40B4-BE49-F238E27FC236}">
                <a16:creationId xmlns:a16="http://schemas.microsoft.com/office/drawing/2014/main" id="{A5259771-F5CC-2A4E-B736-3B818B7FD93C}"/>
              </a:ext>
            </a:extLst>
          </p:cNvPr>
          <p:cNvSpPr txBox="1">
            <a:spLocks noChangeArrowheads="1"/>
          </p:cNvSpPr>
          <p:nvPr/>
        </p:nvSpPr>
        <p:spPr bwMode="auto">
          <a:xfrm>
            <a:off x="7217773" y="4939162"/>
            <a:ext cx="1722587"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link capacity</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r>
              <a:rPr kumimoji="0" lang="en-US" altLang="en-US" sz="24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grpSp>
        <p:nvGrpSpPr>
          <p:cNvPr id="301" name="Group 99">
            <a:extLst>
              <a:ext uri="{FF2B5EF4-FFF2-40B4-BE49-F238E27FC236}">
                <a16:creationId xmlns:a16="http://schemas.microsoft.com/office/drawing/2014/main" id="{4B6F3DA1-2A9C-2E4C-B823-1CEA5B30C4A7}"/>
              </a:ext>
            </a:extLst>
          </p:cNvPr>
          <p:cNvGrpSpPr>
            <a:grpSpLocks/>
          </p:cNvGrpSpPr>
          <p:nvPr/>
        </p:nvGrpSpPr>
        <p:grpSpPr bwMode="auto">
          <a:xfrm>
            <a:off x="644751" y="4976621"/>
            <a:ext cx="9050338" cy="1484313"/>
            <a:chOff x="-335" y="3658"/>
            <a:chExt cx="5701" cy="935"/>
          </a:xfrm>
        </p:grpSpPr>
        <p:sp>
          <p:nvSpPr>
            <p:cNvPr id="302" name="Text Box 353">
              <a:extLst>
                <a:ext uri="{FF2B5EF4-FFF2-40B4-BE49-F238E27FC236}">
                  <a16:creationId xmlns:a16="http://schemas.microsoft.com/office/drawing/2014/main" id="{07E7AB23-0BD9-F14F-9990-6EF08491E442}"/>
                </a:ext>
              </a:extLst>
            </p:cNvPr>
            <p:cNvSpPr txBox="1">
              <a:spLocks noChangeArrowheads="1"/>
            </p:cNvSpPr>
            <p:nvPr/>
          </p:nvSpPr>
          <p:spPr bwMode="auto">
            <a:xfrm>
              <a:off x="-335" y="3942"/>
              <a:ext cx="1461"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server sends bits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(fluid) into pipe</a:t>
              </a:r>
            </a:p>
            <a:p>
              <a:pPr marL="0" marR="0" lvl="0" indent="0" algn="ctr" defTabSz="914400" rtl="0" eaLnBrk="0" fontAlgn="base" latinLnBrk="0" hangingPunct="0">
                <a:lnSpc>
                  <a:spcPct val="85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Gill Sans MT" panose="020B0502020104020203" pitchFamily="34" charset="77"/>
                <a:ea typeface="ＭＳ Ｐゴシック" panose="020B0600070205080204" pitchFamily="34" charset="-128"/>
                <a:cs typeface="Arial"/>
              </a:endParaRPr>
            </a:p>
          </p:txBody>
        </p:sp>
        <p:sp>
          <p:nvSpPr>
            <p:cNvPr id="303" name="Text Box 336">
              <a:extLst>
                <a:ext uri="{FF2B5EF4-FFF2-40B4-BE49-F238E27FC236}">
                  <a16:creationId xmlns:a16="http://schemas.microsoft.com/office/drawing/2014/main" id="{22B4F102-0AE6-894B-9FDB-169832FE1D37}"/>
                </a:ext>
              </a:extLst>
            </p:cNvPr>
            <p:cNvSpPr txBox="1">
              <a:spLocks noChangeArrowheads="1"/>
            </p:cNvSpPr>
            <p:nvPr/>
          </p:nvSpPr>
          <p:spPr bwMode="auto">
            <a:xfrm>
              <a:off x="1089" y="3661"/>
              <a:ext cx="1769"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Gill Sans MT" panose="020B0502020104020203" pitchFamily="34" charset="77"/>
                  <a:ea typeface="ＭＳ Ｐゴシック" panose="020B0600070205080204" pitchFamily="34" charset="-128"/>
                  <a:cs typeface="Arial"/>
                </a:rPr>
                <a:t>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pipe that can carry</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fluid at rate</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1"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r>
                <a:rPr kumimoji="0" lang="en-US" altLang="en-US" sz="2400" b="0" i="1"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sp>
          <p:nvSpPr>
            <p:cNvPr id="304" name="Text Box 346">
              <a:extLst>
                <a:ext uri="{FF2B5EF4-FFF2-40B4-BE49-F238E27FC236}">
                  <a16:creationId xmlns:a16="http://schemas.microsoft.com/office/drawing/2014/main" id="{99C94E9C-7B58-B945-A1E2-8510D3FF88DA}"/>
                </a:ext>
              </a:extLst>
            </p:cNvPr>
            <p:cNvSpPr txBox="1">
              <a:spLocks noChangeArrowheads="1"/>
            </p:cNvSpPr>
            <p:nvPr/>
          </p:nvSpPr>
          <p:spPr bwMode="auto">
            <a:xfrm>
              <a:off x="3506" y="3658"/>
              <a:ext cx="1860" cy="6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pipe that can carry</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fluid at rate</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(R</a:t>
              </a:r>
              <a:r>
                <a:rPr kumimoji="0" lang="en-US" altLang="en-US" sz="3200" b="0" i="1"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r>
                <a:rPr kumimoji="0" lang="en-US" altLang="en-US" sz="2400" b="0" i="1"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grpSp>
      <p:grpSp>
        <p:nvGrpSpPr>
          <p:cNvPr id="8" name="Group 7">
            <a:extLst>
              <a:ext uri="{FF2B5EF4-FFF2-40B4-BE49-F238E27FC236}">
                <a16:creationId xmlns:a16="http://schemas.microsoft.com/office/drawing/2014/main" id="{2A92D340-73A9-4F49-8534-B5C904B778B4}"/>
              </a:ext>
            </a:extLst>
          </p:cNvPr>
          <p:cNvGrpSpPr/>
          <p:nvPr/>
        </p:nvGrpSpPr>
        <p:grpSpPr>
          <a:xfrm>
            <a:off x="2071329" y="4013904"/>
            <a:ext cx="7826649" cy="763664"/>
            <a:chOff x="2071329" y="4013904"/>
            <a:chExt cx="7826649" cy="763664"/>
          </a:xfrm>
        </p:grpSpPr>
        <p:sp>
          <p:nvSpPr>
            <p:cNvPr id="290" name="AutoShape 350">
              <a:extLst>
                <a:ext uri="{FF2B5EF4-FFF2-40B4-BE49-F238E27FC236}">
                  <a16:creationId xmlns:a16="http://schemas.microsoft.com/office/drawing/2014/main" id="{3D33AE23-1C65-834A-A5D5-8D03E4720BAD}"/>
                </a:ext>
              </a:extLst>
            </p:cNvPr>
            <p:cNvSpPr>
              <a:spLocks noChangeArrowheads="1"/>
            </p:cNvSpPr>
            <p:nvPr/>
          </p:nvSpPr>
          <p:spPr bwMode="auto">
            <a:xfrm>
              <a:off x="9008978" y="4275842"/>
              <a:ext cx="889000" cy="485775"/>
            </a:xfrm>
            <a:prstGeom prst="rightArrow">
              <a:avLst>
                <a:gd name="adj1" fmla="val 50000"/>
                <a:gd name="adj2" fmla="val 45752"/>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91" name="Group 335">
              <a:extLst>
                <a:ext uri="{FF2B5EF4-FFF2-40B4-BE49-F238E27FC236}">
                  <a16:creationId xmlns:a16="http://schemas.microsoft.com/office/drawing/2014/main" id="{1AB0D837-8757-A24A-AA3E-5914390BD015}"/>
                </a:ext>
              </a:extLst>
            </p:cNvPr>
            <p:cNvGrpSpPr>
              <a:grpSpLocks/>
            </p:cNvGrpSpPr>
            <p:nvPr/>
          </p:nvGrpSpPr>
          <p:grpSpPr bwMode="auto">
            <a:xfrm>
              <a:off x="3016469" y="4319954"/>
              <a:ext cx="2322512" cy="392112"/>
              <a:chOff x="2249" y="3430"/>
              <a:chExt cx="1389" cy="256"/>
            </a:xfrm>
          </p:grpSpPr>
          <p:sp>
            <p:nvSpPr>
              <p:cNvPr id="292" name="Oval 333">
                <a:extLst>
                  <a:ext uri="{FF2B5EF4-FFF2-40B4-BE49-F238E27FC236}">
                    <a16:creationId xmlns:a16="http://schemas.microsoft.com/office/drawing/2014/main" id="{6E6EF4F3-E324-EE41-857E-2F00CC4C3ACC}"/>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3" name="Rectangle 332">
                <a:extLst>
                  <a:ext uri="{FF2B5EF4-FFF2-40B4-BE49-F238E27FC236}">
                    <a16:creationId xmlns:a16="http://schemas.microsoft.com/office/drawing/2014/main" id="{B2682ADB-A65B-D047-86A5-56687D6DFCC8}"/>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4" name="Oval 331">
                <a:extLst>
                  <a:ext uri="{FF2B5EF4-FFF2-40B4-BE49-F238E27FC236}">
                    <a16:creationId xmlns:a16="http://schemas.microsoft.com/office/drawing/2014/main" id="{C101BC4D-17C9-324C-82E8-C4AAA13D8A1D}"/>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95" name="Rectangle 334">
                <a:extLst>
                  <a:ext uri="{FF2B5EF4-FFF2-40B4-BE49-F238E27FC236}">
                    <a16:creationId xmlns:a16="http://schemas.microsoft.com/office/drawing/2014/main" id="{4A8174FB-A99D-5C4E-ADC6-1958FC2B1BFF}"/>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grpSp>
        <p:grpSp>
          <p:nvGrpSpPr>
            <p:cNvPr id="296" name="Group 341">
              <a:extLst>
                <a:ext uri="{FF2B5EF4-FFF2-40B4-BE49-F238E27FC236}">
                  <a16:creationId xmlns:a16="http://schemas.microsoft.com/office/drawing/2014/main" id="{0EB2E33F-C4E3-1644-9D50-3FCE1862D72B}"/>
                </a:ext>
              </a:extLst>
            </p:cNvPr>
            <p:cNvGrpSpPr>
              <a:grpSpLocks/>
            </p:cNvGrpSpPr>
            <p:nvPr/>
          </p:nvGrpSpPr>
          <p:grpSpPr bwMode="auto">
            <a:xfrm>
              <a:off x="6475852" y="4196543"/>
              <a:ext cx="2801937" cy="581025"/>
              <a:chOff x="2249" y="3430"/>
              <a:chExt cx="1389" cy="256"/>
            </a:xfrm>
          </p:grpSpPr>
          <p:sp>
            <p:nvSpPr>
              <p:cNvPr id="297" name="Oval 342">
                <a:extLst>
                  <a:ext uri="{FF2B5EF4-FFF2-40B4-BE49-F238E27FC236}">
                    <a16:creationId xmlns:a16="http://schemas.microsoft.com/office/drawing/2014/main" id="{8B0433EF-9C73-5648-874B-82F2F6B3FE8A}"/>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8" name="Rectangle 343">
                <a:extLst>
                  <a:ext uri="{FF2B5EF4-FFF2-40B4-BE49-F238E27FC236}">
                    <a16:creationId xmlns:a16="http://schemas.microsoft.com/office/drawing/2014/main" id="{4E0FBD5F-0BE8-F549-8413-D4068F104413}"/>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299" name="Oval 344">
                <a:extLst>
                  <a:ext uri="{FF2B5EF4-FFF2-40B4-BE49-F238E27FC236}">
                    <a16:creationId xmlns:a16="http://schemas.microsoft.com/office/drawing/2014/main" id="{48CAF989-114C-CC4C-8DBF-A27BA3216107}"/>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300" name="Rectangle 345">
                <a:extLst>
                  <a:ext uri="{FF2B5EF4-FFF2-40B4-BE49-F238E27FC236}">
                    <a16:creationId xmlns:a16="http://schemas.microsoft.com/office/drawing/2014/main" id="{C659DCD3-540C-0146-BAAD-7DBA3AC0F7BE}"/>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grpSp>
        <p:sp>
          <p:nvSpPr>
            <p:cNvPr id="305" name="AutoShape 351">
              <a:extLst>
                <a:ext uri="{FF2B5EF4-FFF2-40B4-BE49-F238E27FC236}">
                  <a16:creationId xmlns:a16="http://schemas.microsoft.com/office/drawing/2014/main" id="{371DACA7-8356-6549-B395-6F1207E7F7B9}"/>
                </a:ext>
              </a:extLst>
            </p:cNvPr>
            <p:cNvSpPr>
              <a:spLocks noChangeArrowheads="1"/>
            </p:cNvSpPr>
            <p:nvPr/>
          </p:nvSpPr>
          <p:spPr bwMode="auto">
            <a:xfrm>
              <a:off x="5295542" y="4258379"/>
              <a:ext cx="1279525" cy="485775"/>
            </a:xfrm>
            <a:prstGeom prst="rightArrow">
              <a:avLst>
                <a:gd name="adj1" fmla="val 50000"/>
                <a:gd name="adj2" fmla="val 6585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306" name="AutoShape 349">
              <a:extLst>
                <a:ext uri="{FF2B5EF4-FFF2-40B4-BE49-F238E27FC236}">
                  <a16:creationId xmlns:a16="http://schemas.microsoft.com/office/drawing/2014/main" id="{DAF93F8F-35E4-524B-97A1-6252C154B956}"/>
                </a:ext>
              </a:extLst>
            </p:cNvPr>
            <p:cNvSpPr>
              <a:spLocks noChangeArrowheads="1"/>
            </p:cNvSpPr>
            <p:nvPr/>
          </p:nvSpPr>
          <p:spPr bwMode="auto">
            <a:xfrm flipV="1">
              <a:off x="2071329" y="4013904"/>
              <a:ext cx="974725" cy="7207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4" name="Straight Connector 3">
            <a:extLst>
              <a:ext uri="{FF2B5EF4-FFF2-40B4-BE49-F238E27FC236}">
                <a16:creationId xmlns:a16="http://schemas.microsoft.com/office/drawing/2014/main" id="{491116CC-72E2-1E41-B441-B2A46728B7B8}"/>
              </a:ext>
            </a:extLst>
          </p:cNvPr>
          <p:cNvCxnSpPr/>
          <p:nvPr/>
        </p:nvCxnSpPr>
        <p:spPr>
          <a:xfrm>
            <a:off x="2663444" y="4956164"/>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0240B1B8-8762-A749-A5D9-196239F727C6}"/>
              </a:ext>
            </a:extLst>
          </p:cNvPr>
          <p:cNvCxnSpPr/>
          <p:nvPr/>
        </p:nvCxnSpPr>
        <p:spPr>
          <a:xfrm>
            <a:off x="3671250" y="4571341"/>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FDF4627-F3A2-F640-9920-1210DF3A14EE}"/>
              </a:ext>
            </a:extLst>
          </p:cNvPr>
          <p:cNvCxnSpPr/>
          <p:nvPr/>
        </p:nvCxnSpPr>
        <p:spPr>
          <a:xfrm>
            <a:off x="7773171" y="4574886"/>
            <a:ext cx="0" cy="4992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Slide Number Placeholder 5">
            <a:extLst>
              <a:ext uri="{FF2B5EF4-FFF2-40B4-BE49-F238E27FC236}">
                <a16:creationId xmlns:a16="http://schemas.microsoft.com/office/drawing/2014/main" id="{4DCC6A02-3817-1E4F-92DD-D0AA6AC8445A}"/>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56</a:t>
            </a:fld>
            <a:endParaRPr lang="en-US" dirty="0"/>
          </a:p>
        </p:txBody>
      </p:sp>
    </p:spTree>
    <p:extLst>
      <p:ext uri="{BB962C8B-B14F-4D97-AF65-F5344CB8AC3E}">
        <p14:creationId xmlns:p14="http://schemas.microsoft.com/office/powerpoint/2010/main" val="170381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1"/>
                                        </p:tgtEl>
                                        <p:attrNameLst>
                                          <p:attrName>style.visibility</p:attrName>
                                        </p:attrNameLst>
                                      </p:cBhvr>
                                      <p:to>
                                        <p:strVal val="visible"/>
                                      </p:to>
                                    </p:set>
                                    <p:animEffect transition="in" filter="dissolve">
                                      <p:cBhvr>
                                        <p:cTn id="7" dur="500"/>
                                        <p:tgtEl>
                                          <p:spTgt spid="301"/>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a:t>
            </a:r>
            <a:endParaRPr lang="en-US" sz="4400" dirty="0"/>
          </a:p>
        </p:txBody>
      </p:sp>
      <p:grpSp>
        <p:nvGrpSpPr>
          <p:cNvPr id="429" name="Group 347">
            <a:extLst>
              <a:ext uri="{FF2B5EF4-FFF2-40B4-BE49-F238E27FC236}">
                <a16:creationId xmlns:a16="http://schemas.microsoft.com/office/drawing/2014/main" id="{29540C2D-9FA0-BB45-BE5F-03C752C3783C}"/>
              </a:ext>
            </a:extLst>
          </p:cNvPr>
          <p:cNvGrpSpPr>
            <a:grpSpLocks/>
          </p:cNvGrpSpPr>
          <p:nvPr/>
        </p:nvGrpSpPr>
        <p:grpSpPr bwMode="auto">
          <a:xfrm>
            <a:off x="4983726" y="4245735"/>
            <a:ext cx="912813" cy="415925"/>
            <a:chOff x="1871277" y="1576300"/>
            <a:chExt cx="1128371" cy="437861"/>
          </a:xfrm>
        </p:grpSpPr>
        <p:sp>
          <p:nvSpPr>
            <p:cNvPr id="430" name="Oval 429">
              <a:extLst>
                <a:ext uri="{FF2B5EF4-FFF2-40B4-BE49-F238E27FC236}">
                  <a16:creationId xmlns:a16="http://schemas.microsoft.com/office/drawing/2014/main" id="{D91E1173-2CC1-804A-8A29-AD5A2B05C5E9}"/>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latin typeface="Calibri" panose="020F0502020204030204"/>
                <a:ea typeface="ＭＳ Ｐゴシック" panose="020B0600070205080204" pitchFamily="34" charset="-128"/>
                <a:cs typeface="Arial"/>
              </a:endParaRPr>
            </a:p>
          </p:txBody>
        </p:sp>
        <p:sp>
          <p:nvSpPr>
            <p:cNvPr id="431" name="Rectangle 430">
              <a:extLst>
                <a:ext uri="{FF2B5EF4-FFF2-40B4-BE49-F238E27FC236}">
                  <a16:creationId xmlns:a16="http://schemas.microsoft.com/office/drawing/2014/main" id="{D26B5CB1-EFDC-AA4A-94A5-91F1F7893EBE}"/>
                </a:ext>
              </a:extLst>
            </p:cNvPr>
            <p:cNvSpPr/>
            <p:nvPr/>
          </p:nvSpPr>
          <p:spPr bwMode="auto">
            <a:xfrm>
              <a:off x="1871277" y="1740080"/>
              <a:ext cx="1128371" cy="11531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32" name="Oval 431">
              <a:extLst>
                <a:ext uri="{FF2B5EF4-FFF2-40B4-BE49-F238E27FC236}">
                  <a16:creationId xmlns:a16="http://schemas.microsoft.com/office/drawing/2014/main" id="{852CB226-E8E6-CA45-95E4-3E2F740D0CCB}"/>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latin typeface="Calibri" panose="020F0502020204030204"/>
                <a:ea typeface="ＭＳ Ｐゴシック" panose="020B0600070205080204" pitchFamily="34" charset="-128"/>
                <a:cs typeface="Arial"/>
              </a:endParaRPr>
            </a:p>
          </p:txBody>
        </p:sp>
        <p:sp>
          <p:nvSpPr>
            <p:cNvPr id="433" name="Freeform 432">
              <a:extLst>
                <a:ext uri="{FF2B5EF4-FFF2-40B4-BE49-F238E27FC236}">
                  <a16:creationId xmlns:a16="http://schemas.microsoft.com/office/drawing/2014/main" id="{2F42ECA3-62AC-C34A-9330-F31499A994CD}"/>
                </a:ext>
              </a:extLst>
            </p:cNvPr>
            <p:cNvSpPr/>
            <p:nvPr/>
          </p:nvSpPr>
          <p:spPr bwMode="auto">
            <a:xfrm>
              <a:off x="2159748" y="1673231"/>
              <a:ext cx="547504" cy="160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34" name="Freeform 433">
              <a:extLst>
                <a:ext uri="{FF2B5EF4-FFF2-40B4-BE49-F238E27FC236}">
                  <a16:creationId xmlns:a16="http://schemas.microsoft.com/office/drawing/2014/main" id="{7DAD661B-B797-0E4F-A7A2-EECB211B39F1}"/>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35" name="Freeform 434">
              <a:extLst>
                <a:ext uri="{FF2B5EF4-FFF2-40B4-BE49-F238E27FC236}">
                  <a16:creationId xmlns:a16="http://schemas.microsoft.com/office/drawing/2014/main" id="{6D956B9B-0BF1-184A-8A16-0E56F0D92920}"/>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36" name="Freeform 435">
              <a:extLst>
                <a:ext uri="{FF2B5EF4-FFF2-40B4-BE49-F238E27FC236}">
                  <a16:creationId xmlns:a16="http://schemas.microsoft.com/office/drawing/2014/main" id="{0CBF6073-15EC-8540-96C4-D4D3FCB6DED3}"/>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cxnSp>
          <p:nvCxnSpPr>
            <p:cNvPr id="437" name="Straight Connector 436">
              <a:extLst>
                <a:ext uri="{FF2B5EF4-FFF2-40B4-BE49-F238E27FC236}">
                  <a16:creationId xmlns:a16="http://schemas.microsoft.com/office/drawing/2014/main" id="{F655FBD6-0B65-C943-BD0C-04C522A429F3}"/>
                </a:ext>
              </a:extLst>
            </p:cNvPr>
            <p:cNvCxnSpPr>
              <a:cxnSpLocks noChangeShapeType="1"/>
              <a:endCxn id="432"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38" name="Straight Connector 437">
              <a:extLst>
                <a:ext uri="{FF2B5EF4-FFF2-40B4-BE49-F238E27FC236}">
                  <a16:creationId xmlns:a16="http://schemas.microsoft.com/office/drawing/2014/main" id="{8319B3C6-5722-1C44-A611-D2468A7B37EE}"/>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439" name="Group 347">
            <a:extLst>
              <a:ext uri="{FF2B5EF4-FFF2-40B4-BE49-F238E27FC236}">
                <a16:creationId xmlns:a16="http://schemas.microsoft.com/office/drawing/2014/main" id="{C4D1F210-8217-DF40-A30E-B4D781BD1617}"/>
              </a:ext>
            </a:extLst>
          </p:cNvPr>
          <p:cNvGrpSpPr>
            <a:grpSpLocks/>
          </p:cNvGrpSpPr>
          <p:nvPr/>
        </p:nvGrpSpPr>
        <p:grpSpPr bwMode="auto">
          <a:xfrm>
            <a:off x="4937689" y="2318255"/>
            <a:ext cx="911225" cy="415925"/>
            <a:chOff x="1871277" y="1576300"/>
            <a:chExt cx="1128371" cy="437861"/>
          </a:xfrm>
        </p:grpSpPr>
        <p:sp>
          <p:nvSpPr>
            <p:cNvPr id="440" name="Oval 439">
              <a:extLst>
                <a:ext uri="{FF2B5EF4-FFF2-40B4-BE49-F238E27FC236}">
                  <a16:creationId xmlns:a16="http://schemas.microsoft.com/office/drawing/2014/main" id="{6C6425EA-486B-F643-943D-D7089FD8840F}"/>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latin typeface="Calibri" panose="020F0502020204030204"/>
                <a:ea typeface="ＭＳ Ｐゴシック" panose="020B0600070205080204" pitchFamily="34" charset="-128"/>
                <a:cs typeface="Arial"/>
              </a:endParaRPr>
            </a:p>
          </p:txBody>
        </p:sp>
        <p:sp>
          <p:nvSpPr>
            <p:cNvPr id="441" name="Rectangle 440">
              <a:extLst>
                <a:ext uri="{FF2B5EF4-FFF2-40B4-BE49-F238E27FC236}">
                  <a16:creationId xmlns:a16="http://schemas.microsoft.com/office/drawing/2014/main" id="{72094855-C429-6140-9FC0-17D4134E8759}"/>
                </a:ext>
              </a:extLst>
            </p:cNvPr>
            <p:cNvSpPr/>
            <p:nvPr/>
          </p:nvSpPr>
          <p:spPr bwMode="auto">
            <a:xfrm>
              <a:off x="1871277" y="1740080"/>
              <a:ext cx="1128371" cy="11531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42" name="Oval 441">
              <a:extLst>
                <a:ext uri="{FF2B5EF4-FFF2-40B4-BE49-F238E27FC236}">
                  <a16:creationId xmlns:a16="http://schemas.microsoft.com/office/drawing/2014/main" id="{940E8085-E288-C843-8449-2EE8442917F0}"/>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solidFill>
                    <a:srgbClr val="000000"/>
                  </a:solidFill>
                </a:ln>
                <a:solidFill>
                  <a:srgbClr val="FFFFFF"/>
                </a:solidFill>
                <a:effectLst/>
                <a:uLnTx/>
                <a:uFillTx/>
                <a:latin typeface="Calibri" panose="020F0502020204030204"/>
                <a:ea typeface="ＭＳ Ｐゴシック" panose="020B0600070205080204" pitchFamily="34" charset="-128"/>
                <a:cs typeface="Arial"/>
              </a:endParaRPr>
            </a:p>
          </p:txBody>
        </p:sp>
        <p:sp>
          <p:nvSpPr>
            <p:cNvPr id="443" name="Freeform 442">
              <a:extLst>
                <a:ext uri="{FF2B5EF4-FFF2-40B4-BE49-F238E27FC236}">
                  <a16:creationId xmlns:a16="http://schemas.microsoft.com/office/drawing/2014/main" id="{E37F0E56-213E-8545-B9F2-BC5003B587C6}"/>
                </a:ext>
              </a:extLst>
            </p:cNvPr>
            <p:cNvSpPr/>
            <p:nvPr/>
          </p:nvSpPr>
          <p:spPr bwMode="auto">
            <a:xfrm>
              <a:off x="2160249" y="1673231"/>
              <a:ext cx="548460" cy="160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44" name="Freeform 443">
              <a:extLst>
                <a:ext uri="{FF2B5EF4-FFF2-40B4-BE49-F238E27FC236}">
                  <a16:creationId xmlns:a16="http://schemas.microsoft.com/office/drawing/2014/main" id="{57514748-4829-0749-95C6-8FF0B1CB4D7E}"/>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45" name="Freeform 444">
              <a:extLst>
                <a:ext uri="{FF2B5EF4-FFF2-40B4-BE49-F238E27FC236}">
                  <a16:creationId xmlns:a16="http://schemas.microsoft.com/office/drawing/2014/main" id="{81C91DDC-B728-614D-83D3-517272E011D1}"/>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46" name="Freeform 445">
              <a:extLst>
                <a:ext uri="{FF2B5EF4-FFF2-40B4-BE49-F238E27FC236}">
                  <a16:creationId xmlns:a16="http://schemas.microsoft.com/office/drawing/2014/main" id="{94DD4D4E-9421-A140-AFBD-C2D8D5F7FD98}"/>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cxnSp>
          <p:nvCxnSpPr>
            <p:cNvPr id="447" name="Straight Connector 446">
              <a:extLst>
                <a:ext uri="{FF2B5EF4-FFF2-40B4-BE49-F238E27FC236}">
                  <a16:creationId xmlns:a16="http://schemas.microsoft.com/office/drawing/2014/main" id="{44BB3CF6-D387-034B-A66F-B0DB1B8D3A4B}"/>
                </a:ext>
              </a:extLst>
            </p:cNvPr>
            <p:cNvCxnSpPr>
              <a:cxnSpLocks noChangeShapeType="1"/>
              <a:endCxn id="442"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48" name="Straight Connector 447">
              <a:extLst>
                <a:ext uri="{FF2B5EF4-FFF2-40B4-BE49-F238E27FC236}">
                  <a16:creationId xmlns:a16="http://schemas.microsoft.com/office/drawing/2014/main" id="{7248A1BD-6434-A24C-A1C8-CB863A313AA0}"/>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449" name="Group 140">
            <a:extLst>
              <a:ext uri="{FF2B5EF4-FFF2-40B4-BE49-F238E27FC236}">
                <a16:creationId xmlns:a16="http://schemas.microsoft.com/office/drawing/2014/main" id="{76E7BFD5-92F6-BB41-9E7A-389CECC7F12A}"/>
              </a:ext>
            </a:extLst>
          </p:cNvPr>
          <p:cNvGrpSpPr>
            <a:grpSpLocks/>
          </p:cNvGrpSpPr>
          <p:nvPr/>
        </p:nvGrpSpPr>
        <p:grpSpPr bwMode="auto">
          <a:xfrm>
            <a:off x="2292914" y="1991230"/>
            <a:ext cx="352425" cy="876300"/>
            <a:chOff x="4140" y="429"/>
            <a:chExt cx="1425" cy="2396"/>
          </a:xfrm>
        </p:grpSpPr>
        <p:sp>
          <p:nvSpPr>
            <p:cNvPr id="450" name="Freeform 141">
              <a:extLst>
                <a:ext uri="{FF2B5EF4-FFF2-40B4-BE49-F238E27FC236}">
                  <a16:creationId xmlns:a16="http://schemas.microsoft.com/office/drawing/2014/main" id="{76A5EB39-9919-2444-BBB8-371FCDAF989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51" name="Rectangle 142">
              <a:extLst>
                <a:ext uri="{FF2B5EF4-FFF2-40B4-BE49-F238E27FC236}">
                  <a16:creationId xmlns:a16="http://schemas.microsoft.com/office/drawing/2014/main" id="{60EBDD34-6142-6945-9C14-B79C55F439DE}"/>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52" name="Freeform 143">
              <a:extLst>
                <a:ext uri="{FF2B5EF4-FFF2-40B4-BE49-F238E27FC236}">
                  <a16:creationId xmlns:a16="http://schemas.microsoft.com/office/drawing/2014/main" id="{B8A9862D-8A64-8A4B-AD3D-3D060A37FE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53" name="Freeform 144">
              <a:extLst>
                <a:ext uri="{FF2B5EF4-FFF2-40B4-BE49-F238E27FC236}">
                  <a16:creationId xmlns:a16="http://schemas.microsoft.com/office/drawing/2014/main" id="{F1CBBF09-E39A-294C-817A-9DCD90223F1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54" name="Rectangle 145">
              <a:extLst>
                <a:ext uri="{FF2B5EF4-FFF2-40B4-BE49-F238E27FC236}">
                  <a16:creationId xmlns:a16="http://schemas.microsoft.com/office/drawing/2014/main" id="{0B890F94-5FF7-B74D-888E-B02AA2F69861}"/>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455" name="Group 146">
              <a:extLst>
                <a:ext uri="{FF2B5EF4-FFF2-40B4-BE49-F238E27FC236}">
                  <a16:creationId xmlns:a16="http://schemas.microsoft.com/office/drawing/2014/main" id="{84C8FF9A-1DFE-5443-B94F-09F2CF1376A8}"/>
                </a:ext>
              </a:extLst>
            </p:cNvPr>
            <p:cNvGrpSpPr>
              <a:grpSpLocks/>
            </p:cNvGrpSpPr>
            <p:nvPr/>
          </p:nvGrpSpPr>
          <p:grpSpPr bwMode="auto">
            <a:xfrm>
              <a:off x="4749" y="668"/>
              <a:ext cx="581" cy="145"/>
              <a:chOff x="614" y="2568"/>
              <a:chExt cx="725" cy="139"/>
            </a:xfrm>
          </p:grpSpPr>
          <p:sp>
            <p:nvSpPr>
              <p:cNvPr id="480" name="AutoShape 147">
                <a:extLst>
                  <a:ext uri="{FF2B5EF4-FFF2-40B4-BE49-F238E27FC236}">
                    <a16:creationId xmlns:a16="http://schemas.microsoft.com/office/drawing/2014/main" id="{82A932A3-A2B5-9E4C-A00D-8314C870E898}"/>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81" name="AutoShape 148">
                <a:extLst>
                  <a:ext uri="{FF2B5EF4-FFF2-40B4-BE49-F238E27FC236}">
                    <a16:creationId xmlns:a16="http://schemas.microsoft.com/office/drawing/2014/main" id="{7341616C-DDDB-6D4B-8BC1-1DE0014BB393}"/>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456" name="Rectangle 149">
              <a:extLst>
                <a:ext uri="{FF2B5EF4-FFF2-40B4-BE49-F238E27FC236}">
                  <a16:creationId xmlns:a16="http://schemas.microsoft.com/office/drawing/2014/main" id="{3016CB06-5ED2-8E44-8314-CF9B8D929399}"/>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457" name="Group 150">
              <a:extLst>
                <a:ext uri="{FF2B5EF4-FFF2-40B4-BE49-F238E27FC236}">
                  <a16:creationId xmlns:a16="http://schemas.microsoft.com/office/drawing/2014/main" id="{50CD732F-502F-EC4B-9B23-19C3F75FAF70}"/>
                </a:ext>
              </a:extLst>
            </p:cNvPr>
            <p:cNvGrpSpPr>
              <a:grpSpLocks/>
            </p:cNvGrpSpPr>
            <p:nvPr/>
          </p:nvGrpSpPr>
          <p:grpSpPr bwMode="auto">
            <a:xfrm>
              <a:off x="4747" y="994"/>
              <a:ext cx="581" cy="134"/>
              <a:chOff x="614" y="2568"/>
              <a:chExt cx="725" cy="139"/>
            </a:xfrm>
          </p:grpSpPr>
          <p:sp>
            <p:nvSpPr>
              <p:cNvPr id="478" name="AutoShape 151">
                <a:extLst>
                  <a:ext uri="{FF2B5EF4-FFF2-40B4-BE49-F238E27FC236}">
                    <a16:creationId xmlns:a16="http://schemas.microsoft.com/office/drawing/2014/main" id="{A5BF82DD-4D73-B841-9282-B6B444B47C82}"/>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9" name="AutoShape 152">
                <a:extLst>
                  <a:ext uri="{FF2B5EF4-FFF2-40B4-BE49-F238E27FC236}">
                    <a16:creationId xmlns:a16="http://schemas.microsoft.com/office/drawing/2014/main" id="{507A60A5-AB7C-DA4B-BE79-74DC6F926B64}"/>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458" name="Rectangle 153">
              <a:extLst>
                <a:ext uri="{FF2B5EF4-FFF2-40B4-BE49-F238E27FC236}">
                  <a16:creationId xmlns:a16="http://schemas.microsoft.com/office/drawing/2014/main" id="{5585EA19-FC9A-834A-B1AA-AF0C3E6E438E}"/>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59" name="Rectangle 154">
              <a:extLst>
                <a:ext uri="{FF2B5EF4-FFF2-40B4-BE49-F238E27FC236}">
                  <a16:creationId xmlns:a16="http://schemas.microsoft.com/office/drawing/2014/main" id="{770A4D2E-58C2-9F43-84EA-96616AE781B6}"/>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460" name="Group 155">
              <a:extLst>
                <a:ext uri="{FF2B5EF4-FFF2-40B4-BE49-F238E27FC236}">
                  <a16:creationId xmlns:a16="http://schemas.microsoft.com/office/drawing/2014/main" id="{602A4FA5-6127-4C42-9200-FC441714E020}"/>
                </a:ext>
              </a:extLst>
            </p:cNvPr>
            <p:cNvGrpSpPr>
              <a:grpSpLocks/>
            </p:cNvGrpSpPr>
            <p:nvPr/>
          </p:nvGrpSpPr>
          <p:grpSpPr bwMode="auto">
            <a:xfrm>
              <a:off x="4735" y="1627"/>
              <a:ext cx="582" cy="151"/>
              <a:chOff x="614" y="2568"/>
              <a:chExt cx="725" cy="139"/>
            </a:xfrm>
          </p:grpSpPr>
          <p:sp>
            <p:nvSpPr>
              <p:cNvPr id="476" name="AutoShape 156">
                <a:extLst>
                  <a:ext uri="{FF2B5EF4-FFF2-40B4-BE49-F238E27FC236}">
                    <a16:creationId xmlns:a16="http://schemas.microsoft.com/office/drawing/2014/main" id="{73B43881-7B88-5847-AA15-A459E12B9BB4}"/>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7" name="AutoShape 157">
                <a:extLst>
                  <a:ext uri="{FF2B5EF4-FFF2-40B4-BE49-F238E27FC236}">
                    <a16:creationId xmlns:a16="http://schemas.microsoft.com/office/drawing/2014/main" id="{37DBC077-A3AE-D44B-9982-D763ECC92AA5}"/>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461" name="Freeform 158">
              <a:extLst>
                <a:ext uri="{FF2B5EF4-FFF2-40B4-BE49-F238E27FC236}">
                  <a16:creationId xmlns:a16="http://schemas.microsoft.com/office/drawing/2014/main" id="{0AEC409A-A2D1-D245-802C-A7B4A101659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462" name="Group 159">
              <a:extLst>
                <a:ext uri="{FF2B5EF4-FFF2-40B4-BE49-F238E27FC236}">
                  <a16:creationId xmlns:a16="http://schemas.microsoft.com/office/drawing/2014/main" id="{E58988BF-BC15-CF49-B8AB-9F97656C224E}"/>
                </a:ext>
              </a:extLst>
            </p:cNvPr>
            <p:cNvGrpSpPr>
              <a:grpSpLocks/>
            </p:cNvGrpSpPr>
            <p:nvPr/>
          </p:nvGrpSpPr>
          <p:grpSpPr bwMode="auto">
            <a:xfrm>
              <a:off x="4739" y="1327"/>
              <a:ext cx="582" cy="139"/>
              <a:chOff x="614" y="2568"/>
              <a:chExt cx="725" cy="139"/>
            </a:xfrm>
          </p:grpSpPr>
          <p:sp>
            <p:nvSpPr>
              <p:cNvPr id="474" name="AutoShape 160">
                <a:extLst>
                  <a:ext uri="{FF2B5EF4-FFF2-40B4-BE49-F238E27FC236}">
                    <a16:creationId xmlns:a16="http://schemas.microsoft.com/office/drawing/2014/main" id="{553DFEC9-BE4E-F94F-936E-C02FFF6CAC8D}"/>
                  </a:ext>
                </a:extLst>
              </p:cNvPr>
              <p:cNvSpPr>
                <a:spLocks noChangeArrowheads="1"/>
              </p:cNvSpPr>
              <p:nvPr/>
            </p:nvSpPr>
            <p:spPr bwMode="auto">
              <a:xfrm>
                <a:off x="611" y="2569"/>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5" name="AutoShape 161">
                <a:extLst>
                  <a:ext uri="{FF2B5EF4-FFF2-40B4-BE49-F238E27FC236}">
                    <a16:creationId xmlns:a16="http://schemas.microsoft.com/office/drawing/2014/main" id="{43F743B0-ACF4-3044-851A-E1B9884FB697}"/>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463" name="Rectangle 162">
              <a:extLst>
                <a:ext uri="{FF2B5EF4-FFF2-40B4-BE49-F238E27FC236}">
                  <a16:creationId xmlns:a16="http://schemas.microsoft.com/office/drawing/2014/main" id="{D8E8B7E8-6654-B141-80DA-2835D0B6DC61}"/>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4" name="Freeform 163">
              <a:extLst>
                <a:ext uri="{FF2B5EF4-FFF2-40B4-BE49-F238E27FC236}">
                  <a16:creationId xmlns:a16="http://schemas.microsoft.com/office/drawing/2014/main" id="{D47EC0CE-C9B0-544A-9F08-C5F74F5F8ED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5" name="Freeform 164">
              <a:extLst>
                <a:ext uri="{FF2B5EF4-FFF2-40B4-BE49-F238E27FC236}">
                  <a16:creationId xmlns:a16="http://schemas.microsoft.com/office/drawing/2014/main" id="{B6D47BE6-5EDC-5F46-927F-15C18BEEF39A}"/>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6" name="Oval 165">
              <a:extLst>
                <a:ext uri="{FF2B5EF4-FFF2-40B4-BE49-F238E27FC236}">
                  <a16:creationId xmlns:a16="http://schemas.microsoft.com/office/drawing/2014/main" id="{8699D5C3-5E2F-5247-88B1-8F7A5068C0E5}"/>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7" name="Freeform 166">
              <a:extLst>
                <a:ext uri="{FF2B5EF4-FFF2-40B4-BE49-F238E27FC236}">
                  <a16:creationId xmlns:a16="http://schemas.microsoft.com/office/drawing/2014/main" id="{BFDFB342-1B41-3C40-90B5-38F87DB8D9E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8" name="AutoShape 167">
              <a:extLst>
                <a:ext uri="{FF2B5EF4-FFF2-40B4-BE49-F238E27FC236}">
                  <a16:creationId xmlns:a16="http://schemas.microsoft.com/office/drawing/2014/main" id="{31EB1D99-2A1B-554C-9D92-24AAEE3876BF}"/>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69" name="AutoShape 168">
              <a:extLst>
                <a:ext uri="{FF2B5EF4-FFF2-40B4-BE49-F238E27FC236}">
                  <a16:creationId xmlns:a16="http://schemas.microsoft.com/office/drawing/2014/main" id="{8C5166EA-4FF3-CA4A-89EF-1C89946C1F95}"/>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0" name="Oval 169">
              <a:extLst>
                <a:ext uri="{FF2B5EF4-FFF2-40B4-BE49-F238E27FC236}">
                  <a16:creationId xmlns:a16="http://schemas.microsoft.com/office/drawing/2014/main" id="{45C4253F-C6AA-8F41-9A95-B861474468B4}"/>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1" name="Oval 170">
              <a:extLst>
                <a:ext uri="{FF2B5EF4-FFF2-40B4-BE49-F238E27FC236}">
                  <a16:creationId xmlns:a16="http://schemas.microsoft.com/office/drawing/2014/main" id="{99937982-831E-014F-8011-31A38BC3FAA4}"/>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a:endParaRPr>
            </a:p>
          </p:txBody>
        </p:sp>
        <p:sp>
          <p:nvSpPr>
            <p:cNvPr id="472" name="Oval 171">
              <a:extLst>
                <a:ext uri="{FF2B5EF4-FFF2-40B4-BE49-F238E27FC236}">
                  <a16:creationId xmlns:a16="http://schemas.microsoft.com/office/drawing/2014/main" id="{CB852665-8191-CD47-9BBA-1BC8D1E83948}"/>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73" name="Rectangle 172">
              <a:extLst>
                <a:ext uri="{FF2B5EF4-FFF2-40B4-BE49-F238E27FC236}">
                  <a16:creationId xmlns:a16="http://schemas.microsoft.com/office/drawing/2014/main" id="{A5B541A2-F634-3F4C-920F-8FEB757F72F0}"/>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482" name="Rectangle 4">
            <a:extLst>
              <a:ext uri="{FF2B5EF4-FFF2-40B4-BE49-F238E27FC236}">
                <a16:creationId xmlns:a16="http://schemas.microsoft.com/office/drawing/2014/main" id="{885A2C98-F0C5-4F48-973F-FB58C4816800}"/>
              </a:ext>
            </a:extLst>
          </p:cNvPr>
          <p:cNvSpPr txBox="1">
            <a:spLocks noChangeArrowheads="1"/>
          </p:cNvSpPr>
          <p:nvPr/>
        </p:nvSpPr>
        <p:spPr bwMode="auto">
          <a:xfrm>
            <a:off x="1197539" y="1361756"/>
            <a:ext cx="815022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0"/>
              </a:buClr>
              <a:buSzPct val="100000"/>
              <a:buFont typeface="Wingdings" pitchFamily="2" charset="2"/>
              <a:buChar char="§"/>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0"/>
              </a:buClr>
              <a:buFont typeface="Arial" panose="020B0604020202020204" pitchFamily="34"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marR="0" lvl="0" indent="0" algn="l" defTabSz="914400" rtl="0" eaLnBrk="1" fontAlgn="base" latinLnBrk="0" hangingPunct="1">
              <a:lnSpc>
                <a:spcPct val="85000"/>
              </a:lnSpc>
              <a:spcBef>
                <a:spcPct val="20000"/>
              </a:spcBef>
              <a:spcAft>
                <a:spcPct val="0"/>
              </a:spcAft>
              <a:buClr>
                <a:srgbClr val="000090"/>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a:t>
            </a:r>
            <a:r>
              <a:rPr kumimoji="0" lang="en-US" altLang="en-US" sz="2800" b="0" i="1" u="none" strike="noStrike" kern="0" cap="none" spc="0" normalizeH="0" baseline="-25000" noProof="0" dirty="0">
                <a:ln>
                  <a:noFill/>
                </a:ln>
                <a:solidFill>
                  <a:srgbClr val="CC0000"/>
                </a:solidFill>
                <a:effectLst/>
                <a:uLnTx/>
                <a:uFillTx/>
                <a:latin typeface="Calibri" panose="020F0502020204030204"/>
                <a:ea typeface="ＭＳ Ｐゴシック" panose="020B0600070205080204" pitchFamily="34" charset="-128"/>
                <a:cs typeface="+mn-cs"/>
              </a:rPr>
              <a:t>s</a:t>
            </a: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&lt; R</a:t>
            </a:r>
            <a:r>
              <a:rPr kumimoji="0" lang="en-US" altLang="en-US" sz="2800" b="0" i="1" u="none" strike="noStrike" kern="0" cap="none" spc="0" normalizeH="0" baseline="-25000" noProof="0" dirty="0">
                <a:ln>
                  <a:noFill/>
                </a:ln>
                <a:solidFill>
                  <a:srgbClr val="CC0000"/>
                </a:solidFill>
                <a:effectLst/>
                <a:uLnTx/>
                <a:uFillTx/>
                <a:latin typeface="Calibri" panose="020F0502020204030204"/>
                <a:ea typeface="ＭＳ Ｐゴシック" panose="020B0600070205080204" pitchFamily="34" charset="-128"/>
                <a:cs typeface="+mn-cs"/>
              </a:rPr>
              <a:t>c</a:t>
            </a:r>
            <a:r>
              <a:rPr kumimoji="0" lang="en-US" altLang="en-US" sz="2800" b="0" i="1" u="none" strike="noStrike" kern="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is average end-end throughput?</a:t>
            </a:r>
          </a:p>
        </p:txBody>
      </p:sp>
      <p:grpSp>
        <p:nvGrpSpPr>
          <p:cNvPr id="483" name="Group 34">
            <a:extLst>
              <a:ext uri="{FF2B5EF4-FFF2-40B4-BE49-F238E27FC236}">
                <a16:creationId xmlns:a16="http://schemas.microsoft.com/office/drawing/2014/main" id="{1D7513B2-BA27-CA43-AABC-A66648BC2AFF}"/>
              </a:ext>
            </a:extLst>
          </p:cNvPr>
          <p:cNvGrpSpPr>
            <a:grpSpLocks/>
          </p:cNvGrpSpPr>
          <p:nvPr/>
        </p:nvGrpSpPr>
        <p:grpSpPr bwMode="auto">
          <a:xfrm>
            <a:off x="2745351" y="2343655"/>
            <a:ext cx="2136775" cy="307975"/>
            <a:chOff x="2249" y="3430"/>
            <a:chExt cx="1389" cy="256"/>
          </a:xfrm>
        </p:grpSpPr>
        <p:sp>
          <p:nvSpPr>
            <p:cNvPr id="484" name="Oval 35">
              <a:extLst>
                <a:ext uri="{FF2B5EF4-FFF2-40B4-BE49-F238E27FC236}">
                  <a16:creationId xmlns:a16="http://schemas.microsoft.com/office/drawing/2014/main" id="{5340CEA1-5B2B-9B46-9AAF-4147EFCAE2AD}"/>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485" name="Rectangle 36">
              <a:extLst>
                <a:ext uri="{FF2B5EF4-FFF2-40B4-BE49-F238E27FC236}">
                  <a16:creationId xmlns:a16="http://schemas.microsoft.com/office/drawing/2014/main" id="{18778160-DBBA-3B4C-9F3C-5804D0719AA9}"/>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486" name="Oval 37">
              <a:extLst>
                <a:ext uri="{FF2B5EF4-FFF2-40B4-BE49-F238E27FC236}">
                  <a16:creationId xmlns:a16="http://schemas.microsoft.com/office/drawing/2014/main" id="{8BF0591E-F2E4-8A4C-A92C-C81344F40A5F}"/>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87" name="Rectangle 38">
              <a:extLst>
                <a:ext uri="{FF2B5EF4-FFF2-40B4-BE49-F238E27FC236}">
                  <a16:creationId xmlns:a16="http://schemas.microsoft.com/office/drawing/2014/main" id="{E207FABE-8267-D846-9F45-80EB05CCD511}"/>
                </a:ext>
              </a:extLst>
            </p:cNvPr>
            <p:cNvSpPr>
              <a:spLocks noChangeArrowheads="1"/>
            </p:cNvSpPr>
            <p:nvPr/>
          </p:nvSpPr>
          <p:spPr bwMode="auto">
            <a:xfrm>
              <a:off x="3562" y="3438"/>
              <a:ext cx="44" cy="24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sp>
        <p:nvSpPr>
          <p:cNvPr id="488" name="Text Box 39">
            <a:extLst>
              <a:ext uri="{FF2B5EF4-FFF2-40B4-BE49-F238E27FC236}">
                <a16:creationId xmlns:a16="http://schemas.microsoft.com/office/drawing/2014/main" id="{957E7C76-675E-574B-8ACD-614388DAE938}"/>
              </a:ext>
            </a:extLst>
          </p:cNvPr>
          <p:cNvSpPr txBox="1">
            <a:spLocks noChangeArrowheads="1"/>
          </p:cNvSpPr>
          <p:nvPr/>
        </p:nvSpPr>
        <p:spPr bwMode="auto">
          <a:xfrm>
            <a:off x="2534214" y="2270741"/>
            <a:ext cx="25860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R</a:t>
            </a:r>
            <a:r>
              <a:rPr kumimoji="0" lang="en-US" altLang="en-US" sz="28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r>
              <a:rPr kumimoji="0" lang="en-US" altLang="en-US" sz="20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sp>
        <p:nvSpPr>
          <p:cNvPr id="489" name="AutoShape 42">
            <a:extLst>
              <a:ext uri="{FF2B5EF4-FFF2-40B4-BE49-F238E27FC236}">
                <a16:creationId xmlns:a16="http://schemas.microsoft.com/office/drawing/2014/main" id="{8A9CF8E3-1601-CD45-8200-B1516EA3BB30}"/>
              </a:ext>
            </a:extLst>
          </p:cNvPr>
          <p:cNvSpPr>
            <a:spLocks noChangeArrowheads="1"/>
          </p:cNvSpPr>
          <p:nvPr/>
        </p:nvSpPr>
        <p:spPr bwMode="auto">
          <a:xfrm flipV="1">
            <a:off x="1934139" y="2111880"/>
            <a:ext cx="895350" cy="56515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90" name="AutoShape 43">
            <a:extLst>
              <a:ext uri="{FF2B5EF4-FFF2-40B4-BE49-F238E27FC236}">
                <a16:creationId xmlns:a16="http://schemas.microsoft.com/office/drawing/2014/main" id="{ED879A95-B645-8B4D-89AF-6D1789AFE728}"/>
              </a:ext>
            </a:extLst>
          </p:cNvPr>
          <p:cNvSpPr>
            <a:spLocks noChangeArrowheads="1"/>
          </p:cNvSpPr>
          <p:nvPr/>
        </p:nvSpPr>
        <p:spPr bwMode="auto">
          <a:xfrm>
            <a:off x="8168251" y="2318255"/>
            <a:ext cx="941624" cy="379413"/>
          </a:xfrm>
          <a:prstGeom prst="rightArrow">
            <a:avLst>
              <a:gd name="adj1" fmla="val 50000"/>
              <a:gd name="adj2" fmla="val 5387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491" name="Group 54">
            <a:extLst>
              <a:ext uri="{FF2B5EF4-FFF2-40B4-BE49-F238E27FC236}">
                <a16:creationId xmlns:a16="http://schemas.microsoft.com/office/drawing/2014/main" id="{5C873AA0-FFD9-7542-BED1-8B7A71AB1C1E}"/>
              </a:ext>
            </a:extLst>
          </p:cNvPr>
          <p:cNvGrpSpPr>
            <a:grpSpLocks/>
          </p:cNvGrpSpPr>
          <p:nvPr/>
        </p:nvGrpSpPr>
        <p:grpSpPr bwMode="auto">
          <a:xfrm>
            <a:off x="6118790" y="2210305"/>
            <a:ext cx="2577607" cy="569913"/>
            <a:chOff x="3130" y="3069"/>
            <a:chExt cx="1765" cy="366"/>
          </a:xfrm>
        </p:grpSpPr>
        <p:grpSp>
          <p:nvGrpSpPr>
            <p:cNvPr id="492" name="Group 45">
              <a:extLst>
                <a:ext uri="{FF2B5EF4-FFF2-40B4-BE49-F238E27FC236}">
                  <a16:creationId xmlns:a16="http://schemas.microsoft.com/office/drawing/2014/main" id="{97D274BB-C29B-ED4E-859A-927860A3F5D9}"/>
                </a:ext>
              </a:extLst>
            </p:cNvPr>
            <p:cNvGrpSpPr>
              <a:grpSpLocks/>
            </p:cNvGrpSpPr>
            <p:nvPr/>
          </p:nvGrpSpPr>
          <p:grpSpPr bwMode="auto">
            <a:xfrm>
              <a:off x="3130" y="3069"/>
              <a:ext cx="1765" cy="366"/>
              <a:chOff x="2249" y="3430"/>
              <a:chExt cx="1389" cy="256"/>
            </a:xfrm>
          </p:grpSpPr>
          <p:sp>
            <p:nvSpPr>
              <p:cNvPr id="494" name="Oval 46">
                <a:extLst>
                  <a:ext uri="{FF2B5EF4-FFF2-40B4-BE49-F238E27FC236}">
                    <a16:creationId xmlns:a16="http://schemas.microsoft.com/office/drawing/2014/main" id="{2EC17BEE-E58A-6140-B989-B0CDD1C1AF95}"/>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495" name="Rectangle 47">
                <a:extLst>
                  <a:ext uri="{FF2B5EF4-FFF2-40B4-BE49-F238E27FC236}">
                    <a16:creationId xmlns:a16="http://schemas.microsoft.com/office/drawing/2014/main" id="{AD336F13-B720-7341-B116-DA4D9171BA64}"/>
                  </a:ext>
                </a:extLst>
              </p:cNvPr>
              <p:cNvSpPr>
                <a:spLocks noChangeArrowheads="1"/>
              </p:cNvSpPr>
              <p:nvPr/>
            </p:nvSpPr>
            <p:spPr bwMode="auto">
              <a:xfrm>
                <a:off x="2275" y="3433"/>
                <a:ext cx="1329"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496" name="Oval 48">
                <a:extLst>
                  <a:ext uri="{FF2B5EF4-FFF2-40B4-BE49-F238E27FC236}">
                    <a16:creationId xmlns:a16="http://schemas.microsoft.com/office/drawing/2014/main" id="{4B7EF7CF-26D6-F04C-A388-9C2DE746E571}"/>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497" name="Rectangle 49">
                <a:extLst>
                  <a:ext uri="{FF2B5EF4-FFF2-40B4-BE49-F238E27FC236}">
                    <a16:creationId xmlns:a16="http://schemas.microsoft.com/office/drawing/2014/main" id="{604E850F-FAD3-D34F-8D0B-B1F5F12A4982}"/>
                  </a:ext>
                </a:extLst>
              </p:cNvPr>
              <p:cNvSpPr>
                <a:spLocks noChangeArrowheads="1"/>
              </p:cNvSpPr>
              <p:nvPr/>
            </p:nvSpPr>
            <p:spPr bwMode="auto">
              <a:xfrm>
                <a:off x="3562" y="3438"/>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sp>
          <p:nvSpPr>
            <p:cNvPr id="493" name="Text Box 50">
              <a:extLst>
                <a:ext uri="{FF2B5EF4-FFF2-40B4-BE49-F238E27FC236}">
                  <a16:creationId xmlns:a16="http://schemas.microsoft.com/office/drawing/2014/main" id="{48FDD660-FDC1-BC4D-AF14-61D75C0EB803}"/>
                </a:ext>
              </a:extLst>
            </p:cNvPr>
            <p:cNvSpPr txBox="1">
              <a:spLocks noChangeArrowheads="1"/>
            </p:cNvSpPr>
            <p:nvPr/>
          </p:nvSpPr>
          <p:spPr bwMode="auto">
            <a:xfrm>
              <a:off x="3181" y="3135"/>
              <a:ext cx="170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8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r>
                <a:rPr kumimoji="0" lang="en-US" altLang="en-US" sz="20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grpSp>
      <p:sp>
        <p:nvSpPr>
          <p:cNvPr id="498" name="Rectangle 56">
            <a:extLst>
              <a:ext uri="{FF2B5EF4-FFF2-40B4-BE49-F238E27FC236}">
                <a16:creationId xmlns:a16="http://schemas.microsoft.com/office/drawing/2014/main" id="{A7FBBFF4-7CCE-3745-9DBF-448559E76BA0}"/>
              </a:ext>
            </a:extLst>
          </p:cNvPr>
          <p:cNvSpPr>
            <a:spLocks noChangeArrowheads="1"/>
          </p:cNvSpPr>
          <p:nvPr/>
        </p:nvSpPr>
        <p:spPr bwMode="auto">
          <a:xfrm>
            <a:off x="1234051" y="3170791"/>
            <a:ext cx="8062913"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1313" indent="-34131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000099"/>
              </a:buClr>
              <a:buSzPct val="100000"/>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Arial"/>
              </a:rPr>
              <a:t>R</a:t>
            </a:r>
            <a:r>
              <a:rPr kumimoji="0" lang="en-US" altLang="en-US" sz="2800" b="0" i="1" u="none" strike="noStrike" kern="1200" cap="none" spc="0" normalizeH="0" baseline="-25000" noProof="0" dirty="0">
                <a:ln>
                  <a:noFill/>
                </a:ln>
                <a:solidFill>
                  <a:srgbClr val="CC0000"/>
                </a:solidFill>
                <a:effectLst/>
                <a:uLnTx/>
                <a:uFillTx/>
                <a:latin typeface="Calibri" panose="020F0502020204030204"/>
                <a:ea typeface="ＭＳ Ｐゴシック" panose="020B0600070205080204" pitchFamily="34" charset="-128"/>
                <a:cs typeface="Arial"/>
              </a:rPr>
              <a:t>s</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Arial"/>
              </a:rPr>
              <a:t> &gt; R</a:t>
            </a:r>
            <a:r>
              <a:rPr kumimoji="0" lang="en-US" altLang="en-US" sz="2800" b="0" i="1" u="none" strike="noStrike" kern="1200" cap="none" spc="0" normalizeH="0" baseline="-25000" noProof="0" dirty="0">
                <a:ln>
                  <a:noFill/>
                </a:ln>
                <a:solidFill>
                  <a:srgbClr val="CC0000"/>
                </a:solidFill>
                <a:effectLst/>
                <a:uLnTx/>
                <a:uFillTx/>
                <a:latin typeface="Calibri" panose="020F0502020204030204"/>
                <a:ea typeface="ＭＳ Ｐゴシック" panose="020B0600070205080204" pitchFamily="34" charset="-128"/>
                <a:cs typeface="Arial"/>
              </a:rPr>
              <a:t>c</a:t>
            </a:r>
            <a:r>
              <a:rPr kumimoji="0" lang="en-US" altLang="en-US" sz="2800" b="0" i="1"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Arial"/>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What is average end-end throughput?</a:t>
            </a:r>
          </a:p>
        </p:txBody>
      </p:sp>
      <p:grpSp>
        <p:nvGrpSpPr>
          <p:cNvPr id="499" name="Group 209">
            <a:extLst>
              <a:ext uri="{FF2B5EF4-FFF2-40B4-BE49-F238E27FC236}">
                <a16:creationId xmlns:a16="http://schemas.microsoft.com/office/drawing/2014/main" id="{79A28CBF-CC98-364E-9CA1-5406DF2D3C3F}"/>
              </a:ext>
            </a:extLst>
          </p:cNvPr>
          <p:cNvGrpSpPr>
            <a:grpSpLocks/>
          </p:cNvGrpSpPr>
          <p:nvPr/>
        </p:nvGrpSpPr>
        <p:grpSpPr bwMode="auto">
          <a:xfrm>
            <a:off x="1327659" y="5111236"/>
            <a:ext cx="8847138" cy="1282702"/>
            <a:chOff x="186" y="3246"/>
            <a:chExt cx="5573" cy="808"/>
          </a:xfrm>
        </p:grpSpPr>
        <p:sp>
          <p:nvSpPr>
            <p:cNvPr id="500" name="Rectangle 102">
              <a:extLst>
                <a:ext uri="{FF2B5EF4-FFF2-40B4-BE49-F238E27FC236}">
                  <a16:creationId xmlns:a16="http://schemas.microsoft.com/office/drawing/2014/main" id="{A6EA76B5-34A9-BA4F-919C-79EC2F39DFBB}"/>
                </a:ext>
              </a:extLst>
            </p:cNvPr>
            <p:cNvSpPr>
              <a:spLocks noChangeArrowheads="1"/>
            </p:cNvSpPr>
            <p:nvPr/>
          </p:nvSpPr>
          <p:spPr bwMode="auto">
            <a:xfrm>
              <a:off x="186" y="3414"/>
              <a:ext cx="5521" cy="640"/>
            </a:xfrm>
            <a:prstGeom prst="rect">
              <a:avLst/>
            </a:prstGeom>
            <a:solidFill>
              <a:srgbClr val="FFFFFF"/>
            </a:solidFill>
            <a:ln w="2857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01" name="Text Box 101">
              <a:extLst>
                <a:ext uri="{FF2B5EF4-FFF2-40B4-BE49-F238E27FC236}">
                  <a16:creationId xmlns:a16="http://schemas.microsoft.com/office/drawing/2014/main" id="{EC6D6C58-6370-D841-9FF4-E86B32210237}"/>
                </a:ext>
              </a:extLst>
            </p:cNvPr>
            <p:cNvSpPr txBox="1">
              <a:spLocks noChangeArrowheads="1"/>
            </p:cNvSpPr>
            <p:nvPr/>
          </p:nvSpPr>
          <p:spPr bwMode="auto">
            <a:xfrm>
              <a:off x="238" y="3585"/>
              <a:ext cx="552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link on end-end path that constrains  end-end throughput</a:t>
              </a:r>
            </a:p>
          </p:txBody>
        </p:sp>
        <p:sp>
          <p:nvSpPr>
            <p:cNvPr id="502" name="Text Box 104">
              <a:extLst>
                <a:ext uri="{FF2B5EF4-FFF2-40B4-BE49-F238E27FC236}">
                  <a16:creationId xmlns:a16="http://schemas.microsoft.com/office/drawing/2014/main" id="{999DDB29-B5E4-4144-8D94-861082F6DF98}"/>
                </a:ext>
              </a:extLst>
            </p:cNvPr>
            <p:cNvSpPr txBox="1">
              <a:spLocks noChangeArrowheads="1"/>
            </p:cNvSpPr>
            <p:nvPr/>
          </p:nvSpPr>
          <p:spPr bwMode="auto">
            <a:xfrm>
              <a:off x="375" y="3246"/>
              <a:ext cx="1629"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Arial"/>
                </a:rPr>
                <a:t>bottleneck link</a:t>
              </a:r>
            </a:p>
          </p:txBody>
        </p:sp>
      </p:grpSp>
      <p:sp>
        <p:nvSpPr>
          <p:cNvPr id="503" name="AutoShape 51">
            <a:extLst>
              <a:ext uri="{FF2B5EF4-FFF2-40B4-BE49-F238E27FC236}">
                <a16:creationId xmlns:a16="http://schemas.microsoft.com/office/drawing/2014/main" id="{ADA15BF7-93C3-524C-B9B7-716C2BEB040F}"/>
              </a:ext>
            </a:extLst>
          </p:cNvPr>
          <p:cNvSpPr>
            <a:spLocks noChangeArrowheads="1"/>
          </p:cNvSpPr>
          <p:nvPr/>
        </p:nvSpPr>
        <p:spPr bwMode="auto">
          <a:xfrm>
            <a:off x="4883714" y="2311905"/>
            <a:ext cx="1365250" cy="381000"/>
          </a:xfrm>
          <a:prstGeom prst="rightArrow">
            <a:avLst>
              <a:gd name="adj1" fmla="val 50000"/>
              <a:gd name="adj2" fmla="val 89583"/>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04" name="Group 132">
            <a:extLst>
              <a:ext uri="{FF2B5EF4-FFF2-40B4-BE49-F238E27FC236}">
                <a16:creationId xmlns:a16="http://schemas.microsoft.com/office/drawing/2014/main" id="{B3F5B0C7-9CEB-E049-B0C3-0F00703C4087}"/>
              </a:ext>
            </a:extLst>
          </p:cNvPr>
          <p:cNvGrpSpPr>
            <a:grpSpLocks/>
          </p:cNvGrpSpPr>
          <p:nvPr/>
        </p:nvGrpSpPr>
        <p:grpSpPr bwMode="auto">
          <a:xfrm flipH="1">
            <a:off x="9058681" y="2157918"/>
            <a:ext cx="871538" cy="885825"/>
            <a:chOff x="-44" y="1473"/>
            <a:chExt cx="981" cy="1105"/>
          </a:xfrm>
        </p:grpSpPr>
        <p:pic>
          <p:nvPicPr>
            <p:cNvPr id="505" name="Picture 133" descr="desktop_computer_stylized_medium">
              <a:extLst>
                <a:ext uri="{FF2B5EF4-FFF2-40B4-BE49-F238E27FC236}">
                  <a16:creationId xmlns:a16="http://schemas.microsoft.com/office/drawing/2014/main" id="{9D7414AB-58AD-7D46-95D7-2D5B553092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6" name="Freeform 134">
              <a:extLst>
                <a:ext uri="{FF2B5EF4-FFF2-40B4-BE49-F238E27FC236}">
                  <a16:creationId xmlns:a16="http://schemas.microsoft.com/office/drawing/2014/main" id="{D5C4B243-FAF4-7842-9BC1-63CB23F7312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07" name="AutoShape 327">
            <a:extLst>
              <a:ext uri="{FF2B5EF4-FFF2-40B4-BE49-F238E27FC236}">
                <a16:creationId xmlns:a16="http://schemas.microsoft.com/office/drawing/2014/main" id="{2F56CE5E-CD88-F243-A5D6-997F5D7E1139}"/>
              </a:ext>
            </a:extLst>
          </p:cNvPr>
          <p:cNvSpPr>
            <a:spLocks noChangeArrowheads="1"/>
          </p:cNvSpPr>
          <p:nvPr/>
        </p:nvSpPr>
        <p:spPr bwMode="auto">
          <a:xfrm>
            <a:off x="1846826" y="1854705"/>
            <a:ext cx="407988" cy="431800"/>
          </a:xfrm>
          <a:prstGeom prst="can">
            <a:avLst>
              <a:gd name="adj" fmla="val 2139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08" name="Group 206">
            <a:extLst>
              <a:ext uri="{FF2B5EF4-FFF2-40B4-BE49-F238E27FC236}">
                <a16:creationId xmlns:a16="http://schemas.microsoft.com/office/drawing/2014/main" id="{DC9267E1-3EDB-E748-8467-2A9B485898A2}"/>
              </a:ext>
            </a:extLst>
          </p:cNvPr>
          <p:cNvGrpSpPr>
            <a:grpSpLocks/>
          </p:cNvGrpSpPr>
          <p:nvPr/>
        </p:nvGrpSpPr>
        <p:grpSpPr bwMode="auto">
          <a:xfrm>
            <a:off x="1908739" y="3723447"/>
            <a:ext cx="8126412" cy="1166813"/>
            <a:chOff x="775" y="2474"/>
            <a:chExt cx="5119" cy="735"/>
          </a:xfrm>
        </p:grpSpPr>
        <p:grpSp>
          <p:nvGrpSpPr>
            <p:cNvPr id="509" name="Group 173">
              <a:extLst>
                <a:ext uri="{FF2B5EF4-FFF2-40B4-BE49-F238E27FC236}">
                  <a16:creationId xmlns:a16="http://schemas.microsoft.com/office/drawing/2014/main" id="{017DEB16-2C42-DB4F-AC8D-2F24A202D8CA}"/>
                </a:ext>
              </a:extLst>
            </p:cNvPr>
            <p:cNvGrpSpPr>
              <a:grpSpLocks/>
            </p:cNvGrpSpPr>
            <p:nvPr/>
          </p:nvGrpSpPr>
          <p:grpSpPr bwMode="auto">
            <a:xfrm>
              <a:off x="1056" y="2589"/>
              <a:ext cx="222" cy="552"/>
              <a:chOff x="4140" y="429"/>
              <a:chExt cx="1425" cy="2396"/>
            </a:xfrm>
          </p:grpSpPr>
          <p:sp>
            <p:nvSpPr>
              <p:cNvPr id="540" name="Freeform 174">
                <a:extLst>
                  <a:ext uri="{FF2B5EF4-FFF2-40B4-BE49-F238E27FC236}">
                    <a16:creationId xmlns:a16="http://schemas.microsoft.com/office/drawing/2014/main" id="{7071AEAE-A73F-D243-B123-B7B1D9BDFB07}"/>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41" name="Rectangle 175">
                <a:extLst>
                  <a:ext uri="{FF2B5EF4-FFF2-40B4-BE49-F238E27FC236}">
                    <a16:creationId xmlns:a16="http://schemas.microsoft.com/office/drawing/2014/main" id="{70DE3468-CF53-0346-8D80-E9385C7F7D96}"/>
                  </a:ext>
                </a:extLst>
              </p:cNvPr>
              <p:cNvSpPr>
                <a:spLocks noChangeArrowheads="1"/>
              </p:cNvSpPr>
              <p:nvPr/>
            </p:nvSpPr>
            <p:spPr bwMode="auto">
              <a:xfrm>
                <a:off x="4204" y="429"/>
                <a:ext cx="1046"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42" name="Freeform 176">
                <a:extLst>
                  <a:ext uri="{FF2B5EF4-FFF2-40B4-BE49-F238E27FC236}">
                    <a16:creationId xmlns:a16="http://schemas.microsoft.com/office/drawing/2014/main" id="{ED311748-A5CC-494E-90AD-11746C8ACE0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43" name="Freeform 177">
                <a:extLst>
                  <a:ext uri="{FF2B5EF4-FFF2-40B4-BE49-F238E27FC236}">
                    <a16:creationId xmlns:a16="http://schemas.microsoft.com/office/drawing/2014/main" id="{8C78D907-80B8-AF4A-AB8A-5919F960DD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44" name="Rectangle 178">
                <a:extLst>
                  <a:ext uri="{FF2B5EF4-FFF2-40B4-BE49-F238E27FC236}">
                    <a16:creationId xmlns:a16="http://schemas.microsoft.com/office/drawing/2014/main" id="{894B83D8-FCC8-084F-9660-A8CED18F9114}"/>
                  </a:ext>
                </a:extLst>
              </p:cNvPr>
              <p:cNvSpPr>
                <a:spLocks noChangeArrowheads="1"/>
              </p:cNvSpPr>
              <p:nvPr/>
            </p:nvSpPr>
            <p:spPr bwMode="auto">
              <a:xfrm>
                <a:off x="4211" y="694"/>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45" name="Group 179">
                <a:extLst>
                  <a:ext uri="{FF2B5EF4-FFF2-40B4-BE49-F238E27FC236}">
                    <a16:creationId xmlns:a16="http://schemas.microsoft.com/office/drawing/2014/main" id="{FA4C49FB-332B-1C42-B0C2-F3D370F08127}"/>
                  </a:ext>
                </a:extLst>
              </p:cNvPr>
              <p:cNvGrpSpPr>
                <a:grpSpLocks/>
              </p:cNvGrpSpPr>
              <p:nvPr/>
            </p:nvGrpSpPr>
            <p:grpSpPr bwMode="auto">
              <a:xfrm>
                <a:off x="4749" y="668"/>
                <a:ext cx="581" cy="145"/>
                <a:chOff x="614" y="2568"/>
                <a:chExt cx="725" cy="139"/>
              </a:xfrm>
            </p:grpSpPr>
            <p:sp>
              <p:nvSpPr>
                <p:cNvPr id="570" name="AutoShape 180">
                  <a:extLst>
                    <a:ext uri="{FF2B5EF4-FFF2-40B4-BE49-F238E27FC236}">
                      <a16:creationId xmlns:a16="http://schemas.microsoft.com/office/drawing/2014/main" id="{6BD6D33C-E791-F149-8310-5B3D390F6C23}"/>
                    </a:ext>
                  </a:extLst>
                </p:cNvPr>
                <p:cNvSpPr>
                  <a:spLocks noChangeArrowheads="1"/>
                </p:cNvSpPr>
                <p:nvPr/>
              </p:nvSpPr>
              <p:spPr bwMode="auto">
                <a:xfrm>
                  <a:off x="615" y="2568"/>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71" name="AutoShape 181">
                  <a:extLst>
                    <a:ext uri="{FF2B5EF4-FFF2-40B4-BE49-F238E27FC236}">
                      <a16:creationId xmlns:a16="http://schemas.microsoft.com/office/drawing/2014/main" id="{5E71277F-C04C-3142-838B-6EE506CB21AF}"/>
                    </a:ext>
                  </a:extLst>
                </p:cNvPr>
                <p:cNvSpPr>
                  <a:spLocks noChangeArrowheads="1"/>
                </p:cNvSpPr>
                <p:nvPr/>
              </p:nvSpPr>
              <p:spPr bwMode="auto">
                <a:xfrm>
                  <a:off x="631" y="2584"/>
                  <a:ext cx="689"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46" name="Rectangle 182">
                <a:extLst>
                  <a:ext uri="{FF2B5EF4-FFF2-40B4-BE49-F238E27FC236}">
                    <a16:creationId xmlns:a16="http://schemas.microsoft.com/office/drawing/2014/main" id="{24A16DC6-2460-DC4F-994B-EF8DC5F2AC82}"/>
                  </a:ext>
                </a:extLst>
              </p:cNvPr>
              <p:cNvSpPr>
                <a:spLocks noChangeArrowheads="1"/>
              </p:cNvSpPr>
              <p:nvPr/>
            </p:nvSpPr>
            <p:spPr bwMode="auto">
              <a:xfrm>
                <a:off x="4223" y="1019"/>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47" name="Group 183">
                <a:extLst>
                  <a:ext uri="{FF2B5EF4-FFF2-40B4-BE49-F238E27FC236}">
                    <a16:creationId xmlns:a16="http://schemas.microsoft.com/office/drawing/2014/main" id="{98E7E366-D731-D346-83EB-43C23A31E5E1}"/>
                  </a:ext>
                </a:extLst>
              </p:cNvPr>
              <p:cNvGrpSpPr>
                <a:grpSpLocks/>
              </p:cNvGrpSpPr>
              <p:nvPr/>
            </p:nvGrpSpPr>
            <p:grpSpPr bwMode="auto">
              <a:xfrm>
                <a:off x="4747" y="994"/>
                <a:ext cx="581" cy="134"/>
                <a:chOff x="614" y="2568"/>
                <a:chExt cx="725" cy="139"/>
              </a:xfrm>
            </p:grpSpPr>
            <p:sp>
              <p:nvSpPr>
                <p:cNvPr id="568" name="AutoShape 184">
                  <a:extLst>
                    <a:ext uri="{FF2B5EF4-FFF2-40B4-BE49-F238E27FC236}">
                      <a16:creationId xmlns:a16="http://schemas.microsoft.com/office/drawing/2014/main" id="{12E76A99-F292-4942-B7EA-16F260F71E30}"/>
                    </a:ext>
                  </a:extLst>
                </p:cNvPr>
                <p:cNvSpPr>
                  <a:spLocks noChangeArrowheads="1"/>
                </p:cNvSpPr>
                <p:nvPr/>
              </p:nvSpPr>
              <p:spPr bwMode="auto">
                <a:xfrm>
                  <a:off x="617" y="2567"/>
                  <a:ext cx="721"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9" name="AutoShape 185">
                  <a:extLst>
                    <a:ext uri="{FF2B5EF4-FFF2-40B4-BE49-F238E27FC236}">
                      <a16:creationId xmlns:a16="http://schemas.microsoft.com/office/drawing/2014/main" id="{981E5C21-5C45-464D-B45B-155529C9BC24}"/>
                    </a:ext>
                  </a:extLst>
                </p:cNvPr>
                <p:cNvSpPr>
                  <a:spLocks noChangeArrowheads="1"/>
                </p:cNvSpPr>
                <p:nvPr/>
              </p:nvSpPr>
              <p:spPr bwMode="auto">
                <a:xfrm>
                  <a:off x="634" y="2585"/>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48" name="Rectangle 186">
                <a:extLst>
                  <a:ext uri="{FF2B5EF4-FFF2-40B4-BE49-F238E27FC236}">
                    <a16:creationId xmlns:a16="http://schemas.microsoft.com/office/drawing/2014/main" id="{464DC274-CDF8-6E47-9806-008A0A6CCACD}"/>
                  </a:ext>
                </a:extLst>
              </p:cNvPr>
              <p:cNvSpPr>
                <a:spLocks noChangeArrowheads="1"/>
              </p:cNvSpPr>
              <p:nvPr/>
            </p:nvSpPr>
            <p:spPr bwMode="auto">
              <a:xfrm>
                <a:off x="4217" y="1358"/>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49" name="Rectangle 187">
                <a:extLst>
                  <a:ext uri="{FF2B5EF4-FFF2-40B4-BE49-F238E27FC236}">
                    <a16:creationId xmlns:a16="http://schemas.microsoft.com/office/drawing/2014/main" id="{98AC22BF-B25F-6142-87DB-E850C47D1673}"/>
                  </a:ext>
                </a:extLst>
              </p:cNvPr>
              <p:cNvSpPr>
                <a:spLocks noChangeArrowheads="1"/>
              </p:cNvSpPr>
              <p:nvPr/>
            </p:nvSpPr>
            <p:spPr bwMode="auto">
              <a:xfrm>
                <a:off x="4230" y="1653"/>
                <a:ext cx="597" cy="48"/>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50" name="Group 188">
                <a:extLst>
                  <a:ext uri="{FF2B5EF4-FFF2-40B4-BE49-F238E27FC236}">
                    <a16:creationId xmlns:a16="http://schemas.microsoft.com/office/drawing/2014/main" id="{7D330731-B2DD-FA40-90B0-9AF6F55A2DDE}"/>
                  </a:ext>
                </a:extLst>
              </p:cNvPr>
              <p:cNvGrpSpPr>
                <a:grpSpLocks/>
              </p:cNvGrpSpPr>
              <p:nvPr/>
            </p:nvGrpSpPr>
            <p:grpSpPr bwMode="auto">
              <a:xfrm>
                <a:off x="4735" y="1627"/>
                <a:ext cx="582" cy="151"/>
                <a:chOff x="614" y="2568"/>
                <a:chExt cx="725" cy="139"/>
              </a:xfrm>
            </p:grpSpPr>
            <p:sp>
              <p:nvSpPr>
                <p:cNvPr id="566" name="AutoShape 189">
                  <a:extLst>
                    <a:ext uri="{FF2B5EF4-FFF2-40B4-BE49-F238E27FC236}">
                      <a16:creationId xmlns:a16="http://schemas.microsoft.com/office/drawing/2014/main" id="{9DE72B9D-63C0-864A-8FD9-1B399D8E8160}"/>
                    </a:ext>
                  </a:extLst>
                </p:cNvPr>
                <p:cNvSpPr>
                  <a:spLocks noChangeArrowheads="1"/>
                </p:cNvSpPr>
                <p:nvPr/>
              </p:nvSpPr>
              <p:spPr bwMode="auto">
                <a:xfrm>
                  <a:off x="616" y="2568"/>
                  <a:ext cx="720"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7" name="AutoShape 190">
                  <a:extLst>
                    <a:ext uri="{FF2B5EF4-FFF2-40B4-BE49-F238E27FC236}">
                      <a16:creationId xmlns:a16="http://schemas.microsoft.com/office/drawing/2014/main" id="{E1DF0355-58D1-FF48-A296-D36811A78BFC}"/>
                    </a:ext>
                  </a:extLst>
                </p:cNvPr>
                <p:cNvSpPr>
                  <a:spLocks noChangeArrowheads="1"/>
                </p:cNvSpPr>
                <p:nvPr/>
              </p:nvSpPr>
              <p:spPr bwMode="auto">
                <a:xfrm>
                  <a:off x="632" y="2584"/>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51" name="Freeform 191">
                <a:extLst>
                  <a:ext uri="{FF2B5EF4-FFF2-40B4-BE49-F238E27FC236}">
                    <a16:creationId xmlns:a16="http://schemas.microsoft.com/office/drawing/2014/main" id="{0F425FAD-60C7-8D46-AC04-D61CF1C12F8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52" name="Group 192">
                <a:extLst>
                  <a:ext uri="{FF2B5EF4-FFF2-40B4-BE49-F238E27FC236}">
                    <a16:creationId xmlns:a16="http://schemas.microsoft.com/office/drawing/2014/main" id="{DD061A78-E747-F742-AAA6-0EBB1F0472B8}"/>
                  </a:ext>
                </a:extLst>
              </p:cNvPr>
              <p:cNvGrpSpPr>
                <a:grpSpLocks/>
              </p:cNvGrpSpPr>
              <p:nvPr/>
            </p:nvGrpSpPr>
            <p:grpSpPr bwMode="auto">
              <a:xfrm>
                <a:off x="4739" y="1327"/>
                <a:ext cx="582" cy="139"/>
                <a:chOff x="614" y="2568"/>
                <a:chExt cx="725" cy="139"/>
              </a:xfrm>
            </p:grpSpPr>
            <p:sp>
              <p:nvSpPr>
                <p:cNvPr id="564" name="AutoShape 193">
                  <a:extLst>
                    <a:ext uri="{FF2B5EF4-FFF2-40B4-BE49-F238E27FC236}">
                      <a16:creationId xmlns:a16="http://schemas.microsoft.com/office/drawing/2014/main" id="{D1A721C9-09F8-CA49-8768-A4D604577519}"/>
                    </a:ext>
                  </a:extLst>
                </p:cNvPr>
                <p:cNvSpPr>
                  <a:spLocks noChangeArrowheads="1"/>
                </p:cNvSpPr>
                <p:nvPr/>
              </p:nvSpPr>
              <p:spPr bwMode="auto">
                <a:xfrm>
                  <a:off x="611" y="2568"/>
                  <a:ext cx="728"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5" name="AutoShape 194">
                  <a:extLst>
                    <a:ext uri="{FF2B5EF4-FFF2-40B4-BE49-F238E27FC236}">
                      <a16:creationId xmlns:a16="http://schemas.microsoft.com/office/drawing/2014/main" id="{62ACD839-F2C5-9845-AB4E-C5BA19C2E2C2}"/>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53" name="Rectangle 195">
                <a:extLst>
                  <a:ext uri="{FF2B5EF4-FFF2-40B4-BE49-F238E27FC236}">
                    <a16:creationId xmlns:a16="http://schemas.microsoft.com/office/drawing/2014/main" id="{372A6132-E5E3-D940-8B20-1C9F499C36B3}"/>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4" name="Freeform 196">
                <a:extLst>
                  <a:ext uri="{FF2B5EF4-FFF2-40B4-BE49-F238E27FC236}">
                    <a16:creationId xmlns:a16="http://schemas.microsoft.com/office/drawing/2014/main" id="{7FB8C692-1BF5-7148-BD0F-82D24606618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5" name="Freeform 197">
                <a:extLst>
                  <a:ext uri="{FF2B5EF4-FFF2-40B4-BE49-F238E27FC236}">
                    <a16:creationId xmlns:a16="http://schemas.microsoft.com/office/drawing/2014/main" id="{B0320B70-5119-4C4A-9DDB-B708D3E777C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6" name="Oval 198">
                <a:extLst>
                  <a:ext uri="{FF2B5EF4-FFF2-40B4-BE49-F238E27FC236}">
                    <a16:creationId xmlns:a16="http://schemas.microsoft.com/office/drawing/2014/main" id="{29E3337B-80AF-FE42-A33A-1B58F9866F7A}"/>
                  </a:ext>
                </a:extLst>
              </p:cNvPr>
              <p:cNvSpPr>
                <a:spLocks noChangeArrowheads="1"/>
              </p:cNvSpPr>
              <p:nvPr/>
            </p:nvSpPr>
            <p:spPr bwMode="auto">
              <a:xfrm>
                <a:off x="5520" y="2612"/>
                <a:ext cx="45"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7" name="Freeform 199">
                <a:extLst>
                  <a:ext uri="{FF2B5EF4-FFF2-40B4-BE49-F238E27FC236}">
                    <a16:creationId xmlns:a16="http://schemas.microsoft.com/office/drawing/2014/main" id="{09D40D09-BC4A-744B-BB47-8545C1DE0A3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8" name="AutoShape 200">
                <a:extLst>
                  <a:ext uri="{FF2B5EF4-FFF2-40B4-BE49-F238E27FC236}">
                    <a16:creationId xmlns:a16="http://schemas.microsoft.com/office/drawing/2014/main" id="{BF852A65-EDBF-594C-9A10-757D04960006}"/>
                  </a:ext>
                </a:extLst>
              </p:cNvPr>
              <p:cNvSpPr>
                <a:spLocks noChangeArrowheads="1"/>
              </p:cNvSpPr>
              <p:nvPr/>
            </p:nvSpPr>
            <p:spPr bwMode="auto">
              <a:xfrm>
                <a:off x="4140" y="2677"/>
                <a:ext cx="1200" cy="148"/>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59" name="AutoShape 201">
                <a:extLst>
                  <a:ext uri="{FF2B5EF4-FFF2-40B4-BE49-F238E27FC236}">
                    <a16:creationId xmlns:a16="http://schemas.microsoft.com/office/drawing/2014/main" id="{02863060-88F5-664A-BDBC-D1E1E1A55602}"/>
                  </a:ext>
                </a:extLst>
              </p:cNvPr>
              <p:cNvSpPr>
                <a:spLocks noChangeArrowheads="1"/>
              </p:cNvSpPr>
              <p:nvPr/>
            </p:nvSpPr>
            <p:spPr bwMode="auto">
              <a:xfrm>
                <a:off x="4204" y="2712"/>
                <a:ext cx="1072"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0" name="Oval 202">
                <a:extLst>
                  <a:ext uri="{FF2B5EF4-FFF2-40B4-BE49-F238E27FC236}">
                    <a16:creationId xmlns:a16="http://schemas.microsoft.com/office/drawing/2014/main" id="{5E04EF61-FED3-3541-ACA1-9693CBB7F428}"/>
                  </a:ext>
                </a:extLst>
              </p:cNvPr>
              <p:cNvSpPr>
                <a:spLocks noChangeArrowheads="1"/>
              </p:cNvSpPr>
              <p:nvPr/>
            </p:nvSpPr>
            <p:spPr bwMode="auto">
              <a:xfrm>
                <a:off x="4307" y="2382"/>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1" name="Oval 203">
                <a:extLst>
                  <a:ext uri="{FF2B5EF4-FFF2-40B4-BE49-F238E27FC236}">
                    <a16:creationId xmlns:a16="http://schemas.microsoft.com/office/drawing/2014/main" id="{44A7BC25-D6E5-A44C-855D-AA7C5150ACF3}"/>
                  </a:ext>
                </a:extLst>
              </p:cNvPr>
              <p:cNvSpPr>
                <a:spLocks noChangeArrowheads="1"/>
              </p:cNvSpPr>
              <p:nvPr/>
            </p:nvSpPr>
            <p:spPr bwMode="auto">
              <a:xfrm>
                <a:off x="4487" y="2382"/>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a:endParaRPr>
              </a:p>
            </p:txBody>
          </p:sp>
          <p:sp>
            <p:nvSpPr>
              <p:cNvPr id="562" name="Oval 204">
                <a:extLst>
                  <a:ext uri="{FF2B5EF4-FFF2-40B4-BE49-F238E27FC236}">
                    <a16:creationId xmlns:a16="http://schemas.microsoft.com/office/drawing/2014/main" id="{14F564A5-40D1-4A43-8039-CF1042677D34}"/>
                  </a:ext>
                </a:extLst>
              </p:cNvPr>
              <p:cNvSpPr>
                <a:spLocks noChangeArrowheads="1"/>
              </p:cNvSpPr>
              <p:nvPr/>
            </p:nvSpPr>
            <p:spPr bwMode="auto">
              <a:xfrm>
                <a:off x="4660" y="2382"/>
                <a:ext cx="160"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63" name="Rectangle 205">
                <a:extLst>
                  <a:ext uri="{FF2B5EF4-FFF2-40B4-BE49-F238E27FC236}">
                    <a16:creationId xmlns:a16="http://schemas.microsoft.com/office/drawing/2014/main" id="{1AE270E5-AC06-504B-BF97-435964C8BCFA}"/>
                  </a:ext>
                </a:extLst>
              </p:cNvPr>
              <p:cNvSpPr>
                <a:spLocks noChangeArrowheads="1"/>
              </p:cNvSpPr>
              <p:nvPr/>
            </p:nvSpPr>
            <p:spPr bwMode="auto">
              <a:xfrm>
                <a:off x="5064" y="1835"/>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10" name="Line 57">
              <a:extLst>
                <a:ext uri="{FF2B5EF4-FFF2-40B4-BE49-F238E27FC236}">
                  <a16:creationId xmlns:a16="http://schemas.microsoft.com/office/drawing/2014/main" id="{E30AFCCA-07F4-A740-BD4B-5B28F2D980F1}"/>
                </a:ext>
              </a:extLst>
            </p:cNvPr>
            <p:cNvSpPr>
              <a:spLocks noChangeShapeType="1"/>
            </p:cNvSpPr>
            <p:nvPr/>
          </p:nvSpPr>
          <p:spPr bwMode="auto">
            <a:xfrm>
              <a:off x="1354" y="2913"/>
              <a:ext cx="36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11" name="Group 58">
              <a:extLst>
                <a:ext uri="{FF2B5EF4-FFF2-40B4-BE49-F238E27FC236}">
                  <a16:creationId xmlns:a16="http://schemas.microsoft.com/office/drawing/2014/main" id="{C24A23EE-8313-D64E-BD4F-3BFCD778F53E}"/>
                </a:ext>
              </a:extLst>
            </p:cNvPr>
            <p:cNvGrpSpPr>
              <a:grpSpLocks/>
            </p:cNvGrpSpPr>
            <p:nvPr/>
          </p:nvGrpSpPr>
          <p:grpSpPr bwMode="auto">
            <a:xfrm>
              <a:off x="2731" y="2870"/>
              <a:ext cx="607" cy="108"/>
              <a:chOff x="3603" y="243"/>
              <a:chExt cx="357" cy="106"/>
            </a:xfrm>
          </p:grpSpPr>
          <p:sp>
            <p:nvSpPr>
              <p:cNvPr id="531" name="Line 60">
                <a:extLst>
                  <a:ext uri="{FF2B5EF4-FFF2-40B4-BE49-F238E27FC236}">
                    <a16:creationId xmlns:a16="http://schemas.microsoft.com/office/drawing/2014/main" id="{1E8C1397-8F48-5E4D-BC95-2AEEFF4329B2}"/>
                  </a:ext>
                </a:extLst>
              </p:cNvPr>
              <p:cNvSpPr>
                <a:spLocks noChangeShapeType="1"/>
              </p:cNvSpPr>
              <p:nvPr/>
            </p:nvSpPr>
            <p:spPr bwMode="auto">
              <a:xfrm>
                <a:off x="3603" y="289"/>
                <a:ext cx="0" cy="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32" name="Line 61">
                <a:extLst>
                  <a:ext uri="{FF2B5EF4-FFF2-40B4-BE49-F238E27FC236}">
                    <a16:creationId xmlns:a16="http://schemas.microsoft.com/office/drawing/2014/main" id="{A9B3CF61-A592-AA42-AE21-C6F6DDBF0ED0}"/>
                  </a:ext>
                </a:extLst>
              </p:cNvPr>
              <p:cNvSpPr>
                <a:spLocks noChangeShapeType="1"/>
              </p:cNvSpPr>
              <p:nvPr/>
            </p:nvSpPr>
            <p:spPr bwMode="auto">
              <a:xfrm>
                <a:off x="3960" y="289"/>
                <a:ext cx="0" cy="6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33" name="Rectangle 62">
                <a:extLst>
                  <a:ext uri="{FF2B5EF4-FFF2-40B4-BE49-F238E27FC236}">
                    <a16:creationId xmlns:a16="http://schemas.microsoft.com/office/drawing/2014/main" id="{BD11C863-452F-AE46-9242-58534859C246}"/>
                  </a:ext>
                </a:extLst>
              </p:cNvPr>
              <p:cNvSpPr>
                <a:spLocks noChangeArrowheads="1"/>
              </p:cNvSpPr>
              <p:nvPr/>
            </p:nvSpPr>
            <p:spPr bwMode="auto">
              <a:xfrm>
                <a:off x="3603" y="289"/>
                <a:ext cx="354" cy="59"/>
              </a:xfrm>
              <a:prstGeom prst="rect">
                <a:avLst/>
              </a:prstGeom>
              <a:solidFill>
                <a:srgbClr val="CCCCF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34" name="Group 64">
                <a:extLst>
                  <a:ext uri="{FF2B5EF4-FFF2-40B4-BE49-F238E27FC236}">
                    <a16:creationId xmlns:a16="http://schemas.microsoft.com/office/drawing/2014/main" id="{A74AB26D-917E-1C43-8497-203578F54CA4}"/>
                  </a:ext>
                </a:extLst>
              </p:cNvPr>
              <p:cNvGrpSpPr>
                <a:grpSpLocks/>
              </p:cNvGrpSpPr>
              <p:nvPr/>
            </p:nvGrpSpPr>
            <p:grpSpPr bwMode="auto">
              <a:xfrm>
                <a:off x="3749" y="248"/>
                <a:ext cx="119" cy="65"/>
                <a:chOff x="2894" y="850"/>
                <a:chExt cx="94" cy="96"/>
              </a:xfrm>
            </p:grpSpPr>
            <p:sp>
              <p:nvSpPr>
                <p:cNvPr id="538" name="Line 66">
                  <a:extLst>
                    <a:ext uri="{FF2B5EF4-FFF2-40B4-BE49-F238E27FC236}">
                      <a16:creationId xmlns:a16="http://schemas.microsoft.com/office/drawing/2014/main" id="{B0ECEE3F-0D27-9E45-AD59-E3E44736B14A}"/>
                    </a:ext>
                  </a:extLst>
                </p:cNvPr>
                <p:cNvSpPr>
                  <a:spLocks noChangeShapeType="1"/>
                </p:cNvSpPr>
                <p:nvPr/>
              </p:nvSpPr>
              <p:spPr bwMode="auto">
                <a:xfrm>
                  <a:off x="2944" y="946"/>
                  <a:ext cx="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39" name="Line 67">
                  <a:extLst>
                    <a:ext uri="{FF2B5EF4-FFF2-40B4-BE49-F238E27FC236}">
                      <a16:creationId xmlns:a16="http://schemas.microsoft.com/office/drawing/2014/main" id="{EB55E3DC-430D-5347-B8CC-57099591978B}"/>
                    </a:ext>
                  </a:extLst>
                </p:cNvPr>
                <p:cNvSpPr>
                  <a:spLocks noChangeShapeType="1"/>
                </p:cNvSpPr>
                <p:nvPr/>
              </p:nvSpPr>
              <p:spPr bwMode="auto">
                <a:xfrm>
                  <a:off x="2894" y="850"/>
                  <a:ext cx="52" cy="9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535" name="Group 68">
                <a:extLst>
                  <a:ext uri="{FF2B5EF4-FFF2-40B4-BE49-F238E27FC236}">
                    <a16:creationId xmlns:a16="http://schemas.microsoft.com/office/drawing/2014/main" id="{EE23C2BF-5FE2-B644-AFE9-10E650F8E6FE}"/>
                  </a:ext>
                </a:extLst>
              </p:cNvPr>
              <p:cNvGrpSpPr>
                <a:grpSpLocks/>
              </p:cNvGrpSpPr>
              <p:nvPr/>
            </p:nvGrpSpPr>
            <p:grpSpPr bwMode="auto">
              <a:xfrm flipV="1">
                <a:off x="3689" y="243"/>
                <a:ext cx="124" cy="66"/>
                <a:chOff x="2848" y="848"/>
                <a:chExt cx="98" cy="98"/>
              </a:xfrm>
            </p:grpSpPr>
            <p:sp>
              <p:nvSpPr>
                <p:cNvPr id="536" name="Line 69">
                  <a:extLst>
                    <a:ext uri="{FF2B5EF4-FFF2-40B4-BE49-F238E27FC236}">
                      <a16:creationId xmlns:a16="http://schemas.microsoft.com/office/drawing/2014/main" id="{9CEA633F-1910-4F48-AE5F-C3F267226C9D}"/>
                    </a:ext>
                  </a:extLst>
                </p:cNvPr>
                <p:cNvSpPr>
                  <a:spLocks noChangeShapeType="1"/>
                </p:cNvSpPr>
                <p:nvPr/>
              </p:nvSpPr>
              <p:spPr bwMode="auto">
                <a:xfrm flipV="1">
                  <a:off x="2848" y="848"/>
                  <a:ext cx="50" cy="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37" name="Line 71">
                  <a:extLst>
                    <a:ext uri="{FF2B5EF4-FFF2-40B4-BE49-F238E27FC236}">
                      <a16:creationId xmlns:a16="http://schemas.microsoft.com/office/drawing/2014/main" id="{0EEE95F5-28BD-5244-AB61-1D0DDB38D982}"/>
                    </a:ext>
                  </a:extLst>
                </p:cNvPr>
                <p:cNvSpPr>
                  <a:spLocks noChangeShapeType="1"/>
                </p:cNvSpPr>
                <p:nvPr/>
              </p:nvSpPr>
              <p:spPr bwMode="auto">
                <a:xfrm>
                  <a:off x="2894" y="850"/>
                  <a:ext cx="52" cy="9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sp>
          <p:nvSpPr>
            <p:cNvPr id="512" name="AutoShape 90">
              <a:extLst>
                <a:ext uri="{FF2B5EF4-FFF2-40B4-BE49-F238E27FC236}">
                  <a16:creationId xmlns:a16="http://schemas.microsoft.com/office/drawing/2014/main" id="{FBD38E77-2123-B941-9E3E-28175B8F1087}"/>
                </a:ext>
              </a:extLst>
            </p:cNvPr>
            <p:cNvSpPr>
              <a:spLocks noChangeArrowheads="1"/>
            </p:cNvSpPr>
            <p:nvPr/>
          </p:nvSpPr>
          <p:spPr bwMode="auto">
            <a:xfrm>
              <a:off x="4741" y="2812"/>
              <a:ext cx="609" cy="239"/>
            </a:xfrm>
            <a:prstGeom prst="rightArrow">
              <a:avLst>
                <a:gd name="adj1" fmla="val 50000"/>
                <a:gd name="adj2" fmla="val 53870"/>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13" name="Group 92">
              <a:extLst>
                <a:ext uri="{FF2B5EF4-FFF2-40B4-BE49-F238E27FC236}">
                  <a16:creationId xmlns:a16="http://schemas.microsoft.com/office/drawing/2014/main" id="{DDC22D0D-F03A-C14E-9613-D042E5ACF062}"/>
                </a:ext>
              </a:extLst>
            </p:cNvPr>
            <p:cNvGrpSpPr>
              <a:grpSpLocks/>
            </p:cNvGrpSpPr>
            <p:nvPr/>
          </p:nvGrpSpPr>
          <p:grpSpPr bwMode="auto">
            <a:xfrm>
              <a:off x="1328" y="2739"/>
              <a:ext cx="1347" cy="360"/>
              <a:chOff x="2249" y="3459"/>
              <a:chExt cx="1389" cy="257"/>
            </a:xfrm>
          </p:grpSpPr>
          <p:sp>
            <p:nvSpPr>
              <p:cNvPr id="527" name="Oval 93">
                <a:extLst>
                  <a:ext uri="{FF2B5EF4-FFF2-40B4-BE49-F238E27FC236}">
                    <a16:creationId xmlns:a16="http://schemas.microsoft.com/office/drawing/2014/main" id="{BD69A588-896C-CD4F-AF1D-5590117CB9F7}"/>
                  </a:ext>
                </a:extLst>
              </p:cNvPr>
              <p:cNvSpPr>
                <a:spLocks noChangeArrowheads="1"/>
              </p:cNvSpPr>
              <p:nvPr/>
            </p:nvSpPr>
            <p:spPr bwMode="auto">
              <a:xfrm>
                <a:off x="3569" y="346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528" name="Rectangle 94">
                <a:extLst>
                  <a:ext uri="{FF2B5EF4-FFF2-40B4-BE49-F238E27FC236}">
                    <a16:creationId xmlns:a16="http://schemas.microsoft.com/office/drawing/2014/main" id="{690BA38E-8C04-7D49-8A4D-F3EBD36EC7E5}"/>
                  </a:ext>
                </a:extLst>
              </p:cNvPr>
              <p:cNvSpPr>
                <a:spLocks noChangeArrowheads="1"/>
              </p:cNvSpPr>
              <p:nvPr/>
            </p:nvSpPr>
            <p:spPr bwMode="auto">
              <a:xfrm>
                <a:off x="2275" y="3459"/>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529" name="Oval 95">
                <a:extLst>
                  <a:ext uri="{FF2B5EF4-FFF2-40B4-BE49-F238E27FC236}">
                    <a16:creationId xmlns:a16="http://schemas.microsoft.com/office/drawing/2014/main" id="{F8BE880C-8629-DB4F-A98D-187B9D0ED266}"/>
                  </a:ext>
                </a:extLst>
              </p:cNvPr>
              <p:cNvSpPr>
                <a:spLocks noChangeArrowheads="1"/>
              </p:cNvSpPr>
              <p:nvPr/>
            </p:nvSpPr>
            <p:spPr bwMode="auto">
              <a:xfrm>
                <a:off x="2249" y="346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30" name="Rectangle 96">
                <a:extLst>
                  <a:ext uri="{FF2B5EF4-FFF2-40B4-BE49-F238E27FC236}">
                    <a16:creationId xmlns:a16="http://schemas.microsoft.com/office/drawing/2014/main" id="{CEA80494-8D88-874A-A154-9DE5B72CA753}"/>
                  </a:ext>
                </a:extLst>
              </p:cNvPr>
              <p:cNvSpPr>
                <a:spLocks noChangeArrowheads="1"/>
              </p:cNvSpPr>
              <p:nvPr/>
            </p:nvSpPr>
            <p:spPr bwMode="auto">
              <a:xfrm>
                <a:off x="3562" y="3462"/>
                <a:ext cx="44" cy="246"/>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sp>
          <p:nvSpPr>
            <p:cNvPr id="514" name="Text Box 97">
              <a:extLst>
                <a:ext uri="{FF2B5EF4-FFF2-40B4-BE49-F238E27FC236}">
                  <a16:creationId xmlns:a16="http://schemas.microsoft.com/office/drawing/2014/main" id="{1BBEC08D-B4E9-1244-8AFE-C137F04A0DFB}"/>
                </a:ext>
              </a:extLst>
            </p:cNvPr>
            <p:cNvSpPr txBox="1">
              <a:spLocks noChangeArrowheads="1"/>
            </p:cNvSpPr>
            <p:nvPr/>
          </p:nvSpPr>
          <p:spPr bwMode="auto">
            <a:xfrm>
              <a:off x="1313" y="2811"/>
              <a:ext cx="141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8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r>
                <a:rPr kumimoji="0" lang="en-US" altLang="en-US" sz="20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grpSp>
          <p:nvGrpSpPr>
            <p:cNvPr id="515" name="Group 83">
              <a:extLst>
                <a:ext uri="{FF2B5EF4-FFF2-40B4-BE49-F238E27FC236}">
                  <a16:creationId xmlns:a16="http://schemas.microsoft.com/office/drawing/2014/main" id="{453C8714-A6D0-E346-8A5B-615EFB01A0E4}"/>
                </a:ext>
              </a:extLst>
            </p:cNvPr>
            <p:cNvGrpSpPr>
              <a:grpSpLocks/>
            </p:cNvGrpSpPr>
            <p:nvPr/>
          </p:nvGrpSpPr>
          <p:grpSpPr bwMode="auto">
            <a:xfrm>
              <a:off x="3419" y="2828"/>
              <a:ext cx="1621" cy="194"/>
              <a:chOff x="2249" y="3430"/>
              <a:chExt cx="1389" cy="256"/>
            </a:xfrm>
          </p:grpSpPr>
          <p:sp>
            <p:nvSpPr>
              <p:cNvPr id="523" name="Oval 84">
                <a:extLst>
                  <a:ext uri="{FF2B5EF4-FFF2-40B4-BE49-F238E27FC236}">
                    <a16:creationId xmlns:a16="http://schemas.microsoft.com/office/drawing/2014/main" id="{15F82EFE-0228-FC41-A2F8-7597E35038F8}"/>
                  </a:ext>
                </a:extLst>
              </p:cNvPr>
              <p:cNvSpPr>
                <a:spLocks noChangeArrowheads="1"/>
              </p:cNvSpPr>
              <p:nvPr/>
            </p:nvSpPr>
            <p:spPr bwMode="auto">
              <a:xfrm>
                <a:off x="3569" y="3433"/>
                <a:ext cx="69" cy="253"/>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524" name="Rectangle 85">
                <a:extLst>
                  <a:ext uri="{FF2B5EF4-FFF2-40B4-BE49-F238E27FC236}">
                    <a16:creationId xmlns:a16="http://schemas.microsoft.com/office/drawing/2014/main" id="{771827D6-CDB4-624D-966F-486A8E5AB186}"/>
                  </a:ext>
                </a:extLst>
              </p:cNvPr>
              <p:cNvSpPr>
                <a:spLocks noChangeArrowheads="1"/>
              </p:cNvSpPr>
              <p:nvPr/>
            </p:nvSpPr>
            <p:spPr bwMode="auto">
              <a:xfrm>
                <a:off x="2275" y="3433"/>
                <a:ext cx="1326" cy="253"/>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525" name="Oval 86">
                <a:extLst>
                  <a:ext uri="{FF2B5EF4-FFF2-40B4-BE49-F238E27FC236}">
                    <a16:creationId xmlns:a16="http://schemas.microsoft.com/office/drawing/2014/main" id="{2C2907FC-8499-0B4E-AA1A-72F4C0958F2D}"/>
                  </a:ext>
                </a:extLst>
              </p:cNvPr>
              <p:cNvSpPr>
                <a:spLocks noChangeArrowheads="1"/>
              </p:cNvSpPr>
              <p:nvPr/>
            </p:nvSpPr>
            <p:spPr bwMode="auto">
              <a:xfrm>
                <a:off x="2249" y="3430"/>
                <a:ext cx="69" cy="25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26" name="Rectangle 87">
                <a:extLst>
                  <a:ext uri="{FF2B5EF4-FFF2-40B4-BE49-F238E27FC236}">
                    <a16:creationId xmlns:a16="http://schemas.microsoft.com/office/drawing/2014/main" id="{0460CA79-401A-4C43-9BF8-05BF988CC6B4}"/>
                  </a:ext>
                </a:extLst>
              </p:cNvPr>
              <p:cNvSpPr>
                <a:spLocks noChangeArrowheads="1"/>
              </p:cNvSpPr>
              <p:nvPr/>
            </p:nvSpPr>
            <p:spPr bwMode="auto">
              <a:xfrm>
                <a:off x="3562" y="3438"/>
                <a:ext cx="45" cy="24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sp>
          <p:nvSpPr>
            <p:cNvPr id="516" name="Text Box 88">
              <a:extLst>
                <a:ext uri="{FF2B5EF4-FFF2-40B4-BE49-F238E27FC236}">
                  <a16:creationId xmlns:a16="http://schemas.microsoft.com/office/drawing/2014/main" id="{2215F4CA-83FF-2F43-A883-32EAB81F1207}"/>
                </a:ext>
              </a:extLst>
            </p:cNvPr>
            <p:cNvSpPr txBox="1">
              <a:spLocks noChangeArrowheads="1"/>
            </p:cNvSpPr>
            <p:nvPr/>
          </p:nvSpPr>
          <p:spPr bwMode="auto">
            <a:xfrm>
              <a:off x="3475" y="2780"/>
              <a:ext cx="162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  R</a:t>
              </a:r>
              <a:r>
                <a:rPr kumimoji="0" lang="en-US" altLang="en-US" sz="28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r>
                <a:rPr kumimoji="0" lang="en-US" altLang="en-US" sz="2000" b="0" i="0" u="none" strike="noStrike" kern="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sp>
          <p:nvSpPr>
            <p:cNvPr id="517" name="AutoShape 98">
              <a:extLst>
                <a:ext uri="{FF2B5EF4-FFF2-40B4-BE49-F238E27FC236}">
                  <a16:creationId xmlns:a16="http://schemas.microsoft.com/office/drawing/2014/main" id="{7823CDE2-367E-FB44-BE34-956568F7C47B}"/>
                </a:ext>
              </a:extLst>
            </p:cNvPr>
            <p:cNvSpPr>
              <a:spLocks noChangeArrowheads="1"/>
            </p:cNvSpPr>
            <p:nvPr/>
          </p:nvSpPr>
          <p:spPr bwMode="auto">
            <a:xfrm>
              <a:off x="2668" y="2808"/>
              <a:ext cx="860" cy="240"/>
            </a:xfrm>
            <a:prstGeom prst="rightArrow">
              <a:avLst>
                <a:gd name="adj1" fmla="val 50000"/>
                <a:gd name="adj2" fmla="val 89583"/>
              </a:avLst>
            </a:prstGeom>
            <a:gradFill rotWithShape="1">
              <a:gsLst>
                <a:gs pos="0">
                  <a:srgbClr val="FFFFFF"/>
                </a:gs>
                <a:gs pos="100000">
                  <a:srgbClr val="CC0000"/>
                </a:gs>
              </a:gsLst>
              <a:lin ang="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518" name="AutoShape 89">
              <a:extLst>
                <a:ext uri="{FF2B5EF4-FFF2-40B4-BE49-F238E27FC236}">
                  <a16:creationId xmlns:a16="http://schemas.microsoft.com/office/drawing/2014/main" id="{D3D3E169-3E07-3B4A-A3F9-E35D17B6871F}"/>
                </a:ext>
              </a:extLst>
            </p:cNvPr>
            <p:cNvSpPr>
              <a:spLocks noChangeArrowheads="1"/>
            </p:cNvSpPr>
            <p:nvPr/>
          </p:nvSpPr>
          <p:spPr bwMode="auto">
            <a:xfrm flipV="1">
              <a:off x="814" y="2682"/>
              <a:ext cx="564" cy="356"/>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09 w 21600"/>
                <a:gd name="T13" fmla="*/ 2912 h 21600"/>
                <a:gd name="T14" fmla="*/ 18230 w 21600"/>
                <a:gd name="T15" fmla="*/ 922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gradFill rotWithShape="1">
              <a:gsLst>
                <a:gs pos="0">
                  <a:srgbClr val="FFFFFF"/>
                </a:gs>
                <a:gs pos="100000">
                  <a:srgbClr val="CC0000"/>
                </a:gs>
              </a:gsLst>
              <a:lin ang="0" scaled="1"/>
            </a:gradFill>
            <a:ln w="9525">
              <a:solidFill>
                <a:srgbClr val="CC0000"/>
              </a:solidFill>
              <a:miter lim="800000"/>
              <a:headEnd/>
              <a:tailEnd/>
            </a:ln>
          </p:spPr>
          <p:txBody>
            <a:bodyPr rot="10800000"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519" name="Group 135">
              <a:extLst>
                <a:ext uri="{FF2B5EF4-FFF2-40B4-BE49-F238E27FC236}">
                  <a16:creationId xmlns:a16="http://schemas.microsoft.com/office/drawing/2014/main" id="{5A825877-D688-F24C-8395-71DDEA807E21}"/>
                </a:ext>
              </a:extLst>
            </p:cNvPr>
            <p:cNvGrpSpPr>
              <a:grpSpLocks/>
            </p:cNvGrpSpPr>
            <p:nvPr/>
          </p:nvGrpSpPr>
          <p:grpSpPr bwMode="auto">
            <a:xfrm flipH="1">
              <a:off x="5345" y="2651"/>
              <a:ext cx="549" cy="558"/>
              <a:chOff x="-248" y="1473"/>
              <a:chExt cx="981" cy="1105"/>
            </a:xfrm>
          </p:grpSpPr>
          <p:pic>
            <p:nvPicPr>
              <p:cNvPr id="521" name="Picture 136" descr="desktop_computer_stylized_medium">
                <a:extLst>
                  <a:ext uri="{FF2B5EF4-FFF2-40B4-BE49-F238E27FC236}">
                    <a16:creationId xmlns:a16="http://schemas.microsoft.com/office/drawing/2014/main" id="{77517F6B-1BE4-F94A-BBF9-E9549AC02F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4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37">
                <a:extLst>
                  <a:ext uri="{FF2B5EF4-FFF2-40B4-BE49-F238E27FC236}">
                    <a16:creationId xmlns:a16="http://schemas.microsoft.com/office/drawing/2014/main" id="{85644D17-8C0F-0840-B111-635B1B4F1085}"/>
                  </a:ext>
                </a:extLst>
              </p:cNvPr>
              <p:cNvSpPr>
                <a:spLocks/>
              </p:cNvSpPr>
              <p:nvPr/>
            </p:nvSpPr>
            <p:spPr bwMode="auto">
              <a:xfrm flipH="1">
                <a:off x="20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520" name="AutoShape 327">
              <a:extLst>
                <a:ext uri="{FF2B5EF4-FFF2-40B4-BE49-F238E27FC236}">
                  <a16:creationId xmlns:a16="http://schemas.microsoft.com/office/drawing/2014/main" id="{26E8FD56-0A05-7348-855A-94527638EA41}"/>
                </a:ext>
              </a:extLst>
            </p:cNvPr>
            <p:cNvSpPr>
              <a:spLocks noChangeArrowheads="1"/>
            </p:cNvSpPr>
            <p:nvPr/>
          </p:nvSpPr>
          <p:spPr bwMode="auto">
            <a:xfrm>
              <a:off x="775" y="2474"/>
              <a:ext cx="257" cy="272"/>
            </a:xfrm>
            <a:prstGeom prst="can">
              <a:avLst>
                <a:gd name="adj" fmla="val 2139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146" name="Slide Number Placeholder 5">
            <a:extLst>
              <a:ext uri="{FF2B5EF4-FFF2-40B4-BE49-F238E27FC236}">
                <a16:creationId xmlns:a16="http://schemas.microsoft.com/office/drawing/2014/main" id="{FB6AE8FF-6EB2-C544-80BC-6FF3FA7A628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57</a:t>
            </a:fld>
            <a:endParaRPr lang="en-US" dirty="0"/>
          </a:p>
        </p:txBody>
      </p:sp>
    </p:spTree>
    <p:extLst>
      <p:ext uri="{BB962C8B-B14F-4D97-AF65-F5344CB8AC3E}">
        <p14:creationId xmlns:p14="http://schemas.microsoft.com/office/powerpoint/2010/main" val="4201790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9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Throughput: network scenario</a:t>
            </a:r>
            <a:endParaRPr lang="en-US" sz="4400" dirty="0"/>
          </a:p>
        </p:txBody>
      </p:sp>
      <p:grpSp>
        <p:nvGrpSpPr>
          <p:cNvPr id="3" name="Group 2">
            <a:extLst>
              <a:ext uri="{FF2B5EF4-FFF2-40B4-BE49-F238E27FC236}">
                <a16:creationId xmlns:a16="http://schemas.microsoft.com/office/drawing/2014/main" id="{30BDC7F4-E0CA-5441-8A92-F3458106F4EB}"/>
              </a:ext>
            </a:extLst>
          </p:cNvPr>
          <p:cNvGrpSpPr/>
          <p:nvPr/>
        </p:nvGrpSpPr>
        <p:grpSpPr>
          <a:xfrm>
            <a:off x="1066778" y="1303830"/>
            <a:ext cx="4754562" cy="5021997"/>
            <a:chOff x="6096000" y="1390614"/>
            <a:chExt cx="4754562" cy="5021997"/>
          </a:xfrm>
        </p:grpSpPr>
        <p:sp>
          <p:nvSpPr>
            <p:cNvPr id="602" name="Text Box 44">
              <a:extLst>
                <a:ext uri="{FF2B5EF4-FFF2-40B4-BE49-F238E27FC236}">
                  <a16:creationId xmlns:a16="http://schemas.microsoft.com/office/drawing/2014/main" id="{42F82D1E-8ED4-4F44-9C3C-BDFDC81291EA}"/>
                </a:ext>
              </a:extLst>
            </p:cNvPr>
            <p:cNvSpPr txBox="1">
              <a:spLocks noChangeArrowheads="1"/>
            </p:cNvSpPr>
            <p:nvPr/>
          </p:nvSpPr>
          <p:spPr bwMode="auto">
            <a:xfrm>
              <a:off x="6096000" y="5581614"/>
              <a:ext cx="47545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10 connections (fairly) share backbone bottleneck link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24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bits/sec</a:t>
              </a:r>
            </a:p>
          </p:txBody>
        </p:sp>
        <p:sp>
          <p:nvSpPr>
            <p:cNvPr id="603" name="Freeform 296">
              <a:extLst>
                <a:ext uri="{FF2B5EF4-FFF2-40B4-BE49-F238E27FC236}">
                  <a16:creationId xmlns:a16="http://schemas.microsoft.com/office/drawing/2014/main" id="{12223E81-DDE4-C440-BABA-D7BC48DB125E}"/>
                </a:ext>
              </a:extLst>
            </p:cNvPr>
            <p:cNvSpPr>
              <a:spLocks/>
            </p:cNvSpPr>
            <p:nvPr/>
          </p:nvSpPr>
          <p:spPr bwMode="auto">
            <a:xfrm>
              <a:off x="6742112" y="2666964"/>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04" name="Text Box 35">
              <a:extLst>
                <a:ext uri="{FF2B5EF4-FFF2-40B4-BE49-F238E27FC236}">
                  <a16:creationId xmlns:a16="http://schemas.microsoft.com/office/drawing/2014/main" id="{8E3A2589-33AD-0948-8AAD-49FBF5318781}"/>
                </a:ext>
              </a:extLst>
            </p:cNvPr>
            <p:cNvSpPr txBox="1">
              <a:spLocks noChangeArrowheads="1"/>
            </p:cNvSpPr>
            <p:nvPr/>
          </p:nvSpPr>
          <p:spPr bwMode="auto">
            <a:xfrm>
              <a:off x="6605587" y="2290727"/>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05" name="Oval 40">
              <a:extLst>
                <a:ext uri="{FF2B5EF4-FFF2-40B4-BE49-F238E27FC236}">
                  <a16:creationId xmlns:a16="http://schemas.microsoft.com/office/drawing/2014/main" id="{8D4D9D6D-6FB5-AA4B-B509-A8973E6C8AC9}"/>
                </a:ext>
              </a:extLst>
            </p:cNvPr>
            <p:cNvSpPr>
              <a:spLocks noChangeArrowheads="1"/>
            </p:cNvSpPr>
            <p:nvPr/>
          </p:nvSpPr>
          <p:spPr bwMode="auto">
            <a:xfrm rot="5400000">
              <a:off x="8470106" y="3718683"/>
              <a:ext cx="50800" cy="525462"/>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06" name="Rectangle 41">
              <a:extLst>
                <a:ext uri="{FF2B5EF4-FFF2-40B4-BE49-F238E27FC236}">
                  <a16:creationId xmlns:a16="http://schemas.microsoft.com/office/drawing/2014/main" id="{557406FF-659D-D646-B73D-12838ED2BD49}"/>
                </a:ext>
              </a:extLst>
            </p:cNvPr>
            <p:cNvSpPr>
              <a:spLocks noChangeArrowheads="1"/>
            </p:cNvSpPr>
            <p:nvPr/>
          </p:nvSpPr>
          <p:spPr bwMode="auto">
            <a:xfrm rot="5400000">
              <a:off x="8003381" y="3224971"/>
              <a:ext cx="984250" cy="525462"/>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07" name="Oval 42">
              <a:extLst>
                <a:ext uri="{FF2B5EF4-FFF2-40B4-BE49-F238E27FC236}">
                  <a16:creationId xmlns:a16="http://schemas.microsoft.com/office/drawing/2014/main" id="{0A481A93-ECB7-E246-837A-F6BC6402D6BD}"/>
                </a:ext>
              </a:extLst>
            </p:cNvPr>
            <p:cNvSpPr>
              <a:spLocks noChangeArrowheads="1"/>
            </p:cNvSpPr>
            <p:nvPr/>
          </p:nvSpPr>
          <p:spPr bwMode="auto">
            <a:xfrm rot="5400000">
              <a:off x="8474075" y="2739989"/>
              <a:ext cx="52387" cy="525463"/>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08" name="Rectangle 43">
              <a:extLst>
                <a:ext uri="{FF2B5EF4-FFF2-40B4-BE49-F238E27FC236}">
                  <a16:creationId xmlns:a16="http://schemas.microsoft.com/office/drawing/2014/main" id="{A6B95B4A-EADA-2646-8C69-44AD71FF2F13}"/>
                </a:ext>
              </a:extLst>
            </p:cNvPr>
            <p:cNvSpPr>
              <a:spLocks noChangeArrowheads="1"/>
            </p:cNvSpPr>
            <p:nvPr/>
          </p:nvSpPr>
          <p:spPr bwMode="auto">
            <a:xfrm rot="5400000">
              <a:off x="8474075" y="3711539"/>
              <a:ext cx="31750" cy="511175"/>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09" name="Oval 31">
              <a:extLst>
                <a:ext uri="{FF2B5EF4-FFF2-40B4-BE49-F238E27FC236}">
                  <a16:creationId xmlns:a16="http://schemas.microsoft.com/office/drawing/2014/main" id="{D34D4E69-9BEB-E84C-9C95-F587DC39C7FA}"/>
                </a:ext>
              </a:extLst>
            </p:cNvPr>
            <p:cNvSpPr>
              <a:spLocks noChangeArrowheads="1"/>
            </p:cNvSpPr>
            <p:nvPr/>
          </p:nvSpPr>
          <p:spPr bwMode="auto">
            <a:xfrm rot="1792560">
              <a:off x="7480300" y="2614577"/>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0" name="Rectangle 32">
              <a:extLst>
                <a:ext uri="{FF2B5EF4-FFF2-40B4-BE49-F238E27FC236}">
                  <a16:creationId xmlns:a16="http://schemas.microsoft.com/office/drawing/2014/main" id="{AF4F01BC-E0BA-6145-9A94-C368A9DCD9FA}"/>
                </a:ext>
              </a:extLst>
            </p:cNvPr>
            <p:cNvSpPr>
              <a:spLocks noChangeArrowheads="1"/>
            </p:cNvSpPr>
            <p:nvPr/>
          </p:nvSpPr>
          <p:spPr bwMode="auto">
            <a:xfrm rot="1792560">
              <a:off x="6815137" y="2411377"/>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1" name="Oval 33">
              <a:extLst>
                <a:ext uri="{FF2B5EF4-FFF2-40B4-BE49-F238E27FC236}">
                  <a16:creationId xmlns:a16="http://schemas.microsoft.com/office/drawing/2014/main" id="{0FB3506E-741A-1449-B57D-DCE4E8B681A0}"/>
                </a:ext>
              </a:extLst>
            </p:cNvPr>
            <p:cNvSpPr>
              <a:spLocks noChangeArrowheads="1"/>
            </p:cNvSpPr>
            <p:nvPr/>
          </p:nvSpPr>
          <p:spPr bwMode="auto">
            <a:xfrm rot="1792560">
              <a:off x="6850062" y="2211352"/>
              <a:ext cx="38100"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12" name="Rectangle 34">
              <a:extLst>
                <a:ext uri="{FF2B5EF4-FFF2-40B4-BE49-F238E27FC236}">
                  <a16:creationId xmlns:a16="http://schemas.microsoft.com/office/drawing/2014/main" id="{323C4318-B148-DC47-ABE2-1E709105E921}"/>
                </a:ext>
              </a:extLst>
            </p:cNvPr>
            <p:cNvSpPr>
              <a:spLocks noChangeArrowheads="1"/>
            </p:cNvSpPr>
            <p:nvPr/>
          </p:nvSpPr>
          <p:spPr bwMode="auto">
            <a:xfrm rot="1792560">
              <a:off x="7477125" y="2611402"/>
              <a:ext cx="23812" cy="153987"/>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3" name="Line 456">
              <a:extLst>
                <a:ext uri="{FF2B5EF4-FFF2-40B4-BE49-F238E27FC236}">
                  <a16:creationId xmlns:a16="http://schemas.microsoft.com/office/drawing/2014/main" id="{8173438F-0B9B-B64F-A181-BAB4D0B2F0C7}"/>
                </a:ext>
              </a:extLst>
            </p:cNvPr>
            <p:cNvSpPr>
              <a:spLocks noChangeShapeType="1"/>
            </p:cNvSpPr>
            <p:nvPr/>
          </p:nvSpPr>
          <p:spPr bwMode="auto">
            <a:xfrm rot="1792560">
              <a:off x="6686550" y="2482814"/>
              <a:ext cx="9556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14" name="Oval 469">
              <a:extLst>
                <a:ext uri="{FF2B5EF4-FFF2-40B4-BE49-F238E27FC236}">
                  <a16:creationId xmlns:a16="http://schemas.microsoft.com/office/drawing/2014/main" id="{7E85E8A1-86AF-324B-8460-F6A7D5EAC092}"/>
                </a:ext>
              </a:extLst>
            </p:cNvPr>
            <p:cNvSpPr>
              <a:spLocks noChangeArrowheads="1"/>
            </p:cNvSpPr>
            <p:nvPr/>
          </p:nvSpPr>
          <p:spPr bwMode="auto">
            <a:xfrm rot="2768172">
              <a:off x="7989887" y="2617752"/>
              <a:ext cx="47625" cy="142875"/>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5" name="Rectangle 470">
              <a:extLst>
                <a:ext uri="{FF2B5EF4-FFF2-40B4-BE49-F238E27FC236}">
                  <a16:creationId xmlns:a16="http://schemas.microsoft.com/office/drawing/2014/main" id="{55557922-2CFC-1B45-B737-1FBBBEAE269A}"/>
                </a:ext>
              </a:extLst>
            </p:cNvPr>
            <p:cNvSpPr>
              <a:spLocks noChangeArrowheads="1"/>
            </p:cNvSpPr>
            <p:nvPr/>
          </p:nvSpPr>
          <p:spPr bwMode="auto">
            <a:xfrm rot="2768172">
              <a:off x="7268369" y="2285170"/>
              <a:ext cx="915988" cy="142875"/>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6" name="Oval 471">
              <a:extLst>
                <a:ext uri="{FF2B5EF4-FFF2-40B4-BE49-F238E27FC236}">
                  <a16:creationId xmlns:a16="http://schemas.microsoft.com/office/drawing/2014/main" id="{5D3F57BE-8666-1D44-A006-F78419384E95}"/>
                </a:ext>
              </a:extLst>
            </p:cNvPr>
            <p:cNvSpPr>
              <a:spLocks noChangeArrowheads="1"/>
            </p:cNvSpPr>
            <p:nvPr/>
          </p:nvSpPr>
          <p:spPr bwMode="auto">
            <a:xfrm rot="2768172">
              <a:off x="7419975" y="1958939"/>
              <a:ext cx="47625" cy="142875"/>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17" name="Rectangle 472">
              <a:extLst>
                <a:ext uri="{FF2B5EF4-FFF2-40B4-BE49-F238E27FC236}">
                  <a16:creationId xmlns:a16="http://schemas.microsoft.com/office/drawing/2014/main" id="{64C792DE-6968-B34C-9D1B-D2467DCDD720}"/>
                </a:ext>
              </a:extLst>
            </p:cNvPr>
            <p:cNvSpPr>
              <a:spLocks noChangeArrowheads="1"/>
            </p:cNvSpPr>
            <p:nvPr/>
          </p:nvSpPr>
          <p:spPr bwMode="auto">
            <a:xfrm rot="2768172">
              <a:off x="7989887" y="2609814"/>
              <a:ext cx="30163" cy="138113"/>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18" name="Line 473">
              <a:extLst>
                <a:ext uri="{FF2B5EF4-FFF2-40B4-BE49-F238E27FC236}">
                  <a16:creationId xmlns:a16="http://schemas.microsoft.com/office/drawing/2014/main" id="{51F1769C-1A62-EC4E-B22E-FFF40B43E7CF}"/>
                </a:ext>
              </a:extLst>
            </p:cNvPr>
            <p:cNvSpPr>
              <a:spLocks noChangeShapeType="1"/>
            </p:cNvSpPr>
            <p:nvPr/>
          </p:nvSpPr>
          <p:spPr bwMode="auto">
            <a:xfrm rot="2768172">
              <a:off x="7111999" y="2341527"/>
              <a:ext cx="11969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19" name="Oval 476">
              <a:extLst>
                <a:ext uri="{FF2B5EF4-FFF2-40B4-BE49-F238E27FC236}">
                  <a16:creationId xmlns:a16="http://schemas.microsoft.com/office/drawing/2014/main" id="{551553F9-6760-6E44-947E-2E2826C45546}"/>
                </a:ext>
              </a:extLst>
            </p:cNvPr>
            <p:cNvSpPr>
              <a:spLocks noChangeArrowheads="1"/>
            </p:cNvSpPr>
            <p:nvPr/>
          </p:nvSpPr>
          <p:spPr bwMode="auto">
            <a:xfrm rot="19807440" flipH="1">
              <a:off x="6943725" y="4467189"/>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0" name="Rectangle 477">
              <a:extLst>
                <a:ext uri="{FF2B5EF4-FFF2-40B4-BE49-F238E27FC236}">
                  <a16:creationId xmlns:a16="http://schemas.microsoft.com/office/drawing/2014/main" id="{424063E3-158A-984A-BFC8-01ECC771823D}"/>
                </a:ext>
              </a:extLst>
            </p:cNvPr>
            <p:cNvSpPr>
              <a:spLocks noChangeArrowheads="1"/>
            </p:cNvSpPr>
            <p:nvPr/>
          </p:nvSpPr>
          <p:spPr bwMode="auto">
            <a:xfrm rot="19807440" flipH="1">
              <a:off x="6916737" y="4263989"/>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1" name="Oval 478">
              <a:extLst>
                <a:ext uri="{FF2B5EF4-FFF2-40B4-BE49-F238E27FC236}">
                  <a16:creationId xmlns:a16="http://schemas.microsoft.com/office/drawing/2014/main" id="{E5AD8F86-97E2-7648-BE88-A4ABC6A350D0}"/>
                </a:ext>
              </a:extLst>
            </p:cNvPr>
            <p:cNvSpPr>
              <a:spLocks noChangeArrowheads="1"/>
            </p:cNvSpPr>
            <p:nvPr/>
          </p:nvSpPr>
          <p:spPr bwMode="auto">
            <a:xfrm rot="19807440" flipH="1">
              <a:off x="7575550" y="4063964"/>
              <a:ext cx="36512"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22" name="Rectangle 479">
              <a:extLst>
                <a:ext uri="{FF2B5EF4-FFF2-40B4-BE49-F238E27FC236}">
                  <a16:creationId xmlns:a16="http://schemas.microsoft.com/office/drawing/2014/main" id="{598EC6E7-BD77-134B-A756-3D43B04CC7E1}"/>
                </a:ext>
              </a:extLst>
            </p:cNvPr>
            <p:cNvSpPr>
              <a:spLocks noChangeArrowheads="1"/>
            </p:cNvSpPr>
            <p:nvPr/>
          </p:nvSpPr>
          <p:spPr bwMode="auto">
            <a:xfrm rot="19807440" flipH="1">
              <a:off x="6959600" y="4464014"/>
              <a:ext cx="23812" cy="153988"/>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3" name="Line 480">
              <a:extLst>
                <a:ext uri="{FF2B5EF4-FFF2-40B4-BE49-F238E27FC236}">
                  <a16:creationId xmlns:a16="http://schemas.microsoft.com/office/drawing/2014/main" id="{AFDCBA44-8593-C94C-9FA7-FED9DC63A55B}"/>
                </a:ext>
              </a:extLst>
            </p:cNvPr>
            <p:cNvSpPr>
              <a:spLocks noChangeShapeType="1"/>
            </p:cNvSpPr>
            <p:nvPr/>
          </p:nvSpPr>
          <p:spPr bwMode="auto">
            <a:xfrm rot="19807440" flipH="1">
              <a:off x="6821487" y="4335427"/>
              <a:ext cx="955675" cy="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24" name="Oval 483">
              <a:extLst>
                <a:ext uri="{FF2B5EF4-FFF2-40B4-BE49-F238E27FC236}">
                  <a16:creationId xmlns:a16="http://schemas.microsoft.com/office/drawing/2014/main" id="{9B669AE7-0EE8-EC41-9DC1-37D185E64362}"/>
                </a:ext>
              </a:extLst>
            </p:cNvPr>
            <p:cNvSpPr>
              <a:spLocks noChangeArrowheads="1"/>
            </p:cNvSpPr>
            <p:nvPr/>
          </p:nvSpPr>
          <p:spPr bwMode="auto">
            <a:xfrm rot="18831828" flipV="1">
              <a:off x="8197850" y="4240177"/>
              <a:ext cx="47625" cy="142875"/>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5" name="Rectangle 484">
              <a:extLst>
                <a:ext uri="{FF2B5EF4-FFF2-40B4-BE49-F238E27FC236}">
                  <a16:creationId xmlns:a16="http://schemas.microsoft.com/office/drawing/2014/main" id="{C65A0801-59C0-0744-8000-2F197C940E78}"/>
                </a:ext>
              </a:extLst>
            </p:cNvPr>
            <p:cNvSpPr>
              <a:spLocks noChangeArrowheads="1"/>
            </p:cNvSpPr>
            <p:nvPr/>
          </p:nvSpPr>
          <p:spPr bwMode="auto">
            <a:xfrm rot="18831828" flipV="1">
              <a:off x="7475537" y="4571964"/>
              <a:ext cx="917575" cy="142875"/>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6" name="Oval 485">
              <a:extLst>
                <a:ext uri="{FF2B5EF4-FFF2-40B4-BE49-F238E27FC236}">
                  <a16:creationId xmlns:a16="http://schemas.microsoft.com/office/drawing/2014/main" id="{618A0B18-5A9F-C940-A80E-7B06B49B60F9}"/>
                </a:ext>
              </a:extLst>
            </p:cNvPr>
            <p:cNvSpPr>
              <a:spLocks noChangeArrowheads="1"/>
            </p:cNvSpPr>
            <p:nvPr/>
          </p:nvSpPr>
          <p:spPr bwMode="auto">
            <a:xfrm rot="18831828" flipV="1">
              <a:off x="7629525" y="4898989"/>
              <a:ext cx="47625" cy="142875"/>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27" name="Rectangle 486">
              <a:extLst>
                <a:ext uri="{FF2B5EF4-FFF2-40B4-BE49-F238E27FC236}">
                  <a16:creationId xmlns:a16="http://schemas.microsoft.com/office/drawing/2014/main" id="{0EC6AAEC-D5EF-0B44-AE75-B5161067D347}"/>
                </a:ext>
              </a:extLst>
            </p:cNvPr>
            <p:cNvSpPr>
              <a:spLocks noChangeArrowheads="1"/>
            </p:cNvSpPr>
            <p:nvPr/>
          </p:nvSpPr>
          <p:spPr bwMode="auto">
            <a:xfrm rot="18831828" flipV="1">
              <a:off x="8197850" y="4249702"/>
              <a:ext cx="30162" cy="138112"/>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28" name="Line 487">
              <a:extLst>
                <a:ext uri="{FF2B5EF4-FFF2-40B4-BE49-F238E27FC236}">
                  <a16:creationId xmlns:a16="http://schemas.microsoft.com/office/drawing/2014/main" id="{6C5A899D-7A45-874B-9EBC-4587CF6DE09E}"/>
                </a:ext>
              </a:extLst>
            </p:cNvPr>
            <p:cNvSpPr>
              <a:spLocks noChangeShapeType="1"/>
            </p:cNvSpPr>
            <p:nvPr/>
          </p:nvSpPr>
          <p:spPr bwMode="auto">
            <a:xfrm rot="18831828" flipV="1">
              <a:off x="7319962" y="4657690"/>
              <a:ext cx="1196975" cy="0"/>
            </a:xfrm>
            <a:prstGeom prst="line">
              <a:avLst/>
            </a:prstGeom>
            <a:noFill/>
            <a:ln w="38100">
              <a:solidFill>
                <a:srgbClr val="FF33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29" name="Oval 500">
              <a:extLst>
                <a:ext uri="{FF2B5EF4-FFF2-40B4-BE49-F238E27FC236}">
                  <a16:creationId xmlns:a16="http://schemas.microsoft.com/office/drawing/2014/main" id="{2C1CCE43-DB7D-AE44-BC92-2EC22940EC4F}"/>
                </a:ext>
              </a:extLst>
            </p:cNvPr>
            <p:cNvSpPr>
              <a:spLocks noChangeArrowheads="1"/>
            </p:cNvSpPr>
            <p:nvPr/>
          </p:nvSpPr>
          <p:spPr bwMode="auto">
            <a:xfrm rot="19807440" flipH="1">
              <a:off x="9150350" y="2586002"/>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0" name="Rectangle 501">
              <a:extLst>
                <a:ext uri="{FF2B5EF4-FFF2-40B4-BE49-F238E27FC236}">
                  <a16:creationId xmlns:a16="http://schemas.microsoft.com/office/drawing/2014/main" id="{40D89921-5710-C74C-85E3-E00C000E60C7}"/>
                </a:ext>
              </a:extLst>
            </p:cNvPr>
            <p:cNvSpPr>
              <a:spLocks noChangeArrowheads="1"/>
            </p:cNvSpPr>
            <p:nvPr/>
          </p:nvSpPr>
          <p:spPr bwMode="auto">
            <a:xfrm rot="19807440" flipH="1">
              <a:off x="9123362" y="2382802"/>
              <a:ext cx="730250"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1" name="Oval 502">
              <a:extLst>
                <a:ext uri="{FF2B5EF4-FFF2-40B4-BE49-F238E27FC236}">
                  <a16:creationId xmlns:a16="http://schemas.microsoft.com/office/drawing/2014/main" id="{04ED2CB6-E629-0044-88FF-DD5D436E58BF}"/>
                </a:ext>
              </a:extLst>
            </p:cNvPr>
            <p:cNvSpPr>
              <a:spLocks noChangeArrowheads="1"/>
            </p:cNvSpPr>
            <p:nvPr/>
          </p:nvSpPr>
          <p:spPr bwMode="auto">
            <a:xfrm rot="19807440" flipH="1">
              <a:off x="9782175" y="2182777"/>
              <a:ext cx="36512"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32" name="Rectangle 503">
              <a:extLst>
                <a:ext uri="{FF2B5EF4-FFF2-40B4-BE49-F238E27FC236}">
                  <a16:creationId xmlns:a16="http://schemas.microsoft.com/office/drawing/2014/main" id="{0D6041B8-7217-4F4F-92D9-8F4D04231EDF}"/>
                </a:ext>
              </a:extLst>
            </p:cNvPr>
            <p:cNvSpPr>
              <a:spLocks noChangeArrowheads="1"/>
            </p:cNvSpPr>
            <p:nvPr/>
          </p:nvSpPr>
          <p:spPr bwMode="auto">
            <a:xfrm rot="19807440" flipH="1">
              <a:off x="9166225" y="2582827"/>
              <a:ext cx="25400" cy="153987"/>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3" name="Line 504">
              <a:extLst>
                <a:ext uri="{FF2B5EF4-FFF2-40B4-BE49-F238E27FC236}">
                  <a16:creationId xmlns:a16="http://schemas.microsoft.com/office/drawing/2014/main" id="{45C56574-1E78-FA49-9616-971A302E931F}"/>
                </a:ext>
              </a:extLst>
            </p:cNvPr>
            <p:cNvSpPr>
              <a:spLocks noChangeShapeType="1"/>
            </p:cNvSpPr>
            <p:nvPr/>
          </p:nvSpPr>
          <p:spPr bwMode="auto">
            <a:xfrm rot="19807440" flipH="1">
              <a:off x="9028112" y="2454239"/>
              <a:ext cx="955675"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34" name="Oval 507">
              <a:extLst>
                <a:ext uri="{FF2B5EF4-FFF2-40B4-BE49-F238E27FC236}">
                  <a16:creationId xmlns:a16="http://schemas.microsoft.com/office/drawing/2014/main" id="{9F9B82D5-4B1D-6043-BBA5-D051EBBBCAD8}"/>
                </a:ext>
              </a:extLst>
            </p:cNvPr>
            <p:cNvSpPr>
              <a:spLocks noChangeArrowheads="1"/>
            </p:cNvSpPr>
            <p:nvPr/>
          </p:nvSpPr>
          <p:spPr bwMode="auto">
            <a:xfrm rot="1792560">
              <a:off x="9907587" y="4546564"/>
              <a:ext cx="38100" cy="158750"/>
            </a:xfrm>
            <a:prstGeom prst="ellipse">
              <a:avLst/>
            </a:prstGeom>
            <a:gradFill rotWithShape="1">
              <a:gsLst>
                <a:gs pos="0">
                  <a:srgbClr val="FFFFFF"/>
                </a:gs>
                <a:gs pos="50000">
                  <a:srgbClr val="B2B2B2"/>
                </a:gs>
                <a:gs pos="100000">
                  <a:srgbClr val="FFFFFF"/>
                </a:gs>
              </a:gsLst>
              <a:lin ang="5400000" scaled="1"/>
            </a:gradFill>
            <a:ln w="9525">
              <a:solidFill>
                <a:srgbClr val="000000"/>
              </a:solid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5" name="Rectangle 508">
              <a:extLst>
                <a:ext uri="{FF2B5EF4-FFF2-40B4-BE49-F238E27FC236}">
                  <a16:creationId xmlns:a16="http://schemas.microsoft.com/office/drawing/2014/main" id="{0C717AD0-EA8E-2246-B4E3-6A0F4C1E9FA2}"/>
                </a:ext>
              </a:extLst>
            </p:cNvPr>
            <p:cNvSpPr>
              <a:spLocks noChangeArrowheads="1"/>
            </p:cNvSpPr>
            <p:nvPr/>
          </p:nvSpPr>
          <p:spPr bwMode="auto">
            <a:xfrm rot="1792560">
              <a:off x="9240837" y="4341777"/>
              <a:ext cx="731838" cy="158750"/>
            </a:xfrm>
            <a:prstGeom prst="rect">
              <a:avLst/>
            </a:prstGeom>
            <a:gradFill rotWithShape="1">
              <a:gsLst>
                <a:gs pos="0">
                  <a:srgbClr val="FFFFFF"/>
                </a:gs>
                <a:gs pos="50000">
                  <a:srgbClr val="B2B2B2"/>
                </a:gs>
                <a:gs pos="100000">
                  <a:srgbClr val="FFFFFF"/>
                </a:gs>
              </a:gsLst>
              <a:lin ang="5400000" scaled="1"/>
            </a:gradFill>
            <a:ln w="9525">
              <a:solidFill>
                <a:srgbClr val="000000"/>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6" name="Oval 509">
              <a:extLst>
                <a:ext uri="{FF2B5EF4-FFF2-40B4-BE49-F238E27FC236}">
                  <a16:creationId xmlns:a16="http://schemas.microsoft.com/office/drawing/2014/main" id="{EE3B1AF8-64A0-EC47-B91B-48B11E36D825}"/>
                </a:ext>
              </a:extLst>
            </p:cNvPr>
            <p:cNvSpPr>
              <a:spLocks noChangeArrowheads="1"/>
            </p:cNvSpPr>
            <p:nvPr/>
          </p:nvSpPr>
          <p:spPr bwMode="auto">
            <a:xfrm rot="1792560">
              <a:off x="9275762" y="4141752"/>
              <a:ext cx="38100" cy="158750"/>
            </a:xfrm>
            <a:prstGeom prst="ellipse">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37" name="Rectangle 510">
              <a:extLst>
                <a:ext uri="{FF2B5EF4-FFF2-40B4-BE49-F238E27FC236}">
                  <a16:creationId xmlns:a16="http://schemas.microsoft.com/office/drawing/2014/main" id="{860AFC74-9568-6A49-803C-0B2D793022B7}"/>
                </a:ext>
              </a:extLst>
            </p:cNvPr>
            <p:cNvSpPr>
              <a:spLocks noChangeArrowheads="1"/>
            </p:cNvSpPr>
            <p:nvPr/>
          </p:nvSpPr>
          <p:spPr bwMode="auto">
            <a:xfrm rot="1792560">
              <a:off x="9902825" y="4543389"/>
              <a:ext cx="25400" cy="152400"/>
            </a:xfrm>
            <a:prstGeom prst="rect">
              <a:avLst/>
            </a:prstGeom>
            <a:gradFill rotWithShape="1">
              <a:gsLst>
                <a:gs pos="0">
                  <a:srgbClr val="FFFFFF"/>
                </a:gs>
                <a:gs pos="50000">
                  <a:srgbClr val="B2B2B2"/>
                </a:gs>
                <a:gs pos="100000">
                  <a:srgbClr val="FFFFFF"/>
                </a:gs>
              </a:gsLst>
              <a:lin ang="5400000" scaled="1"/>
            </a:gradFill>
            <a:ln w="9525">
              <a:no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sp>
          <p:nvSpPr>
            <p:cNvPr id="638" name="Line 511">
              <a:extLst>
                <a:ext uri="{FF2B5EF4-FFF2-40B4-BE49-F238E27FC236}">
                  <a16:creationId xmlns:a16="http://schemas.microsoft.com/office/drawing/2014/main" id="{2B4EDB9F-73F1-C34D-96D9-5CDCB88B2124}"/>
                </a:ext>
              </a:extLst>
            </p:cNvPr>
            <p:cNvSpPr>
              <a:spLocks noChangeShapeType="1"/>
            </p:cNvSpPr>
            <p:nvPr/>
          </p:nvSpPr>
          <p:spPr bwMode="auto">
            <a:xfrm rot="1792560">
              <a:off x="9102725" y="4441789"/>
              <a:ext cx="1062037" cy="127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39" name="Text Box 513">
              <a:extLst>
                <a:ext uri="{FF2B5EF4-FFF2-40B4-BE49-F238E27FC236}">
                  <a16:creationId xmlns:a16="http://schemas.microsoft.com/office/drawing/2014/main" id="{4778714E-EE95-9947-8879-8B2FE318CB66}"/>
                </a:ext>
              </a:extLst>
            </p:cNvPr>
            <p:cNvSpPr txBox="1">
              <a:spLocks noChangeArrowheads="1"/>
            </p:cNvSpPr>
            <p:nvPr/>
          </p:nvSpPr>
          <p:spPr bwMode="auto">
            <a:xfrm>
              <a:off x="7575550" y="1849402"/>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0" name="Text Box 514">
              <a:extLst>
                <a:ext uri="{FF2B5EF4-FFF2-40B4-BE49-F238E27FC236}">
                  <a16:creationId xmlns:a16="http://schemas.microsoft.com/office/drawing/2014/main" id="{60849EC9-A207-4C41-AD9D-A92DEE98BF4C}"/>
                </a:ext>
              </a:extLst>
            </p:cNvPr>
            <p:cNvSpPr txBox="1">
              <a:spLocks noChangeArrowheads="1"/>
            </p:cNvSpPr>
            <p:nvPr/>
          </p:nvSpPr>
          <p:spPr bwMode="auto">
            <a:xfrm>
              <a:off x="9402762" y="2357402"/>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s</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1" name="Freeform 515">
              <a:extLst>
                <a:ext uri="{FF2B5EF4-FFF2-40B4-BE49-F238E27FC236}">
                  <a16:creationId xmlns:a16="http://schemas.microsoft.com/office/drawing/2014/main" id="{F6112B49-DFF7-4442-8AE0-8CF8CFAA614D}"/>
                </a:ext>
              </a:extLst>
            </p:cNvPr>
            <p:cNvSpPr>
              <a:spLocks/>
            </p:cNvSpPr>
            <p:nvPr/>
          </p:nvSpPr>
          <p:spPr bwMode="auto">
            <a:xfrm>
              <a:off x="7569200" y="2717764"/>
              <a:ext cx="800100" cy="1381125"/>
            </a:xfrm>
            <a:custGeom>
              <a:avLst/>
              <a:gdLst>
                <a:gd name="T0" fmla="*/ 0 w 504"/>
                <a:gd name="T1" fmla="*/ 0 h 870"/>
                <a:gd name="T2" fmla="*/ 2147483647 w 504"/>
                <a:gd name="T3" fmla="*/ 2147483647 h 870"/>
                <a:gd name="T4" fmla="*/ 2147483647 w 504"/>
                <a:gd name="T5" fmla="*/ 2147483647 h 870"/>
                <a:gd name="T6" fmla="*/ 2147483647 w 504"/>
                <a:gd name="T7" fmla="*/ 2147483647 h 870"/>
                <a:gd name="T8" fmla="*/ 2147483647 w 504"/>
                <a:gd name="T9" fmla="*/ 2147483647 h 870"/>
                <a:gd name="T10" fmla="*/ 2147483647 w 504"/>
                <a:gd name="T11" fmla="*/ 2147483647 h 870"/>
                <a:gd name="T12" fmla="*/ 2147483647 w 504"/>
                <a:gd name="T13" fmla="*/ 2147483647 h 870"/>
                <a:gd name="T14" fmla="*/ 2147483647 w 504"/>
                <a:gd name="T15" fmla="*/ 2147483647 h 870"/>
                <a:gd name="T16" fmla="*/ 2147483647 w 504"/>
                <a:gd name="T17" fmla="*/ 2147483647 h 870"/>
                <a:gd name="T18" fmla="*/ 2147483647 w 504"/>
                <a:gd name="T19" fmla="*/ 2147483647 h 8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4"/>
                <a:gd name="T31" fmla="*/ 0 h 870"/>
                <a:gd name="T32" fmla="*/ 504 w 504"/>
                <a:gd name="T33" fmla="*/ 870 h 8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4" h="870">
                  <a:moveTo>
                    <a:pt x="0" y="0"/>
                  </a:moveTo>
                  <a:cubicBezTo>
                    <a:pt x="21" y="11"/>
                    <a:pt x="79" y="44"/>
                    <a:pt x="129" y="63"/>
                  </a:cubicBezTo>
                  <a:cubicBezTo>
                    <a:pt x="179" y="82"/>
                    <a:pt x="255" y="102"/>
                    <a:pt x="299" y="112"/>
                  </a:cubicBezTo>
                  <a:cubicBezTo>
                    <a:pt x="343" y="122"/>
                    <a:pt x="362" y="116"/>
                    <a:pt x="392" y="121"/>
                  </a:cubicBezTo>
                  <a:cubicBezTo>
                    <a:pt x="417" y="124"/>
                    <a:pt x="469" y="100"/>
                    <a:pt x="479" y="145"/>
                  </a:cubicBezTo>
                  <a:cubicBezTo>
                    <a:pt x="490" y="191"/>
                    <a:pt x="504" y="700"/>
                    <a:pt x="490" y="772"/>
                  </a:cubicBezTo>
                  <a:cubicBezTo>
                    <a:pt x="477" y="845"/>
                    <a:pt x="447" y="842"/>
                    <a:pt x="406" y="839"/>
                  </a:cubicBezTo>
                  <a:cubicBezTo>
                    <a:pt x="365" y="836"/>
                    <a:pt x="323" y="835"/>
                    <a:pt x="286" y="833"/>
                  </a:cubicBezTo>
                  <a:cubicBezTo>
                    <a:pt x="250" y="831"/>
                    <a:pt x="226" y="822"/>
                    <a:pt x="192" y="828"/>
                  </a:cubicBezTo>
                  <a:cubicBezTo>
                    <a:pt x="158" y="834"/>
                    <a:pt x="107" y="861"/>
                    <a:pt x="84" y="870"/>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2" name="Text Box 516">
              <a:extLst>
                <a:ext uri="{FF2B5EF4-FFF2-40B4-BE49-F238E27FC236}">
                  <a16:creationId xmlns:a16="http://schemas.microsoft.com/office/drawing/2014/main" id="{EFC98C88-858D-E34E-9C48-139358543E42}"/>
                </a:ext>
              </a:extLst>
            </p:cNvPr>
            <p:cNvSpPr txBox="1">
              <a:spLocks noChangeArrowheads="1"/>
            </p:cNvSpPr>
            <p:nvPr/>
          </p:nvSpPr>
          <p:spPr bwMode="auto">
            <a:xfrm>
              <a:off x="6583362" y="3833062"/>
              <a:ext cx="6746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3" name="Freeform 517">
              <a:extLst>
                <a:ext uri="{FF2B5EF4-FFF2-40B4-BE49-F238E27FC236}">
                  <a16:creationId xmlns:a16="http://schemas.microsoft.com/office/drawing/2014/main" id="{3FAF4BE0-D787-B34B-BA37-0770AC8BF2E1}"/>
                </a:ext>
              </a:extLst>
            </p:cNvPr>
            <p:cNvSpPr>
              <a:spLocks/>
            </p:cNvSpPr>
            <p:nvPr/>
          </p:nvSpPr>
          <p:spPr bwMode="auto">
            <a:xfrm>
              <a:off x="8032750" y="2695539"/>
              <a:ext cx="431800" cy="1570038"/>
            </a:xfrm>
            <a:custGeom>
              <a:avLst/>
              <a:gdLst>
                <a:gd name="T0" fmla="*/ 0 w 272"/>
                <a:gd name="T1" fmla="*/ 0 h 989"/>
                <a:gd name="T2" fmla="*/ 2147483647 w 272"/>
                <a:gd name="T3" fmla="*/ 2147483647 h 989"/>
                <a:gd name="T4" fmla="*/ 2147483647 w 272"/>
                <a:gd name="T5" fmla="*/ 2147483647 h 989"/>
                <a:gd name="T6" fmla="*/ 2147483647 w 272"/>
                <a:gd name="T7" fmla="*/ 2147483647 h 989"/>
                <a:gd name="T8" fmla="*/ 2147483647 w 272"/>
                <a:gd name="T9" fmla="*/ 2147483647 h 989"/>
                <a:gd name="T10" fmla="*/ 2147483647 w 272"/>
                <a:gd name="T11" fmla="*/ 2147483647 h 989"/>
                <a:gd name="T12" fmla="*/ 2147483647 w 272"/>
                <a:gd name="T13" fmla="*/ 2147483647 h 989"/>
                <a:gd name="T14" fmla="*/ 0 60000 65536"/>
                <a:gd name="T15" fmla="*/ 0 60000 65536"/>
                <a:gd name="T16" fmla="*/ 0 60000 65536"/>
                <a:gd name="T17" fmla="*/ 0 60000 65536"/>
                <a:gd name="T18" fmla="*/ 0 60000 65536"/>
                <a:gd name="T19" fmla="*/ 0 60000 65536"/>
                <a:gd name="T20" fmla="*/ 0 60000 65536"/>
                <a:gd name="T21" fmla="*/ 0 w 272"/>
                <a:gd name="T22" fmla="*/ 0 h 989"/>
                <a:gd name="T23" fmla="*/ 272 w 272"/>
                <a:gd name="T24" fmla="*/ 989 h 9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2" h="989">
                  <a:moveTo>
                    <a:pt x="0" y="0"/>
                  </a:moveTo>
                  <a:cubicBezTo>
                    <a:pt x="15" y="13"/>
                    <a:pt x="49" y="56"/>
                    <a:pt x="92" y="80"/>
                  </a:cubicBezTo>
                  <a:cubicBezTo>
                    <a:pt x="231" y="84"/>
                    <a:pt x="204" y="89"/>
                    <a:pt x="257" y="147"/>
                  </a:cubicBezTo>
                  <a:cubicBezTo>
                    <a:pt x="270" y="295"/>
                    <a:pt x="272" y="652"/>
                    <a:pt x="268" y="774"/>
                  </a:cubicBezTo>
                  <a:cubicBezTo>
                    <a:pt x="268" y="895"/>
                    <a:pt x="261" y="853"/>
                    <a:pt x="257" y="875"/>
                  </a:cubicBezTo>
                  <a:cubicBezTo>
                    <a:pt x="251" y="894"/>
                    <a:pt x="257" y="889"/>
                    <a:pt x="242" y="908"/>
                  </a:cubicBezTo>
                  <a:cubicBezTo>
                    <a:pt x="227" y="927"/>
                    <a:pt x="183" y="972"/>
                    <a:pt x="167" y="989"/>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4" name="Freeform 518">
              <a:extLst>
                <a:ext uri="{FF2B5EF4-FFF2-40B4-BE49-F238E27FC236}">
                  <a16:creationId xmlns:a16="http://schemas.microsoft.com/office/drawing/2014/main" id="{9EF6A7FC-B534-4346-A5DD-041A4F1C6C62}"/>
                </a:ext>
              </a:extLst>
            </p:cNvPr>
            <p:cNvSpPr>
              <a:spLocks/>
            </p:cNvSpPr>
            <p:nvPr/>
          </p:nvSpPr>
          <p:spPr bwMode="auto">
            <a:xfrm>
              <a:off x="8616950" y="2679664"/>
              <a:ext cx="638175" cy="1538288"/>
            </a:xfrm>
            <a:custGeom>
              <a:avLst/>
              <a:gdLst>
                <a:gd name="T0" fmla="*/ 2147483647 w 402"/>
                <a:gd name="T1" fmla="*/ 0 h 969"/>
                <a:gd name="T2" fmla="*/ 2147483647 w 402"/>
                <a:gd name="T3" fmla="*/ 2147483647 h 969"/>
                <a:gd name="T4" fmla="*/ 2147483647 w 402"/>
                <a:gd name="T5" fmla="*/ 2147483647 h 969"/>
                <a:gd name="T6" fmla="*/ 2147483647 w 402"/>
                <a:gd name="T7" fmla="*/ 2147483647 h 969"/>
                <a:gd name="T8" fmla="*/ 2147483647 w 402"/>
                <a:gd name="T9" fmla="*/ 2147483647 h 969"/>
                <a:gd name="T10" fmla="*/ 2147483647 w 402"/>
                <a:gd name="T11" fmla="*/ 2147483647 h 969"/>
                <a:gd name="T12" fmla="*/ 2147483647 w 402"/>
                <a:gd name="T13" fmla="*/ 2147483647 h 969"/>
                <a:gd name="T14" fmla="*/ 2147483647 w 402"/>
                <a:gd name="T15" fmla="*/ 2147483647 h 969"/>
                <a:gd name="T16" fmla="*/ 2147483647 w 402"/>
                <a:gd name="T17" fmla="*/ 2147483647 h 9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2"/>
                <a:gd name="T28" fmla="*/ 0 h 969"/>
                <a:gd name="T29" fmla="*/ 402 w 402"/>
                <a:gd name="T30" fmla="*/ 969 h 9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2" h="969">
                  <a:moveTo>
                    <a:pt x="306" y="0"/>
                  </a:moveTo>
                  <a:cubicBezTo>
                    <a:pt x="295" y="5"/>
                    <a:pt x="262" y="24"/>
                    <a:pt x="240" y="36"/>
                  </a:cubicBezTo>
                  <a:cubicBezTo>
                    <a:pt x="218" y="48"/>
                    <a:pt x="199" y="58"/>
                    <a:pt x="174" y="72"/>
                  </a:cubicBezTo>
                  <a:cubicBezTo>
                    <a:pt x="149" y="86"/>
                    <a:pt x="115" y="101"/>
                    <a:pt x="90" y="119"/>
                  </a:cubicBezTo>
                  <a:cubicBezTo>
                    <a:pt x="64" y="136"/>
                    <a:pt x="72" y="127"/>
                    <a:pt x="25" y="178"/>
                  </a:cubicBezTo>
                  <a:cubicBezTo>
                    <a:pt x="14" y="223"/>
                    <a:pt x="0" y="732"/>
                    <a:pt x="14" y="804"/>
                  </a:cubicBezTo>
                  <a:cubicBezTo>
                    <a:pt x="27" y="877"/>
                    <a:pt x="53" y="854"/>
                    <a:pt x="98" y="871"/>
                  </a:cubicBezTo>
                  <a:cubicBezTo>
                    <a:pt x="144" y="888"/>
                    <a:pt x="209" y="884"/>
                    <a:pt x="261" y="900"/>
                  </a:cubicBezTo>
                  <a:cubicBezTo>
                    <a:pt x="312" y="916"/>
                    <a:pt x="373" y="955"/>
                    <a:pt x="402" y="969"/>
                  </a:cubicBezTo>
                </a:path>
              </a:pathLst>
            </a:custGeom>
            <a:noFill/>
            <a:ln w="381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5" name="Text Box 519">
              <a:extLst>
                <a:ext uri="{FF2B5EF4-FFF2-40B4-BE49-F238E27FC236}">
                  <a16:creationId xmlns:a16="http://schemas.microsoft.com/office/drawing/2014/main" id="{1E5107AF-4847-B347-A6D3-3304434E8FD3}"/>
                </a:ext>
              </a:extLst>
            </p:cNvPr>
            <p:cNvSpPr txBox="1">
              <a:spLocks noChangeArrowheads="1"/>
            </p:cNvSpPr>
            <p:nvPr/>
          </p:nvSpPr>
          <p:spPr bwMode="auto">
            <a:xfrm>
              <a:off x="7842250" y="4444964"/>
              <a:ext cx="6762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6" name="Text Box 520">
              <a:extLst>
                <a:ext uri="{FF2B5EF4-FFF2-40B4-BE49-F238E27FC236}">
                  <a16:creationId xmlns:a16="http://schemas.microsoft.com/office/drawing/2014/main" id="{7DD67220-8D5A-6E44-9C8F-8DC54227B25F}"/>
                </a:ext>
              </a:extLst>
            </p:cNvPr>
            <p:cNvSpPr txBox="1">
              <a:spLocks noChangeArrowheads="1"/>
            </p:cNvSpPr>
            <p:nvPr/>
          </p:nvSpPr>
          <p:spPr bwMode="auto">
            <a:xfrm>
              <a:off x="9529762" y="3932202"/>
              <a:ext cx="6746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r>
                <a:rPr kumimoji="0" lang="en-US" altLang="en-US" sz="3200" b="0" i="0" u="none" strike="noStrike" kern="1200" cap="none" spc="0" normalizeH="0" baseline="-25000" noProof="0" dirty="0">
                  <a:ln>
                    <a:noFill/>
                  </a:ln>
                  <a:solidFill>
                    <a:srgbClr val="000000"/>
                  </a:solidFill>
                  <a:effectLst/>
                  <a:uLnTx/>
                  <a:uFillTx/>
                  <a:latin typeface="Calibri" panose="020F0502020204030204"/>
                  <a:ea typeface="ＭＳ Ｐゴシック" panose="020B0600070205080204" pitchFamily="34" charset="-128"/>
                  <a:cs typeface="Arial"/>
                </a:rPr>
                <a:t>c</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47" name="Text Box 521">
              <a:extLst>
                <a:ext uri="{FF2B5EF4-FFF2-40B4-BE49-F238E27FC236}">
                  <a16:creationId xmlns:a16="http://schemas.microsoft.com/office/drawing/2014/main" id="{5252B1FF-D0A1-1D49-8AD4-E08822F2FA9A}"/>
                </a:ext>
              </a:extLst>
            </p:cNvPr>
            <p:cNvSpPr txBox="1">
              <a:spLocks noChangeArrowheads="1"/>
            </p:cNvSpPr>
            <p:nvPr/>
          </p:nvSpPr>
          <p:spPr bwMode="auto">
            <a:xfrm>
              <a:off x="8558212" y="3303552"/>
              <a:ext cx="6762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rPr>
                <a:t>R</a:t>
              </a:r>
            </a:p>
          </p:txBody>
        </p:sp>
        <p:grpSp>
          <p:nvGrpSpPr>
            <p:cNvPr id="649" name="Group 81">
              <a:extLst>
                <a:ext uri="{FF2B5EF4-FFF2-40B4-BE49-F238E27FC236}">
                  <a16:creationId xmlns:a16="http://schemas.microsoft.com/office/drawing/2014/main" id="{6FDBF652-A395-234F-BA73-32CC54B4720C}"/>
                </a:ext>
              </a:extLst>
            </p:cNvPr>
            <p:cNvGrpSpPr>
              <a:grpSpLocks/>
            </p:cNvGrpSpPr>
            <p:nvPr/>
          </p:nvGrpSpPr>
          <p:grpSpPr bwMode="auto">
            <a:xfrm>
              <a:off x="6435725" y="1730339"/>
              <a:ext cx="352425" cy="660400"/>
              <a:chOff x="4140" y="429"/>
              <a:chExt cx="1425" cy="2396"/>
            </a:xfrm>
          </p:grpSpPr>
          <p:sp>
            <p:nvSpPr>
              <p:cNvPr id="650" name="Freeform 82">
                <a:extLst>
                  <a:ext uri="{FF2B5EF4-FFF2-40B4-BE49-F238E27FC236}">
                    <a16:creationId xmlns:a16="http://schemas.microsoft.com/office/drawing/2014/main" id="{11ED42DE-3E1B-9B40-9A14-016018BA3CF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51" name="Rectangle 83">
                <a:extLst>
                  <a:ext uri="{FF2B5EF4-FFF2-40B4-BE49-F238E27FC236}">
                    <a16:creationId xmlns:a16="http://schemas.microsoft.com/office/drawing/2014/main" id="{69066424-99FF-0247-8B01-B3EC332AA481}"/>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52" name="Freeform 84">
                <a:extLst>
                  <a:ext uri="{FF2B5EF4-FFF2-40B4-BE49-F238E27FC236}">
                    <a16:creationId xmlns:a16="http://schemas.microsoft.com/office/drawing/2014/main" id="{024DB4DC-EB26-FF42-8E20-FFB6C8EFBD9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53" name="Freeform 85">
                <a:extLst>
                  <a:ext uri="{FF2B5EF4-FFF2-40B4-BE49-F238E27FC236}">
                    <a16:creationId xmlns:a16="http://schemas.microsoft.com/office/drawing/2014/main" id="{E2B0F75E-1C81-FF41-A3F5-E7ADC8B671E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54" name="Rectangle 86">
                <a:extLst>
                  <a:ext uri="{FF2B5EF4-FFF2-40B4-BE49-F238E27FC236}">
                    <a16:creationId xmlns:a16="http://schemas.microsoft.com/office/drawing/2014/main" id="{223D30BF-8699-6A44-AEB2-35D0F31FABD6}"/>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55" name="Group 87">
                <a:extLst>
                  <a:ext uri="{FF2B5EF4-FFF2-40B4-BE49-F238E27FC236}">
                    <a16:creationId xmlns:a16="http://schemas.microsoft.com/office/drawing/2014/main" id="{2B7A3D5E-6156-0044-BF32-DFE6857F6F3A}"/>
                  </a:ext>
                </a:extLst>
              </p:cNvPr>
              <p:cNvGrpSpPr>
                <a:grpSpLocks/>
              </p:cNvGrpSpPr>
              <p:nvPr/>
            </p:nvGrpSpPr>
            <p:grpSpPr bwMode="auto">
              <a:xfrm>
                <a:off x="4749" y="668"/>
                <a:ext cx="581" cy="145"/>
                <a:chOff x="614" y="2568"/>
                <a:chExt cx="725" cy="139"/>
              </a:xfrm>
            </p:grpSpPr>
            <p:sp>
              <p:nvSpPr>
                <p:cNvPr id="680" name="AutoShape 88">
                  <a:extLst>
                    <a:ext uri="{FF2B5EF4-FFF2-40B4-BE49-F238E27FC236}">
                      <a16:creationId xmlns:a16="http://schemas.microsoft.com/office/drawing/2014/main" id="{CE04A0BE-092C-E54B-91D3-87501C8CF3DD}"/>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81" name="AutoShape 89">
                  <a:extLst>
                    <a:ext uri="{FF2B5EF4-FFF2-40B4-BE49-F238E27FC236}">
                      <a16:creationId xmlns:a16="http://schemas.microsoft.com/office/drawing/2014/main" id="{F5E55A3E-082B-F842-9E07-78A2A9954295}"/>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56" name="Rectangle 90">
                <a:extLst>
                  <a:ext uri="{FF2B5EF4-FFF2-40B4-BE49-F238E27FC236}">
                    <a16:creationId xmlns:a16="http://schemas.microsoft.com/office/drawing/2014/main" id="{3335A9A0-ABC5-1A45-A4DB-4B8E3B4F0D3E}"/>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57" name="Group 91">
                <a:extLst>
                  <a:ext uri="{FF2B5EF4-FFF2-40B4-BE49-F238E27FC236}">
                    <a16:creationId xmlns:a16="http://schemas.microsoft.com/office/drawing/2014/main" id="{6C288698-9C54-614A-9160-55F71D5AEC28}"/>
                  </a:ext>
                </a:extLst>
              </p:cNvPr>
              <p:cNvGrpSpPr>
                <a:grpSpLocks/>
              </p:cNvGrpSpPr>
              <p:nvPr/>
            </p:nvGrpSpPr>
            <p:grpSpPr bwMode="auto">
              <a:xfrm>
                <a:off x="4747" y="994"/>
                <a:ext cx="581" cy="134"/>
                <a:chOff x="614" y="2568"/>
                <a:chExt cx="725" cy="139"/>
              </a:xfrm>
            </p:grpSpPr>
            <p:sp>
              <p:nvSpPr>
                <p:cNvPr id="678" name="AutoShape 92">
                  <a:extLst>
                    <a:ext uri="{FF2B5EF4-FFF2-40B4-BE49-F238E27FC236}">
                      <a16:creationId xmlns:a16="http://schemas.microsoft.com/office/drawing/2014/main" id="{6A0C18A4-1291-7E43-9345-2A91D6A4B36D}"/>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9" name="AutoShape 93">
                  <a:extLst>
                    <a:ext uri="{FF2B5EF4-FFF2-40B4-BE49-F238E27FC236}">
                      <a16:creationId xmlns:a16="http://schemas.microsoft.com/office/drawing/2014/main" id="{AC667623-4334-3148-A595-C268518DA618}"/>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58" name="Rectangle 94">
                <a:extLst>
                  <a:ext uri="{FF2B5EF4-FFF2-40B4-BE49-F238E27FC236}">
                    <a16:creationId xmlns:a16="http://schemas.microsoft.com/office/drawing/2014/main" id="{80DE7B80-C6BB-8A4D-BED5-F51D9888FD6E}"/>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59" name="Rectangle 95">
                <a:extLst>
                  <a:ext uri="{FF2B5EF4-FFF2-40B4-BE49-F238E27FC236}">
                    <a16:creationId xmlns:a16="http://schemas.microsoft.com/office/drawing/2014/main" id="{53B39C8C-A4C0-E44F-A049-598F76D03ED1}"/>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60" name="Group 96">
                <a:extLst>
                  <a:ext uri="{FF2B5EF4-FFF2-40B4-BE49-F238E27FC236}">
                    <a16:creationId xmlns:a16="http://schemas.microsoft.com/office/drawing/2014/main" id="{8FAE680F-D5F2-F141-AF0E-EFEDC93174C5}"/>
                  </a:ext>
                </a:extLst>
              </p:cNvPr>
              <p:cNvGrpSpPr>
                <a:grpSpLocks/>
              </p:cNvGrpSpPr>
              <p:nvPr/>
            </p:nvGrpSpPr>
            <p:grpSpPr bwMode="auto">
              <a:xfrm>
                <a:off x="4735" y="1627"/>
                <a:ext cx="582" cy="151"/>
                <a:chOff x="614" y="2568"/>
                <a:chExt cx="725" cy="139"/>
              </a:xfrm>
            </p:grpSpPr>
            <p:sp>
              <p:nvSpPr>
                <p:cNvPr id="676" name="AutoShape 97">
                  <a:extLst>
                    <a:ext uri="{FF2B5EF4-FFF2-40B4-BE49-F238E27FC236}">
                      <a16:creationId xmlns:a16="http://schemas.microsoft.com/office/drawing/2014/main" id="{F6E6D6FE-5487-4B45-9CD9-034725C3419B}"/>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7" name="AutoShape 98">
                  <a:extLst>
                    <a:ext uri="{FF2B5EF4-FFF2-40B4-BE49-F238E27FC236}">
                      <a16:creationId xmlns:a16="http://schemas.microsoft.com/office/drawing/2014/main" id="{17E4B9CD-9942-AB49-9DCF-EA4C278CAD0C}"/>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61" name="Freeform 99">
                <a:extLst>
                  <a:ext uri="{FF2B5EF4-FFF2-40B4-BE49-F238E27FC236}">
                    <a16:creationId xmlns:a16="http://schemas.microsoft.com/office/drawing/2014/main" id="{66DBC1AB-D3D3-D54A-97DB-61ACDA49892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62" name="Group 100">
                <a:extLst>
                  <a:ext uri="{FF2B5EF4-FFF2-40B4-BE49-F238E27FC236}">
                    <a16:creationId xmlns:a16="http://schemas.microsoft.com/office/drawing/2014/main" id="{0ACCF28A-C12F-C84F-B594-FD3A670B69E4}"/>
                  </a:ext>
                </a:extLst>
              </p:cNvPr>
              <p:cNvGrpSpPr>
                <a:grpSpLocks/>
              </p:cNvGrpSpPr>
              <p:nvPr/>
            </p:nvGrpSpPr>
            <p:grpSpPr bwMode="auto">
              <a:xfrm>
                <a:off x="4739" y="1327"/>
                <a:ext cx="582" cy="139"/>
                <a:chOff x="614" y="2568"/>
                <a:chExt cx="725" cy="139"/>
              </a:xfrm>
            </p:grpSpPr>
            <p:sp>
              <p:nvSpPr>
                <p:cNvPr id="674" name="AutoShape 101">
                  <a:extLst>
                    <a:ext uri="{FF2B5EF4-FFF2-40B4-BE49-F238E27FC236}">
                      <a16:creationId xmlns:a16="http://schemas.microsoft.com/office/drawing/2014/main" id="{279BBDF1-57E3-A241-8A44-3F0A3BA124F7}"/>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5" name="AutoShape 102">
                  <a:extLst>
                    <a:ext uri="{FF2B5EF4-FFF2-40B4-BE49-F238E27FC236}">
                      <a16:creationId xmlns:a16="http://schemas.microsoft.com/office/drawing/2014/main" id="{0D4E61D6-1AA1-2940-BBA5-24DFE246E503}"/>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63" name="Rectangle 103">
                <a:extLst>
                  <a:ext uri="{FF2B5EF4-FFF2-40B4-BE49-F238E27FC236}">
                    <a16:creationId xmlns:a16="http://schemas.microsoft.com/office/drawing/2014/main" id="{564FBD96-ADF5-5342-92F4-3395008B5746}"/>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4" name="Freeform 104">
                <a:extLst>
                  <a:ext uri="{FF2B5EF4-FFF2-40B4-BE49-F238E27FC236}">
                    <a16:creationId xmlns:a16="http://schemas.microsoft.com/office/drawing/2014/main" id="{F15B27D1-B45C-7141-AB8B-599571DEF3A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5" name="Freeform 105">
                <a:extLst>
                  <a:ext uri="{FF2B5EF4-FFF2-40B4-BE49-F238E27FC236}">
                    <a16:creationId xmlns:a16="http://schemas.microsoft.com/office/drawing/2014/main" id="{4DC70B30-DD3F-2740-89CC-C75EDB999D4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6" name="Oval 106">
                <a:extLst>
                  <a:ext uri="{FF2B5EF4-FFF2-40B4-BE49-F238E27FC236}">
                    <a16:creationId xmlns:a16="http://schemas.microsoft.com/office/drawing/2014/main" id="{A0C40071-87FF-864A-81D4-E4F739BF5378}"/>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7" name="Freeform 107">
                <a:extLst>
                  <a:ext uri="{FF2B5EF4-FFF2-40B4-BE49-F238E27FC236}">
                    <a16:creationId xmlns:a16="http://schemas.microsoft.com/office/drawing/2014/main" id="{2F33C2FE-86C4-B34F-945A-3F9BDF777E58}"/>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8" name="AutoShape 108">
                <a:extLst>
                  <a:ext uri="{FF2B5EF4-FFF2-40B4-BE49-F238E27FC236}">
                    <a16:creationId xmlns:a16="http://schemas.microsoft.com/office/drawing/2014/main" id="{A771515B-1A0A-B646-9681-C95CE2F6663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69" name="AutoShape 109">
                <a:extLst>
                  <a:ext uri="{FF2B5EF4-FFF2-40B4-BE49-F238E27FC236}">
                    <a16:creationId xmlns:a16="http://schemas.microsoft.com/office/drawing/2014/main" id="{8DE21308-0063-2D44-A69A-52DF4BDDDF36}"/>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0" name="Oval 110">
                <a:extLst>
                  <a:ext uri="{FF2B5EF4-FFF2-40B4-BE49-F238E27FC236}">
                    <a16:creationId xmlns:a16="http://schemas.microsoft.com/office/drawing/2014/main" id="{4B5FBC97-4AE7-1140-B25E-7DBB15568DA9}"/>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1" name="Oval 111">
                <a:extLst>
                  <a:ext uri="{FF2B5EF4-FFF2-40B4-BE49-F238E27FC236}">
                    <a16:creationId xmlns:a16="http://schemas.microsoft.com/office/drawing/2014/main" id="{E22768CA-2A7E-3243-8775-0A66ECEBDAE1}"/>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a:endParaRPr>
              </a:p>
            </p:txBody>
          </p:sp>
          <p:sp>
            <p:nvSpPr>
              <p:cNvPr id="672" name="Oval 112">
                <a:extLst>
                  <a:ext uri="{FF2B5EF4-FFF2-40B4-BE49-F238E27FC236}">
                    <a16:creationId xmlns:a16="http://schemas.microsoft.com/office/drawing/2014/main" id="{D28018C4-A680-2845-A99A-8AA0A8E021CE}"/>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73" name="Rectangle 113">
                <a:extLst>
                  <a:ext uri="{FF2B5EF4-FFF2-40B4-BE49-F238E27FC236}">
                    <a16:creationId xmlns:a16="http://schemas.microsoft.com/office/drawing/2014/main" id="{8FC5897C-9D21-3A46-90EF-445C7839A9DA}"/>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682" name="Group 114">
              <a:extLst>
                <a:ext uri="{FF2B5EF4-FFF2-40B4-BE49-F238E27FC236}">
                  <a16:creationId xmlns:a16="http://schemas.microsoft.com/office/drawing/2014/main" id="{B83A96A8-659A-C14A-81F1-36FF3203AFE6}"/>
                </a:ext>
              </a:extLst>
            </p:cNvPr>
            <p:cNvGrpSpPr>
              <a:grpSpLocks/>
            </p:cNvGrpSpPr>
            <p:nvPr/>
          </p:nvGrpSpPr>
          <p:grpSpPr bwMode="auto">
            <a:xfrm>
              <a:off x="7010400" y="1390614"/>
              <a:ext cx="352425" cy="660400"/>
              <a:chOff x="4140" y="429"/>
              <a:chExt cx="1425" cy="2396"/>
            </a:xfrm>
          </p:grpSpPr>
          <p:sp>
            <p:nvSpPr>
              <p:cNvPr id="683" name="Freeform 115">
                <a:extLst>
                  <a:ext uri="{FF2B5EF4-FFF2-40B4-BE49-F238E27FC236}">
                    <a16:creationId xmlns:a16="http://schemas.microsoft.com/office/drawing/2014/main" id="{51E7F745-188F-2049-8F3D-A9F1E48EAE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84" name="Rectangle 116">
                <a:extLst>
                  <a:ext uri="{FF2B5EF4-FFF2-40B4-BE49-F238E27FC236}">
                    <a16:creationId xmlns:a16="http://schemas.microsoft.com/office/drawing/2014/main" id="{3330E9B6-9A70-F341-BB07-3C7E5FBB6536}"/>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85" name="Freeform 117">
                <a:extLst>
                  <a:ext uri="{FF2B5EF4-FFF2-40B4-BE49-F238E27FC236}">
                    <a16:creationId xmlns:a16="http://schemas.microsoft.com/office/drawing/2014/main" id="{10DD9A9D-A76F-3641-9CE7-9F73150FB95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86" name="Freeform 118">
                <a:extLst>
                  <a:ext uri="{FF2B5EF4-FFF2-40B4-BE49-F238E27FC236}">
                    <a16:creationId xmlns:a16="http://schemas.microsoft.com/office/drawing/2014/main" id="{1D744195-71CA-F84A-A0EC-B41BAA550B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87" name="Rectangle 119">
                <a:extLst>
                  <a:ext uri="{FF2B5EF4-FFF2-40B4-BE49-F238E27FC236}">
                    <a16:creationId xmlns:a16="http://schemas.microsoft.com/office/drawing/2014/main" id="{08B258E9-429B-A04E-9B31-61FC9C0C9034}"/>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88" name="Group 120">
                <a:extLst>
                  <a:ext uri="{FF2B5EF4-FFF2-40B4-BE49-F238E27FC236}">
                    <a16:creationId xmlns:a16="http://schemas.microsoft.com/office/drawing/2014/main" id="{052466FA-382D-B34A-B153-D2714C4495BA}"/>
                  </a:ext>
                </a:extLst>
              </p:cNvPr>
              <p:cNvGrpSpPr>
                <a:grpSpLocks/>
              </p:cNvGrpSpPr>
              <p:nvPr/>
            </p:nvGrpSpPr>
            <p:grpSpPr bwMode="auto">
              <a:xfrm>
                <a:off x="4749" y="668"/>
                <a:ext cx="581" cy="145"/>
                <a:chOff x="614" y="2568"/>
                <a:chExt cx="725" cy="139"/>
              </a:xfrm>
            </p:grpSpPr>
            <p:sp>
              <p:nvSpPr>
                <p:cNvPr id="713" name="AutoShape 121">
                  <a:extLst>
                    <a:ext uri="{FF2B5EF4-FFF2-40B4-BE49-F238E27FC236}">
                      <a16:creationId xmlns:a16="http://schemas.microsoft.com/office/drawing/2014/main" id="{A21CDD7A-2555-5B47-9078-A436ACA9B20D}"/>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4" name="AutoShape 122">
                  <a:extLst>
                    <a:ext uri="{FF2B5EF4-FFF2-40B4-BE49-F238E27FC236}">
                      <a16:creationId xmlns:a16="http://schemas.microsoft.com/office/drawing/2014/main" id="{CBF9610B-13CA-D841-A288-8379AC7B45D4}"/>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89" name="Rectangle 123">
                <a:extLst>
                  <a:ext uri="{FF2B5EF4-FFF2-40B4-BE49-F238E27FC236}">
                    <a16:creationId xmlns:a16="http://schemas.microsoft.com/office/drawing/2014/main" id="{CBC048D4-7B3A-6F41-A02E-503359CF5C92}"/>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90" name="Group 124">
                <a:extLst>
                  <a:ext uri="{FF2B5EF4-FFF2-40B4-BE49-F238E27FC236}">
                    <a16:creationId xmlns:a16="http://schemas.microsoft.com/office/drawing/2014/main" id="{4D7B123C-FEF1-E041-894F-F31DD588C361}"/>
                  </a:ext>
                </a:extLst>
              </p:cNvPr>
              <p:cNvGrpSpPr>
                <a:grpSpLocks/>
              </p:cNvGrpSpPr>
              <p:nvPr/>
            </p:nvGrpSpPr>
            <p:grpSpPr bwMode="auto">
              <a:xfrm>
                <a:off x="4747" y="994"/>
                <a:ext cx="581" cy="134"/>
                <a:chOff x="614" y="2568"/>
                <a:chExt cx="725" cy="139"/>
              </a:xfrm>
            </p:grpSpPr>
            <p:sp>
              <p:nvSpPr>
                <p:cNvPr id="711" name="AutoShape 125">
                  <a:extLst>
                    <a:ext uri="{FF2B5EF4-FFF2-40B4-BE49-F238E27FC236}">
                      <a16:creationId xmlns:a16="http://schemas.microsoft.com/office/drawing/2014/main" id="{DAEC4BE7-B702-0848-BF3B-82C6FCF0AE7A}"/>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2" name="AutoShape 126">
                  <a:extLst>
                    <a:ext uri="{FF2B5EF4-FFF2-40B4-BE49-F238E27FC236}">
                      <a16:creationId xmlns:a16="http://schemas.microsoft.com/office/drawing/2014/main" id="{FBEAEEDC-D373-2043-9097-A4F8AEA4ED4B}"/>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91" name="Rectangle 127">
                <a:extLst>
                  <a:ext uri="{FF2B5EF4-FFF2-40B4-BE49-F238E27FC236}">
                    <a16:creationId xmlns:a16="http://schemas.microsoft.com/office/drawing/2014/main" id="{4DD8CBA3-5EC3-7B48-9BE0-6003CD8A0AA3}"/>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92" name="Rectangle 128">
                <a:extLst>
                  <a:ext uri="{FF2B5EF4-FFF2-40B4-BE49-F238E27FC236}">
                    <a16:creationId xmlns:a16="http://schemas.microsoft.com/office/drawing/2014/main" id="{BA5E53EA-3ECC-A847-B148-B8ED1636EA9D}"/>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93" name="Group 129">
                <a:extLst>
                  <a:ext uri="{FF2B5EF4-FFF2-40B4-BE49-F238E27FC236}">
                    <a16:creationId xmlns:a16="http://schemas.microsoft.com/office/drawing/2014/main" id="{C816273C-68D1-2045-8CE5-F2A266739EB5}"/>
                  </a:ext>
                </a:extLst>
              </p:cNvPr>
              <p:cNvGrpSpPr>
                <a:grpSpLocks/>
              </p:cNvGrpSpPr>
              <p:nvPr/>
            </p:nvGrpSpPr>
            <p:grpSpPr bwMode="auto">
              <a:xfrm>
                <a:off x="4735" y="1627"/>
                <a:ext cx="582" cy="151"/>
                <a:chOff x="614" y="2568"/>
                <a:chExt cx="725" cy="139"/>
              </a:xfrm>
            </p:grpSpPr>
            <p:sp>
              <p:nvSpPr>
                <p:cNvPr id="709" name="AutoShape 130">
                  <a:extLst>
                    <a:ext uri="{FF2B5EF4-FFF2-40B4-BE49-F238E27FC236}">
                      <a16:creationId xmlns:a16="http://schemas.microsoft.com/office/drawing/2014/main" id="{AE043AC3-A076-4449-9CD3-8DA37B0F0905}"/>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0" name="AutoShape 131">
                  <a:extLst>
                    <a:ext uri="{FF2B5EF4-FFF2-40B4-BE49-F238E27FC236}">
                      <a16:creationId xmlns:a16="http://schemas.microsoft.com/office/drawing/2014/main" id="{E346A75D-7CBE-8A47-B07E-5D39EAB4BEA6}"/>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94" name="Freeform 132">
                <a:extLst>
                  <a:ext uri="{FF2B5EF4-FFF2-40B4-BE49-F238E27FC236}">
                    <a16:creationId xmlns:a16="http://schemas.microsoft.com/office/drawing/2014/main" id="{F00AFCE9-BD33-D444-BA2F-95E3560637A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695" name="Group 133">
                <a:extLst>
                  <a:ext uri="{FF2B5EF4-FFF2-40B4-BE49-F238E27FC236}">
                    <a16:creationId xmlns:a16="http://schemas.microsoft.com/office/drawing/2014/main" id="{DF061EE0-DC00-D341-ACD4-2D438E4D7331}"/>
                  </a:ext>
                </a:extLst>
              </p:cNvPr>
              <p:cNvGrpSpPr>
                <a:grpSpLocks/>
              </p:cNvGrpSpPr>
              <p:nvPr/>
            </p:nvGrpSpPr>
            <p:grpSpPr bwMode="auto">
              <a:xfrm>
                <a:off x="4739" y="1327"/>
                <a:ext cx="582" cy="139"/>
                <a:chOff x="614" y="2568"/>
                <a:chExt cx="725" cy="139"/>
              </a:xfrm>
            </p:grpSpPr>
            <p:sp>
              <p:nvSpPr>
                <p:cNvPr id="707" name="AutoShape 134">
                  <a:extLst>
                    <a:ext uri="{FF2B5EF4-FFF2-40B4-BE49-F238E27FC236}">
                      <a16:creationId xmlns:a16="http://schemas.microsoft.com/office/drawing/2014/main" id="{8A5DEFF2-82FF-9C4B-B30F-DD02A99BAB51}"/>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8" name="AutoShape 135">
                  <a:extLst>
                    <a:ext uri="{FF2B5EF4-FFF2-40B4-BE49-F238E27FC236}">
                      <a16:creationId xmlns:a16="http://schemas.microsoft.com/office/drawing/2014/main" id="{9E0A6440-9A0A-834A-BE6A-CB243F8A046A}"/>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696" name="Rectangle 136">
                <a:extLst>
                  <a:ext uri="{FF2B5EF4-FFF2-40B4-BE49-F238E27FC236}">
                    <a16:creationId xmlns:a16="http://schemas.microsoft.com/office/drawing/2014/main" id="{C3E6428A-F3CA-6646-8504-7A4B80873016}"/>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97" name="Freeform 137">
                <a:extLst>
                  <a:ext uri="{FF2B5EF4-FFF2-40B4-BE49-F238E27FC236}">
                    <a16:creationId xmlns:a16="http://schemas.microsoft.com/office/drawing/2014/main" id="{36A1B92D-73B3-1E48-9DF6-56C52B1C0EF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98" name="Freeform 138">
                <a:extLst>
                  <a:ext uri="{FF2B5EF4-FFF2-40B4-BE49-F238E27FC236}">
                    <a16:creationId xmlns:a16="http://schemas.microsoft.com/office/drawing/2014/main" id="{BBCC47D2-9636-8645-A30A-A9FB9FEB704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699" name="Oval 139">
                <a:extLst>
                  <a:ext uri="{FF2B5EF4-FFF2-40B4-BE49-F238E27FC236}">
                    <a16:creationId xmlns:a16="http://schemas.microsoft.com/office/drawing/2014/main" id="{538F95FE-99F4-114C-88F1-20DC65C7D98C}"/>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0" name="Freeform 140">
                <a:extLst>
                  <a:ext uri="{FF2B5EF4-FFF2-40B4-BE49-F238E27FC236}">
                    <a16:creationId xmlns:a16="http://schemas.microsoft.com/office/drawing/2014/main" id="{3A2D7A8F-740E-E44C-8A64-6BF5A90E8E2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1" name="AutoShape 141">
                <a:extLst>
                  <a:ext uri="{FF2B5EF4-FFF2-40B4-BE49-F238E27FC236}">
                    <a16:creationId xmlns:a16="http://schemas.microsoft.com/office/drawing/2014/main" id="{E95BA8FE-A8C5-0F4B-802A-0FFE3E9344D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2" name="AutoShape 142">
                <a:extLst>
                  <a:ext uri="{FF2B5EF4-FFF2-40B4-BE49-F238E27FC236}">
                    <a16:creationId xmlns:a16="http://schemas.microsoft.com/office/drawing/2014/main" id="{05E6F7D8-B8C8-534A-8606-ED15889043B6}"/>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3" name="Oval 143">
                <a:extLst>
                  <a:ext uri="{FF2B5EF4-FFF2-40B4-BE49-F238E27FC236}">
                    <a16:creationId xmlns:a16="http://schemas.microsoft.com/office/drawing/2014/main" id="{D7668313-20A1-7840-BCF9-D2778D9E79AE}"/>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4" name="Oval 144">
                <a:extLst>
                  <a:ext uri="{FF2B5EF4-FFF2-40B4-BE49-F238E27FC236}">
                    <a16:creationId xmlns:a16="http://schemas.microsoft.com/office/drawing/2014/main" id="{3152B3AD-E2B7-A045-8DF7-86DF2FE62ACB}"/>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a:endParaRPr>
              </a:p>
            </p:txBody>
          </p:sp>
          <p:sp>
            <p:nvSpPr>
              <p:cNvPr id="705" name="Oval 145">
                <a:extLst>
                  <a:ext uri="{FF2B5EF4-FFF2-40B4-BE49-F238E27FC236}">
                    <a16:creationId xmlns:a16="http://schemas.microsoft.com/office/drawing/2014/main" id="{7A3BC98F-1F3C-794E-BD03-4960366B4C92}"/>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06" name="Rectangle 146">
                <a:extLst>
                  <a:ext uri="{FF2B5EF4-FFF2-40B4-BE49-F238E27FC236}">
                    <a16:creationId xmlns:a16="http://schemas.microsoft.com/office/drawing/2014/main" id="{FD2E8B12-7E5B-534C-992F-CC974F01D2BD}"/>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715" name="Group 147">
              <a:extLst>
                <a:ext uri="{FF2B5EF4-FFF2-40B4-BE49-F238E27FC236}">
                  <a16:creationId xmlns:a16="http://schemas.microsoft.com/office/drawing/2014/main" id="{4942FA46-AAAE-D947-BF1A-4481A3448211}"/>
                </a:ext>
              </a:extLst>
            </p:cNvPr>
            <p:cNvGrpSpPr>
              <a:grpSpLocks/>
            </p:cNvGrpSpPr>
            <p:nvPr/>
          </p:nvGrpSpPr>
          <p:grpSpPr bwMode="auto">
            <a:xfrm>
              <a:off x="9861550" y="1646202"/>
              <a:ext cx="352425" cy="660400"/>
              <a:chOff x="4140" y="429"/>
              <a:chExt cx="1425" cy="2396"/>
            </a:xfrm>
          </p:grpSpPr>
          <p:sp>
            <p:nvSpPr>
              <p:cNvPr id="716" name="Freeform 148">
                <a:extLst>
                  <a:ext uri="{FF2B5EF4-FFF2-40B4-BE49-F238E27FC236}">
                    <a16:creationId xmlns:a16="http://schemas.microsoft.com/office/drawing/2014/main" id="{CC23ABEE-8791-714B-8A1A-4F7AD8EF3BF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7" name="Rectangle 149">
                <a:extLst>
                  <a:ext uri="{FF2B5EF4-FFF2-40B4-BE49-F238E27FC236}">
                    <a16:creationId xmlns:a16="http://schemas.microsoft.com/office/drawing/2014/main" id="{2B86FF99-00DB-934B-8BA7-48C64B644A45}"/>
                  </a:ext>
                </a:extLst>
              </p:cNvPr>
              <p:cNvSpPr>
                <a:spLocks noChangeArrowheads="1"/>
              </p:cNvSpPr>
              <p:nvPr/>
            </p:nvSpPr>
            <p:spPr bwMode="auto">
              <a:xfrm>
                <a:off x="4204" y="429"/>
                <a:ext cx="1046" cy="2287"/>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8" name="Freeform 150">
                <a:extLst>
                  <a:ext uri="{FF2B5EF4-FFF2-40B4-BE49-F238E27FC236}">
                    <a16:creationId xmlns:a16="http://schemas.microsoft.com/office/drawing/2014/main" id="{956FBF0C-5170-794A-B33B-82657D57164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19" name="Freeform 151">
                <a:extLst>
                  <a:ext uri="{FF2B5EF4-FFF2-40B4-BE49-F238E27FC236}">
                    <a16:creationId xmlns:a16="http://schemas.microsoft.com/office/drawing/2014/main" id="{445CE280-0D0A-6B4F-84F6-532AE192658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20" name="Rectangle 152">
                <a:extLst>
                  <a:ext uri="{FF2B5EF4-FFF2-40B4-BE49-F238E27FC236}">
                    <a16:creationId xmlns:a16="http://schemas.microsoft.com/office/drawing/2014/main" id="{0D6EBFB3-4B17-8B4D-84D1-393E2919BF54}"/>
                  </a:ext>
                </a:extLst>
              </p:cNvPr>
              <p:cNvSpPr>
                <a:spLocks noChangeArrowheads="1"/>
              </p:cNvSpPr>
              <p:nvPr/>
            </p:nvSpPr>
            <p:spPr bwMode="auto">
              <a:xfrm>
                <a:off x="4211" y="694"/>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721" name="Group 153">
                <a:extLst>
                  <a:ext uri="{FF2B5EF4-FFF2-40B4-BE49-F238E27FC236}">
                    <a16:creationId xmlns:a16="http://schemas.microsoft.com/office/drawing/2014/main" id="{68337FBF-F76C-C544-8BA6-563723BD11B9}"/>
                  </a:ext>
                </a:extLst>
              </p:cNvPr>
              <p:cNvGrpSpPr>
                <a:grpSpLocks/>
              </p:cNvGrpSpPr>
              <p:nvPr/>
            </p:nvGrpSpPr>
            <p:grpSpPr bwMode="auto">
              <a:xfrm>
                <a:off x="4749" y="668"/>
                <a:ext cx="581" cy="145"/>
                <a:chOff x="614" y="2568"/>
                <a:chExt cx="725" cy="139"/>
              </a:xfrm>
            </p:grpSpPr>
            <p:sp>
              <p:nvSpPr>
                <p:cNvPr id="746" name="AutoShape 154">
                  <a:extLst>
                    <a:ext uri="{FF2B5EF4-FFF2-40B4-BE49-F238E27FC236}">
                      <a16:creationId xmlns:a16="http://schemas.microsoft.com/office/drawing/2014/main" id="{7983AE2B-9F40-7446-964A-C0D1EC25521C}"/>
                    </a:ext>
                  </a:extLst>
                </p:cNvPr>
                <p:cNvSpPr>
                  <a:spLocks noChangeArrowheads="1"/>
                </p:cNvSpPr>
                <p:nvPr/>
              </p:nvSpPr>
              <p:spPr bwMode="auto">
                <a:xfrm>
                  <a:off x="615" y="2560"/>
                  <a:ext cx="721" cy="14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47" name="AutoShape 155">
                  <a:extLst>
                    <a:ext uri="{FF2B5EF4-FFF2-40B4-BE49-F238E27FC236}">
                      <a16:creationId xmlns:a16="http://schemas.microsoft.com/office/drawing/2014/main" id="{ADC46602-CC63-8141-8BF1-5EC8D1824C61}"/>
                    </a:ext>
                  </a:extLst>
                </p:cNvPr>
                <p:cNvSpPr>
                  <a:spLocks noChangeArrowheads="1"/>
                </p:cNvSpPr>
                <p:nvPr/>
              </p:nvSpPr>
              <p:spPr bwMode="auto">
                <a:xfrm>
                  <a:off x="631" y="2582"/>
                  <a:ext cx="689"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722" name="Rectangle 156">
                <a:extLst>
                  <a:ext uri="{FF2B5EF4-FFF2-40B4-BE49-F238E27FC236}">
                    <a16:creationId xmlns:a16="http://schemas.microsoft.com/office/drawing/2014/main" id="{0B0E3BE7-5708-A949-85C0-8553CB933EFE}"/>
                  </a:ext>
                </a:extLst>
              </p:cNvPr>
              <p:cNvSpPr>
                <a:spLocks noChangeArrowheads="1"/>
              </p:cNvSpPr>
              <p:nvPr/>
            </p:nvSpPr>
            <p:spPr bwMode="auto">
              <a:xfrm>
                <a:off x="4223" y="1016"/>
                <a:ext cx="597" cy="52"/>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723" name="Group 157">
                <a:extLst>
                  <a:ext uri="{FF2B5EF4-FFF2-40B4-BE49-F238E27FC236}">
                    <a16:creationId xmlns:a16="http://schemas.microsoft.com/office/drawing/2014/main" id="{59EFAC4A-A3D4-9E4D-84E2-5BD8A5D33E2C}"/>
                  </a:ext>
                </a:extLst>
              </p:cNvPr>
              <p:cNvGrpSpPr>
                <a:grpSpLocks/>
              </p:cNvGrpSpPr>
              <p:nvPr/>
            </p:nvGrpSpPr>
            <p:grpSpPr bwMode="auto">
              <a:xfrm>
                <a:off x="4747" y="994"/>
                <a:ext cx="581" cy="134"/>
                <a:chOff x="614" y="2568"/>
                <a:chExt cx="725" cy="139"/>
              </a:xfrm>
            </p:grpSpPr>
            <p:sp>
              <p:nvSpPr>
                <p:cNvPr id="744" name="AutoShape 158">
                  <a:extLst>
                    <a:ext uri="{FF2B5EF4-FFF2-40B4-BE49-F238E27FC236}">
                      <a16:creationId xmlns:a16="http://schemas.microsoft.com/office/drawing/2014/main" id="{B68D7D2F-A4EC-6343-AAA2-E27A5BE91747}"/>
                    </a:ext>
                  </a:extLst>
                </p:cNvPr>
                <p:cNvSpPr>
                  <a:spLocks noChangeArrowheads="1"/>
                </p:cNvSpPr>
                <p:nvPr/>
              </p:nvSpPr>
              <p:spPr bwMode="auto">
                <a:xfrm>
                  <a:off x="617" y="2567"/>
                  <a:ext cx="721"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45" name="AutoShape 159">
                  <a:extLst>
                    <a:ext uri="{FF2B5EF4-FFF2-40B4-BE49-F238E27FC236}">
                      <a16:creationId xmlns:a16="http://schemas.microsoft.com/office/drawing/2014/main" id="{5C8BE6BD-0D6C-BE4F-A7C1-CFA5A3A723F5}"/>
                    </a:ext>
                  </a:extLst>
                </p:cNvPr>
                <p:cNvSpPr>
                  <a:spLocks noChangeArrowheads="1"/>
                </p:cNvSpPr>
                <p:nvPr/>
              </p:nvSpPr>
              <p:spPr bwMode="auto">
                <a:xfrm>
                  <a:off x="634" y="2585"/>
                  <a:ext cx="68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724" name="Rectangle 160">
                <a:extLst>
                  <a:ext uri="{FF2B5EF4-FFF2-40B4-BE49-F238E27FC236}">
                    <a16:creationId xmlns:a16="http://schemas.microsoft.com/office/drawing/2014/main" id="{584E618E-4A1F-8343-97FD-62858B78F5C6}"/>
                  </a:ext>
                </a:extLst>
              </p:cNvPr>
              <p:cNvSpPr>
                <a:spLocks noChangeArrowheads="1"/>
              </p:cNvSpPr>
              <p:nvPr/>
            </p:nvSpPr>
            <p:spPr bwMode="auto">
              <a:xfrm>
                <a:off x="4217" y="13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25" name="Rectangle 161">
                <a:extLst>
                  <a:ext uri="{FF2B5EF4-FFF2-40B4-BE49-F238E27FC236}">
                    <a16:creationId xmlns:a16="http://schemas.microsoft.com/office/drawing/2014/main" id="{12F0293A-C413-F449-BF89-9E1C83526B5A}"/>
                  </a:ext>
                </a:extLst>
              </p:cNvPr>
              <p:cNvSpPr>
                <a:spLocks noChangeArrowheads="1"/>
              </p:cNvSpPr>
              <p:nvPr/>
            </p:nvSpPr>
            <p:spPr bwMode="auto">
              <a:xfrm>
                <a:off x="4230" y="1656"/>
                <a:ext cx="597" cy="46"/>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726" name="Group 162">
                <a:extLst>
                  <a:ext uri="{FF2B5EF4-FFF2-40B4-BE49-F238E27FC236}">
                    <a16:creationId xmlns:a16="http://schemas.microsoft.com/office/drawing/2014/main" id="{1A6200EB-5E59-2B47-9B1A-EF30A5EAD25B}"/>
                  </a:ext>
                </a:extLst>
              </p:cNvPr>
              <p:cNvGrpSpPr>
                <a:grpSpLocks/>
              </p:cNvGrpSpPr>
              <p:nvPr/>
            </p:nvGrpSpPr>
            <p:grpSpPr bwMode="auto">
              <a:xfrm>
                <a:off x="4735" y="1627"/>
                <a:ext cx="582" cy="151"/>
                <a:chOff x="614" y="2568"/>
                <a:chExt cx="725" cy="139"/>
              </a:xfrm>
            </p:grpSpPr>
            <p:sp>
              <p:nvSpPr>
                <p:cNvPr id="742" name="AutoShape 163">
                  <a:extLst>
                    <a:ext uri="{FF2B5EF4-FFF2-40B4-BE49-F238E27FC236}">
                      <a16:creationId xmlns:a16="http://schemas.microsoft.com/office/drawing/2014/main" id="{B97E9310-11F5-E248-A0DF-E45AE8F9B84B}"/>
                    </a:ext>
                  </a:extLst>
                </p:cNvPr>
                <p:cNvSpPr>
                  <a:spLocks noChangeArrowheads="1"/>
                </p:cNvSpPr>
                <p:nvPr/>
              </p:nvSpPr>
              <p:spPr bwMode="auto">
                <a:xfrm>
                  <a:off x="616" y="2568"/>
                  <a:ext cx="720"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43" name="AutoShape 164">
                  <a:extLst>
                    <a:ext uri="{FF2B5EF4-FFF2-40B4-BE49-F238E27FC236}">
                      <a16:creationId xmlns:a16="http://schemas.microsoft.com/office/drawing/2014/main" id="{968E1571-41AC-434C-B887-D8EBC7A3B079}"/>
                    </a:ext>
                  </a:extLst>
                </p:cNvPr>
                <p:cNvSpPr>
                  <a:spLocks noChangeArrowheads="1"/>
                </p:cNvSpPr>
                <p:nvPr/>
              </p:nvSpPr>
              <p:spPr bwMode="auto">
                <a:xfrm>
                  <a:off x="632" y="2584"/>
                  <a:ext cx="688"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727" name="Freeform 165">
                <a:extLst>
                  <a:ext uri="{FF2B5EF4-FFF2-40B4-BE49-F238E27FC236}">
                    <a16:creationId xmlns:a16="http://schemas.microsoft.com/office/drawing/2014/main" id="{BE30363C-DD3A-B943-9269-1BAD5BA3698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nvGrpSpPr>
              <p:cNvPr id="728" name="Group 166">
                <a:extLst>
                  <a:ext uri="{FF2B5EF4-FFF2-40B4-BE49-F238E27FC236}">
                    <a16:creationId xmlns:a16="http://schemas.microsoft.com/office/drawing/2014/main" id="{38788B69-339D-7F4E-B301-8175DEA9DEDF}"/>
                  </a:ext>
                </a:extLst>
              </p:cNvPr>
              <p:cNvGrpSpPr>
                <a:grpSpLocks/>
              </p:cNvGrpSpPr>
              <p:nvPr/>
            </p:nvGrpSpPr>
            <p:grpSpPr bwMode="auto">
              <a:xfrm>
                <a:off x="4739" y="1327"/>
                <a:ext cx="582" cy="139"/>
                <a:chOff x="614" y="2568"/>
                <a:chExt cx="725" cy="139"/>
              </a:xfrm>
            </p:grpSpPr>
            <p:sp>
              <p:nvSpPr>
                <p:cNvPr id="740" name="AutoShape 167">
                  <a:extLst>
                    <a:ext uri="{FF2B5EF4-FFF2-40B4-BE49-F238E27FC236}">
                      <a16:creationId xmlns:a16="http://schemas.microsoft.com/office/drawing/2014/main" id="{97B97885-9739-1F45-B789-FBABCFF92AAE}"/>
                    </a:ext>
                  </a:extLst>
                </p:cNvPr>
                <p:cNvSpPr>
                  <a:spLocks noChangeArrowheads="1"/>
                </p:cNvSpPr>
                <p:nvPr/>
              </p:nvSpPr>
              <p:spPr bwMode="auto">
                <a:xfrm>
                  <a:off x="611" y="2569"/>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41" name="AutoShape 168">
                  <a:extLst>
                    <a:ext uri="{FF2B5EF4-FFF2-40B4-BE49-F238E27FC236}">
                      <a16:creationId xmlns:a16="http://schemas.microsoft.com/office/drawing/2014/main" id="{84771018-17F5-D14A-8D8C-59EE601BC2C9}"/>
                    </a:ext>
                  </a:extLst>
                </p:cNvPr>
                <p:cNvSpPr>
                  <a:spLocks noChangeArrowheads="1"/>
                </p:cNvSpPr>
                <p:nvPr/>
              </p:nvSpPr>
              <p:spPr bwMode="auto">
                <a:xfrm>
                  <a:off x="627" y="2586"/>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sp>
            <p:nvSpPr>
              <p:cNvPr id="729" name="Rectangle 169">
                <a:extLst>
                  <a:ext uri="{FF2B5EF4-FFF2-40B4-BE49-F238E27FC236}">
                    <a16:creationId xmlns:a16="http://schemas.microsoft.com/office/drawing/2014/main" id="{7A058DA4-516B-7D41-BD30-6364FF15C960}"/>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0" name="Freeform 170">
                <a:extLst>
                  <a:ext uri="{FF2B5EF4-FFF2-40B4-BE49-F238E27FC236}">
                    <a16:creationId xmlns:a16="http://schemas.microsoft.com/office/drawing/2014/main" id="{856E246C-1591-CA4F-8ADE-8DDDDAA7793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1" name="Freeform 171">
                <a:extLst>
                  <a:ext uri="{FF2B5EF4-FFF2-40B4-BE49-F238E27FC236}">
                    <a16:creationId xmlns:a16="http://schemas.microsoft.com/office/drawing/2014/main" id="{31F0BA80-7560-4D47-A9F7-FD31AEA4344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2" name="Oval 172">
                <a:extLst>
                  <a:ext uri="{FF2B5EF4-FFF2-40B4-BE49-F238E27FC236}">
                    <a16:creationId xmlns:a16="http://schemas.microsoft.com/office/drawing/2014/main" id="{0250F674-2E69-7A49-BD4A-7A0B63C62F3A}"/>
                  </a:ext>
                </a:extLst>
              </p:cNvPr>
              <p:cNvSpPr>
                <a:spLocks noChangeArrowheads="1"/>
              </p:cNvSpPr>
              <p:nvPr/>
            </p:nvSpPr>
            <p:spPr bwMode="auto">
              <a:xfrm>
                <a:off x="5520" y="2612"/>
                <a:ext cx="45" cy="9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3" name="Freeform 173">
                <a:extLst>
                  <a:ext uri="{FF2B5EF4-FFF2-40B4-BE49-F238E27FC236}">
                    <a16:creationId xmlns:a16="http://schemas.microsoft.com/office/drawing/2014/main" id="{D9EA6536-474B-D64B-B205-1D6C9BA825C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4" name="AutoShape 174">
                <a:extLst>
                  <a:ext uri="{FF2B5EF4-FFF2-40B4-BE49-F238E27FC236}">
                    <a16:creationId xmlns:a16="http://schemas.microsoft.com/office/drawing/2014/main" id="{E488D72C-E2D7-A24F-8921-7455381C5E4D}"/>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5" name="AutoShape 175">
                <a:extLst>
                  <a:ext uri="{FF2B5EF4-FFF2-40B4-BE49-F238E27FC236}">
                    <a16:creationId xmlns:a16="http://schemas.microsoft.com/office/drawing/2014/main" id="{912439D6-774F-1547-AA0D-047E22092538}"/>
                  </a:ext>
                </a:extLst>
              </p:cNvPr>
              <p:cNvSpPr>
                <a:spLocks noChangeArrowheads="1"/>
              </p:cNvSpPr>
              <p:nvPr/>
            </p:nvSpPr>
            <p:spPr bwMode="auto">
              <a:xfrm>
                <a:off x="4204" y="2710"/>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6" name="Oval 176">
                <a:extLst>
                  <a:ext uri="{FF2B5EF4-FFF2-40B4-BE49-F238E27FC236}">
                    <a16:creationId xmlns:a16="http://schemas.microsoft.com/office/drawing/2014/main" id="{A2D2898C-A040-C744-8B60-25B92A3EDD4A}"/>
                  </a:ext>
                </a:extLst>
              </p:cNvPr>
              <p:cNvSpPr>
                <a:spLocks noChangeArrowheads="1"/>
              </p:cNvSpPr>
              <p:nvPr/>
            </p:nvSpPr>
            <p:spPr bwMode="auto">
              <a:xfrm>
                <a:off x="4307" y="2382"/>
                <a:ext cx="160"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7" name="Oval 177">
                <a:extLst>
                  <a:ext uri="{FF2B5EF4-FFF2-40B4-BE49-F238E27FC236}">
                    <a16:creationId xmlns:a16="http://schemas.microsoft.com/office/drawing/2014/main" id="{6D69F5EA-B0E7-DA4A-8B00-86E1B289A3A5}"/>
                  </a:ext>
                </a:extLst>
              </p:cNvPr>
              <p:cNvSpPr>
                <a:spLocks noChangeArrowheads="1"/>
              </p:cNvSpPr>
              <p:nvPr/>
            </p:nvSpPr>
            <p:spPr bwMode="auto">
              <a:xfrm>
                <a:off x="4487" y="2382"/>
                <a:ext cx="160"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a:endParaRPr>
              </a:p>
            </p:txBody>
          </p:sp>
          <p:sp>
            <p:nvSpPr>
              <p:cNvPr id="738" name="Oval 178">
                <a:extLst>
                  <a:ext uri="{FF2B5EF4-FFF2-40B4-BE49-F238E27FC236}">
                    <a16:creationId xmlns:a16="http://schemas.microsoft.com/office/drawing/2014/main" id="{CB13C9A5-3005-C744-AAF5-43F081367869}"/>
                  </a:ext>
                </a:extLst>
              </p:cNvPr>
              <p:cNvSpPr>
                <a:spLocks noChangeArrowheads="1"/>
              </p:cNvSpPr>
              <p:nvPr/>
            </p:nvSpPr>
            <p:spPr bwMode="auto">
              <a:xfrm>
                <a:off x="4660" y="2382"/>
                <a:ext cx="160"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sp>
            <p:nvSpPr>
              <p:cNvPr id="739" name="Rectangle 179">
                <a:extLst>
                  <a:ext uri="{FF2B5EF4-FFF2-40B4-BE49-F238E27FC236}">
                    <a16:creationId xmlns:a16="http://schemas.microsoft.com/office/drawing/2014/main" id="{5E9EBF99-398D-4346-9CCC-C08D38A90EF0}"/>
                  </a:ext>
                </a:extLst>
              </p:cNvPr>
              <p:cNvSpPr>
                <a:spLocks noChangeArrowheads="1"/>
              </p:cNvSpPr>
              <p:nvPr/>
            </p:nvSpPr>
            <p:spPr bwMode="auto">
              <a:xfrm>
                <a:off x="5064" y="1834"/>
                <a:ext cx="83" cy="760"/>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748" name="Group 180">
              <a:extLst>
                <a:ext uri="{FF2B5EF4-FFF2-40B4-BE49-F238E27FC236}">
                  <a16:creationId xmlns:a16="http://schemas.microsoft.com/office/drawing/2014/main" id="{68A8F3DD-C4CD-1A4A-A99E-EE08AE2B9ABE}"/>
                </a:ext>
              </a:extLst>
            </p:cNvPr>
            <p:cNvGrpSpPr>
              <a:grpSpLocks/>
            </p:cNvGrpSpPr>
            <p:nvPr/>
          </p:nvGrpSpPr>
          <p:grpSpPr bwMode="auto">
            <a:xfrm flipH="1">
              <a:off x="10010775" y="4435439"/>
              <a:ext cx="803275" cy="771525"/>
              <a:chOff x="-44" y="1473"/>
              <a:chExt cx="981" cy="1105"/>
            </a:xfrm>
          </p:grpSpPr>
          <p:pic>
            <p:nvPicPr>
              <p:cNvPr id="749" name="Picture 181" descr="desktop_computer_stylized_medium">
                <a:extLst>
                  <a:ext uri="{FF2B5EF4-FFF2-40B4-BE49-F238E27FC236}">
                    <a16:creationId xmlns:a16="http://schemas.microsoft.com/office/drawing/2014/main" id="{FB1222DE-2F29-E94E-BA2E-8430BD1F41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0" name="Freeform 182">
                <a:extLst>
                  <a:ext uri="{FF2B5EF4-FFF2-40B4-BE49-F238E27FC236}">
                    <a16:creationId xmlns:a16="http://schemas.microsoft.com/office/drawing/2014/main" id="{25C576CA-310E-BF45-AEA0-47D91F2AB2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751" name="Group 183">
              <a:extLst>
                <a:ext uri="{FF2B5EF4-FFF2-40B4-BE49-F238E27FC236}">
                  <a16:creationId xmlns:a16="http://schemas.microsoft.com/office/drawing/2014/main" id="{292C5560-DFC2-574D-8C62-B6F62F2DC84B}"/>
                </a:ext>
              </a:extLst>
            </p:cNvPr>
            <p:cNvGrpSpPr>
              <a:grpSpLocks/>
            </p:cNvGrpSpPr>
            <p:nvPr/>
          </p:nvGrpSpPr>
          <p:grpSpPr bwMode="auto">
            <a:xfrm>
              <a:off x="6096000" y="4416389"/>
              <a:ext cx="803275" cy="771525"/>
              <a:chOff x="-44" y="1473"/>
              <a:chExt cx="981" cy="1105"/>
            </a:xfrm>
          </p:grpSpPr>
          <p:pic>
            <p:nvPicPr>
              <p:cNvPr id="752" name="Picture 184" descr="desktop_computer_stylized_medium">
                <a:extLst>
                  <a:ext uri="{FF2B5EF4-FFF2-40B4-BE49-F238E27FC236}">
                    <a16:creationId xmlns:a16="http://schemas.microsoft.com/office/drawing/2014/main" id="{5ADBABA6-9549-8F45-9CC6-895C1B7130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3" name="Freeform 185">
                <a:extLst>
                  <a:ext uri="{FF2B5EF4-FFF2-40B4-BE49-F238E27FC236}">
                    <a16:creationId xmlns:a16="http://schemas.microsoft.com/office/drawing/2014/main" id="{175C8E0C-2E66-F847-85BF-1DF27F6E9D5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nvGrpSpPr>
            <p:cNvPr id="754" name="Group 186">
              <a:extLst>
                <a:ext uri="{FF2B5EF4-FFF2-40B4-BE49-F238E27FC236}">
                  <a16:creationId xmlns:a16="http://schemas.microsoft.com/office/drawing/2014/main" id="{BFA50ABA-EF43-8248-BFEE-B2185F9FF4CA}"/>
                </a:ext>
              </a:extLst>
            </p:cNvPr>
            <p:cNvGrpSpPr>
              <a:grpSpLocks/>
            </p:cNvGrpSpPr>
            <p:nvPr/>
          </p:nvGrpSpPr>
          <p:grpSpPr bwMode="auto">
            <a:xfrm>
              <a:off x="6718300" y="4865652"/>
              <a:ext cx="803275" cy="771525"/>
              <a:chOff x="-44" y="1473"/>
              <a:chExt cx="981" cy="1105"/>
            </a:xfrm>
          </p:grpSpPr>
          <p:pic>
            <p:nvPicPr>
              <p:cNvPr id="755" name="Picture 187" descr="desktop_computer_stylized_medium">
                <a:extLst>
                  <a:ext uri="{FF2B5EF4-FFF2-40B4-BE49-F238E27FC236}">
                    <a16:creationId xmlns:a16="http://schemas.microsoft.com/office/drawing/2014/main" id="{F7F3CEF1-4AEE-174D-A7EB-35D5923CD4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6" name="Freeform 188">
                <a:extLst>
                  <a:ext uri="{FF2B5EF4-FFF2-40B4-BE49-F238E27FC236}">
                    <a16:creationId xmlns:a16="http://schemas.microsoft.com/office/drawing/2014/main" id="{092BEB98-510F-A54D-8396-7B8E24FE09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Arial"/>
                </a:endParaRPr>
              </a:p>
            </p:txBody>
          </p:sp>
        </p:grpSp>
      </p:grpSp>
      <p:grpSp>
        <p:nvGrpSpPr>
          <p:cNvPr id="4" name="Group 3">
            <a:extLst>
              <a:ext uri="{FF2B5EF4-FFF2-40B4-BE49-F238E27FC236}">
                <a16:creationId xmlns:a16="http://schemas.microsoft.com/office/drawing/2014/main" id="{3E66D11C-2FA6-994B-8F41-1BCDD73182B5}"/>
              </a:ext>
            </a:extLst>
          </p:cNvPr>
          <p:cNvGrpSpPr/>
          <p:nvPr/>
        </p:nvGrpSpPr>
        <p:grpSpPr>
          <a:xfrm>
            <a:off x="6423336" y="1491893"/>
            <a:ext cx="4706682" cy="4114800"/>
            <a:chOff x="877941" y="1593850"/>
            <a:chExt cx="4706682" cy="4114800"/>
          </a:xfrm>
        </p:grpSpPr>
        <p:sp>
          <p:nvSpPr>
            <p:cNvPr id="648" name="Rectangle 523">
              <a:extLst>
                <a:ext uri="{FF2B5EF4-FFF2-40B4-BE49-F238E27FC236}">
                  <a16:creationId xmlns:a16="http://schemas.microsoft.com/office/drawing/2014/main" id="{17573379-BEF3-6842-92C8-C7C11E0F12A1}"/>
                </a:ext>
              </a:extLst>
            </p:cNvPr>
            <p:cNvSpPr txBox="1">
              <a:spLocks noChangeArrowheads="1"/>
            </p:cNvSpPr>
            <p:nvPr/>
          </p:nvSpPr>
          <p:spPr bwMode="auto">
            <a:xfrm>
              <a:off x="877941" y="1593850"/>
              <a:ext cx="4522733"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0"/>
                </a:buClr>
                <a:buSzPct val="100000"/>
                <a:buFont typeface="Wingdings" pitchFamily="2" charset="2"/>
                <a:buChar char="§"/>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0"/>
                </a:buClr>
                <a:buFont typeface="Arial" panose="020B0604020202020204" pitchFamily="34"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lr>
                  <a:srgbClr val="000090"/>
                </a:buClr>
                <a:buFont typeface="Wingdings" pitchFamily="2" charset="2"/>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342900" marR="0" lvl="0" indent="-342900" algn="l" defTabSz="914400" rtl="0" eaLnBrk="1" fontAlgn="base" latinLnBrk="0" hangingPunct="1">
                <a:lnSpc>
                  <a:spcPct val="85000"/>
                </a:lnSpc>
                <a:spcBef>
                  <a:spcPct val="20000"/>
                </a:spcBef>
                <a:spcAft>
                  <a:spcPct val="0"/>
                </a:spcAft>
                <a:buClr>
                  <a:srgbClr val="000090"/>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per-connection end-end throughput: </a:t>
              </a:r>
              <a:r>
                <a:rPr kumimoji="0" lang="en-US" altLang="en-US" sz="3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min(R</a:t>
              </a:r>
              <a:r>
                <a:rPr kumimoji="0" lang="en-US" altLang="en-US" sz="3200" b="0" i="1" u="none" strike="noStrike" kern="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c</a:t>
              </a:r>
              <a:r>
                <a:rPr kumimoji="0" lang="en-US" altLang="en-US" sz="3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t>
              </a:r>
              <a:r>
                <a:rPr kumimoji="0" lang="en-US" altLang="en-US" sz="3200" b="0" i="1" u="none" strike="noStrike" kern="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a:t>
              </a:r>
              <a:r>
                <a:rPr kumimoji="0" lang="en-US" altLang="en-US" sz="3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,R/10)</a:t>
              </a:r>
            </a:p>
            <a:p>
              <a:pPr marL="342900" marR="0" lvl="0" indent="-342900" algn="l" defTabSz="914400" rtl="0" eaLnBrk="1" fontAlgn="base" latinLnBrk="0" hangingPunct="1">
                <a:lnSpc>
                  <a:spcPct val="85000"/>
                </a:lnSpc>
                <a:spcBef>
                  <a:spcPct val="20000"/>
                </a:spcBef>
                <a:spcAft>
                  <a:spcPct val="0"/>
                </a:spcAft>
                <a:buClr>
                  <a:srgbClr val="000090"/>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 practice: </a:t>
              </a:r>
              <a:r>
                <a:rPr kumimoji="0" lang="en-US" altLang="en-US" sz="3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t>
              </a:r>
              <a:r>
                <a:rPr kumimoji="0" lang="en-US" altLang="en-US" sz="3200" b="0" i="1" u="none" strike="noStrike" kern="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c</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or </a:t>
              </a:r>
              <a:r>
                <a:rPr kumimoji="0" lang="en-US" altLang="en-US" sz="3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t>
              </a:r>
              <a:r>
                <a:rPr kumimoji="0" lang="en-US" altLang="en-US" sz="3200" b="0" i="1" u="none" strike="noStrike" kern="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often bottleneck</a:t>
              </a:r>
            </a:p>
          </p:txBody>
        </p:sp>
        <p:sp>
          <p:nvSpPr>
            <p:cNvPr id="757" name="TextBox 1">
              <a:extLst>
                <a:ext uri="{FF2B5EF4-FFF2-40B4-BE49-F238E27FC236}">
                  <a16:creationId xmlns:a16="http://schemas.microsoft.com/office/drawing/2014/main" id="{DA9B1A1A-980B-A04A-99EA-7721056B3929}"/>
                </a:ext>
              </a:extLst>
            </p:cNvPr>
            <p:cNvSpPr txBox="1">
              <a:spLocks noChangeArrowheads="1"/>
            </p:cNvSpPr>
            <p:nvPr/>
          </p:nvSpPr>
          <p:spPr bwMode="auto">
            <a:xfrm>
              <a:off x="1077710" y="4985599"/>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Check out the online interactive exercises for more examples: h</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ttp://gaia.cs.umass.edu/kurose_ross/</a:t>
              </a:r>
            </a:p>
          </p:txBody>
        </p:sp>
      </p:grpSp>
      <p:sp>
        <p:nvSpPr>
          <p:cNvPr id="161" name="Slide Number Placeholder 5">
            <a:extLst>
              <a:ext uri="{FF2B5EF4-FFF2-40B4-BE49-F238E27FC236}">
                <a16:creationId xmlns:a16="http://schemas.microsoft.com/office/drawing/2014/main" id="{B3D70443-F3EE-CE47-AEBC-12DE161B9412}"/>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58</a:t>
            </a:fld>
            <a:endParaRPr lang="en-US" dirty="0"/>
          </a:p>
        </p:txBody>
      </p:sp>
    </p:spTree>
    <p:extLst>
      <p:ext uri="{BB962C8B-B14F-4D97-AF65-F5344CB8AC3E}">
        <p14:creationId xmlns:p14="http://schemas.microsoft.com/office/powerpoint/2010/main" val="4212891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59</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Security</a:t>
            </a:r>
          </a:p>
          <a:p>
            <a:pPr marL="403225" indent="-285750">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6FFC501E-6C14-2746-BB7D-C39018112FCE}"/>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0243656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Network security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520385"/>
            <a:ext cx="10342830"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indent="-287338"/>
            <a:r>
              <a:rPr lang="en-US" altLang="en-US" sz="3200" dirty="0">
                <a:solidFill>
                  <a:srgbClr val="C00000"/>
                </a:solidFill>
                <a:ea typeface="ＭＳ Ｐゴシック" panose="020B0600070205080204" pitchFamily="34" charset="-128"/>
              </a:rPr>
              <a:t>Internet not originally designed with (much) security in mind</a:t>
            </a:r>
          </a:p>
          <a:p>
            <a:pPr marL="682625" lvl="1" indent="-225425"/>
            <a:r>
              <a:rPr lang="en-US" altLang="en-US" sz="2800" i="1" dirty="0">
                <a:ea typeface="Arial" panose="020B0604020202020204" pitchFamily="34" charset="0"/>
              </a:rPr>
              <a:t>original vision:</a:t>
            </a:r>
            <a:r>
              <a:rPr lang="en-US" altLang="en-US" sz="2800" dirty="0">
                <a:ea typeface="Arial" panose="020B0604020202020204" pitchFamily="34" charset="0"/>
              </a:rPr>
              <a:t> </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a group of mutually trusting users attached to a transparent network” </a:t>
            </a:r>
            <a:r>
              <a:rPr lang="en-US" altLang="ja-JP" sz="2800" dirty="0">
                <a:ea typeface="ＭＳ Ｐゴシック" panose="020B0600070205080204" pitchFamily="34" charset="-128"/>
                <a:sym typeface="Wingdings" pitchFamily="2" charset="2"/>
              </a:rPr>
              <a:t></a:t>
            </a:r>
            <a:endParaRPr lang="en-US" altLang="ja-JP" sz="2800" dirty="0">
              <a:ea typeface="ＭＳ Ｐゴシック" panose="020B0600070205080204" pitchFamily="34" charset="-128"/>
            </a:endParaRPr>
          </a:p>
          <a:p>
            <a:pPr marL="682625" lvl="1" indent="-225425"/>
            <a:r>
              <a:rPr lang="en-US" altLang="en-US" sz="2800" dirty="0">
                <a:ea typeface="Arial" panose="020B0604020202020204" pitchFamily="34" charset="0"/>
              </a:rPr>
              <a:t>Internet protocol designers playing </a:t>
            </a:r>
            <a:r>
              <a:rPr lang="en-US" altLang="en-US" sz="2800" dirty="0">
                <a:ea typeface="ＭＳ Ｐゴシック" panose="020B0600070205080204" pitchFamily="34" charset="-128"/>
              </a:rPr>
              <a:t>“</a:t>
            </a:r>
            <a:r>
              <a:rPr lang="en-US" altLang="ja-JP" sz="2800" dirty="0">
                <a:ea typeface="ＭＳ Ｐゴシック" panose="020B0600070205080204" pitchFamily="34" charset="-128"/>
              </a:rPr>
              <a:t>catch-up”</a:t>
            </a:r>
          </a:p>
          <a:p>
            <a:pPr marL="682625" lvl="1" indent="-225425"/>
            <a:r>
              <a:rPr lang="en-US" altLang="en-US" sz="2800" dirty="0">
                <a:ea typeface="Arial" panose="020B0604020202020204" pitchFamily="34" charset="0"/>
              </a:rPr>
              <a:t>security considerations in all layers!</a:t>
            </a:r>
          </a:p>
          <a:p>
            <a:pPr marL="287338" indent="-287338"/>
            <a:r>
              <a:rPr lang="en-US" altLang="en-US" sz="3200" dirty="0">
                <a:solidFill>
                  <a:srgbClr val="C00000"/>
                </a:solidFill>
                <a:ea typeface="ＭＳ Ｐゴシック" panose="020B0600070205080204" pitchFamily="34" charset="-128"/>
              </a:rPr>
              <a:t>We now need to think about:</a:t>
            </a:r>
          </a:p>
          <a:p>
            <a:pPr marL="682625" lvl="1" indent="-225425"/>
            <a:r>
              <a:rPr lang="en-US" altLang="en-US" sz="2800" dirty="0">
                <a:ea typeface="Arial" panose="020B0604020202020204" pitchFamily="34" charset="0"/>
              </a:rPr>
              <a:t>how bad guys can attack computer networks</a:t>
            </a:r>
          </a:p>
          <a:p>
            <a:pPr marL="682625" lvl="1" indent="-225425"/>
            <a:r>
              <a:rPr lang="en-US" altLang="en-US" sz="2800" dirty="0">
                <a:ea typeface="Arial" panose="020B0604020202020204" pitchFamily="34" charset="0"/>
              </a:rPr>
              <a:t>how we can defend networks against attacks</a:t>
            </a:r>
          </a:p>
          <a:p>
            <a:pPr marL="682625" lvl="1" indent="-225425"/>
            <a:r>
              <a:rPr lang="en-US" altLang="en-US" sz="2800" dirty="0">
                <a:ea typeface="Arial" panose="020B0604020202020204" pitchFamily="34" charset="0"/>
              </a:rPr>
              <a:t>how to design architectures that are immune to attacks</a:t>
            </a:r>
          </a:p>
        </p:txBody>
      </p:sp>
      <p:sp>
        <p:nvSpPr>
          <p:cNvPr id="4" name="Slide Number Placeholder 5">
            <a:extLst>
              <a:ext uri="{FF2B5EF4-FFF2-40B4-BE49-F238E27FC236}">
                <a16:creationId xmlns:a16="http://schemas.microsoft.com/office/drawing/2014/main" id="{09B4D160-850D-7046-9248-6D0533F7085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60</a:t>
            </a:fld>
            <a:endParaRPr lang="en-US" dirty="0"/>
          </a:p>
        </p:txBody>
      </p:sp>
    </p:spTree>
    <p:extLst>
      <p:ext uri="{BB962C8B-B14F-4D97-AF65-F5344CB8AC3E}">
        <p14:creationId xmlns:p14="http://schemas.microsoft.com/office/powerpoint/2010/main" val="3628723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4" end="4"/>
                                            </p:txEl>
                                          </p:spTgt>
                                        </p:tgtEl>
                                        <p:attrNameLst>
                                          <p:attrName>style.visibility</p:attrName>
                                        </p:attrNameLst>
                                      </p:cBhvr>
                                      <p:to>
                                        <p:strVal val="visible"/>
                                      </p:to>
                                    </p:set>
                                    <p:animEffect transition="in" filter="dissolve">
                                      <p:cBhvr>
                                        <p:cTn id="7" dur="500"/>
                                        <p:tgtEl>
                                          <p:spTgt spid="17">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5" end="5"/>
                                            </p:txEl>
                                          </p:spTgt>
                                        </p:tgtEl>
                                        <p:attrNameLst>
                                          <p:attrName>style.visibility</p:attrName>
                                        </p:attrNameLst>
                                      </p:cBhvr>
                                      <p:to>
                                        <p:strVal val="visible"/>
                                      </p:to>
                                    </p:set>
                                    <p:animEffect transition="in" filter="dissolve">
                                      <p:cBhvr>
                                        <p:cTn id="10" dur="500"/>
                                        <p:tgtEl>
                                          <p:spTgt spid="17">
                                            <p:txEl>
                                              <p:pRg st="5" end="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7">
                                            <p:txEl>
                                              <p:pRg st="6" end="6"/>
                                            </p:txEl>
                                          </p:spTgt>
                                        </p:tgtEl>
                                        <p:attrNameLst>
                                          <p:attrName>style.visibility</p:attrName>
                                        </p:attrNameLst>
                                      </p:cBhvr>
                                      <p:to>
                                        <p:strVal val="visible"/>
                                      </p:to>
                                    </p:set>
                                    <p:animEffect transition="in" filter="dissolve">
                                      <p:cBhvr>
                                        <p:cTn id="15" dur="500"/>
                                        <p:tgtEl>
                                          <p:spTgt spid="17">
                                            <p:txEl>
                                              <p:pRg st="6" end="6"/>
                                            </p:txEl>
                                          </p:spTgt>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17">
                                            <p:txEl>
                                              <p:pRg st="7" end="7"/>
                                            </p:txEl>
                                          </p:spTgt>
                                        </p:tgtEl>
                                        <p:attrNameLst>
                                          <p:attrName>style.visibility</p:attrName>
                                        </p:attrNameLst>
                                      </p:cBhvr>
                                      <p:to>
                                        <p:strVal val="visible"/>
                                      </p:to>
                                    </p:set>
                                    <p:animEffect transition="in" filter="dissolve">
                                      <p:cBhvr>
                                        <p:cTn id="19" dur="500"/>
                                        <p:tgtEl>
                                          <p:spTgt spid="17">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Network security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80180" y="1520385"/>
            <a:ext cx="10342830"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Internet not originally designed with (much) security in mind</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original vision: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 group of mutually trusting users attached to a transparent network”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sym typeface="Wingdings" pitchFamily="2" charset="2"/>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Internet protocol designers playing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catch-up”</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security considerations in all layers!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We now need to think about:</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how bad guys can attack computer networks</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how we can defend networks against attacks</a:t>
            </a:r>
          </a:p>
          <a:p>
            <a:pPr marL="682625"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how to design architectures that are immune to attacks</a:t>
            </a:r>
          </a:p>
        </p:txBody>
      </p:sp>
      <p:sp>
        <p:nvSpPr>
          <p:cNvPr id="4" name="Slide Number Placeholder 5">
            <a:extLst>
              <a:ext uri="{FF2B5EF4-FFF2-40B4-BE49-F238E27FC236}">
                <a16:creationId xmlns:a16="http://schemas.microsoft.com/office/drawing/2014/main" id="{7AA05694-B336-D046-8E80-E33E16DD045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61</a:t>
            </a:fld>
            <a:endParaRPr lang="en-US" dirty="0"/>
          </a:p>
        </p:txBody>
      </p:sp>
    </p:spTree>
    <p:extLst>
      <p:ext uri="{BB962C8B-B14F-4D97-AF65-F5344CB8AC3E}">
        <p14:creationId xmlns:p14="http://schemas.microsoft.com/office/powerpoint/2010/main" val="122004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4" end="4"/>
                                            </p:txEl>
                                          </p:spTgt>
                                        </p:tgtEl>
                                        <p:attrNameLst>
                                          <p:attrName>style.visibility</p:attrName>
                                        </p:attrNameLst>
                                      </p:cBhvr>
                                      <p:to>
                                        <p:strVal val="visible"/>
                                      </p:to>
                                    </p:set>
                                    <p:animEffect transition="in" filter="dissolve">
                                      <p:cBhvr>
                                        <p:cTn id="7" dur="500"/>
                                        <p:tgtEl>
                                          <p:spTgt spid="17">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5" end="5"/>
                                            </p:txEl>
                                          </p:spTgt>
                                        </p:tgtEl>
                                        <p:attrNameLst>
                                          <p:attrName>style.visibility</p:attrName>
                                        </p:attrNameLst>
                                      </p:cBhvr>
                                      <p:to>
                                        <p:strVal val="visible"/>
                                      </p:to>
                                    </p:set>
                                    <p:animEffect transition="in" filter="dissolve">
                                      <p:cBhvr>
                                        <p:cTn id="10" dur="500"/>
                                        <p:tgtEl>
                                          <p:spTgt spid="17">
                                            <p:txEl>
                                              <p:pRg st="5" end="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7">
                                            <p:txEl>
                                              <p:pRg st="6" end="6"/>
                                            </p:txEl>
                                          </p:spTgt>
                                        </p:tgtEl>
                                        <p:attrNameLst>
                                          <p:attrName>style.visibility</p:attrName>
                                        </p:attrNameLst>
                                      </p:cBhvr>
                                      <p:to>
                                        <p:strVal val="visible"/>
                                      </p:to>
                                    </p:set>
                                    <p:animEffect transition="in" filter="dissolve">
                                      <p:cBhvr>
                                        <p:cTn id="15" dur="500"/>
                                        <p:tgtEl>
                                          <p:spTgt spid="17">
                                            <p:txEl>
                                              <p:pRg st="6" end="6"/>
                                            </p:txEl>
                                          </p:spTgt>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17">
                                            <p:txEl>
                                              <p:pRg st="7" end="7"/>
                                            </p:txEl>
                                          </p:spTgt>
                                        </p:tgtEl>
                                        <p:attrNameLst>
                                          <p:attrName>style.visibility</p:attrName>
                                        </p:attrNameLst>
                                      </p:cBhvr>
                                      <p:to>
                                        <p:strVal val="visible"/>
                                      </p:to>
                                    </p:set>
                                    <p:animEffect transition="in" filter="dissolve">
                                      <p:cBhvr>
                                        <p:cTn id="19" dur="500"/>
                                        <p:tgtEl>
                                          <p:spTgt spid="17">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a:t>
            </a:r>
            <a:r>
              <a:rPr lang="en-US" altLang="en-US" dirty="0">
                <a:ea typeface="ＭＳ Ｐゴシック" panose="020B0600070205080204" pitchFamily="34" charset="-128"/>
              </a:rPr>
              <a:t>g</a:t>
            </a:r>
            <a:r>
              <a:rPr lang="en-US" altLang="en-US" sz="4400" dirty="0">
                <a:ea typeface="ＭＳ Ｐゴシック" panose="020B0600070205080204" pitchFamily="34" charset="-128"/>
              </a:rPr>
              <a:t>uys: packet </a:t>
            </a:r>
            <a:r>
              <a:rPr lang="en-US" altLang="en-US" dirty="0">
                <a:ea typeface="ＭＳ Ｐゴシック" panose="020B0600070205080204" pitchFamily="34" charset="-128"/>
              </a:rPr>
              <a:t>i</a:t>
            </a:r>
            <a:r>
              <a:rPr lang="en-US" altLang="en-US" sz="4400" dirty="0">
                <a:ea typeface="ＭＳ Ｐゴシック" panose="020B0600070205080204" pitchFamily="34" charset="-128"/>
              </a:rPr>
              <a:t>nterception</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841312" y="1344535"/>
            <a:ext cx="10342830" cy="20844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packet “</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sniffing”:</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broadcast media (shared Ethernet, wireless)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promiscuous network interface reads/records all packets (e.g., including passwords!) passing by</a:t>
            </a:r>
          </a:p>
        </p:txBody>
      </p:sp>
      <p:grpSp>
        <p:nvGrpSpPr>
          <p:cNvPr id="5" name="Group 90">
            <a:extLst>
              <a:ext uri="{FF2B5EF4-FFF2-40B4-BE49-F238E27FC236}">
                <a16:creationId xmlns:a16="http://schemas.microsoft.com/office/drawing/2014/main" id="{4B8B6454-D739-8246-8FD0-D07116C10D15}"/>
              </a:ext>
            </a:extLst>
          </p:cNvPr>
          <p:cNvGrpSpPr>
            <a:grpSpLocks/>
          </p:cNvGrpSpPr>
          <p:nvPr/>
        </p:nvGrpSpPr>
        <p:grpSpPr bwMode="auto">
          <a:xfrm flipH="1">
            <a:off x="5864103" y="3398264"/>
            <a:ext cx="735012" cy="681037"/>
            <a:chOff x="-44" y="1473"/>
            <a:chExt cx="981" cy="1105"/>
          </a:xfrm>
        </p:grpSpPr>
        <p:pic>
          <p:nvPicPr>
            <p:cNvPr id="7" name="Picture 91" descr="desktop_computer_stylized_medium">
              <a:extLst>
                <a:ext uri="{FF2B5EF4-FFF2-40B4-BE49-F238E27FC236}">
                  <a16:creationId xmlns:a16="http://schemas.microsoft.com/office/drawing/2014/main" id="{9D5E2D1E-EE9F-104B-B66B-CCD25447B8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92">
              <a:extLst>
                <a:ext uri="{FF2B5EF4-FFF2-40B4-BE49-F238E27FC236}">
                  <a16:creationId xmlns:a16="http://schemas.microsoft.com/office/drawing/2014/main" id="{B5AF61F7-8621-F54F-BE21-3743A44AEC3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 name="Freeform 43">
            <a:extLst>
              <a:ext uri="{FF2B5EF4-FFF2-40B4-BE49-F238E27FC236}">
                <a16:creationId xmlns:a16="http://schemas.microsoft.com/office/drawing/2014/main" id="{4DB7420B-BEB3-FA46-87C6-F4E3D7CFB690}"/>
              </a:ext>
            </a:extLst>
          </p:cNvPr>
          <p:cNvSpPr>
            <a:spLocks/>
          </p:cNvSpPr>
          <p:nvPr/>
        </p:nvSpPr>
        <p:spPr bwMode="auto">
          <a:xfrm>
            <a:off x="3359028" y="4133276"/>
            <a:ext cx="4587875" cy="728663"/>
          </a:xfrm>
          <a:custGeom>
            <a:avLst/>
            <a:gdLst>
              <a:gd name="T0" fmla="*/ 2147483647 w 2620"/>
              <a:gd name="T1" fmla="*/ 0 h 459"/>
              <a:gd name="T2" fmla="*/ 0 w 2620"/>
              <a:gd name="T3" fmla="*/ 2147483647 h 459"/>
              <a:gd name="T4" fmla="*/ 2147483647 w 2620"/>
              <a:gd name="T5" fmla="*/ 2147483647 h 459"/>
              <a:gd name="T6" fmla="*/ 2147483647 w 2620"/>
              <a:gd name="T7" fmla="*/ 2147483647 h 459"/>
              <a:gd name="T8" fmla="*/ 0 60000 65536"/>
              <a:gd name="T9" fmla="*/ 0 60000 65536"/>
              <a:gd name="T10" fmla="*/ 0 60000 65536"/>
              <a:gd name="T11" fmla="*/ 0 60000 65536"/>
              <a:gd name="T12" fmla="*/ 0 w 2620"/>
              <a:gd name="T13" fmla="*/ 0 h 459"/>
              <a:gd name="T14" fmla="*/ 2620 w 2620"/>
              <a:gd name="T15" fmla="*/ 459 h 459"/>
            </a:gdLst>
            <a:ahLst/>
            <a:cxnLst>
              <a:cxn ang="T8">
                <a:pos x="T0" y="T1"/>
              </a:cxn>
              <a:cxn ang="T9">
                <a:pos x="T2" y="T3"/>
              </a:cxn>
              <a:cxn ang="T10">
                <a:pos x="T4" y="T5"/>
              </a:cxn>
              <a:cxn ang="T11">
                <a:pos x="T6" y="T7"/>
              </a:cxn>
            </a:cxnLst>
            <a:rect l="T12" t="T13" r="T14" b="T15"/>
            <a:pathLst>
              <a:path w="2620" h="459">
                <a:moveTo>
                  <a:pt x="2" y="0"/>
                </a:moveTo>
                <a:lnTo>
                  <a:pt x="0" y="253"/>
                </a:lnTo>
                <a:lnTo>
                  <a:pt x="2620" y="253"/>
                </a:lnTo>
                <a:lnTo>
                  <a:pt x="2620" y="459"/>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44">
            <a:extLst>
              <a:ext uri="{FF2B5EF4-FFF2-40B4-BE49-F238E27FC236}">
                <a16:creationId xmlns:a16="http://schemas.microsoft.com/office/drawing/2014/main" id="{F85E0A6A-88C0-A24D-8518-8ED500586FDD}"/>
              </a:ext>
            </a:extLst>
          </p:cNvPr>
          <p:cNvSpPr>
            <a:spLocks/>
          </p:cNvSpPr>
          <p:nvPr/>
        </p:nvSpPr>
        <p:spPr bwMode="auto">
          <a:xfrm>
            <a:off x="6191128" y="4003101"/>
            <a:ext cx="4762" cy="522288"/>
          </a:xfrm>
          <a:custGeom>
            <a:avLst/>
            <a:gdLst>
              <a:gd name="T0" fmla="*/ 0 w 3"/>
              <a:gd name="T1" fmla="*/ 2147483647 h 329"/>
              <a:gd name="T2" fmla="*/ 2147483647 w 3"/>
              <a:gd name="T3" fmla="*/ 0 h 329"/>
              <a:gd name="T4" fmla="*/ 0 60000 65536"/>
              <a:gd name="T5" fmla="*/ 0 60000 65536"/>
              <a:gd name="T6" fmla="*/ 0 w 3"/>
              <a:gd name="T7" fmla="*/ 0 h 329"/>
              <a:gd name="T8" fmla="*/ 3 w 3"/>
              <a:gd name="T9" fmla="*/ 329 h 329"/>
            </a:gdLst>
            <a:ahLst/>
            <a:cxnLst>
              <a:cxn ang="T4">
                <a:pos x="T0" y="T1"/>
              </a:cxn>
              <a:cxn ang="T5">
                <a:pos x="T2" y="T3"/>
              </a:cxn>
            </a:cxnLst>
            <a:rect l="T6" t="T7" r="T8" b="T9"/>
            <a:pathLst>
              <a:path w="3" h="329">
                <a:moveTo>
                  <a:pt x="0" y="329"/>
                </a:moveTo>
                <a:lnTo>
                  <a:pt x="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Line 45">
            <a:extLst>
              <a:ext uri="{FF2B5EF4-FFF2-40B4-BE49-F238E27FC236}">
                <a16:creationId xmlns:a16="http://schemas.microsoft.com/office/drawing/2014/main" id="{2ADBE0C5-B956-4149-BAB8-22ED6ADCCDCF}"/>
              </a:ext>
            </a:extLst>
          </p:cNvPr>
          <p:cNvSpPr>
            <a:spLocks noChangeShapeType="1"/>
          </p:cNvSpPr>
          <p:nvPr/>
        </p:nvSpPr>
        <p:spPr bwMode="auto">
          <a:xfrm flipV="1">
            <a:off x="4533778" y="4525389"/>
            <a:ext cx="0" cy="374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46">
            <a:extLst>
              <a:ext uri="{FF2B5EF4-FFF2-40B4-BE49-F238E27FC236}">
                <a16:creationId xmlns:a16="http://schemas.microsoft.com/office/drawing/2014/main" id="{90C68912-5E92-7540-BFA2-DF07C51EFD30}"/>
              </a:ext>
            </a:extLst>
          </p:cNvPr>
          <p:cNvSpPr>
            <a:spLocks noChangeShapeType="1"/>
          </p:cNvSpPr>
          <p:nvPr/>
        </p:nvSpPr>
        <p:spPr bwMode="auto">
          <a:xfrm flipV="1">
            <a:off x="4552828" y="5236589"/>
            <a:ext cx="0" cy="2413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47">
            <a:extLst>
              <a:ext uri="{FF2B5EF4-FFF2-40B4-BE49-F238E27FC236}">
                <a16:creationId xmlns:a16="http://schemas.microsoft.com/office/drawing/2014/main" id="{AEB79674-18BD-3B41-8E45-BBD3D9EBF39F}"/>
              </a:ext>
            </a:extLst>
          </p:cNvPr>
          <p:cNvSpPr txBox="1">
            <a:spLocks noChangeArrowheads="1"/>
          </p:cNvSpPr>
          <p:nvPr/>
        </p:nvSpPr>
        <p:spPr bwMode="auto">
          <a:xfrm>
            <a:off x="2816103" y="3422076"/>
            <a:ext cx="38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4" name="Text Box 48">
            <a:extLst>
              <a:ext uri="{FF2B5EF4-FFF2-40B4-BE49-F238E27FC236}">
                <a16:creationId xmlns:a16="http://schemas.microsoft.com/office/drawing/2014/main" id="{9F0C9BB1-EE53-294F-B9A4-6D29AB021CF3}"/>
              </a:ext>
            </a:extLst>
          </p:cNvPr>
          <p:cNvSpPr txBox="1">
            <a:spLocks noChangeArrowheads="1"/>
          </p:cNvSpPr>
          <p:nvPr/>
        </p:nvSpPr>
        <p:spPr bwMode="auto">
          <a:xfrm>
            <a:off x="8285040" y="4885751"/>
            <a:ext cx="388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5" name="Text Box 49">
            <a:extLst>
              <a:ext uri="{FF2B5EF4-FFF2-40B4-BE49-F238E27FC236}">
                <a16:creationId xmlns:a16="http://schemas.microsoft.com/office/drawing/2014/main" id="{84BD4A5A-ABEB-8E46-B54B-76C3BE0FDF12}"/>
              </a:ext>
            </a:extLst>
          </p:cNvPr>
          <p:cNvSpPr txBox="1">
            <a:spLocks noChangeArrowheads="1"/>
          </p:cNvSpPr>
          <p:nvPr/>
        </p:nvSpPr>
        <p:spPr bwMode="auto">
          <a:xfrm>
            <a:off x="6383215" y="3399851"/>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grpSp>
        <p:nvGrpSpPr>
          <p:cNvPr id="4" name="Group 3">
            <a:extLst>
              <a:ext uri="{FF2B5EF4-FFF2-40B4-BE49-F238E27FC236}">
                <a16:creationId xmlns:a16="http://schemas.microsoft.com/office/drawing/2014/main" id="{A66D72FA-76CB-8443-8D46-D1C4AD6D2B36}"/>
              </a:ext>
            </a:extLst>
          </p:cNvPr>
          <p:cNvGrpSpPr/>
          <p:nvPr/>
        </p:nvGrpSpPr>
        <p:grpSpPr>
          <a:xfrm>
            <a:off x="5156078" y="4004689"/>
            <a:ext cx="2635250" cy="984250"/>
            <a:chOff x="5156078" y="4004689"/>
            <a:chExt cx="2635250" cy="984250"/>
          </a:xfrm>
        </p:grpSpPr>
        <p:grpSp>
          <p:nvGrpSpPr>
            <p:cNvPr id="16" name="Group 50">
              <a:extLst>
                <a:ext uri="{FF2B5EF4-FFF2-40B4-BE49-F238E27FC236}">
                  <a16:creationId xmlns:a16="http://schemas.microsoft.com/office/drawing/2014/main" id="{3A21CC14-2FFD-1443-8AD6-ED95C8906A8D}"/>
                </a:ext>
              </a:extLst>
            </p:cNvPr>
            <p:cNvGrpSpPr>
              <a:grpSpLocks/>
            </p:cNvGrpSpPr>
            <p:nvPr/>
          </p:nvGrpSpPr>
          <p:grpSpPr bwMode="auto">
            <a:xfrm>
              <a:off x="5187828" y="4652389"/>
              <a:ext cx="2295525" cy="336550"/>
              <a:chOff x="2418" y="3342"/>
              <a:chExt cx="1446" cy="212"/>
            </a:xfrm>
          </p:grpSpPr>
          <p:sp>
            <p:nvSpPr>
              <p:cNvPr id="18" name="Rectangle 51">
                <a:extLst>
                  <a:ext uri="{FF2B5EF4-FFF2-40B4-BE49-F238E27FC236}">
                    <a16:creationId xmlns:a16="http://schemas.microsoft.com/office/drawing/2014/main" id="{FFA22DC9-8002-804E-BEF5-0AD6BF292378}"/>
                  </a:ext>
                </a:extLst>
              </p:cNvPr>
              <p:cNvSpPr>
                <a:spLocks noChangeArrowheads="1"/>
              </p:cNvSpPr>
              <p:nvPr/>
            </p:nvSpPr>
            <p:spPr bwMode="auto">
              <a:xfrm>
                <a:off x="2463" y="3366"/>
                <a:ext cx="1356" cy="174"/>
              </a:xfrm>
              <a:prstGeom prst="rect">
                <a:avLst/>
              </a:prstGeom>
              <a:solidFill>
                <a:srgbClr val="FFFF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 name="Line 52">
                <a:extLst>
                  <a:ext uri="{FF2B5EF4-FFF2-40B4-BE49-F238E27FC236}">
                    <a16:creationId xmlns:a16="http://schemas.microsoft.com/office/drawing/2014/main" id="{C5FFC7EF-F96B-754E-966C-1FA050A778E5}"/>
                  </a:ext>
                </a:extLst>
              </p:cNvPr>
              <p:cNvSpPr>
                <a:spLocks noChangeShapeType="1"/>
              </p:cNvSpPr>
              <p:nvPr/>
            </p:nvSpPr>
            <p:spPr bwMode="auto">
              <a:xfrm>
                <a:off x="2784" y="3372"/>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Line 53">
                <a:extLst>
                  <a:ext uri="{FF2B5EF4-FFF2-40B4-BE49-F238E27FC236}">
                    <a16:creationId xmlns:a16="http://schemas.microsoft.com/office/drawing/2014/main" id="{A20E5390-7423-1C4D-BCD6-93295C9263D9}"/>
                  </a:ext>
                </a:extLst>
              </p:cNvPr>
              <p:cNvSpPr>
                <a:spLocks noChangeShapeType="1"/>
              </p:cNvSpPr>
              <p:nvPr/>
            </p:nvSpPr>
            <p:spPr bwMode="auto">
              <a:xfrm>
                <a:off x="3186"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54">
                <a:extLst>
                  <a:ext uri="{FF2B5EF4-FFF2-40B4-BE49-F238E27FC236}">
                    <a16:creationId xmlns:a16="http://schemas.microsoft.com/office/drawing/2014/main" id="{34698107-E0D4-2D40-8BD4-A07EF85A1EA6}"/>
                  </a:ext>
                </a:extLst>
              </p:cNvPr>
              <p:cNvSpPr>
                <a:spLocks noChangeShapeType="1"/>
              </p:cNvSpPr>
              <p:nvPr/>
            </p:nvSpPr>
            <p:spPr bwMode="auto">
              <a:xfrm>
                <a:off x="3321"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55">
                <a:extLst>
                  <a:ext uri="{FF2B5EF4-FFF2-40B4-BE49-F238E27FC236}">
                    <a16:creationId xmlns:a16="http://schemas.microsoft.com/office/drawing/2014/main" id="{3034D655-D1DA-884B-85A3-B43DDCA03B60}"/>
                  </a:ext>
                </a:extLst>
              </p:cNvPr>
              <p:cNvSpPr txBox="1">
                <a:spLocks noChangeArrowheads="1"/>
              </p:cNvSpPr>
              <p:nvPr/>
            </p:nvSpPr>
            <p:spPr bwMode="auto">
              <a:xfrm>
                <a:off x="2418" y="3342"/>
                <a:ext cx="144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src:B dest:A     payload</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3" name="Freeform 56">
              <a:extLst>
                <a:ext uri="{FF2B5EF4-FFF2-40B4-BE49-F238E27FC236}">
                  <a16:creationId xmlns:a16="http://schemas.microsoft.com/office/drawing/2014/main" id="{BCF74F8F-5676-9347-82B3-E439D97B31C8}"/>
                </a:ext>
              </a:extLst>
            </p:cNvPr>
            <p:cNvSpPr>
              <a:spLocks/>
            </p:cNvSpPr>
            <p:nvPr/>
          </p:nvSpPr>
          <p:spPr bwMode="auto">
            <a:xfrm>
              <a:off x="5156078" y="4607939"/>
              <a:ext cx="2635250" cy="241300"/>
            </a:xfrm>
            <a:custGeom>
              <a:avLst/>
              <a:gdLst>
                <a:gd name="T0" fmla="*/ 2147483647 w 1660"/>
                <a:gd name="T1" fmla="*/ 2147483647 h 152"/>
                <a:gd name="T2" fmla="*/ 2147483647 w 1660"/>
                <a:gd name="T3" fmla="*/ 0 h 152"/>
                <a:gd name="T4" fmla="*/ 0 w 1660"/>
                <a:gd name="T5" fmla="*/ 2147483647 h 152"/>
                <a:gd name="T6" fmla="*/ 0 60000 65536"/>
                <a:gd name="T7" fmla="*/ 0 60000 65536"/>
                <a:gd name="T8" fmla="*/ 0 60000 65536"/>
                <a:gd name="T9" fmla="*/ 0 w 1660"/>
                <a:gd name="T10" fmla="*/ 0 h 152"/>
                <a:gd name="T11" fmla="*/ 1660 w 1660"/>
                <a:gd name="T12" fmla="*/ 152 h 152"/>
              </a:gdLst>
              <a:ahLst/>
              <a:cxnLst>
                <a:cxn ang="T6">
                  <a:pos x="T0" y="T1"/>
                </a:cxn>
                <a:cxn ang="T7">
                  <a:pos x="T2" y="T3"/>
                </a:cxn>
                <a:cxn ang="T8">
                  <a:pos x="T4" y="T5"/>
                </a:cxn>
              </a:cxnLst>
              <a:rect l="T9" t="T10" r="T11" b="T12"/>
              <a:pathLst>
                <a:path w="1660" h="152">
                  <a:moveTo>
                    <a:pt x="1660" y="152"/>
                  </a:moveTo>
                  <a:lnTo>
                    <a:pt x="1660" y="0"/>
                  </a:lnTo>
                  <a:lnTo>
                    <a:pt x="0" y="4"/>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57">
              <a:extLst>
                <a:ext uri="{FF2B5EF4-FFF2-40B4-BE49-F238E27FC236}">
                  <a16:creationId xmlns:a16="http://schemas.microsoft.com/office/drawing/2014/main" id="{218F3DFE-62E8-1C42-A997-A96153618A69}"/>
                </a:ext>
              </a:extLst>
            </p:cNvPr>
            <p:cNvSpPr>
              <a:spLocks noChangeShapeType="1"/>
            </p:cNvSpPr>
            <p:nvPr/>
          </p:nvSpPr>
          <p:spPr bwMode="auto">
            <a:xfrm flipV="1">
              <a:off x="6299078" y="4004689"/>
              <a:ext cx="0" cy="6032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 name="Picture 60">
            <a:extLst>
              <a:ext uri="{FF2B5EF4-FFF2-40B4-BE49-F238E27FC236}">
                <a16:creationId xmlns:a16="http://schemas.microsoft.com/office/drawing/2014/main" id="{6C78CF69-C5D1-1042-99DC-4222EA4DC7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91090" y="3466526"/>
            <a:ext cx="471488" cy="44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nvGrpSpPr>
          <p:cNvPr id="27" name="Group 54">
            <a:extLst>
              <a:ext uri="{FF2B5EF4-FFF2-40B4-BE49-F238E27FC236}">
                <a16:creationId xmlns:a16="http://schemas.microsoft.com/office/drawing/2014/main" id="{E8873988-DB10-FE45-8043-BCFCC564ED65}"/>
              </a:ext>
            </a:extLst>
          </p:cNvPr>
          <p:cNvGrpSpPr>
            <a:grpSpLocks/>
          </p:cNvGrpSpPr>
          <p:nvPr/>
        </p:nvGrpSpPr>
        <p:grpSpPr bwMode="auto">
          <a:xfrm>
            <a:off x="3184403" y="3460176"/>
            <a:ext cx="365125" cy="712788"/>
            <a:chOff x="4140" y="429"/>
            <a:chExt cx="1425" cy="2396"/>
          </a:xfrm>
        </p:grpSpPr>
        <p:sp>
          <p:nvSpPr>
            <p:cNvPr id="28" name="Freeform 55">
              <a:extLst>
                <a:ext uri="{FF2B5EF4-FFF2-40B4-BE49-F238E27FC236}">
                  <a16:creationId xmlns:a16="http://schemas.microsoft.com/office/drawing/2014/main" id="{7E4CC2E0-3222-BE42-A828-FF50B8CF87E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56">
              <a:extLst>
                <a:ext uri="{FF2B5EF4-FFF2-40B4-BE49-F238E27FC236}">
                  <a16:creationId xmlns:a16="http://schemas.microsoft.com/office/drawing/2014/main" id="{A3A95F5A-927B-8844-AEEA-2C83A43D854F}"/>
                </a:ext>
              </a:extLst>
            </p:cNvPr>
            <p:cNvSpPr>
              <a:spLocks noChangeArrowheads="1"/>
            </p:cNvSpPr>
            <p:nvPr/>
          </p:nvSpPr>
          <p:spPr bwMode="auto">
            <a:xfrm>
              <a:off x="4208" y="429"/>
              <a:ext cx="1047"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 name="Freeform 57">
              <a:extLst>
                <a:ext uri="{FF2B5EF4-FFF2-40B4-BE49-F238E27FC236}">
                  <a16:creationId xmlns:a16="http://schemas.microsoft.com/office/drawing/2014/main" id="{0069D4B1-B450-FA40-8C0C-BF8FC124F2B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58">
              <a:extLst>
                <a:ext uri="{FF2B5EF4-FFF2-40B4-BE49-F238E27FC236}">
                  <a16:creationId xmlns:a16="http://schemas.microsoft.com/office/drawing/2014/main" id="{614429B8-C719-8644-AE6D-47F8C907AA5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59">
              <a:extLst>
                <a:ext uri="{FF2B5EF4-FFF2-40B4-BE49-F238E27FC236}">
                  <a16:creationId xmlns:a16="http://schemas.microsoft.com/office/drawing/2014/main" id="{2DD880A9-2F05-6141-8481-7222FC289B80}"/>
                </a:ext>
              </a:extLst>
            </p:cNvPr>
            <p:cNvSpPr>
              <a:spLocks noChangeArrowheads="1"/>
            </p:cNvSpPr>
            <p:nvPr/>
          </p:nvSpPr>
          <p:spPr bwMode="auto">
            <a:xfrm>
              <a:off x="4214" y="690"/>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3" name="Group 60">
              <a:extLst>
                <a:ext uri="{FF2B5EF4-FFF2-40B4-BE49-F238E27FC236}">
                  <a16:creationId xmlns:a16="http://schemas.microsoft.com/office/drawing/2014/main" id="{719DB695-149D-A94C-90AB-A2D368B8EE68}"/>
                </a:ext>
              </a:extLst>
            </p:cNvPr>
            <p:cNvGrpSpPr>
              <a:grpSpLocks/>
            </p:cNvGrpSpPr>
            <p:nvPr/>
          </p:nvGrpSpPr>
          <p:grpSpPr bwMode="auto">
            <a:xfrm>
              <a:off x="4749" y="668"/>
              <a:ext cx="581" cy="145"/>
              <a:chOff x="614" y="2568"/>
              <a:chExt cx="725" cy="139"/>
            </a:xfrm>
          </p:grpSpPr>
          <p:sp>
            <p:nvSpPr>
              <p:cNvPr id="58" name="AutoShape 61">
                <a:extLst>
                  <a:ext uri="{FF2B5EF4-FFF2-40B4-BE49-F238E27FC236}">
                    <a16:creationId xmlns:a16="http://schemas.microsoft.com/office/drawing/2014/main" id="{7A4E2E24-3B0D-AF4F-A52C-2C357CC7EFC4}"/>
                  </a:ext>
                </a:extLst>
              </p:cNvPr>
              <p:cNvSpPr>
                <a:spLocks noChangeArrowheads="1"/>
              </p:cNvSpPr>
              <p:nvPr/>
            </p:nvSpPr>
            <p:spPr bwMode="auto">
              <a:xfrm>
                <a:off x="612"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AutoShape 62">
                <a:extLst>
                  <a:ext uri="{FF2B5EF4-FFF2-40B4-BE49-F238E27FC236}">
                    <a16:creationId xmlns:a16="http://schemas.microsoft.com/office/drawing/2014/main" id="{C6BB5F22-0BFB-674E-AB61-C51BC265F868}"/>
                  </a:ext>
                </a:extLst>
              </p:cNvPr>
              <p:cNvSpPr>
                <a:spLocks noChangeArrowheads="1"/>
              </p:cNvSpPr>
              <p:nvPr/>
            </p:nvSpPr>
            <p:spPr bwMode="auto">
              <a:xfrm>
                <a:off x="627" y="2584"/>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Rectangle 63">
              <a:extLst>
                <a:ext uri="{FF2B5EF4-FFF2-40B4-BE49-F238E27FC236}">
                  <a16:creationId xmlns:a16="http://schemas.microsoft.com/office/drawing/2014/main" id="{9C5A4256-A53F-874E-BFA1-39FC396FF929}"/>
                </a:ext>
              </a:extLst>
            </p:cNvPr>
            <p:cNvSpPr>
              <a:spLocks noChangeArrowheads="1"/>
            </p:cNvSpPr>
            <p:nvPr/>
          </p:nvSpPr>
          <p:spPr bwMode="auto">
            <a:xfrm>
              <a:off x="4227" y="1021"/>
              <a:ext cx="595" cy="43"/>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 name="Group 64">
              <a:extLst>
                <a:ext uri="{FF2B5EF4-FFF2-40B4-BE49-F238E27FC236}">
                  <a16:creationId xmlns:a16="http://schemas.microsoft.com/office/drawing/2014/main" id="{0E311E6A-3E40-F74F-B8AF-09D1E252AD39}"/>
                </a:ext>
              </a:extLst>
            </p:cNvPr>
            <p:cNvGrpSpPr>
              <a:grpSpLocks/>
            </p:cNvGrpSpPr>
            <p:nvPr/>
          </p:nvGrpSpPr>
          <p:grpSpPr bwMode="auto">
            <a:xfrm>
              <a:off x="4747" y="994"/>
              <a:ext cx="581" cy="134"/>
              <a:chOff x="614" y="2568"/>
              <a:chExt cx="725" cy="139"/>
            </a:xfrm>
          </p:grpSpPr>
          <p:sp>
            <p:nvSpPr>
              <p:cNvPr id="56" name="AutoShape 65">
                <a:extLst>
                  <a:ext uri="{FF2B5EF4-FFF2-40B4-BE49-F238E27FC236}">
                    <a16:creationId xmlns:a16="http://schemas.microsoft.com/office/drawing/2014/main" id="{1D179FF3-E8BF-8947-9AAD-E6B38311CAD5}"/>
                  </a:ext>
                </a:extLst>
              </p:cNvPr>
              <p:cNvSpPr>
                <a:spLocks noChangeArrowheads="1"/>
              </p:cNvSpPr>
              <p:nvPr/>
            </p:nvSpPr>
            <p:spPr bwMode="auto">
              <a:xfrm>
                <a:off x="614"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 name="AutoShape 66">
                <a:extLst>
                  <a:ext uri="{FF2B5EF4-FFF2-40B4-BE49-F238E27FC236}">
                    <a16:creationId xmlns:a16="http://schemas.microsoft.com/office/drawing/2014/main" id="{C3E96FCC-760E-C448-981B-346F9384B814}"/>
                  </a:ext>
                </a:extLst>
              </p:cNvPr>
              <p:cNvSpPr>
                <a:spLocks noChangeArrowheads="1"/>
              </p:cNvSpPr>
              <p:nvPr/>
            </p:nvSpPr>
            <p:spPr bwMode="auto">
              <a:xfrm>
                <a:off x="630" y="2585"/>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6" name="Rectangle 67">
              <a:extLst>
                <a:ext uri="{FF2B5EF4-FFF2-40B4-BE49-F238E27FC236}">
                  <a16:creationId xmlns:a16="http://schemas.microsoft.com/office/drawing/2014/main" id="{48149864-6DD7-D34A-BFF0-68E14067A88A}"/>
                </a:ext>
              </a:extLst>
            </p:cNvPr>
            <p:cNvSpPr>
              <a:spLocks noChangeArrowheads="1"/>
            </p:cNvSpPr>
            <p:nvPr/>
          </p:nvSpPr>
          <p:spPr bwMode="auto">
            <a:xfrm>
              <a:off x="4214" y="1358"/>
              <a:ext cx="601"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 name="Rectangle 68">
              <a:extLst>
                <a:ext uri="{FF2B5EF4-FFF2-40B4-BE49-F238E27FC236}">
                  <a16:creationId xmlns:a16="http://schemas.microsoft.com/office/drawing/2014/main" id="{05CA4BF4-1ECD-CA4F-8A7A-7B9330DA5454}"/>
                </a:ext>
              </a:extLst>
            </p:cNvPr>
            <p:cNvSpPr>
              <a:spLocks noChangeArrowheads="1"/>
            </p:cNvSpPr>
            <p:nvPr/>
          </p:nvSpPr>
          <p:spPr bwMode="auto">
            <a:xfrm>
              <a:off x="4227" y="1656"/>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 name="Group 69">
              <a:extLst>
                <a:ext uri="{FF2B5EF4-FFF2-40B4-BE49-F238E27FC236}">
                  <a16:creationId xmlns:a16="http://schemas.microsoft.com/office/drawing/2014/main" id="{F3E39B02-1298-0743-931E-B785BC775AB9}"/>
                </a:ext>
              </a:extLst>
            </p:cNvPr>
            <p:cNvGrpSpPr>
              <a:grpSpLocks/>
            </p:cNvGrpSpPr>
            <p:nvPr/>
          </p:nvGrpSpPr>
          <p:grpSpPr bwMode="auto">
            <a:xfrm>
              <a:off x="4735" y="1627"/>
              <a:ext cx="582" cy="151"/>
              <a:chOff x="614" y="2568"/>
              <a:chExt cx="725" cy="139"/>
            </a:xfrm>
          </p:grpSpPr>
          <p:sp>
            <p:nvSpPr>
              <p:cNvPr id="54" name="AutoShape 70">
                <a:extLst>
                  <a:ext uri="{FF2B5EF4-FFF2-40B4-BE49-F238E27FC236}">
                    <a16:creationId xmlns:a16="http://schemas.microsoft.com/office/drawing/2014/main" id="{F3EE4642-5A67-5747-9173-A2328DFB0CE3}"/>
                  </a:ext>
                </a:extLst>
              </p:cNvPr>
              <p:cNvSpPr>
                <a:spLocks noChangeArrowheads="1"/>
              </p:cNvSpPr>
              <p:nvPr/>
            </p:nvSpPr>
            <p:spPr bwMode="auto">
              <a:xfrm>
                <a:off x="614" y="2570"/>
                <a:ext cx="725"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5" name="AutoShape 71">
                <a:extLst>
                  <a:ext uri="{FF2B5EF4-FFF2-40B4-BE49-F238E27FC236}">
                    <a16:creationId xmlns:a16="http://schemas.microsoft.com/office/drawing/2014/main" id="{5229E8D7-0E29-214E-AA57-AFE2A59BD2B9}"/>
                  </a:ext>
                </a:extLst>
              </p:cNvPr>
              <p:cNvSpPr>
                <a:spLocks noChangeArrowheads="1"/>
              </p:cNvSpPr>
              <p:nvPr/>
            </p:nvSpPr>
            <p:spPr bwMode="auto">
              <a:xfrm>
                <a:off x="629" y="2585"/>
                <a:ext cx="69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9" name="Freeform 72">
              <a:extLst>
                <a:ext uri="{FF2B5EF4-FFF2-40B4-BE49-F238E27FC236}">
                  <a16:creationId xmlns:a16="http://schemas.microsoft.com/office/drawing/2014/main" id="{D90341F2-014E-B14A-B581-851392F933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 name="Group 73">
              <a:extLst>
                <a:ext uri="{FF2B5EF4-FFF2-40B4-BE49-F238E27FC236}">
                  <a16:creationId xmlns:a16="http://schemas.microsoft.com/office/drawing/2014/main" id="{280B6B26-F269-5C4C-8C19-DBA764C6CDAC}"/>
                </a:ext>
              </a:extLst>
            </p:cNvPr>
            <p:cNvGrpSpPr>
              <a:grpSpLocks/>
            </p:cNvGrpSpPr>
            <p:nvPr/>
          </p:nvGrpSpPr>
          <p:grpSpPr bwMode="auto">
            <a:xfrm>
              <a:off x="4739" y="1327"/>
              <a:ext cx="582" cy="139"/>
              <a:chOff x="614" y="2568"/>
              <a:chExt cx="725" cy="139"/>
            </a:xfrm>
          </p:grpSpPr>
          <p:sp>
            <p:nvSpPr>
              <p:cNvPr id="52" name="AutoShape 74">
                <a:extLst>
                  <a:ext uri="{FF2B5EF4-FFF2-40B4-BE49-F238E27FC236}">
                    <a16:creationId xmlns:a16="http://schemas.microsoft.com/office/drawing/2014/main" id="{6DB26256-77EF-F140-B0E4-C02F57D54B4F}"/>
                  </a:ext>
                </a:extLst>
              </p:cNvPr>
              <p:cNvSpPr>
                <a:spLocks noChangeArrowheads="1"/>
              </p:cNvSpPr>
              <p:nvPr/>
            </p:nvSpPr>
            <p:spPr bwMode="auto">
              <a:xfrm>
                <a:off x="616" y="256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AutoShape 75">
                <a:extLst>
                  <a:ext uri="{FF2B5EF4-FFF2-40B4-BE49-F238E27FC236}">
                    <a16:creationId xmlns:a16="http://schemas.microsoft.com/office/drawing/2014/main" id="{EFE076B6-538F-1744-AEFF-42E849FD61D4}"/>
                  </a:ext>
                </a:extLst>
              </p:cNvPr>
              <p:cNvSpPr>
                <a:spLocks noChangeArrowheads="1"/>
              </p:cNvSpPr>
              <p:nvPr/>
            </p:nvSpPr>
            <p:spPr bwMode="auto">
              <a:xfrm>
                <a:off x="632" y="2583"/>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1" name="Rectangle 76">
              <a:extLst>
                <a:ext uri="{FF2B5EF4-FFF2-40B4-BE49-F238E27FC236}">
                  <a16:creationId xmlns:a16="http://schemas.microsoft.com/office/drawing/2014/main" id="{022EA956-CFF7-F444-96E1-83E34982538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 name="Freeform 77">
              <a:extLst>
                <a:ext uri="{FF2B5EF4-FFF2-40B4-BE49-F238E27FC236}">
                  <a16:creationId xmlns:a16="http://schemas.microsoft.com/office/drawing/2014/main" id="{8B0DE4B6-8814-1E46-82AC-7B6D087A2D0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78">
              <a:extLst>
                <a:ext uri="{FF2B5EF4-FFF2-40B4-BE49-F238E27FC236}">
                  <a16:creationId xmlns:a16="http://schemas.microsoft.com/office/drawing/2014/main" id="{A9CF5A83-FC5F-8D4B-B779-B41007025F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79">
              <a:extLst>
                <a:ext uri="{FF2B5EF4-FFF2-40B4-BE49-F238E27FC236}">
                  <a16:creationId xmlns:a16="http://schemas.microsoft.com/office/drawing/2014/main" id="{FDB262EF-72BC-F740-9B4D-1FFE5D070B56}"/>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5" name="Freeform 80">
              <a:extLst>
                <a:ext uri="{FF2B5EF4-FFF2-40B4-BE49-F238E27FC236}">
                  <a16:creationId xmlns:a16="http://schemas.microsoft.com/office/drawing/2014/main" id="{20A2BDF1-5362-9947-B37C-44E590138C3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AutoShape 81">
              <a:extLst>
                <a:ext uri="{FF2B5EF4-FFF2-40B4-BE49-F238E27FC236}">
                  <a16:creationId xmlns:a16="http://schemas.microsoft.com/office/drawing/2014/main" id="{BAC73710-D3B8-8C49-97AA-648DC14CD98E}"/>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AutoShape 82">
              <a:extLst>
                <a:ext uri="{FF2B5EF4-FFF2-40B4-BE49-F238E27FC236}">
                  <a16:creationId xmlns:a16="http://schemas.microsoft.com/office/drawing/2014/main" id="{1AA6B3D5-8E2F-C340-A675-9DC59E4B0F54}"/>
                </a:ext>
              </a:extLst>
            </p:cNvPr>
            <p:cNvSpPr>
              <a:spLocks noChangeArrowheads="1"/>
            </p:cNvSpPr>
            <p:nvPr/>
          </p:nvSpPr>
          <p:spPr bwMode="auto">
            <a:xfrm>
              <a:off x="4208" y="2713"/>
              <a:ext cx="1066"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Oval 83">
              <a:extLst>
                <a:ext uri="{FF2B5EF4-FFF2-40B4-BE49-F238E27FC236}">
                  <a16:creationId xmlns:a16="http://schemas.microsoft.com/office/drawing/2014/main" id="{A39BEF0A-EE8E-7248-A007-97D328CCA256}"/>
                </a:ext>
              </a:extLst>
            </p:cNvPr>
            <p:cNvSpPr>
              <a:spLocks noChangeArrowheads="1"/>
            </p:cNvSpPr>
            <p:nvPr/>
          </p:nvSpPr>
          <p:spPr bwMode="auto">
            <a:xfrm>
              <a:off x="4307" y="2382"/>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9" name="Oval 84">
              <a:extLst>
                <a:ext uri="{FF2B5EF4-FFF2-40B4-BE49-F238E27FC236}">
                  <a16:creationId xmlns:a16="http://schemas.microsoft.com/office/drawing/2014/main" id="{27EEB08E-8DAC-7647-9E5A-B37F47E930AE}"/>
                </a:ext>
              </a:extLst>
            </p:cNvPr>
            <p:cNvSpPr>
              <a:spLocks noChangeArrowheads="1"/>
            </p:cNvSpPr>
            <p:nvPr/>
          </p:nvSpPr>
          <p:spPr bwMode="auto">
            <a:xfrm>
              <a:off x="4487" y="2382"/>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50" name="Oval 85">
              <a:extLst>
                <a:ext uri="{FF2B5EF4-FFF2-40B4-BE49-F238E27FC236}">
                  <a16:creationId xmlns:a16="http://schemas.microsoft.com/office/drawing/2014/main" id="{7165A7B4-85F9-2640-A0EE-2335D6B55D69}"/>
                </a:ext>
              </a:extLst>
            </p:cNvPr>
            <p:cNvSpPr>
              <a:spLocks noChangeArrowheads="1"/>
            </p:cNvSpPr>
            <p:nvPr/>
          </p:nvSpPr>
          <p:spPr bwMode="auto">
            <a:xfrm>
              <a:off x="4660" y="2382"/>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Rectangle 86">
              <a:extLst>
                <a:ext uri="{FF2B5EF4-FFF2-40B4-BE49-F238E27FC236}">
                  <a16:creationId xmlns:a16="http://schemas.microsoft.com/office/drawing/2014/main" id="{C2E9996D-163B-D745-A6A8-45AB41D5ED6A}"/>
                </a:ext>
              </a:extLst>
            </p:cNvPr>
            <p:cNvSpPr>
              <a:spLocks noChangeArrowheads="1"/>
            </p:cNvSpPr>
            <p:nvPr/>
          </p:nvSpPr>
          <p:spPr bwMode="auto">
            <a:xfrm>
              <a:off x="5063" y="1832"/>
              <a:ext cx="87" cy="763"/>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0" name="Group 87">
            <a:extLst>
              <a:ext uri="{FF2B5EF4-FFF2-40B4-BE49-F238E27FC236}">
                <a16:creationId xmlns:a16="http://schemas.microsoft.com/office/drawing/2014/main" id="{F67D1896-6BBC-AB41-B67F-AB3399BB37B0}"/>
              </a:ext>
            </a:extLst>
          </p:cNvPr>
          <p:cNvGrpSpPr>
            <a:grpSpLocks/>
          </p:cNvGrpSpPr>
          <p:nvPr/>
        </p:nvGrpSpPr>
        <p:grpSpPr bwMode="auto">
          <a:xfrm flipH="1">
            <a:off x="7677028" y="4777801"/>
            <a:ext cx="735012" cy="681038"/>
            <a:chOff x="-44" y="1473"/>
            <a:chExt cx="981" cy="1105"/>
          </a:xfrm>
        </p:grpSpPr>
        <p:pic>
          <p:nvPicPr>
            <p:cNvPr id="61" name="Picture 88" descr="desktop_computer_stylized_medium">
              <a:extLst>
                <a:ext uri="{FF2B5EF4-FFF2-40B4-BE49-F238E27FC236}">
                  <a16:creationId xmlns:a16="http://schemas.microsoft.com/office/drawing/2014/main" id="{12544D91-DE12-C440-AF3A-72D9066513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89">
              <a:extLst>
                <a:ext uri="{FF2B5EF4-FFF2-40B4-BE49-F238E27FC236}">
                  <a16:creationId xmlns:a16="http://schemas.microsoft.com/office/drawing/2014/main" id="{D8342731-E1B7-FF4F-B63A-2B9EF713C35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Group 2">
            <a:extLst>
              <a:ext uri="{FF2B5EF4-FFF2-40B4-BE49-F238E27FC236}">
                <a16:creationId xmlns:a16="http://schemas.microsoft.com/office/drawing/2014/main" id="{A8E7B059-0C82-604F-9216-00FE9590AFC8}"/>
              </a:ext>
            </a:extLst>
          </p:cNvPr>
          <p:cNvGrpSpPr/>
          <p:nvPr/>
        </p:nvGrpSpPr>
        <p:grpSpPr>
          <a:xfrm>
            <a:off x="1456133" y="5624388"/>
            <a:ext cx="10506683" cy="1029566"/>
            <a:chOff x="1456133" y="5624388"/>
            <a:chExt cx="10506683" cy="1029566"/>
          </a:xfrm>
        </p:grpSpPr>
        <p:sp>
          <p:nvSpPr>
            <p:cNvPr id="25" name="Rectangle 59">
              <a:extLst>
                <a:ext uri="{FF2B5EF4-FFF2-40B4-BE49-F238E27FC236}">
                  <a16:creationId xmlns:a16="http://schemas.microsoft.com/office/drawing/2014/main" id="{CA066BBC-5B2D-0340-8A5E-0AB09584C5F6}"/>
                </a:ext>
              </a:extLst>
            </p:cNvPr>
            <p:cNvSpPr>
              <a:spLocks noChangeArrowheads="1"/>
            </p:cNvSpPr>
            <p:nvPr/>
          </p:nvSpPr>
          <p:spPr bwMode="auto">
            <a:xfrm>
              <a:off x="1712057" y="5737966"/>
              <a:ext cx="10250759" cy="915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457200" marR="0" lvl="1" indent="0" algn="l" defTabSz="914400" rtl="0" eaLnBrk="1" fontAlgn="auto" latinLnBrk="0" hangingPunct="1">
                <a:lnSpc>
                  <a:spcPct val="100000"/>
                </a:lnSpc>
                <a:spcBef>
                  <a:spcPct val="20000"/>
                </a:spcBef>
                <a:spcAft>
                  <a:spcPts val="0"/>
                </a:spcAft>
                <a:buClr>
                  <a:srgbClr val="000090"/>
                </a:buClr>
                <a:buSzPct val="100000"/>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Wireshark software used for our end-of-chapter labs is a (free) packet-sniffer</a:t>
              </a:r>
            </a:p>
            <a:p>
              <a:pPr marL="742950" marR="0" lvl="1" indent="-285750" algn="l" defTabSz="914400" rtl="0" eaLnBrk="1" fontAlgn="auto" latinLnBrk="0" hangingPunct="1">
                <a:lnSpc>
                  <a:spcPct val="100000"/>
                </a:lnSpc>
                <a:spcBef>
                  <a:spcPct val="20000"/>
                </a:spcBef>
                <a:spcAft>
                  <a:spcPts val="0"/>
                </a:spcAft>
                <a:buClr>
                  <a:srgbClr val="ED7D31"/>
                </a:buClr>
                <a:buSzPct val="75000"/>
                <a:buFont typeface="Wingdings" charset="0"/>
                <a:buNone/>
                <a:tabLst/>
                <a:defRPr/>
              </a:pPr>
              <a:endParaRPr kumimoji="0" lang="en-US" sz="18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endParaRPr>
            </a:p>
          </p:txBody>
        </p:sp>
        <p:pic>
          <p:nvPicPr>
            <p:cNvPr id="8194" name="Picture 2" descr="Image result for wireshark logo">
              <a:extLst>
                <a:ext uri="{FF2B5EF4-FFF2-40B4-BE49-F238E27FC236}">
                  <a16:creationId xmlns:a16="http://schemas.microsoft.com/office/drawing/2014/main" id="{05D86E15-2863-2D4D-B25D-A42C0FE63ED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6133" y="5624388"/>
              <a:ext cx="667509" cy="66750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2" name="Group 81">
            <a:extLst>
              <a:ext uri="{FF2B5EF4-FFF2-40B4-BE49-F238E27FC236}">
                <a16:creationId xmlns:a16="http://schemas.microsoft.com/office/drawing/2014/main" id="{B9D1305C-AF63-6240-8FD1-E69B36970A8F}"/>
              </a:ext>
            </a:extLst>
          </p:cNvPr>
          <p:cNvGrpSpPr/>
          <p:nvPr/>
        </p:nvGrpSpPr>
        <p:grpSpPr>
          <a:xfrm>
            <a:off x="4054353" y="4784334"/>
            <a:ext cx="958850" cy="476251"/>
            <a:chOff x="7493876" y="2774731"/>
            <a:chExt cx="1481958" cy="894622"/>
          </a:xfrm>
        </p:grpSpPr>
        <p:sp>
          <p:nvSpPr>
            <p:cNvPr id="83" name="Freeform 82">
              <a:extLst>
                <a:ext uri="{FF2B5EF4-FFF2-40B4-BE49-F238E27FC236}">
                  <a16:creationId xmlns:a16="http://schemas.microsoft.com/office/drawing/2014/main" id="{E653ABFA-F7DB-F14E-95A5-0FDFB684F5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4" name="Oval 83">
              <a:extLst>
                <a:ext uri="{FF2B5EF4-FFF2-40B4-BE49-F238E27FC236}">
                  <a16:creationId xmlns:a16="http://schemas.microsoft.com/office/drawing/2014/main" id="{07CB97C4-3176-704C-832B-2769F9BD8A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5" name="Group 84">
              <a:extLst>
                <a:ext uri="{FF2B5EF4-FFF2-40B4-BE49-F238E27FC236}">
                  <a16:creationId xmlns:a16="http://schemas.microsoft.com/office/drawing/2014/main" id="{1C4E248C-B7EE-0749-BE84-6D97E6830AA8}"/>
                </a:ext>
              </a:extLst>
            </p:cNvPr>
            <p:cNvGrpSpPr/>
            <p:nvPr/>
          </p:nvGrpSpPr>
          <p:grpSpPr>
            <a:xfrm>
              <a:off x="7713663" y="2848339"/>
              <a:ext cx="1042107" cy="425543"/>
              <a:chOff x="7786941" y="2884917"/>
              <a:chExt cx="897649" cy="353919"/>
            </a:xfrm>
          </p:grpSpPr>
          <p:sp>
            <p:nvSpPr>
              <p:cNvPr id="86" name="Freeform 85">
                <a:extLst>
                  <a:ext uri="{FF2B5EF4-FFF2-40B4-BE49-F238E27FC236}">
                    <a16:creationId xmlns:a16="http://schemas.microsoft.com/office/drawing/2014/main" id="{D8ABCFB8-B1A0-CC43-8976-0D9324A60B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 name="Freeform 86">
                <a:extLst>
                  <a:ext uri="{FF2B5EF4-FFF2-40B4-BE49-F238E27FC236}">
                    <a16:creationId xmlns:a16="http://schemas.microsoft.com/office/drawing/2014/main" id="{21E1551D-8D59-7F4D-9AC3-A82F786FCB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 name="Freeform 87">
                <a:extLst>
                  <a:ext uri="{FF2B5EF4-FFF2-40B4-BE49-F238E27FC236}">
                    <a16:creationId xmlns:a16="http://schemas.microsoft.com/office/drawing/2014/main" id="{F50F35D5-457F-BD4D-9C04-D7E77ADC1C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Freeform 88">
                <a:extLst>
                  <a:ext uri="{FF2B5EF4-FFF2-40B4-BE49-F238E27FC236}">
                    <a16:creationId xmlns:a16="http://schemas.microsoft.com/office/drawing/2014/main" id="{43929AB4-076F-294E-B995-F22B57E519B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1" name="Slide Number Placeholder 5">
            <a:extLst>
              <a:ext uri="{FF2B5EF4-FFF2-40B4-BE49-F238E27FC236}">
                <a16:creationId xmlns:a16="http://schemas.microsoft.com/office/drawing/2014/main" id="{EEA5F1B4-B3C4-1642-BE57-21C93FEB2C51}"/>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62</a:t>
            </a:fld>
            <a:endParaRPr lang="en-US" dirty="0"/>
          </a:p>
        </p:txBody>
      </p:sp>
    </p:spTree>
    <p:extLst>
      <p:ext uri="{BB962C8B-B14F-4D97-AF65-F5344CB8AC3E}">
        <p14:creationId xmlns:p14="http://schemas.microsoft.com/office/powerpoint/2010/main" val="7361971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right)">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dissolv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guys:  fake identity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74909" y="1560282"/>
            <a:ext cx="10342830" cy="208446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spoofing:</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injection of packet with false source address</a:t>
            </a:r>
          </a:p>
        </p:txBody>
      </p:sp>
      <p:grpSp>
        <p:nvGrpSpPr>
          <p:cNvPr id="5" name="Group 90">
            <a:extLst>
              <a:ext uri="{FF2B5EF4-FFF2-40B4-BE49-F238E27FC236}">
                <a16:creationId xmlns:a16="http://schemas.microsoft.com/office/drawing/2014/main" id="{4B8B6454-D739-8246-8FD0-D07116C10D15}"/>
              </a:ext>
            </a:extLst>
          </p:cNvPr>
          <p:cNvGrpSpPr>
            <a:grpSpLocks/>
          </p:cNvGrpSpPr>
          <p:nvPr/>
        </p:nvGrpSpPr>
        <p:grpSpPr bwMode="auto">
          <a:xfrm flipH="1">
            <a:off x="5850455" y="3016127"/>
            <a:ext cx="735012" cy="681037"/>
            <a:chOff x="-44" y="1473"/>
            <a:chExt cx="981" cy="1105"/>
          </a:xfrm>
        </p:grpSpPr>
        <p:pic>
          <p:nvPicPr>
            <p:cNvPr id="7" name="Picture 91" descr="desktop_computer_stylized_medium">
              <a:extLst>
                <a:ext uri="{FF2B5EF4-FFF2-40B4-BE49-F238E27FC236}">
                  <a16:creationId xmlns:a16="http://schemas.microsoft.com/office/drawing/2014/main" id="{9D5E2D1E-EE9F-104B-B66B-CCD25447B8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92">
              <a:extLst>
                <a:ext uri="{FF2B5EF4-FFF2-40B4-BE49-F238E27FC236}">
                  <a16:creationId xmlns:a16="http://schemas.microsoft.com/office/drawing/2014/main" id="{B5AF61F7-8621-F54F-BE21-3743A44AEC3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 name="Freeform 43">
            <a:extLst>
              <a:ext uri="{FF2B5EF4-FFF2-40B4-BE49-F238E27FC236}">
                <a16:creationId xmlns:a16="http://schemas.microsoft.com/office/drawing/2014/main" id="{4DB7420B-BEB3-FA46-87C6-F4E3D7CFB690}"/>
              </a:ext>
            </a:extLst>
          </p:cNvPr>
          <p:cNvSpPr>
            <a:spLocks/>
          </p:cNvSpPr>
          <p:nvPr/>
        </p:nvSpPr>
        <p:spPr bwMode="auto">
          <a:xfrm>
            <a:off x="3345380" y="3751139"/>
            <a:ext cx="4587875" cy="728663"/>
          </a:xfrm>
          <a:custGeom>
            <a:avLst/>
            <a:gdLst>
              <a:gd name="T0" fmla="*/ 2147483647 w 2620"/>
              <a:gd name="T1" fmla="*/ 0 h 459"/>
              <a:gd name="T2" fmla="*/ 0 w 2620"/>
              <a:gd name="T3" fmla="*/ 2147483647 h 459"/>
              <a:gd name="T4" fmla="*/ 2147483647 w 2620"/>
              <a:gd name="T5" fmla="*/ 2147483647 h 459"/>
              <a:gd name="T6" fmla="*/ 2147483647 w 2620"/>
              <a:gd name="T7" fmla="*/ 2147483647 h 459"/>
              <a:gd name="T8" fmla="*/ 0 60000 65536"/>
              <a:gd name="T9" fmla="*/ 0 60000 65536"/>
              <a:gd name="T10" fmla="*/ 0 60000 65536"/>
              <a:gd name="T11" fmla="*/ 0 60000 65536"/>
              <a:gd name="T12" fmla="*/ 0 w 2620"/>
              <a:gd name="T13" fmla="*/ 0 h 459"/>
              <a:gd name="T14" fmla="*/ 2620 w 2620"/>
              <a:gd name="T15" fmla="*/ 459 h 459"/>
            </a:gdLst>
            <a:ahLst/>
            <a:cxnLst>
              <a:cxn ang="T8">
                <a:pos x="T0" y="T1"/>
              </a:cxn>
              <a:cxn ang="T9">
                <a:pos x="T2" y="T3"/>
              </a:cxn>
              <a:cxn ang="T10">
                <a:pos x="T4" y="T5"/>
              </a:cxn>
              <a:cxn ang="T11">
                <a:pos x="T6" y="T7"/>
              </a:cxn>
            </a:cxnLst>
            <a:rect l="T12" t="T13" r="T14" b="T15"/>
            <a:pathLst>
              <a:path w="2620" h="459">
                <a:moveTo>
                  <a:pt x="2" y="0"/>
                </a:moveTo>
                <a:lnTo>
                  <a:pt x="0" y="253"/>
                </a:lnTo>
                <a:lnTo>
                  <a:pt x="2620" y="253"/>
                </a:lnTo>
                <a:lnTo>
                  <a:pt x="2620" y="459"/>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44">
            <a:extLst>
              <a:ext uri="{FF2B5EF4-FFF2-40B4-BE49-F238E27FC236}">
                <a16:creationId xmlns:a16="http://schemas.microsoft.com/office/drawing/2014/main" id="{F85E0A6A-88C0-A24D-8518-8ED500586FDD}"/>
              </a:ext>
            </a:extLst>
          </p:cNvPr>
          <p:cNvSpPr>
            <a:spLocks/>
          </p:cNvSpPr>
          <p:nvPr/>
        </p:nvSpPr>
        <p:spPr bwMode="auto">
          <a:xfrm>
            <a:off x="6177480" y="3620964"/>
            <a:ext cx="4762" cy="522288"/>
          </a:xfrm>
          <a:custGeom>
            <a:avLst/>
            <a:gdLst>
              <a:gd name="T0" fmla="*/ 0 w 3"/>
              <a:gd name="T1" fmla="*/ 2147483647 h 329"/>
              <a:gd name="T2" fmla="*/ 2147483647 w 3"/>
              <a:gd name="T3" fmla="*/ 0 h 329"/>
              <a:gd name="T4" fmla="*/ 0 60000 65536"/>
              <a:gd name="T5" fmla="*/ 0 60000 65536"/>
              <a:gd name="T6" fmla="*/ 0 w 3"/>
              <a:gd name="T7" fmla="*/ 0 h 329"/>
              <a:gd name="T8" fmla="*/ 3 w 3"/>
              <a:gd name="T9" fmla="*/ 329 h 329"/>
            </a:gdLst>
            <a:ahLst/>
            <a:cxnLst>
              <a:cxn ang="T4">
                <a:pos x="T0" y="T1"/>
              </a:cxn>
              <a:cxn ang="T5">
                <a:pos x="T2" y="T3"/>
              </a:cxn>
            </a:cxnLst>
            <a:rect l="T6" t="T7" r="T8" b="T9"/>
            <a:pathLst>
              <a:path w="3" h="329">
                <a:moveTo>
                  <a:pt x="0" y="329"/>
                </a:moveTo>
                <a:lnTo>
                  <a:pt x="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Line 45">
            <a:extLst>
              <a:ext uri="{FF2B5EF4-FFF2-40B4-BE49-F238E27FC236}">
                <a16:creationId xmlns:a16="http://schemas.microsoft.com/office/drawing/2014/main" id="{2ADBE0C5-B956-4149-BAB8-22ED6ADCCDCF}"/>
              </a:ext>
            </a:extLst>
          </p:cNvPr>
          <p:cNvSpPr>
            <a:spLocks noChangeShapeType="1"/>
          </p:cNvSpPr>
          <p:nvPr/>
        </p:nvSpPr>
        <p:spPr bwMode="auto">
          <a:xfrm flipV="1">
            <a:off x="4520130" y="4143252"/>
            <a:ext cx="0" cy="374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46">
            <a:extLst>
              <a:ext uri="{FF2B5EF4-FFF2-40B4-BE49-F238E27FC236}">
                <a16:creationId xmlns:a16="http://schemas.microsoft.com/office/drawing/2014/main" id="{90C68912-5E92-7540-BFA2-DF07C51EFD30}"/>
              </a:ext>
            </a:extLst>
          </p:cNvPr>
          <p:cNvSpPr>
            <a:spLocks noChangeShapeType="1"/>
          </p:cNvSpPr>
          <p:nvPr/>
        </p:nvSpPr>
        <p:spPr bwMode="auto">
          <a:xfrm flipV="1">
            <a:off x="4539180" y="4854452"/>
            <a:ext cx="0" cy="2413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47">
            <a:extLst>
              <a:ext uri="{FF2B5EF4-FFF2-40B4-BE49-F238E27FC236}">
                <a16:creationId xmlns:a16="http://schemas.microsoft.com/office/drawing/2014/main" id="{AEB79674-18BD-3B41-8E45-BBD3D9EBF39F}"/>
              </a:ext>
            </a:extLst>
          </p:cNvPr>
          <p:cNvSpPr txBox="1">
            <a:spLocks noChangeArrowheads="1"/>
          </p:cNvSpPr>
          <p:nvPr/>
        </p:nvSpPr>
        <p:spPr bwMode="auto">
          <a:xfrm>
            <a:off x="2802455" y="3039939"/>
            <a:ext cx="387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4" name="Text Box 48">
            <a:extLst>
              <a:ext uri="{FF2B5EF4-FFF2-40B4-BE49-F238E27FC236}">
                <a16:creationId xmlns:a16="http://schemas.microsoft.com/office/drawing/2014/main" id="{9F0C9BB1-EE53-294F-B9A4-6D29AB021CF3}"/>
              </a:ext>
            </a:extLst>
          </p:cNvPr>
          <p:cNvSpPr txBox="1">
            <a:spLocks noChangeArrowheads="1"/>
          </p:cNvSpPr>
          <p:nvPr/>
        </p:nvSpPr>
        <p:spPr bwMode="auto">
          <a:xfrm>
            <a:off x="8271392" y="4503614"/>
            <a:ext cx="388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5" name="Text Box 49">
            <a:extLst>
              <a:ext uri="{FF2B5EF4-FFF2-40B4-BE49-F238E27FC236}">
                <a16:creationId xmlns:a16="http://schemas.microsoft.com/office/drawing/2014/main" id="{84BD4A5A-ABEB-8E46-B54B-76C3BE0FDF12}"/>
              </a:ext>
            </a:extLst>
          </p:cNvPr>
          <p:cNvSpPr txBox="1">
            <a:spLocks noChangeArrowheads="1"/>
          </p:cNvSpPr>
          <p:nvPr/>
        </p:nvSpPr>
        <p:spPr bwMode="auto">
          <a:xfrm>
            <a:off x="6369567" y="3017714"/>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pic>
        <p:nvPicPr>
          <p:cNvPr id="26" name="Picture 60">
            <a:extLst>
              <a:ext uri="{FF2B5EF4-FFF2-40B4-BE49-F238E27FC236}">
                <a16:creationId xmlns:a16="http://schemas.microsoft.com/office/drawing/2014/main" id="{6C78CF69-C5D1-1042-99DC-4222EA4DC7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77442" y="3084389"/>
            <a:ext cx="471488" cy="44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nvGrpSpPr>
          <p:cNvPr id="27" name="Group 54">
            <a:extLst>
              <a:ext uri="{FF2B5EF4-FFF2-40B4-BE49-F238E27FC236}">
                <a16:creationId xmlns:a16="http://schemas.microsoft.com/office/drawing/2014/main" id="{E8873988-DB10-FE45-8043-BCFCC564ED65}"/>
              </a:ext>
            </a:extLst>
          </p:cNvPr>
          <p:cNvGrpSpPr>
            <a:grpSpLocks/>
          </p:cNvGrpSpPr>
          <p:nvPr/>
        </p:nvGrpSpPr>
        <p:grpSpPr bwMode="auto">
          <a:xfrm>
            <a:off x="3170755" y="3078039"/>
            <a:ext cx="365125" cy="712788"/>
            <a:chOff x="4140" y="429"/>
            <a:chExt cx="1425" cy="2396"/>
          </a:xfrm>
        </p:grpSpPr>
        <p:sp>
          <p:nvSpPr>
            <p:cNvPr id="28" name="Freeform 55">
              <a:extLst>
                <a:ext uri="{FF2B5EF4-FFF2-40B4-BE49-F238E27FC236}">
                  <a16:creationId xmlns:a16="http://schemas.microsoft.com/office/drawing/2014/main" id="{7E4CC2E0-3222-BE42-A828-FF50B8CF87E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56">
              <a:extLst>
                <a:ext uri="{FF2B5EF4-FFF2-40B4-BE49-F238E27FC236}">
                  <a16:creationId xmlns:a16="http://schemas.microsoft.com/office/drawing/2014/main" id="{A3A95F5A-927B-8844-AEEA-2C83A43D854F}"/>
                </a:ext>
              </a:extLst>
            </p:cNvPr>
            <p:cNvSpPr>
              <a:spLocks noChangeArrowheads="1"/>
            </p:cNvSpPr>
            <p:nvPr/>
          </p:nvSpPr>
          <p:spPr bwMode="auto">
            <a:xfrm>
              <a:off x="4208" y="429"/>
              <a:ext cx="1047"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 name="Freeform 57">
              <a:extLst>
                <a:ext uri="{FF2B5EF4-FFF2-40B4-BE49-F238E27FC236}">
                  <a16:creationId xmlns:a16="http://schemas.microsoft.com/office/drawing/2014/main" id="{0069D4B1-B450-FA40-8C0C-BF8FC124F2B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58">
              <a:extLst>
                <a:ext uri="{FF2B5EF4-FFF2-40B4-BE49-F238E27FC236}">
                  <a16:creationId xmlns:a16="http://schemas.microsoft.com/office/drawing/2014/main" id="{614429B8-C719-8644-AE6D-47F8C907AA5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59">
              <a:extLst>
                <a:ext uri="{FF2B5EF4-FFF2-40B4-BE49-F238E27FC236}">
                  <a16:creationId xmlns:a16="http://schemas.microsoft.com/office/drawing/2014/main" id="{2DD880A9-2F05-6141-8481-7222FC289B80}"/>
                </a:ext>
              </a:extLst>
            </p:cNvPr>
            <p:cNvSpPr>
              <a:spLocks noChangeArrowheads="1"/>
            </p:cNvSpPr>
            <p:nvPr/>
          </p:nvSpPr>
          <p:spPr bwMode="auto">
            <a:xfrm>
              <a:off x="4214" y="690"/>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3" name="Group 60">
              <a:extLst>
                <a:ext uri="{FF2B5EF4-FFF2-40B4-BE49-F238E27FC236}">
                  <a16:creationId xmlns:a16="http://schemas.microsoft.com/office/drawing/2014/main" id="{719DB695-149D-A94C-90AB-A2D368B8EE68}"/>
                </a:ext>
              </a:extLst>
            </p:cNvPr>
            <p:cNvGrpSpPr>
              <a:grpSpLocks/>
            </p:cNvGrpSpPr>
            <p:nvPr/>
          </p:nvGrpSpPr>
          <p:grpSpPr bwMode="auto">
            <a:xfrm>
              <a:off x="4749" y="668"/>
              <a:ext cx="581" cy="145"/>
              <a:chOff x="614" y="2568"/>
              <a:chExt cx="725" cy="139"/>
            </a:xfrm>
          </p:grpSpPr>
          <p:sp>
            <p:nvSpPr>
              <p:cNvPr id="58" name="AutoShape 61">
                <a:extLst>
                  <a:ext uri="{FF2B5EF4-FFF2-40B4-BE49-F238E27FC236}">
                    <a16:creationId xmlns:a16="http://schemas.microsoft.com/office/drawing/2014/main" id="{7A4E2E24-3B0D-AF4F-A52C-2C357CC7EFC4}"/>
                  </a:ext>
                </a:extLst>
              </p:cNvPr>
              <p:cNvSpPr>
                <a:spLocks noChangeArrowheads="1"/>
              </p:cNvSpPr>
              <p:nvPr/>
            </p:nvSpPr>
            <p:spPr bwMode="auto">
              <a:xfrm>
                <a:off x="612"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AutoShape 62">
                <a:extLst>
                  <a:ext uri="{FF2B5EF4-FFF2-40B4-BE49-F238E27FC236}">
                    <a16:creationId xmlns:a16="http://schemas.microsoft.com/office/drawing/2014/main" id="{C6BB5F22-0BFB-674E-AB61-C51BC265F868}"/>
                  </a:ext>
                </a:extLst>
              </p:cNvPr>
              <p:cNvSpPr>
                <a:spLocks noChangeArrowheads="1"/>
              </p:cNvSpPr>
              <p:nvPr/>
            </p:nvSpPr>
            <p:spPr bwMode="auto">
              <a:xfrm>
                <a:off x="627" y="2584"/>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Rectangle 63">
              <a:extLst>
                <a:ext uri="{FF2B5EF4-FFF2-40B4-BE49-F238E27FC236}">
                  <a16:creationId xmlns:a16="http://schemas.microsoft.com/office/drawing/2014/main" id="{9C5A4256-A53F-874E-BFA1-39FC396FF929}"/>
                </a:ext>
              </a:extLst>
            </p:cNvPr>
            <p:cNvSpPr>
              <a:spLocks noChangeArrowheads="1"/>
            </p:cNvSpPr>
            <p:nvPr/>
          </p:nvSpPr>
          <p:spPr bwMode="auto">
            <a:xfrm>
              <a:off x="4227" y="1021"/>
              <a:ext cx="595" cy="43"/>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 name="Group 64">
              <a:extLst>
                <a:ext uri="{FF2B5EF4-FFF2-40B4-BE49-F238E27FC236}">
                  <a16:creationId xmlns:a16="http://schemas.microsoft.com/office/drawing/2014/main" id="{0E311E6A-3E40-F74F-B8AF-09D1E252AD39}"/>
                </a:ext>
              </a:extLst>
            </p:cNvPr>
            <p:cNvGrpSpPr>
              <a:grpSpLocks/>
            </p:cNvGrpSpPr>
            <p:nvPr/>
          </p:nvGrpSpPr>
          <p:grpSpPr bwMode="auto">
            <a:xfrm>
              <a:off x="4747" y="994"/>
              <a:ext cx="581" cy="134"/>
              <a:chOff x="614" y="2568"/>
              <a:chExt cx="725" cy="139"/>
            </a:xfrm>
          </p:grpSpPr>
          <p:sp>
            <p:nvSpPr>
              <p:cNvPr id="56" name="AutoShape 65">
                <a:extLst>
                  <a:ext uri="{FF2B5EF4-FFF2-40B4-BE49-F238E27FC236}">
                    <a16:creationId xmlns:a16="http://schemas.microsoft.com/office/drawing/2014/main" id="{1D179FF3-E8BF-8947-9AAD-E6B38311CAD5}"/>
                  </a:ext>
                </a:extLst>
              </p:cNvPr>
              <p:cNvSpPr>
                <a:spLocks noChangeArrowheads="1"/>
              </p:cNvSpPr>
              <p:nvPr/>
            </p:nvSpPr>
            <p:spPr bwMode="auto">
              <a:xfrm>
                <a:off x="614" y="2569"/>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 name="AutoShape 66">
                <a:extLst>
                  <a:ext uri="{FF2B5EF4-FFF2-40B4-BE49-F238E27FC236}">
                    <a16:creationId xmlns:a16="http://schemas.microsoft.com/office/drawing/2014/main" id="{C3E96FCC-760E-C448-981B-346F9384B814}"/>
                  </a:ext>
                </a:extLst>
              </p:cNvPr>
              <p:cNvSpPr>
                <a:spLocks noChangeArrowheads="1"/>
              </p:cNvSpPr>
              <p:nvPr/>
            </p:nvSpPr>
            <p:spPr bwMode="auto">
              <a:xfrm>
                <a:off x="630" y="2585"/>
                <a:ext cx="696"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6" name="Rectangle 67">
              <a:extLst>
                <a:ext uri="{FF2B5EF4-FFF2-40B4-BE49-F238E27FC236}">
                  <a16:creationId xmlns:a16="http://schemas.microsoft.com/office/drawing/2014/main" id="{48149864-6DD7-D34A-BFF0-68E14067A88A}"/>
                </a:ext>
              </a:extLst>
            </p:cNvPr>
            <p:cNvSpPr>
              <a:spLocks noChangeArrowheads="1"/>
            </p:cNvSpPr>
            <p:nvPr/>
          </p:nvSpPr>
          <p:spPr bwMode="auto">
            <a:xfrm>
              <a:off x="4214" y="1358"/>
              <a:ext cx="601"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 name="Rectangle 68">
              <a:extLst>
                <a:ext uri="{FF2B5EF4-FFF2-40B4-BE49-F238E27FC236}">
                  <a16:creationId xmlns:a16="http://schemas.microsoft.com/office/drawing/2014/main" id="{05CA4BF4-1ECD-CA4F-8A7A-7B9330DA5454}"/>
                </a:ext>
              </a:extLst>
            </p:cNvPr>
            <p:cNvSpPr>
              <a:spLocks noChangeArrowheads="1"/>
            </p:cNvSpPr>
            <p:nvPr/>
          </p:nvSpPr>
          <p:spPr bwMode="auto">
            <a:xfrm>
              <a:off x="4227" y="1656"/>
              <a:ext cx="595" cy="48"/>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 name="Group 69">
              <a:extLst>
                <a:ext uri="{FF2B5EF4-FFF2-40B4-BE49-F238E27FC236}">
                  <a16:creationId xmlns:a16="http://schemas.microsoft.com/office/drawing/2014/main" id="{F3E39B02-1298-0743-931E-B785BC775AB9}"/>
                </a:ext>
              </a:extLst>
            </p:cNvPr>
            <p:cNvGrpSpPr>
              <a:grpSpLocks/>
            </p:cNvGrpSpPr>
            <p:nvPr/>
          </p:nvGrpSpPr>
          <p:grpSpPr bwMode="auto">
            <a:xfrm>
              <a:off x="4735" y="1627"/>
              <a:ext cx="582" cy="151"/>
              <a:chOff x="614" y="2568"/>
              <a:chExt cx="725" cy="139"/>
            </a:xfrm>
          </p:grpSpPr>
          <p:sp>
            <p:nvSpPr>
              <p:cNvPr id="54" name="AutoShape 70">
                <a:extLst>
                  <a:ext uri="{FF2B5EF4-FFF2-40B4-BE49-F238E27FC236}">
                    <a16:creationId xmlns:a16="http://schemas.microsoft.com/office/drawing/2014/main" id="{F3EE4642-5A67-5747-9173-A2328DFB0CE3}"/>
                  </a:ext>
                </a:extLst>
              </p:cNvPr>
              <p:cNvSpPr>
                <a:spLocks noChangeArrowheads="1"/>
              </p:cNvSpPr>
              <p:nvPr/>
            </p:nvSpPr>
            <p:spPr bwMode="auto">
              <a:xfrm>
                <a:off x="614" y="2570"/>
                <a:ext cx="725"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5" name="AutoShape 71">
                <a:extLst>
                  <a:ext uri="{FF2B5EF4-FFF2-40B4-BE49-F238E27FC236}">
                    <a16:creationId xmlns:a16="http://schemas.microsoft.com/office/drawing/2014/main" id="{5229E8D7-0E29-214E-AA57-AFE2A59BD2B9}"/>
                  </a:ext>
                </a:extLst>
              </p:cNvPr>
              <p:cNvSpPr>
                <a:spLocks noChangeArrowheads="1"/>
              </p:cNvSpPr>
              <p:nvPr/>
            </p:nvSpPr>
            <p:spPr bwMode="auto">
              <a:xfrm>
                <a:off x="629" y="2585"/>
                <a:ext cx="69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9" name="Freeform 72">
              <a:extLst>
                <a:ext uri="{FF2B5EF4-FFF2-40B4-BE49-F238E27FC236}">
                  <a16:creationId xmlns:a16="http://schemas.microsoft.com/office/drawing/2014/main" id="{D90341F2-014E-B14A-B581-851392F933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 name="Group 73">
              <a:extLst>
                <a:ext uri="{FF2B5EF4-FFF2-40B4-BE49-F238E27FC236}">
                  <a16:creationId xmlns:a16="http://schemas.microsoft.com/office/drawing/2014/main" id="{280B6B26-F269-5C4C-8C19-DBA764C6CDAC}"/>
                </a:ext>
              </a:extLst>
            </p:cNvPr>
            <p:cNvGrpSpPr>
              <a:grpSpLocks/>
            </p:cNvGrpSpPr>
            <p:nvPr/>
          </p:nvGrpSpPr>
          <p:grpSpPr bwMode="auto">
            <a:xfrm>
              <a:off x="4739" y="1327"/>
              <a:ext cx="582" cy="139"/>
              <a:chOff x="614" y="2568"/>
              <a:chExt cx="725" cy="139"/>
            </a:xfrm>
          </p:grpSpPr>
          <p:sp>
            <p:nvSpPr>
              <p:cNvPr id="52" name="AutoShape 74">
                <a:extLst>
                  <a:ext uri="{FF2B5EF4-FFF2-40B4-BE49-F238E27FC236}">
                    <a16:creationId xmlns:a16="http://schemas.microsoft.com/office/drawing/2014/main" id="{6DB26256-77EF-F140-B0E4-C02F57D54B4F}"/>
                  </a:ext>
                </a:extLst>
              </p:cNvPr>
              <p:cNvSpPr>
                <a:spLocks noChangeArrowheads="1"/>
              </p:cNvSpPr>
              <p:nvPr/>
            </p:nvSpPr>
            <p:spPr bwMode="auto">
              <a:xfrm>
                <a:off x="616" y="256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AutoShape 75">
                <a:extLst>
                  <a:ext uri="{FF2B5EF4-FFF2-40B4-BE49-F238E27FC236}">
                    <a16:creationId xmlns:a16="http://schemas.microsoft.com/office/drawing/2014/main" id="{EFE076B6-538F-1744-AEFF-42E849FD61D4}"/>
                  </a:ext>
                </a:extLst>
              </p:cNvPr>
              <p:cNvSpPr>
                <a:spLocks noChangeArrowheads="1"/>
              </p:cNvSpPr>
              <p:nvPr/>
            </p:nvSpPr>
            <p:spPr bwMode="auto">
              <a:xfrm>
                <a:off x="632" y="2583"/>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1" name="Rectangle 76">
              <a:extLst>
                <a:ext uri="{FF2B5EF4-FFF2-40B4-BE49-F238E27FC236}">
                  <a16:creationId xmlns:a16="http://schemas.microsoft.com/office/drawing/2014/main" id="{022EA956-CFF7-F444-96E1-83E34982538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 name="Freeform 77">
              <a:extLst>
                <a:ext uri="{FF2B5EF4-FFF2-40B4-BE49-F238E27FC236}">
                  <a16:creationId xmlns:a16="http://schemas.microsoft.com/office/drawing/2014/main" id="{8B0DE4B6-8814-1E46-82AC-7B6D087A2D0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78">
              <a:extLst>
                <a:ext uri="{FF2B5EF4-FFF2-40B4-BE49-F238E27FC236}">
                  <a16:creationId xmlns:a16="http://schemas.microsoft.com/office/drawing/2014/main" id="{A9CF5A83-FC5F-8D4B-B779-B41007025F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79">
              <a:extLst>
                <a:ext uri="{FF2B5EF4-FFF2-40B4-BE49-F238E27FC236}">
                  <a16:creationId xmlns:a16="http://schemas.microsoft.com/office/drawing/2014/main" id="{FDB262EF-72BC-F740-9B4D-1FFE5D070B56}"/>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5" name="Freeform 80">
              <a:extLst>
                <a:ext uri="{FF2B5EF4-FFF2-40B4-BE49-F238E27FC236}">
                  <a16:creationId xmlns:a16="http://schemas.microsoft.com/office/drawing/2014/main" id="{20A2BDF1-5362-9947-B37C-44E590138C3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AutoShape 81">
              <a:extLst>
                <a:ext uri="{FF2B5EF4-FFF2-40B4-BE49-F238E27FC236}">
                  <a16:creationId xmlns:a16="http://schemas.microsoft.com/office/drawing/2014/main" id="{BAC73710-D3B8-8C49-97AA-648DC14CD98E}"/>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AutoShape 82">
              <a:extLst>
                <a:ext uri="{FF2B5EF4-FFF2-40B4-BE49-F238E27FC236}">
                  <a16:creationId xmlns:a16="http://schemas.microsoft.com/office/drawing/2014/main" id="{1AA6B3D5-8E2F-C340-A675-9DC59E4B0F54}"/>
                </a:ext>
              </a:extLst>
            </p:cNvPr>
            <p:cNvSpPr>
              <a:spLocks noChangeArrowheads="1"/>
            </p:cNvSpPr>
            <p:nvPr/>
          </p:nvSpPr>
          <p:spPr bwMode="auto">
            <a:xfrm>
              <a:off x="4208" y="2713"/>
              <a:ext cx="1066"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Oval 83">
              <a:extLst>
                <a:ext uri="{FF2B5EF4-FFF2-40B4-BE49-F238E27FC236}">
                  <a16:creationId xmlns:a16="http://schemas.microsoft.com/office/drawing/2014/main" id="{A39BEF0A-EE8E-7248-A007-97D328CCA256}"/>
                </a:ext>
              </a:extLst>
            </p:cNvPr>
            <p:cNvSpPr>
              <a:spLocks noChangeArrowheads="1"/>
            </p:cNvSpPr>
            <p:nvPr/>
          </p:nvSpPr>
          <p:spPr bwMode="auto">
            <a:xfrm>
              <a:off x="4307" y="2382"/>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9" name="Oval 84">
              <a:extLst>
                <a:ext uri="{FF2B5EF4-FFF2-40B4-BE49-F238E27FC236}">
                  <a16:creationId xmlns:a16="http://schemas.microsoft.com/office/drawing/2014/main" id="{27EEB08E-8DAC-7647-9E5A-B37F47E930AE}"/>
                </a:ext>
              </a:extLst>
            </p:cNvPr>
            <p:cNvSpPr>
              <a:spLocks noChangeArrowheads="1"/>
            </p:cNvSpPr>
            <p:nvPr/>
          </p:nvSpPr>
          <p:spPr bwMode="auto">
            <a:xfrm>
              <a:off x="4487" y="2382"/>
              <a:ext cx="161"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50" name="Oval 85">
              <a:extLst>
                <a:ext uri="{FF2B5EF4-FFF2-40B4-BE49-F238E27FC236}">
                  <a16:creationId xmlns:a16="http://schemas.microsoft.com/office/drawing/2014/main" id="{7165A7B4-85F9-2640-A0EE-2335D6B55D69}"/>
                </a:ext>
              </a:extLst>
            </p:cNvPr>
            <p:cNvSpPr>
              <a:spLocks noChangeArrowheads="1"/>
            </p:cNvSpPr>
            <p:nvPr/>
          </p:nvSpPr>
          <p:spPr bwMode="auto">
            <a:xfrm>
              <a:off x="4660" y="2382"/>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Rectangle 86">
              <a:extLst>
                <a:ext uri="{FF2B5EF4-FFF2-40B4-BE49-F238E27FC236}">
                  <a16:creationId xmlns:a16="http://schemas.microsoft.com/office/drawing/2014/main" id="{C2E9996D-163B-D745-A6A8-45AB41D5ED6A}"/>
                </a:ext>
              </a:extLst>
            </p:cNvPr>
            <p:cNvSpPr>
              <a:spLocks noChangeArrowheads="1"/>
            </p:cNvSpPr>
            <p:nvPr/>
          </p:nvSpPr>
          <p:spPr bwMode="auto">
            <a:xfrm>
              <a:off x="5063" y="1832"/>
              <a:ext cx="87" cy="763"/>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0" name="Group 87">
            <a:extLst>
              <a:ext uri="{FF2B5EF4-FFF2-40B4-BE49-F238E27FC236}">
                <a16:creationId xmlns:a16="http://schemas.microsoft.com/office/drawing/2014/main" id="{F67D1896-6BBC-AB41-B67F-AB3399BB37B0}"/>
              </a:ext>
            </a:extLst>
          </p:cNvPr>
          <p:cNvGrpSpPr>
            <a:grpSpLocks/>
          </p:cNvGrpSpPr>
          <p:nvPr/>
        </p:nvGrpSpPr>
        <p:grpSpPr bwMode="auto">
          <a:xfrm flipH="1">
            <a:off x="7663380" y="4395664"/>
            <a:ext cx="735012" cy="681038"/>
            <a:chOff x="-44" y="1473"/>
            <a:chExt cx="981" cy="1105"/>
          </a:xfrm>
        </p:grpSpPr>
        <p:pic>
          <p:nvPicPr>
            <p:cNvPr id="61" name="Picture 88" descr="desktop_computer_stylized_medium">
              <a:extLst>
                <a:ext uri="{FF2B5EF4-FFF2-40B4-BE49-F238E27FC236}">
                  <a16:creationId xmlns:a16="http://schemas.microsoft.com/office/drawing/2014/main" id="{12544D91-DE12-C440-AF3A-72D9066513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89">
              <a:extLst>
                <a:ext uri="{FF2B5EF4-FFF2-40B4-BE49-F238E27FC236}">
                  <a16:creationId xmlns:a16="http://schemas.microsoft.com/office/drawing/2014/main" id="{D8342731-E1B7-FF4F-B63A-2B9EF713C35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B9D1305C-AF63-6240-8FD1-E69B36970A8F}"/>
              </a:ext>
            </a:extLst>
          </p:cNvPr>
          <p:cNvGrpSpPr/>
          <p:nvPr/>
        </p:nvGrpSpPr>
        <p:grpSpPr>
          <a:xfrm>
            <a:off x="4040705" y="4402197"/>
            <a:ext cx="958850" cy="476251"/>
            <a:chOff x="7493876" y="2774731"/>
            <a:chExt cx="1481958" cy="894622"/>
          </a:xfrm>
        </p:grpSpPr>
        <p:sp>
          <p:nvSpPr>
            <p:cNvPr id="83" name="Freeform 82">
              <a:extLst>
                <a:ext uri="{FF2B5EF4-FFF2-40B4-BE49-F238E27FC236}">
                  <a16:creationId xmlns:a16="http://schemas.microsoft.com/office/drawing/2014/main" id="{E653ABFA-F7DB-F14E-95A5-0FDFB684F5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4" name="Oval 83">
              <a:extLst>
                <a:ext uri="{FF2B5EF4-FFF2-40B4-BE49-F238E27FC236}">
                  <a16:creationId xmlns:a16="http://schemas.microsoft.com/office/drawing/2014/main" id="{07CB97C4-3176-704C-832B-2769F9BD8A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5" name="Group 84">
              <a:extLst>
                <a:ext uri="{FF2B5EF4-FFF2-40B4-BE49-F238E27FC236}">
                  <a16:creationId xmlns:a16="http://schemas.microsoft.com/office/drawing/2014/main" id="{1C4E248C-B7EE-0749-BE84-6D97E6830AA8}"/>
                </a:ext>
              </a:extLst>
            </p:cNvPr>
            <p:cNvGrpSpPr/>
            <p:nvPr/>
          </p:nvGrpSpPr>
          <p:grpSpPr>
            <a:xfrm>
              <a:off x="7713663" y="2848339"/>
              <a:ext cx="1042107" cy="425543"/>
              <a:chOff x="7786941" y="2884917"/>
              <a:chExt cx="897649" cy="353919"/>
            </a:xfrm>
          </p:grpSpPr>
          <p:sp>
            <p:nvSpPr>
              <p:cNvPr id="86" name="Freeform 85">
                <a:extLst>
                  <a:ext uri="{FF2B5EF4-FFF2-40B4-BE49-F238E27FC236}">
                    <a16:creationId xmlns:a16="http://schemas.microsoft.com/office/drawing/2014/main" id="{D8ABCFB8-B1A0-CC43-8976-0D9324A60B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 name="Freeform 86">
                <a:extLst>
                  <a:ext uri="{FF2B5EF4-FFF2-40B4-BE49-F238E27FC236}">
                    <a16:creationId xmlns:a16="http://schemas.microsoft.com/office/drawing/2014/main" id="{21E1551D-8D59-7F4D-9AC3-A82F786FCB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 name="Freeform 87">
                <a:extLst>
                  <a:ext uri="{FF2B5EF4-FFF2-40B4-BE49-F238E27FC236}">
                    <a16:creationId xmlns:a16="http://schemas.microsoft.com/office/drawing/2014/main" id="{F50F35D5-457F-BD4D-9C04-D7E77ADC1C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Freeform 88">
                <a:extLst>
                  <a:ext uri="{FF2B5EF4-FFF2-40B4-BE49-F238E27FC236}">
                    <a16:creationId xmlns:a16="http://schemas.microsoft.com/office/drawing/2014/main" id="{43929AB4-076F-294E-B995-F22B57E519B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2CCE516A-DB7A-FB49-88E0-3F932755EEE9}"/>
              </a:ext>
            </a:extLst>
          </p:cNvPr>
          <p:cNvGrpSpPr/>
          <p:nvPr/>
        </p:nvGrpSpPr>
        <p:grpSpPr>
          <a:xfrm>
            <a:off x="3280164" y="3584927"/>
            <a:ext cx="2967038" cy="819150"/>
            <a:chOff x="3293812" y="3967064"/>
            <a:chExt cx="2967038" cy="819150"/>
          </a:xfrm>
        </p:grpSpPr>
        <p:sp>
          <p:nvSpPr>
            <p:cNvPr id="72" name="Freeform 77">
              <a:extLst>
                <a:ext uri="{FF2B5EF4-FFF2-40B4-BE49-F238E27FC236}">
                  <a16:creationId xmlns:a16="http://schemas.microsoft.com/office/drawing/2014/main" id="{31E2CC4C-34A2-A74C-B65A-214EFD2400A7}"/>
                </a:ext>
              </a:extLst>
            </p:cNvPr>
            <p:cNvSpPr>
              <a:spLocks/>
            </p:cNvSpPr>
            <p:nvPr/>
          </p:nvSpPr>
          <p:spPr bwMode="auto">
            <a:xfrm>
              <a:off x="3293812" y="3967064"/>
              <a:ext cx="2967038" cy="704850"/>
            </a:xfrm>
            <a:custGeom>
              <a:avLst/>
              <a:gdLst>
                <a:gd name="T0" fmla="*/ 2147483647 w 1869"/>
                <a:gd name="T1" fmla="*/ 0 h 444"/>
                <a:gd name="T2" fmla="*/ 2147483647 w 1869"/>
                <a:gd name="T3" fmla="*/ 2147483647 h 444"/>
                <a:gd name="T4" fmla="*/ 0 w 1869"/>
                <a:gd name="T5" fmla="*/ 2147483647 h 444"/>
                <a:gd name="T6" fmla="*/ 0 60000 65536"/>
                <a:gd name="T7" fmla="*/ 0 60000 65536"/>
                <a:gd name="T8" fmla="*/ 0 60000 65536"/>
                <a:gd name="T9" fmla="*/ 0 w 1869"/>
                <a:gd name="T10" fmla="*/ 0 h 444"/>
                <a:gd name="T11" fmla="*/ 1869 w 1869"/>
                <a:gd name="T12" fmla="*/ 444 h 444"/>
              </a:gdLst>
              <a:ahLst/>
              <a:cxnLst>
                <a:cxn ang="T6">
                  <a:pos x="T0" y="T1"/>
                </a:cxn>
                <a:cxn ang="T7">
                  <a:pos x="T2" y="T3"/>
                </a:cxn>
                <a:cxn ang="T8">
                  <a:pos x="T4" y="T5"/>
                </a:cxn>
              </a:cxnLst>
              <a:rect l="T9" t="T10" r="T11" b="T12"/>
              <a:pathLst>
                <a:path w="1869" h="444">
                  <a:moveTo>
                    <a:pt x="1869" y="0"/>
                  </a:moveTo>
                  <a:lnTo>
                    <a:pt x="1869" y="444"/>
                  </a:lnTo>
                  <a:lnTo>
                    <a:pt x="0" y="444"/>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3" name="Group 78">
              <a:extLst>
                <a:ext uri="{FF2B5EF4-FFF2-40B4-BE49-F238E27FC236}">
                  <a16:creationId xmlns:a16="http://schemas.microsoft.com/office/drawing/2014/main" id="{9CEF9F64-861C-7C4C-8594-4DC43481EB32}"/>
                </a:ext>
              </a:extLst>
            </p:cNvPr>
            <p:cNvGrpSpPr>
              <a:grpSpLocks/>
            </p:cNvGrpSpPr>
            <p:nvPr/>
          </p:nvGrpSpPr>
          <p:grpSpPr bwMode="auto">
            <a:xfrm>
              <a:off x="3760537" y="4449664"/>
              <a:ext cx="2295525" cy="336550"/>
              <a:chOff x="2418" y="3342"/>
              <a:chExt cx="1446" cy="212"/>
            </a:xfrm>
          </p:grpSpPr>
          <p:sp>
            <p:nvSpPr>
              <p:cNvPr id="74" name="Rectangle 79">
                <a:extLst>
                  <a:ext uri="{FF2B5EF4-FFF2-40B4-BE49-F238E27FC236}">
                    <a16:creationId xmlns:a16="http://schemas.microsoft.com/office/drawing/2014/main" id="{A1E49101-6F18-CB48-8EBB-03B456FEE8A6}"/>
                  </a:ext>
                </a:extLst>
              </p:cNvPr>
              <p:cNvSpPr>
                <a:spLocks noChangeArrowheads="1"/>
              </p:cNvSpPr>
              <p:nvPr/>
            </p:nvSpPr>
            <p:spPr bwMode="auto">
              <a:xfrm>
                <a:off x="2463" y="3366"/>
                <a:ext cx="1356" cy="174"/>
              </a:xfrm>
              <a:prstGeom prst="rect">
                <a:avLst/>
              </a:prstGeom>
              <a:solidFill>
                <a:srgbClr val="FFFF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5" name="Line 80">
                <a:extLst>
                  <a:ext uri="{FF2B5EF4-FFF2-40B4-BE49-F238E27FC236}">
                    <a16:creationId xmlns:a16="http://schemas.microsoft.com/office/drawing/2014/main" id="{61144F55-A889-914E-A5B8-46BB6DF4F3B4}"/>
                  </a:ext>
                </a:extLst>
              </p:cNvPr>
              <p:cNvSpPr>
                <a:spLocks noChangeShapeType="1"/>
              </p:cNvSpPr>
              <p:nvPr/>
            </p:nvSpPr>
            <p:spPr bwMode="auto">
              <a:xfrm>
                <a:off x="2784" y="3372"/>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81">
                <a:extLst>
                  <a:ext uri="{FF2B5EF4-FFF2-40B4-BE49-F238E27FC236}">
                    <a16:creationId xmlns:a16="http://schemas.microsoft.com/office/drawing/2014/main" id="{352FD75E-78ED-5D49-88CB-67A89ED572B2}"/>
                  </a:ext>
                </a:extLst>
              </p:cNvPr>
              <p:cNvSpPr>
                <a:spLocks noChangeShapeType="1"/>
              </p:cNvSpPr>
              <p:nvPr/>
            </p:nvSpPr>
            <p:spPr bwMode="auto">
              <a:xfrm>
                <a:off x="3186"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82">
                <a:extLst>
                  <a:ext uri="{FF2B5EF4-FFF2-40B4-BE49-F238E27FC236}">
                    <a16:creationId xmlns:a16="http://schemas.microsoft.com/office/drawing/2014/main" id="{F00A1AE7-75BA-9F41-9557-FF2EC164D2A5}"/>
                  </a:ext>
                </a:extLst>
              </p:cNvPr>
              <p:cNvSpPr>
                <a:spLocks noChangeShapeType="1"/>
              </p:cNvSpPr>
              <p:nvPr/>
            </p:nvSpPr>
            <p:spPr bwMode="auto">
              <a:xfrm>
                <a:off x="3321" y="3375"/>
                <a:ext cx="0" cy="1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Text Box 83">
                <a:extLst>
                  <a:ext uri="{FF2B5EF4-FFF2-40B4-BE49-F238E27FC236}">
                    <a16:creationId xmlns:a16="http://schemas.microsoft.com/office/drawing/2014/main" id="{581B7D01-7767-D64C-AA40-D460CE7527BE}"/>
                  </a:ext>
                </a:extLst>
              </p:cNvPr>
              <p:cNvSpPr txBox="1">
                <a:spLocks noChangeArrowheads="1"/>
              </p:cNvSpPr>
              <p:nvPr/>
            </p:nvSpPr>
            <p:spPr bwMode="auto">
              <a:xfrm>
                <a:off x="2418" y="3342"/>
                <a:ext cx="144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src:B</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dest:A     payload</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sp>
        <p:nvSpPr>
          <p:cNvPr id="67" name="Slide Number Placeholder 5">
            <a:extLst>
              <a:ext uri="{FF2B5EF4-FFF2-40B4-BE49-F238E27FC236}">
                <a16:creationId xmlns:a16="http://schemas.microsoft.com/office/drawing/2014/main" id="{2255C84A-9C2E-5440-8C7B-2EFA237CD122}"/>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63</a:t>
            </a:fld>
            <a:endParaRPr lang="en-US" dirty="0"/>
          </a:p>
        </p:txBody>
      </p:sp>
    </p:spTree>
    <p:extLst>
      <p:ext uri="{BB962C8B-B14F-4D97-AF65-F5344CB8AC3E}">
        <p14:creationId xmlns:p14="http://schemas.microsoft.com/office/powerpoint/2010/main" val="37956795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Bad guys: denial of service</a:t>
            </a:r>
          </a:p>
        </p:txBody>
      </p:sp>
      <p:grpSp>
        <p:nvGrpSpPr>
          <p:cNvPr id="5" name="Group 131">
            <a:extLst>
              <a:ext uri="{FF2B5EF4-FFF2-40B4-BE49-F238E27FC236}">
                <a16:creationId xmlns:a16="http://schemas.microsoft.com/office/drawing/2014/main" id="{5671BF31-8345-4A47-A6EE-F59651ABF1C1}"/>
              </a:ext>
            </a:extLst>
          </p:cNvPr>
          <p:cNvGrpSpPr>
            <a:grpSpLocks/>
          </p:cNvGrpSpPr>
          <p:nvPr/>
        </p:nvGrpSpPr>
        <p:grpSpPr bwMode="auto">
          <a:xfrm flipH="1">
            <a:off x="7546011" y="3759781"/>
            <a:ext cx="735012" cy="681037"/>
            <a:chOff x="-44" y="1473"/>
            <a:chExt cx="981" cy="1105"/>
          </a:xfrm>
        </p:grpSpPr>
        <p:pic>
          <p:nvPicPr>
            <p:cNvPr id="7" name="Picture 132" descr="desktop_computer_stylized_medium">
              <a:extLst>
                <a:ext uri="{FF2B5EF4-FFF2-40B4-BE49-F238E27FC236}">
                  <a16:creationId xmlns:a16="http://schemas.microsoft.com/office/drawing/2014/main" id="{CF849B20-A34D-E044-9DF7-A03B28E734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133">
              <a:extLst>
                <a:ext uri="{FF2B5EF4-FFF2-40B4-BE49-F238E27FC236}">
                  <a16:creationId xmlns:a16="http://schemas.microsoft.com/office/drawing/2014/main" id="{F87F7675-3615-BE4C-BECA-BC2EB60FEB9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 name="Group 186">
            <a:extLst>
              <a:ext uri="{FF2B5EF4-FFF2-40B4-BE49-F238E27FC236}">
                <a16:creationId xmlns:a16="http://schemas.microsoft.com/office/drawing/2014/main" id="{A485E3ED-561D-B445-816D-36AEBD4DCE66}"/>
              </a:ext>
            </a:extLst>
          </p:cNvPr>
          <p:cNvGrpSpPr>
            <a:grpSpLocks/>
          </p:cNvGrpSpPr>
          <p:nvPr/>
        </p:nvGrpSpPr>
        <p:grpSpPr bwMode="auto">
          <a:xfrm>
            <a:off x="8087348" y="4002668"/>
            <a:ext cx="831850" cy="1260475"/>
            <a:chOff x="5069" y="1396"/>
            <a:chExt cx="524" cy="794"/>
          </a:xfrm>
        </p:grpSpPr>
        <p:sp>
          <p:nvSpPr>
            <p:cNvPr id="10" name="Text Box 21">
              <a:extLst>
                <a:ext uri="{FF2B5EF4-FFF2-40B4-BE49-F238E27FC236}">
                  <a16:creationId xmlns:a16="http://schemas.microsoft.com/office/drawing/2014/main" id="{252895BB-2B09-1C42-9FBA-A9EA9F582D4C}"/>
                </a:ext>
              </a:extLst>
            </p:cNvPr>
            <p:cNvSpPr txBox="1">
              <a:spLocks noChangeArrowheads="1"/>
            </p:cNvSpPr>
            <p:nvPr/>
          </p:nvSpPr>
          <p:spPr bwMode="auto">
            <a:xfrm>
              <a:off x="5069" y="1940"/>
              <a:ext cx="52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target</a:t>
              </a:r>
            </a:p>
          </p:txBody>
        </p:sp>
        <p:grpSp>
          <p:nvGrpSpPr>
            <p:cNvPr id="11" name="Group 153">
              <a:extLst>
                <a:ext uri="{FF2B5EF4-FFF2-40B4-BE49-F238E27FC236}">
                  <a16:creationId xmlns:a16="http://schemas.microsoft.com/office/drawing/2014/main" id="{2102AA82-D8E7-4149-9FC5-0E55B9687142}"/>
                </a:ext>
              </a:extLst>
            </p:cNvPr>
            <p:cNvGrpSpPr>
              <a:grpSpLocks/>
            </p:cNvGrpSpPr>
            <p:nvPr/>
          </p:nvGrpSpPr>
          <p:grpSpPr bwMode="auto">
            <a:xfrm>
              <a:off x="5200" y="1396"/>
              <a:ext cx="258" cy="574"/>
              <a:chOff x="4140" y="429"/>
              <a:chExt cx="1425" cy="2396"/>
            </a:xfrm>
          </p:grpSpPr>
          <p:sp>
            <p:nvSpPr>
              <p:cNvPr id="12" name="Freeform 154">
                <a:extLst>
                  <a:ext uri="{FF2B5EF4-FFF2-40B4-BE49-F238E27FC236}">
                    <a16:creationId xmlns:a16="http://schemas.microsoft.com/office/drawing/2014/main" id="{4ABA3590-788E-A640-8340-D6788D8A7C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Rectangle 155">
                <a:extLst>
                  <a:ext uri="{FF2B5EF4-FFF2-40B4-BE49-F238E27FC236}">
                    <a16:creationId xmlns:a16="http://schemas.microsoft.com/office/drawing/2014/main" id="{BA5EDD97-668D-144C-8C2C-9618237304F1}"/>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 name="Freeform 156">
                <a:extLst>
                  <a:ext uri="{FF2B5EF4-FFF2-40B4-BE49-F238E27FC236}">
                    <a16:creationId xmlns:a16="http://schemas.microsoft.com/office/drawing/2014/main" id="{2D62D25E-0524-B641-AAD0-241CA458D29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157">
                <a:extLst>
                  <a:ext uri="{FF2B5EF4-FFF2-40B4-BE49-F238E27FC236}">
                    <a16:creationId xmlns:a16="http://schemas.microsoft.com/office/drawing/2014/main" id="{2A48AA36-9069-1545-BFAF-1DE1C7CB822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Rectangle 158">
                <a:extLst>
                  <a:ext uri="{FF2B5EF4-FFF2-40B4-BE49-F238E27FC236}">
                    <a16:creationId xmlns:a16="http://schemas.microsoft.com/office/drawing/2014/main" id="{C46736B1-4F91-F541-8A78-57B6CCE47A3A}"/>
                  </a:ext>
                </a:extLst>
              </p:cNvPr>
              <p:cNvSpPr>
                <a:spLocks noChangeArrowheads="1"/>
              </p:cNvSpPr>
              <p:nvPr/>
            </p:nvSpPr>
            <p:spPr bwMode="auto">
              <a:xfrm>
                <a:off x="4212" y="692"/>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8" name="Group 159">
                <a:extLst>
                  <a:ext uri="{FF2B5EF4-FFF2-40B4-BE49-F238E27FC236}">
                    <a16:creationId xmlns:a16="http://schemas.microsoft.com/office/drawing/2014/main" id="{58A0138B-7FFC-CD44-9B9E-6FB82DDE210D}"/>
                  </a:ext>
                </a:extLst>
              </p:cNvPr>
              <p:cNvGrpSpPr>
                <a:grpSpLocks/>
              </p:cNvGrpSpPr>
              <p:nvPr/>
            </p:nvGrpSpPr>
            <p:grpSpPr bwMode="auto">
              <a:xfrm>
                <a:off x="4749" y="668"/>
                <a:ext cx="581" cy="145"/>
                <a:chOff x="614" y="2568"/>
                <a:chExt cx="725" cy="139"/>
              </a:xfrm>
            </p:grpSpPr>
            <p:sp>
              <p:nvSpPr>
                <p:cNvPr id="43" name="AutoShape 160">
                  <a:extLst>
                    <a:ext uri="{FF2B5EF4-FFF2-40B4-BE49-F238E27FC236}">
                      <a16:creationId xmlns:a16="http://schemas.microsoft.com/office/drawing/2014/main" id="{A5FEEE84-EB21-BF47-A4F6-1E0F680B83EC}"/>
                    </a:ext>
                  </a:extLst>
                </p:cNvPr>
                <p:cNvSpPr>
                  <a:spLocks noChangeArrowheads="1"/>
                </p:cNvSpPr>
                <p:nvPr/>
              </p:nvSpPr>
              <p:spPr bwMode="auto">
                <a:xfrm>
                  <a:off x="612"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AutoShape 161">
                  <a:extLst>
                    <a:ext uri="{FF2B5EF4-FFF2-40B4-BE49-F238E27FC236}">
                      <a16:creationId xmlns:a16="http://schemas.microsoft.com/office/drawing/2014/main" id="{C8123062-722F-A642-9F03-DDE66E9B51C3}"/>
                    </a:ext>
                  </a:extLst>
                </p:cNvPr>
                <p:cNvSpPr>
                  <a:spLocks noChangeArrowheads="1"/>
                </p:cNvSpPr>
                <p:nvPr/>
              </p:nvSpPr>
              <p:spPr bwMode="auto">
                <a:xfrm>
                  <a:off x="626" y="2583"/>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 name="Rectangle 162">
                <a:extLst>
                  <a:ext uri="{FF2B5EF4-FFF2-40B4-BE49-F238E27FC236}">
                    <a16:creationId xmlns:a16="http://schemas.microsoft.com/office/drawing/2014/main" id="{C9020AB0-B17D-CB4F-A9B5-99244FB363D6}"/>
                  </a:ext>
                </a:extLst>
              </p:cNvPr>
              <p:cNvSpPr>
                <a:spLocks noChangeArrowheads="1"/>
              </p:cNvSpPr>
              <p:nvPr/>
            </p:nvSpPr>
            <p:spPr bwMode="auto">
              <a:xfrm>
                <a:off x="4223"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0" name="Group 163">
                <a:extLst>
                  <a:ext uri="{FF2B5EF4-FFF2-40B4-BE49-F238E27FC236}">
                    <a16:creationId xmlns:a16="http://schemas.microsoft.com/office/drawing/2014/main" id="{CE1259C3-A2E3-0149-B586-E73AACF0B1E8}"/>
                  </a:ext>
                </a:extLst>
              </p:cNvPr>
              <p:cNvGrpSpPr>
                <a:grpSpLocks/>
              </p:cNvGrpSpPr>
              <p:nvPr/>
            </p:nvGrpSpPr>
            <p:grpSpPr bwMode="auto">
              <a:xfrm>
                <a:off x="4747" y="994"/>
                <a:ext cx="581" cy="134"/>
                <a:chOff x="614" y="2568"/>
                <a:chExt cx="725" cy="139"/>
              </a:xfrm>
            </p:grpSpPr>
            <p:sp>
              <p:nvSpPr>
                <p:cNvPr id="41" name="AutoShape 164">
                  <a:extLst>
                    <a:ext uri="{FF2B5EF4-FFF2-40B4-BE49-F238E27FC236}">
                      <a16:creationId xmlns:a16="http://schemas.microsoft.com/office/drawing/2014/main" id="{D86524F2-6B03-3146-93C7-EA6450B7CC4F}"/>
                    </a:ext>
                  </a:extLst>
                </p:cNvPr>
                <p:cNvSpPr>
                  <a:spLocks noChangeArrowheads="1"/>
                </p:cNvSpPr>
                <p:nvPr/>
              </p:nvSpPr>
              <p:spPr bwMode="auto">
                <a:xfrm>
                  <a:off x="615" y="2566"/>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 name="AutoShape 165">
                  <a:extLst>
                    <a:ext uri="{FF2B5EF4-FFF2-40B4-BE49-F238E27FC236}">
                      <a16:creationId xmlns:a16="http://schemas.microsoft.com/office/drawing/2014/main" id="{6476B1C6-56E6-5B4A-8EB5-AE9CB1666D6B}"/>
                    </a:ext>
                  </a:extLst>
                </p:cNvPr>
                <p:cNvSpPr>
                  <a:spLocks noChangeArrowheads="1"/>
                </p:cNvSpPr>
                <p:nvPr/>
              </p:nvSpPr>
              <p:spPr bwMode="auto">
                <a:xfrm>
                  <a:off x="628"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1" name="Rectangle 166">
                <a:extLst>
                  <a:ext uri="{FF2B5EF4-FFF2-40B4-BE49-F238E27FC236}">
                    <a16:creationId xmlns:a16="http://schemas.microsoft.com/office/drawing/2014/main" id="{19AC0D5F-2746-3944-A6FE-00A27A7A895B}"/>
                  </a:ext>
                </a:extLst>
              </p:cNvPr>
              <p:cNvSpPr>
                <a:spLocks noChangeArrowheads="1"/>
              </p:cNvSpPr>
              <p:nvPr/>
            </p:nvSpPr>
            <p:spPr bwMode="auto">
              <a:xfrm>
                <a:off x="4217" y="1360"/>
                <a:ext cx="597" cy="46"/>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Rectangle 167">
                <a:extLst>
                  <a:ext uri="{FF2B5EF4-FFF2-40B4-BE49-F238E27FC236}">
                    <a16:creationId xmlns:a16="http://schemas.microsoft.com/office/drawing/2014/main" id="{51C0D0C0-5DDE-2749-8E54-4F5D8BBCC7D6}"/>
                  </a:ext>
                </a:extLst>
              </p:cNvPr>
              <p:cNvSpPr>
                <a:spLocks noChangeArrowheads="1"/>
              </p:cNvSpPr>
              <p:nvPr/>
            </p:nvSpPr>
            <p:spPr bwMode="auto">
              <a:xfrm>
                <a:off x="4228" y="1656"/>
                <a:ext cx="597" cy="46"/>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3" name="Group 168">
                <a:extLst>
                  <a:ext uri="{FF2B5EF4-FFF2-40B4-BE49-F238E27FC236}">
                    <a16:creationId xmlns:a16="http://schemas.microsoft.com/office/drawing/2014/main" id="{2835C54C-E01E-FF41-8541-1761149C6D60}"/>
                  </a:ext>
                </a:extLst>
              </p:cNvPr>
              <p:cNvGrpSpPr>
                <a:grpSpLocks/>
              </p:cNvGrpSpPr>
              <p:nvPr/>
            </p:nvGrpSpPr>
            <p:grpSpPr bwMode="auto">
              <a:xfrm>
                <a:off x="4735" y="1627"/>
                <a:ext cx="582" cy="151"/>
                <a:chOff x="614" y="2568"/>
                <a:chExt cx="725" cy="139"/>
              </a:xfrm>
            </p:grpSpPr>
            <p:sp>
              <p:nvSpPr>
                <p:cNvPr id="39" name="AutoShape 169">
                  <a:extLst>
                    <a:ext uri="{FF2B5EF4-FFF2-40B4-BE49-F238E27FC236}">
                      <a16:creationId xmlns:a16="http://schemas.microsoft.com/office/drawing/2014/main" id="{C174DDB7-5793-FE4E-9850-1A7EE0976BB0}"/>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AutoShape 170">
                  <a:extLst>
                    <a:ext uri="{FF2B5EF4-FFF2-40B4-BE49-F238E27FC236}">
                      <a16:creationId xmlns:a16="http://schemas.microsoft.com/office/drawing/2014/main" id="{CD6C8529-D6B3-AB49-AAC4-D6272A0472AC}"/>
                    </a:ext>
                  </a:extLst>
                </p:cNvPr>
                <p:cNvSpPr>
                  <a:spLocks noChangeArrowheads="1"/>
                </p:cNvSpPr>
                <p:nvPr/>
              </p:nvSpPr>
              <p:spPr bwMode="auto">
                <a:xfrm>
                  <a:off x="630" y="2583"/>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Freeform 171">
                <a:extLst>
                  <a:ext uri="{FF2B5EF4-FFF2-40B4-BE49-F238E27FC236}">
                    <a16:creationId xmlns:a16="http://schemas.microsoft.com/office/drawing/2014/main" id="{2368CE90-8A8A-B34E-A754-54A2CDC4DF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172">
                <a:extLst>
                  <a:ext uri="{FF2B5EF4-FFF2-40B4-BE49-F238E27FC236}">
                    <a16:creationId xmlns:a16="http://schemas.microsoft.com/office/drawing/2014/main" id="{6BEBC90B-C3CE-7D4B-BA74-8D2E9FB5860C}"/>
                  </a:ext>
                </a:extLst>
              </p:cNvPr>
              <p:cNvGrpSpPr>
                <a:grpSpLocks/>
              </p:cNvGrpSpPr>
              <p:nvPr/>
            </p:nvGrpSpPr>
            <p:grpSpPr bwMode="auto">
              <a:xfrm>
                <a:off x="4739" y="1327"/>
                <a:ext cx="582" cy="139"/>
                <a:chOff x="614" y="2568"/>
                <a:chExt cx="725" cy="139"/>
              </a:xfrm>
            </p:grpSpPr>
            <p:sp>
              <p:nvSpPr>
                <p:cNvPr id="37" name="AutoShape 173">
                  <a:extLst>
                    <a:ext uri="{FF2B5EF4-FFF2-40B4-BE49-F238E27FC236}">
                      <a16:creationId xmlns:a16="http://schemas.microsoft.com/office/drawing/2014/main" id="{AC94CA82-E128-0744-B46F-E756D9305C29}"/>
                    </a:ext>
                  </a:extLst>
                </p:cNvPr>
                <p:cNvSpPr>
                  <a:spLocks noChangeArrowheads="1"/>
                </p:cNvSpPr>
                <p:nvPr/>
              </p:nvSpPr>
              <p:spPr bwMode="auto">
                <a:xfrm>
                  <a:off x="611" y="2567"/>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 name="AutoShape 174">
                  <a:extLst>
                    <a:ext uri="{FF2B5EF4-FFF2-40B4-BE49-F238E27FC236}">
                      <a16:creationId xmlns:a16="http://schemas.microsoft.com/office/drawing/2014/main" id="{708F3622-CE87-8044-8A8E-FF1DDA451E05}"/>
                    </a:ext>
                  </a:extLst>
                </p:cNvPr>
                <p:cNvSpPr>
                  <a:spLocks noChangeArrowheads="1"/>
                </p:cNvSpPr>
                <p:nvPr/>
              </p:nvSpPr>
              <p:spPr bwMode="auto">
                <a:xfrm>
                  <a:off x="625" y="2584"/>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6" name="Rectangle 175">
                <a:extLst>
                  <a:ext uri="{FF2B5EF4-FFF2-40B4-BE49-F238E27FC236}">
                    <a16:creationId xmlns:a16="http://schemas.microsoft.com/office/drawing/2014/main" id="{3FE17BF0-39BE-F44D-9554-2D4B846E41F0}"/>
                  </a:ext>
                </a:extLst>
              </p:cNvPr>
              <p:cNvSpPr>
                <a:spLocks noChangeArrowheads="1"/>
              </p:cNvSpPr>
              <p:nvPr/>
            </p:nvSpPr>
            <p:spPr bwMode="auto">
              <a:xfrm>
                <a:off x="5250" y="429"/>
                <a:ext cx="66"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Freeform 176">
                <a:extLst>
                  <a:ext uri="{FF2B5EF4-FFF2-40B4-BE49-F238E27FC236}">
                    <a16:creationId xmlns:a16="http://schemas.microsoft.com/office/drawing/2014/main" id="{633D9845-5E25-474E-8BF7-FC1F0BD4CD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77">
                <a:extLst>
                  <a:ext uri="{FF2B5EF4-FFF2-40B4-BE49-F238E27FC236}">
                    <a16:creationId xmlns:a16="http://schemas.microsoft.com/office/drawing/2014/main" id="{78C34C93-2320-564F-ADFD-350C3AD55F7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Oval 178">
                <a:extLst>
                  <a:ext uri="{FF2B5EF4-FFF2-40B4-BE49-F238E27FC236}">
                    <a16:creationId xmlns:a16="http://schemas.microsoft.com/office/drawing/2014/main" id="{5424D659-B05B-BA43-836D-2FA5040B70B4}"/>
                  </a:ext>
                </a:extLst>
              </p:cNvPr>
              <p:cNvSpPr>
                <a:spLocks noChangeArrowheads="1"/>
              </p:cNvSpPr>
              <p:nvPr/>
            </p:nvSpPr>
            <p:spPr bwMode="auto">
              <a:xfrm>
                <a:off x="5515" y="2612"/>
                <a:ext cx="50"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 name="Freeform 179">
                <a:extLst>
                  <a:ext uri="{FF2B5EF4-FFF2-40B4-BE49-F238E27FC236}">
                    <a16:creationId xmlns:a16="http://schemas.microsoft.com/office/drawing/2014/main" id="{901B4BB8-C637-AE40-85D1-E590B5A63D3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AutoShape 180">
                <a:extLst>
                  <a:ext uri="{FF2B5EF4-FFF2-40B4-BE49-F238E27FC236}">
                    <a16:creationId xmlns:a16="http://schemas.microsoft.com/office/drawing/2014/main" id="{751300FB-CBCE-FB4E-84C9-1F4169450080}"/>
                  </a:ext>
                </a:extLst>
              </p:cNvPr>
              <p:cNvSpPr>
                <a:spLocks noChangeArrowheads="1"/>
              </p:cNvSpPr>
              <p:nvPr/>
            </p:nvSpPr>
            <p:spPr bwMode="auto">
              <a:xfrm>
                <a:off x="4140" y="2679"/>
                <a:ext cx="1199"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AutoShape 181">
                <a:extLst>
                  <a:ext uri="{FF2B5EF4-FFF2-40B4-BE49-F238E27FC236}">
                    <a16:creationId xmlns:a16="http://schemas.microsoft.com/office/drawing/2014/main" id="{14F80730-26F5-7849-BE0D-295114CEF5B6}"/>
                  </a:ext>
                </a:extLst>
              </p:cNvPr>
              <p:cNvSpPr>
                <a:spLocks noChangeArrowheads="1"/>
              </p:cNvSpPr>
              <p:nvPr/>
            </p:nvSpPr>
            <p:spPr bwMode="auto">
              <a:xfrm>
                <a:off x="4206" y="2712"/>
                <a:ext cx="1072"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182">
                <a:extLst>
                  <a:ext uri="{FF2B5EF4-FFF2-40B4-BE49-F238E27FC236}">
                    <a16:creationId xmlns:a16="http://schemas.microsoft.com/office/drawing/2014/main" id="{754B8C0E-A673-B848-BF9B-96DC9D86102F}"/>
                  </a:ext>
                </a:extLst>
              </p:cNvPr>
              <p:cNvSpPr>
                <a:spLocks noChangeArrowheads="1"/>
              </p:cNvSpPr>
              <p:nvPr/>
            </p:nvSpPr>
            <p:spPr bwMode="auto">
              <a:xfrm>
                <a:off x="4306" y="2383"/>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 name="Oval 183">
                <a:extLst>
                  <a:ext uri="{FF2B5EF4-FFF2-40B4-BE49-F238E27FC236}">
                    <a16:creationId xmlns:a16="http://schemas.microsoft.com/office/drawing/2014/main" id="{0850A2C2-5BDF-8644-B742-A1CE7E134263}"/>
                  </a:ext>
                </a:extLst>
              </p:cNvPr>
              <p:cNvSpPr>
                <a:spLocks noChangeArrowheads="1"/>
              </p:cNvSpPr>
              <p:nvPr/>
            </p:nvSpPr>
            <p:spPr bwMode="auto">
              <a:xfrm>
                <a:off x="4488" y="2383"/>
                <a:ext cx="160"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35" name="Oval 184">
                <a:extLst>
                  <a:ext uri="{FF2B5EF4-FFF2-40B4-BE49-F238E27FC236}">
                    <a16:creationId xmlns:a16="http://schemas.microsoft.com/office/drawing/2014/main" id="{542B7A1C-5166-F14C-99EB-9D369CD71BC7}"/>
                  </a:ext>
                </a:extLst>
              </p:cNvPr>
              <p:cNvSpPr>
                <a:spLocks noChangeArrowheads="1"/>
              </p:cNvSpPr>
              <p:nvPr/>
            </p:nvSpPr>
            <p:spPr bwMode="auto">
              <a:xfrm>
                <a:off x="4665" y="2383"/>
                <a:ext cx="155"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 name="Rectangle 185">
                <a:extLst>
                  <a:ext uri="{FF2B5EF4-FFF2-40B4-BE49-F238E27FC236}">
                    <a16:creationId xmlns:a16="http://schemas.microsoft.com/office/drawing/2014/main" id="{96E57170-1D21-3041-80C5-BCD5BCFE036B}"/>
                  </a:ext>
                </a:extLst>
              </p:cNvPr>
              <p:cNvSpPr>
                <a:spLocks noChangeArrowheads="1"/>
              </p:cNvSpPr>
              <p:nvPr/>
            </p:nvSpPr>
            <p:spPr bwMode="auto">
              <a:xfrm>
                <a:off x="5062" y="1836"/>
                <a:ext cx="83"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5" name="Rectangle 3">
            <a:extLst>
              <a:ext uri="{FF2B5EF4-FFF2-40B4-BE49-F238E27FC236}">
                <a16:creationId xmlns:a16="http://schemas.microsoft.com/office/drawing/2014/main" id="{B003BE48-58DC-5A4B-9250-A838A7C7044A}"/>
              </a:ext>
            </a:extLst>
          </p:cNvPr>
          <p:cNvSpPr txBox="1">
            <a:spLocks noChangeArrowheads="1"/>
          </p:cNvSpPr>
          <p:nvPr/>
        </p:nvSpPr>
        <p:spPr>
          <a:xfrm>
            <a:off x="727345" y="1393213"/>
            <a:ext cx="9863871" cy="15244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Denial of Service (DoS):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attackers make resources (server, bandwidth) unavailable to legitimate traffic by overwhelming resource with bogus traffic</a:t>
            </a:r>
          </a:p>
        </p:txBody>
      </p:sp>
      <p:sp>
        <p:nvSpPr>
          <p:cNvPr id="46" name="Rectangle 4">
            <a:extLst>
              <a:ext uri="{FF2B5EF4-FFF2-40B4-BE49-F238E27FC236}">
                <a16:creationId xmlns:a16="http://schemas.microsoft.com/office/drawing/2014/main" id="{CEF91AB4-C999-A54F-97F0-0D764C08F9FC}"/>
              </a:ext>
            </a:extLst>
          </p:cNvPr>
          <p:cNvSpPr>
            <a:spLocks noChangeArrowheads="1"/>
          </p:cNvSpPr>
          <p:nvPr/>
        </p:nvSpPr>
        <p:spPr bwMode="auto">
          <a:xfrm>
            <a:off x="1761658" y="3116853"/>
            <a:ext cx="4114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457200" marR="0" lvl="0" indent="-45720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select target</a:t>
            </a:r>
          </a:p>
        </p:txBody>
      </p:sp>
      <p:sp>
        <p:nvSpPr>
          <p:cNvPr id="47" name="Rectangle 5">
            <a:extLst>
              <a:ext uri="{FF2B5EF4-FFF2-40B4-BE49-F238E27FC236}">
                <a16:creationId xmlns:a16="http://schemas.microsoft.com/office/drawing/2014/main" id="{075D78BA-F2C2-D04E-8588-A73192FF0C2E}"/>
              </a:ext>
            </a:extLst>
          </p:cNvPr>
          <p:cNvSpPr>
            <a:spLocks noChangeArrowheads="1"/>
          </p:cNvSpPr>
          <p:nvPr/>
        </p:nvSpPr>
        <p:spPr bwMode="auto">
          <a:xfrm>
            <a:off x="1788645" y="3635965"/>
            <a:ext cx="3795713"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457200" marR="0" lvl="0" indent="-45720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2.</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break into hosts around the network (see botnet)</a:t>
            </a:r>
          </a:p>
          <a:p>
            <a:pPr marL="457200" marR="0" lvl="0" indent="-457200" algn="l" defTabSz="914400" rtl="0" eaLnBrk="1" fontAlgn="auto" latinLnBrk="0" hangingPunct="1">
              <a:lnSpc>
                <a:spcPct val="100000"/>
              </a:lnSpc>
              <a:spcBef>
                <a:spcPct val="20000"/>
              </a:spcBef>
              <a:spcAft>
                <a:spcPts val="0"/>
              </a:spcAft>
              <a:buClr>
                <a:srgbClr val="ED7D31"/>
              </a:buClr>
              <a:buSzPct val="85000"/>
              <a:buFont typeface="ZapfDingbats" charset="2"/>
              <a:buAutoNum type="arabicPeriod" startAt="2"/>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6">
            <a:extLst>
              <a:ext uri="{FF2B5EF4-FFF2-40B4-BE49-F238E27FC236}">
                <a16:creationId xmlns:a16="http://schemas.microsoft.com/office/drawing/2014/main" id="{9860933B-2B16-1242-A6CB-2A2E5DF5B1E1}"/>
              </a:ext>
            </a:extLst>
          </p:cNvPr>
          <p:cNvSpPr>
            <a:spLocks noChangeArrowheads="1"/>
          </p:cNvSpPr>
          <p:nvPr/>
        </p:nvSpPr>
        <p:spPr bwMode="auto">
          <a:xfrm>
            <a:off x="1728360" y="4894191"/>
            <a:ext cx="41148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457200" marR="0" lvl="0" indent="-45720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3.</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 packets to target from compromised hosts</a:t>
            </a:r>
          </a:p>
        </p:txBody>
      </p:sp>
      <p:grpSp>
        <p:nvGrpSpPr>
          <p:cNvPr id="49" name="Group 152">
            <a:extLst>
              <a:ext uri="{FF2B5EF4-FFF2-40B4-BE49-F238E27FC236}">
                <a16:creationId xmlns:a16="http://schemas.microsoft.com/office/drawing/2014/main" id="{34BB1FB3-F797-CE40-A303-F67D5EA0D714}"/>
              </a:ext>
            </a:extLst>
          </p:cNvPr>
          <p:cNvGrpSpPr>
            <a:grpSpLocks/>
          </p:cNvGrpSpPr>
          <p:nvPr/>
        </p:nvGrpSpPr>
        <p:grpSpPr bwMode="auto">
          <a:xfrm>
            <a:off x="6876086" y="3297818"/>
            <a:ext cx="2720975" cy="2674938"/>
            <a:chOff x="-262" y="2555"/>
            <a:chExt cx="1714" cy="1685"/>
          </a:xfrm>
        </p:grpSpPr>
        <p:sp>
          <p:nvSpPr>
            <p:cNvPr id="50" name="Line 63">
              <a:extLst>
                <a:ext uri="{FF2B5EF4-FFF2-40B4-BE49-F238E27FC236}">
                  <a16:creationId xmlns:a16="http://schemas.microsoft.com/office/drawing/2014/main" id="{240D789E-07A8-4A47-8526-9F3894E15754}"/>
                </a:ext>
              </a:extLst>
            </p:cNvPr>
            <p:cNvSpPr>
              <a:spLocks noChangeShapeType="1"/>
            </p:cNvSpPr>
            <p:nvPr/>
          </p:nvSpPr>
          <p:spPr bwMode="auto">
            <a:xfrm flipV="1">
              <a:off x="160" y="3261"/>
              <a:ext cx="436" cy="166"/>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64">
              <a:extLst>
                <a:ext uri="{FF2B5EF4-FFF2-40B4-BE49-F238E27FC236}">
                  <a16:creationId xmlns:a16="http://schemas.microsoft.com/office/drawing/2014/main" id="{8EA69BDD-6834-BA4E-8A9A-CDD3D334EE55}"/>
                </a:ext>
              </a:extLst>
            </p:cNvPr>
            <p:cNvSpPr>
              <a:spLocks noChangeShapeType="1"/>
            </p:cNvSpPr>
            <p:nvPr/>
          </p:nvSpPr>
          <p:spPr bwMode="auto">
            <a:xfrm flipV="1">
              <a:off x="413" y="3470"/>
              <a:ext cx="226" cy="324"/>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65">
              <a:extLst>
                <a:ext uri="{FF2B5EF4-FFF2-40B4-BE49-F238E27FC236}">
                  <a16:creationId xmlns:a16="http://schemas.microsoft.com/office/drawing/2014/main" id="{6F7FFC2D-076E-9641-9969-CA6045CBAFDB}"/>
                </a:ext>
              </a:extLst>
            </p:cNvPr>
            <p:cNvSpPr>
              <a:spLocks noChangeShapeType="1"/>
            </p:cNvSpPr>
            <p:nvPr/>
          </p:nvSpPr>
          <p:spPr bwMode="auto">
            <a:xfrm flipH="1" flipV="1">
              <a:off x="857" y="3410"/>
              <a:ext cx="595" cy="456"/>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66">
              <a:extLst>
                <a:ext uri="{FF2B5EF4-FFF2-40B4-BE49-F238E27FC236}">
                  <a16:creationId xmlns:a16="http://schemas.microsoft.com/office/drawing/2014/main" id="{411EA141-EA1B-9249-AC8C-AEFF840A4BBA}"/>
                </a:ext>
              </a:extLst>
            </p:cNvPr>
            <p:cNvSpPr>
              <a:spLocks noChangeShapeType="1"/>
            </p:cNvSpPr>
            <p:nvPr/>
          </p:nvSpPr>
          <p:spPr bwMode="auto">
            <a:xfrm>
              <a:off x="735" y="2555"/>
              <a:ext cx="16" cy="46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67">
              <a:extLst>
                <a:ext uri="{FF2B5EF4-FFF2-40B4-BE49-F238E27FC236}">
                  <a16:creationId xmlns:a16="http://schemas.microsoft.com/office/drawing/2014/main" id="{2980C73E-B307-9347-B762-286D7DB5F9C6}"/>
                </a:ext>
              </a:extLst>
            </p:cNvPr>
            <p:cNvSpPr>
              <a:spLocks noChangeShapeType="1"/>
            </p:cNvSpPr>
            <p:nvPr/>
          </p:nvSpPr>
          <p:spPr bwMode="auto">
            <a:xfrm flipH="1">
              <a:off x="829" y="3011"/>
              <a:ext cx="473" cy="181"/>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68">
              <a:extLst>
                <a:ext uri="{FF2B5EF4-FFF2-40B4-BE49-F238E27FC236}">
                  <a16:creationId xmlns:a16="http://schemas.microsoft.com/office/drawing/2014/main" id="{671BC8F5-6316-CD48-97A2-C38DE07E4202}"/>
                </a:ext>
              </a:extLst>
            </p:cNvPr>
            <p:cNvSpPr>
              <a:spLocks noChangeShapeType="1"/>
            </p:cNvSpPr>
            <p:nvPr/>
          </p:nvSpPr>
          <p:spPr bwMode="auto">
            <a:xfrm>
              <a:off x="-262" y="3083"/>
              <a:ext cx="879" cy="111"/>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69">
              <a:extLst>
                <a:ext uri="{FF2B5EF4-FFF2-40B4-BE49-F238E27FC236}">
                  <a16:creationId xmlns:a16="http://schemas.microsoft.com/office/drawing/2014/main" id="{8B7BCBEF-584C-F74E-80E0-8BC296AF69FA}"/>
                </a:ext>
              </a:extLst>
            </p:cNvPr>
            <p:cNvSpPr>
              <a:spLocks noChangeShapeType="1"/>
            </p:cNvSpPr>
            <p:nvPr/>
          </p:nvSpPr>
          <p:spPr bwMode="auto">
            <a:xfrm flipV="1">
              <a:off x="-201" y="3362"/>
              <a:ext cx="800" cy="649"/>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70">
              <a:extLst>
                <a:ext uri="{FF2B5EF4-FFF2-40B4-BE49-F238E27FC236}">
                  <a16:creationId xmlns:a16="http://schemas.microsoft.com/office/drawing/2014/main" id="{673660B3-2563-1141-BC2A-1820CBC9523A}"/>
                </a:ext>
              </a:extLst>
            </p:cNvPr>
            <p:cNvSpPr>
              <a:spLocks noChangeShapeType="1"/>
            </p:cNvSpPr>
            <p:nvPr/>
          </p:nvSpPr>
          <p:spPr bwMode="auto">
            <a:xfrm flipH="1">
              <a:off x="852" y="2623"/>
              <a:ext cx="352" cy="39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71">
              <a:extLst>
                <a:ext uri="{FF2B5EF4-FFF2-40B4-BE49-F238E27FC236}">
                  <a16:creationId xmlns:a16="http://schemas.microsoft.com/office/drawing/2014/main" id="{2AE70CDA-56D3-054F-9B05-C53E40B7ABB2}"/>
                </a:ext>
              </a:extLst>
            </p:cNvPr>
            <p:cNvSpPr>
              <a:spLocks noChangeShapeType="1"/>
            </p:cNvSpPr>
            <p:nvPr/>
          </p:nvSpPr>
          <p:spPr bwMode="auto">
            <a:xfrm flipV="1">
              <a:off x="494" y="3582"/>
              <a:ext cx="198" cy="65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72">
              <a:extLst>
                <a:ext uri="{FF2B5EF4-FFF2-40B4-BE49-F238E27FC236}">
                  <a16:creationId xmlns:a16="http://schemas.microsoft.com/office/drawing/2014/main" id="{D3EB0842-476A-254E-83F2-76A01FFE7250}"/>
                </a:ext>
              </a:extLst>
            </p:cNvPr>
            <p:cNvSpPr>
              <a:spLocks noChangeShapeType="1"/>
            </p:cNvSpPr>
            <p:nvPr/>
          </p:nvSpPr>
          <p:spPr bwMode="auto">
            <a:xfrm>
              <a:off x="162" y="2738"/>
              <a:ext cx="416" cy="25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Group 113">
            <a:extLst>
              <a:ext uri="{FF2B5EF4-FFF2-40B4-BE49-F238E27FC236}">
                <a16:creationId xmlns:a16="http://schemas.microsoft.com/office/drawing/2014/main" id="{10A7333E-A585-D14F-B6DB-52435ACF1824}"/>
              </a:ext>
            </a:extLst>
          </p:cNvPr>
          <p:cNvGrpSpPr>
            <a:grpSpLocks/>
          </p:cNvGrpSpPr>
          <p:nvPr/>
        </p:nvGrpSpPr>
        <p:grpSpPr bwMode="auto">
          <a:xfrm flipH="1">
            <a:off x="9041436" y="2937456"/>
            <a:ext cx="735012" cy="681037"/>
            <a:chOff x="-44" y="1473"/>
            <a:chExt cx="981" cy="1105"/>
          </a:xfrm>
        </p:grpSpPr>
        <p:pic>
          <p:nvPicPr>
            <p:cNvPr id="61" name="Picture 114" descr="desktop_computer_stylized_medium">
              <a:extLst>
                <a:ext uri="{FF2B5EF4-FFF2-40B4-BE49-F238E27FC236}">
                  <a16:creationId xmlns:a16="http://schemas.microsoft.com/office/drawing/2014/main" id="{01147AF7-C025-614C-95B2-DC5DF0AB4C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115">
              <a:extLst>
                <a:ext uri="{FF2B5EF4-FFF2-40B4-BE49-F238E27FC236}">
                  <a16:creationId xmlns:a16="http://schemas.microsoft.com/office/drawing/2014/main" id="{EBCFF3AE-DFA4-114F-8873-ED4B72E8B49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116">
            <a:extLst>
              <a:ext uri="{FF2B5EF4-FFF2-40B4-BE49-F238E27FC236}">
                <a16:creationId xmlns:a16="http://schemas.microsoft.com/office/drawing/2014/main" id="{A679AEDC-8797-7C4C-9512-CC63DE65687B}"/>
              </a:ext>
            </a:extLst>
          </p:cNvPr>
          <p:cNvGrpSpPr>
            <a:grpSpLocks/>
          </p:cNvGrpSpPr>
          <p:nvPr/>
        </p:nvGrpSpPr>
        <p:grpSpPr bwMode="auto">
          <a:xfrm flipH="1">
            <a:off x="9328773" y="3774068"/>
            <a:ext cx="735013" cy="681038"/>
            <a:chOff x="-44" y="1473"/>
            <a:chExt cx="981" cy="1105"/>
          </a:xfrm>
        </p:grpSpPr>
        <p:pic>
          <p:nvPicPr>
            <p:cNvPr id="64" name="Picture 117" descr="desktop_computer_stylized_medium">
              <a:extLst>
                <a:ext uri="{FF2B5EF4-FFF2-40B4-BE49-F238E27FC236}">
                  <a16:creationId xmlns:a16="http://schemas.microsoft.com/office/drawing/2014/main" id="{99C8CCE2-64C9-E548-A809-8ACB9E412A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Freeform 118">
              <a:extLst>
                <a:ext uri="{FF2B5EF4-FFF2-40B4-BE49-F238E27FC236}">
                  <a16:creationId xmlns:a16="http://schemas.microsoft.com/office/drawing/2014/main" id="{FD178B63-073D-904B-AB24-5180E69BD2F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119">
            <a:extLst>
              <a:ext uri="{FF2B5EF4-FFF2-40B4-BE49-F238E27FC236}">
                <a16:creationId xmlns:a16="http://schemas.microsoft.com/office/drawing/2014/main" id="{A4F38700-463B-DC46-9ECE-001F57B05085}"/>
              </a:ext>
            </a:extLst>
          </p:cNvPr>
          <p:cNvGrpSpPr>
            <a:grpSpLocks/>
          </p:cNvGrpSpPr>
          <p:nvPr/>
        </p:nvGrpSpPr>
        <p:grpSpPr bwMode="auto">
          <a:xfrm flipH="1">
            <a:off x="9387511" y="4475743"/>
            <a:ext cx="735012" cy="681038"/>
            <a:chOff x="-44" y="1473"/>
            <a:chExt cx="981" cy="1105"/>
          </a:xfrm>
        </p:grpSpPr>
        <p:pic>
          <p:nvPicPr>
            <p:cNvPr id="67" name="Picture 120" descr="desktop_computer_stylized_medium">
              <a:extLst>
                <a:ext uri="{FF2B5EF4-FFF2-40B4-BE49-F238E27FC236}">
                  <a16:creationId xmlns:a16="http://schemas.microsoft.com/office/drawing/2014/main" id="{3A3D357D-C23A-4346-93FC-BEE43FD511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Freeform 121">
              <a:extLst>
                <a:ext uri="{FF2B5EF4-FFF2-40B4-BE49-F238E27FC236}">
                  <a16:creationId xmlns:a16="http://schemas.microsoft.com/office/drawing/2014/main" id="{AB59AC13-2896-E340-8D89-AD696502F6B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122">
            <a:extLst>
              <a:ext uri="{FF2B5EF4-FFF2-40B4-BE49-F238E27FC236}">
                <a16:creationId xmlns:a16="http://schemas.microsoft.com/office/drawing/2014/main" id="{0D817B4B-4AD3-C14B-AE56-7E65C40EB005}"/>
              </a:ext>
            </a:extLst>
          </p:cNvPr>
          <p:cNvGrpSpPr>
            <a:grpSpLocks/>
          </p:cNvGrpSpPr>
          <p:nvPr/>
        </p:nvGrpSpPr>
        <p:grpSpPr bwMode="auto">
          <a:xfrm flipH="1">
            <a:off x="9424023" y="5256793"/>
            <a:ext cx="735013" cy="681038"/>
            <a:chOff x="-44" y="1473"/>
            <a:chExt cx="981" cy="1105"/>
          </a:xfrm>
        </p:grpSpPr>
        <p:pic>
          <p:nvPicPr>
            <p:cNvPr id="70" name="Picture 123" descr="desktop_computer_stylized_medium">
              <a:extLst>
                <a:ext uri="{FF2B5EF4-FFF2-40B4-BE49-F238E27FC236}">
                  <a16:creationId xmlns:a16="http://schemas.microsoft.com/office/drawing/2014/main" id="{D67B6E62-62DF-E440-84A6-40CD76C264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124">
              <a:extLst>
                <a:ext uri="{FF2B5EF4-FFF2-40B4-BE49-F238E27FC236}">
                  <a16:creationId xmlns:a16="http://schemas.microsoft.com/office/drawing/2014/main" id="{BFE0D576-BA51-9845-8319-80EBFDCB87E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2" name="Group 125">
            <a:extLst>
              <a:ext uri="{FF2B5EF4-FFF2-40B4-BE49-F238E27FC236}">
                <a16:creationId xmlns:a16="http://schemas.microsoft.com/office/drawing/2014/main" id="{26C51172-8D8D-7A48-AF47-2DEAA12AA6D8}"/>
              </a:ext>
            </a:extLst>
          </p:cNvPr>
          <p:cNvGrpSpPr>
            <a:grpSpLocks/>
          </p:cNvGrpSpPr>
          <p:nvPr/>
        </p:nvGrpSpPr>
        <p:grpSpPr bwMode="auto">
          <a:xfrm flipH="1">
            <a:off x="8079411" y="3066043"/>
            <a:ext cx="735012" cy="681038"/>
            <a:chOff x="-44" y="1473"/>
            <a:chExt cx="981" cy="1105"/>
          </a:xfrm>
        </p:grpSpPr>
        <p:pic>
          <p:nvPicPr>
            <p:cNvPr id="73" name="Picture 126" descr="desktop_computer_stylized_medium">
              <a:extLst>
                <a:ext uri="{FF2B5EF4-FFF2-40B4-BE49-F238E27FC236}">
                  <a16:creationId xmlns:a16="http://schemas.microsoft.com/office/drawing/2014/main" id="{69C5B0D9-2504-0549-B400-71295C40B5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Freeform 127">
              <a:extLst>
                <a:ext uri="{FF2B5EF4-FFF2-40B4-BE49-F238E27FC236}">
                  <a16:creationId xmlns:a16="http://schemas.microsoft.com/office/drawing/2014/main" id="{9E974D9F-ACEC-1344-B5C8-FF8AAB7F540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5" name="Group 128">
            <a:extLst>
              <a:ext uri="{FF2B5EF4-FFF2-40B4-BE49-F238E27FC236}">
                <a16:creationId xmlns:a16="http://schemas.microsoft.com/office/drawing/2014/main" id="{9C958751-0861-8C42-9DE0-5B95FEB2EAF1}"/>
              </a:ext>
            </a:extLst>
          </p:cNvPr>
          <p:cNvGrpSpPr>
            <a:grpSpLocks/>
          </p:cNvGrpSpPr>
          <p:nvPr/>
        </p:nvGrpSpPr>
        <p:grpSpPr bwMode="auto">
          <a:xfrm flipH="1">
            <a:off x="7074523" y="3127956"/>
            <a:ext cx="735013" cy="681037"/>
            <a:chOff x="-44" y="1473"/>
            <a:chExt cx="981" cy="1105"/>
          </a:xfrm>
        </p:grpSpPr>
        <p:pic>
          <p:nvPicPr>
            <p:cNvPr id="76" name="Picture 129" descr="desktop_computer_stylized_medium">
              <a:extLst>
                <a:ext uri="{FF2B5EF4-FFF2-40B4-BE49-F238E27FC236}">
                  <a16:creationId xmlns:a16="http://schemas.microsoft.com/office/drawing/2014/main" id="{BAB817CE-0790-2B4E-B65F-A6498BE9CB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30">
              <a:extLst>
                <a:ext uri="{FF2B5EF4-FFF2-40B4-BE49-F238E27FC236}">
                  <a16:creationId xmlns:a16="http://schemas.microsoft.com/office/drawing/2014/main" id="{EFC5C2B3-2D8A-6747-B184-076FA411FE9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134">
            <a:extLst>
              <a:ext uri="{FF2B5EF4-FFF2-40B4-BE49-F238E27FC236}">
                <a16:creationId xmlns:a16="http://schemas.microsoft.com/office/drawing/2014/main" id="{87DE748A-5111-7641-85D8-040FC10E7AFB}"/>
              </a:ext>
            </a:extLst>
          </p:cNvPr>
          <p:cNvGrpSpPr>
            <a:grpSpLocks/>
          </p:cNvGrpSpPr>
          <p:nvPr/>
        </p:nvGrpSpPr>
        <p:grpSpPr bwMode="auto">
          <a:xfrm flipH="1">
            <a:off x="6358561" y="3832806"/>
            <a:ext cx="735012" cy="681037"/>
            <a:chOff x="-44" y="1473"/>
            <a:chExt cx="981" cy="1105"/>
          </a:xfrm>
        </p:grpSpPr>
        <p:pic>
          <p:nvPicPr>
            <p:cNvPr id="79" name="Picture 135" descr="desktop_computer_stylized_medium">
              <a:extLst>
                <a:ext uri="{FF2B5EF4-FFF2-40B4-BE49-F238E27FC236}">
                  <a16:creationId xmlns:a16="http://schemas.microsoft.com/office/drawing/2014/main" id="{636D1BB9-AB82-8944-82FF-E59A7BD5E9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36">
              <a:extLst>
                <a:ext uri="{FF2B5EF4-FFF2-40B4-BE49-F238E27FC236}">
                  <a16:creationId xmlns:a16="http://schemas.microsoft.com/office/drawing/2014/main" id="{1B6337C3-6A6A-3247-B100-E450F3744EF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Group 137">
            <a:extLst>
              <a:ext uri="{FF2B5EF4-FFF2-40B4-BE49-F238E27FC236}">
                <a16:creationId xmlns:a16="http://schemas.microsoft.com/office/drawing/2014/main" id="{7EE5AE12-F723-1844-BF7D-895F4D162FD6}"/>
              </a:ext>
            </a:extLst>
          </p:cNvPr>
          <p:cNvGrpSpPr>
            <a:grpSpLocks/>
          </p:cNvGrpSpPr>
          <p:nvPr/>
        </p:nvGrpSpPr>
        <p:grpSpPr bwMode="auto">
          <a:xfrm flipH="1">
            <a:off x="6990386" y="4567818"/>
            <a:ext cx="735012" cy="681038"/>
            <a:chOff x="-44" y="1473"/>
            <a:chExt cx="981" cy="1105"/>
          </a:xfrm>
        </p:grpSpPr>
        <p:pic>
          <p:nvPicPr>
            <p:cNvPr id="82" name="Picture 138" descr="desktop_computer_stylized_medium">
              <a:extLst>
                <a:ext uri="{FF2B5EF4-FFF2-40B4-BE49-F238E27FC236}">
                  <a16:creationId xmlns:a16="http://schemas.microsoft.com/office/drawing/2014/main" id="{66F3AA24-FB01-0448-9AF5-44833FAC73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Freeform 139">
              <a:extLst>
                <a:ext uri="{FF2B5EF4-FFF2-40B4-BE49-F238E27FC236}">
                  <a16:creationId xmlns:a16="http://schemas.microsoft.com/office/drawing/2014/main" id="{F76D9B25-D392-6E4A-8438-3E7A671FB6D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4" name="Group 140">
            <a:extLst>
              <a:ext uri="{FF2B5EF4-FFF2-40B4-BE49-F238E27FC236}">
                <a16:creationId xmlns:a16="http://schemas.microsoft.com/office/drawing/2014/main" id="{2D102063-F0AD-F642-9447-16BE27DA9172}"/>
              </a:ext>
            </a:extLst>
          </p:cNvPr>
          <p:cNvGrpSpPr>
            <a:grpSpLocks/>
          </p:cNvGrpSpPr>
          <p:nvPr/>
        </p:nvGrpSpPr>
        <p:grpSpPr bwMode="auto">
          <a:xfrm flipH="1">
            <a:off x="7520611" y="5177418"/>
            <a:ext cx="735012" cy="681038"/>
            <a:chOff x="-44" y="1473"/>
            <a:chExt cx="981" cy="1105"/>
          </a:xfrm>
        </p:grpSpPr>
        <p:pic>
          <p:nvPicPr>
            <p:cNvPr id="85" name="Picture 141" descr="desktop_computer_stylized_medium">
              <a:extLst>
                <a:ext uri="{FF2B5EF4-FFF2-40B4-BE49-F238E27FC236}">
                  <a16:creationId xmlns:a16="http://schemas.microsoft.com/office/drawing/2014/main" id="{D5D011E5-F7A0-DA49-81C5-F47FA6BE69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Freeform 142">
              <a:extLst>
                <a:ext uri="{FF2B5EF4-FFF2-40B4-BE49-F238E27FC236}">
                  <a16:creationId xmlns:a16="http://schemas.microsoft.com/office/drawing/2014/main" id="{071EB120-A48C-5541-A035-75E75050CB6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143">
            <a:extLst>
              <a:ext uri="{FF2B5EF4-FFF2-40B4-BE49-F238E27FC236}">
                <a16:creationId xmlns:a16="http://schemas.microsoft.com/office/drawing/2014/main" id="{C3CAAC65-E33C-344E-BA73-EDB94437CA1F}"/>
              </a:ext>
            </a:extLst>
          </p:cNvPr>
          <p:cNvGrpSpPr>
            <a:grpSpLocks/>
          </p:cNvGrpSpPr>
          <p:nvPr/>
        </p:nvGrpSpPr>
        <p:grpSpPr bwMode="auto">
          <a:xfrm flipH="1">
            <a:off x="6598273" y="5467931"/>
            <a:ext cx="735013" cy="681037"/>
            <a:chOff x="-44" y="1473"/>
            <a:chExt cx="981" cy="1105"/>
          </a:xfrm>
        </p:grpSpPr>
        <p:pic>
          <p:nvPicPr>
            <p:cNvPr id="88" name="Picture 144" descr="desktop_computer_stylized_medium">
              <a:extLst>
                <a:ext uri="{FF2B5EF4-FFF2-40B4-BE49-F238E27FC236}">
                  <a16:creationId xmlns:a16="http://schemas.microsoft.com/office/drawing/2014/main" id="{FAF13606-284B-D544-8976-8A32823F7C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Freeform 145">
              <a:extLst>
                <a:ext uri="{FF2B5EF4-FFF2-40B4-BE49-F238E27FC236}">
                  <a16:creationId xmlns:a16="http://schemas.microsoft.com/office/drawing/2014/main" id="{591D49EF-BC84-FF48-8AB6-8F0B28E3822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46">
            <a:extLst>
              <a:ext uri="{FF2B5EF4-FFF2-40B4-BE49-F238E27FC236}">
                <a16:creationId xmlns:a16="http://schemas.microsoft.com/office/drawing/2014/main" id="{476E2AF9-489F-A04E-A23A-81549329EA21}"/>
              </a:ext>
            </a:extLst>
          </p:cNvPr>
          <p:cNvGrpSpPr>
            <a:grpSpLocks/>
          </p:cNvGrpSpPr>
          <p:nvPr/>
        </p:nvGrpSpPr>
        <p:grpSpPr bwMode="auto">
          <a:xfrm flipH="1">
            <a:off x="7790486" y="5974343"/>
            <a:ext cx="735012" cy="681038"/>
            <a:chOff x="-44" y="1473"/>
            <a:chExt cx="981" cy="1105"/>
          </a:xfrm>
        </p:grpSpPr>
        <p:pic>
          <p:nvPicPr>
            <p:cNvPr id="91" name="Picture 147" descr="desktop_computer_stylized_medium">
              <a:extLst>
                <a:ext uri="{FF2B5EF4-FFF2-40B4-BE49-F238E27FC236}">
                  <a16:creationId xmlns:a16="http://schemas.microsoft.com/office/drawing/2014/main" id="{D31CCA85-16F8-CF40-9FD2-361C58F0C1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Freeform 148">
              <a:extLst>
                <a:ext uri="{FF2B5EF4-FFF2-40B4-BE49-F238E27FC236}">
                  <a16:creationId xmlns:a16="http://schemas.microsoft.com/office/drawing/2014/main" id="{4B061CF6-50E2-0C4F-8DA2-97A8C0438F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3" name="Group 149">
            <a:extLst>
              <a:ext uri="{FF2B5EF4-FFF2-40B4-BE49-F238E27FC236}">
                <a16:creationId xmlns:a16="http://schemas.microsoft.com/office/drawing/2014/main" id="{BC019584-C571-0243-9746-D5FAF9049856}"/>
              </a:ext>
            </a:extLst>
          </p:cNvPr>
          <p:cNvGrpSpPr>
            <a:grpSpLocks/>
          </p:cNvGrpSpPr>
          <p:nvPr/>
        </p:nvGrpSpPr>
        <p:grpSpPr bwMode="auto">
          <a:xfrm flipH="1">
            <a:off x="8535023" y="5585406"/>
            <a:ext cx="735013" cy="681037"/>
            <a:chOff x="-44" y="1473"/>
            <a:chExt cx="981" cy="1105"/>
          </a:xfrm>
        </p:grpSpPr>
        <p:pic>
          <p:nvPicPr>
            <p:cNvPr id="94" name="Picture 150" descr="desktop_computer_stylized_medium">
              <a:extLst>
                <a:ext uri="{FF2B5EF4-FFF2-40B4-BE49-F238E27FC236}">
                  <a16:creationId xmlns:a16="http://schemas.microsoft.com/office/drawing/2014/main" id="{008D1F22-90A3-BE4F-BA4C-262C33588E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51">
              <a:extLst>
                <a:ext uri="{FF2B5EF4-FFF2-40B4-BE49-F238E27FC236}">
                  <a16:creationId xmlns:a16="http://schemas.microsoft.com/office/drawing/2014/main" id="{87AB5A67-132D-0D48-9235-45C2FC56AE8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6" name="Group 89">
            <a:extLst>
              <a:ext uri="{FF2B5EF4-FFF2-40B4-BE49-F238E27FC236}">
                <a16:creationId xmlns:a16="http://schemas.microsoft.com/office/drawing/2014/main" id="{A6B06288-15F9-FA41-9711-4E4611B1C7A3}"/>
              </a:ext>
            </a:extLst>
          </p:cNvPr>
          <p:cNvGrpSpPr>
            <a:grpSpLocks/>
          </p:cNvGrpSpPr>
          <p:nvPr/>
        </p:nvGrpSpPr>
        <p:grpSpPr bwMode="auto">
          <a:xfrm>
            <a:off x="6383961" y="3005718"/>
            <a:ext cx="3525837" cy="3408363"/>
            <a:chOff x="2920" y="1824"/>
            <a:chExt cx="2221" cy="2147"/>
          </a:xfrm>
        </p:grpSpPr>
        <p:pic>
          <p:nvPicPr>
            <p:cNvPr id="97" name="Picture 7">
              <a:extLst>
                <a:ext uri="{FF2B5EF4-FFF2-40B4-BE49-F238E27FC236}">
                  <a16:creationId xmlns:a16="http://schemas.microsoft.com/office/drawing/2014/main" id="{D8D05F46-329F-7746-A822-2566BD6248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67" y="192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98" name="Picture 54">
              <a:extLst>
                <a:ext uri="{FF2B5EF4-FFF2-40B4-BE49-F238E27FC236}">
                  <a16:creationId xmlns:a16="http://schemas.microsoft.com/office/drawing/2014/main" id="{E0C724BB-6735-2F4C-B320-8B57ABD11D7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21" y="192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99" name="Picture 55">
              <a:extLst>
                <a:ext uri="{FF2B5EF4-FFF2-40B4-BE49-F238E27FC236}">
                  <a16:creationId xmlns:a16="http://schemas.microsoft.com/office/drawing/2014/main" id="{43360ABB-D0D2-114B-8A10-C625284905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0" y="2376"/>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0" name="Picture 56">
              <a:extLst>
                <a:ext uri="{FF2B5EF4-FFF2-40B4-BE49-F238E27FC236}">
                  <a16:creationId xmlns:a16="http://schemas.microsoft.com/office/drawing/2014/main" id="{7FEBFDE8-0666-7A45-8B5B-A74E50C0AD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0" y="2803"/>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1" name="Picture 57">
              <a:extLst>
                <a:ext uri="{FF2B5EF4-FFF2-40B4-BE49-F238E27FC236}">
                  <a16:creationId xmlns:a16="http://schemas.microsoft.com/office/drawing/2014/main" id="{C1327435-8A3A-3549-A5BE-B588A97766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20" y="3230"/>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2" name="Picture 58">
              <a:extLst>
                <a:ext uri="{FF2B5EF4-FFF2-40B4-BE49-F238E27FC236}">
                  <a16:creationId xmlns:a16="http://schemas.microsoft.com/office/drawing/2014/main" id="{9F15F78D-2BDD-5041-95EA-4372AE3201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7" y="3692"/>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3" name="Picture 59">
              <a:extLst>
                <a:ext uri="{FF2B5EF4-FFF2-40B4-BE49-F238E27FC236}">
                  <a16:creationId xmlns:a16="http://schemas.microsoft.com/office/drawing/2014/main" id="{589B9A7E-C72C-3642-8499-4288D926EA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44" y="3308"/>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4" name="Picture 60">
              <a:extLst>
                <a:ext uri="{FF2B5EF4-FFF2-40B4-BE49-F238E27FC236}">
                  <a16:creationId xmlns:a16="http://schemas.microsoft.com/office/drawing/2014/main" id="{FB16E4F5-EE33-084D-83BA-FA88374C85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8" y="2339"/>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5" name="Picture 61">
              <a:extLst>
                <a:ext uri="{FF2B5EF4-FFF2-40B4-BE49-F238E27FC236}">
                  <a16:creationId xmlns:a16="http://schemas.microsoft.com/office/drawing/2014/main" id="{72D217B6-6EB5-454E-A6D1-F8907DA44BA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4" y="3395"/>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pic>
          <p:nvPicPr>
            <p:cNvPr id="106" name="Picture 62">
              <a:extLst>
                <a:ext uri="{FF2B5EF4-FFF2-40B4-BE49-F238E27FC236}">
                  <a16:creationId xmlns:a16="http://schemas.microsoft.com/office/drawing/2014/main" id="{D388E590-7D12-084D-B4AB-9486F64CAB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2" y="1824"/>
              <a:ext cx="29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0">
                  <a:solidFill>
                    <a:srgbClr val="000000"/>
                  </a:solidFill>
                  <a:miter lim="800000"/>
                  <a:headEnd/>
                  <a:tailEnd/>
                </a14:hiddenLine>
              </a:ext>
            </a:extLst>
          </p:spPr>
        </p:pic>
      </p:grpSp>
      <p:sp>
        <p:nvSpPr>
          <p:cNvPr id="107" name="Slide Number Placeholder 5">
            <a:extLst>
              <a:ext uri="{FF2B5EF4-FFF2-40B4-BE49-F238E27FC236}">
                <a16:creationId xmlns:a16="http://schemas.microsoft.com/office/drawing/2014/main" id="{CEA3DD75-9DAB-5E4A-B3E0-855D2D494AC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64</a:t>
            </a:fld>
            <a:endParaRPr lang="en-US" dirty="0"/>
          </a:p>
        </p:txBody>
      </p:sp>
    </p:spTree>
    <p:extLst>
      <p:ext uri="{BB962C8B-B14F-4D97-AF65-F5344CB8AC3E}">
        <p14:creationId xmlns:p14="http://schemas.microsoft.com/office/powerpoint/2010/main" val="17172335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47"/>
                                        </p:tgtEl>
                                        <p:attrNameLst>
                                          <p:attrName>style.visibility</p:attrName>
                                        </p:attrNameLst>
                                      </p:cBhvr>
                                      <p:to>
                                        <p:strVal val="visible"/>
                                      </p:to>
                                    </p:set>
                                  </p:childTnLst>
                                </p:cTn>
                              </p:par>
                              <p:par>
                                <p:cTn id="13" presetID="9" presetClass="entr" presetSubtype="0" fill="hold" nodeType="withEffect">
                                  <p:stCondLst>
                                    <p:cond delay="0"/>
                                  </p:stCondLst>
                                  <p:childTnLst>
                                    <p:set>
                                      <p:cBhvr>
                                        <p:cTn id="14" dur="1" fill="hold">
                                          <p:stCondLst>
                                            <p:cond delay="0"/>
                                          </p:stCondLst>
                                        </p:cTn>
                                        <p:tgtEl>
                                          <p:spTgt spid="96"/>
                                        </p:tgtEl>
                                        <p:attrNameLst>
                                          <p:attrName>style.visibility</p:attrName>
                                        </p:attrNameLst>
                                      </p:cBhvr>
                                      <p:to>
                                        <p:strVal val="visible"/>
                                      </p:to>
                                    </p:set>
                                    <p:animEffect transition="in" filter="dissolve">
                                      <p:cBhvr>
                                        <p:cTn id="15" dur="500"/>
                                        <p:tgtEl>
                                          <p:spTgt spid="96"/>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499"/>
                                          </p:stCondLst>
                                        </p:cTn>
                                        <p:tgtEl>
                                          <p:spTgt spid="48"/>
                                        </p:tgtEl>
                                        <p:attrNameLst>
                                          <p:attrName>style.visibility</p:attrName>
                                        </p:attrNameLst>
                                      </p:cBhvr>
                                      <p:to>
                                        <p:strVal val="visible"/>
                                      </p:to>
                                    </p:set>
                                  </p:childTnLst>
                                </p:cTn>
                              </p:par>
                            </p:childTnLst>
                          </p:cTn>
                        </p:par>
                        <p:par>
                          <p:cTn id="20" fill="hold">
                            <p:stCondLst>
                              <p:cond delay="500"/>
                            </p:stCondLst>
                            <p:childTnLst>
                              <p:par>
                                <p:cTn id="21" presetID="9" presetClass="entr" presetSubtype="0" fill="hold" nodeType="after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dissolve">
                                      <p:cBhvr>
                                        <p:cTn id="23"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build="p" autoUpdateAnimBg="0"/>
      <p:bldP spid="47" grpId="0" autoUpdateAnimBg="0"/>
      <p:bldP spid="48"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800" dirty="0">
                <a:ea typeface="ＭＳ Ｐゴシック" panose="020B0600070205080204" pitchFamily="34" charset="-128"/>
              </a:rPr>
              <a:t>Lines of defense:</a:t>
            </a:r>
          </a:p>
        </p:txBody>
      </p:sp>
      <p:sp>
        <p:nvSpPr>
          <p:cNvPr id="107" name="Rectangle 5">
            <a:extLst>
              <a:ext uri="{FF2B5EF4-FFF2-40B4-BE49-F238E27FC236}">
                <a16:creationId xmlns:a16="http://schemas.microsoft.com/office/drawing/2014/main" id="{D84190AA-4C98-7443-80BC-E0D9833E133B}"/>
              </a:ext>
            </a:extLst>
          </p:cNvPr>
          <p:cNvSpPr txBox="1">
            <a:spLocks noChangeArrowheads="1"/>
          </p:cNvSpPr>
          <p:nvPr/>
        </p:nvSpPr>
        <p:spPr>
          <a:xfrm>
            <a:off x="841312" y="1344535"/>
            <a:ext cx="10342830" cy="4892492"/>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authentication: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proving you are who you say you are</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cellular networks provides hardware identity via SIM card; no such hardware assist in traditional Internet</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confidentiality: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via encryption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integrity checks: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digital signatures prevent/detect tampering</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access restrictions: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password-protected VPNs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Arial" panose="020B0604020202020204" pitchFamily="34" charset="0"/>
                <a:cs typeface="+mn-cs"/>
              </a:rPr>
              <a:t>firewalls: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specialized “middleboxes” in access and core networks:</a:t>
            </a:r>
          </a:p>
          <a:p>
            <a:pPr marL="1143000" marR="0" lvl="2" indent="-228600" algn="l" defTabSz="914400" rtl="0" eaLnBrk="1" fontAlgn="auto" latinLnBrk="0" hangingPunct="1">
              <a:lnSpc>
                <a:spcPct val="90000"/>
              </a:lnSpc>
              <a:spcBef>
                <a:spcPts val="500"/>
              </a:spcBef>
              <a:spcAft>
                <a:spcPts val="0"/>
              </a:spcAft>
              <a:buClrTx/>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off-by-default: filter incoming packets to restrict senders, receivers, applications </a:t>
            </a:r>
          </a:p>
          <a:p>
            <a:pPr marL="1143000" marR="0" lvl="2" indent="-228600" algn="l" defTabSz="914400" rtl="0" eaLnBrk="1" fontAlgn="auto" latinLnBrk="0" hangingPunct="1">
              <a:lnSpc>
                <a:spcPct val="90000"/>
              </a:lnSpc>
              <a:spcBef>
                <a:spcPts val="500"/>
              </a:spcBef>
              <a:spcAft>
                <a:spcPts val="0"/>
              </a:spcAft>
              <a:buClrTx/>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detecting/reacting to DOS attacks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endParaRPr>
          </a:p>
        </p:txBody>
      </p:sp>
      <p:sp>
        <p:nvSpPr>
          <p:cNvPr id="108" name="Rectangle 59">
            <a:extLst>
              <a:ext uri="{FF2B5EF4-FFF2-40B4-BE49-F238E27FC236}">
                <a16:creationId xmlns:a16="http://schemas.microsoft.com/office/drawing/2014/main" id="{4B074355-3ACB-6147-AE01-22519F6E692A}"/>
              </a:ext>
            </a:extLst>
          </p:cNvPr>
          <p:cNvSpPr>
            <a:spLocks noChangeArrowheads="1"/>
          </p:cNvSpPr>
          <p:nvPr/>
        </p:nvSpPr>
        <p:spPr bwMode="auto">
          <a:xfrm>
            <a:off x="1080914" y="6172356"/>
            <a:ext cx="10250759" cy="685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mn-ea"/>
                <a:cs typeface="+mn-cs"/>
              </a:rPr>
              <a:t>… lots more on security (throughout, Chapter 8)</a:t>
            </a:r>
          </a:p>
        </p:txBody>
      </p:sp>
      <p:sp>
        <p:nvSpPr>
          <p:cNvPr id="5" name="Slide Number Placeholder 5">
            <a:extLst>
              <a:ext uri="{FF2B5EF4-FFF2-40B4-BE49-F238E27FC236}">
                <a16:creationId xmlns:a16="http://schemas.microsoft.com/office/drawing/2014/main" id="{CA9EEA19-549B-C742-97A6-691F12A256B4}"/>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65</a:t>
            </a:fld>
            <a:endParaRPr lang="en-US" dirty="0"/>
          </a:p>
        </p:txBody>
      </p:sp>
    </p:spTree>
    <p:extLst>
      <p:ext uri="{BB962C8B-B14F-4D97-AF65-F5344CB8AC3E}">
        <p14:creationId xmlns:p14="http://schemas.microsoft.com/office/powerpoint/2010/main" val="2256639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xEl>
                                              <p:pRg st="0" end="0"/>
                                            </p:txEl>
                                          </p:spTgt>
                                        </p:tgtEl>
                                        <p:attrNameLst>
                                          <p:attrName>style.visibility</p:attrName>
                                        </p:attrNameLst>
                                      </p:cBhvr>
                                      <p:to>
                                        <p:strVal val="visible"/>
                                      </p:to>
                                    </p:set>
                                    <p:animEffect transition="in" filter="dissolve">
                                      <p:cBhvr>
                                        <p:cTn id="7" dur="500"/>
                                        <p:tgtEl>
                                          <p:spTgt spid="10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7">
                                            <p:txEl>
                                              <p:pRg st="1" end="1"/>
                                            </p:txEl>
                                          </p:spTgt>
                                        </p:tgtEl>
                                        <p:attrNameLst>
                                          <p:attrName>style.visibility</p:attrName>
                                        </p:attrNameLst>
                                      </p:cBhvr>
                                      <p:to>
                                        <p:strVal val="visible"/>
                                      </p:to>
                                    </p:set>
                                    <p:animEffect transition="in" filter="dissolve">
                                      <p:cBhvr>
                                        <p:cTn id="10" dur="500"/>
                                        <p:tgtEl>
                                          <p:spTgt spid="107">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07">
                                            <p:txEl>
                                              <p:pRg st="2" end="2"/>
                                            </p:txEl>
                                          </p:spTgt>
                                        </p:tgtEl>
                                        <p:attrNameLst>
                                          <p:attrName>style.visibility</p:attrName>
                                        </p:attrNameLst>
                                      </p:cBhvr>
                                      <p:to>
                                        <p:strVal val="visible"/>
                                      </p:to>
                                    </p:set>
                                    <p:animEffect transition="in" filter="dissolve">
                                      <p:cBhvr>
                                        <p:cTn id="15" dur="500"/>
                                        <p:tgtEl>
                                          <p:spTgt spid="107">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07">
                                            <p:txEl>
                                              <p:pRg st="3" end="3"/>
                                            </p:txEl>
                                          </p:spTgt>
                                        </p:tgtEl>
                                        <p:attrNameLst>
                                          <p:attrName>style.visibility</p:attrName>
                                        </p:attrNameLst>
                                      </p:cBhvr>
                                      <p:to>
                                        <p:strVal val="visible"/>
                                      </p:to>
                                    </p:set>
                                    <p:animEffect transition="in" filter="dissolve">
                                      <p:cBhvr>
                                        <p:cTn id="20" dur="500"/>
                                        <p:tgtEl>
                                          <p:spTgt spid="107">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07">
                                            <p:txEl>
                                              <p:pRg st="4" end="4"/>
                                            </p:txEl>
                                          </p:spTgt>
                                        </p:tgtEl>
                                        <p:attrNameLst>
                                          <p:attrName>style.visibility</p:attrName>
                                        </p:attrNameLst>
                                      </p:cBhvr>
                                      <p:to>
                                        <p:strVal val="visible"/>
                                      </p:to>
                                    </p:set>
                                    <p:animEffect transition="in" filter="dissolve">
                                      <p:cBhvr>
                                        <p:cTn id="25" dur="500"/>
                                        <p:tgtEl>
                                          <p:spTgt spid="107">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7">
                                            <p:txEl>
                                              <p:pRg st="5" end="5"/>
                                            </p:txEl>
                                          </p:spTgt>
                                        </p:tgtEl>
                                        <p:attrNameLst>
                                          <p:attrName>style.visibility</p:attrName>
                                        </p:attrNameLst>
                                      </p:cBhvr>
                                      <p:to>
                                        <p:strVal val="visible"/>
                                      </p:to>
                                    </p:set>
                                    <p:animEffect transition="in" filter="dissolve">
                                      <p:cBhvr>
                                        <p:cTn id="30" dur="500"/>
                                        <p:tgtEl>
                                          <p:spTgt spid="107">
                                            <p:txEl>
                                              <p:pRg st="5" end="5"/>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07">
                                            <p:txEl>
                                              <p:pRg st="6" end="6"/>
                                            </p:txEl>
                                          </p:spTgt>
                                        </p:tgtEl>
                                        <p:attrNameLst>
                                          <p:attrName>style.visibility</p:attrName>
                                        </p:attrNameLst>
                                      </p:cBhvr>
                                      <p:to>
                                        <p:strVal val="visible"/>
                                      </p:to>
                                    </p:set>
                                    <p:animEffect transition="in" filter="dissolve">
                                      <p:cBhvr>
                                        <p:cTn id="33" dur="500"/>
                                        <p:tgtEl>
                                          <p:spTgt spid="107">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107">
                                            <p:txEl>
                                              <p:pRg st="7" end="7"/>
                                            </p:txEl>
                                          </p:spTgt>
                                        </p:tgtEl>
                                        <p:attrNameLst>
                                          <p:attrName>style.visibility</p:attrName>
                                        </p:attrNameLst>
                                      </p:cBhvr>
                                      <p:to>
                                        <p:strVal val="visible"/>
                                      </p:to>
                                    </p:set>
                                    <p:animEffect transition="in" filter="dissolve">
                                      <p:cBhvr>
                                        <p:cTn id="36" dur="500"/>
                                        <p:tgtEl>
                                          <p:spTgt spid="107">
                                            <p:txEl>
                                              <p:pRg st="7" end="7"/>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108"/>
                                        </p:tgtEl>
                                        <p:attrNameLst>
                                          <p:attrName>style.visibility</p:attrName>
                                        </p:attrNameLst>
                                      </p:cBhvr>
                                      <p:to>
                                        <p:strVal val="visible"/>
                                      </p:to>
                                    </p:set>
                                    <p:animEffect transition="in" filter="dissolve">
                                      <p:cBhvr>
                                        <p:cTn id="41"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66</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Security</a:t>
            </a:r>
          </a:p>
          <a:p>
            <a:pPr marL="403225" indent="-285750">
              <a:spcBef>
                <a:spcPts val="800"/>
              </a:spcBef>
              <a:buClr>
                <a:srgbClr val="0000A8"/>
              </a:buClr>
            </a:pPr>
            <a:r>
              <a:rPr lang="en-US" altLang="en-US" sz="3200" dirty="0">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68817EC6-8DF7-E64F-9CA4-BFB8E60908E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46478113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Protocol </a:t>
            </a:r>
            <a:r>
              <a:rPr lang="en-US" altLang="en-US" dirty="0">
                <a:ea typeface="ＭＳ Ｐゴシック" panose="020B0600070205080204" pitchFamily="34" charset="-128"/>
              </a:rPr>
              <a:t>“l</a:t>
            </a:r>
            <a:r>
              <a:rPr lang="en-US" altLang="ja-JP" sz="4400" dirty="0">
                <a:ea typeface="ＭＳ Ｐゴシック" panose="020B0600070205080204" pitchFamily="34" charset="-128"/>
              </a:rPr>
              <a:t>ayers</a:t>
            </a:r>
            <a:r>
              <a:rPr lang="en-US" altLang="ja-JP" dirty="0">
                <a:ea typeface="ＭＳ Ｐゴシック" panose="020B0600070205080204" pitchFamily="34" charset="-128"/>
              </a:rPr>
              <a:t>”</a:t>
            </a:r>
            <a:r>
              <a:rPr lang="en-US" altLang="ja-JP" sz="4400" dirty="0">
                <a:ea typeface="ＭＳ Ｐゴシック" panose="020B0600070205080204" pitchFamily="34" charset="-128"/>
              </a:rPr>
              <a:t> and reference </a:t>
            </a:r>
            <a:r>
              <a:rPr lang="en-US" altLang="ja-JP" dirty="0">
                <a:ea typeface="ＭＳ Ｐゴシック" panose="020B0600070205080204" pitchFamily="34" charset="-128"/>
              </a:rPr>
              <a:t>m</a:t>
            </a:r>
            <a:r>
              <a:rPr lang="en-US" altLang="ja-JP" sz="4400" dirty="0">
                <a:ea typeface="ＭＳ Ｐゴシック" panose="020B0600070205080204" pitchFamily="34" charset="-128"/>
              </a:rPr>
              <a:t>odels</a:t>
            </a:r>
            <a:endParaRPr lang="en-US" altLang="en-US" sz="4400" dirty="0">
              <a:ea typeface="ＭＳ Ｐゴシック" panose="020B0600070205080204" pitchFamily="34" charset="-128"/>
            </a:endParaRPr>
          </a:p>
        </p:txBody>
      </p:sp>
      <p:sp>
        <p:nvSpPr>
          <p:cNvPr id="45" name="Rectangle 3">
            <a:extLst>
              <a:ext uri="{FF2B5EF4-FFF2-40B4-BE49-F238E27FC236}">
                <a16:creationId xmlns:a16="http://schemas.microsoft.com/office/drawing/2014/main" id="{B003BE48-58DC-5A4B-9250-A838A7C7044A}"/>
              </a:ext>
            </a:extLst>
          </p:cNvPr>
          <p:cNvSpPr txBox="1">
            <a:spLocks noChangeArrowheads="1"/>
          </p:cNvSpPr>
          <p:nvPr/>
        </p:nvSpPr>
        <p:spPr>
          <a:xfrm>
            <a:off x="800566" y="1575775"/>
            <a:ext cx="5615905" cy="50498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Networks are complex,</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 many “</a:t>
            </a:r>
            <a:r>
              <a:rPr kumimoji="0" lang="en-US" altLang="ja-JP" sz="3600" b="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pieces”: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hosts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links of various media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hardware, software</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endPar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1" name="Rectangle 4">
            <a:extLst>
              <a:ext uri="{FF2B5EF4-FFF2-40B4-BE49-F238E27FC236}">
                <a16:creationId xmlns:a16="http://schemas.microsoft.com/office/drawing/2014/main" id="{1B4EE37F-42F3-2442-ACAD-B722241FF92E}"/>
              </a:ext>
            </a:extLst>
          </p:cNvPr>
          <p:cNvSpPr txBox="1">
            <a:spLocks noChangeArrowheads="1"/>
          </p:cNvSpPr>
          <p:nvPr/>
        </p:nvSpPr>
        <p:spPr>
          <a:xfrm>
            <a:off x="6584274" y="1539452"/>
            <a:ext cx="4531739" cy="43430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7800" marR="0" lvl="0" indent="-47625" defTabSz="914400" rtl="0" eaLnBrk="1" fontAlgn="auto" latinLnBrk="0" hangingPunct="1">
              <a:lnSpc>
                <a:spcPct val="90000"/>
              </a:lnSpc>
              <a:spcBef>
                <a:spcPts val="1000"/>
              </a:spcBef>
              <a:spcAft>
                <a:spcPts val="0"/>
              </a:spcAft>
              <a:buClr>
                <a:srgbClr val="0000A3"/>
              </a:buClr>
              <a:buSzTx/>
              <a:buFont typeface="Wingdings" pitchFamily="2" charset="2"/>
              <a:buNone/>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Question:</a:t>
            </a:r>
            <a:r>
              <a:rPr kumimoji="0" lang="en-US" altLang="en-US" sz="2400" b="0" i="0" u="sng"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any hope of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structure of network?</a:t>
            </a:r>
          </a:p>
          <a:p>
            <a:pPr marL="522288" indent="-223838"/>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and/or our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discussion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networks?</a:t>
            </a:r>
          </a:p>
        </p:txBody>
      </p:sp>
      <p:sp>
        <p:nvSpPr>
          <p:cNvPr id="5" name="Slide Number Placeholder 5">
            <a:extLst>
              <a:ext uri="{FF2B5EF4-FFF2-40B4-BE49-F238E27FC236}">
                <a16:creationId xmlns:a16="http://schemas.microsoft.com/office/drawing/2014/main" id="{6A309F33-D0A0-8D42-AC5B-CD3063143204}"/>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67</a:t>
            </a:fld>
            <a:endParaRPr lang="en-US" dirty="0"/>
          </a:p>
        </p:txBody>
      </p:sp>
    </p:spTree>
    <p:extLst>
      <p:ext uri="{BB962C8B-B14F-4D97-AF65-F5344CB8AC3E}">
        <p14:creationId xmlns:p14="http://schemas.microsoft.com/office/powerpoint/2010/main" val="4061570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7" name="Rectangle 3">
            <a:extLst>
              <a:ext uri="{FF2B5EF4-FFF2-40B4-BE49-F238E27FC236}">
                <a16:creationId xmlns:a16="http://schemas.microsoft.com/office/drawing/2014/main" id="{CC3583CD-CBDD-864E-8D26-0A29FF1403C0}"/>
              </a:ext>
            </a:extLst>
          </p:cNvPr>
          <p:cNvSpPr txBox="1">
            <a:spLocks noChangeArrowheads="1"/>
          </p:cNvSpPr>
          <p:nvPr/>
        </p:nvSpPr>
        <p:spPr>
          <a:xfrm>
            <a:off x="2345096" y="6081243"/>
            <a:ext cx="9529651" cy="542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90000"/>
              </a:lnSpc>
              <a:spcBef>
                <a:spcPts val="1000"/>
              </a:spcBef>
              <a:spcAft>
                <a:spcPts val="0"/>
              </a:spcAft>
              <a:buClr>
                <a:srgbClr val="0000A3"/>
              </a:buClr>
              <a:buSzTx/>
              <a:tabLst/>
              <a:defRPr/>
            </a:pPr>
            <a:r>
              <a:rPr kumimoji="0" lang="en-US" altLang="en-US"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 series of steps, involving many services</a:t>
            </a:r>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935719"/>
            <a:ext cx="3719769" cy="2847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ticket (purchase)</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baggage (check)</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gates (load)</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runway takeoff</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endPar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9420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ticket (complain)</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baggage (claim)</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gates (unload)</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runway landing</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389746" y="4831320"/>
            <a:ext cx="357079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airplane routing</a:t>
            </a:r>
          </a:p>
        </p:txBody>
      </p:sp>
      <p:sp>
        <p:nvSpPr>
          <p:cNvPr id="12" name="Freeform 8">
            <a:extLst>
              <a:ext uri="{FF2B5EF4-FFF2-40B4-BE49-F238E27FC236}">
                <a16:creationId xmlns:a16="http://schemas.microsoft.com/office/drawing/2014/main" id="{F85E233E-0BC2-2743-AB47-FA853651C08B}"/>
              </a:ext>
            </a:extLst>
          </p:cNvPr>
          <p:cNvSpPr>
            <a:spLocks/>
          </p:cNvSpPr>
          <p:nvPr/>
        </p:nvSpPr>
        <p:spPr bwMode="auto">
          <a:xfrm>
            <a:off x="879891" y="2080182"/>
            <a:ext cx="7827767" cy="3289301"/>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Lst>
            <a:ahLst/>
            <a:cxnLst>
              <a:cxn ang="0">
                <a:pos x="connsiteX0" y="connsiteY0"/>
              </a:cxn>
              <a:cxn ang="0">
                <a:pos x="connsiteX1" y="connsiteY1"/>
              </a:cxn>
              <a:cxn ang="0">
                <a:pos x="connsiteX2" y="connsiteY2"/>
              </a:cxn>
              <a:cxn ang="0">
                <a:pos x="connsiteX3" y="connsiteY3"/>
              </a:cxn>
            </a:cxnLst>
            <a:rect l="l" t="t" r="r" b="b"/>
            <a:pathLst>
              <a:path w="8459" h="10000">
                <a:moveTo>
                  <a:pt x="0" y="0"/>
                </a:moveTo>
                <a:cubicBezTo>
                  <a:pt x="3" y="2793"/>
                  <a:pt x="7" y="5585"/>
                  <a:pt x="10" y="8378"/>
                </a:cubicBezTo>
                <a:lnTo>
                  <a:pt x="1961" y="9961"/>
                </a:lnTo>
                <a:lnTo>
                  <a:pt x="8459" y="10000"/>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3" name="Freeform 2">
            <a:extLst>
              <a:ext uri="{FF2B5EF4-FFF2-40B4-BE49-F238E27FC236}">
                <a16:creationId xmlns:a16="http://schemas.microsoft.com/office/drawing/2014/main" id="{D9478D4E-B913-5E48-A41F-691CE28FDFE4}"/>
              </a:ext>
            </a:extLst>
          </p:cNvPr>
          <p:cNvSpPr/>
          <p:nvPr/>
        </p:nvSpPr>
        <p:spPr>
          <a:xfrm flipH="1">
            <a:off x="8627458" y="2106453"/>
            <a:ext cx="1822537" cy="3263030"/>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 name="Rectangle 3">
            <a:extLst>
              <a:ext uri="{FF2B5EF4-FFF2-40B4-BE49-F238E27FC236}">
                <a16:creationId xmlns:a16="http://schemas.microsoft.com/office/drawing/2014/main" id="{B089D51D-215F-BA43-9D35-CA7FEB77B669}"/>
              </a:ext>
            </a:extLst>
          </p:cNvPr>
          <p:cNvSpPr txBox="1">
            <a:spLocks noChangeArrowheads="1"/>
          </p:cNvSpPr>
          <p:nvPr/>
        </p:nvSpPr>
        <p:spPr>
          <a:xfrm>
            <a:off x="1882900" y="5634038"/>
            <a:ext cx="9529651" cy="542925"/>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would you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define/discuss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system</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airline travel?</a:t>
            </a:r>
          </a:p>
        </p:txBody>
      </p:sp>
      <p:cxnSp>
        <p:nvCxnSpPr>
          <p:cNvPr id="5" name="Straight Arrow Connector 4">
            <a:extLst>
              <a:ext uri="{FF2B5EF4-FFF2-40B4-BE49-F238E27FC236}">
                <a16:creationId xmlns:a16="http://schemas.microsoft.com/office/drawing/2014/main" id="{3FCB9233-79E6-BA4F-9D93-E564447F7C10}"/>
              </a:ext>
            </a:extLst>
          </p:cNvPr>
          <p:cNvCxnSpPr/>
          <p:nvPr/>
        </p:nvCxnSpPr>
        <p:spPr>
          <a:xfrm>
            <a:off x="1564598" y="1798817"/>
            <a:ext cx="760001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E558E98-4E3D-6E48-9595-2F6059226384}"/>
              </a:ext>
            </a:extLst>
          </p:cNvPr>
          <p:cNvSpPr txBox="1"/>
          <p:nvPr/>
        </p:nvSpPr>
        <p:spPr>
          <a:xfrm>
            <a:off x="2473378" y="1558977"/>
            <a:ext cx="5581913" cy="461665"/>
          </a:xfrm>
          <a:prstGeom prst="rect">
            <a:avLst/>
          </a:prstGeom>
          <a:solidFill>
            <a:schemeClr val="bg1"/>
          </a:solidFill>
        </p:spPr>
        <p:txBody>
          <a:bodyPr wrap="none" rtlCol="0">
            <a:spAutoFit/>
          </a:bodyPr>
          <a:lstStyle/>
          <a:p>
            <a:r>
              <a:rPr lang="en-US" sz="2400" i="1" dirty="0"/>
              <a:t>end-to-end transfer of person plus baggage</a:t>
            </a:r>
          </a:p>
        </p:txBody>
      </p:sp>
      <p:grpSp>
        <p:nvGrpSpPr>
          <p:cNvPr id="21" name="Group 20">
            <a:extLst>
              <a:ext uri="{FF2B5EF4-FFF2-40B4-BE49-F238E27FC236}">
                <a16:creationId xmlns:a16="http://schemas.microsoft.com/office/drawing/2014/main" id="{58B89B52-D8A0-B841-AE4D-367CE4C080B3}"/>
              </a:ext>
            </a:extLst>
          </p:cNvPr>
          <p:cNvGrpSpPr/>
          <p:nvPr/>
        </p:nvGrpSpPr>
        <p:grpSpPr>
          <a:xfrm>
            <a:off x="4267725" y="1021517"/>
            <a:ext cx="1528763" cy="620713"/>
            <a:chOff x="-1042195" y="4302698"/>
            <a:chExt cx="1528763" cy="620713"/>
          </a:xfrm>
        </p:grpSpPr>
        <p:pic>
          <p:nvPicPr>
            <p:cNvPr id="22" name="Picture 11" descr="yylgaifm[1]">
              <a:extLst>
                <a:ext uri="{FF2B5EF4-FFF2-40B4-BE49-F238E27FC236}">
                  <a16:creationId xmlns:a16="http://schemas.microsoft.com/office/drawing/2014/main" id="{07194610-EC25-D04B-8A29-162F15606C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042195" y="4463036"/>
              <a:ext cx="15287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Line 12">
              <a:extLst>
                <a:ext uri="{FF2B5EF4-FFF2-40B4-BE49-F238E27FC236}">
                  <a16:creationId xmlns:a16="http://schemas.microsoft.com/office/drawing/2014/main" id="{F2D1C1C2-445D-BD44-9E5D-B94BC5DF4100}"/>
                </a:ext>
              </a:extLst>
            </p:cNvPr>
            <p:cNvSpPr>
              <a:spLocks noChangeShapeType="1"/>
            </p:cNvSpPr>
            <p:nvPr/>
          </p:nvSpPr>
          <p:spPr bwMode="auto">
            <a:xfrm>
              <a:off x="-561182" y="43026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3">
              <a:extLst>
                <a:ext uri="{FF2B5EF4-FFF2-40B4-BE49-F238E27FC236}">
                  <a16:creationId xmlns:a16="http://schemas.microsoft.com/office/drawing/2014/main" id="{E3D0F8A1-57E5-0348-B7BD-5D6EB952C368}"/>
                </a:ext>
              </a:extLst>
            </p:cNvPr>
            <p:cNvSpPr>
              <a:spLocks noChangeShapeType="1"/>
            </p:cNvSpPr>
            <p:nvPr/>
          </p:nvSpPr>
          <p:spPr bwMode="auto">
            <a:xfrm>
              <a:off x="-408782" y="44550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4">
              <a:extLst>
                <a:ext uri="{FF2B5EF4-FFF2-40B4-BE49-F238E27FC236}">
                  <a16:creationId xmlns:a16="http://schemas.microsoft.com/office/drawing/2014/main" id="{41A01E04-873D-7D43-8A11-021CF72C1963}"/>
                </a:ext>
              </a:extLst>
            </p:cNvPr>
            <p:cNvSpPr>
              <a:spLocks noChangeShapeType="1"/>
            </p:cNvSpPr>
            <p:nvPr/>
          </p:nvSpPr>
          <p:spPr bwMode="auto">
            <a:xfrm>
              <a:off x="-256382" y="4607498"/>
              <a:ext cx="450850" cy="1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 name="Slide Number Placeholder 5">
            <a:extLst>
              <a:ext uri="{FF2B5EF4-FFF2-40B4-BE49-F238E27FC236}">
                <a16:creationId xmlns:a16="http://schemas.microsoft.com/office/drawing/2014/main" id="{EC03A291-3ABD-5A48-BE94-CDE7BE41DBA1}"/>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68</a:t>
            </a:fld>
            <a:endParaRPr lang="en-US" dirty="0"/>
          </a:p>
        </p:txBody>
      </p:sp>
    </p:spTree>
    <p:extLst>
      <p:ext uri="{BB962C8B-B14F-4D97-AF65-F5344CB8AC3E}">
        <p14:creationId xmlns:p14="http://schemas.microsoft.com/office/powerpoint/2010/main" val="15213471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5">
                                            <p:txEl>
                                              <p:pRg st="0" end="0"/>
                                            </p:txEl>
                                          </p:spTgt>
                                        </p:tgtEl>
                                      </p:cBhvr>
                                    </p:animEffect>
                                    <p:set>
                                      <p:cBhvr>
                                        <p:cTn id="12" dur="1" fill="hold">
                                          <p:stCondLst>
                                            <p:cond delay="499"/>
                                          </p:stCondLst>
                                        </p:cTn>
                                        <p:tgtEl>
                                          <p:spTgt spid="15">
                                            <p:txEl>
                                              <p:pRg st="0" end="0"/>
                                            </p:txEl>
                                          </p:spTgt>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1000"/>
                                        <p:tgtEl>
                                          <p:spTgt spid="12"/>
                                        </p:tgtEl>
                                      </p:cBhvr>
                                    </p:animEffect>
                                  </p:childTnLst>
                                </p:cTn>
                              </p:par>
                              <p:par>
                                <p:cTn id="21" presetID="22" presetClass="entr" presetSubtype="1"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up)">
                                      <p:cBhvr>
                                        <p:cTn id="23" dur="1000"/>
                                        <p:tgtEl>
                                          <p:spTgt spid="9"/>
                                        </p:tgtEl>
                                      </p:cBhvr>
                                    </p:animEffect>
                                  </p:childTnLst>
                                </p:cTn>
                              </p:par>
                            </p:childTnLst>
                          </p:cTn>
                        </p:par>
                        <p:par>
                          <p:cTn id="24" fill="hold">
                            <p:stCondLst>
                              <p:cond delay="1000"/>
                            </p:stCondLst>
                            <p:childTnLst>
                              <p:par>
                                <p:cTn id="25" presetID="22" presetClass="entr" presetSubtype="8"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left)">
                                      <p:cBhvr>
                                        <p:cTn id="27" dur="10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1000"/>
                                        <p:tgtEl>
                                          <p:spTgt spid="10"/>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down)">
                                      <p:cBhvr>
                                        <p:cTn id="3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p:bldP spid="11" grpId="0"/>
      <p:bldP spid="12" grpId="0" animBg="1"/>
      <p:bldP spid="3" grpId="0" animBg="1"/>
      <p:bldP spid="15" grpId="0" build="allAtOnce"/>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D3D16B69-45D9-7743-ADEA-3DAD4240D5C8}"/>
              </a:ext>
            </a:extLst>
          </p:cNvPr>
          <p:cNvGrpSpPr/>
          <p:nvPr/>
        </p:nvGrpSpPr>
        <p:grpSpPr>
          <a:xfrm>
            <a:off x="464981" y="2052861"/>
            <a:ext cx="10432006" cy="2708042"/>
            <a:chOff x="464981" y="1753061"/>
            <a:chExt cx="10432006" cy="2708042"/>
          </a:xfrm>
        </p:grpSpPr>
        <p:sp>
          <p:nvSpPr>
            <p:cNvPr id="41" name="Rectangle 40">
              <a:extLst>
                <a:ext uri="{FF2B5EF4-FFF2-40B4-BE49-F238E27FC236}">
                  <a16:creationId xmlns:a16="http://schemas.microsoft.com/office/drawing/2014/main" id="{5425220C-9838-8D45-9BAA-2D96FF83A2F1}"/>
                </a:ext>
              </a:extLst>
            </p:cNvPr>
            <p:cNvSpPr/>
            <p:nvPr/>
          </p:nvSpPr>
          <p:spPr>
            <a:xfrm>
              <a:off x="464981" y="4061418"/>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DD8EE791-0739-6F48-8733-238C908C9A99}"/>
                </a:ext>
              </a:extLst>
            </p:cNvPr>
            <p:cNvSpPr/>
            <p:nvPr/>
          </p:nvSpPr>
          <p:spPr>
            <a:xfrm>
              <a:off x="475506" y="3495132"/>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Rectangle 38">
              <a:extLst>
                <a:ext uri="{FF2B5EF4-FFF2-40B4-BE49-F238E27FC236}">
                  <a16:creationId xmlns:a16="http://schemas.microsoft.com/office/drawing/2014/main" id="{B68A0430-7325-D84E-8C11-99062FE5509D}"/>
                </a:ext>
              </a:extLst>
            </p:cNvPr>
            <p:cNvSpPr/>
            <p:nvPr/>
          </p:nvSpPr>
          <p:spPr>
            <a:xfrm>
              <a:off x="470508" y="294543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Rectangle 37">
              <a:extLst>
                <a:ext uri="{FF2B5EF4-FFF2-40B4-BE49-F238E27FC236}">
                  <a16:creationId xmlns:a16="http://schemas.microsoft.com/office/drawing/2014/main" id="{5632A966-C6C7-424C-80FC-0FFB2F0BC371}"/>
                </a:ext>
              </a:extLst>
            </p:cNvPr>
            <p:cNvSpPr/>
            <p:nvPr/>
          </p:nvSpPr>
          <p:spPr>
            <a:xfrm>
              <a:off x="471525" y="2357714"/>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0458753E-88F3-B34F-B3B9-946C3E6C15F1}"/>
                </a:ext>
              </a:extLst>
            </p:cNvPr>
            <p:cNvSpPr/>
            <p:nvPr/>
          </p:nvSpPr>
          <p:spPr>
            <a:xfrm>
              <a:off x="464982" y="1753061"/>
              <a:ext cx="10421481" cy="39968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3F1839DF-A204-F147-901F-403EDC096FCD}"/>
              </a:ext>
            </a:extLst>
          </p:cNvPr>
          <p:cNvGrpSpPr/>
          <p:nvPr/>
        </p:nvGrpSpPr>
        <p:grpSpPr>
          <a:xfrm>
            <a:off x="7572969" y="1945699"/>
            <a:ext cx="2929467" cy="2895601"/>
            <a:chOff x="1574800" y="1788319"/>
            <a:chExt cx="2929467" cy="2895601"/>
          </a:xfrm>
        </p:grpSpPr>
        <p:sp>
          <p:nvSpPr>
            <p:cNvPr id="28" name="Rectangle 27">
              <a:extLst>
                <a:ext uri="{FF2B5EF4-FFF2-40B4-BE49-F238E27FC236}">
                  <a16:creationId xmlns:a16="http://schemas.microsoft.com/office/drawing/2014/main" id="{E615A186-9ECD-7646-A746-B390E05134BE}"/>
                </a:ext>
              </a:extLst>
            </p:cNvPr>
            <p:cNvSpPr/>
            <p:nvPr/>
          </p:nvSpPr>
          <p:spPr>
            <a:xfrm>
              <a:off x="1591733" y="17883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69ED9F09-CF30-0E4F-B280-1114E1973095}"/>
                </a:ext>
              </a:extLst>
            </p:cNvPr>
            <p:cNvCxnSpPr>
              <a:cxnSpLocks/>
            </p:cNvCxnSpPr>
            <p:nvPr/>
          </p:nvCxnSpPr>
          <p:spPr>
            <a:xfrm>
              <a:off x="1574800" y="24214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7190042-F4C0-EC46-9AF0-FF1083E60F8B}"/>
                </a:ext>
              </a:extLst>
            </p:cNvPr>
            <p:cNvCxnSpPr>
              <a:cxnSpLocks/>
            </p:cNvCxnSpPr>
            <p:nvPr/>
          </p:nvCxnSpPr>
          <p:spPr>
            <a:xfrm>
              <a:off x="1574800" y="30096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DEF134E-EA30-E347-8AE4-94F83CF21DB0}"/>
                </a:ext>
              </a:extLst>
            </p:cNvPr>
            <p:cNvCxnSpPr>
              <a:cxnSpLocks/>
            </p:cNvCxnSpPr>
            <p:nvPr/>
          </p:nvCxnSpPr>
          <p:spPr>
            <a:xfrm>
              <a:off x="1574800" y="35814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C8AEB97-F690-7742-BC15-87C7C38DE30C}"/>
                </a:ext>
              </a:extLst>
            </p:cNvPr>
            <p:cNvCxnSpPr>
              <a:cxnSpLocks/>
            </p:cNvCxnSpPr>
            <p:nvPr/>
          </p:nvCxnSpPr>
          <p:spPr>
            <a:xfrm>
              <a:off x="1574800" y="41151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 name="Rectangle 3">
            <a:extLst>
              <a:ext uri="{FF2B5EF4-FFF2-40B4-BE49-F238E27FC236}">
                <a16:creationId xmlns:a16="http://schemas.microsoft.com/office/drawing/2014/main" id="{73438F92-3E54-F248-B85E-6C7214C6DAB3}"/>
              </a:ext>
            </a:extLst>
          </p:cNvPr>
          <p:cNvSpPr/>
          <p:nvPr/>
        </p:nvSpPr>
        <p:spPr>
          <a:xfrm>
            <a:off x="965209" y="1935719"/>
            <a:ext cx="2794000" cy="2895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Example: organization of air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ravel</a:t>
            </a:r>
          </a:p>
        </p:txBody>
      </p:sp>
      <p:sp>
        <p:nvSpPr>
          <p:cNvPr id="9" name="Text Box 5">
            <a:extLst>
              <a:ext uri="{FF2B5EF4-FFF2-40B4-BE49-F238E27FC236}">
                <a16:creationId xmlns:a16="http://schemas.microsoft.com/office/drawing/2014/main" id="{36700FC8-9E28-1D45-9971-F07DEE935B73}"/>
              </a:ext>
            </a:extLst>
          </p:cNvPr>
          <p:cNvSpPr txBox="1">
            <a:spLocks noChangeArrowheads="1"/>
          </p:cNvSpPr>
          <p:nvPr/>
        </p:nvSpPr>
        <p:spPr bwMode="auto">
          <a:xfrm>
            <a:off x="1110119" y="1935719"/>
            <a:ext cx="2616935"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ticket (purchase)</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baggage (check)</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gates (load)</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runway takeoff</a:t>
            </a:r>
          </a:p>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endParaRPr kumimoji="0" lang="en-US" altLang="en-US" sz="2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endParaRPr>
          </a:p>
        </p:txBody>
      </p:sp>
      <p:sp>
        <p:nvSpPr>
          <p:cNvPr id="10" name="Text Box 6">
            <a:extLst>
              <a:ext uri="{FF2B5EF4-FFF2-40B4-BE49-F238E27FC236}">
                <a16:creationId xmlns:a16="http://schemas.microsoft.com/office/drawing/2014/main" id="{848D3D19-7497-FE45-B7B5-B81AA4212074}"/>
              </a:ext>
            </a:extLst>
          </p:cNvPr>
          <p:cNvSpPr txBox="1">
            <a:spLocks noChangeArrowheads="1"/>
          </p:cNvSpPr>
          <p:nvPr/>
        </p:nvSpPr>
        <p:spPr bwMode="auto">
          <a:xfrm>
            <a:off x="7623765" y="1942018"/>
            <a:ext cx="2625654" cy="284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ticket (complain)</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baggage (claim)</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gates (unload)</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runway landing</a:t>
            </a:r>
          </a:p>
          <a:p>
            <a:pPr marL="0" marR="0" lvl="0" indent="0" algn="r" defTabSz="914400" rtl="0" eaLnBrk="1" fontAlgn="auto" latinLnBrk="0" hangingPunct="1">
              <a:lnSpc>
                <a:spcPct val="13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p>
        </p:txBody>
      </p:sp>
      <p:cxnSp>
        <p:nvCxnSpPr>
          <p:cNvPr id="8" name="Straight Connector 7">
            <a:extLst>
              <a:ext uri="{FF2B5EF4-FFF2-40B4-BE49-F238E27FC236}">
                <a16:creationId xmlns:a16="http://schemas.microsoft.com/office/drawing/2014/main" id="{228FFC7C-C6FB-584F-8F6E-FFA01C23964A}"/>
              </a:ext>
            </a:extLst>
          </p:cNvPr>
          <p:cNvCxnSpPr>
            <a:cxnSpLocks/>
          </p:cNvCxnSpPr>
          <p:nvPr/>
        </p:nvCxnSpPr>
        <p:spPr>
          <a:xfrm>
            <a:off x="948276" y="2568866"/>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B8B1716-D4D2-3649-99C0-55319689F97F}"/>
              </a:ext>
            </a:extLst>
          </p:cNvPr>
          <p:cNvCxnSpPr>
            <a:cxnSpLocks/>
          </p:cNvCxnSpPr>
          <p:nvPr/>
        </p:nvCxnSpPr>
        <p:spPr>
          <a:xfrm>
            <a:off x="948276" y="3157094"/>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A253EA2-F916-EE42-B3CA-CA7A3F485F2C}"/>
              </a:ext>
            </a:extLst>
          </p:cNvPr>
          <p:cNvCxnSpPr>
            <a:cxnSpLocks/>
          </p:cNvCxnSpPr>
          <p:nvPr/>
        </p:nvCxnSpPr>
        <p:spPr>
          <a:xfrm>
            <a:off x="948276" y="3728800"/>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5EF4F97-2C46-FF44-9C8B-77221BDB15DC}"/>
              </a:ext>
            </a:extLst>
          </p:cNvPr>
          <p:cNvCxnSpPr>
            <a:cxnSpLocks/>
          </p:cNvCxnSpPr>
          <p:nvPr/>
        </p:nvCxnSpPr>
        <p:spPr>
          <a:xfrm>
            <a:off x="948276" y="4262529"/>
            <a:ext cx="292946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E1E38E25-A98C-CC40-BE63-1E70E5A1D89B}"/>
              </a:ext>
            </a:extLst>
          </p:cNvPr>
          <p:cNvSpPr/>
          <p:nvPr/>
        </p:nvSpPr>
        <p:spPr>
          <a:xfrm>
            <a:off x="4260623" y="4272051"/>
            <a:ext cx="2794000" cy="5687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 Box 7">
            <a:extLst>
              <a:ext uri="{FF2B5EF4-FFF2-40B4-BE49-F238E27FC236}">
                <a16:creationId xmlns:a16="http://schemas.microsoft.com/office/drawing/2014/main" id="{E16D6DCC-156C-2147-81DA-F433EE3A550B}"/>
              </a:ext>
            </a:extLst>
          </p:cNvPr>
          <p:cNvSpPr txBox="1">
            <a:spLocks noChangeArrowheads="1"/>
          </p:cNvSpPr>
          <p:nvPr/>
        </p:nvSpPr>
        <p:spPr bwMode="auto">
          <a:xfrm>
            <a:off x="4453486" y="4300858"/>
            <a:ext cx="2511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airplane routing</a:t>
            </a:r>
          </a:p>
        </p:txBody>
      </p:sp>
      <p:grpSp>
        <p:nvGrpSpPr>
          <p:cNvPr id="60" name="Group 59">
            <a:extLst>
              <a:ext uri="{FF2B5EF4-FFF2-40B4-BE49-F238E27FC236}">
                <a16:creationId xmlns:a16="http://schemas.microsoft.com/office/drawing/2014/main" id="{8EEAE621-B95A-384F-A62F-7E5903AD8FBF}"/>
              </a:ext>
            </a:extLst>
          </p:cNvPr>
          <p:cNvGrpSpPr/>
          <p:nvPr/>
        </p:nvGrpSpPr>
        <p:grpSpPr>
          <a:xfrm>
            <a:off x="3948545" y="1999560"/>
            <a:ext cx="3522823" cy="2811596"/>
            <a:chOff x="3948545" y="1699760"/>
            <a:chExt cx="3522823" cy="2811596"/>
          </a:xfrm>
        </p:grpSpPr>
        <p:sp>
          <p:nvSpPr>
            <p:cNvPr id="42" name="TextBox 41">
              <a:extLst>
                <a:ext uri="{FF2B5EF4-FFF2-40B4-BE49-F238E27FC236}">
                  <a16:creationId xmlns:a16="http://schemas.microsoft.com/office/drawing/2014/main" id="{EB4A6AAF-FC59-FA44-ACE5-C72FA686C0C2}"/>
                </a:ext>
              </a:extLst>
            </p:cNvPr>
            <p:cNvSpPr txBox="1"/>
            <p:nvPr/>
          </p:nvSpPr>
          <p:spPr>
            <a:xfrm>
              <a:off x="4400060" y="1699760"/>
              <a:ext cx="250741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ticketing service</a:t>
              </a:r>
            </a:p>
          </p:txBody>
        </p:sp>
        <p:sp>
          <p:nvSpPr>
            <p:cNvPr id="43" name="TextBox 42">
              <a:extLst>
                <a:ext uri="{FF2B5EF4-FFF2-40B4-BE49-F238E27FC236}">
                  <a16:creationId xmlns:a16="http://schemas.microsoft.com/office/drawing/2014/main" id="{E3B20036-2BB5-4241-87A9-6D4052E720AA}"/>
                </a:ext>
              </a:extLst>
            </p:cNvPr>
            <p:cNvSpPr txBox="1"/>
            <p:nvPr/>
          </p:nvSpPr>
          <p:spPr>
            <a:xfrm>
              <a:off x="4384331" y="2292643"/>
              <a:ext cx="254210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baggage service</a:t>
              </a:r>
            </a:p>
          </p:txBody>
        </p:sp>
        <p:sp>
          <p:nvSpPr>
            <p:cNvPr id="44" name="TextBox 43">
              <a:extLst>
                <a:ext uri="{FF2B5EF4-FFF2-40B4-BE49-F238E27FC236}">
                  <a16:creationId xmlns:a16="http://schemas.microsoft.com/office/drawing/2014/main" id="{7314652E-AC11-9744-91B6-642D2DAB1815}"/>
                </a:ext>
              </a:extLst>
            </p:cNvPr>
            <p:cNvSpPr txBox="1"/>
            <p:nvPr/>
          </p:nvSpPr>
          <p:spPr>
            <a:xfrm>
              <a:off x="4686266" y="2872078"/>
              <a:ext cx="192110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gate service</a:t>
              </a:r>
            </a:p>
          </p:txBody>
        </p:sp>
        <p:sp>
          <p:nvSpPr>
            <p:cNvPr id="45" name="TextBox 44">
              <a:extLst>
                <a:ext uri="{FF2B5EF4-FFF2-40B4-BE49-F238E27FC236}">
                  <a16:creationId xmlns:a16="http://schemas.microsoft.com/office/drawing/2014/main" id="{64AEF81B-DB1C-5E49-A5CE-1930E0CD97F9}"/>
                </a:ext>
              </a:extLst>
            </p:cNvPr>
            <p:cNvSpPr txBox="1"/>
            <p:nvPr/>
          </p:nvSpPr>
          <p:spPr>
            <a:xfrm>
              <a:off x="4485939" y="3451513"/>
              <a:ext cx="235423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runway service</a:t>
              </a:r>
            </a:p>
          </p:txBody>
        </p:sp>
        <p:grpSp>
          <p:nvGrpSpPr>
            <p:cNvPr id="59" name="Group 58">
              <a:extLst>
                <a:ext uri="{FF2B5EF4-FFF2-40B4-BE49-F238E27FC236}">
                  <a16:creationId xmlns:a16="http://schemas.microsoft.com/office/drawing/2014/main" id="{71D67CFB-C1C3-034A-88B0-DF85F0C59330}"/>
                </a:ext>
              </a:extLst>
            </p:cNvPr>
            <p:cNvGrpSpPr/>
            <p:nvPr/>
          </p:nvGrpSpPr>
          <p:grpSpPr>
            <a:xfrm>
              <a:off x="3948545" y="3988136"/>
              <a:ext cx="3522823" cy="523220"/>
              <a:chOff x="3976681" y="3974068"/>
              <a:chExt cx="3522823" cy="523220"/>
            </a:xfrm>
          </p:grpSpPr>
          <p:sp>
            <p:nvSpPr>
              <p:cNvPr id="51" name="Rectangle 50">
                <a:extLst>
                  <a:ext uri="{FF2B5EF4-FFF2-40B4-BE49-F238E27FC236}">
                    <a16:creationId xmlns:a16="http://schemas.microsoft.com/office/drawing/2014/main" id="{2FCD8885-2FFE-5644-B703-7DA1C8AD8286}"/>
                  </a:ext>
                </a:extLst>
              </p:cNvPr>
              <p:cNvSpPr/>
              <p:nvPr/>
            </p:nvSpPr>
            <p:spPr>
              <a:xfrm>
                <a:off x="3976681" y="4046279"/>
                <a:ext cx="3522823" cy="402622"/>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6025D16-29A9-4843-944E-D0F547FAEFB7}"/>
                  </a:ext>
                </a:extLst>
              </p:cNvPr>
              <p:cNvSpPr txBox="1"/>
              <p:nvPr/>
            </p:nvSpPr>
            <p:spPr>
              <a:xfrm>
                <a:off x="4506558" y="3974068"/>
                <a:ext cx="232730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routing service</a:t>
                </a:r>
              </a:p>
            </p:txBody>
          </p:sp>
        </p:grpSp>
      </p:grpSp>
      <p:sp>
        <p:nvSpPr>
          <p:cNvPr id="61" name="Rectangle 40">
            <a:extLst>
              <a:ext uri="{FF2B5EF4-FFF2-40B4-BE49-F238E27FC236}">
                <a16:creationId xmlns:a16="http://schemas.microsoft.com/office/drawing/2014/main" id="{8CA0C9F3-42E1-954A-929E-FDF9EBC1EB0B}"/>
              </a:ext>
            </a:extLst>
          </p:cNvPr>
          <p:cNvSpPr txBox="1">
            <a:spLocks noChangeArrowheads="1"/>
          </p:cNvSpPr>
          <p:nvPr/>
        </p:nvSpPr>
        <p:spPr>
          <a:xfrm>
            <a:off x="2393447" y="5094287"/>
            <a:ext cx="7613650" cy="1763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layers:</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layer implements a service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via its own internal-layer actions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relying on services provided by layer below</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3" name="Slide Number Placeholder 5">
            <a:extLst>
              <a:ext uri="{FF2B5EF4-FFF2-40B4-BE49-F238E27FC236}">
                <a16:creationId xmlns:a16="http://schemas.microsoft.com/office/drawing/2014/main" id="{44756CF3-22F7-2F4D-8F3B-F8371F6A8045}"/>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69</a:t>
            </a:fld>
            <a:endParaRPr lang="en-US" dirty="0"/>
          </a:p>
        </p:txBody>
      </p:sp>
    </p:spTree>
    <p:extLst>
      <p:ext uri="{BB962C8B-B14F-4D97-AF65-F5344CB8AC3E}">
        <p14:creationId xmlns:p14="http://schemas.microsoft.com/office/powerpoint/2010/main" val="1861257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10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Why layering?</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0297" y="1203575"/>
            <a:ext cx="10162523"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Approach to designing/discussing complex systems:</a:t>
            </a:r>
          </a:p>
        </p:txBody>
      </p:sp>
      <p:sp>
        <p:nvSpPr>
          <p:cNvPr id="5" name="Rectangle 5">
            <a:extLst>
              <a:ext uri="{FF2B5EF4-FFF2-40B4-BE49-F238E27FC236}">
                <a16:creationId xmlns:a16="http://schemas.microsoft.com/office/drawing/2014/main" id="{15F7B519-61A4-984E-AD7F-1F86A8769FE7}"/>
              </a:ext>
            </a:extLst>
          </p:cNvPr>
          <p:cNvSpPr txBox="1">
            <a:spLocks noChangeArrowheads="1"/>
          </p:cNvSpPr>
          <p:nvPr/>
        </p:nvSpPr>
        <p:spPr>
          <a:xfrm>
            <a:off x="722834" y="1935296"/>
            <a:ext cx="7431816" cy="43455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explicit structure allows identification, relationship of system’</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pieces</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layered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Arial" panose="020B0604020202020204" pitchFamily="34" charset="0"/>
                <a:cs typeface="+mn-cs"/>
              </a:rPr>
              <a:t>reference model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 for discussion</a:t>
            </a:r>
          </a:p>
          <a:p>
            <a:pPr marL="573088" marR="0" lvl="0" indent="-355600" algn="l" defTabSz="914400" rtl="0" eaLnBrk="1" fontAlgn="auto" latinLnBrk="0" hangingPunct="1">
              <a:lnSpc>
                <a:spcPct val="90000"/>
              </a:lnSpc>
              <a:spcBef>
                <a:spcPts val="1000"/>
              </a:spcBef>
              <a:spcAft>
                <a:spcPts val="0"/>
              </a:spcAft>
              <a:buClr>
                <a:srgbClr val="0000A3"/>
              </a:buClr>
              <a:buSzTx/>
              <a:buFont typeface="Wingdings" pitchFamily="2" charset="2"/>
              <a:buChar char="§"/>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modularization eases maintenance, updating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change in layer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service </a:t>
            </a:r>
            <a:r>
              <a:rPr kumimoji="0" lang="en-US" altLang="ja-JP"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implementation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transparent to rest of system</a:t>
            </a:r>
          </a:p>
          <a:p>
            <a:pPr marL="982663" marR="0" lvl="1" indent="-355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e.g., change in gate procedure doesn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affect rest of system</a:t>
            </a:r>
          </a:p>
        </p:txBody>
      </p:sp>
      <p:sp>
        <p:nvSpPr>
          <p:cNvPr id="6" name="Slide Number Placeholder 5">
            <a:extLst>
              <a:ext uri="{FF2B5EF4-FFF2-40B4-BE49-F238E27FC236}">
                <a16:creationId xmlns:a16="http://schemas.microsoft.com/office/drawing/2014/main" id="{C7863566-BF3F-7A41-A14A-C94625DA763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70</a:t>
            </a:fld>
            <a:endParaRPr lang="en-US" dirty="0"/>
          </a:p>
        </p:txBody>
      </p:sp>
    </p:spTree>
    <p:extLst>
      <p:ext uri="{BB962C8B-B14F-4D97-AF65-F5344CB8AC3E}">
        <p14:creationId xmlns:p14="http://schemas.microsoft.com/office/powerpoint/2010/main" val="5858173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10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1000"/>
                                        <p:tgtEl>
                                          <p:spTgt spid="5">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1000"/>
                                        <p:tgtEl>
                                          <p:spTgt spid="5">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10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10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Layered Internet protocol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tack</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979383" y="1472008"/>
            <a:ext cx="7368749" cy="49227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supporting network applications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HTTP, IMAP, SMTP, DNS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transport: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process-process data transfer</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TCP, UDP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of datagrams from source to destination</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IP, routing protocols</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link: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transfer between neighboring  network elements</a:t>
            </a:r>
          </a:p>
          <a:p>
            <a:pPr marL="682625" marR="0" lvl="1" indent="-225425" algn="l" defTabSz="914400" rtl="0" eaLnBrk="1" fontAlgn="auto" latinLnBrk="0" hangingPunct="1">
              <a:lnSpc>
                <a:spcPct val="8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Ethernet, 802.11 (WiFi), PPP</a:t>
            </a:r>
          </a:p>
          <a:p>
            <a:pPr marL="287338" marR="0" lvl="0" indent="-28733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physical: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bits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the wire”</a:t>
            </a:r>
          </a:p>
        </p:txBody>
      </p:sp>
      <p:sp>
        <p:nvSpPr>
          <p:cNvPr id="8" name="Rectangle 6">
            <a:extLst>
              <a:ext uri="{FF2B5EF4-FFF2-40B4-BE49-F238E27FC236}">
                <a16:creationId xmlns:a16="http://schemas.microsoft.com/office/drawing/2014/main" id="{7FC87645-22AD-8040-8C83-BC2F64C5D928}"/>
              </a:ext>
            </a:extLst>
          </p:cNvPr>
          <p:cNvSpPr>
            <a:spLocks noChangeArrowheads="1"/>
          </p:cNvSpPr>
          <p:nvPr/>
        </p:nvSpPr>
        <p:spPr bwMode="auto">
          <a:xfrm>
            <a:off x="8913284" y="1902006"/>
            <a:ext cx="1892300" cy="3530600"/>
          </a:xfrm>
          <a:prstGeom prst="rect">
            <a:avLst/>
          </a:prstGeom>
          <a:solidFill>
            <a:schemeClr val="bg1"/>
          </a:solidFill>
          <a:ln w="38100">
            <a:solidFill>
              <a:schemeClr val="tx1"/>
            </a:solidFill>
            <a:miter lim="800000"/>
            <a:headEnd/>
            <a:tailEnd/>
          </a:ln>
          <a:effectLst>
            <a:outerShdw blurRad="304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 name="Text Box 7">
            <a:extLst>
              <a:ext uri="{FF2B5EF4-FFF2-40B4-BE49-F238E27FC236}">
                <a16:creationId xmlns:a16="http://schemas.microsoft.com/office/drawing/2014/main" id="{8C032AE1-21C7-1541-9531-59DC0E0F6A64}"/>
              </a:ext>
            </a:extLst>
          </p:cNvPr>
          <p:cNvSpPr txBox="1">
            <a:spLocks noChangeArrowheads="1"/>
          </p:cNvSpPr>
          <p:nvPr/>
        </p:nvSpPr>
        <p:spPr bwMode="auto">
          <a:xfrm>
            <a:off x="9503820" y="4217549"/>
            <a:ext cx="70083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link</a:t>
            </a:r>
          </a:p>
        </p:txBody>
      </p:sp>
      <p:sp>
        <p:nvSpPr>
          <p:cNvPr id="10" name="Line 8">
            <a:extLst>
              <a:ext uri="{FF2B5EF4-FFF2-40B4-BE49-F238E27FC236}">
                <a16:creationId xmlns:a16="http://schemas.microsoft.com/office/drawing/2014/main" id="{2FF6CB9E-FC16-794F-9F97-8FE4CC7DA95C}"/>
              </a:ext>
            </a:extLst>
          </p:cNvPr>
          <p:cNvSpPr>
            <a:spLocks noChangeShapeType="1"/>
          </p:cNvSpPr>
          <p:nvPr/>
        </p:nvSpPr>
        <p:spPr bwMode="auto">
          <a:xfrm>
            <a:off x="8906934" y="263769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Line 9">
            <a:extLst>
              <a:ext uri="{FF2B5EF4-FFF2-40B4-BE49-F238E27FC236}">
                <a16:creationId xmlns:a16="http://schemas.microsoft.com/office/drawing/2014/main" id="{E0C842E9-2804-A24B-90F5-1E76ED56B971}"/>
              </a:ext>
            </a:extLst>
          </p:cNvPr>
          <p:cNvSpPr>
            <a:spLocks noChangeShapeType="1"/>
          </p:cNvSpPr>
          <p:nvPr/>
        </p:nvSpPr>
        <p:spPr bwMode="auto">
          <a:xfrm>
            <a:off x="8906934" y="33425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10">
            <a:extLst>
              <a:ext uri="{FF2B5EF4-FFF2-40B4-BE49-F238E27FC236}">
                <a16:creationId xmlns:a16="http://schemas.microsoft.com/office/drawing/2014/main" id="{80C10F46-6CD7-F647-A004-85EB56C772DF}"/>
              </a:ext>
            </a:extLst>
          </p:cNvPr>
          <p:cNvSpPr>
            <a:spLocks noChangeShapeType="1"/>
          </p:cNvSpPr>
          <p:nvPr/>
        </p:nvSpPr>
        <p:spPr bwMode="auto">
          <a:xfrm>
            <a:off x="8906934" y="40537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11">
            <a:extLst>
              <a:ext uri="{FF2B5EF4-FFF2-40B4-BE49-F238E27FC236}">
                <a16:creationId xmlns:a16="http://schemas.microsoft.com/office/drawing/2014/main" id="{264B0C4A-9518-2F45-BBDA-97BCDD99E256}"/>
              </a:ext>
            </a:extLst>
          </p:cNvPr>
          <p:cNvSpPr>
            <a:spLocks noChangeShapeType="1"/>
          </p:cNvSpPr>
          <p:nvPr/>
        </p:nvSpPr>
        <p:spPr bwMode="auto">
          <a:xfrm>
            <a:off x="8906934" y="4764948"/>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ts val="206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7">
            <a:extLst>
              <a:ext uri="{FF2B5EF4-FFF2-40B4-BE49-F238E27FC236}">
                <a16:creationId xmlns:a16="http://schemas.microsoft.com/office/drawing/2014/main" id="{A1409CBF-F5BE-6642-ACCF-440DA30E3B86}"/>
              </a:ext>
            </a:extLst>
          </p:cNvPr>
          <p:cNvSpPr txBox="1">
            <a:spLocks noChangeArrowheads="1"/>
          </p:cNvSpPr>
          <p:nvPr/>
        </p:nvSpPr>
        <p:spPr bwMode="auto">
          <a:xfrm>
            <a:off x="8942478" y="2070093"/>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application</a:t>
            </a:r>
          </a:p>
        </p:txBody>
      </p:sp>
      <p:sp>
        <p:nvSpPr>
          <p:cNvPr id="15" name="Text Box 7">
            <a:extLst>
              <a:ext uri="{FF2B5EF4-FFF2-40B4-BE49-F238E27FC236}">
                <a16:creationId xmlns:a16="http://schemas.microsoft.com/office/drawing/2014/main" id="{4C8F71E2-C149-F549-B200-0E64A6F67591}"/>
              </a:ext>
            </a:extLst>
          </p:cNvPr>
          <p:cNvSpPr txBox="1">
            <a:spLocks noChangeArrowheads="1"/>
          </p:cNvSpPr>
          <p:nvPr/>
        </p:nvSpPr>
        <p:spPr bwMode="auto">
          <a:xfrm>
            <a:off x="9139934" y="351096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p>
        </p:txBody>
      </p:sp>
      <p:sp>
        <p:nvSpPr>
          <p:cNvPr id="16" name="Text Box 7">
            <a:extLst>
              <a:ext uri="{FF2B5EF4-FFF2-40B4-BE49-F238E27FC236}">
                <a16:creationId xmlns:a16="http://schemas.microsoft.com/office/drawing/2014/main" id="{565AE4AB-C1CB-3E4C-B30F-33A869485DEC}"/>
              </a:ext>
            </a:extLst>
          </p:cNvPr>
          <p:cNvSpPr txBox="1">
            <a:spLocks noChangeArrowheads="1"/>
          </p:cNvSpPr>
          <p:nvPr/>
        </p:nvSpPr>
        <p:spPr bwMode="auto">
          <a:xfrm>
            <a:off x="9024889" y="2776676"/>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a:t>
            </a:r>
          </a:p>
        </p:txBody>
      </p:sp>
      <p:sp>
        <p:nvSpPr>
          <p:cNvPr id="18" name="Text Box 7">
            <a:extLst>
              <a:ext uri="{FF2B5EF4-FFF2-40B4-BE49-F238E27FC236}">
                <a16:creationId xmlns:a16="http://schemas.microsoft.com/office/drawing/2014/main" id="{0C3D0051-24D3-9542-BC28-EF8E74513E07}"/>
              </a:ext>
            </a:extLst>
          </p:cNvPr>
          <p:cNvSpPr txBox="1">
            <a:spLocks noChangeArrowheads="1"/>
          </p:cNvSpPr>
          <p:nvPr/>
        </p:nvSpPr>
        <p:spPr bwMode="auto">
          <a:xfrm>
            <a:off x="9197943" y="4884466"/>
            <a:ext cx="1340302"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physical</a:t>
            </a:r>
          </a:p>
        </p:txBody>
      </p:sp>
      <p:grpSp>
        <p:nvGrpSpPr>
          <p:cNvPr id="4" name="Group 3">
            <a:extLst>
              <a:ext uri="{FF2B5EF4-FFF2-40B4-BE49-F238E27FC236}">
                <a16:creationId xmlns:a16="http://schemas.microsoft.com/office/drawing/2014/main" id="{0D5C6DD9-E1C8-9A47-B128-964947A9BCA1}"/>
              </a:ext>
            </a:extLst>
          </p:cNvPr>
          <p:cNvGrpSpPr/>
          <p:nvPr/>
        </p:nvGrpSpPr>
        <p:grpSpPr>
          <a:xfrm>
            <a:off x="8931728" y="1894114"/>
            <a:ext cx="1877786" cy="734786"/>
            <a:chOff x="8980714" y="751114"/>
            <a:chExt cx="1877786" cy="734786"/>
          </a:xfrm>
        </p:grpSpPr>
        <p:sp>
          <p:nvSpPr>
            <p:cNvPr id="3" name="Rectangle 2">
              <a:extLst>
                <a:ext uri="{FF2B5EF4-FFF2-40B4-BE49-F238E27FC236}">
                  <a16:creationId xmlns:a16="http://schemas.microsoft.com/office/drawing/2014/main" id="{A763C0FF-36B6-664F-90B3-14AB76C3338D}"/>
                </a:ext>
              </a:extLst>
            </p:cNvPr>
            <p:cNvSpPr/>
            <p:nvPr/>
          </p:nvSpPr>
          <p:spPr>
            <a:xfrm>
              <a:off x="8980714" y="751114"/>
              <a:ext cx="1877786" cy="73478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 Box 7">
              <a:extLst>
                <a:ext uri="{FF2B5EF4-FFF2-40B4-BE49-F238E27FC236}">
                  <a16:creationId xmlns:a16="http://schemas.microsoft.com/office/drawing/2014/main" id="{D1D9D12F-41D2-1C43-BE10-20C3B18B6C74}"/>
                </a:ext>
              </a:extLst>
            </p:cNvPr>
            <p:cNvSpPr txBox="1">
              <a:spLocks noChangeArrowheads="1"/>
            </p:cNvSpPr>
            <p:nvPr/>
          </p:nvSpPr>
          <p:spPr bwMode="auto">
            <a:xfrm>
              <a:off x="9029564" y="899878"/>
              <a:ext cx="179581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application</a:t>
              </a:r>
            </a:p>
          </p:txBody>
        </p:sp>
      </p:grpSp>
      <p:grpSp>
        <p:nvGrpSpPr>
          <p:cNvPr id="20" name="Group 19">
            <a:extLst>
              <a:ext uri="{FF2B5EF4-FFF2-40B4-BE49-F238E27FC236}">
                <a16:creationId xmlns:a16="http://schemas.microsoft.com/office/drawing/2014/main" id="{FBC066ED-EC5C-E148-85B2-CE56D9C40F28}"/>
              </a:ext>
            </a:extLst>
          </p:cNvPr>
          <p:cNvGrpSpPr/>
          <p:nvPr/>
        </p:nvGrpSpPr>
        <p:grpSpPr>
          <a:xfrm>
            <a:off x="8933979" y="2649498"/>
            <a:ext cx="1861418" cy="688224"/>
            <a:chOff x="8993850" y="766270"/>
            <a:chExt cx="1861418" cy="688224"/>
          </a:xfrm>
        </p:grpSpPr>
        <p:sp>
          <p:nvSpPr>
            <p:cNvPr id="21" name="Rectangle 20">
              <a:extLst>
                <a:ext uri="{FF2B5EF4-FFF2-40B4-BE49-F238E27FC236}">
                  <a16:creationId xmlns:a16="http://schemas.microsoft.com/office/drawing/2014/main" id="{173E1221-1527-4744-A110-60E3BD72A69D}"/>
                </a:ext>
              </a:extLst>
            </p:cNvPr>
            <p:cNvSpPr/>
            <p:nvPr/>
          </p:nvSpPr>
          <p:spPr>
            <a:xfrm>
              <a:off x="8993850" y="766270"/>
              <a:ext cx="1861418" cy="68822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 Box 7">
              <a:extLst>
                <a:ext uri="{FF2B5EF4-FFF2-40B4-BE49-F238E27FC236}">
                  <a16:creationId xmlns:a16="http://schemas.microsoft.com/office/drawing/2014/main" id="{5D7E6050-1C4A-AC42-9C80-455BF3E89624}"/>
                </a:ext>
              </a:extLst>
            </p:cNvPr>
            <p:cNvSpPr txBox="1">
              <a:spLocks noChangeArrowheads="1"/>
            </p:cNvSpPr>
            <p:nvPr/>
          </p:nvSpPr>
          <p:spPr bwMode="auto">
            <a:xfrm>
              <a:off x="9153542" y="899878"/>
              <a:ext cx="1547860"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transport</a:t>
              </a:r>
            </a:p>
          </p:txBody>
        </p:sp>
      </p:grpSp>
      <p:grpSp>
        <p:nvGrpSpPr>
          <p:cNvPr id="23" name="Group 22">
            <a:extLst>
              <a:ext uri="{FF2B5EF4-FFF2-40B4-BE49-F238E27FC236}">
                <a16:creationId xmlns:a16="http://schemas.microsoft.com/office/drawing/2014/main" id="{A118D44F-D234-294A-9DFB-5BF4D5E069AC}"/>
              </a:ext>
            </a:extLst>
          </p:cNvPr>
          <p:cNvGrpSpPr/>
          <p:nvPr/>
        </p:nvGrpSpPr>
        <p:grpSpPr>
          <a:xfrm>
            <a:off x="8931286" y="3357646"/>
            <a:ext cx="1861418" cy="677992"/>
            <a:chOff x="8993850" y="766270"/>
            <a:chExt cx="1861418" cy="677992"/>
          </a:xfrm>
        </p:grpSpPr>
        <p:sp>
          <p:nvSpPr>
            <p:cNvPr id="24" name="Rectangle 23">
              <a:extLst>
                <a:ext uri="{FF2B5EF4-FFF2-40B4-BE49-F238E27FC236}">
                  <a16:creationId xmlns:a16="http://schemas.microsoft.com/office/drawing/2014/main" id="{5BB6D480-0EF6-9743-B8C0-63D799A0402B}"/>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 Box 7">
              <a:extLst>
                <a:ext uri="{FF2B5EF4-FFF2-40B4-BE49-F238E27FC236}">
                  <a16:creationId xmlns:a16="http://schemas.microsoft.com/office/drawing/2014/main" id="{2D6CC9E9-4EB8-C148-99C7-DE21615E7DBD}"/>
                </a:ext>
              </a:extLst>
            </p:cNvPr>
            <p:cNvSpPr txBox="1">
              <a:spLocks noChangeArrowheads="1"/>
            </p:cNvSpPr>
            <p:nvPr/>
          </p:nvSpPr>
          <p:spPr bwMode="auto">
            <a:xfrm>
              <a:off x="9227024" y="899878"/>
              <a:ext cx="1400896"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network</a:t>
              </a:r>
            </a:p>
          </p:txBody>
        </p:sp>
      </p:grpSp>
      <p:grpSp>
        <p:nvGrpSpPr>
          <p:cNvPr id="26" name="Group 25">
            <a:extLst>
              <a:ext uri="{FF2B5EF4-FFF2-40B4-BE49-F238E27FC236}">
                <a16:creationId xmlns:a16="http://schemas.microsoft.com/office/drawing/2014/main" id="{AC9AAF3B-AED3-A449-97D4-F0291249333B}"/>
              </a:ext>
            </a:extLst>
          </p:cNvPr>
          <p:cNvGrpSpPr/>
          <p:nvPr/>
        </p:nvGrpSpPr>
        <p:grpSpPr>
          <a:xfrm>
            <a:off x="8931824" y="4072257"/>
            <a:ext cx="1861418" cy="677992"/>
            <a:chOff x="8993850" y="766270"/>
            <a:chExt cx="1861418" cy="677992"/>
          </a:xfrm>
        </p:grpSpPr>
        <p:sp>
          <p:nvSpPr>
            <p:cNvPr id="27" name="Rectangle 26">
              <a:extLst>
                <a:ext uri="{FF2B5EF4-FFF2-40B4-BE49-F238E27FC236}">
                  <a16:creationId xmlns:a16="http://schemas.microsoft.com/office/drawing/2014/main" id="{821B1C9B-1511-9048-954A-42C526FFA552}"/>
                </a:ext>
              </a:extLst>
            </p:cNvPr>
            <p:cNvSpPr/>
            <p:nvPr/>
          </p:nvSpPr>
          <p:spPr>
            <a:xfrm>
              <a:off x="8993850" y="766270"/>
              <a:ext cx="1861418" cy="6779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 Box 7">
              <a:extLst>
                <a:ext uri="{FF2B5EF4-FFF2-40B4-BE49-F238E27FC236}">
                  <a16:creationId xmlns:a16="http://schemas.microsoft.com/office/drawing/2014/main" id="{94F6A773-D867-F74F-B5C6-8190F112DD55}"/>
                </a:ext>
              </a:extLst>
            </p:cNvPr>
            <p:cNvSpPr txBox="1">
              <a:spLocks noChangeArrowheads="1"/>
            </p:cNvSpPr>
            <p:nvPr/>
          </p:nvSpPr>
          <p:spPr bwMode="auto">
            <a:xfrm>
              <a:off x="9577056" y="899878"/>
              <a:ext cx="700834"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link</a:t>
              </a:r>
            </a:p>
          </p:txBody>
        </p:sp>
      </p:grpSp>
      <p:grpSp>
        <p:nvGrpSpPr>
          <p:cNvPr id="29" name="Group 28">
            <a:extLst>
              <a:ext uri="{FF2B5EF4-FFF2-40B4-BE49-F238E27FC236}">
                <a16:creationId xmlns:a16="http://schemas.microsoft.com/office/drawing/2014/main" id="{5725BE4D-F37D-9C4B-B89A-22367E8DCDC6}"/>
              </a:ext>
            </a:extLst>
          </p:cNvPr>
          <p:cNvGrpSpPr/>
          <p:nvPr/>
        </p:nvGrpSpPr>
        <p:grpSpPr>
          <a:xfrm>
            <a:off x="8925900" y="4785252"/>
            <a:ext cx="1861418" cy="639758"/>
            <a:chOff x="8993850" y="784041"/>
            <a:chExt cx="1861418" cy="639758"/>
          </a:xfrm>
        </p:grpSpPr>
        <p:sp>
          <p:nvSpPr>
            <p:cNvPr id="30" name="Rectangle 29">
              <a:extLst>
                <a:ext uri="{FF2B5EF4-FFF2-40B4-BE49-F238E27FC236}">
                  <a16:creationId xmlns:a16="http://schemas.microsoft.com/office/drawing/2014/main" id="{0D53E4D4-FAC6-1E4B-882F-3AD5F8C274EF}"/>
                </a:ext>
              </a:extLst>
            </p:cNvPr>
            <p:cNvSpPr/>
            <p:nvPr/>
          </p:nvSpPr>
          <p:spPr>
            <a:xfrm>
              <a:off x="8993850" y="784041"/>
              <a:ext cx="1861418" cy="63975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 Box 7">
              <a:extLst>
                <a:ext uri="{FF2B5EF4-FFF2-40B4-BE49-F238E27FC236}">
                  <a16:creationId xmlns:a16="http://schemas.microsoft.com/office/drawing/2014/main" id="{2F3023D6-375B-E04C-A47A-CBC847CE62DB}"/>
                </a:ext>
              </a:extLst>
            </p:cNvPr>
            <p:cNvSpPr txBox="1">
              <a:spLocks noChangeArrowheads="1"/>
            </p:cNvSpPr>
            <p:nvPr/>
          </p:nvSpPr>
          <p:spPr bwMode="auto">
            <a:xfrm>
              <a:off x="9257324" y="899878"/>
              <a:ext cx="1340303" cy="456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ts val="276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physical</a:t>
              </a:r>
            </a:p>
          </p:txBody>
        </p:sp>
      </p:grpSp>
      <p:sp>
        <p:nvSpPr>
          <p:cNvPr id="32" name="Slide Number Placeholder 5">
            <a:extLst>
              <a:ext uri="{FF2B5EF4-FFF2-40B4-BE49-F238E27FC236}">
                <a16:creationId xmlns:a16="http://schemas.microsoft.com/office/drawing/2014/main" id="{BD8DF8F4-5414-EF4A-839E-C45585257CE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71</a:t>
            </a:fld>
            <a:endParaRPr lang="en-US" dirty="0"/>
          </a:p>
        </p:txBody>
      </p:sp>
    </p:spTree>
    <p:extLst>
      <p:ext uri="{BB962C8B-B14F-4D97-AF65-F5344CB8AC3E}">
        <p14:creationId xmlns:p14="http://schemas.microsoft.com/office/powerpoint/2010/main" val="2387245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xEl>
                                              <p:pRg st="2" end="2"/>
                                            </p:txEl>
                                          </p:spTgt>
                                        </p:tgtEl>
                                        <p:attrNameLst>
                                          <p:attrName>style.visibility</p:attrName>
                                        </p:attrNameLst>
                                      </p:cBhvr>
                                      <p:to>
                                        <p:strVal val="visible"/>
                                      </p:to>
                                    </p:set>
                                    <p:animEffect transition="in" filter="dissolve">
                                      <p:cBhvr>
                                        <p:cTn id="18" dur="500"/>
                                        <p:tgtEl>
                                          <p:spTgt spid="17">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7">
                                            <p:txEl>
                                              <p:pRg st="3" end="3"/>
                                            </p:txEl>
                                          </p:spTgt>
                                        </p:tgtEl>
                                        <p:attrNameLst>
                                          <p:attrName>style.visibility</p:attrName>
                                        </p:attrNameLst>
                                      </p:cBhvr>
                                      <p:to>
                                        <p:strVal val="visible"/>
                                      </p:to>
                                    </p:set>
                                    <p:animEffect transition="in" filter="dissolve">
                                      <p:cBhvr>
                                        <p:cTn id="21" dur="500"/>
                                        <p:tgtEl>
                                          <p:spTgt spid="17">
                                            <p:txEl>
                                              <p:pRg st="3" end="3"/>
                                            </p:txEl>
                                          </p:spTgt>
                                        </p:tgtEl>
                                      </p:cBhvr>
                                    </p:animEffect>
                                  </p:childTnLst>
                                </p:cTn>
                              </p:par>
                              <p:par>
                                <p:cTn id="22" presetID="9" presetClass="exit" presetSubtype="0" fill="hold" nodeType="withEffect">
                                  <p:stCondLst>
                                    <p:cond delay="0"/>
                                  </p:stCondLst>
                                  <p:childTnLst>
                                    <p:animEffect transition="out" filter="dissolve">
                                      <p:cBhvr>
                                        <p:cTn id="23" dur="500"/>
                                        <p:tgtEl>
                                          <p:spTgt spid="4"/>
                                        </p:tgtEl>
                                      </p:cBhvr>
                                    </p:animEffect>
                                    <p:set>
                                      <p:cBhvr>
                                        <p:cTn id="24" dur="1" fill="hold">
                                          <p:stCondLst>
                                            <p:cond delay="499"/>
                                          </p:stCondLst>
                                        </p:cTn>
                                        <p:tgtEl>
                                          <p:spTgt spid="4"/>
                                        </p:tgtEl>
                                        <p:attrNameLst>
                                          <p:attrName>style.visibility</p:attrName>
                                        </p:attrNameLst>
                                      </p:cBhvr>
                                      <p:to>
                                        <p:strVal val="hidden"/>
                                      </p:to>
                                    </p:set>
                                  </p:childTnLst>
                                </p:cTn>
                              </p:par>
                              <p:par>
                                <p:cTn id="25" presetID="9" presetClass="entr" presetSubtype="0" fill="hold"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dissolv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
                                            <p:txEl>
                                              <p:pRg st="4" end="4"/>
                                            </p:txEl>
                                          </p:spTgt>
                                        </p:tgtEl>
                                        <p:attrNameLst>
                                          <p:attrName>style.visibility</p:attrName>
                                        </p:attrNameLst>
                                      </p:cBhvr>
                                      <p:to>
                                        <p:strVal val="visible"/>
                                      </p:to>
                                    </p:set>
                                    <p:animEffect transition="in" filter="dissolve">
                                      <p:cBhvr>
                                        <p:cTn id="32" dur="500"/>
                                        <p:tgtEl>
                                          <p:spTgt spid="17">
                                            <p:txEl>
                                              <p:pRg st="4" end="4"/>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17">
                                            <p:txEl>
                                              <p:pRg st="5" end="5"/>
                                            </p:txEl>
                                          </p:spTgt>
                                        </p:tgtEl>
                                        <p:attrNameLst>
                                          <p:attrName>style.visibility</p:attrName>
                                        </p:attrNameLst>
                                      </p:cBhvr>
                                      <p:to>
                                        <p:strVal val="visible"/>
                                      </p:to>
                                    </p:set>
                                    <p:animEffect transition="in" filter="dissolve">
                                      <p:cBhvr>
                                        <p:cTn id="35" dur="500"/>
                                        <p:tgtEl>
                                          <p:spTgt spid="17">
                                            <p:txEl>
                                              <p:pRg st="5" end="5"/>
                                            </p:txEl>
                                          </p:spTgt>
                                        </p:tgtEl>
                                      </p:cBhvr>
                                    </p:animEffect>
                                  </p:childTnLst>
                                </p:cTn>
                              </p:par>
                              <p:par>
                                <p:cTn id="36" presetID="9" presetClass="exit" presetSubtype="0" fill="hold" nodeType="withEffect">
                                  <p:stCondLst>
                                    <p:cond delay="0"/>
                                  </p:stCondLst>
                                  <p:childTnLst>
                                    <p:animEffect transition="out" filter="dissolve">
                                      <p:cBhvr>
                                        <p:cTn id="37" dur="500"/>
                                        <p:tgtEl>
                                          <p:spTgt spid="20"/>
                                        </p:tgtEl>
                                      </p:cBhvr>
                                    </p:animEffect>
                                    <p:set>
                                      <p:cBhvr>
                                        <p:cTn id="38" dur="1" fill="hold">
                                          <p:stCondLst>
                                            <p:cond delay="499"/>
                                          </p:stCondLst>
                                        </p:cTn>
                                        <p:tgtEl>
                                          <p:spTgt spid="20"/>
                                        </p:tgtEl>
                                        <p:attrNameLst>
                                          <p:attrName>style.visibility</p:attrName>
                                        </p:attrNameLst>
                                      </p:cBhvr>
                                      <p:to>
                                        <p:strVal val="hidden"/>
                                      </p:to>
                                    </p:set>
                                  </p:childTnLst>
                                </p:cTn>
                              </p:par>
                              <p:par>
                                <p:cTn id="39" presetID="9"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7">
                                            <p:txEl>
                                              <p:pRg st="6" end="6"/>
                                            </p:txEl>
                                          </p:spTgt>
                                        </p:tgtEl>
                                        <p:attrNameLst>
                                          <p:attrName>style.visibility</p:attrName>
                                        </p:attrNameLst>
                                      </p:cBhvr>
                                      <p:to>
                                        <p:strVal val="visible"/>
                                      </p:to>
                                    </p:set>
                                    <p:animEffect transition="in" filter="dissolve">
                                      <p:cBhvr>
                                        <p:cTn id="46" dur="500"/>
                                        <p:tgtEl>
                                          <p:spTgt spid="17">
                                            <p:txEl>
                                              <p:pRg st="6" end="6"/>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17">
                                            <p:txEl>
                                              <p:pRg st="7" end="7"/>
                                            </p:txEl>
                                          </p:spTgt>
                                        </p:tgtEl>
                                        <p:attrNameLst>
                                          <p:attrName>style.visibility</p:attrName>
                                        </p:attrNameLst>
                                      </p:cBhvr>
                                      <p:to>
                                        <p:strVal val="visible"/>
                                      </p:to>
                                    </p:set>
                                    <p:animEffect transition="in" filter="dissolve">
                                      <p:cBhvr>
                                        <p:cTn id="49" dur="500"/>
                                        <p:tgtEl>
                                          <p:spTgt spid="17">
                                            <p:txEl>
                                              <p:pRg st="7" end="7"/>
                                            </p:txEl>
                                          </p:spTgt>
                                        </p:tgtEl>
                                      </p:cBhvr>
                                    </p:animEffect>
                                  </p:childTnLst>
                                </p:cTn>
                              </p:par>
                              <p:par>
                                <p:cTn id="50" presetID="9" presetClass="exit" presetSubtype="0" fill="hold" nodeType="withEffect">
                                  <p:stCondLst>
                                    <p:cond delay="0"/>
                                  </p:stCondLst>
                                  <p:childTnLst>
                                    <p:animEffect transition="out" filter="dissolve">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par>
                                <p:cTn id="53" presetID="9" presetClass="entr" presetSubtype="0" fill="hold"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dissolve">
                                      <p:cBhvr>
                                        <p:cTn id="55" dur="500"/>
                                        <p:tgtEl>
                                          <p:spTgt spid="26"/>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nodeType="clickEffect">
                                  <p:stCondLst>
                                    <p:cond delay="0"/>
                                  </p:stCondLst>
                                  <p:childTnLst>
                                    <p:set>
                                      <p:cBhvr>
                                        <p:cTn id="59" dur="1" fill="hold">
                                          <p:stCondLst>
                                            <p:cond delay="0"/>
                                          </p:stCondLst>
                                        </p:cTn>
                                        <p:tgtEl>
                                          <p:spTgt spid="17">
                                            <p:txEl>
                                              <p:pRg st="8" end="8"/>
                                            </p:txEl>
                                          </p:spTgt>
                                        </p:tgtEl>
                                        <p:attrNameLst>
                                          <p:attrName>style.visibility</p:attrName>
                                        </p:attrNameLst>
                                      </p:cBhvr>
                                      <p:to>
                                        <p:strVal val="visible"/>
                                      </p:to>
                                    </p:set>
                                    <p:animEffect transition="in" filter="dissolve">
                                      <p:cBhvr>
                                        <p:cTn id="60" dur="500"/>
                                        <p:tgtEl>
                                          <p:spTgt spid="17">
                                            <p:txEl>
                                              <p:pRg st="8" end="8"/>
                                            </p:txEl>
                                          </p:spTgt>
                                        </p:tgtEl>
                                      </p:cBhvr>
                                    </p:animEffect>
                                  </p:childTnLst>
                                </p:cTn>
                              </p:par>
                              <p:par>
                                <p:cTn id="61" presetID="9" presetClass="exit" presetSubtype="0" fill="hold" nodeType="withEffect">
                                  <p:stCondLst>
                                    <p:cond delay="0"/>
                                  </p:stCondLst>
                                  <p:childTnLst>
                                    <p:animEffect transition="out" filter="dissolve">
                                      <p:cBhvr>
                                        <p:cTn id="62" dur="500"/>
                                        <p:tgtEl>
                                          <p:spTgt spid="26"/>
                                        </p:tgtEl>
                                      </p:cBhvr>
                                    </p:animEffect>
                                    <p:set>
                                      <p:cBhvr>
                                        <p:cTn id="63" dur="1" fill="hold">
                                          <p:stCondLst>
                                            <p:cond delay="499"/>
                                          </p:stCondLst>
                                        </p:cTn>
                                        <p:tgtEl>
                                          <p:spTgt spid="26"/>
                                        </p:tgtEl>
                                        <p:attrNameLst>
                                          <p:attrName>style.visibility</p:attrName>
                                        </p:attrNameLst>
                                      </p:cBhvr>
                                      <p:to>
                                        <p:strVal val="hidden"/>
                                      </p:to>
                                    </p:set>
                                  </p:childTnLst>
                                </p:cTn>
                              </p:par>
                              <p:par>
                                <p:cTn id="64" presetID="9" presetClass="entr" presetSubtype="0"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dissolve">
                                      <p:cBhvr>
                                        <p:cTn id="66"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339479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transport-layer protocol </a:t>
            </a:r>
            <a:r>
              <a:rPr lang="en-US" sz="2400" dirty="0">
                <a:solidFill>
                  <a:srgbClr val="0000A3"/>
                </a:solidFill>
              </a:rPr>
              <a:t>encapsulates</a:t>
            </a:r>
            <a:r>
              <a:rPr lang="en-US" sz="2400" dirty="0"/>
              <a:t> application-layer message, M, with </a:t>
            </a:r>
            <a:r>
              <a:rPr lang="en-US" sz="2400" i="1" dirty="0"/>
              <a:t>transport</a:t>
            </a:r>
            <a:r>
              <a:rPr lang="en-US" sz="2400" dirty="0"/>
              <a:t> layer-layer header H</a:t>
            </a:r>
            <a:r>
              <a:rPr lang="en-US" sz="2400" baseline="-25000" dirty="0"/>
              <a:t>t </a:t>
            </a:r>
            <a:r>
              <a:rPr lang="en-US" sz="2400" dirty="0"/>
              <a:t>to create a transport-layer </a:t>
            </a:r>
            <a:r>
              <a:rPr lang="en-US" sz="2400" dirty="0">
                <a:solidFill>
                  <a:srgbClr val="C00000"/>
                </a:solidFill>
              </a:rPr>
              <a:t>segment</a:t>
            </a:r>
            <a:endParaRPr lang="en-US" sz="2400" baseline="-25000" dirty="0">
              <a:solidFill>
                <a:srgbClr val="C00000"/>
              </a:solidFill>
            </a:endParaRP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t </a:t>
            </a:r>
            <a:r>
              <a:rPr lang="en-US" sz="2400" dirty="0"/>
              <a:t> used by transport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0204AF74-1396-104A-87D1-95A4614EA10A}"/>
              </a:ext>
            </a:extLst>
          </p:cNvPr>
          <p:cNvGrpSpPr/>
          <p:nvPr/>
        </p:nvGrpSpPr>
        <p:grpSpPr>
          <a:xfrm>
            <a:off x="3211642" y="2368401"/>
            <a:ext cx="5768716" cy="914472"/>
            <a:chOff x="3211642" y="2368401"/>
            <a:chExt cx="5768716" cy="914472"/>
          </a:xfrm>
        </p:grpSpPr>
        <p:cxnSp>
          <p:nvCxnSpPr>
            <p:cNvPr id="78" name="Straight Arrow Connector 77">
              <a:extLst>
                <a:ext uri="{FF2B5EF4-FFF2-40B4-BE49-F238E27FC236}">
                  <a16:creationId xmlns:a16="http://schemas.microsoft.com/office/drawing/2014/main" id="{44026509-71C6-2A41-AD9B-DEF9BBBA327C}"/>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EF3F96C4-7C44-5A46-A288-AFF998E8C12A}"/>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80" name="Rectangle 79">
              <a:extLst>
                <a:ext uri="{FF2B5EF4-FFF2-40B4-BE49-F238E27FC236}">
                  <a16:creationId xmlns:a16="http://schemas.microsoft.com/office/drawing/2014/main" id="{7BCE6F83-E984-0A47-ACF6-560550DA22AC}"/>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1" name="Group 185">
              <a:extLst>
                <a:ext uri="{FF2B5EF4-FFF2-40B4-BE49-F238E27FC236}">
                  <a16:creationId xmlns:a16="http://schemas.microsoft.com/office/drawing/2014/main" id="{BBEFAA32-01D5-174D-A563-219B7E938E65}"/>
                </a:ext>
              </a:extLst>
            </p:cNvPr>
            <p:cNvGrpSpPr>
              <a:grpSpLocks/>
            </p:cNvGrpSpPr>
            <p:nvPr/>
          </p:nvGrpSpPr>
          <p:grpSpPr bwMode="auto">
            <a:xfrm>
              <a:off x="5690803" y="2434313"/>
              <a:ext cx="908050" cy="301625"/>
              <a:chOff x="1848" y="2046"/>
              <a:chExt cx="572" cy="190"/>
            </a:xfrm>
          </p:grpSpPr>
          <p:grpSp>
            <p:nvGrpSpPr>
              <p:cNvPr id="82" name="Group 179">
                <a:extLst>
                  <a:ext uri="{FF2B5EF4-FFF2-40B4-BE49-F238E27FC236}">
                    <a16:creationId xmlns:a16="http://schemas.microsoft.com/office/drawing/2014/main" id="{2F1E9753-461B-724C-ACD8-92A06085DCFF}"/>
                  </a:ext>
                </a:extLst>
              </p:cNvPr>
              <p:cNvGrpSpPr>
                <a:grpSpLocks/>
              </p:cNvGrpSpPr>
              <p:nvPr/>
            </p:nvGrpSpPr>
            <p:grpSpPr bwMode="auto">
              <a:xfrm>
                <a:off x="1848" y="2047"/>
                <a:ext cx="187" cy="184"/>
                <a:chOff x="1959" y="2058"/>
                <a:chExt cx="187" cy="184"/>
              </a:xfrm>
            </p:grpSpPr>
            <p:sp>
              <p:nvSpPr>
                <p:cNvPr id="86" name="Rectangle 180">
                  <a:extLst>
                    <a:ext uri="{FF2B5EF4-FFF2-40B4-BE49-F238E27FC236}">
                      <a16:creationId xmlns:a16="http://schemas.microsoft.com/office/drawing/2014/main" id="{458B0BF5-90AD-E548-AAB1-86D4685BA81E}"/>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Rectangle 181">
                  <a:extLst>
                    <a:ext uri="{FF2B5EF4-FFF2-40B4-BE49-F238E27FC236}">
                      <a16:creationId xmlns:a16="http://schemas.microsoft.com/office/drawing/2014/main" id="{1E3E44CE-06FB-264E-B1D2-5C7788F13081}"/>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83" name="Group 182">
                <a:extLst>
                  <a:ext uri="{FF2B5EF4-FFF2-40B4-BE49-F238E27FC236}">
                    <a16:creationId xmlns:a16="http://schemas.microsoft.com/office/drawing/2014/main" id="{647AE73E-75D6-7D44-BB6A-A49CECE4F95B}"/>
                  </a:ext>
                </a:extLst>
              </p:cNvPr>
              <p:cNvGrpSpPr>
                <a:grpSpLocks/>
              </p:cNvGrpSpPr>
              <p:nvPr/>
            </p:nvGrpSpPr>
            <p:grpSpPr bwMode="auto">
              <a:xfrm>
                <a:off x="1992" y="2046"/>
                <a:ext cx="428" cy="190"/>
                <a:chOff x="780" y="1553"/>
                <a:chExt cx="428" cy="190"/>
              </a:xfrm>
            </p:grpSpPr>
            <p:sp>
              <p:nvSpPr>
                <p:cNvPr id="84" name="Rectangle 183">
                  <a:extLst>
                    <a:ext uri="{FF2B5EF4-FFF2-40B4-BE49-F238E27FC236}">
                      <a16:creationId xmlns:a16="http://schemas.microsoft.com/office/drawing/2014/main" id="{E2065433-0D2A-3446-BC7D-8CEDCA3DD66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6E32735B-6992-604C-B1C0-390BFA95D359}"/>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sp>
        <p:nvSpPr>
          <p:cNvPr id="89" name="TextBox 88">
            <a:extLst>
              <a:ext uri="{FF2B5EF4-FFF2-40B4-BE49-F238E27FC236}">
                <a16:creationId xmlns:a16="http://schemas.microsoft.com/office/drawing/2014/main" id="{BDA85EA9-5376-4A4E-AEA3-D00FB0A25494}"/>
              </a:ext>
            </a:extLst>
          </p:cNvPr>
          <p:cNvSpPr txBox="1"/>
          <p:nvPr/>
        </p:nvSpPr>
        <p:spPr>
          <a:xfrm>
            <a:off x="3375461" y="1789390"/>
            <a:ext cx="5618811" cy="565283"/>
          </a:xfrm>
          <a:prstGeom prst="rect">
            <a:avLst/>
          </a:prstGeom>
          <a:noFill/>
        </p:spPr>
        <p:txBody>
          <a:bodyPr wrap="square" rtlCol="0">
            <a:spAutoFit/>
          </a:bodyPr>
          <a:lstStyle/>
          <a:p>
            <a:pPr algn="ctr">
              <a:lnSpc>
                <a:spcPct val="85000"/>
              </a:lnSpc>
            </a:pPr>
            <a:r>
              <a:rPr lang="en-US" dirty="0">
                <a:solidFill>
                  <a:srgbClr val="C00000"/>
                </a:solidFill>
              </a:rPr>
              <a:t>Application </a:t>
            </a:r>
            <a:r>
              <a:rPr lang="en-US" dirty="0"/>
              <a:t>exchanges </a:t>
            </a:r>
            <a:r>
              <a:rPr lang="en-US" dirty="0">
                <a:solidFill>
                  <a:srgbClr val="C00000"/>
                </a:solidFill>
              </a:rPr>
              <a:t>messages</a:t>
            </a:r>
            <a:r>
              <a:rPr lang="en-US" dirty="0"/>
              <a:t> to implement some application service using </a:t>
            </a:r>
            <a:r>
              <a:rPr lang="en-US" i="1" dirty="0"/>
              <a:t>services</a:t>
            </a:r>
            <a:r>
              <a:rPr lang="en-US" dirty="0"/>
              <a:t> of transport layer</a:t>
            </a:r>
          </a:p>
        </p:txBody>
      </p:sp>
      <p:grpSp>
        <p:nvGrpSpPr>
          <p:cNvPr id="90" name="Group 89">
            <a:extLst>
              <a:ext uri="{FF2B5EF4-FFF2-40B4-BE49-F238E27FC236}">
                <a16:creationId xmlns:a16="http://schemas.microsoft.com/office/drawing/2014/main" id="{CB92BE64-DD95-B746-BF9A-8A0857499E1E}"/>
              </a:ext>
            </a:extLst>
          </p:cNvPr>
          <p:cNvGrpSpPr/>
          <p:nvPr/>
        </p:nvGrpSpPr>
        <p:grpSpPr>
          <a:xfrm>
            <a:off x="3254290" y="1489592"/>
            <a:ext cx="5651292" cy="389744"/>
            <a:chOff x="3270354" y="1798823"/>
            <a:chExt cx="5651292" cy="389744"/>
          </a:xfrm>
        </p:grpSpPr>
        <p:cxnSp>
          <p:nvCxnSpPr>
            <p:cNvPr id="91" name="Straight Arrow Connector 90">
              <a:extLst>
                <a:ext uri="{FF2B5EF4-FFF2-40B4-BE49-F238E27FC236}">
                  <a16:creationId xmlns:a16="http://schemas.microsoft.com/office/drawing/2014/main" id="{995B0542-E9EB-D44C-B795-91D151650594}"/>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2" name="Rectangle 91">
              <a:extLst>
                <a:ext uri="{FF2B5EF4-FFF2-40B4-BE49-F238E27FC236}">
                  <a16:creationId xmlns:a16="http://schemas.microsoft.com/office/drawing/2014/main" id="{A492A489-FD20-604F-9599-77E085F78EE9}"/>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3" name="Group 175">
              <a:extLst>
                <a:ext uri="{FF2B5EF4-FFF2-40B4-BE49-F238E27FC236}">
                  <a16:creationId xmlns:a16="http://schemas.microsoft.com/office/drawing/2014/main" id="{88BE32B5-AD28-CB44-B25F-0BE0155F4E5A}"/>
                </a:ext>
              </a:extLst>
            </p:cNvPr>
            <p:cNvGrpSpPr>
              <a:grpSpLocks/>
            </p:cNvGrpSpPr>
            <p:nvPr/>
          </p:nvGrpSpPr>
          <p:grpSpPr bwMode="auto">
            <a:xfrm>
              <a:off x="5953468" y="1857555"/>
              <a:ext cx="679450" cy="301625"/>
              <a:chOff x="780" y="1553"/>
              <a:chExt cx="428" cy="190"/>
            </a:xfrm>
          </p:grpSpPr>
          <p:sp>
            <p:nvSpPr>
              <p:cNvPr id="94" name="Rectangle 176">
                <a:extLst>
                  <a:ext uri="{FF2B5EF4-FFF2-40B4-BE49-F238E27FC236}">
                    <a16:creationId xmlns:a16="http://schemas.microsoft.com/office/drawing/2014/main" id="{E5CD48DB-61FF-EC4F-B8FF-E51BCE93829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5" name="Rectangle 177">
                <a:extLst>
                  <a:ext uri="{FF2B5EF4-FFF2-40B4-BE49-F238E27FC236}">
                    <a16:creationId xmlns:a16="http://schemas.microsoft.com/office/drawing/2014/main" id="{40D322D2-6F2A-0246-B033-7CB00E527FB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3" name="TextBox 2">
            <a:extLst>
              <a:ext uri="{FF2B5EF4-FFF2-40B4-BE49-F238E27FC236}">
                <a16:creationId xmlns:a16="http://schemas.microsoft.com/office/drawing/2014/main" id="{E7B29E55-88BD-AD40-949B-5E711ABB4016}"/>
              </a:ext>
            </a:extLst>
          </p:cNvPr>
          <p:cNvSpPr txBox="1"/>
          <p:nvPr/>
        </p:nvSpPr>
        <p:spPr>
          <a:xfrm>
            <a:off x="6982691" y="-781396"/>
            <a:ext cx="45719" cy="369332"/>
          </a:xfrm>
          <a:prstGeom prst="rect">
            <a:avLst/>
          </a:prstGeom>
          <a:noFill/>
        </p:spPr>
        <p:txBody>
          <a:bodyPr wrap="square" rtlCol="0">
            <a:spAutoFit/>
          </a:bodyPr>
          <a:lstStyle/>
          <a:p>
            <a:endParaRPr lang="en-US" dirty="0"/>
          </a:p>
        </p:txBody>
      </p:sp>
      <p:sp>
        <p:nvSpPr>
          <p:cNvPr id="88" name="Slide Number Placeholder 5">
            <a:extLst>
              <a:ext uri="{FF2B5EF4-FFF2-40B4-BE49-F238E27FC236}">
                <a16:creationId xmlns:a16="http://schemas.microsoft.com/office/drawing/2014/main" id="{19C48C77-97C9-E641-9E95-A18076BB048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72</a:t>
            </a:fld>
            <a:endParaRPr lang="en-US" dirty="0"/>
          </a:p>
        </p:txBody>
      </p:sp>
    </p:spTree>
    <p:extLst>
      <p:ext uri="{BB962C8B-B14F-4D97-AF65-F5344CB8AC3E}">
        <p14:creationId xmlns:p14="http://schemas.microsoft.com/office/powerpoint/2010/main" val="42667069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dissolve">
                                      <p:cBhvr>
                                        <p:cTn id="7" dur="500"/>
                                        <p:tgtEl>
                                          <p:spTgt spid="90"/>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9"/>
                                        </p:tgtEl>
                                        <p:attrNameLst>
                                          <p:attrName>style.visibility</p:attrName>
                                        </p:attrNameLst>
                                      </p:cBhvr>
                                      <p:to>
                                        <p:strVal val="visible"/>
                                      </p:to>
                                    </p:set>
                                    <p:animEffect transition="in" filter="dissolve">
                                      <p:cBhvr>
                                        <p:cTn id="10" dur="500"/>
                                        <p:tgtEl>
                                          <p:spTgt spid="8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dissolve">
                                      <p:cBhvr>
                                        <p:cTn id="15" dur="500"/>
                                        <p:tgtEl>
                                          <p:spTgt spid="77"/>
                                        </p:tgtEl>
                                      </p:cBhvr>
                                    </p:animEffect>
                                  </p:childTnLst>
                                </p:cTn>
                              </p:par>
                              <p:par>
                                <p:cTn id="16" presetID="9" presetClass="exit" presetSubtype="0" fill="hold" grpId="1" nodeType="withEffect">
                                  <p:stCondLst>
                                    <p:cond delay="0"/>
                                  </p:stCondLst>
                                  <p:childTnLst>
                                    <p:animEffect transition="out" filter="dissolve">
                                      <p:cBhvr>
                                        <p:cTn id="17" dur="500"/>
                                        <p:tgtEl>
                                          <p:spTgt spid="89"/>
                                        </p:tgtEl>
                                      </p:cBhvr>
                                    </p:animEffect>
                                    <p:set>
                                      <p:cBhvr>
                                        <p:cTn id="18" dur="1" fill="hold">
                                          <p:stCondLst>
                                            <p:cond delay="499"/>
                                          </p:stCondLst>
                                        </p:cTn>
                                        <p:tgtEl>
                                          <p:spTgt spid="8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44"/>
                                        </p:tgtEl>
                                        <p:attrNameLst>
                                          <p:attrName>style.visibility</p:attrName>
                                        </p:attrNameLst>
                                      </p:cBhvr>
                                      <p:to>
                                        <p:strVal val="visible"/>
                                      </p:to>
                                    </p:set>
                                    <p:animEffect transition="in" filter="dissolve">
                                      <p:cBhvr>
                                        <p:cTn id="23"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89" grpId="0"/>
      <p:bldP spid="89" grpId="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C22C09FB-549C-8E44-8641-4B4BD5A57453}"/>
              </a:ext>
            </a:extLst>
          </p:cNvPr>
          <p:cNvSpPr txBox="1"/>
          <p:nvPr/>
        </p:nvSpPr>
        <p:spPr>
          <a:xfrm>
            <a:off x="3359490" y="2717590"/>
            <a:ext cx="5620868" cy="565283"/>
          </a:xfrm>
          <a:prstGeom prst="rect">
            <a:avLst/>
          </a:prstGeom>
          <a:noFill/>
        </p:spPr>
        <p:txBody>
          <a:bodyPr wrap="square" rtlCol="0">
            <a:spAutoFit/>
          </a:bodyPr>
          <a:lstStyle/>
          <a:p>
            <a:pPr algn="ctr">
              <a:lnSpc>
                <a:spcPct val="85000"/>
              </a:lnSpc>
            </a:pPr>
            <a:r>
              <a:rPr lang="en-US" dirty="0">
                <a:solidFill>
                  <a:srgbClr val="C00000"/>
                </a:solidFill>
              </a:rPr>
              <a:t>Transport-layer </a:t>
            </a:r>
            <a:r>
              <a:rPr lang="en-US" dirty="0"/>
              <a:t>protocol transfers M (e.g., reliably) from one </a:t>
            </a:r>
            <a:r>
              <a:rPr lang="en-US" i="1" dirty="0"/>
              <a:t>process</a:t>
            </a:r>
            <a:r>
              <a:rPr lang="en-US" dirty="0"/>
              <a:t> to another, using services of network layer</a:t>
            </a:r>
          </a:p>
        </p:txBody>
      </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462727" y="4339175"/>
            <a:ext cx="5831174" cy="2086725"/>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network-layer protocol </a:t>
            </a:r>
            <a:r>
              <a:rPr lang="en-US" sz="2400" dirty="0">
                <a:solidFill>
                  <a:srgbClr val="0000A3"/>
                </a:solidFill>
              </a:rPr>
              <a:t>encapsulates</a:t>
            </a:r>
            <a:r>
              <a:rPr lang="en-US" sz="2400" dirty="0"/>
              <a:t> transport-layer segment</a:t>
            </a:r>
            <a:r>
              <a:rPr lang="en-US" sz="2000" dirty="0"/>
              <a:t>  [H</a:t>
            </a:r>
            <a:r>
              <a:rPr lang="en-US" sz="2000" baseline="-25000" dirty="0"/>
              <a:t>t</a:t>
            </a:r>
            <a:r>
              <a:rPr lang="en-US" sz="2000" dirty="0"/>
              <a:t> | M] </a:t>
            </a:r>
            <a:r>
              <a:rPr lang="en-US" sz="2400" dirty="0"/>
              <a:t>with network layer-layer header H</a:t>
            </a:r>
            <a:r>
              <a:rPr lang="en-US" sz="2400" baseline="-25000" dirty="0"/>
              <a:t>n </a:t>
            </a:r>
            <a:r>
              <a:rPr lang="en-US" sz="2400" dirty="0"/>
              <a:t> to create a network-layer </a:t>
            </a:r>
            <a:r>
              <a:rPr lang="en-US" sz="2400" dirty="0">
                <a:solidFill>
                  <a:srgbClr val="C00000"/>
                </a:solidFill>
              </a:rPr>
              <a:t>datagram </a:t>
            </a:r>
          </a:p>
          <a:p>
            <a:pPr marL="574675" lvl="1" indent="-231775">
              <a:lnSpc>
                <a:spcPct val="90000"/>
              </a:lnSpc>
              <a:buClr>
                <a:srgbClr val="0000A3"/>
              </a:buClr>
              <a:buFont typeface="Arial" panose="020B0604020202020204" pitchFamily="34" charset="0"/>
              <a:buChar char="•"/>
            </a:pPr>
            <a:r>
              <a:rPr lang="en-US" sz="2400" dirty="0"/>
              <a:t>H</a:t>
            </a:r>
            <a:r>
              <a:rPr lang="en-US" sz="2400" baseline="-25000" dirty="0"/>
              <a:t>n </a:t>
            </a:r>
            <a:r>
              <a:rPr lang="en-US" sz="2400" dirty="0"/>
              <a:t> used by network layer protocol to implement its service</a:t>
            </a:r>
            <a:endParaRPr lang="en-US" sz="2400" baseline="-25000" dirty="0"/>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5EFD3EBC-45D5-C74A-B32F-79C699B23E2E}"/>
              </a:ext>
            </a:extLst>
          </p:cNvPr>
          <p:cNvGrpSpPr/>
          <p:nvPr/>
        </p:nvGrpSpPr>
        <p:grpSpPr>
          <a:xfrm>
            <a:off x="3211642" y="3319499"/>
            <a:ext cx="5882482" cy="895263"/>
            <a:chOff x="3211642" y="3319499"/>
            <a:chExt cx="5882482" cy="895263"/>
          </a:xfrm>
        </p:grpSpPr>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a:extLst>
                <a:ext uri="{FF2B5EF4-FFF2-40B4-BE49-F238E27FC236}">
                  <a16:creationId xmlns:a16="http://schemas.microsoft.com/office/drawing/2014/main" id="{25A1DE96-E618-F245-B317-BF7C352A5215}"/>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grpSp>
      <p:sp>
        <p:nvSpPr>
          <p:cNvPr id="86" name="Slide Number Placeholder 5">
            <a:extLst>
              <a:ext uri="{FF2B5EF4-FFF2-40B4-BE49-F238E27FC236}">
                <a16:creationId xmlns:a16="http://schemas.microsoft.com/office/drawing/2014/main" id="{FCF8662E-6C10-1246-A632-4EAD39DCFA1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73</a:t>
            </a:fld>
            <a:endParaRPr lang="en-US" dirty="0"/>
          </a:p>
        </p:txBody>
      </p:sp>
    </p:spTree>
    <p:extLst>
      <p:ext uri="{BB962C8B-B14F-4D97-AF65-F5344CB8AC3E}">
        <p14:creationId xmlns:p14="http://schemas.microsoft.com/office/powerpoint/2010/main" val="995770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28"/>
                                        </p:tgtEl>
                                      </p:cBhvr>
                                    </p:animEffect>
                                    <p:set>
                                      <p:cBhvr>
                                        <p:cTn id="7" dur="1" fill="hold">
                                          <p:stCondLst>
                                            <p:cond delay="499"/>
                                          </p:stCondLst>
                                        </p:cTn>
                                        <p:tgtEl>
                                          <p:spTgt spid="128"/>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44"/>
                                        </p:tgtEl>
                                        <p:attrNameLst>
                                          <p:attrName>style.visibility</p:attrName>
                                        </p:attrNameLst>
                                      </p:cBhvr>
                                      <p:to>
                                        <p:strVal val="visible"/>
                                      </p:to>
                                    </p:set>
                                    <p:animEffect transition="in" filter="dissolve">
                                      <p:cBhvr>
                                        <p:cTn id="15"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144"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7" name="Straight Arrow Connector 126">
            <a:extLst>
              <a:ext uri="{FF2B5EF4-FFF2-40B4-BE49-F238E27FC236}">
                <a16:creationId xmlns:a16="http://schemas.microsoft.com/office/drawing/2014/main" id="{2ACB87E4-845E-A542-9CE2-5864050E17AD}"/>
              </a:ext>
            </a:extLst>
          </p:cNvPr>
          <p:cNvCxnSpPr>
            <a:cxnSpLocks/>
          </p:cNvCxnSpPr>
          <p:nvPr/>
        </p:nvCxnSpPr>
        <p:spPr>
          <a:xfrm>
            <a:off x="3211642" y="2610788"/>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44" name="TextBox 143">
            <a:extLst>
              <a:ext uri="{FF2B5EF4-FFF2-40B4-BE49-F238E27FC236}">
                <a16:creationId xmlns:a16="http://schemas.microsoft.com/office/drawing/2014/main" id="{2CE37313-1E06-C945-A455-53ADE2AA5971}"/>
              </a:ext>
            </a:extLst>
          </p:cNvPr>
          <p:cNvSpPr txBox="1"/>
          <p:nvPr/>
        </p:nvSpPr>
        <p:spPr>
          <a:xfrm>
            <a:off x="3371603" y="5096823"/>
            <a:ext cx="5831174" cy="1089529"/>
          </a:xfrm>
          <a:prstGeom prst="rect">
            <a:avLst/>
          </a:prstGeom>
          <a:noFill/>
        </p:spPr>
        <p:txBody>
          <a:bodyPr wrap="square" rtlCol="0">
            <a:spAutoFit/>
          </a:bodyPr>
          <a:lstStyle/>
          <a:p>
            <a:pPr marL="295275" indent="-295275">
              <a:lnSpc>
                <a:spcPct val="90000"/>
              </a:lnSpc>
              <a:buClr>
                <a:srgbClr val="0000A3"/>
              </a:buClr>
              <a:buFont typeface="Wingdings" pitchFamily="2" charset="2"/>
              <a:buChar char="§"/>
            </a:pPr>
            <a:r>
              <a:rPr lang="en-US" sz="2400" dirty="0"/>
              <a:t>link-layer protocol </a:t>
            </a:r>
            <a:r>
              <a:rPr lang="en-US" sz="2400" dirty="0">
                <a:solidFill>
                  <a:srgbClr val="0000A3"/>
                </a:solidFill>
              </a:rPr>
              <a:t>encapsulates</a:t>
            </a:r>
            <a:r>
              <a:rPr lang="en-US" sz="2400" dirty="0"/>
              <a:t> network datagram </a:t>
            </a:r>
            <a:r>
              <a:rPr lang="en-US" sz="2000" dirty="0"/>
              <a:t>[H</a:t>
            </a:r>
            <a:r>
              <a:rPr lang="en-US" sz="2000" baseline="-25000" dirty="0"/>
              <a:t>n</a:t>
            </a:r>
            <a:r>
              <a:rPr lang="en-US" sz="2000" dirty="0"/>
              <a:t>| [H</a:t>
            </a:r>
            <a:r>
              <a:rPr lang="en-US" sz="2000" baseline="-25000" dirty="0"/>
              <a:t>t</a:t>
            </a:r>
            <a:r>
              <a:rPr lang="en-US" sz="2000" dirty="0"/>
              <a:t> |M], </a:t>
            </a:r>
            <a:r>
              <a:rPr lang="en-US" sz="2400" dirty="0"/>
              <a:t>with link-layer header H</a:t>
            </a:r>
            <a:r>
              <a:rPr lang="en-US" sz="2400" baseline="-25000" dirty="0"/>
              <a:t>l </a:t>
            </a:r>
            <a:r>
              <a:rPr lang="en-US" sz="2400" dirty="0"/>
              <a:t> to create a link-layer </a:t>
            </a:r>
            <a:r>
              <a:rPr lang="en-US" sz="2400" dirty="0">
                <a:solidFill>
                  <a:srgbClr val="C00000"/>
                </a:solidFill>
              </a:rPr>
              <a:t>frame </a:t>
            </a:r>
          </a:p>
        </p:txBody>
      </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07" name="Group 206">
            <a:extLst>
              <a:ext uri="{FF2B5EF4-FFF2-40B4-BE49-F238E27FC236}">
                <a16:creationId xmlns:a16="http://schemas.microsoft.com/office/drawing/2014/main" id="{9BA8D23A-DF12-2443-9B89-890BD7CDB6B8}"/>
              </a:ext>
            </a:extLst>
          </p:cNvPr>
          <p:cNvGrpSpPr/>
          <p:nvPr/>
        </p:nvGrpSpPr>
        <p:grpSpPr>
          <a:xfrm>
            <a:off x="3254290" y="1489592"/>
            <a:ext cx="5651292" cy="389744"/>
            <a:chOff x="3270354" y="1798823"/>
            <a:chExt cx="5651292" cy="389744"/>
          </a:xfrm>
        </p:grpSpPr>
        <p:cxnSp>
          <p:nvCxnSpPr>
            <p:cNvPr id="8" name="Straight Arrow Connector 7">
              <a:extLst>
                <a:ext uri="{FF2B5EF4-FFF2-40B4-BE49-F238E27FC236}">
                  <a16:creationId xmlns:a16="http://schemas.microsoft.com/office/drawing/2014/main" id="{A76A2E93-F723-6741-8FBC-288F6B0B758B}"/>
                </a:ext>
              </a:extLst>
            </p:cNvPr>
            <p:cNvCxnSpPr>
              <a:cxnSpLocks/>
            </p:cNvCxnSpPr>
            <p:nvPr/>
          </p:nvCxnSpPr>
          <p:spPr>
            <a:xfrm>
              <a:off x="3270354" y="1993691"/>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30C90201-2355-084F-A843-B545A899D6FE}"/>
                </a:ext>
              </a:extLst>
            </p:cNvPr>
            <p:cNvSpPr/>
            <p:nvPr/>
          </p:nvSpPr>
          <p:spPr>
            <a:xfrm>
              <a:off x="5878639" y="1798823"/>
              <a:ext cx="674558"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53468" y="1857555"/>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Straight Arrow Connector 77">
            <a:extLst>
              <a:ext uri="{FF2B5EF4-FFF2-40B4-BE49-F238E27FC236}">
                <a16:creationId xmlns:a16="http://schemas.microsoft.com/office/drawing/2014/main" id="{B1705D36-44EB-7144-ADDD-2BCA5A49E36C}"/>
              </a:ext>
            </a:extLst>
          </p:cNvPr>
          <p:cNvCxnSpPr>
            <a:cxnSpLocks/>
          </p:cNvCxnSpPr>
          <p:nvPr/>
        </p:nvCxnSpPr>
        <p:spPr>
          <a:xfrm>
            <a:off x="3211642" y="3542677"/>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2" name="TextBox 101">
            <a:extLst>
              <a:ext uri="{FF2B5EF4-FFF2-40B4-BE49-F238E27FC236}">
                <a16:creationId xmlns:a16="http://schemas.microsoft.com/office/drawing/2014/main" id="{203A67B3-AD0F-0041-BB55-345D4484BF78}"/>
              </a:ext>
            </a:extLst>
          </p:cNvPr>
          <p:cNvSpPr txBox="1"/>
          <p:nvPr/>
        </p:nvSpPr>
        <p:spPr>
          <a:xfrm>
            <a:off x="3374573" y="4483522"/>
            <a:ext cx="5620868" cy="565283"/>
          </a:xfrm>
          <a:prstGeom prst="rect">
            <a:avLst/>
          </a:prstGeom>
          <a:noFill/>
        </p:spPr>
        <p:txBody>
          <a:bodyPr wrap="square" rtlCol="0">
            <a:spAutoFit/>
          </a:bodyPr>
          <a:lstStyle/>
          <a:p>
            <a:pPr algn="ctr">
              <a:lnSpc>
                <a:spcPct val="85000"/>
              </a:lnSpc>
            </a:pPr>
            <a:r>
              <a:rPr lang="en-US" dirty="0">
                <a:solidFill>
                  <a:srgbClr val="C00000"/>
                </a:solidFill>
              </a:rPr>
              <a:t>Link-layer </a:t>
            </a:r>
            <a:r>
              <a:rPr lang="en-US" dirty="0"/>
              <a:t>protocol transfers datagram [H</a:t>
            </a:r>
            <a:r>
              <a:rPr lang="en-US" baseline="-25000" dirty="0"/>
              <a:t>n</a:t>
            </a:r>
            <a:r>
              <a:rPr lang="en-US" dirty="0"/>
              <a:t>| [H</a:t>
            </a:r>
            <a:r>
              <a:rPr lang="en-US" baseline="-25000" dirty="0"/>
              <a:t>t</a:t>
            </a:r>
            <a:r>
              <a:rPr lang="en-US" dirty="0"/>
              <a:t> |M] from </a:t>
            </a:r>
            <a:r>
              <a:rPr lang="en-US" i="1" dirty="0"/>
              <a:t>host </a:t>
            </a:r>
            <a:r>
              <a:rPr lang="en-US" dirty="0"/>
              <a:t>to neighboring host, using network-layer services</a:t>
            </a:r>
          </a:p>
        </p:txBody>
      </p:sp>
      <p:grpSp>
        <p:nvGrpSpPr>
          <p:cNvPr id="7" name="Group 6">
            <a:extLst>
              <a:ext uri="{FF2B5EF4-FFF2-40B4-BE49-F238E27FC236}">
                <a16:creationId xmlns:a16="http://schemas.microsoft.com/office/drawing/2014/main" id="{491A965C-D49C-304E-9BCB-5B5079C4AD83}"/>
              </a:ext>
            </a:extLst>
          </p:cNvPr>
          <p:cNvGrpSpPr/>
          <p:nvPr/>
        </p:nvGrpSpPr>
        <p:grpSpPr>
          <a:xfrm>
            <a:off x="3226725" y="4169060"/>
            <a:ext cx="5651292" cy="374226"/>
            <a:chOff x="3226725" y="4169060"/>
            <a:chExt cx="5651292" cy="374226"/>
          </a:xfrm>
        </p:grpSpPr>
        <p:cxnSp>
          <p:nvCxnSpPr>
            <p:cNvPr id="86" name="Straight Arrow Connector 85">
              <a:extLst>
                <a:ext uri="{FF2B5EF4-FFF2-40B4-BE49-F238E27FC236}">
                  <a16:creationId xmlns:a16="http://schemas.microsoft.com/office/drawing/2014/main" id="{6BFA270B-F048-734C-8D17-9C3EE129B47D}"/>
                </a:ext>
              </a:extLst>
            </p:cNvPr>
            <p:cNvCxnSpPr>
              <a:cxnSpLocks/>
            </p:cNvCxnSpPr>
            <p:nvPr/>
          </p:nvCxnSpPr>
          <p:spPr>
            <a:xfrm>
              <a:off x="3226725" y="4376720"/>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208143C4-E722-4448-8DC9-B6DF8B0D299E}"/>
                </a:ext>
              </a:extLst>
            </p:cNvPr>
            <p:cNvGrpSpPr/>
            <p:nvPr/>
          </p:nvGrpSpPr>
          <p:grpSpPr>
            <a:xfrm>
              <a:off x="5062983" y="4169060"/>
              <a:ext cx="1518637" cy="374226"/>
              <a:chOff x="5062983" y="4252185"/>
              <a:chExt cx="1518637" cy="374226"/>
            </a:xfrm>
          </p:grpSpPr>
          <p:sp>
            <p:nvSpPr>
              <p:cNvPr id="89" name="Rectangle 88">
                <a:extLst>
                  <a:ext uri="{FF2B5EF4-FFF2-40B4-BE49-F238E27FC236}">
                    <a16:creationId xmlns:a16="http://schemas.microsoft.com/office/drawing/2014/main" id="{76785350-92B7-9949-A608-9FBFA3760ED8}"/>
                  </a:ext>
                </a:extLst>
              </p:cNvPr>
              <p:cNvSpPr/>
              <p:nvPr/>
            </p:nvSpPr>
            <p:spPr>
              <a:xfrm>
                <a:off x="5062983" y="4252185"/>
                <a:ext cx="1518637" cy="37422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 name="Group 182">
                <a:extLst>
                  <a:ext uri="{FF2B5EF4-FFF2-40B4-BE49-F238E27FC236}">
                    <a16:creationId xmlns:a16="http://schemas.microsoft.com/office/drawing/2014/main" id="{45CD0A72-C88E-6047-BB5F-DD34C8006CE8}"/>
                  </a:ext>
                </a:extLst>
              </p:cNvPr>
              <p:cNvGrpSpPr>
                <a:grpSpLocks/>
              </p:cNvGrpSpPr>
              <p:nvPr/>
            </p:nvGrpSpPr>
            <p:grpSpPr bwMode="auto">
              <a:xfrm>
                <a:off x="5144294" y="4283446"/>
                <a:ext cx="1347789" cy="301625"/>
                <a:chOff x="286" y="1531"/>
                <a:chExt cx="849" cy="190"/>
              </a:xfrm>
            </p:grpSpPr>
            <p:sp>
              <p:nvSpPr>
                <p:cNvPr id="100" name="Rectangle 183">
                  <a:extLst>
                    <a:ext uri="{FF2B5EF4-FFF2-40B4-BE49-F238E27FC236}">
                      <a16:creationId xmlns:a16="http://schemas.microsoft.com/office/drawing/2014/main" id="{C0F4519B-22A6-8C43-B106-B86515EA92D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1" name="Rectangle 184">
                  <a:extLst>
                    <a:ext uri="{FF2B5EF4-FFF2-40B4-BE49-F238E27FC236}">
                      <a16:creationId xmlns:a16="http://schemas.microsoft.com/office/drawing/2014/main" id="{4A672F36-49EC-D34C-A30D-BFF6136048E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93" name="Rectangle 181">
                <a:extLst>
                  <a:ext uri="{FF2B5EF4-FFF2-40B4-BE49-F238E27FC236}">
                    <a16:creationId xmlns:a16="http://schemas.microsoft.com/office/drawing/2014/main" id="{9CB56124-BE22-4744-B402-647CD871D717}"/>
                  </a:ext>
                </a:extLst>
              </p:cNvPr>
              <p:cNvSpPr>
                <a:spLocks noChangeArrowheads="1"/>
              </p:cNvSpPr>
              <p:nvPr/>
            </p:nvSpPr>
            <p:spPr bwMode="auto">
              <a:xfrm>
                <a:off x="5696012" y="4295113"/>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94" name="Rectangle 181">
                <a:extLst>
                  <a:ext uri="{FF2B5EF4-FFF2-40B4-BE49-F238E27FC236}">
                    <a16:creationId xmlns:a16="http://schemas.microsoft.com/office/drawing/2014/main" id="{FB07F637-8B3F-9948-AA28-F1F413F8F17C}"/>
                  </a:ext>
                </a:extLst>
              </p:cNvPr>
              <p:cNvSpPr>
                <a:spLocks noChangeArrowheads="1"/>
              </p:cNvSpPr>
              <p:nvPr/>
            </p:nvSpPr>
            <p:spPr bwMode="auto">
              <a:xfrm>
                <a:off x="5433708" y="4277775"/>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95" name="Straight Connector 94">
                <a:extLst>
                  <a:ext uri="{FF2B5EF4-FFF2-40B4-BE49-F238E27FC236}">
                    <a16:creationId xmlns:a16="http://schemas.microsoft.com/office/drawing/2014/main" id="{42006C5A-8B94-0C44-BBC3-909EA572E0EF}"/>
                  </a:ext>
                </a:extLst>
              </p:cNvPr>
              <p:cNvCxnSpPr>
                <a:cxnSpLocks/>
              </p:cNvCxnSpPr>
              <p:nvPr/>
            </p:nvCxnSpPr>
            <p:spPr>
              <a:xfrm>
                <a:off x="6001149" y="431202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B21F5BD4-1F06-964B-8B36-F5192E01256C}"/>
                  </a:ext>
                </a:extLst>
              </p:cNvPr>
              <p:cNvCxnSpPr/>
              <p:nvPr/>
            </p:nvCxnSpPr>
            <p:spPr>
              <a:xfrm>
                <a:off x="5720650" y="4310309"/>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Rectangle 181">
                <a:extLst>
                  <a:ext uri="{FF2B5EF4-FFF2-40B4-BE49-F238E27FC236}">
                    <a16:creationId xmlns:a16="http://schemas.microsoft.com/office/drawing/2014/main" id="{C22AEA05-2A3E-8F46-BCF2-9FE184FF0B11}"/>
                  </a:ext>
                </a:extLst>
              </p:cNvPr>
              <p:cNvSpPr>
                <a:spLocks noChangeArrowheads="1"/>
              </p:cNvSpPr>
              <p:nvPr/>
            </p:nvSpPr>
            <p:spPr bwMode="auto">
              <a:xfrm>
                <a:off x="5149178" y="4281528"/>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04" name="Straight Connector 103">
                <a:extLst>
                  <a:ext uri="{FF2B5EF4-FFF2-40B4-BE49-F238E27FC236}">
                    <a16:creationId xmlns:a16="http://schemas.microsoft.com/office/drawing/2014/main" id="{97CD4AFB-B9ED-7843-B804-83029ED5054D}"/>
                  </a:ext>
                </a:extLst>
              </p:cNvPr>
              <p:cNvCxnSpPr/>
              <p:nvPr/>
            </p:nvCxnSpPr>
            <p:spPr>
              <a:xfrm>
                <a:off x="5418102" y="4309558"/>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06" name="Straight Arrow Connector 105">
            <a:extLst>
              <a:ext uri="{FF2B5EF4-FFF2-40B4-BE49-F238E27FC236}">
                <a16:creationId xmlns:a16="http://schemas.microsoft.com/office/drawing/2014/main" id="{04CD79AB-EFE6-E14B-878A-669E9C4D9042}"/>
              </a:ext>
            </a:extLst>
          </p:cNvPr>
          <p:cNvCxnSpPr>
            <a:cxnSpLocks/>
          </p:cNvCxnSpPr>
          <p:nvPr/>
        </p:nvCxnSpPr>
        <p:spPr>
          <a:xfrm>
            <a:off x="3594027" y="-1079199"/>
            <a:ext cx="5651292" cy="0"/>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7" name="Rectangle 106">
            <a:extLst>
              <a:ext uri="{FF2B5EF4-FFF2-40B4-BE49-F238E27FC236}">
                <a16:creationId xmlns:a16="http://schemas.microsoft.com/office/drawing/2014/main" id="{871C9FED-2DA1-3A44-B6FE-2B1DAB7A3D60}"/>
              </a:ext>
            </a:extLst>
          </p:cNvPr>
          <p:cNvSpPr/>
          <p:nvPr/>
        </p:nvSpPr>
        <p:spPr>
          <a:xfrm>
            <a:off x="5738557" y="-1302377"/>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8" name="Group 107">
            <a:extLst>
              <a:ext uri="{FF2B5EF4-FFF2-40B4-BE49-F238E27FC236}">
                <a16:creationId xmlns:a16="http://schemas.microsoft.com/office/drawing/2014/main" id="{2AA69BF9-270A-F443-A92C-84A46DE35441}"/>
              </a:ext>
            </a:extLst>
          </p:cNvPr>
          <p:cNvGrpSpPr/>
          <p:nvPr/>
        </p:nvGrpSpPr>
        <p:grpSpPr>
          <a:xfrm>
            <a:off x="5801010" y="-1261269"/>
            <a:ext cx="1058375" cy="307296"/>
            <a:chOff x="5509436" y="3287899"/>
            <a:chExt cx="1058375" cy="307296"/>
          </a:xfrm>
        </p:grpSpPr>
        <p:grpSp>
          <p:nvGrpSpPr>
            <p:cNvPr id="110" name="Group 182">
              <a:extLst>
                <a:ext uri="{FF2B5EF4-FFF2-40B4-BE49-F238E27FC236}">
                  <a16:creationId xmlns:a16="http://schemas.microsoft.com/office/drawing/2014/main" id="{15D5F71B-2CF5-DE43-94EF-784236E59EB7}"/>
                </a:ext>
              </a:extLst>
            </p:cNvPr>
            <p:cNvGrpSpPr>
              <a:grpSpLocks/>
            </p:cNvGrpSpPr>
            <p:nvPr/>
          </p:nvGrpSpPr>
          <p:grpSpPr bwMode="auto">
            <a:xfrm>
              <a:off x="5510535" y="3293570"/>
              <a:ext cx="1057276" cy="301625"/>
              <a:chOff x="469" y="1531"/>
              <a:chExt cx="666" cy="190"/>
            </a:xfrm>
          </p:grpSpPr>
          <p:sp>
            <p:nvSpPr>
              <p:cNvPr id="116" name="Rectangle 183">
                <a:extLst>
                  <a:ext uri="{FF2B5EF4-FFF2-40B4-BE49-F238E27FC236}">
                    <a16:creationId xmlns:a16="http://schemas.microsoft.com/office/drawing/2014/main" id="{A054BB4B-B69C-D14C-8F5B-5BEEEDE8D730}"/>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8" name="Rectangle 184">
                <a:extLst>
                  <a:ext uri="{FF2B5EF4-FFF2-40B4-BE49-F238E27FC236}">
                    <a16:creationId xmlns:a16="http://schemas.microsoft.com/office/drawing/2014/main" id="{2025D776-034C-8D48-A4B6-FF664F22FD92}"/>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11" name="Rectangle 181">
              <a:extLst>
                <a:ext uri="{FF2B5EF4-FFF2-40B4-BE49-F238E27FC236}">
                  <a16:creationId xmlns:a16="http://schemas.microsoft.com/office/drawing/2014/main" id="{D06D048B-900E-8F4D-8A64-20DA16D1F88F}"/>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13" name="Rectangle 181">
              <a:extLst>
                <a:ext uri="{FF2B5EF4-FFF2-40B4-BE49-F238E27FC236}">
                  <a16:creationId xmlns:a16="http://schemas.microsoft.com/office/drawing/2014/main" id="{580EB15C-4763-334C-B100-4D66978CB819}"/>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14" name="Straight Connector 113">
              <a:extLst>
                <a:ext uri="{FF2B5EF4-FFF2-40B4-BE49-F238E27FC236}">
                  <a16:creationId xmlns:a16="http://schemas.microsoft.com/office/drawing/2014/main" id="{F48100A0-01D0-7A4A-8CBD-6A4D5B9F1842}"/>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95FE4795-7D19-DF46-88AF-179D04B18878}"/>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 name="TextBox 118">
            <a:extLst>
              <a:ext uri="{FF2B5EF4-FFF2-40B4-BE49-F238E27FC236}">
                <a16:creationId xmlns:a16="http://schemas.microsoft.com/office/drawing/2014/main" id="{00B31285-CEBC-B045-A3D2-E171BD35C682}"/>
              </a:ext>
            </a:extLst>
          </p:cNvPr>
          <p:cNvSpPr txBox="1"/>
          <p:nvPr/>
        </p:nvSpPr>
        <p:spPr>
          <a:xfrm>
            <a:off x="3359490" y="3649479"/>
            <a:ext cx="5734634" cy="565283"/>
          </a:xfrm>
          <a:prstGeom prst="rect">
            <a:avLst/>
          </a:prstGeom>
          <a:noFill/>
        </p:spPr>
        <p:txBody>
          <a:bodyPr wrap="square" rtlCol="0">
            <a:spAutoFit/>
          </a:bodyPr>
          <a:lstStyle/>
          <a:p>
            <a:pPr algn="ctr">
              <a:lnSpc>
                <a:spcPct val="85000"/>
              </a:lnSpc>
            </a:pPr>
            <a:r>
              <a:rPr lang="en-US" dirty="0">
                <a:solidFill>
                  <a:srgbClr val="C00000"/>
                </a:solidFill>
              </a:rPr>
              <a:t>Network-layer </a:t>
            </a:r>
            <a:r>
              <a:rPr lang="en-US" dirty="0"/>
              <a:t>protocol transfers transport-layer segment [H</a:t>
            </a:r>
            <a:r>
              <a:rPr lang="en-US" baseline="-25000" dirty="0"/>
              <a:t>t</a:t>
            </a:r>
            <a:r>
              <a:rPr lang="en-US" dirty="0"/>
              <a:t> | M] from one </a:t>
            </a:r>
            <a:r>
              <a:rPr lang="en-US" i="1" dirty="0"/>
              <a:t>host</a:t>
            </a:r>
            <a:r>
              <a:rPr lang="en-US" dirty="0"/>
              <a:t> to another, using link layer services</a:t>
            </a:r>
          </a:p>
        </p:txBody>
      </p:sp>
      <p:sp>
        <p:nvSpPr>
          <p:cNvPr id="109" name="Slide Number Placeholder 5">
            <a:extLst>
              <a:ext uri="{FF2B5EF4-FFF2-40B4-BE49-F238E27FC236}">
                <a16:creationId xmlns:a16="http://schemas.microsoft.com/office/drawing/2014/main" id="{99BA57FE-A308-1E41-B606-A1B8A22BF1A6}"/>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74</a:t>
            </a:fld>
            <a:endParaRPr lang="en-US" dirty="0"/>
          </a:p>
        </p:txBody>
      </p:sp>
    </p:spTree>
    <p:extLst>
      <p:ext uri="{BB962C8B-B14F-4D97-AF65-F5344CB8AC3E}">
        <p14:creationId xmlns:p14="http://schemas.microsoft.com/office/powerpoint/2010/main" val="2264086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19"/>
                                        </p:tgtEl>
                                      </p:cBhvr>
                                    </p:animEffect>
                                    <p:set>
                                      <p:cBhvr>
                                        <p:cTn id="7" dur="1" fill="hold">
                                          <p:stCondLst>
                                            <p:cond delay="499"/>
                                          </p:stCondLst>
                                        </p:cTn>
                                        <p:tgtEl>
                                          <p:spTgt spid="119"/>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dissolve">
                                      <p:cBhvr>
                                        <p:cTn id="14" dur="500"/>
                                        <p:tgtEl>
                                          <p:spTgt spid="102"/>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144"/>
                                        </p:tgtEl>
                                        <p:attrNameLst>
                                          <p:attrName>style.visibility</p:attrName>
                                        </p:attrNameLst>
                                      </p:cBhvr>
                                      <p:to>
                                        <p:strVal val="visible"/>
                                      </p:to>
                                    </p:set>
                                    <p:animEffect transition="in" filter="dissolve">
                                      <p:cBhvr>
                                        <p:cTn id="19" dur="5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p:bldP spid="102" grpId="0"/>
      <p:bldP spid="11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2EBD77-BBEB-8256-B1D7-6D40115EC108}"/>
              </a:ext>
            </a:extLst>
          </p:cNvPr>
          <p:cNvSpPr>
            <a:spLocks noGrp="1"/>
          </p:cNvSpPr>
          <p:nvPr>
            <p:ph type="title"/>
          </p:nvPr>
        </p:nvSpPr>
        <p:spPr/>
        <p:txBody>
          <a:bodyPr/>
          <a:lstStyle/>
          <a:p>
            <a:r>
              <a:rPr lang="en-US" dirty="0"/>
              <a:t>Encapsulation</a:t>
            </a:r>
          </a:p>
        </p:txBody>
      </p:sp>
      <p:sp>
        <p:nvSpPr>
          <p:cNvPr id="5" name="Slide Number Placeholder 4">
            <a:extLst>
              <a:ext uri="{FF2B5EF4-FFF2-40B4-BE49-F238E27FC236}">
                <a16:creationId xmlns:a16="http://schemas.microsoft.com/office/drawing/2014/main" id="{944F92B3-9996-B455-D98A-6E4215C63AB8}"/>
              </a:ext>
            </a:extLst>
          </p:cNvPr>
          <p:cNvSpPr>
            <a:spLocks noGrp="1"/>
          </p:cNvSpPr>
          <p:nvPr>
            <p:ph type="sldNum" sz="quarter" idx="4"/>
          </p:nvPr>
        </p:nvSpPr>
        <p:spPr/>
        <p:txBody>
          <a:bodyPr/>
          <a:lstStyle/>
          <a:p>
            <a:r>
              <a:rPr lang="en-US" dirty="0"/>
              <a:t>Introduction: 1-</a:t>
            </a:r>
            <a:fld id="{C4204591-24BD-A542-B9D5-F8D8A88D2FEE}" type="slidenum">
              <a:rPr lang="en-US" smtClean="0"/>
              <a:pPr/>
              <a:t>75</a:t>
            </a:fld>
            <a:endParaRPr lang="en-US" dirty="0"/>
          </a:p>
        </p:txBody>
      </p:sp>
      <p:pic>
        <p:nvPicPr>
          <p:cNvPr id="7172" name="Picture 4" descr="Stacking Dolls designs, themes, templates and downloadable graphic elements  on Dribbble">
            <a:extLst>
              <a:ext uri="{FF2B5EF4-FFF2-40B4-BE49-F238E27FC236}">
                <a16:creationId xmlns:a16="http://schemas.microsoft.com/office/drawing/2014/main" id="{A26A0BB6-0C77-FE07-9A76-501AF81B15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4186" y="2071687"/>
            <a:ext cx="5214120" cy="3910591"/>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289B3C42-EA63-6E49-E436-960A9CD62219}"/>
              </a:ext>
            </a:extLst>
          </p:cNvPr>
          <p:cNvSpPr txBox="1"/>
          <p:nvPr/>
        </p:nvSpPr>
        <p:spPr>
          <a:xfrm>
            <a:off x="6245138" y="5073301"/>
            <a:ext cx="997068" cy="369332"/>
          </a:xfrm>
          <a:prstGeom prst="rect">
            <a:avLst/>
          </a:prstGeom>
          <a:noFill/>
        </p:spPr>
        <p:txBody>
          <a:bodyPr wrap="none" rtlCol="0">
            <a:spAutoFit/>
          </a:bodyPr>
          <a:lstStyle/>
          <a:p>
            <a:r>
              <a:rPr lang="en-US" b="1" dirty="0"/>
              <a:t>message</a:t>
            </a:r>
          </a:p>
        </p:txBody>
      </p:sp>
      <p:sp>
        <p:nvSpPr>
          <p:cNvPr id="8" name="TextBox 7">
            <a:extLst>
              <a:ext uri="{FF2B5EF4-FFF2-40B4-BE49-F238E27FC236}">
                <a16:creationId xmlns:a16="http://schemas.microsoft.com/office/drawing/2014/main" id="{29D5FEF7-391E-06CF-EC8D-A4D9473CECC7}"/>
              </a:ext>
            </a:extLst>
          </p:cNvPr>
          <p:cNvSpPr txBox="1"/>
          <p:nvPr/>
        </p:nvSpPr>
        <p:spPr>
          <a:xfrm>
            <a:off x="7392802" y="5073301"/>
            <a:ext cx="995272" cy="369332"/>
          </a:xfrm>
          <a:prstGeom prst="rect">
            <a:avLst/>
          </a:prstGeom>
          <a:noFill/>
        </p:spPr>
        <p:txBody>
          <a:bodyPr wrap="none" rtlCol="0">
            <a:spAutoFit/>
          </a:bodyPr>
          <a:lstStyle/>
          <a:p>
            <a:r>
              <a:rPr lang="en-US" b="1" dirty="0"/>
              <a:t>segment</a:t>
            </a:r>
          </a:p>
        </p:txBody>
      </p:sp>
      <p:sp>
        <p:nvSpPr>
          <p:cNvPr id="9" name="TextBox 8">
            <a:extLst>
              <a:ext uri="{FF2B5EF4-FFF2-40B4-BE49-F238E27FC236}">
                <a16:creationId xmlns:a16="http://schemas.microsoft.com/office/drawing/2014/main" id="{8DCD3DA2-B741-6497-BE53-D89EBC073BDC}"/>
              </a:ext>
            </a:extLst>
          </p:cNvPr>
          <p:cNvSpPr txBox="1"/>
          <p:nvPr/>
        </p:nvSpPr>
        <p:spPr>
          <a:xfrm>
            <a:off x="8738816" y="5059744"/>
            <a:ext cx="1098570" cy="369332"/>
          </a:xfrm>
          <a:prstGeom prst="rect">
            <a:avLst/>
          </a:prstGeom>
          <a:noFill/>
        </p:spPr>
        <p:txBody>
          <a:bodyPr wrap="none" rtlCol="0">
            <a:spAutoFit/>
          </a:bodyPr>
          <a:lstStyle/>
          <a:p>
            <a:r>
              <a:rPr lang="en-US" b="1" dirty="0"/>
              <a:t>datagram</a:t>
            </a:r>
          </a:p>
        </p:txBody>
      </p:sp>
      <p:sp>
        <p:nvSpPr>
          <p:cNvPr id="10" name="TextBox 9">
            <a:extLst>
              <a:ext uri="{FF2B5EF4-FFF2-40B4-BE49-F238E27FC236}">
                <a16:creationId xmlns:a16="http://schemas.microsoft.com/office/drawing/2014/main" id="{CEBBD8C8-727E-C550-63F3-5D31C6B6018F}"/>
              </a:ext>
            </a:extLst>
          </p:cNvPr>
          <p:cNvSpPr txBox="1"/>
          <p:nvPr/>
        </p:nvSpPr>
        <p:spPr>
          <a:xfrm>
            <a:off x="10488109" y="5065260"/>
            <a:ext cx="751872" cy="369332"/>
          </a:xfrm>
          <a:prstGeom prst="rect">
            <a:avLst/>
          </a:prstGeom>
          <a:noFill/>
        </p:spPr>
        <p:txBody>
          <a:bodyPr wrap="none" rtlCol="0">
            <a:spAutoFit/>
          </a:bodyPr>
          <a:lstStyle/>
          <a:p>
            <a:r>
              <a:rPr lang="en-US" b="1" dirty="0"/>
              <a:t>frame</a:t>
            </a:r>
          </a:p>
        </p:txBody>
      </p:sp>
      <p:sp>
        <p:nvSpPr>
          <p:cNvPr id="12" name="Rectangle 11">
            <a:extLst>
              <a:ext uri="{FF2B5EF4-FFF2-40B4-BE49-F238E27FC236}">
                <a16:creationId xmlns:a16="http://schemas.microsoft.com/office/drawing/2014/main" id="{4A91CF71-749F-554A-9CA6-E3C9A1D4B1D4}"/>
              </a:ext>
            </a:extLst>
          </p:cNvPr>
          <p:cNvSpPr/>
          <p:nvPr/>
        </p:nvSpPr>
        <p:spPr>
          <a:xfrm>
            <a:off x="838200" y="1285429"/>
            <a:ext cx="5624810"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Matryoshka dolls (stacking dolls)</a:t>
            </a:r>
            <a:endParaRPr kumimoji="0" lang="en-US" altLang="en-US" sz="3200" b="0" i="0" u="sng" strike="noStrike" kern="1200" cap="none" spc="0" normalizeH="0" baseline="0" noProof="0" dirty="0">
              <a:ln>
                <a:noFill/>
              </a:ln>
              <a:solidFill>
                <a:srgbClr val="C00000"/>
              </a:solidFill>
              <a:effectLst/>
              <a:uLnTx/>
              <a:uFillTx/>
              <a:latin typeface="Calibri" panose="020F0502020204030204"/>
              <a:ea typeface="+mn-ea"/>
              <a:cs typeface="+mn-cs"/>
            </a:endParaRPr>
          </a:p>
        </p:txBody>
      </p:sp>
      <p:pic>
        <p:nvPicPr>
          <p:cNvPr id="14" name="Picture 13" descr="Icon&#10;&#10;Description automatically generated with low confidence">
            <a:extLst>
              <a:ext uri="{FF2B5EF4-FFF2-40B4-BE49-F238E27FC236}">
                <a16:creationId xmlns:a16="http://schemas.microsoft.com/office/drawing/2014/main" id="{F4618F35-68D8-2BAF-C676-F42021682C81}"/>
              </a:ext>
            </a:extLst>
          </p:cNvPr>
          <p:cNvPicPr>
            <a:picLocks noChangeAspect="1"/>
          </p:cNvPicPr>
          <p:nvPr/>
        </p:nvPicPr>
        <p:blipFill>
          <a:blip r:embed="rId4"/>
          <a:stretch>
            <a:fillRect/>
          </a:stretch>
        </p:blipFill>
        <p:spPr>
          <a:xfrm>
            <a:off x="6199754" y="3663601"/>
            <a:ext cx="1016000" cy="1409700"/>
          </a:xfrm>
          <a:prstGeom prst="rect">
            <a:avLst/>
          </a:prstGeom>
        </p:spPr>
      </p:pic>
      <p:pic>
        <p:nvPicPr>
          <p:cNvPr id="16" name="Picture 15" descr="Logo&#10;&#10;Description automatically generated with medium confidence">
            <a:extLst>
              <a:ext uri="{FF2B5EF4-FFF2-40B4-BE49-F238E27FC236}">
                <a16:creationId xmlns:a16="http://schemas.microsoft.com/office/drawing/2014/main" id="{59693B85-4EFF-244B-266A-A60BE22C35C5}"/>
              </a:ext>
            </a:extLst>
          </p:cNvPr>
          <p:cNvPicPr>
            <a:picLocks noChangeAspect="1"/>
          </p:cNvPicPr>
          <p:nvPr/>
        </p:nvPicPr>
        <p:blipFill>
          <a:blip r:embed="rId5"/>
          <a:stretch>
            <a:fillRect/>
          </a:stretch>
        </p:blipFill>
        <p:spPr>
          <a:xfrm>
            <a:off x="7287590" y="3409601"/>
            <a:ext cx="1206500" cy="1663700"/>
          </a:xfrm>
          <a:prstGeom prst="rect">
            <a:avLst/>
          </a:prstGeom>
        </p:spPr>
      </p:pic>
      <p:pic>
        <p:nvPicPr>
          <p:cNvPr id="18" name="Picture 17" descr="Icon&#10;&#10;Description automatically generated">
            <a:extLst>
              <a:ext uri="{FF2B5EF4-FFF2-40B4-BE49-F238E27FC236}">
                <a16:creationId xmlns:a16="http://schemas.microsoft.com/office/drawing/2014/main" id="{7F9B19E8-C8FD-1DD8-CEBE-996F1AC16A77}"/>
              </a:ext>
            </a:extLst>
          </p:cNvPr>
          <p:cNvPicPr>
            <a:picLocks noChangeAspect="1"/>
          </p:cNvPicPr>
          <p:nvPr/>
        </p:nvPicPr>
        <p:blipFill>
          <a:blip r:embed="rId6"/>
          <a:stretch>
            <a:fillRect/>
          </a:stretch>
        </p:blipFill>
        <p:spPr>
          <a:xfrm>
            <a:off x="8497316" y="3041509"/>
            <a:ext cx="1481342" cy="2038158"/>
          </a:xfrm>
          <a:prstGeom prst="rect">
            <a:avLst/>
          </a:prstGeom>
        </p:spPr>
      </p:pic>
      <p:pic>
        <p:nvPicPr>
          <p:cNvPr id="20" name="Picture 19" descr="Icon&#10;&#10;Description automatically generated">
            <a:extLst>
              <a:ext uri="{FF2B5EF4-FFF2-40B4-BE49-F238E27FC236}">
                <a16:creationId xmlns:a16="http://schemas.microsoft.com/office/drawing/2014/main" id="{BA160814-4425-09C4-92B8-72251E17592A}"/>
              </a:ext>
            </a:extLst>
          </p:cNvPr>
          <p:cNvPicPr>
            <a:picLocks noChangeAspect="1"/>
          </p:cNvPicPr>
          <p:nvPr/>
        </p:nvPicPr>
        <p:blipFill>
          <a:blip r:embed="rId7"/>
          <a:stretch>
            <a:fillRect/>
          </a:stretch>
        </p:blipFill>
        <p:spPr>
          <a:xfrm>
            <a:off x="9997231" y="2709865"/>
            <a:ext cx="1722729" cy="2369802"/>
          </a:xfrm>
          <a:prstGeom prst="rect">
            <a:avLst/>
          </a:prstGeom>
        </p:spPr>
      </p:pic>
      <p:sp>
        <p:nvSpPr>
          <p:cNvPr id="22" name="TextBox 21">
            <a:extLst>
              <a:ext uri="{FF2B5EF4-FFF2-40B4-BE49-F238E27FC236}">
                <a16:creationId xmlns:a16="http://schemas.microsoft.com/office/drawing/2014/main" id="{1FA624C3-138D-4F50-821F-574B852B4729}"/>
              </a:ext>
            </a:extLst>
          </p:cNvPr>
          <p:cNvSpPr txBox="1"/>
          <p:nvPr/>
        </p:nvSpPr>
        <p:spPr>
          <a:xfrm>
            <a:off x="46604" y="6519289"/>
            <a:ext cx="6096000" cy="261610"/>
          </a:xfrm>
          <a:prstGeom prst="rect">
            <a:avLst/>
          </a:prstGeom>
          <a:noFill/>
        </p:spPr>
        <p:txBody>
          <a:bodyPr wrap="square">
            <a:spAutoFit/>
          </a:bodyPr>
          <a:lstStyle/>
          <a:p>
            <a:r>
              <a:rPr lang="en-US" sz="1050" dirty="0"/>
              <a:t>Credit: </a:t>
            </a:r>
            <a:r>
              <a:rPr lang="en-US" sz="1050" dirty="0">
                <a:hlinkClick r:id="rId8"/>
              </a:rPr>
              <a:t>https://dribbble.com/shots/7182188-Babushka-Boi</a:t>
            </a:r>
            <a:endParaRPr lang="en-US" sz="1050" dirty="0"/>
          </a:p>
        </p:txBody>
      </p:sp>
    </p:spTree>
    <p:extLst>
      <p:ext uri="{BB962C8B-B14F-4D97-AF65-F5344CB8AC3E}">
        <p14:creationId xmlns:p14="http://schemas.microsoft.com/office/powerpoint/2010/main" val="250768378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Icon&#10;&#10;Description automatically generated with low confidence">
            <a:extLst>
              <a:ext uri="{FF2B5EF4-FFF2-40B4-BE49-F238E27FC236}">
                <a16:creationId xmlns:a16="http://schemas.microsoft.com/office/drawing/2014/main" id="{17A504FA-5493-C357-A605-4DCC182B6E1E}"/>
              </a:ext>
            </a:extLst>
          </p:cNvPr>
          <p:cNvPicPr>
            <a:picLocks noChangeAspect="1"/>
          </p:cNvPicPr>
          <p:nvPr/>
        </p:nvPicPr>
        <p:blipFill>
          <a:blip r:embed="rId3"/>
          <a:stretch>
            <a:fillRect/>
          </a:stretch>
        </p:blipFill>
        <p:spPr>
          <a:xfrm>
            <a:off x="3728349" y="1695405"/>
            <a:ext cx="351909" cy="488275"/>
          </a:xfrm>
          <a:prstGeom prst="rect">
            <a:avLst/>
          </a:prstGeom>
        </p:spPr>
      </p:pic>
      <p:sp>
        <p:nvSpPr>
          <p:cNvPr id="118" name="Freeform 8">
            <a:extLst>
              <a:ext uri="{FF2B5EF4-FFF2-40B4-BE49-F238E27FC236}">
                <a16:creationId xmlns:a16="http://schemas.microsoft.com/office/drawing/2014/main" id="{5C25CEF4-E407-5F48-A3E3-98E83E25849B}"/>
              </a:ext>
            </a:extLst>
          </p:cNvPr>
          <p:cNvSpPr>
            <a:spLocks/>
          </p:cNvSpPr>
          <p:nvPr/>
        </p:nvSpPr>
        <p:spPr bwMode="auto">
          <a:xfrm>
            <a:off x="3548141" y="1573968"/>
            <a:ext cx="4992" cy="3104606"/>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EE8BAFE3-3C6F-F143-9E4B-2A620EAB382E}"/>
              </a:ext>
            </a:extLst>
          </p:cNvPr>
          <p:cNvSpPr/>
          <p:nvPr/>
        </p:nvSpPr>
        <p:spPr>
          <a:xfrm>
            <a:off x="5584583" y="198153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A5D21437-EB31-B049-BCA8-EA76E03FEDB7}"/>
              </a:ext>
            </a:extLst>
          </p:cNvPr>
          <p:cNvGrpSpPr/>
          <p:nvPr/>
        </p:nvGrpSpPr>
        <p:grpSpPr>
          <a:xfrm>
            <a:off x="7629993" y="1484027"/>
            <a:ext cx="1535906" cy="3792511"/>
            <a:chOff x="7629993" y="1484027"/>
            <a:chExt cx="1535906" cy="3792511"/>
          </a:xfrm>
        </p:grpSpPr>
        <p:sp>
          <p:nvSpPr>
            <p:cNvPr id="119" name="Freeform 118">
              <a:extLst>
                <a:ext uri="{FF2B5EF4-FFF2-40B4-BE49-F238E27FC236}">
                  <a16:creationId xmlns:a16="http://schemas.microsoft.com/office/drawing/2014/main" id="{2E3C13E9-FC91-E54D-9DC5-AFD70E3CBBAA}"/>
                </a:ext>
              </a:extLst>
            </p:cNvPr>
            <p:cNvSpPr/>
            <p:nvPr/>
          </p:nvSpPr>
          <p:spPr>
            <a:xfrm flipH="1">
              <a:off x="7629993" y="1484027"/>
              <a:ext cx="1201062" cy="3792511"/>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0" name="Group 119">
              <a:extLst>
                <a:ext uri="{FF2B5EF4-FFF2-40B4-BE49-F238E27FC236}">
                  <a16:creationId xmlns:a16="http://schemas.microsoft.com/office/drawing/2014/main" id="{92B38A84-24FD-C544-987C-947AA35CE4C5}"/>
                </a:ext>
              </a:extLst>
            </p:cNvPr>
            <p:cNvGrpSpPr/>
            <p:nvPr/>
          </p:nvGrpSpPr>
          <p:grpSpPr>
            <a:xfrm>
              <a:off x="7693325" y="4097936"/>
              <a:ext cx="1470663" cy="389744"/>
              <a:chOff x="6216702" y="5375649"/>
              <a:chExt cx="1470663" cy="389744"/>
            </a:xfrm>
          </p:grpSpPr>
          <p:sp>
            <p:nvSpPr>
              <p:cNvPr id="121" name="Rectangle 120">
                <a:extLst>
                  <a:ext uri="{FF2B5EF4-FFF2-40B4-BE49-F238E27FC236}">
                    <a16:creationId xmlns:a16="http://schemas.microsoft.com/office/drawing/2014/main" id="{4CDD6D97-0BE7-0549-9C77-11B2E0248059}"/>
                  </a:ext>
                </a:extLst>
              </p:cNvPr>
              <p:cNvSpPr/>
              <p:nvPr/>
            </p:nvSpPr>
            <p:spPr>
              <a:xfrm>
                <a:off x="6477000" y="537564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2" name="Group 182">
                <a:extLst>
                  <a:ext uri="{FF2B5EF4-FFF2-40B4-BE49-F238E27FC236}">
                    <a16:creationId xmlns:a16="http://schemas.microsoft.com/office/drawing/2014/main" id="{0DBA1D16-ECC0-6340-A5E0-A93C4A81AED6}"/>
                  </a:ext>
                </a:extLst>
              </p:cNvPr>
              <p:cNvGrpSpPr>
                <a:grpSpLocks/>
              </p:cNvGrpSpPr>
              <p:nvPr/>
            </p:nvGrpSpPr>
            <p:grpSpPr bwMode="auto">
              <a:xfrm>
                <a:off x="6216702" y="5392448"/>
                <a:ext cx="1381126" cy="301625"/>
                <a:chOff x="265" y="1531"/>
                <a:chExt cx="870" cy="190"/>
              </a:xfrm>
            </p:grpSpPr>
            <p:sp>
              <p:nvSpPr>
                <p:cNvPr id="130" name="Rectangle 183">
                  <a:extLst>
                    <a:ext uri="{FF2B5EF4-FFF2-40B4-BE49-F238E27FC236}">
                      <a16:creationId xmlns:a16="http://schemas.microsoft.com/office/drawing/2014/main" id="{973B9FB6-C384-9B48-9B9C-233F0A0DBC0A}"/>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1" name="Rectangle 184">
                  <a:extLst>
                    <a:ext uri="{FF2B5EF4-FFF2-40B4-BE49-F238E27FC236}">
                      <a16:creationId xmlns:a16="http://schemas.microsoft.com/office/drawing/2014/main" id="{3F4F223D-5B6B-4E46-9BB6-14710B320CA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23" name="Rectangle 181">
                <a:extLst>
                  <a:ext uri="{FF2B5EF4-FFF2-40B4-BE49-F238E27FC236}">
                    <a16:creationId xmlns:a16="http://schemas.microsoft.com/office/drawing/2014/main" id="{5258144E-5499-AD49-BC8B-BE256AE9A30C}"/>
                  </a:ext>
                </a:extLst>
              </p:cNvPr>
              <p:cNvSpPr>
                <a:spLocks noChangeArrowheads="1"/>
              </p:cNvSpPr>
              <p:nvPr/>
            </p:nvSpPr>
            <p:spPr bwMode="auto">
              <a:xfrm>
                <a:off x="6801757" y="5404115"/>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24" name="Rectangle 181">
                <a:extLst>
                  <a:ext uri="{FF2B5EF4-FFF2-40B4-BE49-F238E27FC236}">
                    <a16:creationId xmlns:a16="http://schemas.microsoft.com/office/drawing/2014/main" id="{AA376B89-1E9F-2B4E-BC10-4D886A9404A6}"/>
                  </a:ext>
                </a:extLst>
              </p:cNvPr>
              <p:cNvSpPr>
                <a:spLocks noChangeArrowheads="1"/>
              </p:cNvSpPr>
              <p:nvPr/>
            </p:nvSpPr>
            <p:spPr bwMode="auto">
              <a:xfrm>
                <a:off x="6539453" y="5386777"/>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25" name="Straight Connector 124">
                <a:extLst>
                  <a:ext uri="{FF2B5EF4-FFF2-40B4-BE49-F238E27FC236}">
                    <a16:creationId xmlns:a16="http://schemas.microsoft.com/office/drawing/2014/main" id="{A158D1E0-EC39-B24D-B774-0F90A7D44B42}"/>
                  </a:ext>
                </a:extLst>
              </p:cNvPr>
              <p:cNvCxnSpPr>
                <a:cxnSpLocks/>
              </p:cNvCxnSpPr>
              <p:nvPr/>
            </p:nvCxnSpPr>
            <p:spPr>
              <a:xfrm>
                <a:off x="7106894" y="542102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8C5D3C3-9FD9-A44F-928B-E71825DFF240}"/>
                  </a:ext>
                </a:extLst>
              </p:cNvPr>
              <p:cNvCxnSpPr/>
              <p:nvPr/>
            </p:nvCxnSpPr>
            <p:spPr>
              <a:xfrm>
                <a:off x="6826395" y="541931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81">
                <a:extLst>
                  <a:ext uri="{FF2B5EF4-FFF2-40B4-BE49-F238E27FC236}">
                    <a16:creationId xmlns:a16="http://schemas.microsoft.com/office/drawing/2014/main" id="{225DB40F-4099-ED4A-9278-26E92634A4C9}"/>
                  </a:ext>
                </a:extLst>
              </p:cNvPr>
              <p:cNvSpPr>
                <a:spLocks noChangeArrowheads="1"/>
              </p:cNvSpPr>
              <p:nvPr/>
            </p:nvSpPr>
            <p:spPr bwMode="auto">
              <a:xfrm>
                <a:off x="6236418" y="5394426"/>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29" name="Straight Connector 128">
                <a:extLst>
                  <a:ext uri="{FF2B5EF4-FFF2-40B4-BE49-F238E27FC236}">
                    <a16:creationId xmlns:a16="http://schemas.microsoft.com/office/drawing/2014/main" id="{D9C2CF80-D780-354F-8B0F-64498B55F617}"/>
                  </a:ext>
                </a:extLst>
              </p:cNvPr>
              <p:cNvCxnSpPr/>
              <p:nvPr/>
            </p:nvCxnSpPr>
            <p:spPr>
              <a:xfrm>
                <a:off x="6505708" y="5419900"/>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F9A41558-760A-B044-A2E4-76228C31F8A4}"/>
                </a:ext>
              </a:extLst>
            </p:cNvPr>
            <p:cNvGrpSpPr/>
            <p:nvPr/>
          </p:nvGrpSpPr>
          <p:grpSpPr>
            <a:xfrm>
              <a:off x="8014421" y="3363106"/>
              <a:ext cx="1058375" cy="307296"/>
              <a:chOff x="5509436" y="3287899"/>
              <a:chExt cx="1058375" cy="307296"/>
            </a:xfrm>
          </p:grpSpPr>
          <p:grpSp>
            <p:nvGrpSpPr>
              <p:cNvPr id="140" name="Group 182">
                <a:extLst>
                  <a:ext uri="{FF2B5EF4-FFF2-40B4-BE49-F238E27FC236}">
                    <a16:creationId xmlns:a16="http://schemas.microsoft.com/office/drawing/2014/main" id="{C1155C62-A602-444F-B19F-4DA3FA3F7D88}"/>
                  </a:ext>
                </a:extLst>
              </p:cNvPr>
              <p:cNvGrpSpPr>
                <a:grpSpLocks/>
              </p:cNvGrpSpPr>
              <p:nvPr/>
            </p:nvGrpSpPr>
            <p:grpSpPr bwMode="auto">
              <a:xfrm>
                <a:off x="5510535" y="3293570"/>
                <a:ext cx="1057276" cy="301625"/>
                <a:chOff x="469" y="1531"/>
                <a:chExt cx="666" cy="190"/>
              </a:xfrm>
            </p:grpSpPr>
            <p:sp>
              <p:nvSpPr>
                <p:cNvPr id="147" name="Rectangle 183">
                  <a:extLst>
                    <a:ext uri="{FF2B5EF4-FFF2-40B4-BE49-F238E27FC236}">
                      <a16:creationId xmlns:a16="http://schemas.microsoft.com/office/drawing/2014/main" id="{2D53D250-0610-284E-81F1-879A700C00E2}"/>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1" name="Rectangle 184">
                  <a:extLst>
                    <a:ext uri="{FF2B5EF4-FFF2-40B4-BE49-F238E27FC236}">
                      <a16:creationId xmlns:a16="http://schemas.microsoft.com/office/drawing/2014/main" id="{0ACD3527-E9B9-6D4D-8007-099BBDDFF1A9}"/>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41" name="Rectangle 181">
                <a:extLst>
                  <a:ext uri="{FF2B5EF4-FFF2-40B4-BE49-F238E27FC236}">
                    <a16:creationId xmlns:a16="http://schemas.microsoft.com/office/drawing/2014/main" id="{38AD7C4D-A21D-0347-A026-DC5DDA65CFD1}"/>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42" name="Rectangle 181">
                <a:extLst>
                  <a:ext uri="{FF2B5EF4-FFF2-40B4-BE49-F238E27FC236}">
                    <a16:creationId xmlns:a16="http://schemas.microsoft.com/office/drawing/2014/main" id="{283EF6F9-EBD6-0643-B547-9A89925CC425}"/>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45" name="Straight Connector 144">
                <a:extLst>
                  <a:ext uri="{FF2B5EF4-FFF2-40B4-BE49-F238E27FC236}">
                    <a16:creationId xmlns:a16="http://schemas.microsoft.com/office/drawing/2014/main" id="{FF1A7170-6A51-3D48-AEA7-1F523F75B4D6}"/>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7519B9E-323B-804C-8AD0-4C25771A040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5A2AE95C-185C-8444-B654-78F71C71DE49}"/>
                </a:ext>
              </a:extLst>
            </p:cNvPr>
            <p:cNvGrpSpPr/>
            <p:nvPr/>
          </p:nvGrpSpPr>
          <p:grpSpPr>
            <a:xfrm>
              <a:off x="8257849" y="2658970"/>
              <a:ext cx="908050" cy="301625"/>
              <a:chOff x="6877524" y="6049441"/>
              <a:chExt cx="908050" cy="301625"/>
            </a:xfrm>
          </p:grpSpPr>
          <p:grpSp>
            <p:nvGrpSpPr>
              <p:cNvPr id="155" name="Group 179">
                <a:extLst>
                  <a:ext uri="{FF2B5EF4-FFF2-40B4-BE49-F238E27FC236}">
                    <a16:creationId xmlns:a16="http://schemas.microsoft.com/office/drawing/2014/main" id="{F7F3A59D-8E1C-0843-A91C-661B48C280F7}"/>
                  </a:ext>
                </a:extLst>
              </p:cNvPr>
              <p:cNvGrpSpPr>
                <a:grpSpLocks/>
              </p:cNvGrpSpPr>
              <p:nvPr/>
            </p:nvGrpSpPr>
            <p:grpSpPr bwMode="auto">
              <a:xfrm>
                <a:off x="6877524" y="6051029"/>
                <a:ext cx="296863" cy="292100"/>
                <a:chOff x="1959" y="2058"/>
                <a:chExt cx="187" cy="184"/>
              </a:xfrm>
            </p:grpSpPr>
            <p:sp>
              <p:nvSpPr>
                <p:cNvPr id="159" name="Rectangle 180">
                  <a:extLst>
                    <a:ext uri="{FF2B5EF4-FFF2-40B4-BE49-F238E27FC236}">
                      <a16:creationId xmlns:a16="http://schemas.microsoft.com/office/drawing/2014/main" id="{D8D8CDAC-1743-F44C-8814-3E710C0D8F89}"/>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Rectangle 181">
                  <a:extLst>
                    <a:ext uri="{FF2B5EF4-FFF2-40B4-BE49-F238E27FC236}">
                      <a16:creationId xmlns:a16="http://schemas.microsoft.com/office/drawing/2014/main" id="{2BF6322B-3EB6-C74A-B78F-2C3780E0EF34}"/>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56" name="Group 182">
                <a:extLst>
                  <a:ext uri="{FF2B5EF4-FFF2-40B4-BE49-F238E27FC236}">
                    <a16:creationId xmlns:a16="http://schemas.microsoft.com/office/drawing/2014/main" id="{EEA95EC8-682A-ED49-9AD0-BB0068E93C67}"/>
                  </a:ext>
                </a:extLst>
              </p:cNvPr>
              <p:cNvGrpSpPr>
                <a:grpSpLocks/>
              </p:cNvGrpSpPr>
              <p:nvPr/>
            </p:nvGrpSpPr>
            <p:grpSpPr bwMode="auto">
              <a:xfrm>
                <a:off x="7106124" y="6049441"/>
                <a:ext cx="679450" cy="301625"/>
                <a:chOff x="780" y="1553"/>
                <a:chExt cx="428" cy="190"/>
              </a:xfrm>
            </p:grpSpPr>
            <p:sp>
              <p:nvSpPr>
                <p:cNvPr id="157" name="Rectangle 183">
                  <a:extLst>
                    <a:ext uri="{FF2B5EF4-FFF2-40B4-BE49-F238E27FC236}">
                      <a16:creationId xmlns:a16="http://schemas.microsoft.com/office/drawing/2014/main" id="{FFE8EEA0-FBAD-384F-AB6F-D39C89FF6B03}"/>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8" name="Rectangle 184">
                  <a:extLst>
                    <a:ext uri="{FF2B5EF4-FFF2-40B4-BE49-F238E27FC236}">
                      <a16:creationId xmlns:a16="http://schemas.microsoft.com/office/drawing/2014/main" id="{9C401D53-7DDF-E146-8622-C9BE9D947C20}"/>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162" name="Group 175">
              <a:extLst>
                <a:ext uri="{FF2B5EF4-FFF2-40B4-BE49-F238E27FC236}">
                  <a16:creationId xmlns:a16="http://schemas.microsoft.com/office/drawing/2014/main" id="{22C4D71A-308A-D147-9E34-D1EFF8D1F18B}"/>
                </a:ext>
              </a:extLst>
            </p:cNvPr>
            <p:cNvGrpSpPr>
              <a:grpSpLocks/>
            </p:cNvGrpSpPr>
            <p:nvPr/>
          </p:nvGrpSpPr>
          <p:grpSpPr bwMode="auto">
            <a:xfrm>
              <a:off x="8465451" y="1880020"/>
              <a:ext cx="679450" cy="301625"/>
              <a:chOff x="780" y="1553"/>
              <a:chExt cx="428" cy="190"/>
            </a:xfrm>
          </p:grpSpPr>
          <p:sp>
            <p:nvSpPr>
              <p:cNvPr id="163" name="Rectangle 176">
                <a:extLst>
                  <a:ext uri="{FF2B5EF4-FFF2-40B4-BE49-F238E27FC236}">
                    <a16:creationId xmlns:a16="http://schemas.microsoft.com/office/drawing/2014/main" id="{1BB3E472-5096-EB4B-9536-B45F30797C1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4" name="Rectangle 177">
                <a:extLst>
                  <a:ext uri="{FF2B5EF4-FFF2-40B4-BE49-F238E27FC236}">
                    <a16:creationId xmlns:a16="http://schemas.microsoft.com/office/drawing/2014/main" id="{37DB6D54-3397-3949-A1CA-B2DA46101546}"/>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5" name="Freeform 8">
            <a:extLst>
              <a:ext uri="{FF2B5EF4-FFF2-40B4-BE49-F238E27FC236}">
                <a16:creationId xmlns:a16="http://schemas.microsoft.com/office/drawing/2014/main" id="{2F028C19-F830-D644-B8E0-645A3A1596FF}"/>
              </a:ext>
            </a:extLst>
          </p:cNvPr>
          <p:cNvSpPr>
            <a:spLocks/>
          </p:cNvSpPr>
          <p:nvPr/>
        </p:nvSpPr>
        <p:spPr bwMode="auto">
          <a:xfrm>
            <a:off x="3570599" y="4675377"/>
            <a:ext cx="4136844" cy="601045"/>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9988"/>
              <a:gd name="connsiteY0" fmla="*/ 0 h 1622"/>
              <a:gd name="connsiteX1" fmla="*/ 2306 w 9988"/>
              <a:gd name="connsiteY1" fmla="*/ 1583 h 1622"/>
              <a:gd name="connsiteX2" fmla="*/ 9988 w 9988"/>
              <a:gd name="connsiteY2" fmla="*/ 1622 h 1622"/>
            </a:gdLst>
            <a:ahLst/>
            <a:cxnLst>
              <a:cxn ang="0">
                <a:pos x="connsiteX0" y="connsiteY0"/>
              </a:cxn>
              <a:cxn ang="0">
                <a:pos x="connsiteX1" y="connsiteY1"/>
              </a:cxn>
              <a:cxn ang="0">
                <a:pos x="connsiteX2" y="connsiteY2"/>
              </a:cxn>
            </a:cxnLst>
            <a:rect l="l" t="t" r="r" b="b"/>
            <a:pathLst>
              <a:path w="9988" h="1622">
                <a:moveTo>
                  <a:pt x="0" y="0"/>
                </a:moveTo>
                <a:lnTo>
                  <a:pt x="2306" y="1583"/>
                </a:lnTo>
                <a:lnTo>
                  <a:pt x="9988" y="1622"/>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1" name="Group 20">
            <a:extLst>
              <a:ext uri="{FF2B5EF4-FFF2-40B4-BE49-F238E27FC236}">
                <a16:creationId xmlns:a16="http://schemas.microsoft.com/office/drawing/2014/main" id="{D6B559A3-7D00-A302-7026-C353590A1438}"/>
              </a:ext>
            </a:extLst>
          </p:cNvPr>
          <p:cNvGrpSpPr/>
          <p:nvPr/>
        </p:nvGrpSpPr>
        <p:grpSpPr>
          <a:xfrm>
            <a:off x="4158384" y="1778534"/>
            <a:ext cx="2245439" cy="369332"/>
            <a:chOff x="4158384" y="2165404"/>
            <a:chExt cx="2245439" cy="369332"/>
          </a:xfrm>
        </p:grpSpPr>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724373" y="2189377"/>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0" name="TextBox 9">
              <a:extLst>
                <a:ext uri="{FF2B5EF4-FFF2-40B4-BE49-F238E27FC236}">
                  <a16:creationId xmlns:a16="http://schemas.microsoft.com/office/drawing/2014/main" id="{F4282034-58EE-6443-97BE-4033A6975AE5}"/>
                </a:ext>
              </a:extLst>
            </p:cNvPr>
            <p:cNvSpPr txBox="1"/>
            <p:nvPr/>
          </p:nvSpPr>
          <p:spPr>
            <a:xfrm>
              <a:off x="4158384" y="2165404"/>
              <a:ext cx="997068" cy="369332"/>
            </a:xfrm>
            <a:prstGeom prst="rect">
              <a:avLst/>
            </a:prstGeom>
            <a:noFill/>
          </p:spPr>
          <p:txBody>
            <a:bodyPr wrap="none" rtlCol="0">
              <a:spAutoFit/>
            </a:bodyPr>
            <a:lstStyle/>
            <a:p>
              <a:r>
                <a:rPr lang="en-US" dirty="0"/>
                <a:t>message</a:t>
              </a:r>
            </a:p>
          </p:txBody>
        </p:sp>
      </p:grpSp>
      <p:grpSp>
        <p:nvGrpSpPr>
          <p:cNvPr id="22" name="Group 21">
            <a:extLst>
              <a:ext uri="{FF2B5EF4-FFF2-40B4-BE49-F238E27FC236}">
                <a16:creationId xmlns:a16="http://schemas.microsoft.com/office/drawing/2014/main" id="{F258A9F5-536F-4297-1363-9B60BDACF2BF}"/>
              </a:ext>
            </a:extLst>
          </p:cNvPr>
          <p:cNvGrpSpPr/>
          <p:nvPr/>
        </p:nvGrpSpPr>
        <p:grpSpPr>
          <a:xfrm>
            <a:off x="4155671" y="2565788"/>
            <a:ext cx="2253425" cy="369332"/>
            <a:chOff x="4155671" y="2952658"/>
            <a:chExt cx="2253425" cy="369332"/>
          </a:xfrm>
        </p:grpSpPr>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501046" y="3003781"/>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no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6" name="TextBox 165">
              <a:extLst>
                <a:ext uri="{FF2B5EF4-FFF2-40B4-BE49-F238E27FC236}">
                  <a16:creationId xmlns:a16="http://schemas.microsoft.com/office/drawing/2014/main" id="{8BE5EF03-00F9-6A41-8F0C-CAAFE7A85EE6}"/>
                </a:ext>
              </a:extLst>
            </p:cNvPr>
            <p:cNvSpPr txBox="1"/>
            <p:nvPr/>
          </p:nvSpPr>
          <p:spPr>
            <a:xfrm>
              <a:off x="4155671" y="2952658"/>
              <a:ext cx="995272" cy="369332"/>
            </a:xfrm>
            <a:prstGeom prst="rect">
              <a:avLst/>
            </a:prstGeom>
            <a:noFill/>
          </p:spPr>
          <p:txBody>
            <a:bodyPr wrap="none" rtlCol="0">
              <a:spAutoFit/>
            </a:bodyPr>
            <a:lstStyle/>
            <a:p>
              <a:r>
                <a:rPr lang="en-US" dirty="0"/>
                <a:t>segment</a:t>
              </a:r>
            </a:p>
          </p:txBody>
        </p:sp>
      </p:grpSp>
      <p:grpSp>
        <p:nvGrpSpPr>
          <p:cNvPr id="23" name="Group 22">
            <a:extLst>
              <a:ext uri="{FF2B5EF4-FFF2-40B4-BE49-F238E27FC236}">
                <a16:creationId xmlns:a16="http://schemas.microsoft.com/office/drawing/2014/main" id="{D4DAD311-C0E8-ECAB-AB26-71D0E13F87C3}"/>
              </a:ext>
            </a:extLst>
          </p:cNvPr>
          <p:cNvGrpSpPr/>
          <p:nvPr/>
        </p:nvGrpSpPr>
        <p:grpSpPr>
          <a:xfrm>
            <a:off x="4134419" y="3291630"/>
            <a:ext cx="2152842" cy="369332"/>
            <a:chOff x="4134419" y="3678500"/>
            <a:chExt cx="2152842" cy="369332"/>
          </a:xfrm>
        </p:grpSpPr>
        <p:grpSp>
          <p:nvGrpSpPr>
            <p:cNvPr id="6" name="Group 5">
              <a:extLst>
                <a:ext uri="{FF2B5EF4-FFF2-40B4-BE49-F238E27FC236}">
                  <a16:creationId xmlns:a16="http://schemas.microsoft.com/office/drawing/2014/main" id="{EB00013B-973D-F145-BC62-E1EB59B2D1F7}"/>
                </a:ext>
              </a:extLst>
            </p:cNvPr>
            <p:cNvGrpSpPr/>
            <p:nvPr/>
          </p:nvGrpSpPr>
          <p:grpSpPr>
            <a:xfrm>
              <a:off x="5228886" y="3706233"/>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0" name="TextBox 199">
              <a:extLst>
                <a:ext uri="{FF2B5EF4-FFF2-40B4-BE49-F238E27FC236}">
                  <a16:creationId xmlns:a16="http://schemas.microsoft.com/office/drawing/2014/main" id="{DD9ACBFF-6D46-1C46-8036-50329CCCA60E}"/>
                </a:ext>
              </a:extLst>
            </p:cNvPr>
            <p:cNvSpPr txBox="1"/>
            <p:nvPr/>
          </p:nvSpPr>
          <p:spPr>
            <a:xfrm>
              <a:off x="4134419" y="3678500"/>
              <a:ext cx="1079078" cy="369332"/>
            </a:xfrm>
            <a:prstGeom prst="rect">
              <a:avLst/>
            </a:prstGeom>
            <a:noFill/>
          </p:spPr>
          <p:txBody>
            <a:bodyPr wrap="none" rtlCol="0">
              <a:spAutoFit/>
            </a:bodyPr>
            <a:lstStyle/>
            <a:p>
              <a:r>
                <a:rPr lang="en-US" dirty="0"/>
                <a:t>datagram</a:t>
              </a:r>
            </a:p>
          </p:txBody>
        </p:sp>
      </p:grpSp>
      <p:grpSp>
        <p:nvGrpSpPr>
          <p:cNvPr id="27" name="Group 26">
            <a:extLst>
              <a:ext uri="{FF2B5EF4-FFF2-40B4-BE49-F238E27FC236}">
                <a16:creationId xmlns:a16="http://schemas.microsoft.com/office/drawing/2014/main" id="{78F84AA8-653C-EA7E-40CB-0F8B1664BA09}"/>
              </a:ext>
            </a:extLst>
          </p:cNvPr>
          <p:cNvGrpSpPr/>
          <p:nvPr/>
        </p:nvGrpSpPr>
        <p:grpSpPr>
          <a:xfrm>
            <a:off x="4152584" y="4104550"/>
            <a:ext cx="2134677" cy="369332"/>
            <a:chOff x="4152584" y="4491420"/>
            <a:chExt cx="2134677" cy="369332"/>
          </a:xfrm>
        </p:grpSpPr>
        <p:sp>
          <p:nvSpPr>
            <p:cNvPr id="201" name="TextBox 200">
              <a:extLst>
                <a:ext uri="{FF2B5EF4-FFF2-40B4-BE49-F238E27FC236}">
                  <a16:creationId xmlns:a16="http://schemas.microsoft.com/office/drawing/2014/main" id="{1BE94808-747E-4346-8BA9-1245F5340481}"/>
                </a:ext>
              </a:extLst>
            </p:cNvPr>
            <p:cNvSpPr txBox="1"/>
            <p:nvPr/>
          </p:nvSpPr>
          <p:spPr>
            <a:xfrm>
              <a:off x="4152584" y="4491420"/>
              <a:ext cx="740972" cy="369332"/>
            </a:xfrm>
            <a:prstGeom prst="rect">
              <a:avLst/>
            </a:prstGeom>
            <a:noFill/>
          </p:spPr>
          <p:txBody>
            <a:bodyPr wrap="none" rtlCol="0">
              <a:spAutoFit/>
            </a:bodyPr>
            <a:lstStyle/>
            <a:p>
              <a:r>
                <a:rPr lang="en-US" dirty="0"/>
                <a:t>frame</a:t>
              </a:r>
            </a:p>
          </p:txBody>
        </p:sp>
        <p:grpSp>
          <p:nvGrpSpPr>
            <p:cNvPr id="3" name="Group 2">
              <a:extLst>
                <a:ext uri="{FF2B5EF4-FFF2-40B4-BE49-F238E27FC236}">
                  <a16:creationId xmlns:a16="http://schemas.microsoft.com/office/drawing/2014/main" id="{70ABA56E-C19B-1E49-8691-B116C4BC92D9}"/>
                </a:ext>
              </a:extLst>
            </p:cNvPr>
            <p:cNvGrpSpPr/>
            <p:nvPr/>
          </p:nvGrpSpPr>
          <p:grpSpPr>
            <a:xfrm>
              <a:off x="4939472" y="4504142"/>
              <a:ext cx="1347789" cy="307296"/>
              <a:chOff x="5144294" y="4194650"/>
              <a:chExt cx="1347789" cy="307296"/>
            </a:xfrm>
          </p:grpSpPr>
          <p:grpSp>
            <p:nvGrpSpPr>
              <p:cNvPr id="210" name="Group 182">
                <a:extLst>
                  <a:ext uri="{FF2B5EF4-FFF2-40B4-BE49-F238E27FC236}">
                    <a16:creationId xmlns:a16="http://schemas.microsoft.com/office/drawing/2014/main" id="{1C0D8E0C-30C7-D644-B53F-545AC3B41D0A}"/>
                  </a:ext>
                </a:extLst>
              </p:cNvPr>
              <p:cNvGrpSpPr>
                <a:grpSpLocks/>
              </p:cNvGrpSpPr>
              <p:nvPr/>
            </p:nvGrpSpPr>
            <p:grpSpPr bwMode="auto">
              <a:xfrm>
                <a:off x="5144294" y="4200321"/>
                <a:ext cx="1347789" cy="301625"/>
                <a:chOff x="286" y="1531"/>
                <a:chExt cx="849" cy="190"/>
              </a:xfrm>
            </p:grpSpPr>
            <p:sp>
              <p:nvSpPr>
                <p:cNvPr id="226" name="Rectangle 183">
                  <a:extLst>
                    <a:ext uri="{FF2B5EF4-FFF2-40B4-BE49-F238E27FC236}">
                      <a16:creationId xmlns:a16="http://schemas.microsoft.com/office/drawing/2014/main" id="{6DE19E5C-020A-764D-8F6B-6BB09EA7331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Rectangle 184">
                  <a:extLst>
                    <a:ext uri="{FF2B5EF4-FFF2-40B4-BE49-F238E27FC236}">
                      <a16:creationId xmlns:a16="http://schemas.microsoft.com/office/drawing/2014/main" id="{3DF40025-F95F-CB4C-938D-A1646D4921BD}"/>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11" name="Rectangle 181">
                <a:extLst>
                  <a:ext uri="{FF2B5EF4-FFF2-40B4-BE49-F238E27FC236}">
                    <a16:creationId xmlns:a16="http://schemas.microsoft.com/office/drawing/2014/main" id="{C5D484DA-CF52-D04F-9108-C2A5AAA250C8}"/>
                  </a:ext>
                </a:extLst>
              </p:cNvPr>
              <p:cNvSpPr>
                <a:spLocks noChangeArrowheads="1"/>
              </p:cNvSpPr>
              <p:nvPr/>
            </p:nvSpPr>
            <p:spPr bwMode="auto">
              <a:xfrm>
                <a:off x="5696012" y="4211988"/>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1" name="Rectangle 181">
                <a:extLst>
                  <a:ext uri="{FF2B5EF4-FFF2-40B4-BE49-F238E27FC236}">
                    <a16:creationId xmlns:a16="http://schemas.microsoft.com/office/drawing/2014/main" id="{9A7A7B02-76C2-C24E-946A-4CBDBFE07A53}"/>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222" name="Straight Connector 221">
                <a:extLst>
                  <a:ext uri="{FF2B5EF4-FFF2-40B4-BE49-F238E27FC236}">
                    <a16:creationId xmlns:a16="http://schemas.microsoft.com/office/drawing/2014/main" id="{104E923B-AAA4-BF49-886D-0890ABD390AE}"/>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4096CE24-617A-E048-B706-AA2C9CEA0B5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Rectangle 181">
                <a:extLst>
                  <a:ext uri="{FF2B5EF4-FFF2-40B4-BE49-F238E27FC236}">
                    <a16:creationId xmlns:a16="http://schemas.microsoft.com/office/drawing/2014/main" id="{00739E25-7377-104B-A6E7-E26BE236CB99}"/>
                  </a:ext>
                </a:extLst>
              </p:cNvPr>
              <p:cNvSpPr>
                <a:spLocks noChangeArrowheads="1"/>
              </p:cNvSpPr>
              <p:nvPr/>
            </p:nvSpPr>
            <p:spPr bwMode="auto">
              <a:xfrm>
                <a:off x="5149178" y="4198403"/>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225" name="Straight Connector 224">
                <a:extLst>
                  <a:ext uri="{FF2B5EF4-FFF2-40B4-BE49-F238E27FC236}">
                    <a16:creationId xmlns:a16="http://schemas.microsoft.com/office/drawing/2014/main" id="{FB902E57-4D34-7F49-80B6-6C4A1D5EB080}"/>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27" name="Slide Number Placeholder 5">
            <a:extLst>
              <a:ext uri="{FF2B5EF4-FFF2-40B4-BE49-F238E27FC236}">
                <a16:creationId xmlns:a16="http://schemas.microsoft.com/office/drawing/2014/main" id="{60581BF3-DA2A-CA4C-99A4-DD38B814836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76</a:t>
            </a:fld>
            <a:endParaRPr lang="en-US" dirty="0"/>
          </a:p>
        </p:txBody>
      </p:sp>
      <p:pic>
        <p:nvPicPr>
          <p:cNvPr id="20" name="Picture 19" descr="Logo&#10;&#10;Description automatically generated with medium confidence">
            <a:extLst>
              <a:ext uri="{FF2B5EF4-FFF2-40B4-BE49-F238E27FC236}">
                <a16:creationId xmlns:a16="http://schemas.microsoft.com/office/drawing/2014/main" id="{C71A39D3-23E1-42C5-2774-48B4697E102D}"/>
              </a:ext>
            </a:extLst>
          </p:cNvPr>
          <p:cNvPicPr>
            <a:picLocks noChangeAspect="1"/>
          </p:cNvPicPr>
          <p:nvPr/>
        </p:nvPicPr>
        <p:blipFill>
          <a:blip r:embed="rId5"/>
          <a:stretch>
            <a:fillRect/>
          </a:stretch>
        </p:blipFill>
        <p:spPr>
          <a:xfrm>
            <a:off x="3703652" y="2422862"/>
            <a:ext cx="401301" cy="553374"/>
          </a:xfrm>
          <a:prstGeom prst="rect">
            <a:avLst/>
          </a:prstGeom>
        </p:spPr>
      </p:pic>
      <p:pic>
        <p:nvPicPr>
          <p:cNvPr id="18" name="Picture 17" descr="Icon&#10;&#10;Description automatically generated">
            <a:extLst>
              <a:ext uri="{FF2B5EF4-FFF2-40B4-BE49-F238E27FC236}">
                <a16:creationId xmlns:a16="http://schemas.microsoft.com/office/drawing/2014/main" id="{D04C425A-439B-4CD6-6869-E9EE3D1F6373}"/>
              </a:ext>
            </a:extLst>
          </p:cNvPr>
          <p:cNvPicPr>
            <a:picLocks noChangeAspect="1"/>
          </p:cNvPicPr>
          <p:nvPr/>
        </p:nvPicPr>
        <p:blipFill>
          <a:blip r:embed="rId6"/>
          <a:stretch>
            <a:fillRect/>
          </a:stretch>
        </p:blipFill>
        <p:spPr>
          <a:xfrm>
            <a:off x="3681955" y="3154580"/>
            <a:ext cx="451829" cy="621665"/>
          </a:xfrm>
          <a:prstGeom prst="rect">
            <a:avLst/>
          </a:prstGeom>
        </p:spPr>
      </p:pic>
      <p:pic>
        <p:nvPicPr>
          <p:cNvPr id="19" name="Picture 18" descr="Icon&#10;&#10;Description automatically generated">
            <a:extLst>
              <a:ext uri="{FF2B5EF4-FFF2-40B4-BE49-F238E27FC236}">
                <a16:creationId xmlns:a16="http://schemas.microsoft.com/office/drawing/2014/main" id="{C094CD9A-32A2-C6AD-C10C-1539072C15D6}"/>
              </a:ext>
            </a:extLst>
          </p:cNvPr>
          <p:cNvPicPr>
            <a:picLocks noChangeAspect="1"/>
          </p:cNvPicPr>
          <p:nvPr/>
        </p:nvPicPr>
        <p:blipFill>
          <a:blip r:embed="rId7"/>
          <a:stretch>
            <a:fillRect/>
          </a:stretch>
        </p:blipFill>
        <p:spPr>
          <a:xfrm>
            <a:off x="3655899" y="3926006"/>
            <a:ext cx="505593" cy="695498"/>
          </a:xfrm>
          <a:prstGeom prst="rect">
            <a:avLst/>
          </a:prstGeom>
        </p:spPr>
      </p:pic>
      <p:pic>
        <p:nvPicPr>
          <p:cNvPr id="28" name="Picture 27" descr="Icon&#10;&#10;Description automatically generated">
            <a:extLst>
              <a:ext uri="{FF2B5EF4-FFF2-40B4-BE49-F238E27FC236}">
                <a16:creationId xmlns:a16="http://schemas.microsoft.com/office/drawing/2014/main" id="{173D185E-41AC-A488-12F0-6F458E236421}"/>
              </a:ext>
            </a:extLst>
          </p:cNvPr>
          <p:cNvPicPr>
            <a:picLocks noChangeAspect="1"/>
          </p:cNvPicPr>
          <p:nvPr/>
        </p:nvPicPr>
        <p:blipFill>
          <a:blip r:embed="rId6"/>
          <a:stretch>
            <a:fillRect/>
          </a:stretch>
        </p:blipFill>
        <p:spPr>
          <a:xfrm>
            <a:off x="9043303" y="3225239"/>
            <a:ext cx="451829" cy="621665"/>
          </a:xfrm>
          <a:prstGeom prst="rect">
            <a:avLst/>
          </a:prstGeom>
        </p:spPr>
      </p:pic>
      <p:pic>
        <p:nvPicPr>
          <p:cNvPr id="29" name="Picture 28" descr="Logo&#10;&#10;Description automatically generated with medium confidence">
            <a:extLst>
              <a:ext uri="{FF2B5EF4-FFF2-40B4-BE49-F238E27FC236}">
                <a16:creationId xmlns:a16="http://schemas.microsoft.com/office/drawing/2014/main" id="{DAE5997A-6335-A674-DD5F-6C3480538E23}"/>
              </a:ext>
            </a:extLst>
          </p:cNvPr>
          <p:cNvPicPr>
            <a:picLocks noChangeAspect="1"/>
          </p:cNvPicPr>
          <p:nvPr/>
        </p:nvPicPr>
        <p:blipFill>
          <a:blip r:embed="rId5"/>
          <a:stretch>
            <a:fillRect/>
          </a:stretch>
        </p:blipFill>
        <p:spPr>
          <a:xfrm>
            <a:off x="9066221" y="2509417"/>
            <a:ext cx="401301" cy="553374"/>
          </a:xfrm>
          <a:prstGeom prst="rect">
            <a:avLst/>
          </a:prstGeom>
        </p:spPr>
      </p:pic>
      <p:pic>
        <p:nvPicPr>
          <p:cNvPr id="30" name="Picture 29" descr="Icon&#10;&#10;Description automatically generated with low confidence">
            <a:extLst>
              <a:ext uri="{FF2B5EF4-FFF2-40B4-BE49-F238E27FC236}">
                <a16:creationId xmlns:a16="http://schemas.microsoft.com/office/drawing/2014/main" id="{7DDF0824-9437-DBE7-B0F5-931B58829807}"/>
              </a:ext>
            </a:extLst>
          </p:cNvPr>
          <p:cNvPicPr>
            <a:picLocks noChangeAspect="1"/>
          </p:cNvPicPr>
          <p:nvPr/>
        </p:nvPicPr>
        <p:blipFill>
          <a:blip r:embed="rId3"/>
          <a:stretch>
            <a:fillRect/>
          </a:stretch>
        </p:blipFill>
        <p:spPr>
          <a:xfrm>
            <a:off x="9081613" y="1739407"/>
            <a:ext cx="351909" cy="488275"/>
          </a:xfrm>
          <a:prstGeom prst="rect">
            <a:avLst/>
          </a:prstGeom>
        </p:spPr>
      </p:pic>
    </p:spTree>
    <p:extLst>
      <p:ext uri="{BB962C8B-B14F-4D97-AF65-F5344CB8AC3E}">
        <p14:creationId xmlns:p14="http://schemas.microsoft.com/office/powerpoint/2010/main" val="3548095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wipe(up)">
                                      <p:cBhvr>
                                        <p:cTn id="7" dur="500"/>
                                        <p:tgtEl>
                                          <p:spTgt spid="11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childTnLst>
                                </p:cTn>
                              </p:par>
                              <p:par>
                                <p:cTn id="12" presetID="9" presetClass="entr" presetSubtype="0" fill="hold" nodeType="with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dissolve">
                                      <p:cBhvr>
                                        <p:cTn id="14" dur="500"/>
                                        <p:tgtEl>
                                          <p:spTgt spid="21"/>
                                        </p:tgtEl>
                                      </p:cBhvr>
                                    </p:animEffect>
                                  </p:childTnLst>
                                </p:cTn>
                              </p:par>
                            </p:childTnLst>
                          </p:cTn>
                        </p:par>
                      </p:childTnLst>
                    </p:cTn>
                  </p:par>
                  <p:par>
                    <p:cTn id="15" fill="hold">
                      <p:stCondLst>
                        <p:cond delay="indefinite"/>
                      </p:stCondLst>
                      <p:childTnLst>
                        <p:par>
                          <p:cTn id="16" fill="hold">
                            <p:stCondLst>
                              <p:cond delay="0"/>
                            </p:stCondLst>
                            <p:childTnLst>
                              <p:par>
                                <p:cTn id="17" presetID="0" presetClass="path" presetSubtype="0" accel="50000" decel="50000" fill="hold" nodeType="clickEffect">
                                  <p:stCondLst>
                                    <p:cond delay="0"/>
                                  </p:stCondLst>
                                  <p:childTnLst>
                                    <p:animMotion origin="layout" path="M 0.00078 -0.00023 L -0.00039 0.11343 " pathEditMode="relative" rAng="0" ptsTypes="AA">
                                      <p:cBhvr>
                                        <p:cTn id="18" dur="2000" fill="hold"/>
                                        <p:tgtEl>
                                          <p:spTgt spid="5"/>
                                        </p:tgtEl>
                                        <p:attrNameLst>
                                          <p:attrName>ppt_x</p:attrName>
                                          <p:attrName>ppt_y</p:attrName>
                                        </p:attrNameLst>
                                      </p:cBhvr>
                                      <p:rCtr x="-65" y="5671"/>
                                    </p:animMotion>
                                  </p:childTnLst>
                                </p:cTn>
                              </p:par>
                              <p:par>
                                <p:cTn id="19" presetID="9" presetClass="exit" presetSubtype="0" fill="hold" nodeType="withEffect">
                                  <p:stCondLst>
                                    <p:cond delay="0"/>
                                  </p:stCondLst>
                                  <p:childTnLst>
                                    <p:animEffect transition="out" filter="dissolve">
                                      <p:cBhvr>
                                        <p:cTn id="20" dur="500"/>
                                        <p:tgtEl>
                                          <p:spTgt spid="21"/>
                                        </p:tgtEl>
                                      </p:cBhvr>
                                    </p:animEffect>
                                    <p:set>
                                      <p:cBhvr>
                                        <p:cTn id="21" dur="1" fill="hold">
                                          <p:stCondLst>
                                            <p:cond delay="499"/>
                                          </p:stCondLst>
                                        </p:cTn>
                                        <p:tgtEl>
                                          <p:spTgt spid="21"/>
                                        </p:tgtEl>
                                        <p:attrNameLst>
                                          <p:attrName>style.visibility</p:attrName>
                                        </p:attrNameLst>
                                      </p:cBhvr>
                                      <p:to>
                                        <p:strVal val="hidden"/>
                                      </p:to>
                                    </p:set>
                                  </p:childTnLst>
                                </p:cTn>
                              </p:par>
                            </p:childTnLst>
                          </p:cTn>
                        </p:par>
                        <p:par>
                          <p:cTn id="22" fill="hold">
                            <p:stCondLst>
                              <p:cond delay="2000"/>
                            </p:stCondLst>
                            <p:childTnLst>
                              <p:par>
                                <p:cTn id="23" presetID="16" presetClass="entr" presetSubtype="26" fill="hold"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barn(inHorizontal)">
                                      <p:cBhvr>
                                        <p:cTn id="25" dur="500"/>
                                        <p:tgtEl>
                                          <p:spTgt spid="20"/>
                                        </p:tgtEl>
                                      </p:cBhvr>
                                    </p:animEffect>
                                  </p:childTnLst>
                                </p:cTn>
                              </p:par>
                            </p:childTnLst>
                          </p:cTn>
                        </p:par>
                        <p:par>
                          <p:cTn id="26" fill="hold">
                            <p:stCondLst>
                              <p:cond delay="2500"/>
                            </p:stCondLst>
                            <p:childTnLst>
                              <p:par>
                                <p:cTn id="27" presetID="1" presetClass="exit" presetSubtype="0" fill="hold" nodeType="after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dissolve">
                                      <p:cBhvr>
                                        <p:cTn id="31" dur="500"/>
                                        <p:tgtEl>
                                          <p:spTgt spid="22"/>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2.29167E-6 1.48148E-6 L -0.00026 0.11342 " pathEditMode="relative" rAng="0" ptsTypes="AA">
                                      <p:cBhvr>
                                        <p:cTn id="35" dur="2000" fill="hold"/>
                                        <p:tgtEl>
                                          <p:spTgt spid="20"/>
                                        </p:tgtEl>
                                        <p:attrNameLst>
                                          <p:attrName>ppt_x</p:attrName>
                                          <p:attrName>ppt_y</p:attrName>
                                        </p:attrNameLst>
                                      </p:cBhvr>
                                      <p:rCtr x="-13" y="5671"/>
                                    </p:animMotion>
                                  </p:childTnLst>
                                </p:cTn>
                              </p:par>
                              <p:par>
                                <p:cTn id="36" presetID="9" presetClass="exit" presetSubtype="0" fill="hold" nodeType="withEffect">
                                  <p:stCondLst>
                                    <p:cond delay="0"/>
                                  </p:stCondLst>
                                  <p:childTnLst>
                                    <p:animEffect transition="out" filter="dissolve">
                                      <p:cBhvr>
                                        <p:cTn id="37" dur="500"/>
                                        <p:tgtEl>
                                          <p:spTgt spid="22"/>
                                        </p:tgtEl>
                                      </p:cBhvr>
                                    </p:animEffect>
                                    <p:set>
                                      <p:cBhvr>
                                        <p:cTn id="38" dur="1" fill="hold">
                                          <p:stCondLst>
                                            <p:cond delay="499"/>
                                          </p:stCondLst>
                                        </p:cTn>
                                        <p:tgtEl>
                                          <p:spTgt spid="22"/>
                                        </p:tgtEl>
                                        <p:attrNameLst>
                                          <p:attrName>style.visibility</p:attrName>
                                        </p:attrNameLst>
                                      </p:cBhvr>
                                      <p:to>
                                        <p:strVal val="hidden"/>
                                      </p:to>
                                    </p:set>
                                  </p:childTnLst>
                                </p:cTn>
                              </p:par>
                            </p:childTnLst>
                          </p:cTn>
                        </p:par>
                        <p:par>
                          <p:cTn id="39" fill="hold">
                            <p:stCondLst>
                              <p:cond delay="2000"/>
                            </p:stCondLst>
                            <p:childTnLst>
                              <p:par>
                                <p:cTn id="40" presetID="16" presetClass="entr" presetSubtype="26" fill="hold" nodeType="after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barn(inHorizontal)">
                                      <p:cBhvr>
                                        <p:cTn id="42" dur="500"/>
                                        <p:tgtEl>
                                          <p:spTgt spid="18"/>
                                        </p:tgtEl>
                                      </p:cBhvr>
                                    </p:animEffect>
                                  </p:childTnLst>
                                </p:cTn>
                              </p:par>
                            </p:childTnLst>
                          </p:cTn>
                        </p:par>
                        <p:par>
                          <p:cTn id="43" fill="hold">
                            <p:stCondLst>
                              <p:cond delay="2500"/>
                            </p:stCondLst>
                            <p:childTnLst>
                              <p:par>
                                <p:cTn id="44" presetID="1" presetClass="exit" presetSubtype="0" fill="hold" nodeType="afterEffect">
                                  <p:stCondLst>
                                    <p:cond delay="0"/>
                                  </p:stCondLst>
                                  <p:childTnLst>
                                    <p:set>
                                      <p:cBhvr>
                                        <p:cTn id="45" dur="1" fill="hold">
                                          <p:stCondLst>
                                            <p:cond delay="0"/>
                                          </p:stCondLst>
                                        </p:cTn>
                                        <p:tgtEl>
                                          <p:spTgt spid="20"/>
                                        </p:tgtEl>
                                        <p:attrNameLst>
                                          <p:attrName>style.visibility</p:attrName>
                                        </p:attrNameLst>
                                      </p:cBhvr>
                                      <p:to>
                                        <p:strVal val="hidden"/>
                                      </p:to>
                                    </p:set>
                                  </p:childTnLst>
                                </p:cTn>
                              </p:par>
                              <p:par>
                                <p:cTn id="46" presetID="9"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dissolve">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0" presetClass="path" presetSubtype="0" accel="50000" decel="50000" fill="hold" nodeType="clickEffect">
                                  <p:stCondLst>
                                    <p:cond delay="0"/>
                                  </p:stCondLst>
                                  <p:childTnLst>
                                    <p:animMotion origin="layout" path="M 0.00013 0.00857 L 0.00013 0.12014 " pathEditMode="relative" rAng="0" ptsTypes="AA">
                                      <p:cBhvr>
                                        <p:cTn id="52" dur="2000" fill="hold"/>
                                        <p:tgtEl>
                                          <p:spTgt spid="18"/>
                                        </p:tgtEl>
                                        <p:attrNameLst>
                                          <p:attrName>ppt_x</p:attrName>
                                          <p:attrName>ppt_y</p:attrName>
                                        </p:attrNameLst>
                                      </p:cBhvr>
                                      <p:rCtr x="0" y="5579"/>
                                    </p:animMotion>
                                  </p:childTnLst>
                                </p:cTn>
                              </p:par>
                              <p:par>
                                <p:cTn id="53" presetID="9" presetClass="exit" presetSubtype="0" fill="hold" nodeType="withEffect">
                                  <p:stCondLst>
                                    <p:cond delay="0"/>
                                  </p:stCondLst>
                                  <p:childTnLst>
                                    <p:animEffect transition="out" filter="dissolv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childTnLst>
                          </p:cTn>
                        </p:par>
                        <p:par>
                          <p:cTn id="56" fill="hold">
                            <p:stCondLst>
                              <p:cond delay="2000"/>
                            </p:stCondLst>
                            <p:childTnLst>
                              <p:par>
                                <p:cTn id="57" presetID="16" presetClass="entr" presetSubtype="26" fill="hold" nodeType="after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barn(inHorizontal)">
                                      <p:cBhvr>
                                        <p:cTn id="59" dur="500"/>
                                        <p:tgtEl>
                                          <p:spTgt spid="19"/>
                                        </p:tgtEl>
                                      </p:cBhvr>
                                    </p:animEffect>
                                  </p:childTnLst>
                                </p:cTn>
                              </p:par>
                            </p:childTnLst>
                          </p:cTn>
                        </p:par>
                        <p:par>
                          <p:cTn id="60" fill="hold">
                            <p:stCondLst>
                              <p:cond delay="2500"/>
                            </p:stCondLst>
                            <p:childTnLst>
                              <p:par>
                                <p:cTn id="61" presetID="1" presetClass="exit" presetSubtype="0" fill="hold" nodeType="afterEffect">
                                  <p:stCondLst>
                                    <p:cond delay="0"/>
                                  </p:stCondLst>
                                  <p:childTnLst>
                                    <p:set>
                                      <p:cBhvr>
                                        <p:cTn id="62" dur="1" fill="hold">
                                          <p:stCondLst>
                                            <p:cond delay="0"/>
                                          </p:stCondLst>
                                        </p:cTn>
                                        <p:tgtEl>
                                          <p:spTgt spid="18"/>
                                        </p:tgtEl>
                                        <p:attrNameLst>
                                          <p:attrName>style.visibility</p:attrName>
                                        </p:attrNameLst>
                                      </p:cBhvr>
                                      <p:to>
                                        <p:strVal val="hidden"/>
                                      </p:to>
                                    </p:set>
                                  </p:childTnLst>
                                </p:cTn>
                              </p:par>
                              <p:par>
                                <p:cTn id="63" presetID="9" presetClass="entr" presetSubtype="0" fill="hold" nodeType="with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dissolve">
                                      <p:cBhvr>
                                        <p:cTn id="65" dur="500"/>
                                        <p:tgtEl>
                                          <p:spTgt spid="27"/>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165"/>
                                        </p:tgtEl>
                                        <p:attrNameLst>
                                          <p:attrName>style.visibility</p:attrName>
                                        </p:attrNameLst>
                                      </p:cBhvr>
                                      <p:to>
                                        <p:strVal val="visible"/>
                                      </p:to>
                                    </p:set>
                                    <p:animEffect transition="in" filter="wipe(left)">
                                      <p:cBhvr>
                                        <p:cTn id="70" dur="500"/>
                                        <p:tgtEl>
                                          <p:spTgt spid="165"/>
                                        </p:tgtEl>
                                      </p:cBhvr>
                                    </p:animEffect>
                                  </p:childTnLst>
                                </p:cTn>
                              </p:par>
                            </p:childTnLst>
                          </p:cTn>
                        </p:par>
                        <p:par>
                          <p:cTn id="71" fill="hold">
                            <p:stCondLst>
                              <p:cond delay="500"/>
                            </p:stCondLst>
                            <p:childTnLst>
                              <p:par>
                                <p:cTn id="72" presetID="22" presetClass="entr" presetSubtype="4" fill="hold" nodeType="afterEffect">
                                  <p:stCondLst>
                                    <p:cond delay="0"/>
                                  </p:stCondLst>
                                  <p:childTnLst>
                                    <p:set>
                                      <p:cBhvr>
                                        <p:cTn id="73" dur="1" fill="hold">
                                          <p:stCondLst>
                                            <p:cond delay="0"/>
                                          </p:stCondLst>
                                        </p:cTn>
                                        <p:tgtEl>
                                          <p:spTgt spid="9"/>
                                        </p:tgtEl>
                                        <p:attrNameLst>
                                          <p:attrName>style.visibility</p:attrName>
                                        </p:attrNameLst>
                                      </p:cBhvr>
                                      <p:to>
                                        <p:strVal val="visible"/>
                                      </p:to>
                                    </p:set>
                                    <p:animEffect transition="in" filter="wipe(down)">
                                      <p:cBhvr>
                                        <p:cTn id="74" dur="500"/>
                                        <p:tgtEl>
                                          <p:spTgt spid="9"/>
                                        </p:tgtEl>
                                      </p:cBhvr>
                                    </p:animEffect>
                                  </p:childTnLst>
                                </p:cTn>
                              </p:par>
                              <p:par>
                                <p:cTn id="75" presetID="9" presetClass="exit" presetSubtype="0" fill="hold" nodeType="withEffect">
                                  <p:stCondLst>
                                    <p:cond delay="0"/>
                                  </p:stCondLst>
                                  <p:childTnLst>
                                    <p:animEffect transition="out" filter="dissolve">
                                      <p:cBhvr>
                                        <p:cTn id="76" dur="500"/>
                                        <p:tgtEl>
                                          <p:spTgt spid="27"/>
                                        </p:tgtEl>
                                      </p:cBhvr>
                                    </p:animEffect>
                                    <p:set>
                                      <p:cBhvr>
                                        <p:cTn id="77" dur="1" fill="hold">
                                          <p:stCondLst>
                                            <p:cond delay="499"/>
                                          </p:stCondLst>
                                        </p:cTn>
                                        <p:tgtEl>
                                          <p:spTgt spid="27"/>
                                        </p:tgtEl>
                                        <p:attrNameLst>
                                          <p:attrName>style.visibility</p:attrName>
                                        </p:attrNameLst>
                                      </p:cBhvr>
                                      <p:to>
                                        <p:strVal val="hidden"/>
                                      </p:to>
                                    </p:set>
                                  </p:childTnLst>
                                </p:cTn>
                              </p:par>
                              <p:par>
                                <p:cTn id="78" presetID="0" presetClass="path" presetSubtype="0" accel="50000" decel="50000" fill="hold" nodeType="withEffect">
                                  <p:stCondLst>
                                    <p:cond delay="0"/>
                                  </p:stCondLst>
                                  <p:childTnLst>
                                    <p:animMotion origin="layout" path="M 0.00013 0.05416 L 0.05183 0.11296 L 0.30365 0.11296 L 0.43998 0.00324 " pathEditMode="relative" rAng="0" ptsTypes="AAAA">
                                      <p:cBhvr>
                                        <p:cTn id="79" dur="2000" fill="hold"/>
                                        <p:tgtEl>
                                          <p:spTgt spid="19"/>
                                        </p:tgtEl>
                                        <p:attrNameLst>
                                          <p:attrName>ppt_x</p:attrName>
                                          <p:attrName>ppt_y</p:attrName>
                                        </p:attrNameLst>
                                      </p:cBhvr>
                                      <p:rCtr x="21992" y="394"/>
                                    </p:animMotion>
                                  </p:childTnLst>
                                </p:cTn>
                              </p:par>
                            </p:childTnLst>
                          </p:cTn>
                        </p:par>
                        <p:par>
                          <p:cTn id="80" fill="hold">
                            <p:stCondLst>
                              <p:cond delay="2500"/>
                            </p:stCondLst>
                            <p:childTnLst>
                              <p:par>
                                <p:cTn id="81" presetID="9" presetClass="entr" presetSubtype="0" fill="hold" nodeType="after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dissolve">
                                      <p:cBhvr>
                                        <p:cTn id="83" dur="500"/>
                                        <p:tgtEl>
                                          <p:spTgt spid="28"/>
                                        </p:tgtEl>
                                      </p:cBhvr>
                                    </p:animEffect>
                                  </p:childTnLst>
                                </p:cTn>
                              </p:par>
                            </p:childTnLst>
                          </p:cTn>
                        </p:par>
                        <p:par>
                          <p:cTn id="84" fill="hold">
                            <p:stCondLst>
                              <p:cond delay="3000"/>
                            </p:stCondLst>
                            <p:childTnLst>
                              <p:par>
                                <p:cTn id="85" presetID="9" presetClass="entr" presetSubtype="0" fill="hold" nodeType="after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dissolve">
                                      <p:cBhvr>
                                        <p:cTn id="87" dur="500"/>
                                        <p:tgtEl>
                                          <p:spTgt spid="29"/>
                                        </p:tgtEl>
                                      </p:cBhvr>
                                    </p:animEffect>
                                  </p:childTnLst>
                                </p:cTn>
                              </p:par>
                            </p:childTnLst>
                          </p:cTn>
                        </p:par>
                        <p:par>
                          <p:cTn id="88" fill="hold">
                            <p:stCondLst>
                              <p:cond delay="3500"/>
                            </p:stCondLst>
                            <p:childTnLst>
                              <p:par>
                                <p:cTn id="89" presetID="9" presetClass="entr" presetSubtype="0" fill="hold" nodeType="after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dissolve">
                                      <p:cBhvr>
                                        <p:cTn id="9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65"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Freeform 99">
            <a:extLst>
              <a:ext uri="{FF2B5EF4-FFF2-40B4-BE49-F238E27FC236}">
                <a16:creationId xmlns:a16="http://schemas.microsoft.com/office/drawing/2014/main" id="{3E758716-A071-4141-B9BA-7927A5BFBD94}"/>
              </a:ext>
            </a:extLst>
          </p:cNvPr>
          <p:cNvSpPr>
            <a:spLocks/>
          </p:cNvSpPr>
          <p:nvPr/>
        </p:nvSpPr>
        <p:spPr bwMode="auto">
          <a:xfrm>
            <a:off x="8197855" y="4478480"/>
            <a:ext cx="454072" cy="992421"/>
          </a:xfrm>
          <a:custGeom>
            <a:avLst/>
            <a:gdLst>
              <a:gd name="T0" fmla="*/ 2147483646 w 413"/>
              <a:gd name="T1" fmla="*/ 2147483646 h 715"/>
              <a:gd name="T2" fmla="*/ 2147483646 w 413"/>
              <a:gd name="T3" fmla="*/ 0 h 715"/>
              <a:gd name="T4" fmla="*/ 0 w 413"/>
              <a:gd name="T5" fmla="*/ 2147483646 h 715"/>
              <a:gd name="T6" fmla="*/ 2147483646 w 413"/>
              <a:gd name="T7" fmla="*/ 2147483646 h 715"/>
              <a:gd name="T8" fmla="*/ 2147483646 w 413"/>
              <a:gd name="T9" fmla="*/ 2147483646 h 715"/>
              <a:gd name="T10" fmla="*/ 0 60000 65536"/>
              <a:gd name="T11" fmla="*/ 0 60000 65536"/>
              <a:gd name="T12" fmla="*/ 0 60000 65536"/>
              <a:gd name="T13" fmla="*/ 0 60000 65536"/>
              <a:gd name="T14" fmla="*/ 0 60000 65536"/>
              <a:gd name="T15" fmla="*/ 0 w 413"/>
              <a:gd name="T16" fmla="*/ 0 h 715"/>
              <a:gd name="T17" fmla="*/ 413 w 413"/>
              <a:gd name="T18" fmla="*/ 715 h 715"/>
              <a:gd name="connsiteX0" fmla="*/ 10000 w 10000"/>
              <a:gd name="connsiteY0" fmla="*/ 7972 h 8825"/>
              <a:gd name="connsiteX1" fmla="*/ 218 w 10000"/>
              <a:gd name="connsiteY1" fmla="*/ 0 h 8825"/>
              <a:gd name="connsiteX2" fmla="*/ 0 w 10000"/>
              <a:gd name="connsiteY2" fmla="*/ 8448 h 8825"/>
              <a:gd name="connsiteX3" fmla="*/ 7224 w 10000"/>
              <a:gd name="connsiteY3" fmla="*/ 8825 h 8825"/>
              <a:gd name="connsiteX4" fmla="*/ 10000 w 10000"/>
              <a:gd name="connsiteY4" fmla="*/ 7972 h 8825"/>
              <a:gd name="connsiteX0" fmla="*/ 6901 w 7224"/>
              <a:gd name="connsiteY0" fmla="*/ 7744 h 10000"/>
              <a:gd name="connsiteX1" fmla="*/ 218 w 7224"/>
              <a:gd name="connsiteY1" fmla="*/ 0 h 10000"/>
              <a:gd name="connsiteX2" fmla="*/ 0 w 7224"/>
              <a:gd name="connsiteY2" fmla="*/ 9573 h 10000"/>
              <a:gd name="connsiteX3" fmla="*/ 7224 w 7224"/>
              <a:gd name="connsiteY3" fmla="*/ 10000 h 10000"/>
              <a:gd name="connsiteX4" fmla="*/ 6901 w 7224"/>
              <a:gd name="connsiteY4" fmla="*/ 7744 h 10000"/>
              <a:gd name="connsiteX0" fmla="*/ 9553 w 9587"/>
              <a:gd name="connsiteY0" fmla="*/ 7744 h 9750"/>
              <a:gd name="connsiteX1" fmla="*/ 302 w 9587"/>
              <a:gd name="connsiteY1" fmla="*/ 0 h 9750"/>
              <a:gd name="connsiteX2" fmla="*/ 0 w 9587"/>
              <a:gd name="connsiteY2" fmla="*/ 9573 h 9750"/>
              <a:gd name="connsiteX3" fmla="*/ 9464 w 9587"/>
              <a:gd name="connsiteY3" fmla="*/ 9750 h 9750"/>
              <a:gd name="connsiteX4" fmla="*/ 9553 w 9587"/>
              <a:gd name="connsiteY4" fmla="*/ 7744 h 9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7" h="9750">
                <a:moveTo>
                  <a:pt x="9553" y="7744"/>
                </a:moveTo>
                <a:lnTo>
                  <a:pt x="302" y="0"/>
                </a:lnTo>
                <a:cubicBezTo>
                  <a:pt x="201" y="3191"/>
                  <a:pt x="101" y="6382"/>
                  <a:pt x="0" y="9573"/>
                </a:cubicBezTo>
                <a:lnTo>
                  <a:pt x="9464" y="9750"/>
                </a:lnTo>
                <a:cubicBezTo>
                  <a:pt x="9314" y="8998"/>
                  <a:pt x="9702" y="8496"/>
                  <a:pt x="9553" y="7744"/>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296">
            <a:extLst>
              <a:ext uri="{FF2B5EF4-FFF2-40B4-BE49-F238E27FC236}">
                <a16:creationId xmlns:a16="http://schemas.microsoft.com/office/drawing/2014/main" id="{DBEB0F95-AE9C-DA4D-9F9E-9C6AE4A652EE}"/>
              </a:ext>
            </a:extLst>
          </p:cNvPr>
          <p:cNvGrpSpPr/>
          <p:nvPr/>
        </p:nvGrpSpPr>
        <p:grpSpPr>
          <a:xfrm>
            <a:off x="8637066" y="5115960"/>
            <a:ext cx="958850" cy="476251"/>
            <a:chOff x="7493876" y="2774731"/>
            <a:chExt cx="1481958" cy="894622"/>
          </a:xfrm>
        </p:grpSpPr>
        <p:sp>
          <p:nvSpPr>
            <p:cNvPr id="298" name="Freeform 297">
              <a:extLst>
                <a:ext uri="{FF2B5EF4-FFF2-40B4-BE49-F238E27FC236}">
                  <a16:creationId xmlns:a16="http://schemas.microsoft.com/office/drawing/2014/main" id="{6025F28A-8766-8949-96E6-DD0BD882AB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9" name="Oval 298">
              <a:extLst>
                <a:ext uri="{FF2B5EF4-FFF2-40B4-BE49-F238E27FC236}">
                  <a16:creationId xmlns:a16="http://schemas.microsoft.com/office/drawing/2014/main" id="{DFA4B720-1D85-4E4A-A3DF-4E2D8BCABC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0" name="Group 299">
              <a:extLst>
                <a:ext uri="{FF2B5EF4-FFF2-40B4-BE49-F238E27FC236}">
                  <a16:creationId xmlns:a16="http://schemas.microsoft.com/office/drawing/2014/main" id="{DAD2409F-AAE1-4A47-A41C-4F8FC3073E02}"/>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C10106D6-70AD-294D-966C-B6530FB2C38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03C28B18-54E7-EB4E-A70A-2F3A019FD1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5090762B-1155-2347-B6D2-D77A21D74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F0881117-1317-CD49-B4BD-8B8A1E6EB2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2" name="Rectangle 90">
            <a:extLst>
              <a:ext uri="{FF2B5EF4-FFF2-40B4-BE49-F238E27FC236}">
                <a16:creationId xmlns:a16="http://schemas.microsoft.com/office/drawing/2014/main" id="{990C22D1-7679-CB44-8984-10C1D99DCC51}"/>
              </a:ext>
            </a:extLst>
          </p:cNvPr>
          <p:cNvSpPr>
            <a:spLocks noChangeArrowheads="1"/>
          </p:cNvSpPr>
          <p:nvPr/>
        </p:nvSpPr>
        <p:spPr bwMode="auto">
          <a:xfrm>
            <a:off x="6916745" y="4489446"/>
            <a:ext cx="1273175" cy="946150"/>
          </a:xfrm>
          <a:prstGeom prst="rect">
            <a:avLst/>
          </a:prstGeom>
          <a:solidFill>
            <a:schemeClr val="bg1"/>
          </a:solidFill>
          <a:ln w="28575">
            <a:solidFill>
              <a:schemeClr val="tx1"/>
            </a:solidFill>
            <a:miter lim="800000"/>
            <a:headEnd/>
            <a:tailEnd/>
          </a:ln>
          <a:effectLst>
            <a:outerShdw blurRad="127000" dist="38100" dir="18900000" sx="103000" sy="103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Text Box 92">
            <a:extLst>
              <a:ext uri="{FF2B5EF4-FFF2-40B4-BE49-F238E27FC236}">
                <a16:creationId xmlns:a16="http://schemas.microsoft.com/office/drawing/2014/main" id="{1CB4056D-0AB4-094A-9E8C-7C63E13B1C00}"/>
              </a:ext>
            </a:extLst>
          </p:cNvPr>
          <p:cNvSpPr txBox="1">
            <a:spLocks noChangeArrowheads="1"/>
          </p:cNvSpPr>
          <p:nvPr/>
        </p:nvSpPr>
        <p:spPr bwMode="auto">
          <a:xfrm>
            <a:off x="6873882" y="4456108"/>
            <a:ext cx="1317625"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4" name="Rectangle 24">
            <a:extLst>
              <a:ext uri="{FF2B5EF4-FFF2-40B4-BE49-F238E27FC236}">
                <a16:creationId xmlns:a16="http://schemas.microsoft.com/office/drawing/2014/main" id="{99237050-2EC8-FD44-B771-4FF0EAEABF5E}"/>
              </a:ext>
            </a:extLst>
          </p:cNvPr>
          <p:cNvSpPr>
            <a:spLocks noChangeArrowheads="1"/>
          </p:cNvSpPr>
          <p:nvPr/>
        </p:nvSpPr>
        <p:spPr bwMode="auto">
          <a:xfrm>
            <a:off x="2886137" y="4865756"/>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5" name="Text Box 26">
            <a:extLst>
              <a:ext uri="{FF2B5EF4-FFF2-40B4-BE49-F238E27FC236}">
                <a16:creationId xmlns:a16="http://schemas.microsoft.com/office/drawing/2014/main" id="{BA4F849D-1AD2-9F4B-A8A6-5D9737C832B4}"/>
              </a:ext>
            </a:extLst>
          </p:cNvPr>
          <p:cNvSpPr txBox="1">
            <a:spLocks noChangeArrowheads="1"/>
          </p:cNvSpPr>
          <p:nvPr/>
        </p:nvSpPr>
        <p:spPr bwMode="auto">
          <a:xfrm>
            <a:off x="2832765" y="4821907"/>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46" name="Line 25">
            <a:extLst>
              <a:ext uri="{FF2B5EF4-FFF2-40B4-BE49-F238E27FC236}">
                <a16:creationId xmlns:a16="http://schemas.microsoft.com/office/drawing/2014/main" id="{A3F12762-BE2E-E244-ADD0-3F754C8AA53F}"/>
              </a:ext>
            </a:extLst>
          </p:cNvPr>
          <p:cNvSpPr>
            <a:spLocks noChangeShapeType="1"/>
          </p:cNvSpPr>
          <p:nvPr/>
        </p:nvSpPr>
        <p:spPr bwMode="auto">
          <a:xfrm>
            <a:off x="2886136" y="518325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Line 27">
            <a:extLst>
              <a:ext uri="{FF2B5EF4-FFF2-40B4-BE49-F238E27FC236}">
                <a16:creationId xmlns:a16="http://schemas.microsoft.com/office/drawing/2014/main" id="{D9CB41BB-F2D8-B74D-BA63-C9D69DF8D2F9}"/>
              </a:ext>
            </a:extLst>
          </p:cNvPr>
          <p:cNvSpPr>
            <a:spLocks noChangeShapeType="1"/>
          </p:cNvSpPr>
          <p:nvPr/>
        </p:nvSpPr>
        <p:spPr bwMode="auto">
          <a:xfrm>
            <a:off x="2894074" y="5503932"/>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Line 28">
            <a:extLst>
              <a:ext uri="{FF2B5EF4-FFF2-40B4-BE49-F238E27FC236}">
                <a16:creationId xmlns:a16="http://schemas.microsoft.com/office/drawing/2014/main" id="{383571D9-51C3-9042-A891-980960CA3F40}"/>
              </a:ext>
            </a:extLst>
          </p:cNvPr>
          <p:cNvSpPr>
            <a:spLocks noChangeShapeType="1"/>
          </p:cNvSpPr>
          <p:nvPr/>
        </p:nvSpPr>
        <p:spPr bwMode="auto">
          <a:xfrm>
            <a:off x="2898836" y="578491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Line 29">
            <a:extLst>
              <a:ext uri="{FF2B5EF4-FFF2-40B4-BE49-F238E27FC236}">
                <a16:creationId xmlns:a16="http://schemas.microsoft.com/office/drawing/2014/main" id="{C49F8A27-7F5E-A74A-87FC-4C156780CED4}"/>
              </a:ext>
            </a:extLst>
          </p:cNvPr>
          <p:cNvSpPr>
            <a:spLocks noChangeShapeType="1"/>
          </p:cNvSpPr>
          <p:nvPr/>
        </p:nvSpPr>
        <p:spPr bwMode="auto">
          <a:xfrm>
            <a:off x="2898836" y="606114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24">
            <a:extLst>
              <a:ext uri="{FF2B5EF4-FFF2-40B4-BE49-F238E27FC236}">
                <a16:creationId xmlns:a16="http://schemas.microsoft.com/office/drawing/2014/main" id="{7EA1E797-77D1-3E4E-BE7E-ACEB5C9FC9FA}"/>
              </a:ext>
            </a:extLst>
          </p:cNvPr>
          <p:cNvSpPr>
            <a:spLocks noChangeArrowheads="1"/>
          </p:cNvSpPr>
          <p:nvPr/>
        </p:nvSpPr>
        <p:spPr bwMode="auto">
          <a:xfrm>
            <a:off x="3816357" y="985833"/>
            <a:ext cx="1273175" cy="1536700"/>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1" name="Text Box 26">
            <a:extLst>
              <a:ext uri="{FF2B5EF4-FFF2-40B4-BE49-F238E27FC236}">
                <a16:creationId xmlns:a16="http://schemas.microsoft.com/office/drawing/2014/main" id="{955E0381-1B0E-544A-A7DD-37ADCBB63FC5}"/>
              </a:ext>
            </a:extLst>
          </p:cNvPr>
          <p:cNvSpPr txBox="1">
            <a:spLocks noChangeArrowheads="1"/>
          </p:cNvSpPr>
          <p:nvPr/>
        </p:nvSpPr>
        <p:spPr bwMode="auto">
          <a:xfrm>
            <a:off x="3762985" y="941984"/>
            <a:ext cx="13176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59" name="Freeform 3">
            <a:extLst>
              <a:ext uri="{FF2B5EF4-FFF2-40B4-BE49-F238E27FC236}">
                <a16:creationId xmlns:a16="http://schemas.microsoft.com/office/drawing/2014/main" id="{FF79401E-326D-8443-A822-64EFF7D91F62}"/>
              </a:ext>
            </a:extLst>
          </p:cNvPr>
          <p:cNvSpPr>
            <a:spLocks/>
          </p:cNvSpPr>
          <p:nvPr/>
        </p:nvSpPr>
        <p:spPr bwMode="auto">
          <a:xfrm>
            <a:off x="8317497" y="2564096"/>
            <a:ext cx="638175" cy="781777"/>
          </a:xfrm>
          <a:custGeom>
            <a:avLst/>
            <a:gdLst>
              <a:gd name="T0" fmla="*/ 2147483646 w 402"/>
              <a:gd name="T1" fmla="*/ 2147483646 h 537"/>
              <a:gd name="T2" fmla="*/ 2147483646 w 402"/>
              <a:gd name="T3" fmla="*/ 0 h 537"/>
              <a:gd name="T4" fmla="*/ 0 w 402"/>
              <a:gd name="T5" fmla="*/ 2147483646 h 537"/>
              <a:gd name="T6" fmla="*/ 2147483646 w 402"/>
              <a:gd name="T7" fmla="*/ 2147483646 h 537"/>
              <a:gd name="T8" fmla="*/ 2147483646 w 402"/>
              <a:gd name="T9" fmla="*/ 2147483646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5" name="Group 304">
            <a:extLst>
              <a:ext uri="{FF2B5EF4-FFF2-40B4-BE49-F238E27FC236}">
                <a16:creationId xmlns:a16="http://schemas.microsoft.com/office/drawing/2014/main" id="{A4E47CB1-938F-064D-AFFA-550D0F125117}"/>
              </a:ext>
            </a:extLst>
          </p:cNvPr>
          <p:cNvGrpSpPr/>
          <p:nvPr/>
        </p:nvGrpSpPr>
        <p:grpSpPr>
          <a:xfrm>
            <a:off x="8737109" y="2942202"/>
            <a:ext cx="959348" cy="478062"/>
            <a:chOff x="3668110" y="2448910"/>
            <a:chExt cx="3794234" cy="2165130"/>
          </a:xfrm>
        </p:grpSpPr>
        <p:sp>
          <p:nvSpPr>
            <p:cNvPr id="306" name="Rectangle 305">
              <a:extLst>
                <a:ext uri="{FF2B5EF4-FFF2-40B4-BE49-F238E27FC236}">
                  <a16:creationId xmlns:a16="http://schemas.microsoft.com/office/drawing/2014/main" id="{4113AFA1-3E53-2B44-844D-33D4D414E8F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7" name="Freeform 306">
              <a:extLst>
                <a:ext uri="{FF2B5EF4-FFF2-40B4-BE49-F238E27FC236}">
                  <a16:creationId xmlns:a16="http://schemas.microsoft.com/office/drawing/2014/main" id="{6AACD184-A341-A64D-AF0A-E8273A8D120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8" name="Group 307">
              <a:extLst>
                <a:ext uri="{FF2B5EF4-FFF2-40B4-BE49-F238E27FC236}">
                  <a16:creationId xmlns:a16="http://schemas.microsoft.com/office/drawing/2014/main" id="{397EA54E-AF9C-5E43-ABD4-420C1068CBF3}"/>
                </a:ext>
              </a:extLst>
            </p:cNvPr>
            <p:cNvGrpSpPr/>
            <p:nvPr/>
          </p:nvGrpSpPr>
          <p:grpSpPr>
            <a:xfrm>
              <a:off x="3941378" y="2603243"/>
              <a:ext cx="3202061" cy="1066110"/>
              <a:chOff x="7939341" y="3037317"/>
              <a:chExt cx="897649" cy="353919"/>
            </a:xfrm>
          </p:grpSpPr>
          <p:sp>
            <p:nvSpPr>
              <p:cNvPr id="309" name="Freeform 308">
                <a:extLst>
                  <a:ext uri="{FF2B5EF4-FFF2-40B4-BE49-F238E27FC236}">
                    <a16:creationId xmlns:a16="http://schemas.microsoft.com/office/drawing/2014/main" id="{AAA61B04-18ED-CB4C-AA56-9EE1A97FE5C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F58AB38C-C52F-C046-8B42-AB402232C8F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40B533FA-5B0B-F640-8203-4E6686DF616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113B733F-5182-5C46-833B-B970C649E76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978813" y="264748"/>
            <a:ext cx="4683534" cy="1680850"/>
          </a:xfrm>
        </p:spPr>
        <p:txBody>
          <a:bodyPr>
            <a:normAutofit/>
          </a:bodyPr>
          <a:lstStyle/>
          <a:p>
            <a:r>
              <a:rPr lang="en-US" altLang="en-US" sz="4400" dirty="0">
                <a:ea typeface="ＭＳ Ｐゴシック" panose="020B0600070205080204" pitchFamily="34" charset="-128"/>
              </a:rPr>
              <a:t>Encapsulation: an end-end view</a:t>
            </a:r>
            <a:endParaRPr lang="en-US" sz="4400" dirty="0"/>
          </a:p>
        </p:txBody>
      </p:sp>
      <p:sp>
        <p:nvSpPr>
          <p:cNvPr id="175" name="Freeform 2">
            <a:extLst>
              <a:ext uri="{FF2B5EF4-FFF2-40B4-BE49-F238E27FC236}">
                <a16:creationId xmlns:a16="http://schemas.microsoft.com/office/drawing/2014/main" id="{230063FB-CBF2-814F-9B6D-159C714DB102}"/>
              </a:ext>
            </a:extLst>
          </p:cNvPr>
          <p:cNvSpPr>
            <a:spLocks/>
          </p:cNvSpPr>
          <p:nvPr/>
        </p:nvSpPr>
        <p:spPr bwMode="auto">
          <a:xfrm>
            <a:off x="5037145" y="1701796"/>
            <a:ext cx="4048125" cy="3833813"/>
          </a:xfrm>
          <a:custGeom>
            <a:avLst/>
            <a:gdLst>
              <a:gd name="T0" fmla="*/ 2147483646 w 2550"/>
              <a:gd name="T1" fmla="*/ 0 h 2415"/>
              <a:gd name="T2" fmla="*/ 2147483646 w 2550"/>
              <a:gd name="T3" fmla="*/ 0 h 2415"/>
              <a:gd name="T4" fmla="*/ 2147483646 w 2550"/>
              <a:gd name="T5" fmla="*/ 2147483646 h 2415"/>
              <a:gd name="T6" fmla="*/ 0 w 2550"/>
              <a:gd name="T7" fmla="*/ 2147483646 h 2415"/>
              <a:gd name="T8" fmla="*/ 0 60000 65536"/>
              <a:gd name="T9" fmla="*/ 0 60000 65536"/>
              <a:gd name="T10" fmla="*/ 0 60000 65536"/>
              <a:gd name="T11" fmla="*/ 0 60000 65536"/>
              <a:gd name="T12" fmla="*/ 0 w 2550"/>
              <a:gd name="T13" fmla="*/ 0 h 2415"/>
              <a:gd name="T14" fmla="*/ 2550 w 2550"/>
              <a:gd name="T15" fmla="*/ 2415 h 2415"/>
            </a:gdLst>
            <a:ahLst/>
            <a:cxnLst>
              <a:cxn ang="T8">
                <a:pos x="T0" y="T1"/>
              </a:cxn>
              <a:cxn ang="T9">
                <a:pos x="T2" y="T3"/>
              </a:cxn>
              <a:cxn ang="T10">
                <a:pos x="T4" y="T5"/>
              </a:cxn>
              <a:cxn ang="T11">
                <a:pos x="T6" y="T7"/>
              </a:cxn>
            </a:cxnLst>
            <a:rect l="T12" t="T13" r="T14" b="T15"/>
            <a:pathLst>
              <a:path w="2550" h="2415">
                <a:moveTo>
                  <a:pt x="592" y="0"/>
                </a:moveTo>
                <a:lnTo>
                  <a:pt x="2544" y="0"/>
                </a:lnTo>
                <a:lnTo>
                  <a:pt x="2550" y="2415"/>
                </a:lnTo>
                <a:lnTo>
                  <a:pt x="0" y="2415"/>
                </a:lnTo>
              </a:path>
            </a:pathLst>
          </a:cu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8">
            <a:extLst>
              <a:ext uri="{FF2B5EF4-FFF2-40B4-BE49-F238E27FC236}">
                <a16:creationId xmlns:a16="http://schemas.microsoft.com/office/drawing/2014/main" id="{D0A7F162-BF56-0D42-AC1A-1EA608D159F4}"/>
              </a:ext>
            </a:extLst>
          </p:cNvPr>
          <p:cNvSpPr txBox="1">
            <a:spLocks noChangeArrowheads="1"/>
          </p:cNvSpPr>
          <p:nvPr/>
        </p:nvSpPr>
        <p:spPr bwMode="auto">
          <a:xfrm>
            <a:off x="3935420" y="477833"/>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77" name="Freeform 10">
            <a:extLst>
              <a:ext uri="{FF2B5EF4-FFF2-40B4-BE49-F238E27FC236}">
                <a16:creationId xmlns:a16="http://schemas.microsoft.com/office/drawing/2014/main" id="{375C2B54-0F8A-624C-B0EA-326ECF0BEBFA}"/>
              </a:ext>
            </a:extLst>
          </p:cNvPr>
          <p:cNvSpPr>
            <a:spLocks/>
          </p:cNvSpPr>
          <p:nvPr/>
        </p:nvSpPr>
        <p:spPr bwMode="auto">
          <a:xfrm>
            <a:off x="5087944" y="959945"/>
            <a:ext cx="360362" cy="1596219"/>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Line 25">
            <a:extLst>
              <a:ext uri="{FF2B5EF4-FFF2-40B4-BE49-F238E27FC236}">
                <a16:creationId xmlns:a16="http://schemas.microsoft.com/office/drawing/2014/main" id="{06DACFB6-A512-6346-ADF0-044A1E0D8B7E}"/>
              </a:ext>
            </a:extLst>
          </p:cNvPr>
          <p:cNvSpPr>
            <a:spLocks noChangeShapeType="1"/>
          </p:cNvSpPr>
          <p:nvPr/>
        </p:nvSpPr>
        <p:spPr bwMode="auto">
          <a:xfrm>
            <a:off x="3816356" y="1303334"/>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7">
            <a:extLst>
              <a:ext uri="{FF2B5EF4-FFF2-40B4-BE49-F238E27FC236}">
                <a16:creationId xmlns:a16="http://schemas.microsoft.com/office/drawing/2014/main" id="{7F5AA9D2-E3F5-C947-8DEE-283B00AD0518}"/>
              </a:ext>
            </a:extLst>
          </p:cNvPr>
          <p:cNvSpPr>
            <a:spLocks noChangeShapeType="1"/>
          </p:cNvSpPr>
          <p:nvPr/>
        </p:nvSpPr>
        <p:spPr bwMode="auto">
          <a:xfrm>
            <a:off x="3824294" y="1624009"/>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Line 28">
            <a:extLst>
              <a:ext uri="{FF2B5EF4-FFF2-40B4-BE49-F238E27FC236}">
                <a16:creationId xmlns:a16="http://schemas.microsoft.com/office/drawing/2014/main" id="{D2FB6FCA-C219-0347-A799-A07286AA5FDE}"/>
              </a:ext>
            </a:extLst>
          </p:cNvPr>
          <p:cNvSpPr>
            <a:spLocks noChangeShapeType="1"/>
          </p:cNvSpPr>
          <p:nvPr/>
        </p:nvSpPr>
        <p:spPr bwMode="auto">
          <a:xfrm>
            <a:off x="3829056" y="190499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Line 29">
            <a:extLst>
              <a:ext uri="{FF2B5EF4-FFF2-40B4-BE49-F238E27FC236}">
                <a16:creationId xmlns:a16="http://schemas.microsoft.com/office/drawing/2014/main" id="{5DD86E94-6322-434A-87B3-1B856F1C7FC6}"/>
              </a:ext>
            </a:extLst>
          </p:cNvPr>
          <p:cNvSpPr>
            <a:spLocks noChangeShapeType="1"/>
          </p:cNvSpPr>
          <p:nvPr/>
        </p:nvSpPr>
        <p:spPr bwMode="auto">
          <a:xfrm>
            <a:off x="3829056" y="21812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5" name="Group 39">
            <a:extLst>
              <a:ext uri="{FF2B5EF4-FFF2-40B4-BE49-F238E27FC236}">
                <a16:creationId xmlns:a16="http://schemas.microsoft.com/office/drawing/2014/main" id="{8AA541B8-399A-EF48-9EFE-5AF447CE2F83}"/>
              </a:ext>
            </a:extLst>
          </p:cNvPr>
          <p:cNvGrpSpPr>
            <a:grpSpLocks/>
          </p:cNvGrpSpPr>
          <p:nvPr/>
        </p:nvGrpSpPr>
        <p:grpSpPr bwMode="auto">
          <a:xfrm>
            <a:off x="2438406" y="1622421"/>
            <a:ext cx="1208088" cy="303213"/>
            <a:chOff x="501" y="1990"/>
            <a:chExt cx="761" cy="191"/>
          </a:xfrm>
        </p:grpSpPr>
        <p:sp>
          <p:nvSpPr>
            <p:cNvPr id="186" name="Rectangle 40">
              <a:extLst>
                <a:ext uri="{FF2B5EF4-FFF2-40B4-BE49-F238E27FC236}">
                  <a16:creationId xmlns:a16="http://schemas.microsoft.com/office/drawing/2014/main" id="{0387B9A7-F992-9246-A12A-3BB5DCDBD751}"/>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Rectangle 41">
              <a:extLst>
                <a:ext uri="{FF2B5EF4-FFF2-40B4-BE49-F238E27FC236}">
                  <a16:creationId xmlns:a16="http://schemas.microsoft.com/office/drawing/2014/main" id="{313D90F6-44E7-5B43-9F40-EAB5A4BC3719}"/>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88" name="Rectangle 42">
              <a:extLst>
                <a:ext uri="{FF2B5EF4-FFF2-40B4-BE49-F238E27FC236}">
                  <a16:creationId xmlns:a16="http://schemas.microsoft.com/office/drawing/2014/main" id="{09FD516E-DDA8-584C-AC12-7F5211BB3875}"/>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189" name="Rectangle 43">
              <a:extLst>
                <a:ext uri="{FF2B5EF4-FFF2-40B4-BE49-F238E27FC236}">
                  <a16:creationId xmlns:a16="http://schemas.microsoft.com/office/drawing/2014/main" id="{6FFC472B-97D7-D347-9A3C-464686CD17B4}"/>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190" name="Line 44">
              <a:extLst>
                <a:ext uri="{FF2B5EF4-FFF2-40B4-BE49-F238E27FC236}">
                  <a16:creationId xmlns:a16="http://schemas.microsoft.com/office/drawing/2014/main" id="{72E3E927-7804-2B4F-BEB5-8E712FD0D8B6}"/>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Line 45">
              <a:extLst>
                <a:ext uri="{FF2B5EF4-FFF2-40B4-BE49-F238E27FC236}">
                  <a16:creationId xmlns:a16="http://schemas.microsoft.com/office/drawing/2014/main" id="{FB19C408-B20F-B545-913F-0B0F21C3B97E}"/>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2" name="Text Box 5">
            <a:extLst>
              <a:ext uri="{FF2B5EF4-FFF2-40B4-BE49-F238E27FC236}">
                <a16:creationId xmlns:a16="http://schemas.microsoft.com/office/drawing/2014/main" id="{0D15D10E-958A-864A-A283-C2AB2D4E8F72}"/>
              </a:ext>
            </a:extLst>
          </p:cNvPr>
          <p:cNvSpPr txBox="1">
            <a:spLocks noChangeArrowheads="1"/>
          </p:cNvSpPr>
          <p:nvPr/>
        </p:nvSpPr>
        <p:spPr bwMode="auto">
          <a:xfrm>
            <a:off x="1614494" y="1250945"/>
            <a:ext cx="9636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segment</a:t>
            </a:r>
          </a:p>
        </p:txBody>
      </p:sp>
      <p:grpSp>
        <p:nvGrpSpPr>
          <p:cNvPr id="193" name="Group 178">
            <a:extLst>
              <a:ext uri="{FF2B5EF4-FFF2-40B4-BE49-F238E27FC236}">
                <a16:creationId xmlns:a16="http://schemas.microsoft.com/office/drawing/2014/main" id="{C602A8C6-FCB3-7248-AB25-E5D9AF0992ED}"/>
              </a:ext>
            </a:extLst>
          </p:cNvPr>
          <p:cNvGrpSpPr>
            <a:grpSpLocks/>
          </p:cNvGrpSpPr>
          <p:nvPr/>
        </p:nvGrpSpPr>
        <p:grpSpPr bwMode="auto">
          <a:xfrm>
            <a:off x="2755907" y="1290633"/>
            <a:ext cx="301625" cy="292100"/>
            <a:chOff x="1962" y="2058"/>
            <a:chExt cx="190" cy="184"/>
          </a:xfrm>
        </p:grpSpPr>
        <p:sp>
          <p:nvSpPr>
            <p:cNvPr id="194" name="Rectangle 47">
              <a:extLst>
                <a:ext uri="{FF2B5EF4-FFF2-40B4-BE49-F238E27FC236}">
                  <a16:creationId xmlns:a16="http://schemas.microsoft.com/office/drawing/2014/main" id="{74D4FADB-78FF-754C-9258-3499AEC56C8B}"/>
                </a:ext>
              </a:extLst>
            </p:cNvPr>
            <p:cNvSpPr>
              <a:spLocks noChangeArrowheads="1"/>
            </p:cNvSpPr>
            <p:nvPr/>
          </p:nvSpPr>
          <p:spPr bwMode="auto">
            <a:xfrm>
              <a:off x="1962"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Rectangle 48">
              <a:extLst>
                <a:ext uri="{FF2B5EF4-FFF2-40B4-BE49-F238E27FC236}">
                  <a16:creationId xmlns:a16="http://schemas.microsoft.com/office/drawing/2014/main" id="{9A86A925-4488-C149-AC92-7E56AC2DB20A}"/>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sp>
        <p:nvSpPr>
          <p:cNvPr id="196" name="Text Box 4">
            <a:extLst>
              <a:ext uri="{FF2B5EF4-FFF2-40B4-BE49-F238E27FC236}">
                <a16:creationId xmlns:a16="http://schemas.microsoft.com/office/drawing/2014/main" id="{0E8F71B9-D739-9B4D-B3C4-4209B53F4740}"/>
              </a:ext>
            </a:extLst>
          </p:cNvPr>
          <p:cNvSpPr txBox="1">
            <a:spLocks noChangeArrowheads="1"/>
          </p:cNvSpPr>
          <p:nvPr/>
        </p:nvSpPr>
        <p:spPr bwMode="auto">
          <a:xfrm>
            <a:off x="1414470" y="1590670"/>
            <a:ext cx="10429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datagram</a:t>
            </a:r>
          </a:p>
        </p:txBody>
      </p:sp>
      <p:sp>
        <p:nvSpPr>
          <p:cNvPr id="197" name="Text Box 54">
            <a:extLst>
              <a:ext uri="{FF2B5EF4-FFF2-40B4-BE49-F238E27FC236}">
                <a16:creationId xmlns:a16="http://schemas.microsoft.com/office/drawing/2014/main" id="{74C41705-B97B-5F4E-BB03-C374DF4919FA}"/>
              </a:ext>
            </a:extLst>
          </p:cNvPr>
          <p:cNvSpPr txBox="1">
            <a:spLocks noChangeArrowheads="1"/>
          </p:cNvSpPr>
          <p:nvPr/>
        </p:nvSpPr>
        <p:spPr bwMode="auto">
          <a:xfrm>
            <a:off x="2767020" y="4411659"/>
            <a:ext cx="1412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destination</a:t>
            </a:r>
          </a:p>
        </p:txBody>
      </p:sp>
      <p:grpSp>
        <p:nvGrpSpPr>
          <p:cNvPr id="206" name="Group 64">
            <a:extLst>
              <a:ext uri="{FF2B5EF4-FFF2-40B4-BE49-F238E27FC236}">
                <a16:creationId xmlns:a16="http://schemas.microsoft.com/office/drawing/2014/main" id="{C50D7752-68C1-8540-988D-5347ECFD1886}"/>
              </a:ext>
            </a:extLst>
          </p:cNvPr>
          <p:cNvGrpSpPr>
            <a:grpSpLocks/>
          </p:cNvGrpSpPr>
          <p:nvPr/>
        </p:nvGrpSpPr>
        <p:grpSpPr bwMode="auto">
          <a:xfrm>
            <a:off x="1371606" y="5781671"/>
            <a:ext cx="1479550" cy="303213"/>
            <a:chOff x="332" y="2224"/>
            <a:chExt cx="932" cy="191"/>
          </a:xfrm>
        </p:grpSpPr>
        <p:sp>
          <p:nvSpPr>
            <p:cNvPr id="207" name="Rectangle 65">
              <a:extLst>
                <a:ext uri="{FF2B5EF4-FFF2-40B4-BE49-F238E27FC236}">
                  <a16:creationId xmlns:a16="http://schemas.microsoft.com/office/drawing/2014/main" id="{1F3E093B-217C-A04B-B5D1-A6C902542EF2}"/>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8" name="Rectangle 66">
              <a:extLst>
                <a:ext uri="{FF2B5EF4-FFF2-40B4-BE49-F238E27FC236}">
                  <a16:creationId xmlns:a16="http://schemas.microsoft.com/office/drawing/2014/main" id="{12601678-594C-E14C-9193-F38CE9075141}"/>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09" name="Rectangle 67">
              <a:extLst>
                <a:ext uri="{FF2B5EF4-FFF2-40B4-BE49-F238E27FC236}">
                  <a16:creationId xmlns:a16="http://schemas.microsoft.com/office/drawing/2014/main" id="{C60FF2A5-B680-E647-99BC-03E16BB18F4E}"/>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0" name="Rectangle 68">
              <a:extLst>
                <a:ext uri="{FF2B5EF4-FFF2-40B4-BE49-F238E27FC236}">
                  <a16:creationId xmlns:a16="http://schemas.microsoft.com/office/drawing/2014/main" id="{397B1F1F-935A-C84B-968D-E29BC9F4E06A}"/>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11" name="Rectangle 69">
              <a:extLst>
                <a:ext uri="{FF2B5EF4-FFF2-40B4-BE49-F238E27FC236}">
                  <a16:creationId xmlns:a16="http://schemas.microsoft.com/office/drawing/2014/main" id="{F6478DF2-BC33-B343-8620-1D9F679E414D}"/>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12" name="Line 70">
              <a:extLst>
                <a:ext uri="{FF2B5EF4-FFF2-40B4-BE49-F238E27FC236}">
                  <a16:creationId xmlns:a16="http://schemas.microsoft.com/office/drawing/2014/main" id="{B65227E4-D34A-B045-A564-9F588CE81723}"/>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Line 71">
              <a:extLst>
                <a:ext uri="{FF2B5EF4-FFF2-40B4-BE49-F238E27FC236}">
                  <a16:creationId xmlns:a16="http://schemas.microsoft.com/office/drawing/2014/main" id="{89581348-A579-E648-AF77-CC0CCFD73AE0}"/>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Line 72">
              <a:extLst>
                <a:ext uri="{FF2B5EF4-FFF2-40B4-BE49-F238E27FC236}">
                  <a16:creationId xmlns:a16="http://schemas.microsoft.com/office/drawing/2014/main" id="{5CD35CDE-ACA7-B147-9033-013571F308B2}"/>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5" name="Group 73">
            <a:extLst>
              <a:ext uri="{FF2B5EF4-FFF2-40B4-BE49-F238E27FC236}">
                <a16:creationId xmlns:a16="http://schemas.microsoft.com/office/drawing/2014/main" id="{782EFA19-0788-864E-B946-830DAB797411}"/>
              </a:ext>
            </a:extLst>
          </p:cNvPr>
          <p:cNvGrpSpPr>
            <a:grpSpLocks/>
          </p:cNvGrpSpPr>
          <p:nvPr/>
        </p:nvGrpSpPr>
        <p:grpSpPr bwMode="auto">
          <a:xfrm>
            <a:off x="1639895" y="5483221"/>
            <a:ext cx="1208087" cy="303213"/>
            <a:chOff x="501" y="1990"/>
            <a:chExt cx="761" cy="191"/>
          </a:xfrm>
        </p:grpSpPr>
        <p:sp>
          <p:nvSpPr>
            <p:cNvPr id="216" name="Rectangle 74">
              <a:extLst>
                <a:ext uri="{FF2B5EF4-FFF2-40B4-BE49-F238E27FC236}">
                  <a16:creationId xmlns:a16="http://schemas.microsoft.com/office/drawing/2014/main" id="{D970D459-C7BE-CB4F-B370-10A7B56F6424}"/>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7" name="Rectangle 75">
              <a:extLst>
                <a:ext uri="{FF2B5EF4-FFF2-40B4-BE49-F238E27FC236}">
                  <a16:creationId xmlns:a16="http://schemas.microsoft.com/office/drawing/2014/main" id="{1904B028-B6FD-624E-A3E6-5B05A1065AFC}"/>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18" name="Rectangle 76">
              <a:extLst>
                <a:ext uri="{FF2B5EF4-FFF2-40B4-BE49-F238E27FC236}">
                  <a16:creationId xmlns:a16="http://schemas.microsoft.com/office/drawing/2014/main" id="{7E497BF0-01B9-9645-AADF-EC6ECCD69181}"/>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19" name="Rectangle 77">
              <a:extLst>
                <a:ext uri="{FF2B5EF4-FFF2-40B4-BE49-F238E27FC236}">
                  <a16:creationId xmlns:a16="http://schemas.microsoft.com/office/drawing/2014/main" id="{F655CC88-7712-A040-B05C-B926BA640DC3}"/>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0" name="Line 78">
              <a:extLst>
                <a:ext uri="{FF2B5EF4-FFF2-40B4-BE49-F238E27FC236}">
                  <a16:creationId xmlns:a16="http://schemas.microsoft.com/office/drawing/2014/main" id="{5F8C7ACF-60C6-EA40-ABF5-A21BAB3D73AC}"/>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Line 79">
              <a:extLst>
                <a:ext uri="{FF2B5EF4-FFF2-40B4-BE49-F238E27FC236}">
                  <a16:creationId xmlns:a16="http://schemas.microsoft.com/office/drawing/2014/main" id="{B9D1E0FC-D7EB-B94A-95BC-135127D00E84}"/>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2" name="Group 80">
            <a:extLst>
              <a:ext uri="{FF2B5EF4-FFF2-40B4-BE49-F238E27FC236}">
                <a16:creationId xmlns:a16="http://schemas.microsoft.com/office/drawing/2014/main" id="{ED606BB4-B8BF-EE47-81F0-E3489EBF698D}"/>
              </a:ext>
            </a:extLst>
          </p:cNvPr>
          <p:cNvGrpSpPr>
            <a:grpSpLocks/>
          </p:cNvGrpSpPr>
          <p:nvPr/>
        </p:nvGrpSpPr>
        <p:grpSpPr bwMode="auto">
          <a:xfrm>
            <a:off x="1943106" y="5175246"/>
            <a:ext cx="890588" cy="303213"/>
            <a:chOff x="645" y="1734"/>
            <a:chExt cx="561" cy="191"/>
          </a:xfrm>
        </p:grpSpPr>
        <p:sp>
          <p:nvSpPr>
            <p:cNvPr id="223" name="Rectangle 81">
              <a:extLst>
                <a:ext uri="{FF2B5EF4-FFF2-40B4-BE49-F238E27FC236}">
                  <a16:creationId xmlns:a16="http://schemas.microsoft.com/office/drawing/2014/main" id="{5E750AC6-B9B9-BA47-9749-5BA61D17AB9E}"/>
                </a:ext>
              </a:extLst>
            </p:cNvPr>
            <p:cNvSpPr>
              <a:spLocks noChangeArrowheads="1"/>
            </p:cNvSpPr>
            <p:nvPr/>
          </p:nvSpPr>
          <p:spPr bwMode="auto">
            <a:xfrm>
              <a:off x="645" y="1751"/>
              <a:ext cx="4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Rectangle 82">
              <a:extLst>
                <a:ext uri="{FF2B5EF4-FFF2-40B4-BE49-F238E27FC236}">
                  <a16:creationId xmlns:a16="http://schemas.microsoft.com/office/drawing/2014/main" id="{203BBA7B-2CF5-6949-AEF6-9B5E4804A8E4}"/>
                </a:ext>
              </a:extLst>
            </p:cNvPr>
            <p:cNvSpPr>
              <a:spLocks noChangeArrowheads="1"/>
            </p:cNvSpPr>
            <p:nvPr/>
          </p:nvSpPr>
          <p:spPr bwMode="auto">
            <a:xfrm>
              <a:off x="648" y="173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5" name="Rectangle 83">
              <a:extLst>
                <a:ext uri="{FF2B5EF4-FFF2-40B4-BE49-F238E27FC236}">
                  <a16:creationId xmlns:a16="http://schemas.microsoft.com/office/drawing/2014/main" id="{D9094A29-8FA3-604F-BCB2-C28018927AE8}"/>
                </a:ext>
              </a:extLst>
            </p:cNvPr>
            <p:cNvSpPr>
              <a:spLocks noChangeArrowheads="1"/>
            </p:cNvSpPr>
            <p:nvPr/>
          </p:nvSpPr>
          <p:spPr bwMode="auto">
            <a:xfrm>
              <a:off x="778" y="173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26" name="Line 84">
              <a:extLst>
                <a:ext uri="{FF2B5EF4-FFF2-40B4-BE49-F238E27FC236}">
                  <a16:creationId xmlns:a16="http://schemas.microsoft.com/office/drawing/2014/main" id="{B797ADA3-EF18-7C49-99C2-2F8F051D96BB}"/>
                </a:ext>
              </a:extLst>
            </p:cNvPr>
            <p:cNvSpPr>
              <a:spLocks noChangeShapeType="1"/>
            </p:cNvSpPr>
            <p:nvPr/>
          </p:nvSpPr>
          <p:spPr bwMode="auto">
            <a:xfrm>
              <a:off x="824" y="175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7" name="Group 85">
            <a:extLst>
              <a:ext uri="{FF2B5EF4-FFF2-40B4-BE49-F238E27FC236}">
                <a16:creationId xmlns:a16="http://schemas.microsoft.com/office/drawing/2014/main" id="{11AB6D85-B7C0-8142-8671-E8110C22285E}"/>
              </a:ext>
            </a:extLst>
          </p:cNvPr>
          <p:cNvGrpSpPr>
            <a:grpSpLocks/>
          </p:cNvGrpSpPr>
          <p:nvPr/>
        </p:nvGrpSpPr>
        <p:grpSpPr bwMode="auto">
          <a:xfrm>
            <a:off x="2149481" y="4864096"/>
            <a:ext cx="679450" cy="301625"/>
            <a:chOff x="780" y="1553"/>
            <a:chExt cx="428" cy="190"/>
          </a:xfrm>
        </p:grpSpPr>
        <p:sp>
          <p:nvSpPr>
            <p:cNvPr id="228" name="Rectangle 86">
              <a:extLst>
                <a:ext uri="{FF2B5EF4-FFF2-40B4-BE49-F238E27FC236}">
                  <a16:creationId xmlns:a16="http://schemas.microsoft.com/office/drawing/2014/main" id="{5CCFD8AF-21AA-2143-8C8C-4C988C5ED872}"/>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Rectangle 87">
              <a:extLst>
                <a:ext uri="{FF2B5EF4-FFF2-40B4-BE49-F238E27FC236}">
                  <a16:creationId xmlns:a16="http://schemas.microsoft.com/office/drawing/2014/main" id="{0247FE4B-63DA-1F45-A8DA-A5A5C63B6AC3}"/>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33" name="Line 91">
            <a:extLst>
              <a:ext uri="{FF2B5EF4-FFF2-40B4-BE49-F238E27FC236}">
                <a16:creationId xmlns:a16="http://schemas.microsoft.com/office/drawing/2014/main" id="{19384907-F1F7-7342-B03B-0F3880C9074B}"/>
              </a:ext>
            </a:extLst>
          </p:cNvPr>
          <p:cNvSpPr>
            <a:spLocks noChangeShapeType="1"/>
          </p:cNvSpPr>
          <p:nvPr/>
        </p:nvSpPr>
        <p:spPr bwMode="auto">
          <a:xfrm>
            <a:off x="6916745" y="4806946"/>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Line 93">
            <a:extLst>
              <a:ext uri="{FF2B5EF4-FFF2-40B4-BE49-F238E27FC236}">
                <a16:creationId xmlns:a16="http://schemas.microsoft.com/office/drawing/2014/main" id="{883D6FEA-BFB1-A54A-986E-6B39511738A6}"/>
              </a:ext>
            </a:extLst>
          </p:cNvPr>
          <p:cNvSpPr>
            <a:spLocks noChangeShapeType="1"/>
          </p:cNvSpPr>
          <p:nvPr/>
        </p:nvSpPr>
        <p:spPr bwMode="auto">
          <a:xfrm>
            <a:off x="6924682" y="5127621"/>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96">
            <a:extLst>
              <a:ext uri="{FF2B5EF4-FFF2-40B4-BE49-F238E27FC236}">
                <a16:creationId xmlns:a16="http://schemas.microsoft.com/office/drawing/2014/main" id="{259A49E6-709B-2347-990D-69F0B212F487}"/>
              </a:ext>
            </a:extLst>
          </p:cNvPr>
          <p:cNvSpPr>
            <a:spLocks noChangeArrowheads="1"/>
          </p:cNvSpPr>
          <p:nvPr/>
        </p:nvSpPr>
        <p:spPr bwMode="auto">
          <a:xfrm>
            <a:off x="7083433" y="2597147"/>
            <a:ext cx="1273175" cy="655638"/>
          </a:xfrm>
          <a:prstGeom prst="rect">
            <a:avLst/>
          </a:prstGeom>
          <a:solidFill>
            <a:schemeClr val="bg1"/>
          </a:solidFill>
          <a:ln w="28575">
            <a:solidFill>
              <a:schemeClr val="tx1"/>
            </a:solidFill>
            <a:miter lim="800000"/>
            <a:headEnd/>
            <a:tailEnd/>
          </a:ln>
          <a:effectLst>
            <a:outerShdw blurRad="50800" dist="38100" dir="18900000" sx="102000" sy="102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Line 97">
            <a:extLst>
              <a:ext uri="{FF2B5EF4-FFF2-40B4-BE49-F238E27FC236}">
                <a16:creationId xmlns:a16="http://schemas.microsoft.com/office/drawing/2014/main" id="{D82D4EF1-E7DC-B146-B148-5E79F02BCC8B}"/>
              </a:ext>
            </a:extLst>
          </p:cNvPr>
          <p:cNvSpPr>
            <a:spLocks noChangeShapeType="1"/>
          </p:cNvSpPr>
          <p:nvPr/>
        </p:nvSpPr>
        <p:spPr bwMode="auto">
          <a:xfrm>
            <a:off x="7083433" y="2914647"/>
            <a:ext cx="1263650" cy="31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4">
            <a:extLst>
              <a:ext uri="{FF2B5EF4-FFF2-40B4-BE49-F238E27FC236}">
                <a16:creationId xmlns:a16="http://schemas.microsoft.com/office/drawing/2014/main" id="{BEDEB3A2-EFA9-6F44-A8E6-C8BD127C9FBD}"/>
              </a:ext>
            </a:extLst>
          </p:cNvPr>
          <p:cNvSpPr>
            <a:spLocks/>
          </p:cNvSpPr>
          <p:nvPr/>
        </p:nvSpPr>
        <p:spPr bwMode="auto">
          <a:xfrm>
            <a:off x="3048006" y="787395"/>
            <a:ext cx="5264150" cy="5494338"/>
          </a:xfrm>
          <a:custGeom>
            <a:avLst/>
            <a:gdLst>
              <a:gd name="T0" fmla="*/ 2147483646 w 3316"/>
              <a:gd name="T1" fmla="*/ 0 h 3461"/>
              <a:gd name="T2" fmla="*/ 2147483646 w 3316"/>
              <a:gd name="T3" fmla="*/ 2147483646 h 3461"/>
              <a:gd name="T4" fmla="*/ 2147483646 w 3316"/>
              <a:gd name="T5" fmla="*/ 2147483646 h 3461"/>
              <a:gd name="T6" fmla="*/ 2147483646 w 3316"/>
              <a:gd name="T7" fmla="*/ 2147483646 h 3461"/>
              <a:gd name="T8" fmla="*/ 2147483646 w 3316"/>
              <a:gd name="T9" fmla="*/ 2147483646 h 3461"/>
              <a:gd name="T10" fmla="*/ 2147483646 w 3316"/>
              <a:gd name="T11" fmla="*/ 2147483646 h 3461"/>
              <a:gd name="T12" fmla="*/ 2147483646 w 3316"/>
              <a:gd name="T13" fmla="*/ 2147483646 h 3461"/>
              <a:gd name="T14" fmla="*/ 2147483646 w 3316"/>
              <a:gd name="T15" fmla="*/ 2147483646 h 3461"/>
              <a:gd name="T16" fmla="*/ 2147483646 w 3316"/>
              <a:gd name="T17" fmla="*/ 2147483646 h 3461"/>
              <a:gd name="T18" fmla="*/ 2147483646 w 3316"/>
              <a:gd name="T19" fmla="*/ 2147483646 h 3461"/>
              <a:gd name="T20" fmla="*/ 2147483646 w 3316"/>
              <a:gd name="T21" fmla="*/ 2147483646 h 3461"/>
              <a:gd name="T22" fmla="*/ 0 w 3316"/>
              <a:gd name="T23" fmla="*/ 2147483646 h 3461"/>
              <a:gd name="T24" fmla="*/ 0 w 3316"/>
              <a:gd name="T25" fmla="*/ 2147483646 h 3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16"/>
              <a:gd name="T40" fmla="*/ 0 h 3461"/>
              <a:gd name="T41" fmla="*/ 3316 w 3316"/>
              <a:gd name="T42" fmla="*/ 3461 h 3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16" h="3461">
                <a:moveTo>
                  <a:pt x="872" y="0"/>
                </a:moveTo>
                <a:lnTo>
                  <a:pt x="878" y="1481"/>
                </a:lnTo>
                <a:lnTo>
                  <a:pt x="2612" y="1481"/>
                </a:lnTo>
                <a:lnTo>
                  <a:pt x="2612" y="1179"/>
                </a:lnTo>
                <a:lnTo>
                  <a:pt x="3294" y="1179"/>
                </a:lnTo>
                <a:lnTo>
                  <a:pt x="3316" y="3131"/>
                </a:lnTo>
                <a:lnTo>
                  <a:pt x="3148" y="2986"/>
                </a:lnTo>
                <a:lnTo>
                  <a:pt x="3143" y="2387"/>
                </a:lnTo>
                <a:lnTo>
                  <a:pt x="2505" y="2387"/>
                </a:lnTo>
                <a:lnTo>
                  <a:pt x="2505" y="3070"/>
                </a:lnTo>
                <a:lnTo>
                  <a:pt x="1057" y="3461"/>
                </a:lnTo>
                <a:lnTo>
                  <a:pt x="0" y="3461"/>
                </a:lnTo>
                <a:lnTo>
                  <a:pt x="0" y="2505"/>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2" name="Group 115">
            <a:extLst>
              <a:ext uri="{FF2B5EF4-FFF2-40B4-BE49-F238E27FC236}">
                <a16:creationId xmlns:a16="http://schemas.microsoft.com/office/drawing/2014/main" id="{85B6340C-1412-DD49-A487-35E5DC0144AC}"/>
              </a:ext>
            </a:extLst>
          </p:cNvPr>
          <p:cNvGrpSpPr>
            <a:grpSpLocks/>
          </p:cNvGrpSpPr>
          <p:nvPr/>
        </p:nvGrpSpPr>
        <p:grpSpPr bwMode="auto">
          <a:xfrm>
            <a:off x="5457831" y="4800596"/>
            <a:ext cx="1479550" cy="303213"/>
            <a:chOff x="332" y="2224"/>
            <a:chExt cx="932" cy="191"/>
          </a:xfrm>
        </p:grpSpPr>
        <p:sp>
          <p:nvSpPr>
            <p:cNvPr id="243" name="Rectangle 116">
              <a:extLst>
                <a:ext uri="{FF2B5EF4-FFF2-40B4-BE49-F238E27FC236}">
                  <a16:creationId xmlns:a16="http://schemas.microsoft.com/office/drawing/2014/main" id="{504C038E-092B-1D4B-AD07-733B523A2C29}"/>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Rectangle 117">
              <a:extLst>
                <a:ext uri="{FF2B5EF4-FFF2-40B4-BE49-F238E27FC236}">
                  <a16:creationId xmlns:a16="http://schemas.microsoft.com/office/drawing/2014/main" id="{99CDC4A5-2671-2F4C-AF10-D4F0B21A07E4}"/>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45" name="Rectangle 118">
              <a:extLst>
                <a:ext uri="{FF2B5EF4-FFF2-40B4-BE49-F238E27FC236}">
                  <a16:creationId xmlns:a16="http://schemas.microsoft.com/office/drawing/2014/main" id="{41C01446-A97C-0942-9110-AECA50BADDDB}"/>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46" name="Rectangle 119">
              <a:extLst>
                <a:ext uri="{FF2B5EF4-FFF2-40B4-BE49-F238E27FC236}">
                  <a16:creationId xmlns:a16="http://schemas.microsoft.com/office/drawing/2014/main" id="{AA06A8EE-28E9-AF46-9EEA-FBEDDAF18726}"/>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47" name="Rectangle 120">
              <a:extLst>
                <a:ext uri="{FF2B5EF4-FFF2-40B4-BE49-F238E27FC236}">
                  <a16:creationId xmlns:a16="http://schemas.microsoft.com/office/drawing/2014/main" id="{EF7ADA06-A6C3-EC42-9026-08C964BC6509}"/>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48" name="Line 121">
              <a:extLst>
                <a:ext uri="{FF2B5EF4-FFF2-40B4-BE49-F238E27FC236}">
                  <a16:creationId xmlns:a16="http://schemas.microsoft.com/office/drawing/2014/main" id="{F47A00CE-0D92-CA4D-9460-92CBEF8DE836}"/>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122">
              <a:extLst>
                <a:ext uri="{FF2B5EF4-FFF2-40B4-BE49-F238E27FC236}">
                  <a16:creationId xmlns:a16="http://schemas.microsoft.com/office/drawing/2014/main" id="{457AAAB2-E313-B54A-B86A-CBEACA43A89D}"/>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123">
              <a:extLst>
                <a:ext uri="{FF2B5EF4-FFF2-40B4-BE49-F238E27FC236}">
                  <a16:creationId xmlns:a16="http://schemas.microsoft.com/office/drawing/2014/main" id="{777075DA-53C1-4349-BD44-36049E94C4E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1" name="Group 124">
            <a:extLst>
              <a:ext uri="{FF2B5EF4-FFF2-40B4-BE49-F238E27FC236}">
                <a16:creationId xmlns:a16="http://schemas.microsoft.com/office/drawing/2014/main" id="{F09DD616-F735-7046-9C1C-D2103F4D1E5C}"/>
              </a:ext>
            </a:extLst>
          </p:cNvPr>
          <p:cNvGrpSpPr>
            <a:grpSpLocks/>
          </p:cNvGrpSpPr>
          <p:nvPr/>
        </p:nvGrpSpPr>
        <p:grpSpPr bwMode="auto">
          <a:xfrm>
            <a:off x="5716595" y="4494208"/>
            <a:ext cx="1208087" cy="303212"/>
            <a:chOff x="501" y="1990"/>
            <a:chExt cx="761" cy="191"/>
          </a:xfrm>
        </p:grpSpPr>
        <p:sp>
          <p:nvSpPr>
            <p:cNvPr id="252" name="Rectangle 125">
              <a:extLst>
                <a:ext uri="{FF2B5EF4-FFF2-40B4-BE49-F238E27FC236}">
                  <a16:creationId xmlns:a16="http://schemas.microsoft.com/office/drawing/2014/main" id="{DB941F93-1335-5645-94DE-59F001928AC8}"/>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Rectangle 126">
              <a:extLst>
                <a:ext uri="{FF2B5EF4-FFF2-40B4-BE49-F238E27FC236}">
                  <a16:creationId xmlns:a16="http://schemas.microsoft.com/office/drawing/2014/main" id="{9EA1B2EB-B358-3D4C-841E-567FECFADB18}"/>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54" name="Rectangle 127">
              <a:extLst>
                <a:ext uri="{FF2B5EF4-FFF2-40B4-BE49-F238E27FC236}">
                  <a16:creationId xmlns:a16="http://schemas.microsoft.com/office/drawing/2014/main" id="{13F00E9F-B735-5849-861F-39C839FD83F4}"/>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55" name="Rectangle 128">
              <a:extLst>
                <a:ext uri="{FF2B5EF4-FFF2-40B4-BE49-F238E27FC236}">
                  <a16:creationId xmlns:a16="http://schemas.microsoft.com/office/drawing/2014/main" id="{0CE33A55-3FFF-D247-A00E-5085ABE3BDA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56" name="Line 129">
              <a:extLst>
                <a:ext uri="{FF2B5EF4-FFF2-40B4-BE49-F238E27FC236}">
                  <a16:creationId xmlns:a16="http://schemas.microsoft.com/office/drawing/2014/main" id="{5257F2F7-73B9-0943-A775-4320CC67F911}"/>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130">
              <a:extLst>
                <a:ext uri="{FF2B5EF4-FFF2-40B4-BE49-F238E27FC236}">
                  <a16:creationId xmlns:a16="http://schemas.microsoft.com/office/drawing/2014/main" id="{F79FB15F-B9B5-1C48-A8C6-B6B142E79B47}"/>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8" name="Group 140">
            <a:extLst>
              <a:ext uri="{FF2B5EF4-FFF2-40B4-BE49-F238E27FC236}">
                <a16:creationId xmlns:a16="http://schemas.microsoft.com/office/drawing/2014/main" id="{DC4925E6-41A9-8643-8E76-63BD0FB2392D}"/>
              </a:ext>
            </a:extLst>
          </p:cNvPr>
          <p:cNvGrpSpPr>
            <a:grpSpLocks/>
          </p:cNvGrpSpPr>
          <p:nvPr/>
        </p:nvGrpSpPr>
        <p:grpSpPr bwMode="auto">
          <a:xfrm>
            <a:off x="8488370" y="4860921"/>
            <a:ext cx="1208087" cy="303213"/>
            <a:chOff x="501" y="1990"/>
            <a:chExt cx="761" cy="191"/>
          </a:xfrm>
        </p:grpSpPr>
        <p:sp>
          <p:nvSpPr>
            <p:cNvPr id="259" name="Rectangle 141">
              <a:extLst>
                <a:ext uri="{FF2B5EF4-FFF2-40B4-BE49-F238E27FC236}">
                  <a16:creationId xmlns:a16="http://schemas.microsoft.com/office/drawing/2014/main" id="{24DA0C2F-17DB-7643-B65D-18F2B436D4C0}"/>
                </a:ext>
              </a:extLst>
            </p:cNvPr>
            <p:cNvSpPr>
              <a:spLocks noChangeArrowheads="1"/>
            </p:cNvSpPr>
            <p:nvPr/>
          </p:nvSpPr>
          <p:spPr bwMode="auto">
            <a:xfrm>
              <a:off x="501" y="2007"/>
              <a:ext cx="68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0" name="Rectangle 142">
              <a:extLst>
                <a:ext uri="{FF2B5EF4-FFF2-40B4-BE49-F238E27FC236}">
                  <a16:creationId xmlns:a16="http://schemas.microsoft.com/office/drawing/2014/main" id="{296D85F8-DA00-E347-906C-91E4F93935A1}"/>
                </a:ext>
              </a:extLst>
            </p:cNvPr>
            <p:cNvSpPr>
              <a:spLocks noChangeArrowheads="1"/>
            </p:cNvSpPr>
            <p:nvPr/>
          </p:nvSpPr>
          <p:spPr bwMode="auto">
            <a:xfrm>
              <a:off x="704"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1" name="Rectangle 143">
              <a:extLst>
                <a:ext uri="{FF2B5EF4-FFF2-40B4-BE49-F238E27FC236}">
                  <a16:creationId xmlns:a16="http://schemas.microsoft.com/office/drawing/2014/main" id="{7E7E3D6E-A342-6648-9506-7A080F8B77FF}"/>
                </a:ext>
              </a:extLst>
            </p:cNvPr>
            <p:cNvSpPr>
              <a:spLocks noChangeArrowheads="1"/>
            </p:cNvSpPr>
            <p:nvPr/>
          </p:nvSpPr>
          <p:spPr bwMode="auto">
            <a:xfrm>
              <a:off x="518" y="1990"/>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2" name="Rectangle 144">
              <a:extLst>
                <a:ext uri="{FF2B5EF4-FFF2-40B4-BE49-F238E27FC236}">
                  <a16:creationId xmlns:a16="http://schemas.microsoft.com/office/drawing/2014/main" id="{E27AB14D-C29B-DF45-8BD1-D050C50BEA27}"/>
                </a:ext>
              </a:extLst>
            </p:cNvPr>
            <p:cNvSpPr>
              <a:spLocks noChangeArrowheads="1"/>
            </p:cNvSpPr>
            <p:nvPr/>
          </p:nvSpPr>
          <p:spPr bwMode="auto">
            <a:xfrm>
              <a:off x="834" y="1991"/>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63" name="Line 145">
              <a:extLst>
                <a:ext uri="{FF2B5EF4-FFF2-40B4-BE49-F238E27FC236}">
                  <a16:creationId xmlns:a16="http://schemas.microsoft.com/office/drawing/2014/main" id="{331963CB-8B11-1C4E-8253-0FDB3A375A54}"/>
                </a:ext>
              </a:extLst>
            </p:cNvPr>
            <p:cNvSpPr>
              <a:spLocks noChangeShapeType="1"/>
            </p:cNvSpPr>
            <p:nvPr/>
          </p:nvSpPr>
          <p:spPr bwMode="auto">
            <a:xfrm>
              <a:off x="688" y="2013"/>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Line 146">
              <a:extLst>
                <a:ext uri="{FF2B5EF4-FFF2-40B4-BE49-F238E27FC236}">
                  <a16:creationId xmlns:a16="http://schemas.microsoft.com/office/drawing/2014/main" id="{432304F0-73BB-2748-8E18-7151D5E33699}"/>
                </a:ext>
              </a:extLst>
            </p:cNvPr>
            <p:cNvSpPr>
              <a:spLocks noChangeShapeType="1"/>
            </p:cNvSpPr>
            <p:nvPr/>
          </p:nvSpPr>
          <p:spPr bwMode="auto">
            <a:xfrm>
              <a:off x="880" y="2010"/>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5" name="Group 156">
            <a:extLst>
              <a:ext uri="{FF2B5EF4-FFF2-40B4-BE49-F238E27FC236}">
                <a16:creationId xmlns:a16="http://schemas.microsoft.com/office/drawing/2014/main" id="{2999D032-84BD-264A-ADD9-A5141E317962}"/>
              </a:ext>
            </a:extLst>
          </p:cNvPr>
          <p:cNvGrpSpPr>
            <a:grpSpLocks/>
          </p:cNvGrpSpPr>
          <p:nvPr/>
        </p:nvGrpSpPr>
        <p:grpSpPr bwMode="auto">
          <a:xfrm>
            <a:off x="2157419" y="1919283"/>
            <a:ext cx="1479550" cy="303212"/>
            <a:chOff x="332" y="2224"/>
            <a:chExt cx="932" cy="191"/>
          </a:xfrm>
        </p:grpSpPr>
        <p:sp>
          <p:nvSpPr>
            <p:cNvPr id="266" name="Rectangle 157">
              <a:extLst>
                <a:ext uri="{FF2B5EF4-FFF2-40B4-BE49-F238E27FC236}">
                  <a16:creationId xmlns:a16="http://schemas.microsoft.com/office/drawing/2014/main" id="{0E7166F5-9BCE-6142-A6E7-CDF949808543}"/>
                </a:ext>
              </a:extLst>
            </p:cNvPr>
            <p:cNvSpPr>
              <a:spLocks noChangeArrowheads="1"/>
            </p:cNvSpPr>
            <p:nvPr/>
          </p:nvSpPr>
          <p:spPr bwMode="auto">
            <a:xfrm>
              <a:off x="345" y="2241"/>
              <a:ext cx="84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67" name="Rectangle 158">
              <a:extLst>
                <a:ext uri="{FF2B5EF4-FFF2-40B4-BE49-F238E27FC236}">
                  <a16:creationId xmlns:a16="http://schemas.microsoft.com/office/drawing/2014/main" id="{754F1661-A032-B447-9C02-84330F1B16C3}"/>
                </a:ext>
              </a:extLst>
            </p:cNvPr>
            <p:cNvSpPr>
              <a:spLocks noChangeArrowheads="1"/>
            </p:cNvSpPr>
            <p:nvPr/>
          </p:nvSpPr>
          <p:spPr bwMode="auto">
            <a:xfrm>
              <a:off x="706"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68" name="Rectangle 159">
              <a:extLst>
                <a:ext uri="{FF2B5EF4-FFF2-40B4-BE49-F238E27FC236}">
                  <a16:creationId xmlns:a16="http://schemas.microsoft.com/office/drawing/2014/main" id="{1C7AD2C3-C553-2A4B-9171-A8E09BA847E8}"/>
                </a:ext>
              </a:extLst>
            </p:cNvPr>
            <p:cNvSpPr>
              <a:spLocks noChangeArrowheads="1"/>
            </p:cNvSpPr>
            <p:nvPr/>
          </p:nvSpPr>
          <p:spPr bwMode="auto">
            <a:xfrm>
              <a:off x="520"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sp>
          <p:nvSpPr>
            <p:cNvPr id="269" name="Rectangle 160">
              <a:extLst>
                <a:ext uri="{FF2B5EF4-FFF2-40B4-BE49-F238E27FC236}">
                  <a16:creationId xmlns:a16="http://schemas.microsoft.com/office/drawing/2014/main" id="{CE64079E-3B67-F34D-801D-A92A1F3B07C8}"/>
                </a:ext>
              </a:extLst>
            </p:cNvPr>
            <p:cNvSpPr>
              <a:spLocks noChangeArrowheads="1"/>
            </p:cNvSpPr>
            <p:nvPr/>
          </p:nvSpPr>
          <p:spPr bwMode="auto">
            <a:xfrm>
              <a:off x="332" y="2224"/>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sp>
          <p:nvSpPr>
            <p:cNvPr id="270" name="Rectangle 161">
              <a:extLst>
                <a:ext uri="{FF2B5EF4-FFF2-40B4-BE49-F238E27FC236}">
                  <a16:creationId xmlns:a16="http://schemas.microsoft.com/office/drawing/2014/main" id="{1E8F4774-501D-1F43-80F6-8E0FBDD2EA01}"/>
                </a:ext>
              </a:extLst>
            </p:cNvPr>
            <p:cNvSpPr>
              <a:spLocks noChangeArrowheads="1"/>
            </p:cNvSpPr>
            <p:nvPr/>
          </p:nvSpPr>
          <p:spPr bwMode="auto">
            <a:xfrm>
              <a:off x="836" y="2225"/>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sp>
          <p:nvSpPr>
            <p:cNvPr id="271" name="Line 162">
              <a:extLst>
                <a:ext uri="{FF2B5EF4-FFF2-40B4-BE49-F238E27FC236}">
                  <a16:creationId xmlns:a16="http://schemas.microsoft.com/office/drawing/2014/main" id="{AC823B9C-431D-F442-BF16-B2BB2576305B}"/>
                </a:ext>
              </a:extLst>
            </p:cNvPr>
            <p:cNvSpPr>
              <a:spLocks noChangeShapeType="1"/>
            </p:cNvSpPr>
            <p:nvPr/>
          </p:nvSpPr>
          <p:spPr bwMode="auto">
            <a:xfrm>
              <a:off x="510" y="2241"/>
              <a:ext cx="0" cy="1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Line 163">
              <a:extLst>
                <a:ext uri="{FF2B5EF4-FFF2-40B4-BE49-F238E27FC236}">
                  <a16:creationId xmlns:a16="http://schemas.microsoft.com/office/drawing/2014/main" id="{027C6256-CE60-DF44-B53C-314BE2376CBC}"/>
                </a:ext>
              </a:extLst>
            </p:cNvPr>
            <p:cNvSpPr>
              <a:spLocks noChangeShapeType="1"/>
            </p:cNvSpPr>
            <p:nvPr/>
          </p:nvSpPr>
          <p:spPr bwMode="auto">
            <a:xfrm>
              <a:off x="690" y="2247"/>
              <a:ext cx="0" cy="1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Line 164">
              <a:extLst>
                <a:ext uri="{FF2B5EF4-FFF2-40B4-BE49-F238E27FC236}">
                  <a16:creationId xmlns:a16="http://schemas.microsoft.com/office/drawing/2014/main" id="{EB0B6073-A87E-8C45-871D-8531AA06559B}"/>
                </a:ext>
              </a:extLst>
            </p:cNvPr>
            <p:cNvSpPr>
              <a:spLocks noChangeShapeType="1"/>
            </p:cNvSpPr>
            <p:nvPr/>
          </p:nvSpPr>
          <p:spPr bwMode="auto">
            <a:xfrm>
              <a:off x="882" y="2244"/>
              <a:ext cx="0" cy="1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74" name="Text Box 166">
            <a:extLst>
              <a:ext uri="{FF2B5EF4-FFF2-40B4-BE49-F238E27FC236}">
                <a16:creationId xmlns:a16="http://schemas.microsoft.com/office/drawing/2014/main" id="{B74B5829-1A8F-AE47-9517-C70C28E5B2D0}"/>
              </a:ext>
            </a:extLst>
          </p:cNvPr>
          <p:cNvSpPr txBox="1">
            <a:spLocks noChangeArrowheads="1"/>
          </p:cNvSpPr>
          <p:nvPr/>
        </p:nvSpPr>
        <p:spPr bwMode="auto">
          <a:xfrm>
            <a:off x="9140831" y="5665783"/>
            <a:ext cx="84144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router</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5" name="Text Box 167">
            <a:extLst>
              <a:ext uri="{FF2B5EF4-FFF2-40B4-BE49-F238E27FC236}">
                <a16:creationId xmlns:a16="http://schemas.microsoft.com/office/drawing/2014/main" id="{28AC982F-9E27-1847-9770-EC46EAFE4DFF}"/>
              </a:ext>
            </a:extLst>
          </p:cNvPr>
          <p:cNvSpPr txBox="1">
            <a:spLocks noChangeArrowheads="1"/>
          </p:cNvSpPr>
          <p:nvPr/>
        </p:nvSpPr>
        <p:spPr bwMode="auto">
          <a:xfrm>
            <a:off x="9155119" y="3386662"/>
            <a:ext cx="869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switch</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endParaRPr>
          </a:p>
        </p:txBody>
      </p:sp>
      <p:sp>
        <p:nvSpPr>
          <p:cNvPr id="276" name="Text Box 174">
            <a:extLst>
              <a:ext uri="{FF2B5EF4-FFF2-40B4-BE49-F238E27FC236}">
                <a16:creationId xmlns:a16="http://schemas.microsoft.com/office/drawing/2014/main" id="{2A962AD2-9396-3D42-9E36-5C73F53C9104}"/>
              </a:ext>
            </a:extLst>
          </p:cNvPr>
          <p:cNvSpPr txBox="1">
            <a:spLocks noChangeArrowheads="1"/>
          </p:cNvSpPr>
          <p:nvPr/>
        </p:nvSpPr>
        <p:spPr bwMode="auto">
          <a:xfrm>
            <a:off x="1922469" y="946145"/>
            <a:ext cx="10080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message</a:t>
            </a:r>
          </a:p>
        </p:txBody>
      </p:sp>
      <p:grpSp>
        <p:nvGrpSpPr>
          <p:cNvPr id="277" name="Group 175">
            <a:extLst>
              <a:ext uri="{FF2B5EF4-FFF2-40B4-BE49-F238E27FC236}">
                <a16:creationId xmlns:a16="http://schemas.microsoft.com/office/drawing/2014/main" id="{06D27889-C61F-0242-A608-3A140922A686}"/>
              </a:ext>
            </a:extLst>
          </p:cNvPr>
          <p:cNvGrpSpPr>
            <a:grpSpLocks/>
          </p:cNvGrpSpPr>
          <p:nvPr/>
        </p:nvGrpSpPr>
        <p:grpSpPr bwMode="auto">
          <a:xfrm>
            <a:off x="2982919" y="973134"/>
            <a:ext cx="679450" cy="301625"/>
            <a:chOff x="780" y="1553"/>
            <a:chExt cx="428" cy="190"/>
          </a:xfrm>
        </p:grpSpPr>
        <p:sp>
          <p:nvSpPr>
            <p:cNvPr id="278" name="Rectangle 176">
              <a:extLst>
                <a:ext uri="{FF2B5EF4-FFF2-40B4-BE49-F238E27FC236}">
                  <a16:creationId xmlns:a16="http://schemas.microsoft.com/office/drawing/2014/main" id="{8E4EC409-9300-A24E-856E-0C57A0500EC7}"/>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9" name="Rectangle 177">
              <a:extLst>
                <a:ext uri="{FF2B5EF4-FFF2-40B4-BE49-F238E27FC236}">
                  <a16:creationId xmlns:a16="http://schemas.microsoft.com/office/drawing/2014/main" id="{C7120CFE-84DC-AE4A-96EA-467B21A3F95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nvGrpSpPr>
          <p:cNvPr id="280" name="Group 185">
            <a:extLst>
              <a:ext uri="{FF2B5EF4-FFF2-40B4-BE49-F238E27FC236}">
                <a16:creationId xmlns:a16="http://schemas.microsoft.com/office/drawing/2014/main" id="{48F838C9-2064-8846-AE99-7D64C6F0E88A}"/>
              </a:ext>
            </a:extLst>
          </p:cNvPr>
          <p:cNvGrpSpPr>
            <a:grpSpLocks/>
          </p:cNvGrpSpPr>
          <p:nvPr/>
        </p:nvGrpSpPr>
        <p:grpSpPr bwMode="auto">
          <a:xfrm>
            <a:off x="2746384" y="1290634"/>
            <a:ext cx="908050" cy="301625"/>
            <a:chOff x="1848" y="2046"/>
            <a:chExt cx="572" cy="190"/>
          </a:xfrm>
        </p:grpSpPr>
        <p:grpSp>
          <p:nvGrpSpPr>
            <p:cNvPr id="281" name="Group 179">
              <a:extLst>
                <a:ext uri="{FF2B5EF4-FFF2-40B4-BE49-F238E27FC236}">
                  <a16:creationId xmlns:a16="http://schemas.microsoft.com/office/drawing/2014/main" id="{B8E6789C-1509-4C48-885B-AD08332F4B98}"/>
                </a:ext>
              </a:extLst>
            </p:cNvPr>
            <p:cNvGrpSpPr>
              <a:grpSpLocks/>
            </p:cNvGrpSpPr>
            <p:nvPr/>
          </p:nvGrpSpPr>
          <p:grpSpPr bwMode="auto">
            <a:xfrm>
              <a:off x="1848" y="2047"/>
              <a:ext cx="187" cy="184"/>
              <a:chOff x="1959" y="2058"/>
              <a:chExt cx="187" cy="184"/>
            </a:xfrm>
          </p:grpSpPr>
          <p:sp>
            <p:nvSpPr>
              <p:cNvPr id="285" name="Rectangle 180">
                <a:extLst>
                  <a:ext uri="{FF2B5EF4-FFF2-40B4-BE49-F238E27FC236}">
                    <a16:creationId xmlns:a16="http://schemas.microsoft.com/office/drawing/2014/main" id="{06BC3922-CF81-3845-BA10-96DBBA1F47B7}"/>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6" name="Rectangle 181">
                <a:extLst>
                  <a:ext uri="{FF2B5EF4-FFF2-40B4-BE49-F238E27FC236}">
                    <a16:creationId xmlns:a16="http://schemas.microsoft.com/office/drawing/2014/main" id="{C4E3DD7C-9412-E741-BD84-C65290F3969E}"/>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282" name="Group 182">
              <a:extLst>
                <a:ext uri="{FF2B5EF4-FFF2-40B4-BE49-F238E27FC236}">
                  <a16:creationId xmlns:a16="http://schemas.microsoft.com/office/drawing/2014/main" id="{19C49CDA-616B-0942-AEEF-049BB04DF303}"/>
                </a:ext>
              </a:extLst>
            </p:cNvPr>
            <p:cNvGrpSpPr>
              <a:grpSpLocks/>
            </p:cNvGrpSpPr>
            <p:nvPr/>
          </p:nvGrpSpPr>
          <p:grpSpPr bwMode="auto">
            <a:xfrm>
              <a:off x="1992" y="2046"/>
              <a:ext cx="428" cy="190"/>
              <a:chOff x="780" y="1553"/>
              <a:chExt cx="428" cy="190"/>
            </a:xfrm>
          </p:grpSpPr>
          <p:sp>
            <p:nvSpPr>
              <p:cNvPr id="283" name="Rectangle 183">
                <a:extLst>
                  <a:ext uri="{FF2B5EF4-FFF2-40B4-BE49-F238E27FC236}">
                    <a16:creationId xmlns:a16="http://schemas.microsoft.com/office/drawing/2014/main" id="{4F97E7C1-6241-2842-9ACE-7FBCF045B164}"/>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4" name="Rectangle 184">
                <a:extLst>
                  <a:ext uri="{FF2B5EF4-FFF2-40B4-BE49-F238E27FC236}">
                    <a16:creationId xmlns:a16="http://schemas.microsoft.com/office/drawing/2014/main" id="{FBAAFC8C-9356-294D-B8F3-F6E4810790B2}"/>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287" name="Group 187">
            <a:extLst>
              <a:ext uri="{FF2B5EF4-FFF2-40B4-BE49-F238E27FC236}">
                <a16:creationId xmlns:a16="http://schemas.microsoft.com/office/drawing/2014/main" id="{11860688-7535-2242-95B7-51DB4FCD1617}"/>
              </a:ext>
            </a:extLst>
          </p:cNvPr>
          <p:cNvGrpSpPr>
            <a:grpSpLocks/>
          </p:cNvGrpSpPr>
          <p:nvPr/>
        </p:nvGrpSpPr>
        <p:grpSpPr bwMode="auto">
          <a:xfrm>
            <a:off x="2438407" y="1622425"/>
            <a:ext cx="323850" cy="295274"/>
            <a:chOff x="1948" y="2058"/>
            <a:chExt cx="204" cy="184"/>
          </a:xfrm>
        </p:grpSpPr>
        <p:sp>
          <p:nvSpPr>
            <p:cNvPr id="288" name="Rectangle 188">
              <a:extLst>
                <a:ext uri="{FF2B5EF4-FFF2-40B4-BE49-F238E27FC236}">
                  <a16:creationId xmlns:a16="http://schemas.microsoft.com/office/drawing/2014/main" id="{731A6D81-5EA1-834F-A9B7-29A362ECB239}"/>
                </a:ext>
              </a:extLst>
            </p:cNvPr>
            <p:cNvSpPr>
              <a:spLocks noChangeArrowheads="1"/>
            </p:cNvSpPr>
            <p:nvPr/>
          </p:nvSpPr>
          <p:spPr bwMode="auto">
            <a:xfrm>
              <a:off x="1948" y="2075"/>
              <a:ext cx="191"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9" name="Rectangle 189">
              <a:extLst>
                <a:ext uri="{FF2B5EF4-FFF2-40B4-BE49-F238E27FC236}">
                  <a16:creationId xmlns:a16="http://schemas.microsoft.com/office/drawing/2014/main" id="{2EAE3C28-1F19-034E-A583-4C40A2941B78}"/>
                </a:ext>
              </a:extLst>
            </p:cNvPr>
            <p:cNvSpPr>
              <a:spLocks noChangeArrowheads="1"/>
            </p:cNvSpPr>
            <p:nvPr/>
          </p:nvSpPr>
          <p:spPr bwMode="auto">
            <a:xfrm>
              <a:off x="1965"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grpSp>
      <p:sp>
        <p:nvSpPr>
          <p:cNvPr id="290" name="Text Box 7">
            <a:extLst>
              <a:ext uri="{FF2B5EF4-FFF2-40B4-BE49-F238E27FC236}">
                <a16:creationId xmlns:a16="http://schemas.microsoft.com/office/drawing/2014/main" id="{A538246A-59B9-0349-A984-2F7704DBA8CC}"/>
              </a:ext>
            </a:extLst>
          </p:cNvPr>
          <p:cNvSpPr txBox="1">
            <a:spLocks noChangeArrowheads="1"/>
          </p:cNvSpPr>
          <p:nvPr/>
        </p:nvSpPr>
        <p:spPr bwMode="auto">
          <a:xfrm>
            <a:off x="1376369" y="1897058"/>
            <a:ext cx="7048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MS PGothic" panose="020B0600070205080204" pitchFamily="34" charset="-128"/>
                <a:cs typeface="Arial" panose="020B0604020202020204" pitchFamily="34" charset="0"/>
              </a:rPr>
              <a:t>frame</a:t>
            </a:r>
          </a:p>
        </p:txBody>
      </p:sp>
      <p:grpSp>
        <p:nvGrpSpPr>
          <p:cNvPr id="294" name="Group 190">
            <a:extLst>
              <a:ext uri="{FF2B5EF4-FFF2-40B4-BE49-F238E27FC236}">
                <a16:creationId xmlns:a16="http://schemas.microsoft.com/office/drawing/2014/main" id="{3A531A16-240C-9241-94EF-4C9AE4951124}"/>
              </a:ext>
            </a:extLst>
          </p:cNvPr>
          <p:cNvGrpSpPr>
            <a:grpSpLocks/>
          </p:cNvGrpSpPr>
          <p:nvPr/>
        </p:nvGrpSpPr>
        <p:grpSpPr bwMode="auto">
          <a:xfrm flipH="1">
            <a:off x="5359407" y="1341434"/>
            <a:ext cx="803275" cy="771525"/>
            <a:chOff x="-44" y="1473"/>
            <a:chExt cx="981" cy="1105"/>
          </a:xfrm>
        </p:grpSpPr>
        <p:pic>
          <p:nvPicPr>
            <p:cNvPr id="295" name="Picture 191" descr="desktop_computer_stylized_medium">
              <a:extLst>
                <a:ext uri="{FF2B5EF4-FFF2-40B4-BE49-F238E27FC236}">
                  <a16:creationId xmlns:a16="http://schemas.microsoft.com/office/drawing/2014/main" id="{1407FE03-3BF1-1D45-8A83-D39E3D03C3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Freeform 192">
              <a:extLst>
                <a:ext uri="{FF2B5EF4-FFF2-40B4-BE49-F238E27FC236}">
                  <a16:creationId xmlns:a16="http://schemas.microsoft.com/office/drawing/2014/main" id="{24E88B51-BE9B-3C48-9F67-26465B74968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0" name="Freeform 10">
            <a:extLst>
              <a:ext uri="{FF2B5EF4-FFF2-40B4-BE49-F238E27FC236}">
                <a16:creationId xmlns:a16="http://schemas.microsoft.com/office/drawing/2014/main" id="{7497192E-FD73-AA40-BE80-ABE9A774CC99}"/>
              </a:ext>
            </a:extLst>
          </p:cNvPr>
          <p:cNvSpPr>
            <a:spLocks/>
          </p:cNvSpPr>
          <p:nvPr/>
        </p:nvSpPr>
        <p:spPr bwMode="auto">
          <a:xfrm>
            <a:off x="4178506" y="4871041"/>
            <a:ext cx="360362" cy="152290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1" name="Group 187">
            <a:extLst>
              <a:ext uri="{FF2B5EF4-FFF2-40B4-BE49-F238E27FC236}">
                <a16:creationId xmlns:a16="http://schemas.microsoft.com/office/drawing/2014/main" id="{4888665C-41EE-644D-80C5-A5B9017648C6}"/>
              </a:ext>
            </a:extLst>
          </p:cNvPr>
          <p:cNvGrpSpPr>
            <a:grpSpLocks/>
          </p:cNvGrpSpPr>
          <p:nvPr/>
        </p:nvGrpSpPr>
        <p:grpSpPr bwMode="auto">
          <a:xfrm flipH="1">
            <a:off x="4397382" y="5224459"/>
            <a:ext cx="803275" cy="771525"/>
            <a:chOff x="-44" y="1473"/>
            <a:chExt cx="981" cy="1105"/>
          </a:xfrm>
        </p:grpSpPr>
        <p:pic>
          <p:nvPicPr>
            <p:cNvPr id="292" name="Picture 188" descr="desktop_computer_stylized_medium">
              <a:extLst>
                <a:ext uri="{FF2B5EF4-FFF2-40B4-BE49-F238E27FC236}">
                  <a16:creationId xmlns:a16="http://schemas.microsoft.com/office/drawing/2014/main" id="{7A9F9E63-740A-7147-A711-8D8238FD9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Freeform 189">
              <a:extLst>
                <a:ext uri="{FF2B5EF4-FFF2-40B4-BE49-F238E27FC236}">
                  <a16:creationId xmlns:a16="http://schemas.microsoft.com/office/drawing/2014/main" id="{B678C5E1-8916-9C47-B1F3-E8A3F8BB6DB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0" name="Text Box 98">
            <a:extLst>
              <a:ext uri="{FF2B5EF4-FFF2-40B4-BE49-F238E27FC236}">
                <a16:creationId xmlns:a16="http://schemas.microsoft.com/office/drawing/2014/main" id="{9BC58A09-0AC8-5F40-B8A7-C0AF48D1DC0E}"/>
              </a:ext>
            </a:extLst>
          </p:cNvPr>
          <p:cNvSpPr txBox="1">
            <a:spLocks noChangeArrowheads="1"/>
          </p:cNvSpPr>
          <p:nvPr/>
        </p:nvSpPr>
        <p:spPr bwMode="auto">
          <a:xfrm>
            <a:off x="7030180" y="2584590"/>
            <a:ext cx="1317625" cy="695325"/>
          </a:xfrm>
          <a:prstGeom prst="rect">
            <a:avLst/>
          </a:prstGeom>
          <a:noFill/>
          <a:ln>
            <a:noFill/>
          </a:ln>
          <a:effectLst>
            <a:outerShdw blurRad="114300" dist="38100" dir="18900000" sx="123000" sy="123000" algn="bl"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physical</a:t>
            </a:r>
          </a:p>
        </p:txBody>
      </p:sp>
      <p:sp>
        <p:nvSpPr>
          <p:cNvPr id="137" name="Slide Number Placeholder 5">
            <a:extLst>
              <a:ext uri="{FF2B5EF4-FFF2-40B4-BE49-F238E27FC236}">
                <a16:creationId xmlns:a16="http://schemas.microsoft.com/office/drawing/2014/main" id="{E70AE3D5-912C-A246-BEFD-E695C530DB2E}"/>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77</a:t>
            </a:fld>
            <a:endParaRPr lang="en-US" dirty="0"/>
          </a:p>
        </p:txBody>
      </p:sp>
    </p:spTree>
    <p:extLst>
      <p:ext uri="{BB962C8B-B14F-4D97-AF65-F5344CB8AC3E}">
        <p14:creationId xmlns:p14="http://schemas.microsoft.com/office/powerpoint/2010/main" val="827783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95833E-6 -0.0037 L 3.95833E-6 0.04583 " pathEditMode="relative" rAng="0" ptsTypes="AA">
                                      <p:cBhvr>
                                        <p:cTn id="6" dur="2000" fill="hold"/>
                                        <p:tgtEl>
                                          <p:spTgt spid="277"/>
                                        </p:tgtEl>
                                        <p:attrNameLst>
                                          <p:attrName>ppt_x</p:attrName>
                                          <p:attrName>ppt_y</p:attrName>
                                        </p:attrNameLst>
                                      </p:cBhvr>
                                      <p:rCtr x="0" y="2477"/>
                                    </p:animMotion>
                                  </p:childTnLst>
                                </p:cTn>
                              </p:par>
                              <p:par>
                                <p:cTn id="7" presetID="10" presetClass="exit" presetSubtype="0" fill="hold" grpId="0" nodeType="withEffect">
                                  <p:stCondLst>
                                    <p:cond delay="0"/>
                                  </p:stCondLst>
                                  <p:childTnLst>
                                    <p:animEffect transition="out" filter="fade">
                                      <p:cBhvr>
                                        <p:cTn id="8" dur="2000"/>
                                        <p:tgtEl>
                                          <p:spTgt spid="276"/>
                                        </p:tgtEl>
                                      </p:cBhvr>
                                    </p:animEffect>
                                    <p:set>
                                      <p:cBhvr>
                                        <p:cTn id="9" dur="1" fill="hold">
                                          <p:stCondLst>
                                            <p:cond delay="1999"/>
                                          </p:stCondLst>
                                        </p:cTn>
                                        <p:tgtEl>
                                          <p:spTgt spid="276"/>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93"/>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9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277"/>
                                        </p:tgtEl>
                                        <p:attrNameLst>
                                          <p:attrName>style.visibility</p:attrName>
                                        </p:attrNameLst>
                                      </p:cBhvr>
                                      <p:to>
                                        <p:strVal val="hidden"/>
                                      </p:to>
                                    </p:set>
                                  </p:childTnLst>
                                </p:cTn>
                              </p:par>
                              <p:par>
                                <p:cTn id="20" presetID="1" presetClass="exit" presetSubtype="0" fill="hold" nodeType="withEffect">
                                  <p:stCondLst>
                                    <p:cond delay="0"/>
                                  </p:stCondLst>
                                  <p:childTnLst>
                                    <p:set>
                                      <p:cBhvr>
                                        <p:cTn id="21" dur="1" fill="hold">
                                          <p:stCondLst>
                                            <p:cond delay="0"/>
                                          </p:stCondLst>
                                        </p:cTn>
                                        <p:tgtEl>
                                          <p:spTgt spid="193"/>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192"/>
                                        </p:tgtEl>
                                      </p:cBhvr>
                                    </p:animEffect>
                                    <p:set>
                                      <p:cBhvr>
                                        <p:cTn id="24" dur="1" fill="hold">
                                          <p:stCondLst>
                                            <p:cond delay="499"/>
                                          </p:stCondLst>
                                        </p:cTn>
                                        <p:tgtEl>
                                          <p:spTgt spid="19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280"/>
                                        </p:tgtEl>
                                        <p:attrNameLst>
                                          <p:attrName>style.visibility</p:attrName>
                                        </p:attrNameLst>
                                      </p:cBhvr>
                                      <p:to>
                                        <p:strVal val="visible"/>
                                      </p:to>
                                    </p:set>
                                  </p:childTnLst>
                                </p:cTn>
                              </p:par>
                            </p:childTnLst>
                          </p:cTn>
                        </p:par>
                        <p:par>
                          <p:cTn id="27" fill="hold">
                            <p:stCondLst>
                              <p:cond delay="500"/>
                            </p:stCondLst>
                            <p:childTnLst>
                              <p:par>
                                <p:cTn id="28" presetID="42" presetClass="path" presetSubtype="0" accel="50000" decel="50000" fill="hold" nodeType="afterEffect">
                                  <p:stCondLst>
                                    <p:cond delay="0"/>
                                  </p:stCondLst>
                                  <p:childTnLst>
                                    <p:animMotion origin="layout" path="M 0 -0.00047 L 0 0.04745 " pathEditMode="relative" rAng="0" ptsTypes="AA">
                                      <p:cBhvr>
                                        <p:cTn id="29" dur="2000" fill="hold"/>
                                        <p:tgtEl>
                                          <p:spTgt spid="280"/>
                                        </p:tgtEl>
                                        <p:attrNameLst>
                                          <p:attrName>ppt_x</p:attrName>
                                          <p:attrName>ppt_y</p:attrName>
                                        </p:attrNameLst>
                                      </p:cBhvr>
                                      <p:rCtr x="0" y="2384"/>
                                    </p:animMotion>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287"/>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196"/>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xit" presetSubtype="0" fill="hold" nodeType="clickEffect">
                                  <p:stCondLst>
                                    <p:cond delay="0"/>
                                  </p:stCondLst>
                                  <p:childTnLst>
                                    <p:set>
                                      <p:cBhvr>
                                        <p:cTn id="39" dur="1" fill="hold">
                                          <p:stCondLst>
                                            <p:cond delay="0"/>
                                          </p:stCondLst>
                                        </p:cTn>
                                        <p:tgtEl>
                                          <p:spTgt spid="280"/>
                                        </p:tgtEl>
                                        <p:attrNameLst>
                                          <p:attrName>style.visibility</p:attrName>
                                        </p:attrNameLst>
                                      </p:cBhvr>
                                      <p:to>
                                        <p:strVal val="hidden"/>
                                      </p:to>
                                    </p:set>
                                  </p:childTnLst>
                                </p:cTn>
                              </p:par>
                              <p:par>
                                <p:cTn id="40" presetID="1" presetClass="exit" presetSubtype="0" fill="hold" nodeType="withEffect">
                                  <p:stCondLst>
                                    <p:cond delay="0"/>
                                  </p:stCondLst>
                                  <p:childTnLst>
                                    <p:set>
                                      <p:cBhvr>
                                        <p:cTn id="41" dur="1" fill="hold">
                                          <p:stCondLst>
                                            <p:cond delay="0"/>
                                          </p:stCondLst>
                                        </p:cTn>
                                        <p:tgtEl>
                                          <p:spTgt spid="287"/>
                                        </p:tgtEl>
                                        <p:attrNameLst>
                                          <p:attrName>style.visibility</p:attrName>
                                        </p:attrNameLst>
                                      </p:cBhvr>
                                      <p:to>
                                        <p:strVal val="hidden"/>
                                      </p:to>
                                    </p:set>
                                  </p:childTnLst>
                                </p:cTn>
                              </p:par>
                              <p:par>
                                <p:cTn id="42" presetID="10" presetClass="exit" presetSubtype="0" fill="hold" grpId="1" nodeType="withEffect">
                                  <p:stCondLst>
                                    <p:cond delay="0"/>
                                  </p:stCondLst>
                                  <p:childTnLst>
                                    <p:animEffect transition="out" filter="fade">
                                      <p:cBhvr>
                                        <p:cTn id="43" dur="500"/>
                                        <p:tgtEl>
                                          <p:spTgt spid="196"/>
                                        </p:tgtEl>
                                      </p:cBhvr>
                                    </p:animEffect>
                                    <p:set>
                                      <p:cBhvr>
                                        <p:cTn id="44" dur="1" fill="hold">
                                          <p:stCondLst>
                                            <p:cond delay="499"/>
                                          </p:stCondLst>
                                        </p:cTn>
                                        <p:tgtEl>
                                          <p:spTgt spid="196"/>
                                        </p:tgtEl>
                                        <p:attrNameLst>
                                          <p:attrName>style.visibility</p:attrName>
                                        </p:attrNameLst>
                                      </p:cBhvr>
                                      <p:to>
                                        <p:strVal val="hidden"/>
                                      </p:to>
                                    </p:set>
                                  </p:childTnLst>
                                </p:cTn>
                              </p:par>
                              <p:par>
                                <p:cTn id="45" presetID="1" presetClass="entr" presetSubtype="0" fill="hold" nodeType="withEffect">
                                  <p:stCondLst>
                                    <p:cond delay="0"/>
                                  </p:stCondLst>
                                  <p:childTnLst>
                                    <p:set>
                                      <p:cBhvr>
                                        <p:cTn id="46" dur="1" fill="hold">
                                          <p:stCondLst>
                                            <p:cond delay="0"/>
                                          </p:stCondLst>
                                        </p:cTn>
                                        <p:tgtEl>
                                          <p:spTgt spid="185"/>
                                        </p:tgtEl>
                                        <p:attrNameLst>
                                          <p:attrName>style.visibility</p:attrName>
                                        </p:attrNameLst>
                                      </p:cBhvr>
                                      <p:to>
                                        <p:strVal val="visible"/>
                                      </p:to>
                                    </p:set>
                                  </p:childTnLst>
                                </p:cTn>
                              </p:par>
                              <p:par>
                                <p:cTn id="47" presetID="42" presetClass="path" presetSubtype="0" accel="50000" decel="50000" fill="hold" nodeType="withEffect">
                                  <p:stCondLst>
                                    <p:cond delay="0"/>
                                  </p:stCondLst>
                                  <p:childTnLst>
                                    <p:animMotion origin="layout" path="M 8.33333E-7 -4.81481E-6 L 8.33333E-7 0.04213 " pathEditMode="relative" rAng="0" ptsTypes="AA">
                                      <p:cBhvr>
                                        <p:cTn id="48" dur="2000" fill="hold"/>
                                        <p:tgtEl>
                                          <p:spTgt spid="185"/>
                                        </p:tgtEl>
                                        <p:attrNameLst>
                                          <p:attrName>ppt_x</p:attrName>
                                          <p:attrName>ppt_y</p:attrName>
                                        </p:attrNameLst>
                                      </p:cBhvr>
                                      <p:rCtr x="0" y="2106"/>
                                    </p:animMotion>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26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9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nodeType="clickEffect">
                                  <p:stCondLst>
                                    <p:cond delay="0"/>
                                  </p:stCondLst>
                                  <p:childTnLst>
                                    <p:set>
                                      <p:cBhvr>
                                        <p:cTn id="58" dur="1" fill="hold">
                                          <p:stCondLst>
                                            <p:cond delay="0"/>
                                          </p:stCondLst>
                                        </p:cTn>
                                        <p:tgtEl>
                                          <p:spTgt spid="185"/>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290"/>
                                        </p:tgtEl>
                                      </p:cBhvr>
                                    </p:animEffect>
                                    <p:set>
                                      <p:cBhvr>
                                        <p:cTn id="61" dur="1" fill="hold">
                                          <p:stCondLst>
                                            <p:cond delay="499"/>
                                          </p:stCondLst>
                                        </p:cTn>
                                        <p:tgtEl>
                                          <p:spTgt spid="290"/>
                                        </p:tgtEl>
                                        <p:attrNameLst>
                                          <p:attrName>style.visibility</p:attrName>
                                        </p:attrNameLst>
                                      </p:cBhvr>
                                      <p:to>
                                        <p:strVal val="hidden"/>
                                      </p:to>
                                    </p:set>
                                  </p:childTnLst>
                                </p:cTn>
                              </p:par>
                            </p:childTnLst>
                          </p:cTn>
                        </p:par>
                        <p:par>
                          <p:cTn id="62" fill="hold">
                            <p:stCondLst>
                              <p:cond delay="500"/>
                            </p:stCondLst>
                            <p:childTnLst>
                              <p:par>
                                <p:cTn id="63" presetID="0" presetClass="path" presetSubtype="0" accel="50000" decel="50000" fill="hold" nodeType="afterEffect">
                                  <p:stCondLst>
                                    <p:cond delay="0"/>
                                  </p:stCondLst>
                                  <p:childTnLst>
                                    <p:animMotion origin="layout" path="M -2.08333E-7 -1.85185E-6 C 0.00052 0.04653 -0.00013 0.07292 -0.00013 0.11273 L 0.29818 0.11158 L 0.29818 0.07315 L 0.58698 0.07084 C 0.58763 0.22384 0.58893 0.36829 0.59154 0.52292 L 0.49622 0.51852 C 0.49622 0.49144 0.49492 0.45185 0.49492 0.42454 " pathEditMode="relative" rAng="0" ptsTypes="AAAAAAAA">
                                      <p:cBhvr>
                                        <p:cTn id="64" dur="3000" fill="hold"/>
                                        <p:tgtEl>
                                          <p:spTgt spid="265"/>
                                        </p:tgtEl>
                                        <p:attrNameLst>
                                          <p:attrName>ppt_x</p:attrName>
                                          <p:attrName>ppt_y</p:attrName>
                                        </p:attrNameLst>
                                      </p:cBhvr>
                                      <p:rCtr x="29570" y="26134"/>
                                    </p:animMotion>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nodeType="clickEffect">
                                  <p:stCondLst>
                                    <p:cond delay="0"/>
                                  </p:stCondLst>
                                  <p:childTnLst>
                                    <p:set>
                                      <p:cBhvr>
                                        <p:cTn id="68" dur="1" fill="hold">
                                          <p:stCondLst>
                                            <p:cond delay="0"/>
                                          </p:stCondLst>
                                        </p:cTn>
                                        <p:tgtEl>
                                          <p:spTgt spid="265"/>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258"/>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64" presetClass="path" presetSubtype="0" accel="50000" decel="50000" fill="hold" nodeType="clickEffect">
                                  <p:stCondLst>
                                    <p:cond delay="0"/>
                                  </p:stCondLst>
                                  <p:childTnLst>
                                    <p:animMotion origin="layout" path="M -3.125E-6 2.96296E-6 L -0.00078 -0.04931 " pathEditMode="relative" rAng="0" ptsTypes="AA">
                                      <p:cBhvr>
                                        <p:cTn id="74" dur="2000" fill="hold"/>
                                        <p:tgtEl>
                                          <p:spTgt spid="258"/>
                                        </p:tgtEl>
                                        <p:attrNameLst>
                                          <p:attrName>ppt_x</p:attrName>
                                          <p:attrName>ppt_y</p:attrName>
                                        </p:attrNameLst>
                                      </p:cBhvr>
                                      <p:rCtr x="-39" y="-2477"/>
                                    </p:animMotion>
                                  </p:childTnLst>
                                  <p:subTnLst>
                                    <p:set>
                                      <p:cBhvr override="childStyle">
                                        <p:cTn dur="1" fill="hold" display="0" masterRel="nextClick" afterEffect="1"/>
                                        <p:tgtEl>
                                          <p:spTgt spid="258"/>
                                        </p:tgtEl>
                                        <p:attrNameLst>
                                          <p:attrName>style.visibility</p:attrName>
                                        </p:attrNameLst>
                                      </p:cBhvr>
                                      <p:to>
                                        <p:strVal val="hidden"/>
                                      </p:to>
                                    </p:set>
                                  </p:sub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51"/>
                                        </p:tgtEl>
                                        <p:attrNameLst>
                                          <p:attrName>style.visibility</p:attrName>
                                        </p:attrNameLst>
                                      </p:cBhvr>
                                      <p:to>
                                        <p:strVal val="visible"/>
                                      </p:to>
                                    </p:set>
                                    <p:animEffect transition="in" filter="fade">
                                      <p:cBhvr>
                                        <p:cTn id="79" dur="500"/>
                                        <p:tgtEl>
                                          <p:spTgt spid="251"/>
                                        </p:tgtEl>
                                      </p:cBhvr>
                                    </p:animEffect>
                                  </p:childTnLst>
                                  <p:subTnLst>
                                    <p:set>
                                      <p:cBhvr override="childStyle">
                                        <p:cTn dur="1" fill="hold" display="0" masterRel="nextClick" afterEffect="1"/>
                                        <p:tgtEl>
                                          <p:spTgt spid="251"/>
                                        </p:tgtEl>
                                        <p:attrNameLst>
                                          <p:attrName>style.visibility</p:attrName>
                                        </p:attrNameLst>
                                      </p:cBhvr>
                                      <p:to>
                                        <p:strVal val="hidden"/>
                                      </p:to>
                                    </p:set>
                                  </p:sub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42"/>
                                        </p:tgtEl>
                                        <p:attrNameLst>
                                          <p:attrName>style.visibility</p:attrName>
                                        </p:attrNameLst>
                                      </p:cBhvr>
                                      <p:to>
                                        <p:strVal val="visible"/>
                                      </p:to>
                                    </p:set>
                                    <p:animEffect transition="in" filter="fade">
                                      <p:cBhvr>
                                        <p:cTn id="84" dur="500"/>
                                        <p:tgtEl>
                                          <p:spTgt spid="242"/>
                                        </p:tgtEl>
                                      </p:cBhvr>
                                    </p:animEffect>
                                  </p:childTnLst>
                                  <p:subTnLst>
                                    <p:set>
                                      <p:cBhvr override="childStyle">
                                        <p:cTn dur="1" fill="hold" display="0" masterRel="nextClick" afterEffect="1"/>
                                        <p:tgtEl>
                                          <p:spTgt spid="242"/>
                                        </p:tgtEl>
                                        <p:attrNameLst>
                                          <p:attrName>style.visibility</p:attrName>
                                        </p:attrNameLst>
                                      </p:cBhvr>
                                      <p:to>
                                        <p:strVal val="hidden"/>
                                      </p:to>
                                    </p:set>
                                  </p:sub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06"/>
                                        </p:tgtEl>
                                        <p:attrNameLst>
                                          <p:attrName>style.visibility</p:attrName>
                                        </p:attrNameLst>
                                      </p:cBhvr>
                                      <p:to>
                                        <p:strVal val="visible"/>
                                      </p:to>
                                    </p:set>
                                    <p:animEffect transition="in" filter="fade">
                                      <p:cBhvr>
                                        <p:cTn id="89" dur="500"/>
                                        <p:tgtEl>
                                          <p:spTgt spid="206"/>
                                        </p:tgtEl>
                                      </p:cBhvr>
                                    </p:animEffec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15"/>
                                        </p:tgtEl>
                                        <p:attrNameLst>
                                          <p:attrName>style.visibility</p:attrName>
                                        </p:attrNameLst>
                                      </p:cBhvr>
                                      <p:to>
                                        <p:strVal val="visible"/>
                                      </p:to>
                                    </p:set>
                                    <p:animEffect transition="in" filter="fade">
                                      <p:cBhvr>
                                        <p:cTn id="94" dur="500"/>
                                        <p:tgtEl>
                                          <p:spTgt spid="215"/>
                                        </p:tgtEl>
                                      </p:cBhvr>
                                    </p:animEffect>
                                  </p:childTnLst>
                                  <p:subTnLst>
                                    <p:set>
                                      <p:cBhvr override="childStyle">
                                        <p:cTn dur="1" fill="hold" display="0" masterRel="nextClick" afterEffect="1"/>
                                        <p:tgtEl>
                                          <p:spTgt spid="215"/>
                                        </p:tgtEl>
                                        <p:attrNameLst>
                                          <p:attrName>style.visibility</p:attrName>
                                        </p:attrNameLst>
                                      </p:cBhvr>
                                      <p:to>
                                        <p:strVal val="hidden"/>
                                      </p:to>
                                    </p:set>
                                  </p:sub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222"/>
                                        </p:tgtEl>
                                        <p:attrNameLst>
                                          <p:attrName>style.visibility</p:attrName>
                                        </p:attrNameLst>
                                      </p:cBhvr>
                                      <p:to>
                                        <p:strVal val="visible"/>
                                      </p:to>
                                    </p:set>
                                    <p:animEffect transition="in" filter="fade">
                                      <p:cBhvr>
                                        <p:cTn id="99" dur="500"/>
                                        <p:tgtEl>
                                          <p:spTgt spid="222"/>
                                        </p:tgtEl>
                                      </p:cBhvr>
                                    </p:animEffect>
                                  </p:childTnLst>
                                  <p:subTnLst>
                                    <p:set>
                                      <p:cBhvr override="childStyle">
                                        <p:cTn dur="1" fill="hold" display="0" masterRel="nextClick" afterEffect="1"/>
                                        <p:tgtEl>
                                          <p:spTgt spid="222"/>
                                        </p:tgtEl>
                                        <p:attrNameLst>
                                          <p:attrName>style.visibility</p:attrName>
                                        </p:attrNameLst>
                                      </p:cBhvr>
                                      <p:to>
                                        <p:strVal val="hidden"/>
                                      </p:to>
                                    </p:set>
                                  </p:sub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227"/>
                                        </p:tgtEl>
                                        <p:attrNameLst>
                                          <p:attrName>style.visibility</p:attrName>
                                        </p:attrNameLst>
                                      </p:cBhvr>
                                      <p:to>
                                        <p:strVal val="visible"/>
                                      </p:to>
                                    </p:set>
                                    <p:animEffect transition="in" filter="fade">
                                      <p:cBhvr>
                                        <p:cTn id="104"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 grpId="0"/>
      <p:bldP spid="192" grpId="1"/>
      <p:bldP spid="196" grpId="0"/>
      <p:bldP spid="196" grpId="1"/>
      <p:bldP spid="276" grpId="0"/>
      <p:bldP spid="290" grpId="0"/>
      <p:bldP spid="290" grpId="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1: roadmap</a:t>
            </a:r>
            <a:endParaRPr lang="en-US"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78</a:t>
            </a:fld>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fontScale="92500"/>
          </a:bodyPr>
          <a:lstStyle/>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 </a:t>
            </a:r>
            <a:r>
              <a:rPr lang="en-US" altLang="en-US" sz="3200" i="1" dirty="0">
                <a:solidFill>
                  <a:schemeClr val="bg1">
                    <a:lumMod val="65000"/>
                  </a:schemeClr>
                </a:solidFill>
                <a:latin typeface="Calibri" panose="020F0502020204030204" pitchFamily="34" charset="0"/>
                <a:cs typeface="Calibri" panose="020F0502020204030204" pitchFamily="34" charset="0"/>
              </a:rPr>
              <a:t>is</a:t>
            </a:r>
            <a:r>
              <a:rPr lang="en-US" altLang="ja-JP" sz="3200" dirty="0">
                <a:solidFill>
                  <a:schemeClr val="bg1">
                    <a:lumMod val="65000"/>
                  </a:schemeClr>
                </a:solidFill>
                <a:latin typeface="Calibri" panose="020F0502020204030204" pitchFamily="34" charset="0"/>
                <a:cs typeface="Calibri" panose="020F0502020204030204" pitchFamily="34" charset="0"/>
              </a:rPr>
              <a:t> the Internet?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What</a:t>
            </a:r>
            <a:r>
              <a:rPr lang="en-US" altLang="en-US" sz="3200" i="1" dirty="0">
                <a:solidFill>
                  <a:schemeClr val="bg1">
                    <a:lumMod val="65000"/>
                  </a:schemeClr>
                </a:solidFill>
                <a:latin typeface="Calibri" panose="020F0502020204030204" pitchFamily="34" charset="0"/>
                <a:cs typeface="Calibri" panose="020F0502020204030204" pitchFamily="34" charset="0"/>
              </a:rPr>
              <a:t> is </a:t>
            </a:r>
            <a:r>
              <a:rPr lang="en-US" altLang="ja-JP" sz="3200" dirty="0">
                <a:solidFill>
                  <a:schemeClr val="bg1">
                    <a:lumMod val="65000"/>
                  </a:schemeClr>
                </a:solidFill>
                <a:latin typeface="Calibri" panose="020F0502020204030204" pitchFamily="34" charset="0"/>
                <a:cs typeface="Calibri" panose="020F0502020204030204" pitchFamily="34" charset="0"/>
              </a:rPr>
              <a:t>a protocol?</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edge: hosts, access network, physical media</a:t>
            </a:r>
          </a:p>
          <a:p>
            <a:pPr marL="403225" indent="-285750" eaLnBrk="1" hangingPunct="1">
              <a:spcBef>
                <a:spcPts val="800"/>
              </a:spcBef>
              <a:buClr>
                <a:schemeClr val="bg1">
                  <a:lumMod val="8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Network core: packet/circuit switching, internet structure</a:t>
            </a:r>
          </a:p>
          <a:p>
            <a:pPr marL="403225" indent="-285750" eaLnBrk="1" hangingPunct="1">
              <a:spcBef>
                <a:spcPts val="800"/>
              </a:spcBef>
              <a:buClr>
                <a:schemeClr val="bg1">
                  <a:lumMod val="75000"/>
                </a:schemeClr>
              </a:buClr>
            </a:pPr>
            <a:r>
              <a:rPr lang="en-US" altLang="en-US" sz="3200" dirty="0">
                <a:solidFill>
                  <a:schemeClr val="bg1">
                    <a:lumMod val="75000"/>
                  </a:schemeClr>
                </a:solidFill>
                <a:latin typeface="Calibri" panose="020F0502020204030204" pitchFamily="34" charset="0"/>
                <a:cs typeface="Calibri" panose="020F0502020204030204" pitchFamily="34" charset="0"/>
              </a:rPr>
              <a:t>Performance: loss, delay, throughput</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Security</a:t>
            </a:r>
          </a:p>
          <a:p>
            <a:pPr marL="403225" indent="-285750" eaLnBrk="1" hangingPunct="1">
              <a:spcBef>
                <a:spcPts val="800"/>
              </a:spcBef>
              <a:buClr>
                <a:schemeClr val="bg1">
                  <a:lumMod val="75000"/>
                </a:schemeClr>
              </a:buClr>
            </a:pPr>
            <a:r>
              <a:rPr lang="en-US" altLang="en-US" sz="3200" dirty="0">
                <a:solidFill>
                  <a:schemeClr val="bg1">
                    <a:lumMod val="65000"/>
                  </a:schemeClr>
                </a:solidFill>
                <a:latin typeface="Calibri" panose="020F0502020204030204" pitchFamily="34" charset="0"/>
                <a:cs typeface="Calibri" panose="020F0502020204030204" pitchFamily="34" charset="0"/>
              </a:rPr>
              <a:t>Protocol layers, service models</a:t>
            </a:r>
          </a:p>
          <a:p>
            <a:pPr marL="403225" indent="-285750" eaLnBrk="1" hangingPunct="1">
              <a:spcBef>
                <a:spcPts val="800"/>
              </a:spcBef>
              <a:buClr>
                <a:srgbClr val="0000A8"/>
              </a:buClr>
            </a:pPr>
            <a:r>
              <a:rPr lang="en-US" altLang="en-US" sz="3200" dirty="0">
                <a:latin typeface="Calibri" panose="020F0502020204030204" pitchFamily="34" charset="0"/>
                <a:cs typeface="Calibri" panose="020F0502020204030204" pitchFamily="34" charset="0"/>
              </a:rPr>
              <a:t>History</a:t>
            </a:r>
          </a:p>
          <a:p>
            <a:pPr eaLnBrk="1" hangingPunct="1">
              <a:buFont typeface="Wingdings" panose="05000000000000000000" pitchFamily="2" charset="2"/>
              <a:buNone/>
            </a:pPr>
            <a:endParaRPr lang="en-US" altLang="en-US" sz="2400" dirty="0"/>
          </a:p>
        </p:txBody>
      </p:sp>
      <p:pic>
        <p:nvPicPr>
          <p:cNvPr id="7" name="Picture 6" descr="Kurose&amp;Ross 8th ed cover picture">
            <a:extLst>
              <a:ext uri="{FF2B5EF4-FFF2-40B4-BE49-F238E27FC236}">
                <a16:creationId xmlns:a16="http://schemas.microsoft.com/office/drawing/2014/main" id="{1AC63344-35EE-C544-A6A2-95622C90383A}"/>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62881793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arpanet2">
            <a:extLst>
              <a:ext uri="{FF2B5EF4-FFF2-40B4-BE49-F238E27FC236}">
                <a16:creationId xmlns:a16="http://schemas.microsoft.com/office/drawing/2014/main" id="{E7F81C40-077A-8344-A0DD-CCE7EDD754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8458"/>
          <a:stretch>
            <a:fillRect/>
          </a:stretch>
        </p:blipFill>
        <p:spPr bwMode="auto">
          <a:xfrm>
            <a:off x="9282054" y="4269293"/>
            <a:ext cx="2443026" cy="2370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74700" y="2095499"/>
            <a:ext cx="4978400" cy="43475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1961: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Kleinrock - queueing theory shows effectiveness of packet-switching</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1964:</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Baran - packet-switching in military nets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1967:</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ARPAnet conceived by Advanced Research Projects Agency</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1969:</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first ARPAnet node operational</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1972:</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523875" marR="0" lvl="1" indent="-2365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ARPAnet public demo</a:t>
            </a:r>
          </a:p>
          <a:p>
            <a:pPr marL="523875" marR="0" lvl="1" indent="-2365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NCP (Network Control Protocol) first host-host protocol </a:t>
            </a:r>
          </a:p>
          <a:p>
            <a:pPr marL="523875" marR="0" lvl="1" indent="-2365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first e-mail program</a:t>
            </a:r>
          </a:p>
          <a:p>
            <a:pPr marL="523875" marR="0" lvl="1" indent="-2365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ARPAnet has 15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99867" y="1211969"/>
            <a:ext cx="7568419"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1961-1972: Early packet-switching principles</a:t>
            </a:r>
            <a:endParaRPr kumimoji="0" lang="en-US" altLang="en-US" sz="3200" b="0" i="0" u="sng" strike="noStrike" kern="1200" cap="none" spc="0" normalizeH="0" baseline="0" noProof="0" dirty="0">
              <a:ln>
                <a:noFill/>
              </a:ln>
              <a:solidFill>
                <a:srgbClr val="C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8637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xEl>
                                              <p:pRg st="1" end="1"/>
                                            </p:txEl>
                                          </p:spTgt>
                                        </p:tgtEl>
                                        <p:attrNameLst>
                                          <p:attrName>style.visibility</p:attrName>
                                        </p:attrNameLst>
                                      </p:cBhvr>
                                      <p:to>
                                        <p:strVal val="visible"/>
                                      </p:to>
                                    </p:set>
                                    <p:animEffect transition="in" filter="dissolve">
                                      <p:cBhvr>
                                        <p:cTn id="12" dur="500"/>
                                        <p:tgtEl>
                                          <p:spTgt spid="1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xEl>
                                              <p:pRg st="2" end="2"/>
                                            </p:txEl>
                                          </p:spTgt>
                                        </p:tgtEl>
                                        <p:attrNameLst>
                                          <p:attrName>style.visibility</p:attrName>
                                        </p:attrNameLst>
                                      </p:cBhvr>
                                      <p:to>
                                        <p:strVal val="visible"/>
                                      </p:to>
                                    </p:set>
                                    <p:animEffect transition="in" filter="dissolve">
                                      <p:cBhvr>
                                        <p:cTn id="17" dur="500"/>
                                        <p:tgtEl>
                                          <p:spTgt spid="1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7">
                                            <p:txEl>
                                              <p:pRg st="3" end="3"/>
                                            </p:txEl>
                                          </p:spTgt>
                                        </p:tgtEl>
                                        <p:attrNameLst>
                                          <p:attrName>style.visibility</p:attrName>
                                        </p:attrNameLst>
                                      </p:cBhvr>
                                      <p:to>
                                        <p:strVal val="visible"/>
                                      </p:to>
                                    </p:set>
                                    <p:animEffect transition="in" filter="dissolve">
                                      <p:cBhvr>
                                        <p:cTn id="22" dur="500"/>
                                        <p:tgtEl>
                                          <p:spTgt spid="17">
                                            <p:txEl>
                                              <p:pRg st="3" end="3"/>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dissolve">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60400" y="2095499"/>
            <a:ext cx="5283200" cy="43475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1970: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ALOHAnet satellite network in Hawaii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1974:</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Cerf and Kahn - architecture for interconnecting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1976:</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Ethernet at Xerox PARC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late70’</a:t>
            </a:r>
            <a:r>
              <a:rPr kumimoji="0" lang="en-US" altLang="ja-JP"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proprietary architectures: DECnet, SNA, XNA</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1979:</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ARPAnet has 200 nodes</a:t>
            </a:r>
          </a:p>
        </p:txBody>
      </p:sp>
      <p:sp>
        <p:nvSpPr>
          <p:cNvPr id="3" name="Rectangle 2">
            <a:extLst>
              <a:ext uri="{FF2B5EF4-FFF2-40B4-BE49-F238E27FC236}">
                <a16:creationId xmlns:a16="http://schemas.microsoft.com/office/drawing/2014/main" id="{729C0EBB-BEDB-6E47-9336-6C5042E6E6F8}"/>
              </a:ext>
            </a:extLst>
          </p:cNvPr>
          <p:cNvSpPr/>
          <p:nvPr/>
        </p:nvSpPr>
        <p:spPr>
          <a:xfrm>
            <a:off x="790785" y="1202606"/>
            <a:ext cx="10064935"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1972-1980: Internetworking, new and proprietary networks</a:t>
            </a:r>
          </a:p>
        </p:txBody>
      </p:sp>
      <p:grpSp>
        <p:nvGrpSpPr>
          <p:cNvPr id="4" name="Group 3">
            <a:extLst>
              <a:ext uri="{FF2B5EF4-FFF2-40B4-BE49-F238E27FC236}">
                <a16:creationId xmlns:a16="http://schemas.microsoft.com/office/drawing/2014/main" id="{54B01480-39E3-A449-9BF1-26DFD957BB24}"/>
              </a:ext>
            </a:extLst>
          </p:cNvPr>
          <p:cNvGrpSpPr/>
          <p:nvPr/>
        </p:nvGrpSpPr>
        <p:grpSpPr>
          <a:xfrm>
            <a:off x="6851353" y="2147296"/>
            <a:ext cx="4978399" cy="4075895"/>
            <a:chOff x="6851353" y="2147296"/>
            <a:chExt cx="4978399" cy="4075895"/>
          </a:xfrm>
        </p:grpSpPr>
        <p:sp>
          <p:nvSpPr>
            <p:cNvPr id="8" name="Rectangle 4">
              <a:extLst>
                <a:ext uri="{FF2B5EF4-FFF2-40B4-BE49-F238E27FC236}">
                  <a16:creationId xmlns:a16="http://schemas.microsoft.com/office/drawing/2014/main" id="{608262C8-1FAC-0443-9A02-4D30DF80F9F4}"/>
                </a:ext>
              </a:extLst>
            </p:cNvPr>
            <p:cNvSpPr txBox="1">
              <a:spLocks noChangeArrowheads="1"/>
            </p:cNvSpPr>
            <p:nvPr/>
          </p:nvSpPr>
          <p:spPr>
            <a:xfrm>
              <a:off x="6879929" y="2320332"/>
              <a:ext cx="4735804" cy="390285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7475"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Cerf and Kahn’</a:t>
              </a:r>
              <a:r>
                <a:rPr kumimoji="0" lang="en-US" altLang="ja-JP"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s internetworking principles:</a:t>
              </a:r>
            </a:p>
            <a:p>
              <a:pPr marL="473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minimalism, autonomy - no internal changes required to interconnect networks</a:t>
              </a:r>
            </a:p>
            <a:p>
              <a:pPr marL="473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best-effort service model</a:t>
              </a:r>
            </a:p>
            <a:p>
              <a:pPr marL="473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stateless routing</a:t>
              </a:r>
            </a:p>
            <a:p>
              <a:pPr marL="473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decentralized control</a:t>
              </a:r>
            </a:p>
            <a:p>
              <a:pPr marL="1174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define today’</a:t>
              </a:r>
              <a:r>
                <a:rPr kumimoji="0" lang="en-US" altLang="ja-JP"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s Internet architecture</a:t>
              </a:r>
              <a:endPar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endParaRPr>
            </a:p>
          </p:txBody>
        </p:sp>
        <p:sp>
          <p:nvSpPr>
            <p:cNvPr id="9" name="Rectangle 6">
              <a:extLst>
                <a:ext uri="{FF2B5EF4-FFF2-40B4-BE49-F238E27FC236}">
                  <a16:creationId xmlns:a16="http://schemas.microsoft.com/office/drawing/2014/main" id="{21C6B9B7-113F-CF4E-B965-F2D14958F1DE}"/>
                </a:ext>
              </a:extLst>
            </p:cNvPr>
            <p:cNvSpPr>
              <a:spLocks noChangeArrowheads="1"/>
            </p:cNvSpPr>
            <p:nvPr/>
          </p:nvSpPr>
          <p:spPr bwMode="auto">
            <a:xfrm>
              <a:off x="6851353" y="2147296"/>
              <a:ext cx="4978399" cy="4050304"/>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 name="Slide Number Placeholder 5">
            <a:extLst>
              <a:ext uri="{FF2B5EF4-FFF2-40B4-BE49-F238E27FC236}">
                <a16:creationId xmlns:a16="http://schemas.microsoft.com/office/drawing/2014/main" id="{5D3DCC67-63F6-B945-AA9C-E5C8ADE95158}"/>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80</a:t>
            </a:fld>
            <a:endParaRPr lang="en-US" dirty="0"/>
          </a:p>
        </p:txBody>
      </p:sp>
    </p:spTree>
    <p:extLst>
      <p:ext uri="{BB962C8B-B14F-4D97-AF65-F5344CB8AC3E}">
        <p14:creationId xmlns:p14="http://schemas.microsoft.com/office/powerpoint/2010/main" val="1426758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
                                            <p:txEl>
                                              <p:pRg st="1" end="1"/>
                                            </p:txEl>
                                          </p:spTgt>
                                        </p:tgtEl>
                                        <p:attrNameLst>
                                          <p:attrName>style.visibility</p:attrName>
                                        </p:attrNameLst>
                                      </p:cBhvr>
                                      <p:to>
                                        <p:strVal val="visible"/>
                                      </p:to>
                                    </p:set>
                                    <p:animEffect transition="in" filter="dissolve">
                                      <p:cBhvr>
                                        <p:cTn id="12" dur="500"/>
                                        <p:tgtEl>
                                          <p:spTgt spid="1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7">
                                            <p:txEl>
                                              <p:pRg st="2" end="2"/>
                                            </p:txEl>
                                          </p:spTgt>
                                        </p:tgtEl>
                                        <p:attrNameLst>
                                          <p:attrName>style.visibility</p:attrName>
                                        </p:attrNameLst>
                                      </p:cBhvr>
                                      <p:to>
                                        <p:strVal val="visible"/>
                                      </p:to>
                                    </p:set>
                                    <p:animEffect transition="in" filter="dissolve">
                                      <p:cBhvr>
                                        <p:cTn id="22" dur="500"/>
                                        <p:tgtEl>
                                          <p:spTgt spid="17">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7">
                                            <p:txEl>
                                              <p:pRg st="3" end="3"/>
                                            </p:txEl>
                                          </p:spTgt>
                                        </p:tgtEl>
                                        <p:attrNameLst>
                                          <p:attrName>style.visibility</p:attrName>
                                        </p:attrNameLst>
                                      </p:cBhvr>
                                      <p:to>
                                        <p:strVal val="visible"/>
                                      </p:to>
                                    </p:set>
                                    <p:animEffect transition="in" filter="dissolve">
                                      <p:cBhvr>
                                        <p:cTn id="27" dur="500"/>
                                        <p:tgtEl>
                                          <p:spTgt spid="17">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7">
                                            <p:txEl>
                                              <p:pRg st="4" end="4"/>
                                            </p:txEl>
                                          </p:spTgt>
                                        </p:tgtEl>
                                        <p:attrNameLst>
                                          <p:attrName>style.visibility</p:attrName>
                                        </p:attrNameLst>
                                      </p:cBhvr>
                                      <p:to>
                                        <p:strVal val="visible"/>
                                      </p:to>
                                    </p:set>
                                    <p:animEffect transition="in" filter="dissolve">
                                      <p:cBhvr>
                                        <p:cTn id="32" dur="500"/>
                                        <p:tgtEl>
                                          <p:spTgt spid="1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62000" y="2095499"/>
            <a:ext cx="4978400" cy="43475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1983:</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deployment of TCP/IP</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1982:</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e-mail protocol defined </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1983:</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defined for name-to-IP-address translation</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1985:</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ftp protocol defined</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1988:</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TCP congestion control</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new national networks: CSnet, BITnet, NSFnet, Minitel</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100,000 hosts connected to confederation of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62000" y="1212520"/>
            <a:ext cx="9133462"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1980-1990: new protocols, a proliferation of networks</a:t>
            </a:r>
          </a:p>
        </p:txBody>
      </p:sp>
      <p:pic>
        <p:nvPicPr>
          <p:cNvPr id="11266" name="Picture 2">
            <a:extLst>
              <a:ext uri="{FF2B5EF4-FFF2-40B4-BE49-F238E27FC236}">
                <a16:creationId xmlns:a16="http://schemas.microsoft.com/office/drawing/2014/main" id="{143D9156-178D-FA4A-ACEB-4C58A8C320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75398" y="3880533"/>
            <a:ext cx="3906331" cy="2875060"/>
          </a:xfrm>
          <a:prstGeom prst="rect">
            <a:avLst/>
          </a:prstGeom>
          <a:noFill/>
          <a:extLst>
            <a:ext uri="{909E8E84-426E-40DD-AFC4-6F175D3DCCD1}">
              <a14:hiddenFill xmlns:a14="http://schemas.microsoft.com/office/drawing/2010/main">
                <a:solidFill>
                  <a:srgbClr val="FFFFFF"/>
                </a:solidFill>
              </a14:hiddenFill>
            </a:ext>
          </a:extLst>
        </p:spPr>
      </p:pic>
      <p:sp>
        <p:nvSpPr>
          <p:cNvPr id="7" name="Slide Number Placeholder 5">
            <a:extLst>
              <a:ext uri="{FF2B5EF4-FFF2-40B4-BE49-F238E27FC236}">
                <a16:creationId xmlns:a16="http://schemas.microsoft.com/office/drawing/2014/main" id="{35251F43-145C-4745-8AAF-75529DC333BC}"/>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81</a:t>
            </a:fld>
            <a:endParaRPr lang="en-US" dirty="0"/>
          </a:p>
        </p:txBody>
      </p:sp>
    </p:spTree>
    <p:extLst>
      <p:ext uri="{BB962C8B-B14F-4D97-AF65-F5344CB8AC3E}">
        <p14:creationId xmlns:p14="http://schemas.microsoft.com/office/powerpoint/2010/main" val="2672903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
                                            <p:txEl>
                                              <p:pRg st="1" end="1"/>
                                            </p:txEl>
                                          </p:spTgt>
                                        </p:tgtEl>
                                        <p:attrNameLst>
                                          <p:attrName>style.visibility</p:attrName>
                                        </p:attrNameLst>
                                      </p:cBhvr>
                                      <p:to>
                                        <p:strVal val="visible"/>
                                      </p:to>
                                    </p:set>
                                    <p:animEffect transition="in" filter="dissolve">
                                      <p:cBhvr>
                                        <p:cTn id="12" dur="500"/>
                                        <p:tgtEl>
                                          <p:spTgt spid="1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7">
                                            <p:txEl>
                                              <p:pRg st="2" end="2"/>
                                            </p:txEl>
                                          </p:spTgt>
                                        </p:tgtEl>
                                        <p:attrNameLst>
                                          <p:attrName>style.visibility</p:attrName>
                                        </p:attrNameLst>
                                      </p:cBhvr>
                                      <p:to>
                                        <p:strVal val="visible"/>
                                      </p:to>
                                    </p:set>
                                    <p:animEffect transition="in" filter="dissolve">
                                      <p:cBhvr>
                                        <p:cTn id="17" dur="500"/>
                                        <p:tgtEl>
                                          <p:spTgt spid="1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7">
                                            <p:txEl>
                                              <p:pRg st="3" end="3"/>
                                            </p:txEl>
                                          </p:spTgt>
                                        </p:tgtEl>
                                        <p:attrNameLst>
                                          <p:attrName>style.visibility</p:attrName>
                                        </p:attrNameLst>
                                      </p:cBhvr>
                                      <p:to>
                                        <p:strVal val="visible"/>
                                      </p:to>
                                    </p:set>
                                    <p:animEffect transition="in" filter="dissolve">
                                      <p:cBhvr>
                                        <p:cTn id="22" dur="500"/>
                                        <p:tgtEl>
                                          <p:spTgt spid="17">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7">
                                            <p:txEl>
                                              <p:pRg st="4" end="4"/>
                                            </p:txEl>
                                          </p:spTgt>
                                        </p:tgtEl>
                                        <p:attrNameLst>
                                          <p:attrName>style.visibility</p:attrName>
                                        </p:attrNameLst>
                                      </p:cBhvr>
                                      <p:to>
                                        <p:strVal val="visible"/>
                                      </p:to>
                                    </p:set>
                                    <p:animEffect transition="in" filter="dissolve">
                                      <p:cBhvr>
                                        <p:cTn id="27" dur="500"/>
                                        <p:tgtEl>
                                          <p:spTgt spid="17">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nodeType="withEffect">
                                  <p:stCondLst>
                                    <p:cond delay="0"/>
                                  </p:stCondLst>
                                  <p:childTnLst>
                                    <p:set>
                                      <p:cBhvr>
                                        <p:cTn id="34" dur="1" fill="hold">
                                          <p:stCondLst>
                                            <p:cond delay="0"/>
                                          </p:stCondLst>
                                        </p:cTn>
                                        <p:tgtEl>
                                          <p:spTgt spid="11266"/>
                                        </p:tgtEl>
                                        <p:attrNameLst>
                                          <p:attrName>style.visibility</p:attrName>
                                        </p:attrNameLst>
                                      </p:cBhvr>
                                      <p:to>
                                        <p:strVal val="visible"/>
                                      </p:to>
                                    </p:set>
                                    <p:animEffect transition="in" filter="dissolve">
                                      <p:cBhvr>
                                        <p:cTn id="35" dur="500"/>
                                        <p:tgtEl>
                                          <p:spTgt spid="11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build="p"/>
      <p:bldP spid="5"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87167" y="2079634"/>
            <a:ext cx="5578281" cy="471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early 1990</a:t>
            </a:r>
            <a:r>
              <a:rPr kumimoji="0" lang="en-US" altLang="ja-JP"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a:t>
            </a:r>
            <a:r>
              <a:rPr kumimoji="0" lang="en-US" altLang="ja-JP"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ARPAnet decommissioned</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1991:</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NSF lifts restrictions on commercial use of NSFnet (decommissioned, 1995)</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early 1990s: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Web</a:t>
            </a:r>
          </a:p>
          <a:p>
            <a:pPr marL="569913"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hypertext </a:t>
            </a: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[Bush 1945, Nelson 1960</a:t>
            </a: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marL="569913"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HTML, HTTP: Berners-Lee</a:t>
            </a:r>
          </a:p>
          <a:p>
            <a:pPr marL="569913"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A8"/>
                </a:solidFill>
                <a:effectLst/>
                <a:uLnTx/>
                <a:uFillTx/>
                <a:latin typeface="Calibri" panose="020F0502020204030204"/>
                <a:ea typeface="Arial" panose="020B0604020202020204" pitchFamily="34" charset="0"/>
                <a:cs typeface="+mn-cs"/>
              </a:rPr>
              <a:t>1994: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Arial" panose="020B0604020202020204" pitchFamily="34" charset="0"/>
                <a:cs typeface="+mn-cs"/>
              </a:rPr>
              <a:t>Mosaic, later Netscape</a:t>
            </a:r>
          </a:p>
          <a:p>
            <a:pPr marL="569913" marR="0" lvl="1" indent="-22542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A8"/>
                </a:solidFill>
                <a:effectLst/>
                <a:uLnTx/>
                <a:uFillTx/>
                <a:latin typeface="Calibri" panose="020F0502020204030204"/>
                <a:ea typeface="Arial" panose="020B0604020202020204" pitchFamily="34" charset="0"/>
                <a:cs typeface="+mn-cs"/>
              </a:rPr>
              <a:t>late 1990</a:t>
            </a:r>
            <a:r>
              <a:rPr kumimoji="0" lang="en-US" altLang="ja-JP" sz="2400" b="0" i="0"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mn-cs"/>
              </a:rPr>
              <a:t>s: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commercialization</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Web</a:t>
            </a:r>
          </a:p>
        </p:txBody>
      </p:sp>
      <p:sp>
        <p:nvSpPr>
          <p:cNvPr id="5" name="Rectangle 5">
            <a:extLst>
              <a:ext uri="{FF2B5EF4-FFF2-40B4-BE49-F238E27FC236}">
                <a16:creationId xmlns:a16="http://schemas.microsoft.com/office/drawing/2014/main" id="{002B9E4F-B92F-C246-833A-CE5D8587A03B}"/>
              </a:ext>
            </a:extLst>
          </p:cNvPr>
          <p:cNvSpPr txBox="1">
            <a:spLocks noChangeArrowheads="1"/>
          </p:cNvSpPr>
          <p:nvPr/>
        </p:nvSpPr>
        <p:spPr>
          <a:xfrm>
            <a:off x="6146799" y="2087567"/>
            <a:ext cx="5578281" cy="43438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late 1990</a:t>
            </a:r>
            <a:r>
              <a:rPr kumimoji="0" lang="en-US" altLang="ja-JP"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 – 2000s: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killer apps: instant messaging, 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security to forefront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est. 50 million host, 100 million+ users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backbone links running at Gbps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 name="Rectangle 2">
            <a:extLst>
              <a:ext uri="{FF2B5EF4-FFF2-40B4-BE49-F238E27FC236}">
                <a16:creationId xmlns:a16="http://schemas.microsoft.com/office/drawing/2014/main" id="{729C0EBB-BEDB-6E47-9336-6C5042E6E6F8}"/>
              </a:ext>
            </a:extLst>
          </p:cNvPr>
          <p:cNvSpPr/>
          <p:nvPr/>
        </p:nvSpPr>
        <p:spPr>
          <a:xfrm>
            <a:off x="740579" y="1215136"/>
            <a:ext cx="10058908"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mn-ea"/>
                <a:cs typeface="+mn-cs"/>
              </a:rPr>
              <a:t>1990, 2000s: commercialization, the Web, new applications</a:t>
            </a:r>
          </a:p>
        </p:txBody>
      </p:sp>
      <p:sp>
        <p:nvSpPr>
          <p:cNvPr id="6" name="Slide Number Placeholder 5">
            <a:extLst>
              <a:ext uri="{FF2B5EF4-FFF2-40B4-BE49-F238E27FC236}">
                <a16:creationId xmlns:a16="http://schemas.microsoft.com/office/drawing/2014/main" id="{56372142-082B-F24A-8C5A-2A184D6D99A0}"/>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82</a:t>
            </a:fld>
            <a:endParaRPr lang="en-US" dirty="0"/>
          </a:p>
        </p:txBody>
      </p:sp>
    </p:spTree>
    <p:extLst>
      <p:ext uri="{BB962C8B-B14F-4D97-AF65-F5344CB8AC3E}">
        <p14:creationId xmlns:p14="http://schemas.microsoft.com/office/powerpoint/2010/main" val="693052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xEl>
                                              <p:pRg st="1" end="1"/>
                                            </p:txEl>
                                          </p:spTgt>
                                        </p:tgtEl>
                                        <p:attrNameLst>
                                          <p:attrName>style.visibility</p:attrName>
                                        </p:attrNameLst>
                                      </p:cBhvr>
                                      <p:to>
                                        <p:strVal val="visible"/>
                                      </p:to>
                                    </p:set>
                                    <p:animEffect transition="in" filter="dissolve">
                                      <p:cBhvr>
                                        <p:cTn id="12" dur="500"/>
                                        <p:tgtEl>
                                          <p:spTgt spid="1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xEl>
                                              <p:pRg st="2" end="2"/>
                                            </p:txEl>
                                          </p:spTgt>
                                        </p:tgtEl>
                                        <p:attrNameLst>
                                          <p:attrName>style.visibility</p:attrName>
                                        </p:attrNameLst>
                                      </p:cBhvr>
                                      <p:to>
                                        <p:strVal val="visible"/>
                                      </p:to>
                                    </p:set>
                                    <p:animEffect transition="in" filter="dissolve">
                                      <p:cBhvr>
                                        <p:cTn id="17" dur="500"/>
                                        <p:tgtEl>
                                          <p:spTgt spid="1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17">
                                            <p:txEl>
                                              <p:pRg st="3" end="3"/>
                                            </p:txEl>
                                          </p:spTgt>
                                        </p:tgtEl>
                                        <p:attrNameLst>
                                          <p:attrName>style.visibility</p:attrName>
                                        </p:attrNameLst>
                                      </p:cBhvr>
                                      <p:to>
                                        <p:strVal val="visible"/>
                                      </p:to>
                                    </p:set>
                                    <p:animEffect transition="in" filter="dissolve">
                                      <p:cBhvr>
                                        <p:cTn id="20" dur="500"/>
                                        <p:tgtEl>
                                          <p:spTgt spid="1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7">
                                            <p:txEl>
                                              <p:pRg st="4" end="4"/>
                                            </p:txEl>
                                          </p:spTgt>
                                        </p:tgtEl>
                                        <p:attrNameLst>
                                          <p:attrName>style.visibility</p:attrName>
                                        </p:attrNameLst>
                                      </p:cBhvr>
                                      <p:to>
                                        <p:strVal val="visible"/>
                                      </p:to>
                                    </p:set>
                                    <p:animEffect transition="in" filter="dissolve">
                                      <p:cBhvr>
                                        <p:cTn id="23" dur="500"/>
                                        <p:tgtEl>
                                          <p:spTgt spid="17">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7">
                                            <p:txEl>
                                              <p:pRg st="5" end="5"/>
                                            </p:txEl>
                                          </p:spTgt>
                                        </p:tgtEl>
                                        <p:attrNameLst>
                                          <p:attrName>style.visibility</p:attrName>
                                        </p:attrNameLst>
                                      </p:cBhvr>
                                      <p:to>
                                        <p:strVal val="visible"/>
                                      </p:to>
                                    </p:set>
                                    <p:animEffect transition="in" filter="dissolve">
                                      <p:cBhvr>
                                        <p:cTn id="26" dur="500"/>
                                        <p:tgtEl>
                                          <p:spTgt spid="17">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17">
                                            <p:txEl>
                                              <p:pRg st="6" end="6"/>
                                            </p:txEl>
                                          </p:spTgt>
                                        </p:tgtEl>
                                        <p:attrNameLst>
                                          <p:attrName>style.visibility</p:attrName>
                                        </p:attrNameLst>
                                      </p:cBhvr>
                                      <p:to>
                                        <p:strVal val="visible"/>
                                      </p:to>
                                    </p:set>
                                    <p:animEffect transition="in" filter="dissolve">
                                      <p:cBhvr>
                                        <p:cTn id="29" dur="500"/>
                                        <p:tgtEl>
                                          <p:spTgt spid="17">
                                            <p:txEl>
                                              <p:pRg st="6" end="6"/>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dissolve">
                                      <p:cBhvr>
                                        <p:cTn id="34"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Internet history</a:t>
            </a:r>
            <a:endParaRPr lang="en-US" sz="4400"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763532" y="1770592"/>
            <a:ext cx="11142134" cy="47340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9113" marR="0" lvl="1" indent="-388938"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aggressive deployment of broadband home access (10-100’s Mbps)</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2008: software-defined networking (SDN)</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increasing ubiquity of high-speed wireless access: 4G/5G, WiFi</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 providers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(Google, FB, Microsoft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create their own networks</a:t>
            </a:r>
          </a:p>
          <a:p>
            <a:pPr marL="812800" marR="0" lvl="2" indent="-2349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bypass commercial Internet to connect “close” to end user, providing </a:t>
            </a:r>
            <a:r>
              <a:rPr kumimoji="0" lang="ja-JP" altLang="en-US" sz="24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instantaneous</a:t>
            </a:r>
            <a:r>
              <a:rPr kumimoji="0" lang="ja-JP" altLang="en-US" sz="24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access to social media, search, video content, …</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enterprises run their services in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cloud”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Amazon Web Services, Microsoft Azure)</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rise of smartphones: more mobile than fixed devices on Internet </a:t>
            </a: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(2017)</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lang="en-US" altLang="en-US" dirty="0">
                <a:solidFill>
                  <a:prstClr val="black"/>
                </a:solidFill>
                <a:latin typeface="Calibri" panose="020F0502020204030204"/>
                <a:ea typeface="ＭＳ Ｐゴシック" panose="020B0600070205080204" pitchFamily="34" charset="-128"/>
              </a:rPr>
              <a:t>15</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 devices attached to Internet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(2023,</a:t>
            </a:r>
            <a:r>
              <a:rPr kumimoji="0" lang="en-US" altLang="en-US" sz="20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statista.com</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473075" marR="0" lvl="0" indent="-34290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 name="Rectangle 2">
            <a:extLst>
              <a:ext uri="{FF2B5EF4-FFF2-40B4-BE49-F238E27FC236}">
                <a16:creationId xmlns:a16="http://schemas.microsoft.com/office/drawing/2014/main" id="{729C0EBB-BEDB-6E47-9336-6C5042E6E6F8}"/>
              </a:ext>
            </a:extLst>
          </p:cNvPr>
          <p:cNvSpPr/>
          <p:nvPr/>
        </p:nvSpPr>
        <p:spPr>
          <a:xfrm>
            <a:off x="800333" y="1211969"/>
            <a:ext cx="6946069"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2005-present: scale, SDN, mobility, cloud</a:t>
            </a:r>
          </a:p>
        </p:txBody>
      </p:sp>
      <p:sp>
        <p:nvSpPr>
          <p:cNvPr id="5" name="Slide Number Placeholder 5">
            <a:extLst>
              <a:ext uri="{FF2B5EF4-FFF2-40B4-BE49-F238E27FC236}">
                <a16:creationId xmlns:a16="http://schemas.microsoft.com/office/drawing/2014/main" id="{95605DD5-B970-0D47-8DE7-E0269EA38DD1}"/>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83</a:t>
            </a:fld>
            <a:endParaRPr lang="en-US" dirty="0"/>
          </a:p>
        </p:txBody>
      </p:sp>
    </p:spTree>
    <p:extLst>
      <p:ext uri="{BB962C8B-B14F-4D97-AF65-F5344CB8AC3E}">
        <p14:creationId xmlns:p14="http://schemas.microsoft.com/office/powerpoint/2010/main" val="29540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xEl>
                                              <p:pRg st="1" end="1"/>
                                            </p:txEl>
                                          </p:spTgt>
                                        </p:tgtEl>
                                        <p:attrNameLst>
                                          <p:attrName>style.visibility</p:attrName>
                                        </p:attrNameLst>
                                      </p:cBhvr>
                                      <p:to>
                                        <p:strVal val="visible"/>
                                      </p:to>
                                    </p:set>
                                    <p:animEffect transition="in" filter="dissolve">
                                      <p:cBhvr>
                                        <p:cTn id="12" dur="500"/>
                                        <p:tgtEl>
                                          <p:spTgt spid="1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xEl>
                                              <p:pRg st="2" end="2"/>
                                            </p:txEl>
                                          </p:spTgt>
                                        </p:tgtEl>
                                        <p:attrNameLst>
                                          <p:attrName>style.visibility</p:attrName>
                                        </p:attrNameLst>
                                      </p:cBhvr>
                                      <p:to>
                                        <p:strVal val="visible"/>
                                      </p:to>
                                    </p:set>
                                    <p:animEffect transition="in" filter="dissolve">
                                      <p:cBhvr>
                                        <p:cTn id="17" dur="500"/>
                                        <p:tgtEl>
                                          <p:spTgt spid="1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7">
                                            <p:txEl>
                                              <p:pRg st="3" end="3"/>
                                            </p:txEl>
                                          </p:spTgt>
                                        </p:tgtEl>
                                        <p:attrNameLst>
                                          <p:attrName>style.visibility</p:attrName>
                                        </p:attrNameLst>
                                      </p:cBhvr>
                                      <p:to>
                                        <p:strVal val="visible"/>
                                      </p:to>
                                    </p:set>
                                    <p:animEffect transition="in" filter="dissolve">
                                      <p:cBhvr>
                                        <p:cTn id="22" dur="500"/>
                                        <p:tgtEl>
                                          <p:spTgt spid="17">
                                            <p:txEl>
                                              <p:pRg st="3" end="3"/>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7">
                                            <p:txEl>
                                              <p:pRg st="4" end="4"/>
                                            </p:txEl>
                                          </p:spTgt>
                                        </p:tgtEl>
                                        <p:attrNameLst>
                                          <p:attrName>style.visibility</p:attrName>
                                        </p:attrNameLst>
                                      </p:cBhvr>
                                      <p:to>
                                        <p:strVal val="visible"/>
                                      </p:to>
                                    </p:set>
                                    <p:animEffect transition="in" filter="dissolve">
                                      <p:cBhvr>
                                        <p:cTn id="25" dur="500"/>
                                        <p:tgtEl>
                                          <p:spTgt spid="17">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7">
                                            <p:txEl>
                                              <p:pRg st="5" end="5"/>
                                            </p:txEl>
                                          </p:spTgt>
                                        </p:tgtEl>
                                        <p:attrNameLst>
                                          <p:attrName>style.visibility</p:attrName>
                                        </p:attrNameLst>
                                      </p:cBhvr>
                                      <p:to>
                                        <p:strVal val="visible"/>
                                      </p:to>
                                    </p:set>
                                    <p:animEffect transition="in" filter="dissolve">
                                      <p:cBhvr>
                                        <p:cTn id="30" dur="500"/>
                                        <p:tgtEl>
                                          <p:spTgt spid="17">
                                            <p:txEl>
                                              <p:pRg st="5" end="5"/>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
                                            <p:txEl>
                                              <p:pRg st="6" end="6"/>
                                            </p:txEl>
                                          </p:spTgt>
                                        </p:tgtEl>
                                        <p:attrNameLst>
                                          <p:attrName>style.visibility</p:attrName>
                                        </p:attrNameLst>
                                      </p:cBhvr>
                                      <p:to>
                                        <p:strVal val="visible"/>
                                      </p:to>
                                    </p:set>
                                    <p:animEffect transition="in" filter="dissolve">
                                      <p:cBhvr>
                                        <p:cTn id="35" dur="500"/>
                                        <p:tgtEl>
                                          <p:spTgt spid="17">
                                            <p:txEl>
                                              <p:pRg st="6" end="6"/>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7">
                                            <p:txEl>
                                              <p:pRg st="7" end="7"/>
                                            </p:txEl>
                                          </p:spTgt>
                                        </p:tgtEl>
                                        <p:attrNameLst>
                                          <p:attrName>style.visibility</p:attrName>
                                        </p:attrNameLst>
                                      </p:cBhvr>
                                      <p:to>
                                        <p:strVal val="visible"/>
                                      </p:to>
                                    </p:set>
                                    <p:animEffect transition="in" filter="dissolve">
                                      <p:cBhvr>
                                        <p:cTn id="40" dur="500"/>
                                        <p:tgtEl>
                                          <p:spTgt spid="17">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1AFC61F-00DE-4D23-B394-3F50593263ED}"/>
              </a:ext>
            </a:extLst>
          </p:cNvPr>
          <p:cNvSpPr>
            <a:spLocks noGrp="1"/>
          </p:cNvSpPr>
          <p:nvPr>
            <p:ph type="title"/>
          </p:nvPr>
        </p:nvSpPr>
        <p:spPr/>
        <p:txBody>
          <a:bodyPr/>
          <a:lstStyle/>
          <a:p>
            <a:r>
              <a:rPr lang="en-US" altLang="zh-CN" dirty="0"/>
              <a:t>Chinese Internet History</a:t>
            </a:r>
            <a:endParaRPr lang="zh-CN" altLang="en-US" dirty="0"/>
          </a:p>
        </p:txBody>
      </p:sp>
      <p:sp>
        <p:nvSpPr>
          <p:cNvPr id="3" name="内容占位符 2">
            <a:extLst>
              <a:ext uri="{FF2B5EF4-FFF2-40B4-BE49-F238E27FC236}">
                <a16:creationId xmlns:a16="http://schemas.microsoft.com/office/drawing/2014/main" id="{8080AADE-492F-4EB3-B4D8-7469E0D9BB22}"/>
              </a:ext>
            </a:extLst>
          </p:cNvPr>
          <p:cNvSpPr>
            <a:spLocks noGrp="1"/>
          </p:cNvSpPr>
          <p:nvPr>
            <p:ph sz="half" idx="1"/>
          </p:nvPr>
        </p:nvSpPr>
        <p:spPr>
          <a:xfrm>
            <a:off x="838199" y="1825625"/>
            <a:ext cx="10515600" cy="4351338"/>
          </a:xfrm>
        </p:spPr>
        <p:txBody>
          <a:bodyPr/>
          <a:lstStyle/>
          <a:p>
            <a:r>
              <a:rPr lang="en-US" altLang="zh-CN" dirty="0"/>
              <a:t>1987: Institute of High Energy Physics, Chinese Academy of Sciences, Dial-up access, E-mail</a:t>
            </a:r>
          </a:p>
          <a:p>
            <a:r>
              <a:rPr lang="en-US" altLang="zh-CN" dirty="0"/>
              <a:t>1990: Register “</a:t>
            </a:r>
            <a:r>
              <a:rPr lang="en-US" altLang="zh-CN" dirty="0" err="1"/>
              <a:t>cn</a:t>
            </a:r>
            <a:r>
              <a:rPr lang="en-US" altLang="zh-CN" dirty="0"/>
              <a:t>”</a:t>
            </a:r>
          </a:p>
          <a:p>
            <a:r>
              <a:rPr lang="en-US" altLang="zh-CN" dirty="0"/>
              <a:t>1994 - present: Confirm “</a:t>
            </a:r>
            <a:r>
              <a:rPr lang="en-US" altLang="zh-CN" dirty="0" err="1"/>
              <a:t>cn</a:t>
            </a:r>
            <a:r>
              <a:rPr lang="en-US" altLang="zh-CN" dirty="0"/>
              <a:t>”, Fully access to the Internet (1993.4, “www” is developed, free of charge to anyone)</a:t>
            </a:r>
          </a:p>
          <a:p>
            <a:pPr lvl="1"/>
            <a:r>
              <a:rPr lang="en-US" altLang="zh-CN" dirty="0"/>
              <a:t>CHINANET</a:t>
            </a:r>
          </a:p>
          <a:p>
            <a:pPr lvl="1"/>
            <a:r>
              <a:rPr lang="en-US" altLang="zh-CN" dirty="0"/>
              <a:t>UNINET</a:t>
            </a:r>
          </a:p>
          <a:p>
            <a:pPr lvl="1"/>
            <a:r>
              <a:rPr lang="en-US" altLang="zh-CN" dirty="0"/>
              <a:t>CMNET</a:t>
            </a:r>
          </a:p>
          <a:p>
            <a:pPr lvl="1"/>
            <a:r>
              <a:rPr lang="en-US" altLang="zh-CN" dirty="0"/>
              <a:t>CSTNET</a:t>
            </a:r>
            <a:endParaRPr lang="zh-CN" altLang="en-US" dirty="0"/>
          </a:p>
        </p:txBody>
      </p:sp>
      <p:sp>
        <p:nvSpPr>
          <p:cNvPr id="5" name="灯片编号占位符 4">
            <a:extLst>
              <a:ext uri="{FF2B5EF4-FFF2-40B4-BE49-F238E27FC236}">
                <a16:creationId xmlns:a16="http://schemas.microsoft.com/office/drawing/2014/main" id="{766D6C9A-0D07-4414-84BD-4C33C1E10064}"/>
              </a:ext>
            </a:extLst>
          </p:cNvPr>
          <p:cNvSpPr>
            <a:spLocks noGrp="1"/>
          </p:cNvSpPr>
          <p:nvPr>
            <p:ph type="sldNum" sz="quarter" idx="4"/>
          </p:nvPr>
        </p:nvSpPr>
        <p:spPr/>
        <p:txBody>
          <a:bodyPr/>
          <a:lstStyle/>
          <a:p>
            <a:r>
              <a:rPr lang="en-US"/>
              <a:t>Introduction: 1-</a:t>
            </a:r>
            <a:fld id="{C4204591-24BD-A542-B9D5-F8D8A88D2FEE}" type="slidenum">
              <a:rPr lang="en-US" smtClean="0"/>
              <a:pPr/>
              <a:t>84</a:t>
            </a:fld>
            <a:endParaRPr lang="en-US" dirty="0"/>
          </a:p>
        </p:txBody>
      </p:sp>
      <p:sp>
        <p:nvSpPr>
          <p:cNvPr id="6" name="Rectangle 2">
            <a:extLst>
              <a:ext uri="{FF2B5EF4-FFF2-40B4-BE49-F238E27FC236}">
                <a16:creationId xmlns:a16="http://schemas.microsoft.com/office/drawing/2014/main" id="{C8BD29C4-C681-4C57-9611-AE6BBA4AE41C}"/>
              </a:ext>
            </a:extLst>
          </p:cNvPr>
          <p:cNvSpPr/>
          <p:nvPr/>
        </p:nvSpPr>
        <p:spPr>
          <a:xfrm>
            <a:off x="800333" y="1211969"/>
            <a:ext cx="7359579"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1987 – present: Start, Access, Development</a:t>
            </a:r>
          </a:p>
        </p:txBody>
      </p:sp>
    </p:spTree>
    <p:extLst>
      <p:ext uri="{BB962C8B-B14F-4D97-AF65-F5344CB8AC3E}">
        <p14:creationId xmlns:p14="http://schemas.microsoft.com/office/powerpoint/2010/main" val="246724100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71E7A93-E109-4047-BC88-309CEB4910AE}"/>
              </a:ext>
            </a:extLst>
          </p:cNvPr>
          <p:cNvSpPr>
            <a:spLocks noGrp="1"/>
          </p:cNvSpPr>
          <p:nvPr>
            <p:ph type="title"/>
          </p:nvPr>
        </p:nvSpPr>
        <p:spPr/>
        <p:txBody>
          <a:bodyPr/>
          <a:lstStyle/>
          <a:p>
            <a:r>
              <a:rPr lang="en-US" altLang="zh-CN" dirty="0"/>
              <a:t>Chinese Internet History</a:t>
            </a:r>
            <a:endParaRPr lang="zh-CN" altLang="en-US" dirty="0"/>
          </a:p>
        </p:txBody>
      </p:sp>
      <p:sp>
        <p:nvSpPr>
          <p:cNvPr id="3" name="内容占位符 2">
            <a:extLst>
              <a:ext uri="{FF2B5EF4-FFF2-40B4-BE49-F238E27FC236}">
                <a16:creationId xmlns:a16="http://schemas.microsoft.com/office/drawing/2014/main" id="{F3C59B54-BE5E-41B0-9300-12AC60E10B15}"/>
              </a:ext>
            </a:extLst>
          </p:cNvPr>
          <p:cNvSpPr>
            <a:spLocks noGrp="1"/>
          </p:cNvSpPr>
          <p:nvPr>
            <p:ph sz="half" idx="1"/>
          </p:nvPr>
        </p:nvSpPr>
        <p:spPr>
          <a:xfrm>
            <a:off x="838199" y="1825625"/>
            <a:ext cx="10647557" cy="4351338"/>
          </a:xfrm>
        </p:spPr>
        <p:txBody>
          <a:bodyPr/>
          <a:lstStyle/>
          <a:p>
            <a:r>
              <a:rPr lang="en-US" altLang="zh-CN" dirty="0"/>
              <a:t>National Computing and Networking Facility of China, NCFC</a:t>
            </a:r>
          </a:p>
          <a:p>
            <a:pPr lvl="1"/>
            <a:r>
              <a:rPr lang="en-US" altLang="zh-CN" dirty="0"/>
              <a:t>Use TCP/IP</a:t>
            </a:r>
          </a:p>
          <a:p>
            <a:pPr lvl="1"/>
            <a:r>
              <a:rPr lang="en-US" altLang="zh-CN" dirty="0"/>
              <a:t>Optical fiber as Network Core</a:t>
            </a:r>
          </a:p>
          <a:p>
            <a:pPr lvl="1"/>
            <a:r>
              <a:rPr lang="en-US" altLang="zh-CN" dirty="0"/>
              <a:t>Use bridge to connect </a:t>
            </a:r>
            <a:r>
              <a:rPr lang="en-US" altLang="zh-CN" dirty="0" err="1"/>
              <a:t>CASnet</a:t>
            </a:r>
            <a:r>
              <a:rPr lang="en-US" altLang="zh-CN" dirty="0"/>
              <a:t>,</a:t>
            </a:r>
            <a:r>
              <a:rPr lang="zh-CN" altLang="en-US" dirty="0"/>
              <a:t> </a:t>
            </a:r>
            <a:r>
              <a:rPr lang="en-US" altLang="zh-CN" dirty="0" err="1"/>
              <a:t>Punet</a:t>
            </a:r>
            <a:r>
              <a:rPr lang="en-US" altLang="zh-CN" dirty="0"/>
              <a:t>, </a:t>
            </a:r>
            <a:r>
              <a:rPr lang="en-US" altLang="zh-CN" dirty="0" err="1"/>
              <a:t>Tunet</a:t>
            </a:r>
            <a:r>
              <a:rPr lang="en-US" altLang="zh-CN" dirty="0"/>
              <a:t>(Scientific Research and Education)</a:t>
            </a:r>
          </a:p>
          <a:p>
            <a:pPr lvl="1"/>
            <a:r>
              <a:rPr lang="en-US" altLang="zh-CN" dirty="0"/>
              <a:t>One of the Top Ten Science and Technology News in China in 1994</a:t>
            </a:r>
          </a:p>
          <a:p>
            <a:pPr lvl="1"/>
            <a:r>
              <a:rPr lang="en-US" altLang="zh-CN" dirty="0"/>
              <a:t>One of the major national scientific and technological achievements in 1994</a:t>
            </a:r>
            <a:endParaRPr lang="zh-CN" altLang="en-US" dirty="0"/>
          </a:p>
        </p:txBody>
      </p:sp>
      <p:sp>
        <p:nvSpPr>
          <p:cNvPr id="5" name="灯片编号占位符 4">
            <a:extLst>
              <a:ext uri="{FF2B5EF4-FFF2-40B4-BE49-F238E27FC236}">
                <a16:creationId xmlns:a16="http://schemas.microsoft.com/office/drawing/2014/main" id="{64EA8A9F-3FD7-412C-8A8B-FE00AC8D022E}"/>
              </a:ext>
            </a:extLst>
          </p:cNvPr>
          <p:cNvSpPr>
            <a:spLocks noGrp="1"/>
          </p:cNvSpPr>
          <p:nvPr>
            <p:ph type="sldNum" sz="quarter" idx="4"/>
          </p:nvPr>
        </p:nvSpPr>
        <p:spPr/>
        <p:txBody>
          <a:bodyPr/>
          <a:lstStyle/>
          <a:p>
            <a:r>
              <a:rPr lang="en-US"/>
              <a:t>Introduction: 1-</a:t>
            </a:r>
            <a:fld id="{C4204591-24BD-A542-B9D5-F8D8A88D2FEE}" type="slidenum">
              <a:rPr lang="en-US" smtClean="0"/>
              <a:pPr/>
              <a:t>85</a:t>
            </a:fld>
            <a:endParaRPr lang="en-US" dirty="0"/>
          </a:p>
        </p:txBody>
      </p:sp>
      <p:pic>
        <p:nvPicPr>
          <p:cNvPr id="7" name="图片 6">
            <a:extLst>
              <a:ext uri="{FF2B5EF4-FFF2-40B4-BE49-F238E27FC236}">
                <a16:creationId xmlns:a16="http://schemas.microsoft.com/office/drawing/2014/main" id="{0B515538-D0ED-4CAB-9A80-FFDEA993600C}"/>
              </a:ext>
            </a:extLst>
          </p:cNvPr>
          <p:cNvPicPr>
            <a:picLocks noChangeAspect="1"/>
          </p:cNvPicPr>
          <p:nvPr/>
        </p:nvPicPr>
        <p:blipFill>
          <a:blip r:embed="rId2"/>
          <a:stretch>
            <a:fillRect/>
          </a:stretch>
        </p:blipFill>
        <p:spPr>
          <a:xfrm>
            <a:off x="1858047" y="4453052"/>
            <a:ext cx="3686520" cy="2089622"/>
          </a:xfrm>
          <a:prstGeom prst="rect">
            <a:avLst/>
          </a:prstGeom>
        </p:spPr>
      </p:pic>
      <p:pic>
        <p:nvPicPr>
          <p:cNvPr id="9" name="图片 8">
            <a:extLst>
              <a:ext uri="{FF2B5EF4-FFF2-40B4-BE49-F238E27FC236}">
                <a16:creationId xmlns:a16="http://schemas.microsoft.com/office/drawing/2014/main" id="{C477D44A-BEF7-4BAA-8663-13653EFC755D}"/>
              </a:ext>
            </a:extLst>
          </p:cNvPr>
          <p:cNvPicPr>
            <a:picLocks noChangeAspect="1"/>
          </p:cNvPicPr>
          <p:nvPr/>
        </p:nvPicPr>
        <p:blipFill>
          <a:blip r:embed="rId3"/>
          <a:stretch>
            <a:fillRect/>
          </a:stretch>
        </p:blipFill>
        <p:spPr>
          <a:xfrm>
            <a:off x="6161977" y="4453053"/>
            <a:ext cx="3297867" cy="2089622"/>
          </a:xfrm>
          <a:prstGeom prst="rect">
            <a:avLst/>
          </a:prstGeom>
        </p:spPr>
      </p:pic>
      <p:sp>
        <p:nvSpPr>
          <p:cNvPr id="10" name="Rectangle 2">
            <a:extLst>
              <a:ext uri="{FF2B5EF4-FFF2-40B4-BE49-F238E27FC236}">
                <a16:creationId xmlns:a16="http://schemas.microsoft.com/office/drawing/2014/main" id="{0B28F4B3-CC16-414A-A66F-D8612A73202C}"/>
              </a:ext>
            </a:extLst>
          </p:cNvPr>
          <p:cNvSpPr/>
          <p:nvPr/>
        </p:nvSpPr>
        <p:spPr>
          <a:xfrm>
            <a:off x="800333" y="1211969"/>
            <a:ext cx="9498049"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The 77th country to truly have a fully functional Internet</a:t>
            </a:r>
          </a:p>
        </p:txBody>
      </p:sp>
    </p:spTree>
    <p:extLst>
      <p:ext uri="{BB962C8B-B14F-4D97-AF65-F5344CB8AC3E}">
        <p14:creationId xmlns:p14="http://schemas.microsoft.com/office/powerpoint/2010/main" val="52416091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Chapter 1: summary</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86</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77332" y="1325518"/>
            <a:ext cx="6189609" cy="5219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None/>
            </a:pPr>
            <a:r>
              <a:rPr lang="en-US" altLang="en-US" sz="3200" i="1" dirty="0">
                <a:solidFill>
                  <a:srgbClr val="C00000"/>
                </a:solidFill>
                <a:ea typeface="ＭＳ Ｐゴシック" panose="020B0600070205080204" pitchFamily="34" charset="-128"/>
              </a:rPr>
              <a:t>We’ve covered a “</a:t>
            </a:r>
            <a:r>
              <a:rPr lang="en-US" altLang="ja-JP" sz="3200" i="1" dirty="0">
                <a:solidFill>
                  <a:srgbClr val="C00000"/>
                </a:solidFill>
                <a:ea typeface="ＭＳ Ｐゴシック" panose="020B0600070205080204" pitchFamily="34" charset="-128"/>
              </a:rPr>
              <a:t>ton” of material!</a:t>
            </a:r>
          </a:p>
          <a:p>
            <a:pPr marL="473075" indent="-355600">
              <a:lnSpc>
                <a:spcPct val="80000"/>
              </a:lnSpc>
            </a:pPr>
            <a:r>
              <a:rPr lang="en-US" altLang="en-US" dirty="0">
                <a:ea typeface="ＭＳ Ｐゴシック" panose="020B0600070205080204" pitchFamily="34" charset="-128"/>
              </a:rPr>
              <a:t>Internet overview</a:t>
            </a:r>
          </a:p>
          <a:p>
            <a:pPr marL="473075" indent="-355600">
              <a:lnSpc>
                <a:spcPct val="80000"/>
              </a:lnSpc>
            </a:pPr>
            <a:r>
              <a:rPr lang="en-US" altLang="en-US" dirty="0">
                <a:ea typeface="ＭＳ Ｐゴシック" panose="020B0600070205080204" pitchFamily="34" charset="-128"/>
              </a:rPr>
              <a:t>what</a:t>
            </a:r>
            <a:r>
              <a:rPr lang="ja-JP" altLang="en-US">
                <a:ea typeface="ＭＳ Ｐゴシック" panose="020B0600070205080204" pitchFamily="34" charset="-128"/>
              </a:rPr>
              <a:t>’</a:t>
            </a:r>
            <a:r>
              <a:rPr lang="en-US" altLang="ja-JP" dirty="0">
                <a:ea typeface="ＭＳ Ｐゴシック" panose="020B0600070205080204" pitchFamily="34" charset="-128"/>
              </a:rPr>
              <a:t>s a protocol?</a:t>
            </a:r>
          </a:p>
          <a:p>
            <a:pPr marL="473075" indent="-355600">
              <a:lnSpc>
                <a:spcPct val="80000"/>
              </a:lnSpc>
            </a:pPr>
            <a:r>
              <a:rPr lang="en-US" altLang="en-US" dirty="0">
                <a:ea typeface="ＭＳ Ｐゴシック" panose="020B0600070205080204" pitchFamily="34" charset="-128"/>
              </a:rPr>
              <a:t>network edge, access network, core</a:t>
            </a:r>
          </a:p>
          <a:p>
            <a:pPr marL="682625" lvl="1" indent="-225425">
              <a:lnSpc>
                <a:spcPct val="80000"/>
              </a:lnSpc>
            </a:pPr>
            <a:r>
              <a:rPr lang="en-US" altLang="en-US" sz="2800" dirty="0">
                <a:ea typeface="Arial" panose="020B0604020202020204" pitchFamily="34" charset="0"/>
              </a:rPr>
              <a:t>packet-switching versus circuit-switching</a:t>
            </a:r>
          </a:p>
          <a:p>
            <a:pPr marL="682625" lvl="1" indent="-225425">
              <a:lnSpc>
                <a:spcPct val="80000"/>
              </a:lnSpc>
            </a:pPr>
            <a:r>
              <a:rPr lang="en-US" altLang="en-US" sz="2800" dirty="0">
                <a:ea typeface="Arial" panose="020B0604020202020204" pitchFamily="34" charset="0"/>
              </a:rPr>
              <a:t>Internet structure</a:t>
            </a:r>
          </a:p>
          <a:p>
            <a:pPr marL="473075" indent="-406400">
              <a:lnSpc>
                <a:spcPct val="80000"/>
              </a:lnSpc>
            </a:pPr>
            <a:r>
              <a:rPr lang="en-US" altLang="en-US" dirty="0">
                <a:ea typeface="ＭＳ Ｐゴシック" panose="020B0600070205080204" pitchFamily="34" charset="-128"/>
              </a:rPr>
              <a:t>performance: loss, delay, throughput</a:t>
            </a:r>
          </a:p>
          <a:p>
            <a:pPr marL="473075" indent="-406400">
              <a:lnSpc>
                <a:spcPct val="80000"/>
              </a:lnSpc>
            </a:pPr>
            <a:r>
              <a:rPr lang="en-US" altLang="en-US" dirty="0">
                <a:ea typeface="ＭＳ Ｐゴシック" panose="020B0600070205080204" pitchFamily="34" charset="-128"/>
              </a:rPr>
              <a:t>layering, service models</a:t>
            </a:r>
          </a:p>
          <a:p>
            <a:pPr marL="473075" indent="-406400">
              <a:lnSpc>
                <a:spcPct val="80000"/>
              </a:lnSpc>
            </a:pPr>
            <a:r>
              <a:rPr lang="en-US" altLang="en-US" dirty="0">
                <a:ea typeface="ＭＳ Ｐゴシック" panose="020B0600070205080204" pitchFamily="34" charset="-128"/>
              </a:rPr>
              <a:t>security</a:t>
            </a:r>
          </a:p>
          <a:p>
            <a:pPr marL="473075" indent="-406400">
              <a:lnSpc>
                <a:spcPct val="80000"/>
              </a:lnSpc>
            </a:pPr>
            <a:r>
              <a:rPr lang="en-US" altLang="en-US" dirty="0">
                <a:ea typeface="ＭＳ Ｐゴシック" panose="020B0600070205080204" pitchFamily="34" charset="-128"/>
              </a:rPr>
              <a:t>history</a:t>
            </a:r>
            <a:endParaRPr lang="en-US" dirty="0"/>
          </a:p>
        </p:txBody>
      </p:sp>
      <p:sp>
        <p:nvSpPr>
          <p:cNvPr id="7" name="Rectangle 4">
            <a:extLst>
              <a:ext uri="{FF2B5EF4-FFF2-40B4-BE49-F238E27FC236}">
                <a16:creationId xmlns:a16="http://schemas.microsoft.com/office/drawing/2014/main" id="{C3515DDB-81B8-9745-A3D6-9EFD3E80B128}"/>
              </a:ext>
            </a:extLst>
          </p:cNvPr>
          <p:cNvSpPr txBox="1">
            <a:spLocks noChangeArrowheads="1"/>
          </p:cNvSpPr>
          <p:nvPr/>
        </p:nvSpPr>
        <p:spPr>
          <a:xfrm>
            <a:off x="7616592" y="2335167"/>
            <a:ext cx="3724275" cy="36253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pPr>
            <a:r>
              <a:rPr lang="en-US" altLang="en-US" sz="3200" i="1" dirty="0">
                <a:solidFill>
                  <a:srgbClr val="C00000"/>
                </a:solidFill>
                <a:ea typeface="ＭＳ Ｐゴシック" panose="020B0600070205080204" pitchFamily="34" charset="-128"/>
              </a:rPr>
              <a:t>You now have:</a:t>
            </a:r>
            <a:r>
              <a:rPr lang="en-US" altLang="en-US" dirty="0">
                <a:solidFill>
                  <a:srgbClr val="C00000"/>
                </a:solidFill>
                <a:ea typeface="ＭＳ Ｐゴシック" panose="020B0600070205080204" pitchFamily="34" charset="-128"/>
              </a:rPr>
              <a:t> </a:t>
            </a:r>
          </a:p>
          <a:p>
            <a:pPr marL="473075" indent="-355600"/>
            <a:r>
              <a:rPr lang="en-US" altLang="en-US" sz="3200" dirty="0">
                <a:ea typeface="ＭＳ Ｐゴシック" panose="020B0600070205080204" pitchFamily="34" charset="-128"/>
              </a:rPr>
              <a:t>context, overview, vocabulary,  “</a:t>
            </a:r>
            <a:r>
              <a:rPr lang="en-US" altLang="ja-JP" sz="3200" dirty="0">
                <a:ea typeface="ＭＳ Ｐゴシック" panose="020B0600070205080204" pitchFamily="34" charset="-128"/>
              </a:rPr>
              <a:t>feel” of networking</a:t>
            </a:r>
          </a:p>
          <a:p>
            <a:pPr marL="473075" indent="-355600"/>
            <a:r>
              <a:rPr lang="en-US" altLang="en-US" sz="3200" dirty="0">
                <a:ea typeface="ＭＳ Ｐゴシック" panose="020B0600070205080204" pitchFamily="34" charset="-128"/>
              </a:rPr>
              <a:t>more depth, detail, </a:t>
            </a:r>
            <a:r>
              <a:rPr lang="en-US" altLang="en-US" sz="3200" i="1" dirty="0">
                <a:ea typeface="ＭＳ Ｐゴシック" panose="020B0600070205080204" pitchFamily="34" charset="-128"/>
              </a:rPr>
              <a:t>and fun </a:t>
            </a:r>
            <a:r>
              <a:rPr lang="en-US" altLang="en-US" sz="3200" dirty="0">
                <a:ea typeface="ＭＳ Ｐゴシック" panose="020B0600070205080204" pitchFamily="34" charset="-128"/>
              </a:rPr>
              <a:t>to follow</a:t>
            </a:r>
            <a:r>
              <a:rPr lang="en-US" altLang="en-US" sz="3200" i="1" dirty="0">
                <a:ea typeface="ＭＳ Ｐゴシック" panose="020B0600070205080204" pitchFamily="34" charset="-128"/>
              </a:rPr>
              <a:t>!</a:t>
            </a:r>
            <a:endParaRPr lang="en-US" altLang="en-US" sz="3200" dirty="0">
              <a:ea typeface="ＭＳ Ｐゴシック" panose="020B0600070205080204" pitchFamily="34" charset="-128"/>
            </a:endParaRPr>
          </a:p>
        </p:txBody>
      </p:sp>
    </p:spTree>
    <p:extLst>
      <p:ext uri="{BB962C8B-B14F-4D97-AF65-F5344CB8AC3E}">
        <p14:creationId xmlns:p14="http://schemas.microsoft.com/office/powerpoint/2010/main" val="162208143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1 slides</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ISO/OSI reference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odel</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88</a:t>
            </a:fld>
            <a:endParaRPr lang="en-US" dirty="0"/>
          </a:p>
        </p:txBody>
      </p:sp>
      <p:sp>
        <p:nvSpPr>
          <p:cNvPr id="17" name="Rectangle 5">
            <a:extLst>
              <a:ext uri="{FF2B5EF4-FFF2-40B4-BE49-F238E27FC236}">
                <a16:creationId xmlns:a16="http://schemas.microsoft.com/office/drawing/2014/main" id="{921D3CC3-7FC4-4346-86E8-F841A7674F2D}"/>
              </a:ext>
            </a:extLst>
          </p:cNvPr>
          <p:cNvSpPr txBox="1">
            <a:spLocks noChangeArrowheads="1"/>
          </p:cNvSpPr>
          <p:nvPr/>
        </p:nvSpPr>
        <p:spPr>
          <a:xfrm>
            <a:off x="665343" y="1341922"/>
            <a:ext cx="6765452" cy="51308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ltLang="en-US" sz="3200" dirty="0">
                <a:ea typeface="ＭＳ Ｐゴシック" panose="020B0600070205080204" pitchFamily="34" charset="-128"/>
              </a:rPr>
              <a:t>Two layers not found in  Internet protocol stack!</a:t>
            </a:r>
          </a:p>
          <a:p>
            <a:pPr marL="287338" indent="-287338"/>
            <a:r>
              <a:rPr lang="en-US" altLang="en-US" i="1" dirty="0">
                <a:solidFill>
                  <a:srgbClr val="C00000"/>
                </a:solidFill>
                <a:ea typeface="ＭＳ Ｐゴシック" panose="020B0600070205080204" pitchFamily="34" charset="-128"/>
              </a:rPr>
              <a:t>presentation: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allow applications to interpret meaning of data, e.g., encryption, compression, machine-specific conventions</a:t>
            </a:r>
          </a:p>
          <a:p>
            <a:pPr marL="287338" indent="-287338"/>
            <a:r>
              <a:rPr lang="en-US" altLang="en-US" i="1" dirty="0">
                <a:solidFill>
                  <a:srgbClr val="C00000"/>
                </a:solidFill>
                <a:ea typeface="ＭＳ Ｐゴシック" panose="020B0600070205080204" pitchFamily="34" charset="-128"/>
              </a:rPr>
              <a:t>session:</a:t>
            </a:r>
            <a:r>
              <a:rPr lang="en-US" altLang="en-US" dirty="0">
                <a:solidFill>
                  <a:srgbClr val="C00000"/>
                </a:solidFill>
                <a:ea typeface="ＭＳ Ｐゴシック" panose="020B0600070205080204" pitchFamily="34" charset="-128"/>
              </a:rPr>
              <a:t> </a:t>
            </a:r>
            <a:r>
              <a:rPr lang="en-US" altLang="en-US" dirty="0">
                <a:ea typeface="ＭＳ Ｐゴシック" panose="020B0600070205080204" pitchFamily="34" charset="-128"/>
              </a:rPr>
              <a:t>synchronization, checkpointing, recovery of data exchange</a:t>
            </a:r>
          </a:p>
          <a:p>
            <a:pPr marL="287338" indent="-287338"/>
            <a:r>
              <a:rPr lang="en-US" altLang="en-US" dirty="0">
                <a:ea typeface="ＭＳ Ｐゴシック" panose="020B0600070205080204" pitchFamily="34" charset="-128"/>
              </a:rPr>
              <a:t>Internet stack “</a:t>
            </a:r>
            <a:r>
              <a:rPr lang="en-US" altLang="ja-JP" dirty="0">
                <a:ea typeface="ＭＳ Ｐゴシック" panose="020B0600070205080204" pitchFamily="34" charset="-128"/>
              </a:rPr>
              <a:t>missing” these layers!</a:t>
            </a:r>
          </a:p>
          <a:p>
            <a:pPr marL="682625" lvl="1" indent="-225425"/>
            <a:r>
              <a:rPr lang="en-US" altLang="en-US" sz="2800" dirty="0">
                <a:ea typeface="Arial" panose="020B0604020202020204" pitchFamily="34" charset="0"/>
              </a:rPr>
              <a:t>these services, </a:t>
            </a:r>
            <a:r>
              <a:rPr lang="en-US" altLang="en-US" sz="2800" i="1" dirty="0">
                <a:ea typeface="Arial" panose="020B0604020202020204" pitchFamily="34" charset="0"/>
              </a:rPr>
              <a:t>if needed,</a:t>
            </a:r>
            <a:r>
              <a:rPr lang="en-US" altLang="en-US" sz="2800" dirty="0">
                <a:ea typeface="Arial" panose="020B0604020202020204" pitchFamily="34" charset="0"/>
              </a:rPr>
              <a:t> must be implemented in application</a:t>
            </a:r>
          </a:p>
          <a:p>
            <a:pPr marL="682625" lvl="1" indent="-225425"/>
            <a:r>
              <a:rPr lang="en-US" altLang="en-US" sz="2800" dirty="0">
                <a:ea typeface="Arial" panose="020B0604020202020204" pitchFamily="34" charset="0"/>
              </a:rPr>
              <a:t>needed?</a:t>
            </a:r>
            <a:endParaRPr lang="en-US" altLang="en-US" sz="2800" dirty="0">
              <a:ea typeface="ＭＳ Ｐゴシック" panose="020B0600070205080204" pitchFamily="34" charset="-128"/>
            </a:endParaRPr>
          </a:p>
        </p:txBody>
      </p:sp>
      <p:sp>
        <p:nvSpPr>
          <p:cNvPr id="7" name="Rectangle 2">
            <a:extLst>
              <a:ext uri="{FF2B5EF4-FFF2-40B4-BE49-F238E27FC236}">
                <a16:creationId xmlns:a16="http://schemas.microsoft.com/office/drawing/2014/main" id="{B3919DE3-1C67-444E-9B68-661747C794B6}"/>
              </a:ext>
            </a:extLst>
          </p:cNvPr>
          <p:cNvSpPr>
            <a:spLocks noChangeArrowheads="1"/>
          </p:cNvSpPr>
          <p:nvPr/>
        </p:nvSpPr>
        <p:spPr bwMode="auto">
          <a:xfrm>
            <a:off x="8622241" y="1413668"/>
            <a:ext cx="1892300" cy="3530600"/>
          </a:xfrm>
          <a:prstGeom prst="rect">
            <a:avLst/>
          </a:prstGeom>
          <a:solidFill>
            <a:srgbClr val="0000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8" name="Rectangle 6">
            <a:extLst>
              <a:ext uri="{FF2B5EF4-FFF2-40B4-BE49-F238E27FC236}">
                <a16:creationId xmlns:a16="http://schemas.microsoft.com/office/drawing/2014/main" id="{439FC83A-3010-6E44-80DA-A0B478A25DE4}"/>
              </a:ext>
            </a:extLst>
          </p:cNvPr>
          <p:cNvSpPr>
            <a:spLocks noChangeArrowheads="1"/>
          </p:cNvSpPr>
          <p:nvPr/>
        </p:nvSpPr>
        <p:spPr bwMode="auto">
          <a:xfrm>
            <a:off x="8507941" y="1550193"/>
            <a:ext cx="1892300" cy="3586163"/>
          </a:xfrm>
          <a:prstGeom prst="rect">
            <a:avLst/>
          </a:prstGeom>
          <a:solidFill>
            <a:schemeClr val="bg1"/>
          </a:solidFill>
          <a:ln w="381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Times New Roman" panose="02020603050405020304" pitchFamily="18" charset="0"/>
            </a:endParaRPr>
          </a:p>
        </p:txBody>
      </p:sp>
      <p:sp>
        <p:nvSpPr>
          <p:cNvPr id="9" name="Text Box 7">
            <a:extLst>
              <a:ext uri="{FF2B5EF4-FFF2-40B4-BE49-F238E27FC236}">
                <a16:creationId xmlns:a16="http://schemas.microsoft.com/office/drawing/2014/main" id="{02AF1634-8914-FF4A-8ACB-58E0BABFE65B}"/>
              </a:ext>
            </a:extLst>
          </p:cNvPr>
          <p:cNvSpPr txBox="1">
            <a:spLocks noChangeArrowheads="1"/>
          </p:cNvSpPr>
          <p:nvPr/>
        </p:nvSpPr>
        <p:spPr bwMode="auto">
          <a:xfrm>
            <a:off x="8465079" y="1721643"/>
            <a:ext cx="1982787" cy="341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70000"/>
              </a:lnSpc>
            </a:pPr>
            <a:r>
              <a:rPr lang="en-US" altLang="en-US" dirty="0"/>
              <a:t>application</a:t>
            </a:r>
          </a:p>
          <a:p>
            <a:pPr algn="ctr">
              <a:lnSpc>
                <a:spcPct val="70000"/>
              </a:lnSpc>
            </a:pPr>
            <a:endParaRPr lang="en-US" altLang="en-US" dirty="0"/>
          </a:p>
          <a:p>
            <a:pPr algn="ctr">
              <a:lnSpc>
                <a:spcPct val="70000"/>
              </a:lnSpc>
            </a:pPr>
            <a:r>
              <a:rPr lang="en-US" altLang="en-US" dirty="0"/>
              <a:t>presentation</a:t>
            </a:r>
          </a:p>
          <a:p>
            <a:pPr algn="ctr">
              <a:lnSpc>
                <a:spcPct val="70000"/>
              </a:lnSpc>
            </a:pPr>
            <a:endParaRPr lang="en-US" altLang="en-US" dirty="0"/>
          </a:p>
          <a:p>
            <a:pPr algn="ctr">
              <a:lnSpc>
                <a:spcPct val="70000"/>
              </a:lnSpc>
            </a:pPr>
            <a:r>
              <a:rPr lang="en-US" altLang="en-US" dirty="0"/>
              <a:t>session</a:t>
            </a:r>
          </a:p>
          <a:p>
            <a:pPr algn="ctr">
              <a:lnSpc>
                <a:spcPct val="70000"/>
              </a:lnSpc>
            </a:pPr>
            <a:endParaRPr lang="en-US" altLang="en-US" dirty="0"/>
          </a:p>
          <a:p>
            <a:pPr algn="ctr">
              <a:lnSpc>
                <a:spcPct val="70000"/>
              </a:lnSpc>
            </a:pPr>
            <a:r>
              <a:rPr lang="en-US" altLang="en-US" dirty="0"/>
              <a:t>transport</a:t>
            </a:r>
          </a:p>
          <a:p>
            <a:pPr algn="ctr">
              <a:lnSpc>
                <a:spcPct val="70000"/>
              </a:lnSpc>
            </a:pPr>
            <a:endParaRPr lang="en-US" altLang="en-US" dirty="0"/>
          </a:p>
          <a:p>
            <a:pPr algn="ctr">
              <a:lnSpc>
                <a:spcPct val="70000"/>
              </a:lnSpc>
            </a:pPr>
            <a:r>
              <a:rPr lang="en-US" altLang="en-US" dirty="0"/>
              <a:t>network</a:t>
            </a:r>
          </a:p>
          <a:p>
            <a:pPr algn="ctr">
              <a:lnSpc>
                <a:spcPct val="70000"/>
              </a:lnSpc>
            </a:pPr>
            <a:endParaRPr lang="en-US" altLang="en-US" dirty="0"/>
          </a:p>
          <a:p>
            <a:pPr algn="ctr">
              <a:lnSpc>
                <a:spcPct val="70000"/>
              </a:lnSpc>
            </a:pPr>
            <a:r>
              <a:rPr lang="en-US" altLang="en-US" dirty="0"/>
              <a:t>link</a:t>
            </a:r>
          </a:p>
          <a:p>
            <a:pPr algn="ctr">
              <a:lnSpc>
                <a:spcPct val="70000"/>
              </a:lnSpc>
            </a:pPr>
            <a:endParaRPr lang="en-US" altLang="en-US" dirty="0"/>
          </a:p>
          <a:p>
            <a:pPr algn="ctr">
              <a:lnSpc>
                <a:spcPct val="70000"/>
              </a:lnSpc>
            </a:pPr>
            <a:r>
              <a:rPr lang="en-US" altLang="en-US" dirty="0"/>
              <a:t>physical</a:t>
            </a:r>
          </a:p>
        </p:txBody>
      </p:sp>
      <p:sp>
        <p:nvSpPr>
          <p:cNvPr id="10" name="Line 8">
            <a:extLst>
              <a:ext uri="{FF2B5EF4-FFF2-40B4-BE49-F238E27FC236}">
                <a16:creationId xmlns:a16="http://schemas.microsoft.com/office/drawing/2014/main" id="{2A989D6F-FA45-8C4E-9BBC-741936AB29C5}"/>
              </a:ext>
            </a:extLst>
          </p:cNvPr>
          <p:cNvSpPr>
            <a:spLocks noChangeShapeType="1"/>
          </p:cNvSpPr>
          <p:nvPr/>
        </p:nvSpPr>
        <p:spPr bwMode="auto">
          <a:xfrm>
            <a:off x="8487304" y="2142331"/>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1" name="Line 9">
            <a:extLst>
              <a:ext uri="{FF2B5EF4-FFF2-40B4-BE49-F238E27FC236}">
                <a16:creationId xmlns:a16="http://schemas.microsoft.com/office/drawing/2014/main" id="{15317A6D-8DDE-594B-9C31-D329305C5300}"/>
              </a:ext>
            </a:extLst>
          </p:cNvPr>
          <p:cNvSpPr>
            <a:spLocks noChangeShapeType="1"/>
          </p:cNvSpPr>
          <p:nvPr/>
        </p:nvSpPr>
        <p:spPr bwMode="auto">
          <a:xfrm>
            <a:off x="8501591" y="31186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10">
            <a:extLst>
              <a:ext uri="{FF2B5EF4-FFF2-40B4-BE49-F238E27FC236}">
                <a16:creationId xmlns:a16="http://schemas.microsoft.com/office/drawing/2014/main" id="{4C0565FC-B6A4-1C41-A3C7-95333C728091}"/>
              </a:ext>
            </a:extLst>
          </p:cNvPr>
          <p:cNvSpPr>
            <a:spLocks noChangeShapeType="1"/>
          </p:cNvSpPr>
          <p:nvPr/>
        </p:nvSpPr>
        <p:spPr bwMode="auto">
          <a:xfrm>
            <a:off x="8501591" y="3658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11">
            <a:extLst>
              <a:ext uri="{FF2B5EF4-FFF2-40B4-BE49-F238E27FC236}">
                <a16:creationId xmlns:a16="http://schemas.microsoft.com/office/drawing/2014/main" id="{CB8177A7-EC5F-054E-9BF4-6807B276EBEB}"/>
              </a:ext>
            </a:extLst>
          </p:cNvPr>
          <p:cNvSpPr>
            <a:spLocks noChangeShapeType="1"/>
          </p:cNvSpPr>
          <p:nvPr/>
        </p:nvSpPr>
        <p:spPr bwMode="auto">
          <a:xfrm>
            <a:off x="8503179" y="46743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12">
            <a:extLst>
              <a:ext uri="{FF2B5EF4-FFF2-40B4-BE49-F238E27FC236}">
                <a16:creationId xmlns:a16="http://schemas.microsoft.com/office/drawing/2014/main" id="{E3C788FC-704D-5B46-BAF8-D2E15950C61F}"/>
              </a:ext>
            </a:extLst>
          </p:cNvPr>
          <p:cNvSpPr>
            <a:spLocks noChangeShapeType="1"/>
          </p:cNvSpPr>
          <p:nvPr/>
        </p:nvSpPr>
        <p:spPr bwMode="auto">
          <a:xfrm>
            <a:off x="8487304" y="419179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13">
            <a:extLst>
              <a:ext uri="{FF2B5EF4-FFF2-40B4-BE49-F238E27FC236}">
                <a16:creationId xmlns:a16="http://schemas.microsoft.com/office/drawing/2014/main" id="{50AC6633-E0EA-2542-8345-CA3634789CDF}"/>
              </a:ext>
            </a:extLst>
          </p:cNvPr>
          <p:cNvSpPr>
            <a:spLocks noChangeShapeType="1"/>
          </p:cNvSpPr>
          <p:nvPr/>
        </p:nvSpPr>
        <p:spPr bwMode="auto">
          <a:xfrm>
            <a:off x="8485716" y="2661443"/>
            <a:ext cx="188595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4" name="TextBox 3">
            <a:extLst>
              <a:ext uri="{FF2B5EF4-FFF2-40B4-BE49-F238E27FC236}">
                <a16:creationId xmlns:a16="http://schemas.microsoft.com/office/drawing/2014/main" id="{1E944C3F-C77B-9A49-ACB6-EDB2E17C9D3A}"/>
              </a:ext>
            </a:extLst>
          </p:cNvPr>
          <p:cNvSpPr txBox="1"/>
          <p:nvPr/>
        </p:nvSpPr>
        <p:spPr>
          <a:xfrm>
            <a:off x="8246534" y="5352939"/>
            <a:ext cx="2466444" cy="646331"/>
          </a:xfrm>
          <a:prstGeom prst="rect">
            <a:avLst/>
          </a:prstGeom>
          <a:noFill/>
        </p:spPr>
        <p:txBody>
          <a:bodyPr wrap="none" rtlCol="0">
            <a:spAutoFit/>
          </a:bodyPr>
          <a:lstStyle/>
          <a:p>
            <a:pPr algn="ctr"/>
            <a:r>
              <a:rPr lang="en-US" dirty="0"/>
              <a:t>The seven layer OSI/ISO </a:t>
            </a:r>
          </a:p>
          <a:p>
            <a:pPr algn="ctr"/>
            <a:r>
              <a:rPr lang="en-US" dirty="0"/>
              <a:t>reference model</a:t>
            </a:r>
          </a:p>
        </p:txBody>
      </p:sp>
    </p:spTree>
    <p:extLst>
      <p:ext uri="{BB962C8B-B14F-4D97-AF65-F5344CB8AC3E}">
        <p14:creationId xmlns:p14="http://schemas.microsoft.com/office/powerpoint/2010/main" val="419148702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Freeform 8">
            <a:extLst>
              <a:ext uri="{FF2B5EF4-FFF2-40B4-BE49-F238E27FC236}">
                <a16:creationId xmlns:a16="http://schemas.microsoft.com/office/drawing/2014/main" id="{5C25CEF4-E407-5F48-A3E3-98E83E25849B}"/>
              </a:ext>
            </a:extLst>
          </p:cNvPr>
          <p:cNvSpPr>
            <a:spLocks/>
          </p:cNvSpPr>
          <p:nvPr/>
        </p:nvSpPr>
        <p:spPr bwMode="auto">
          <a:xfrm>
            <a:off x="3548141" y="1573968"/>
            <a:ext cx="4992" cy="3104606"/>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20" name="Freeform 10">
            <a:extLst>
              <a:ext uri="{FF2B5EF4-FFF2-40B4-BE49-F238E27FC236}">
                <a16:creationId xmlns:a16="http://schemas.microsoft.com/office/drawing/2014/main" id="{236C8C34-AA0A-1747-BF1D-3CBFB21AC1F2}"/>
              </a:ext>
            </a:extLst>
          </p:cNvPr>
          <p:cNvSpPr>
            <a:spLocks/>
          </p:cNvSpPr>
          <p:nvPr/>
        </p:nvSpPr>
        <p:spPr bwMode="auto">
          <a:xfrm rot="10800000" flipH="1">
            <a:off x="10916607" y="1577038"/>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Services, Layering and Encapsulation</a:t>
            </a:r>
            <a:endParaRPr lang="en-US" sz="4400" dirty="0"/>
          </a:p>
        </p:txBody>
      </p:sp>
      <p:sp>
        <p:nvSpPr>
          <p:cNvPr id="13" name="Text Box 8">
            <a:extLst>
              <a:ext uri="{FF2B5EF4-FFF2-40B4-BE49-F238E27FC236}">
                <a16:creationId xmlns:a16="http://schemas.microsoft.com/office/drawing/2014/main" id="{10CAB5B1-70B7-184B-A16F-4239A3118B18}"/>
              </a:ext>
            </a:extLst>
          </p:cNvPr>
          <p:cNvSpPr txBox="1">
            <a:spLocks noChangeArrowheads="1"/>
          </p:cNvSpPr>
          <p:nvPr/>
        </p:nvSpPr>
        <p:spPr bwMode="auto">
          <a:xfrm>
            <a:off x="449705" y="5724388"/>
            <a:ext cx="1100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rPr>
              <a:t>source</a:t>
            </a:r>
          </a:p>
        </p:txBody>
      </p:sp>
      <p:sp>
        <p:nvSpPr>
          <p:cNvPr id="14" name="Freeform 10">
            <a:extLst>
              <a:ext uri="{FF2B5EF4-FFF2-40B4-BE49-F238E27FC236}">
                <a16:creationId xmlns:a16="http://schemas.microsoft.com/office/drawing/2014/main" id="{1C528DAB-CFD1-6943-9F41-1A6F334C3C75}"/>
              </a:ext>
            </a:extLst>
          </p:cNvPr>
          <p:cNvSpPr>
            <a:spLocks/>
          </p:cNvSpPr>
          <p:nvPr/>
        </p:nvSpPr>
        <p:spPr bwMode="auto">
          <a:xfrm rot="10800000">
            <a:off x="975630" y="155954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190">
            <a:extLst>
              <a:ext uri="{FF2B5EF4-FFF2-40B4-BE49-F238E27FC236}">
                <a16:creationId xmlns:a16="http://schemas.microsoft.com/office/drawing/2014/main" id="{8D7B8AF0-B984-FB44-AB9F-07CA253CEA38}"/>
              </a:ext>
            </a:extLst>
          </p:cNvPr>
          <p:cNvGrpSpPr>
            <a:grpSpLocks/>
          </p:cNvGrpSpPr>
          <p:nvPr/>
        </p:nvGrpSpPr>
        <p:grpSpPr bwMode="auto">
          <a:xfrm flipH="1">
            <a:off x="635446" y="5073984"/>
            <a:ext cx="803275" cy="771525"/>
            <a:chOff x="-44" y="1473"/>
            <a:chExt cx="981" cy="1105"/>
          </a:xfrm>
        </p:grpSpPr>
        <p:pic>
          <p:nvPicPr>
            <p:cNvPr id="25" name="Picture 191" descr="desktop_computer_stylized_medium">
              <a:extLst>
                <a:ext uri="{FF2B5EF4-FFF2-40B4-BE49-F238E27FC236}">
                  <a16:creationId xmlns:a16="http://schemas.microsoft.com/office/drawing/2014/main" id="{06D1D726-A569-254A-9E27-366DB8CF32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192">
              <a:extLst>
                <a:ext uri="{FF2B5EF4-FFF2-40B4-BE49-F238E27FC236}">
                  <a16:creationId xmlns:a16="http://schemas.microsoft.com/office/drawing/2014/main" id="{F5362B29-42A6-3F4A-A1AB-EFF56E7B772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BD0C4974-D689-414F-A2EB-9B1043F3314D}"/>
              </a:ext>
            </a:extLst>
          </p:cNvPr>
          <p:cNvGrpSpPr/>
          <p:nvPr/>
        </p:nvGrpSpPr>
        <p:grpSpPr>
          <a:xfrm>
            <a:off x="1334125" y="1421667"/>
            <a:ext cx="1765726" cy="4034752"/>
            <a:chOff x="1484027" y="1706480"/>
            <a:chExt cx="1765726" cy="4034752"/>
          </a:xfrm>
        </p:grpSpPr>
        <p:sp>
          <p:nvSpPr>
            <p:cNvPr id="11" name="Rectangle 24">
              <a:extLst>
                <a:ext uri="{FF2B5EF4-FFF2-40B4-BE49-F238E27FC236}">
                  <a16:creationId xmlns:a16="http://schemas.microsoft.com/office/drawing/2014/main" id="{ED8D52E4-C345-B842-A2E7-C8068B8E5CF4}"/>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Text Box 26">
              <a:extLst>
                <a:ext uri="{FF2B5EF4-FFF2-40B4-BE49-F238E27FC236}">
                  <a16:creationId xmlns:a16="http://schemas.microsoft.com/office/drawing/2014/main" id="{A5089E2D-0B1B-544A-82BC-F28ED3191A4E}"/>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17" name="Straight Connector 116">
              <a:extLst>
                <a:ext uri="{FF2B5EF4-FFF2-40B4-BE49-F238E27FC236}">
                  <a16:creationId xmlns:a16="http://schemas.microsoft.com/office/drawing/2014/main" id="{B3EBBB35-9D82-7C43-B882-52ED90AE3A71}"/>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2EA7353-AEFA-934F-93DE-A8D55DF75658}"/>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40242E3-3BEB-D543-B881-84EB2D13BD66}"/>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C27D746-0691-6F47-9E9D-1D63DF11D081}"/>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950">
            <a:extLst>
              <a:ext uri="{FF2B5EF4-FFF2-40B4-BE49-F238E27FC236}">
                <a16:creationId xmlns:a16="http://schemas.microsoft.com/office/drawing/2014/main" id="{044873AD-74A5-8A44-846B-EC5D0FBC82D7}"/>
              </a:ext>
            </a:extLst>
          </p:cNvPr>
          <p:cNvGrpSpPr>
            <a:grpSpLocks/>
          </p:cNvGrpSpPr>
          <p:nvPr/>
        </p:nvGrpSpPr>
        <p:grpSpPr bwMode="auto">
          <a:xfrm>
            <a:off x="11107713" y="4961744"/>
            <a:ext cx="374754" cy="833726"/>
            <a:chOff x="4140" y="429"/>
            <a:chExt cx="1425" cy="2396"/>
          </a:xfrm>
        </p:grpSpPr>
        <p:sp>
          <p:nvSpPr>
            <p:cNvPr id="168" name="Freeform 951">
              <a:extLst>
                <a:ext uri="{FF2B5EF4-FFF2-40B4-BE49-F238E27FC236}">
                  <a16:creationId xmlns:a16="http://schemas.microsoft.com/office/drawing/2014/main" id="{EEDE4156-8281-D847-9240-9DE98999091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952">
              <a:extLst>
                <a:ext uri="{FF2B5EF4-FFF2-40B4-BE49-F238E27FC236}">
                  <a16:creationId xmlns:a16="http://schemas.microsoft.com/office/drawing/2014/main" id="{22E8340D-B5D1-3C48-A062-4F70248D103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0" name="Freeform 953">
              <a:extLst>
                <a:ext uri="{FF2B5EF4-FFF2-40B4-BE49-F238E27FC236}">
                  <a16:creationId xmlns:a16="http://schemas.microsoft.com/office/drawing/2014/main" id="{29109B86-1ABF-F647-8516-2AAE154A9E8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954">
              <a:extLst>
                <a:ext uri="{FF2B5EF4-FFF2-40B4-BE49-F238E27FC236}">
                  <a16:creationId xmlns:a16="http://schemas.microsoft.com/office/drawing/2014/main" id="{9F93569F-8FC8-7C4E-9F95-B14647D2DB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955">
              <a:extLst>
                <a:ext uri="{FF2B5EF4-FFF2-40B4-BE49-F238E27FC236}">
                  <a16:creationId xmlns:a16="http://schemas.microsoft.com/office/drawing/2014/main" id="{8E5BC3B8-E87D-9F47-A6F6-AD8B57BC21E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3" name="Group 956">
              <a:extLst>
                <a:ext uri="{FF2B5EF4-FFF2-40B4-BE49-F238E27FC236}">
                  <a16:creationId xmlns:a16="http://schemas.microsoft.com/office/drawing/2014/main" id="{1694DE96-689D-9540-964A-22F06F6D940F}"/>
                </a:ext>
              </a:extLst>
            </p:cNvPr>
            <p:cNvGrpSpPr>
              <a:grpSpLocks/>
            </p:cNvGrpSpPr>
            <p:nvPr/>
          </p:nvGrpSpPr>
          <p:grpSpPr bwMode="auto">
            <a:xfrm>
              <a:off x="4749" y="668"/>
              <a:ext cx="581" cy="145"/>
              <a:chOff x="614" y="2568"/>
              <a:chExt cx="725" cy="139"/>
            </a:xfrm>
          </p:grpSpPr>
          <p:sp>
            <p:nvSpPr>
              <p:cNvPr id="198" name="AutoShape 957">
                <a:extLst>
                  <a:ext uri="{FF2B5EF4-FFF2-40B4-BE49-F238E27FC236}">
                    <a16:creationId xmlns:a16="http://schemas.microsoft.com/office/drawing/2014/main" id="{435DFCEB-F2FD-7B44-93DA-9204E2E311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9" name="AutoShape 958">
                <a:extLst>
                  <a:ext uri="{FF2B5EF4-FFF2-40B4-BE49-F238E27FC236}">
                    <a16:creationId xmlns:a16="http://schemas.microsoft.com/office/drawing/2014/main" id="{521647D7-4114-1146-9C5A-F1DB4FEC81A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4" name="Rectangle 959">
              <a:extLst>
                <a:ext uri="{FF2B5EF4-FFF2-40B4-BE49-F238E27FC236}">
                  <a16:creationId xmlns:a16="http://schemas.microsoft.com/office/drawing/2014/main" id="{3A0D9FD6-DBAC-4B49-A55F-167642D66FA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5" name="Group 960">
              <a:extLst>
                <a:ext uri="{FF2B5EF4-FFF2-40B4-BE49-F238E27FC236}">
                  <a16:creationId xmlns:a16="http://schemas.microsoft.com/office/drawing/2014/main" id="{3CFA0950-BC76-3949-8726-38646B18FD5C}"/>
                </a:ext>
              </a:extLst>
            </p:cNvPr>
            <p:cNvGrpSpPr>
              <a:grpSpLocks/>
            </p:cNvGrpSpPr>
            <p:nvPr/>
          </p:nvGrpSpPr>
          <p:grpSpPr bwMode="auto">
            <a:xfrm>
              <a:off x="4747" y="994"/>
              <a:ext cx="581" cy="134"/>
              <a:chOff x="614" y="2568"/>
              <a:chExt cx="725" cy="139"/>
            </a:xfrm>
          </p:grpSpPr>
          <p:sp>
            <p:nvSpPr>
              <p:cNvPr id="196" name="AutoShape 961">
                <a:extLst>
                  <a:ext uri="{FF2B5EF4-FFF2-40B4-BE49-F238E27FC236}">
                    <a16:creationId xmlns:a16="http://schemas.microsoft.com/office/drawing/2014/main" id="{67127BA7-9D0A-2443-9190-C56C02906F6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AutoShape 962">
                <a:extLst>
                  <a:ext uri="{FF2B5EF4-FFF2-40B4-BE49-F238E27FC236}">
                    <a16:creationId xmlns:a16="http://schemas.microsoft.com/office/drawing/2014/main" id="{2C9F8790-3076-4541-A56A-E9305DCB098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6" name="Rectangle 963">
              <a:extLst>
                <a:ext uri="{FF2B5EF4-FFF2-40B4-BE49-F238E27FC236}">
                  <a16:creationId xmlns:a16="http://schemas.microsoft.com/office/drawing/2014/main" id="{4DE6A147-5BC7-FF41-B7AC-2BA9913BB098}"/>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7" name="Rectangle 964">
              <a:extLst>
                <a:ext uri="{FF2B5EF4-FFF2-40B4-BE49-F238E27FC236}">
                  <a16:creationId xmlns:a16="http://schemas.microsoft.com/office/drawing/2014/main" id="{53ECF0A1-6175-BE45-A32A-233E1942C8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78" name="Group 965">
              <a:extLst>
                <a:ext uri="{FF2B5EF4-FFF2-40B4-BE49-F238E27FC236}">
                  <a16:creationId xmlns:a16="http://schemas.microsoft.com/office/drawing/2014/main" id="{16810F93-1596-884B-B639-A3868A5CD4D8}"/>
                </a:ext>
              </a:extLst>
            </p:cNvPr>
            <p:cNvGrpSpPr>
              <a:grpSpLocks/>
            </p:cNvGrpSpPr>
            <p:nvPr/>
          </p:nvGrpSpPr>
          <p:grpSpPr bwMode="auto">
            <a:xfrm>
              <a:off x="4735" y="1627"/>
              <a:ext cx="582" cy="151"/>
              <a:chOff x="614" y="2568"/>
              <a:chExt cx="725" cy="139"/>
            </a:xfrm>
          </p:grpSpPr>
          <p:sp>
            <p:nvSpPr>
              <p:cNvPr id="194" name="AutoShape 966">
                <a:extLst>
                  <a:ext uri="{FF2B5EF4-FFF2-40B4-BE49-F238E27FC236}">
                    <a16:creationId xmlns:a16="http://schemas.microsoft.com/office/drawing/2014/main" id="{84EC0348-3D46-9445-B43C-6DC8DB392F6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AutoShape 967">
                <a:extLst>
                  <a:ext uri="{FF2B5EF4-FFF2-40B4-BE49-F238E27FC236}">
                    <a16:creationId xmlns:a16="http://schemas.microsoft.com/office/drawing/2014/main" id="{23A1F6B3-9F2D-5E41-8602-67921ABB12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79" name="Freeform 968">
              <a:extLst>
                <a:ext uri="{FF2B5EF4-FFF2-40B4-BE49-F238E27FC236}">
                  <a16:creationId xmlns:a16="http://schemas.microsoft.com/office/drawing/2014/main" id="{8FD6AEB5-BE60-044C-B32D-B433B740036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0" name="Group 969">
              <a:extLst>
                <a:ext uri="{FF2B5EF4-FFF2-40B4-BE49-F238E27FC236}">
                  <a16:creationId xmlns:a16="http://schemas.microsoft.com/office/drawing/2014/main" id="{30895737-AC01-6342-BADB-B3B3BFE7FC46}"/>
                </a:ext>
              </a:extLst>
            </p:cNvPr>
            <p:cNvGrpSpPr>
              <a:grpSpLocks/>
            </p:cNvGrpSpPr>
            <p:nvPr/>
          </p:nvGrpSpPr>
          <p:grpSpPr bwMode="auto">
            <a:xfrm>
              <a:off x="4739" y="1327"/>
              <a:ext cx="582" cy="139"/>
              <a:chOff x="614" y="2568"/>
              <a:chExt cx="725" cy="139"/>
            </a:xfrm>
          </p:grpSpPr>
          <p:sp>
            <p:nvSpPr>
              <p:cNvPr id="192" name="AutoShape 970">
                <a:extLst>
                  <a:ext uri="{FF2B5EF4-FFF2-40B4-BE49-F238E27FC236}">
                    <a16:creationId xmlns:a16="http://schemas.microsoft.com/office/drawing/2014/main" id="{2D690E63-3733-8E4E-B8F8-19245FF772B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3" name="AutoShape 971">
                <a:extLst>
                  <a:ext uri="{FF2B5EF4-FFF2-40B4-BE49-F238E27FC236}">
                    <a16:creationId xmlns:a16="http://schemas.microsoft.com/office/drawing/2014/main" id="{9CE827B0-221F-ED4A-A36B-E1EEFE27B7B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72">
              <a:extLst>
                <a:ext uri="{FF2B5EF4-FFF2-40B4-BE49-F238E27FC236}">
                  <a16:creationId xmlns:a16="http://schemas.microsoft.com/office/drawing/2014/main" id="{6DA44079-B2D7-9244-A5E0-9DF13556EBC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2" name="Freeform 973">
              <a:extLst>
                <a:ext uri="{FF2B5EF4-FFF2-40B4-BE49-F238E27FC236}">
                  <a16:creationId xmlns:a16="http://schemas.microsoft.com/office/drawing/2014/main" id="{E808BD44-A307-394D-8965-070EF3F8652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974">
              <a:extLst>
                <a:ext uri="{FF2B5EF4-FFF2-40B4-BE49-F238E27FC236}">
                  <a16:creationId xmlns:a16="http://schemas.microsoft.com/office/drawing/2014/main" id="{327FF4BF-3914-2143-83C7-C816B3E0AC3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Oval 975">
              <a:extLst>
                <a:ext uri="{FF2B5EF4-FFF2-40B4-BE49-F238E27FC236}">
                  <a16:creationId xmlns:a16="http://schemas.microsoft.com/office/drawing/2014/main" id="{09C51570-A4D3-D24C-A492-3811DD957CD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5" name="Freeform 976">
              <a:extLst>
                <a:ext uri="{FF2B5EF4-FFF2-40B4-BE49-F238E27FC236}">
                  <a16:creationId xmlns:a16="http://schemas.microsoft.com/office/drawing/2014/main" id="{BC2853B5-A39B-5A40-97DF-5ADB471224B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AutoShape 977">
              <a:extLst>
                <a:ext uri="{FF2B5EF4-FFF2-40B4-BE49-F238E27FC236}">
                  <a16:creationId xmlns:a16="http://schemas.microsoft.com/office/drawing/2014/main" id="{7928EDBA-57E1-B441-B1AF-CC0D62B2B5B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7" name="AutoShape 978">
              <a:extLst>
                <a:ext uri="{FF2B5EF4-FFF2-40B4-BE49-F238E27FC236}">
                  <a16:creationId xmlns:a16="http://schemas.microsoft.com/office/drawing/2014/main" id="{CC70E1A7-AAEC-6440-86AC-73ECE22D7A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8" name="Oval 979">
              <a:extLst>
                <a:ext uri="{FF2B5EF4-FFF2-40B4-BE49-F238E27FC236}">
                  <a16:creationId xmlns:a16="http://schemas.microsoft.com/office/drawing/2014/main" id="{2F7E7C91-0257-D84D-8AD1-4A152C818F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Oval 980">
              <a:extLst>
                <a:ext uri="{FF2B5EF4-FFF2-40B4-BE49-F238E27FC236}">
                  <a16:creationId xmlns:a16="http://schemas.microsoft.com/office/drawing/2014/main" id="{6AE127C2-D583-E74D-8B39-05EEBEBE23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0" name="Oval 981">
              <a:extLst>
                <a:ext uri="{FF2B5EF4-FFF2-40B4-BE49-F238E27FC236}">
                  <a16:creationId xmlns:a16="http://schemas.microsoft.com/office/drawing/2014/main" id="{0EDFA963-70E6-2E42-AAFE-E2F9BD64631D}"/>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1" name="Rectangle 982">
              <a:extLst>
                <a:ext uri="{FF2B5EF4-FFF2-40B4-BE49-F238E27FC236}">
                  <a16:creationId xmlns:a16="http://schemas.microsoft.com/office/drawing/2014/main" id="{27A6382E-A13F-A248-84BF-E9DBD71EE18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06" name="Text Box 8">
            <a:extLst>
              <a:ext uri="{FF2B5EF4-FFF2-40B4-BE49-F238E27FC236}">
                <a16:creationId xmlns:a16="http://schemas.microsoft.com/office/drawing/2014/main" id="{6066254D-E62E-B446-8950-17FDF2A183D7}"/>
              </a:ext>
            </a:extLst>
          </p:cNvPr>
          <p:cNvSpPr txBox="1">
            <a:spLocks noChangeArrowheads="1"/>
          </p:cNvSpPr>
          <p:nvPr/>
        </p:nvSpPr>
        <p:spPr bwMode="auto">
          <a:xfrm>
            <a:off x="10216734" y="5716780"/>
            <a:ext cx="1675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400" i="1" dirty="0">
                <a:solidFill>
                  <a:srgbClr val="000099"/>
                </a:solidFill>
                <a:latin typeface="Arial" panose="020B0604020202020204" pitchFamily="34" charset="0"/>
              </a:rPr>
              <a:t>destination</a:t>
            </a:r>
            <a:endParaRPr kumimoji="0" lang="en-US" altLang="en-US" sz="2400" b="0" i="1" u="none" strike="noStrike" kern="1200" cap="none" spc="0" normalizeH="0" baseline="0" noProof="0" dirty="0">
              <a:ln>
                <a:noFill/>
              </a:ln>
              <a:solidFill>
                <a:srgbClr val="000099"/>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3" name="Group 212">
            <a:extLst>
              <a:ext uri="{FF2B5EF4-FFF2-40B4-BE49-F238E27FC236}">
                <a16:creationId xmlns:a16="http://schemas.microsoft.com/office/drawing/2014/main" id="{94888FAE-136F-094E-BF2A-11D94A17BB7F}"/>
              </a:ext>
            </a:extLst>
          </p:cNvPr>
          <p:cNvGrpSpPr/>
          <p:nvPr/>
        </p:nvGrpSpPr>
        <p:grpSpPr>
          <a:xfrm>
            <a:off x="9221450" y="1413548"/>
            <a:ext cx="1765726" cy="4034752"/>
            <a:chOff x="1484027" y="1706480"/>
            <a:chExt cx="1765726" cy="4034752"/>
          </a:xfrm>
        </p:grpSpPr>
        <p:sp>
          <p:nvSpPr>
            <p:cNvPr id="214" name="Rectangle 24">
              <a:extLst>
                <a:ext uri="{FF2B5EF4-FFF2-40B4-BE49-F238E27FC236}">
                  <a16:creationId xmlns:a16="http://schemas.microsoft.com/office/drawing/2014/main" id="{FA7A7264-CB0E-4442-BA92-F16F6E6EF1F5}"/>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5" name="Text Box 26">
              <a:extLst>
                <a:ext uri="{FF2B5EF4-FFF2-40B4-BE49-F238E27FC236}">
                  <a16:creationId xmlns:a16="http://schemas.microsoft.com/office/drawing/2014/main" id="{D54F6320-1E23-E649-BFED-E007672E7AB0}"/>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application</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network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link</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physical</a:t>
              </a:r>
              <a:endParaRPr kumimoji="0" lang="en-US" altLang="en-US"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216" name="Straight Connector 215">
              <a:extLst>
                <a:ext uri="{FF2B5EF4-FFF2-40B4-BE49-F238E27FC236}">
                  <a16:creationId xmlns:a16="http://schemas.microsoft.com/office/drawing/2014/main" id="{3F2C66BF-55D8-0549-A9DA-934202F38DD5}"/>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CA370408-C974-CD4A-8EF6-0AEC3924D4ED}"/>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A7BF2B3-45B8-414A-8B63-2480CF8FA113}"/>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9A1FEA61-81C7-C449-880B-15A8ACAF5500}"/>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EE8BAFE3-3C6F-F143-9E4B-2A620EAB382E}"/>
              </a:ext>
            </a:extLst>
          </p:cNvPr>
          <p:cNvSpPr/>
          <p:nvPr/>
        </p:nvSpPr>
        <p:spPr>
          <a:xfrm>
            <a:off x="5584583" y="236840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3" name="Group 185">
            <a:extLst>
              <a:ext uri="{FF2B5EF4-FFF2-40B4-BE49-F238E27FC236}">
                <a16:creationId xmlns:a16="http://schemas.microsoft.com/office/drawing/2014/main" id="{EB20B2E4-EE78-334C-B142-D9716F510006}"/>
              </a:ext>
            </a:extLst>
          </p:cNvPr>
          <p:cNvGrpSpPr>
            <a:grpSpLocks/>
          </p:cNvGrpSpPr>
          <p:nvPr/>
        </p:nvGrpSpPr>
        <p:grpSpPr bwMode="auto">
          <a:xfrm>
            <a:off x="5690803" y="2434313"/>
            <a:ext cx="908050" cy="301625"/>
            <a:chOff x="1848" y="2046"/>
            <a:chExt cx="572" cy="190"/>
          </a:xfrm>
        </p:grpSpPr>
        <p:grpSp>
          <p:nvGrpSpPr>
            <p:cNvPr id="134" name="Group 179">
              <a:extLst>
                <a:ext uri="{FF2B5EF4-FFF2-40B4-BE49-F238E27FC236}">
                  <a16:creationId xmlns:a16="http://schemas.microsoft.com/office/drawing/2014/main" id="{1D5E26E8-DD67-F64E-B7A5-CF2A5868C4FE}"/>
                </a:ext>
              </a:extLst>
            </p:cNvPr>
            <p:cNvGrpSpPr>
              <a:grpSpLocks/>
            </p:cNvGrpSpPr>
            <p:nvPr/>
          </p:nvGrpSpPr>
          <p:grpSpPr bwMode="auto">
            <a:xfrm>
              <a:off x="1848" y="2047"/>
              <a:ext cx="187" cy="184"/>
              <a:chOff x="1959" y="2058"/>
              <a:chExt cx="187" cy="184"/>
            </a:xfrm>
          </p:grpSpPr>
          <p:sp>
            <p:nvSpPr>
              <p:cNvPr id="138" name="Rectangle 180">
                <a:extLst>
                  <a:ext uri="{FF2B5EF4-FFF2-40B4-BE49-F238E27FC236}">
                    <a16:creationId xmlns:a16="http://schemas.microsoft.com/office/drawing/2014/main" id="{A0FF28E6-68F8-9D49-858D-54A894437AE3}"/>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9" name="Rectangle 181">
                <a:extLst>
                  <a:ext uri="{FF2B5EF4-FFF2-40B4-BE49-F238E27FC236}">
                    <a16:creationId xmlns:a16="http://schemas.microsoft.com/office/drawing/2014/main" id="{57F4F79C-9470-0243-9459-9DE005B149AC}"/>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35" name="Group 182">
              <a:extLst>
                <a:ext uri="{FF2B5EF4-FFF2-40B4-BE49-F238E27FC236}">
                  <a16:creationId xmlns:a16="http://schemas.microsoft.com/office/drawing/2014/main" id="{C814D838-F088-1449-A73B-3285342C6057}"/>
                </a:ext>
              </a:extLst>
            </p:cNvPr>
            <p:cNvGrpSpPr>
              <a:grpSpLocks/>
            </p:cNvGrpSpPr>
            <p:nvPr/>
          </p:nvGrpSpPr>
          <p:grpSpPr bwMode="auto">
            <a:xfrm>
              <a:off x="1992" y="2046"/>
              <a:ext cx="428" cy="190"/>
              <a:chOff x="780" y="1553"/>
              <a:chExt cx="428" cy="190"/>
            </a:xfrm>
          </p:grpSpPr>
          <p:sp>
            <p:nvSpPr>
              <p:cNvPr id="136" name="Rectangle 183">
                <a:extLst>
                  <a:ext uri="{FF2B5EF4-FFF2-40B4-BE49-F238E27FC236}">
                    <a16:creationId xmlns:a16="http://schemas.microsoft.com/office/drawing/2014/main" id="{744B26E9-8C84-AF45-BC0E-C09188489CFA}"/>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7" name="Rectangle 184">
                <a:extLst>
                  <a:ext uri="{FF2B5EF4-FFF2-40B4-BE49-F238E27FC236}">
                    <a16:creationId xmlns:a16="http://schemas.microsoft.com/office/drawing/2014/main" id="{71A3F897-85F9-4241-906F-6308455A3CA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96" name="Group 175">
            <a:extLst>
              <a:ext uri="{FF2B5EF4-FFF2-40B4-BE49-F238E27FC236}">
                <a16:creationId xmlns:a16="http://schemas.microsoft.com/office/drawing/2014/main" id="{AC026B9A-C8C6-C045-8CBD-B9022027FFE8}"/>
              </a:ext>
            </a:extLst>
          </p:cNvPr>
          <p:cNvGrpSpPr>
            <a:grpSpLocks/>
          </p:cNvGrpSpPr>
          <p:nvPr/>
        </p:nvGrpSpPr>
        <p:grpSpPr bwMode="auto">
          <a:xfrm>
            <a:off x="5937404" y="1548324"/>
            <a:ext cx="679450" cy="301625"/>
            <a:chOff x="780" y="1553"/>
            <a:chExt cx="428" cy="190"/>
          </a:xfrm>
        </p:grpSpPr>
        <p:sp>
          <p:nvSpPr>
            <p:cNvPr id="97" name="Rectangle 176">
              <a:extLst>
                <a:ext uri="{FF2B5EF4-FFF2-40B4-BE49-F238E27FC236}">
                  <a16:creationId xmlns:a16="http://schemas.microsoft.com/office/drawing/2014/main" id="{10F5A1DA-0939-D34B-B227-29AA407BCDD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8" name="Rectangle 177">
              <a:extLst>
                <a:ext uri="{FF2B5EF4-FFF2-40B4-BE49-F238E27FC236}">
                  <a16:creationId xmlns:a16="http://schemas.microsoft.com/office/drawing/2014/main" id="{2086AF53-43CC-814A-BA4C-260362990784}"/>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0" name="Rectangle 79">
            <a:extLst>
              <a:ext uri="{FF2B5EF4-FFF2-40B4-BE49-F238E27FC236}">
                <a16:creationId xmlns:a16="http://schemas.microsoft.com/office/drawing/2014/main" id="{664C90AC-8D4A-5646-A57F-0F37EE375E51}"/>
              </a:ext>
            </a:extLst>
          </p:cNvPr>
          <p:cNvSpPr/>
          <p:nvPr/>
        </p:nvSpPr>
        <p:spPr>
          <a:xfrm>
            <a:off x="5356172" y="331949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EB00013B-973D-F145-BC62-E1EB59B2D1F7}"/>
              </a:ext>
            </a:extLst>
          </p:cNvPr>
          <p:cNvGrpSpPr/>
          <p:nvPr/>
        </p:nvGrpSpPr>
        <p:grpSpPr>
          <a:xfrm>
            <a:off x="5418625" y="3360607"/>
            <a:ext cx="1058375" cy="307296"/>
            <a:chOff x="5509436" y="3287899"/>
            <a:chExt cx="1058375" cy="307296"/>
          </a:xfrm>
        </p:grpSpPr>
        <p:grpSp>
          <p:nvGrpSpPr>
            <p:cNvPr id="83" name="Group 182">
              <a:extLst>
                <a:ext uri="{FF2B5EF4-FFF2-40B4-BE49-F238E27FC236}">
                  <a16:creationId xmlns:a16="http://schemas.microsoft.com/office/drawing/2014/main" id="{92B476DA-1332-E245-A063-5F18A8ED561F}"/>
                </a:ext>
              </a:extLst>
            </p:cNvPr>
            <p:cNvGrpSpPr>
              <a:grpSpLocks/>
            </p:cNvGrpSpPr>
            <p:nvPr/>
          </p:nvGrpSpPr>
          <p:grpSpPr bwMode="auto">
            <a:xfrm>
              <a:off x="5510535" y="3293570"/>
              <a:ext cx="1057276" cy="301625"/>
              <a:chOff x="469" y="1531"/>
              <a:chExt cx="666" cy="190"/>
            </a:xfrm>
          </p:grpSpPr>
          <p:sp>
            <p:nvSpPr>
              <p:cNvPr id="84" name="Rectangle 183">
                <a:extLst>
                  <a:ext uri="{FF2B5EF4-FFF2-40B4-BE49-F238E27FC236}">
                    <a16:creationId xmlns:a16="http://schemas.microsoft.com/office/drawing/2014/main" id="{35A3A0E8-5840-8E42-ADE8-7EB044576C1C}"/>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184">
                <a:extLst>
                  <a:ext uri="{FF2B5EF4-FFF2-40B4-BE49-F238E27FC236}">
                    <a16:creationId xmlns:a16="http://schemas.microsoft.com/office/drawing/2014/main" id="{55600375-23A3-CD4E-BBD9-EE07BA4AED64}"/>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87" name="Rectangle 181">
              <a:extLst>
                <a:ext uri="{FF2B5EF4-FFF2-40B4-BE49-F238E27FC236}">
                  <a16:creationId xmlns:a16="http://schemas.microsoft.com/office/drawing/2014/main" id="{51F428BA-8794-2B46-B109-1D511F62E555}"/>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88" name="Rectangle 181">
              <a:extLst>
                <a:ext uri="{FF2B5EF4-FFF2-40B4-BE49-F238E27FC236}">
                  <a16:creationId xmlns:a16="http://schemas.microsoft.com/office/drawing/2014/main" id="{E5D95958-8C54-6242-A3B1-968E6AC629AC}"/>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4" name="Straight Connector 3">
              <a:extLst>
                <a:ext uri="{FF2B5EF4-FFF2-40B4-BE49-F238E27FC236}">
                  <a16:creationId xmlns:a16="http://schemas.microsoft.com/office/drawing/2014/main" id="{AE213470-EFFE-1143-AE70-3E6F1DF5204B}"/>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B823437-9FDA-D44D-8E28-4933018C3600}"/>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A5D21437-EB31-B049-BCA8-EA76E03FEDB7}"/>
              </a:ext>
            </a:extLst>
          </p:cNvPr>
          <p:cNvGrpSpPr/>
          <p:nvPr/>
        </p:nvGrpSpPr>
        <p:grpSpPr>
          <a:xfrm>
            <a:off x="7629993" y="1484027"/>
            <a:ext cx="1535906" cy="3792511"/>
            <a:chOff x="7629993" y="1484027"/>
            <a:chExt cx="1535906" cy="3792511"/>
          </a:xfrm>
        </p:grpSpPr>
        <p:sp>
          <p:nvSpPr>
            <p:cNvPr id="119" name="Freeform 118">
              <a:extLst>
                <a:ext uri="{FF2B5EF4-FFF2-40B4-BE49-F238E27FC236}">
                  <a16:creationId xmlns:a16="http://schemas.microsoft.com/office/drawing/2014/main" id="{2E3C13E9-FC91-E54D-9DC5-AFD70E3CBBAA}"/>
                </a:ext>
              </a:extLst>
            </p:cNvPr>
            <p:cNvSpPr/>
            <p:nvPr/>
          </p:nvSpPr>
          <p:spPr>
            <a:xfrm flipH="1">
              <a:off x="7629993" y="1484027"/>
              <a:ext cx="1201062" cy="3792511"/>
            </a:xfrm>
            <a:custGeom>
              <a:avLst/>
              <a:gdLst>
                <a:gd name="connsiteX0" fmla="*/ 1822537 w 1822537"/>
                <a:gd name="connsiteY0" fmla="*/ 3263030 h 3263030"/>
                <a:gd name="connsiteX1" fmla="*/ 6263 w 1822537"/>
                <a:gd name="connsiteY1" fmla="*/ 2743200 h 3263030"/>
                <a:gd name="connsiteX2" fmla="*/ 0 w 1822537"/>
                <a:gd name="connsiteY2" fmla="*/ 0 h 3263030"/>
              </a:gdLst>
              <a:ahLst/>
              <a:cxnLst>
                <a:cxn ang="0">
                  <a:pos x="connsiteX0" y="connsiteY0"/>
                </a:cxn>
                <a:cxn ang="0">
                  <a:pos x="connsiteX1" y="connsiteY1"/>
                </a:cxn>
                <a:cxn ang="0">
                  <a:pos x="connsiteX2" y="connsiteY2"/>
                </a:cxn>
              </a:cxnLst>
              <a:rect l="l" t="t" r="r" b="b"/>
              <a:pathLst>
                <a:path w="1822537" h="3263030">
                  <a:moveTo>
                    <a:pt x="1822537" y="3263030"/>
                  </a:moveTo>
                  <a:lnTo>
                    <a:pt x="6263" y="2743200"/>
                  </a:lnTo>
                  <a:cubicBezTo>
                    <a:pt x="4175" y="1828800"/>
                    <a:pt x="2088" y="914400"/>
                    <a:pt x="0" y="0"/>
                  </a:cubicBezTo>
                </a:path>
              </a:pathLst>
            </a:custGeom>
            <a:noFill/>
            <a:ln w="44450">
              <a:solidFill>
                <a:srgbClr val="C00000"/>
              </a:solidFill>
              <a:tailEnd type="triangle" w="med"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0" name="Group 119">
              <a:extLst>
                <a:ext uri="{FF2B5EF4-FFF2-40B4-BE49-F238E27FC236}">
                  <a16:creationId xmlns:a16="http://schemas.microsoft.com/office/drawing/2014/main" id="{92B38A84-24FD-C544-987C-947AA35CE4C5}"/>
                </a:ext>
              </a:extLst>
            </p:cNvPr>
            <p:cNvGrpSpPr/>
            <p:nvPr/>
          </p:nvGrpSpPr>
          <p:grpSpPr>
            <a:xfrm>
              <a:off x="7693325" y="4097936"/>
              <a:ext cx="1470663" cy="389744"/>
              <a:chOff x="6216702" y="5375649"/>
              <a:chExt cx="1470663" cy="389744"/>
            </a:xfrm>
          </p:grpSpPr>
          <p:sp>
            <p:nvSpPr>
              <p:cNvPr id="121" name="Rectangle 120">
                <a:extLst>
                  <a:ext uri="{FF2B5EF4-FFF2-40B4-BE49-F238E27FC236}">
                    <a16:creationId xmlns:a16="http://schemas.microsoft.com/office/drawing/2014/main" id="{4CDD6D97-0BE7-0549-9C77-11B2E0248059}"/>
                  </a:ext>
                </a:extLst>
              </p:cNvPr>
              <p:cNvSpPr/>
              <p:nvPr/>
            </p:nvSpPr>
            <p:spPr>
              <a:xfrm>
                <a:off x="6477000" y="537564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2" name="Group 182">
                <a:extLst>
                  <a:ext uri="{FF2B5EF4-FFF2-40B4-BE49-F238E27FC236}">
                    <a16:creationId xmlns:a16="http://schemas.microsoft.com/office/drawing/2014/main" id="{0DBA1D16-ECC0-6340-A5E0-A93C4A81AED6}"/>
                  </a:ext>
                </a:extLst>
              </p:cNvPr>
              <p:cNvGrpSpPr>
                <a:grpSpLocks/>
              </p:cNvGrpSpPr>
              <p:nvPr/>
            </p:nvGrpSpPr>
            <p:grpSpPr bwMode="auto">
              <a:xfrm>
                <a:off x="6216702" y="5392448"/>
                <a:ext cx="1381126" cy="301625"/>
                <a:chOff x="265" y="1531"/>
                <a:chExt cx="870" cy="190"/>
              </a:xfrm>
            </p:grpSpPr>
            <p:sp>
              <p:nvSpPr>
                <p:cNvPr id="130" name="Rectangle 183">
                  <a:extLst>
                    <a:ext uri="{FF2B5EF4-FFF2-40B4-BE49-F238E27FC236}">
                      <a16:creationId xmlns:a16="http://schemas.microsoft.com/office/drawing/2014/main" id="{973B9FB6-C384-9B48-9B9C-233F0A0DBC0A}"/>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31" name="Rectangle 184">
                  <a:extLst>
                    <a:ext uri="{FF2B5EF4-FFF2-40B4-BE49-F238E27FC236}">
                      <a16:creationId xmlns:a16="http://schemas.microsoft.com/office/drawing/2014/main" id="{3F4F223D-5B6B-4E46-9BB6-14710B320CAE}"/>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23" name="Rectangle 181">
                <a:extLst>
                  <a:ext uri="{FF2B5EF4-FFF2-40B4-BE49-F238E27FC236}">
                    <a16:creationId xmlns:a16="http://schemas.microsoft.com/office/drawing/2014/main" id="{5258144E-5499-AD49-BC8B-BE256AE9A30C}"/>
                  </a:ext>
                </a:extLst>
              </p:cNvPr>
              <p:cNvSpPr>
                <a:spLocks noChangeArrowheads="1"/>
              </p:cNvSpPr>
              <p:nvPr/>
            </p:nvSpPr>
            <p:spPr bwMode="auto">
              <a:xfrm>
                <a:off x="6801757" y="5404115"/>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24" name="Rectangle 181">
                <a:extLst>
                  <a:ext uri="{FF2B5EF4-FFF2-40B4-BE49-F238E27FC236}">
                    <a16:creationId xmlns:a16="http://schemas.microsoft.com/office/drawing/2014/main" id="{AA376B89-1E9F-2B4E-BC10-4D886A9404A6}"/>
                  </a:ext>
                </a:extLst>
              </p:cNvPr>
              <p:cNvSpPr>
                <a:spLocks noChangeArrowheads="1"/>
              </p:cNvSpPr>
              <p:nvPr/>
            </p:nvSpPr>
            <p:spPr bwMode="auto">
              <a:xfrm>
                <a:off x="6539453" y="5386777"/>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25" name="Straight Connector 124">
                <a:extLst>
                  <a:ext uri="{FF2B5EF4-FFF2-40B4-BE49-F238E27FC236}">
                    <a16:creationId xmlns:a16="http://schemas.microsoft.com/office/drawing/2014/main" id="{A158D1E0-EC39-B24D-B774-0F90A7D44B42}"/>
                  </a:ext>
                </a:extLst>
              </p:cNvPr>
              <p:cNvCxnSpPr>
                <a:cxnSpLocks/>
              </p:cNvCxnSpPr>
              <p:nvPr/>
            </p:nvCxnSpPr>
            <p:spPr>
              <a:xfrm>
                <a:off x="7106894" y="542102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48C5D3C3-9FD9-A44F-928B-E71825DFF240}"/>
                  </a:ext>
                </a:extLst>
              </p:cNvPr>
              <p:cNvCxnSpPr/>
              <p:nvPr/>
            </p:nvCxnSpPr>
            <p:spPr>
              <a:xfrm>
                <a:off x="6826395" y="5419311"/>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81">
                <a:extLst>
                  <a:ext uri="{FF2B5EF4-FFF2-40B4-BE49-F238E27FC236}">
                    <a16:creationId xmlns:a16="http://schemas.microsoft.com/office/drawing/2014/main" id="{225DB40F-4099-ED4A-9278-26E92634A4C9}"/>
                  </a:ext>
                </a:extLst>
              </p:cNvPr>
              <p:cNvSpPr>
                <a:spLocks noChangeArrowheads="1"/>
              </p:cNvSpPr>
              <p:nvPr/>
            </p:nvSpPr>
            <p:spPr bwMode="auto">
              <a:xfrm>
                <a:off x="6236418" y="5394426"/>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129" name="Straight Connector 128">
                <a:extLst>
                  <a:ext uri="{FF2B5EF4-FFF2-40B4-BE49-F238E27FC236}">
                    <a16:creationId xmlns:a16="http://schemas.microsoft.com/office/drawing/2014/main" id="{D9C2CF80-D780-354F-8B0F-64498B55F617}"/>
                  </a:ext>
                </a:extLst>
              </p:cNvPr>
              <p:cNvCxnSpPr/>
              <p:nvPr/>
            </p:nvCxnSpPr>
            <p:spPr>
              <a:xfrm>
                <a:off x="6505708" y="5419900"/>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F9A41558-760A-B044-A2E4-76228C31F8A4}"/>
                </a:ext>
              </a:extLst>
            </p:cNvPr>
            <p:cNvGrpSpPr/>
            <p:nvPr/>
          </p:nvGrpSpPr>
          <p:grpSpPr>
            <a:xfrm>
              <a:off x="8014421" y="3363106"/>
              <a:ext cx="1058375" cy="307296"/>
              <a:chOff x="5509436" y="3287899"/>
              <a:chExt cx="1058375" cy="307296"/>
            </a:xfrm>
          </p:grpSpPr>
          <p:grpSp>
            <p:nvGrpSpPr>
              <p:cNvPr id="140" name="Group 182">
                <a:extLst>
                  <a:ext uri="{FF2B5EF4-FFF2-40B4-BE49-F238E27FC236}">
                    <a16:creationId xmlns:a16="http://schemas.microsoft.com/office/drawing/2014/main" id="{C1155C62-A602-444F-B19F-4DA3FA3F7D88}"/>
                  </a:ext>
                </a:extLst>
              </p:cNvPr>
              <p:cNvGrpSpPr>
                <a:grpSpLocks/>
              </p:cNvGrpSpPr>
              <p:nvPr/>
            </p:nvGrpSpPr>
            <p:grpSpPr bwMode="auto">
              <a:xfrm>
                <a:off x="5510535" y="3293570"/>
                <a:ext cx="1057276" cy="301625"/>
                <a:chOff x="469" y="1531"/>
                <a:chExt cx="666" cy="190"/>
              </a:xfrm>
            </p:grpSpPr>
            <p:sp>
              <p:nvSpPr>
                <p:cNvPr id="147" name="Rectangle 183">
                  <a:extLst>
                    <a:ext uri="{FF2B5EF4-FFF2-40B4-BE49-F238E27FC236}">
                      <a16:creationId xmlns:a16="http://schemas.microsoft.com/office/drawing/2014/main" id="{2D53D250-0610-284E-81F1-879A700C00E2}"/>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1" name="Rectangle 184">
                  <a:extLst>
                    <a:ext uri="{FF2B5EF4-FFF2-40B4-BE49-F238E27FC236}">
                      <a16:creationId xmlns:a16="http://schemas.microsoft.com/office/drawing/2014/main" id="{0ACD3527-E9B9-6D4D-8007-099BBDDFF1A9}"/>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141" name="Rectangle 181">
                <a:extLst>
                  <a:ext uri="{FF2B5EF4-FFF2-40B4-BE49-F238E27FC236}">
                    <a16:creationId xmlns:a16="http://schemas.microsoft.com/office/drawing/2014/main" id="{38AD7C4D-A21D-0347-A026-DC5DDA65CFD1}"/>
                  </a:ext>
                </a:extLst>
              </p:cNvPr>
              <p:cNvSpPr>
                <a:spLocks noChangeArrowheads="1"/>
              </p:cNvSpPr>
              <p:nvPr/>
            </p:nvSpPr>
            <p:spPr bwMode="auto">
              <a:xfrm>
                <a:off x="5771740" y="3305237"/>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142" name="Rectangle 181">
                <a:extLst>
                  <a:ext uri="{FF2B5EF4-FFF2-40B4-BE49-F238E27FC236}">
                    <a16:creationId xmlns:a16="http://schemas.microsoft.com/office/drawing/2014/main" id="{283EF6F9-EBD6-0643-B547-9A89925CC425}"/>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145" name="Straight Connector 144">
                <a:extLst>
                  <a:ext uri="{FF2B5EF4-FFF2-40B4-BE49-F238E27FC236}">
                    <a16:creationId xmlns:a16="http://schemas.microsoft.com/office/drawing/2014/main" id="{FF1A7170-6A51-3D48-AEA7-1F523F75B4D6}"/>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7519B9E-323B-804C-8AD0-4C25771A040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5A2AE95C-185C-8444-B654-78F71C71DE49}"/>
                </a:ext>
              </a:extLst>
            </p:cNvPr>
            <p:cNvGrpSpPr/>
            <p:nvPr/>
          </p:nvGrpSpPr>
          <p:grpSpPr>
            <a:xfrm>
              <a:off x="8257849" y="2658970"/>
              <a:ext cx="908050" cy="301625"/>
              <a:chOff x="6877524" y="6049441"/>
              <a:chExt cx="908050" cy="301625"/>
            </a:xfrm>
          </p:grpSpPr>
          <p:grpSp>
            <p:nvGrpSpPr>
              <p:cNvPr id="155" name="Group 179">
                <a:extLst>
                  <a:ext uri="{FF2B5EF4-FFF2-40B4-BE49-F238E27FC236}">
                    <a16:creationId xmlns:a16="http://schemas.microsoft.com/office/drawing/2014/main" id="{F7F3A59D-8E1C-0843-A91C-661B48C280F7}"/>
                  </a:ext>
                </a:extLst>
              </p:cNvPr>
              <p:cNvGrpSpPr>
                <a:grpSpLocks/>
              </p:cNvGrpSpPr>
              <p:nvPr/>
            </p:nvGrpSpPr>
            <p:grpSpPr bwMode="auto">
              <a:xfrm>
                <a:off x="6877524" y="6051029"/>
                <a:ext cx="296863" cy="292100"/>
                <a:chOff x="1959" y="2058"/>
                <a:chExt cx="187" cy="184"/>
              </a:xfrm>
            </p:grpSpPr>
            <p:sp>
              <p:nvSpPr>
                <p:cNvPr id="159" name="Rectangle 180">
                  <a:extLst>
                    <a:ext uri="{FF2B5EF4-FFF2-40B4-BE49-F238E27FC236}">
                      <a16:creationId xmlns:a16="http://schemas.microsoft.com/office/drawing/2014/main" id="{D8D8CDAC-1743-F44C-8814-3E710C0D8F89}"/>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Rectangle 181">
                  <a:extLst>
                    <a:ext uri="{FF2B5EF4-FFF2-40B4-BE49-F238E27FC236}">
                      <a16:creationId xmlns:a16="http://schemas.microsoft.com/office/drawing/2014/main" id="{2BF6322B-3EB6-C74A-B78F-2C3780E0EF34}"/>
                    </a:ext>
                  </a:extLst>
                </p:cNvPr>
                <p:cNvSpPr>
                  <a:spLocks noChangeArrowheads="1"/>
                </p:cNvSpPr>
                <p:nvPr/>
              </p:nvSpPr>
              <p:spPr bwMode="auto">
                <a:xfrm>
                  <a:off x="1959" y="2058"/>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grpSp>
          <p:grpSp>
            <p:nvGrpSpPr>
              <p:cNvPr id="156" name="Group 182">
                <a:extLst>
                  <a:ext uri="{FF2B5EF4-FFF2-40B4-BE49-F238E27FC236}">
                    <a16:creationId xmlns:a16="http://schemas.microsoft.com/office/drawing/2014/main" id="{EEA95EC8-682A-ED49-9AD0-BB0068E93C67}"/>
                  </a:ext>
                </a:extLst>
              </p:cNvPr>
              <p:cNvGrpSpPr>
                <a:grpSpLocks/>
              </p:cNvGrpSpPr>
              <p:nvPr/>
            </p:nvGrpSpPr>
            <p:grpSpPr bwMode="auto">
              <a:xfrm>
                <a:off x="7106124" y="6049441"/>
                <a:ext cx="679450" cy="301625"/>
                <a:chOff x="780" y="1553"/>
                <a:chExt cx="428" cy="190"/>
              </a:xfrm>
            </p:grpSpPr>
            <p:sp>
              <p:nvSpPr>
                <p:cNvPr id="157" name="Rectangle 183">
                  <a:extLst>
                    <a:ext uri="{FF2B5EF4-FFF2-40B4-BE49-F238E27FC236}">
                      <a16:creationId xmlns:a16="http://schemas.microsoft.com/office/drawing/2014/main" id="{FFE8EEA0-FBAD-384F-AB6F-D39C89FF6B03}"/>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8" name="Rectangle 184">
                  <a:extLst>
                    <a:ext uri="{FF2B5EF4-FFF2-40B4-BE49-F238E27FC236}">
                      <a16:creationId xmlns:a16="http://schemas.microsoft.com/office/drawing/2014/main" id="{9C401D53-7DDF-E146-8622-C9BE9D947C20}"/>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grpSp>
          <p:nvGrpSpPr>
            <p:cNvPr id="162" name="Group 175">
              <a:extLst>
                <a:ext uri="{FF2B5EF4-FFF2-40B4-BE49-F238E27FC236}">
                  <a16:creationId xmlns:a16="http://schemas.microsoft.com/office/drawing/2014/main" id="{22C4D71A-308A-D147-9E34-D1EFF8D1F18B}"/>
                </a:ext>
              </a:extLst>
            </p:cNvPr>
            <p:cNvGrpSpPr>
              <a:grpSpLocks/>
            </p:cNvGrpSpPr>
            <p:nvPr/>
          </p:nvGrpSpPr>
          <p:grpSpPr bwMode="auto">
            <a:xfrm>
              <a:off x="8465451" y="1880020"/>
              <a:ext cx="679450" cy="301625"/>
              <a:chOff x="780" y="1553"/>
              <a:chExt cx="428" cy="190"/>
            </a:xfrm>
          </p:grpSpPr>
          <p:sp>
            <p:nvSpPr>
              <p:cNvPr id="163" name="Rectangle 176">
                <a:extLst>
                  <a:ext uri="{FF2B5EF4-FFF2-40B4-BE49-F238E27FC236}">
                    <a16:creationId xmlns:a16="http://schemas.microsoft.com/office/drawing/2014/main" id="{1BB3E472-5096-EB4B-9536-B45F30797C16}"/>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4" name="Rectangle 177">
                <a:extLst>
                  <a:ext uri="{FF2B5EF4-FFF2-40B4-BE49-F238E27FC236}">
                    <a16:creationId xmlns:a16="http://schemas.microsoft.com/office/drawing/2014/main" id="{37DB6D54-3397-3949-A1CA-B2DA46101546}"/>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165" name="Freeform 8">
            <a:extLst>
              <a:ext uri="{FF2B5EF4-FFF2-40B4-BE49-F238E27FC236}">
                <a16:creationId xmlns:a16="http://schemas.microsoft.com/office/drawing/2014/main" id="{2F028C19-F830-D644-B8E0-645A3A1596FF}"/>
              </a:ext>
            </a:extLst>
          </p:cNvPr>
          <p:cNvSpPr>
            <a:spLocks/>
          </p:cNvSpPr>
          <p:nvPr/>
        </p:nvSpPr>
        <p:spPr bwMode="auto">
          <a:xfrm>
            <a:off x="3570599" y="4675377"/>
            <a:ext cx="4136844" cy="601045"/>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9988"/>
              <a:gd name="connsiteY0" fmla="*/ 0 h 1622"/>
              <a:gd name="connsiteX1" fmla="*/ 2306 w 9988"/>
              <a:gd name="connsiteY1" fmla="*/ 1583 h 1622"/>
              <a:gd name="connsiteX2" fmla="*/ 9988 w 9988"/>
              <a:gd name="connsiteY2" fmla="*/ 1622 h 1622"/>
            </a:gdLst>
            <a:ahLst/>
            <a:cxnLst>
              <a:cxn ang="0">
                <a:pos x="connsiteX0" y="connsiteY0"/>
              </a:cxn>
              <a:cxn ang="0">
                <a:pos x="connsiteX1" y="connsiteY1"/>
              </a:cxn>
              <a:cxn ang="0">
                <a:pos x="connsiteX2" y="connsiteY2"/>
              </a:cxn>
            </a:cxnLst>
            <a:rect l="l" t="t" r="r" b="b"/>
            <a:pathLst>
              <a:path w="9988" h="1622">
                <a:moveTo>
                  <a:pt x="0" y="0"/>
                </a:moveTo>
                <a:lnTo>
                  <a:pt x="2306" y="1583"/>
                </a:lnTo>
                <a:lnTo>
                  <a:pt x="9988" y="1622"/>
                </a:ln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 name="Group 14">
            <a:extLst>
              <a:ext uri="{FF2B5EF4-FFF2-40B4-BE49-F238E27FC236}">
                <a16:creationId xmlns:a16="http://schemas.microsoft.com/office/drawing/2014/main" id="{18972F90-3C74-DB40-87B9-AFD313A6FA79}"/>
              </a:ext>
            </a:extLst>
          </p:cNvPr>
          <p:cNvGrpSpPr/>
          <p:nvPr/>
        </p:nvGrpSpPr>
        <p:grpSpPr>
          <a:xfrm>
            <a:off x="3186222" y="2137612"/>
            <a:ext cx="1079388" cy="1910319"/>
            <a:chOff x="3186222" y="2137612"/>
            <a:chExt cx="1079388" cy="1910319"/>
          </a:xfrm>
        </p:grpSpPr>
        <p:sp>
          <p:nvSpPr>
            <p:cNvPr id="10" name="TextBox 9">
              <a:extLst>
                <a:ext uri="{FF2B5EF4-FFF2-40B4-BE49-F238E27FC236}">
                  <a16:creationId xmlns:a16="http://schemas.microsoft.com/office/drawing/2014/main" id="{F4282034-58EE-6443-97BE-4033A6975AE5}"/>
                </a:ext>
              </a:extLst>
            </p:cNvPr>
            <p:cNvSpPr txBox="1"/>
            <p:nvPr/>
          </p:nvSpPr>
          <p:spPr>
            <a:xfrm>
              <a:off x="3186222" y="2137612"/>
              <a:ext cx="997068" cy="369332"/>
            </a:xfrm>
            <a:prstGeom prst="rect">
              <a:avLst/>
            </a:prstGeom>
            <a:noFill/>
          </p:spPr>
          <p:txBody>
            <a:bodyPr wrap="none" rtlCol="0">
              <a:spAutoFit/>
            </a:bodyPr>
            <a:lstStyle/>
            <a:p>
              <a:r>
                <a:rPr lang="en-US" dirty="0"/>
                <a:t>message</a:t>
              </a:r>
            </a:p>
          </p:txBody>
        </p:sp>
        <p:sp>
          <p:nvSpPr>
            <p:cNvPr id="166" name="TextBox 165">
              <a:extLst>
                <a:ext uri="{FF2B5EF4-FFF2-40B4-BE49-F238E27FC236}">
                  <a16:creationId xmlns:a16="http://schemas.microsoft.com/office/drawing/2014/main" id="{8BE5EF03-00F9-6A41-8F0C-CAAFE7A85EE6}"/>
                </a:ext>
              </a:extLst>
            </p:cNvPr>
            <p:cNvSpPr txBox="1"/>
            <p:nvPr/>
          </p:nvSpPr>
          <p:spPr>
            <a:xfrm>
              <a:off x="3192100" y="2928436"/>
              <a:ext cx="995272" cy="369332"/>
            </a:xfrm>
            <a:prstGeom prst="rect">
              <a:avLst/>
            </a:prstGeom>
            <a:noFill/>
          </p:spPr>
          <p:txBody>
            <a:bodyPr wrap="none" rtlCol="0">
              <a:spAutoFit/>
            </a:bodyPr>
            <a:lstStyle/>
            <a:p>
              <a:r>
                <a:rPr lang="en-US" dirty="0"/>
                <a:t>segment</a:t>
              </a:r>
            </a:p>
          </p:txBody>
        </p:sp>
        <p:sp>
          <p:nvSpPr>
            <p:cNvPr id="200" name="TextBox 199">
              <a:extLst>
                <a:ext uri="{FF2B5EF4-FFF2-40B4-BE49-F238E27FC236}">
                  <a16:creationId xmlns:a16="http://schemas.microsoft.com/office/drawing/2014/main" id="{DD9ACBFF-6D46-1C46-8036-50329CCCA60E}"/>
                </a:ext>
              </a:extLst>
            </p:cNvPr>
            <p:cNvSpPr txBox="1"/>
            <p:nvPr/>
          </p:nvSpPr>
          <p:spPr>
            <a:xfrm>
              <a:off x="3186532" y="3678599"/>
              <a:ext cx="1079078" cy="369332"/>
            </a:xfrm>
            <a:prstGeom prst="rect">
              <a:avLst/>
            </a:prstGeom>
            <a:noFill/>
          </p:spPr>
          <p:txBody>
            <a:bodyPr wrap="none" rtlCol="0">
              <a:spAutoFit/>
            </a:bodyPr>
            <a:lstStyle/>
            <a:p>
              <a:r>
                <a:rPr lang="en-US" dirty="0"/>
                <a:t>datagram</a:t>
              </a:r>
            </a:p>
          </p:txBody>
        </p:sp>
      </p:grpSp>
      <p:sp>
        <p:nvSpPr>
          <p:cNvPr id="201" name="TextBox 200">
            <a:extLst>
              <a:ext uri="{FF2B5EF4-FFF2-40B4-BE49-F238E27FC236}">
                <a16:creationId xmlns:a16="http://schemas.microsoft.com/office/drawing/2014/main" id="{1BE94808-747E-4346-8BA9-1245F5340481}"/>
              </a:ext>
            </a:extLst>
          </p:cNvPr>
          <p:cNvSpPr txBox="1"/>
          <p:nvPr/>
        </p:nvSpPr>
        <p:spPr>
          <a:xfrm>
            <a:off x="3188967" y="4455188"/>
            <a:ext cx="740972" cy="369332"/>
          </a:xfrm>
          <a:prstGeom prst="rect">
            <a:avLst/>
          </a:prstGeom>
          <a:noFill/>
        </p:spPr>
        <p:txBody>
          <a:bodyPr wrap="none" rtlCol="0">
            <a:spAutoFit/>
          </a:bodyPr>
          <a:lstStyle/>
          <a:p>
            <a:r>
              <a:rPr lang="en-US" dirty="0"/>
              <a:t>frame</a:t>
            </a:r>
          </a:p>
        </p:txBody>
      </p:sp>
      <p:grpSp>
        <p:nvGrpSpPr>
          <p:cNvPr id="3" name="Group 2">
            <a:extLst>
              <a:ext uri="{FF2B5EF4-FFF2-40B4-BE49-F238E27FC236}">
                <a16:creationId xmlns:a16="http://schemas.microsoft.com/office/drawing/2014/main" id="{70ABA56E-C19B-1E49-8691-B116C4BC92D9}"/>
              </a:ext>
            </a:extLst>
          </p:cNvPr>
          <p:cNvGrpSpPr/>
          <p:nvPr/>
        </p:nvGrpSpPr>
        <p:grpSpPr>
          <a:xfrm>
            <a:off x="5144294" y="4194650"/>
            <a:ext cx="1347789" cy="307296"/>
            <a:chOff x="5144294" y="4194650"/>
            <a:chExt cx="1347789" cy="307296"/>
          </a:xfrm>
        </p:grpSpPr>
        <p:grpSp>
          <p:nvGrpSpPr>
            <p:cNvPr id="210" name="Group 182">
              <a:extLst>
                <a:ext uri="{FF2B5EF4-FFF2-40B4-BE49-F238E27FC236}">
                  <a16:creationId xmlns:a16="http://schemas.microsoft.com/office/drawing/2014/main" id="{1C0D8E0C-30C7-D644-B53F-545AC3B41D0A}"/>
                </a:ext>
              </a:extLst>
            </p:cNvPr>
            <p:cNvGrpSpPr>
              <a:grpSpLocks/>
            </p:cNvGrpSpPr>
            <p:nvPr/>
          </p:nvGrpSpPr>
          <p:grpSpPr bwMode="auto">
            <a:xfrm>
              <a:off x="5144294" y="4200321"/>
              <a:ext cx="1347789" cy="301625"/>
              <a:chOff x="286" y="1531"/>
              <a:chExt cx="849" cy="190"/>
            </a:xfrm>
          </p:grpSpPr>
          <p:sp>
            <p:nvSpPr>
              <p:cNvPr id="226" name="Rectangle 183">
                <a:extLst>
                  <a:ext uri="{FF2B5EF4-FFF2-40B4-BE49-F238E27FC236}">
                    <a16:creationId xmlns:a16="http://schemas.microsoft.com/office/drawing/2014/main" id="{6DE19E5C-020A-764D-8F6B-6BB09EA73317}"/>
                  </a:ext>
                </a:extLst>
              </p:cNvPr>
              <p:cNvSpPr>
                <a:spLocks noChangeArrowheads="1"/>
              </p:cNvSpPr>
              <p:nvPr/>
            </p:nvSpPr>
            <p:spPr bwMode="auto">
              <a:xfrm>
                <a:off x="286" y="1549"/>
                <a:ext cx="849"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Rectangle 184">
                <a:extLst>
                  <a:ext uri="{FF2B5EF4-FFF2-40B4-BE49-F238E27FC236}">
                    <a16:creationId xmlns:a16="http://schemas.microsoft.com/office/drawing/2014/main" id="{3DF40025-F95F-CB4C-938D-A1646D4921BD}"/>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11" name="Rectangle 181">
              <a:extLst>
                <a:ext uri="{FF2B5EF4-FFF2-40B4-BE49-F238E27FC236}">
                  <a16:creationId xmlns:a16="http://schemas.microsoft.com/office/drawing/2014/main" id="{C5D484DA-CF52-D04F-9108-C2A5AAA250C8}"/>
                </a:ext>
              </a:extLst>
            </p:cNvPr>
            <p:cNvSpPr>
              <a:spLocks noChangeArrowheads="1"/>
            </p:cNvSpPr>
            <p:nvPr/>
          </p:nvSpPr>
          <p:spPr bwMode="auto">
            <a:xfrm>
              <a:off x="5696012" y="4211988"/>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p>
          </p:txBody>
        </p:sp>
        <p:sp>
          <p:nvSpPr>
            <p:cNvPr id="221" name="Rectangle 181">
              <a:extLst>
                <a:ext uri="{FF2B5EF4-FFF2-40B4-BE49-F238E27FC236}">
                  <a16:creationId xmlns:a16="http://schemas.microsoft.com/office/drawing/2014/main" id="{9A7A7B02-76C2-C24E-946A-4CBDBFE07A53}"/>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p>
          </p:txBody>
        </p:sp>
        <p:cxnSp>
          <p:nvCxnSpPr>
            <p:cNvPr id="222" name="Straight Connector 221">
              <a:extLst>
                <a:ext uri="{FF2B5EF4-FFF2-40B4-BE49-F238E27FC236}">
                  <a16:creationId xmlns:a16="http://schemas.microsoft.com/office/drawing/2014/main" id="{104E923B-AAA4-BF49-886D-0890ABD390AE}"/>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4096CE24-617A-E048-B706-AA2C9CEA0B5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Rectangle 181">
              <a:extLst>
                <a:ext uri="{FF2B5EF4-FFF2-40B4-BE49-F238E27FC236}">
                  <a16:creationId xmlns:a16="http://schemas.microsoft.com/office/drawing/2014/main" id="{00739E25-7377-104B-A6E7-E26BE236CB99}"/>
                </a:ext>
              </a:extLst>
            </p:cNvPr>
            <p:cNvSpPr>
              <a:spLocks noChangeArrowheads="1"/>
            </p:cNvSpPr>
            <p:nvPr/>
          </p:nvSpPr>
          <p:spPr bwMode="auto">
            <a:xfrm>
              <a:off x="5149178" y="4198403"/>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en-US" altLang="en-US"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225" name="Straight Connector 224">
              <a:extLst>
                <a:ext uri="{FF2B5EF4-FFF2-40B4-BE49-F238E27FC236}">
                  <a16:creationId xmlns:a16="http://schemas.microsoft.com/office/drawing/2014/main" id="{FB902E57-4D34-7F49-80B6-6C4A1D5EB080}"/>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7" name="Slide Number Placeholder 5">
            <a:extLst>
              <a:ext uri="{FF2B5EF4-FFF2-40B4-BE49-F238E27FC236}">
                <a16:creationId xmlns:a16="http://schemas.microsoft.com/office/drawing/2014/main" id="{60581BF3-DA2A-CA4C-99A4-DD38B8148367}"/>
              </a:ext>
            </a:extLst>
          </p:cNvPr>
          <p:cNvSpPr>
            <a:spLocks noGrp="1"/>
          </p:cNvSpPr>
          <p:nvPr>
            <p:ph type="sldNum" sz="quarter" idx="4"/>
          </p:nvPr>
        </p:nvSpPr>
        <p:spPr>
          <a:xfrm>
            <a:off x="9219616" y="6443089"/>
            <a:ext cx="2743200" cy="365125"/>
          </a:xfrm>
        </p:spPr>
        <p:txBody>
          <a:bodyPr/>
          <a:lstStyle/>
          <a:p>
            <a:r>
              <a:rPr lang="en-US" dirty="0"/>
              <a:t>Introduction: 1-</a:t>
            </a:r>
            <a:fld id="{C4204591-24BD-A542-B9D5-F8D8A88D2FEE}" type="slidenum">
              <a:rPr lang="en-US" smtClean="0"/>
              <a:pPr/>
              <a:t>89</a:t>
            </a:fld>
            <a:endParaRPr lang="en-US" dirty="0"/>
          </a:p>
        </p:txBody>
      </p:sp>
    </p:spTree>
    <p:extLst>
      <p:ext uri="{BB962C8B-B14F-4D97-AF65-F5344CB8AC3E}">
        <p14:creationId xmlns:p14="http://schemas.microsoft.com/office/powerpoint/2010/main" val="725511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4.16667E-7 1.48148E-6 L -0.17917 0.01018 " pathEditMode="relative" rAng="0" ptsTypes="AA">
                                      <p:cBhvr>
                                        <p:cTn id="6" dur="2000" fill="hold"/>
                                        <p:tgtEl>
                                          <p:spTgt spid="6"/>
                                        </p:tgtEl>
                                        <p:attrNameLst>
                                          <p:attrName>ppt_x</p:attrName>
                                          <p:attrName>ppt_y</p:attrName>
                                        </p:attrNameLst>
                                      </p:cBhvr>
                                      <p:rCtr x="-8958" y="509"/>
                                    </p:animMotion>
                                  </p:childTnLst>
                                </p:cTn>
                              </p:par>
                              <p:par>
                                <p:cTn id="7" presetID="42" presetClass="path" presetSubtype="0" accel="50000" decel="50000" fill="hold" nodeType="withEffect">
                                  <p:stCondLst>
                                    <p:cond delay="0"/>
                                  </p:stCondLst>
                                  <p:childTnLst>
                                    <p:animMotion origin="layout" path="M 3.54167E-6 -1.85185E-6 L -0.20157 0.03403 " pathEditMode="relative" rAng="0" ptsTypes="AA">
                                      <p:cBhvr>
                                        <p:cTn id="8" dur="2000" fill="hold"/>
                                        <p:tgtEl>
                                          <p:spTgt spid="133"/>
                                        </p:tgtEl>
                                        <p:attrNameLst>
                                          <p:attrName>ppt_x</p:attrName>
                                          <p:attrName>ppt_y</p:attrName>
                                        </p:attrNameLst>
                                      </p:cBhvr>
                                      <p:rCtr x="-10078" y="1690"/>
                                    </p:animMotion>
                                  </p:childTnLst>
                                </p:cTn>
                              </p:par>
                              <p:par>
                                <p:cTn id="9" presetID="42" presetClass="path" presetSubtype="0" accel="50000" decel="50000" fill="hold" nodeType="withEffect">
                                  <p:stCondLst>
                                    <p:cond delay="0"/>
                                  </p:stCondLst>
                                  <p:childTnLst>
                                    <p:animMotion origin="layout" path="M -3.75E-6 4.81481E-6 L -0.22096 0.04953 " pathEditMode="relative" rAng="0" ptsTypes="AA">
                                      <p:cBhvr>
                                        <p:cTn id="10" dur="2000" fill="hold"/>
                                        <p:tgtEl>
                                          <p:spTgt spid="96"/>
                                        </p:tgtEl>
                                        <p:attrNameLst>
                                          <p:attrName>ppt_x</p:attrName>
                                          <p:attrName>ppt_y</p:attrName>
                                        </p:attrNameLst>
                                      </p:cBhvr>
                                      <p:rCtr x="-11055" y="2477"/>
                                    </p:animMotion>
                                  </p:childTnLst>
                                </p:cTn>
                              </p:par>
                              <p:par>
                                <p:cTn id="11" presetID="42" presetClass="path" presetSubtype="0" accel="50000" decel="50000" fill="hold" nodeType="withEffect">
                                  <p:stCondLst>
                                    <p:cond delay="0"/>
                                  </p:stCondLst>
                                  <p:childTnLst>
                                    <p:animMotion origin="layout" path="M -3.54167E-6 2.22222E-6 L -0.16224 -0.00625 " pathEditMode="relative" rAng="0" ptsTypes="AA">
                                      <p:cBhvr>
                                        <p:cTn id="12" dur="2000" fill="hold"/>
                                        <p:tgtEl>
                                          <p:spTgt spid="3"/>
                                        </p:tgtEl>
                                        <p:attrNameLst>
                                          <p:attrName>ppt_x</p:attrName>
                                          <p:attrName>ppt_y</p:attrName>
                                        </p:attrNameLst>
                                      </p:cBhvr>
                                      <p:rCtr x="-8112" y="-324"/>
                                    </p:animMotion>
                                  </p:childTnLst>
                                </p:cTn>
                              </p:par>
                            </p:childTnLst>
                          </p:cTn>
                        </p:par>
                        <p:par>
                          <p:cTn id="13" fill="hold">
                            <p:stCondLst>
                              <p:cond delay="2000"/>
                            </p:stCondLst>
                            <p:childTnLst>
                              <p:par>
                                <p:cTn id="14" presetID="9" presetClass="entr" presetSubtype="0" fill="hold"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dissolve">
                                      <p:cBhvr>
                                        <p:cTn id="16" dur="500"/>
                                        <p:tgtEl>
                                          <p:spTgt spid="15"/>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01"/>
                                        </p:tgtEl>
                                        <p:attrNameLst>
                                          <p:attrName>style.visibility</p:attrName>
                                        </p:attrNameLst>
                                      </p:cBhvr>
                                      <p:to>
                                        <p:strVal val="visible"/>
                                      </p:to>
                                    </p:set>
                                    <p:animEffect transition="in" filter="dissolve">
                                      <p:cBhvr>
                                        <p:cTn id="19" dur="500"/>
                                        <p:tgtEl>
                                          <p:spTgt spid="201"/>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xit" presetSubtype="0" fill="hold" nodeType="clickEffect">
                                  <p:stCondLst>
                                    <p:cond delay="0"/>
                                  </p:stCondLst>
                                  <p:childTnLst>
                                    <p:animEffect transition="out" filter="dissolve">
                                      <p:cBhvr>
                                        <p:cTn id="23" dur="500"/>
                                        <p:tgtEl>
                                          <p:spTgt spid="15"/>
                                        </p:tgtEl>
                                      </p:cBhvr>
                                    </p:animEffect>
                                    <p:set>
                                      <p:cBhvr>
                                        <p:cTn id="24" dur="1" fill="hold">
                                          <p:stCondLst>
                                            <p:cond delay="499"/>
                                          </p:stCondLst>
                                        </p:cTn>
                                        <p:tgtEl>
                                          <p:spTgt spid="15"/>
                                        </p:tgtEl>
                                        <p:attrNameLst>
                                          <p:attrName>style.visibility</p:attrName>
                                        </p:attrNameLst>
                                      </p:cBhvr>
                                      <p:to>
                                        <p:strVal val="hidden"/>
                                      </p:to>
                                    </p:set>
                                  </p:childTnLst>
                                </p:cTn>
                              </p:par>
                              <p:par>
                                <p:cTn id="25" presetID="9" presetClass="exit" presetSubtype="0" fill="hold" grpId="1" nodeType="withEffect">
                                  <p:stCondLst>
                                    <p:cond delay="0"/>
                                  </p:stCondLst>
                                  <p:childTnLst>
                                    <p:animEffect transition="out" filter="dissolve">
                                      <p:cBhvr>
                                        <p:cTn id="26" dur="500"/>
                                        <p:tgtEl>
                                          <p:spTgt spid="201"/>
                                        </p:tgtEl>
                                      </p:cBhvr>
                                    </p:animEffect>
                                    <p:set>
                                      <p:cBhvr>
                                        <p:cTn id="27" dur="1" fill="hold">
                                          <p:stCondLst>
                                            <p:cond delay="499"/>
                                          </p:stCondLst>
                                        </p:cTn>
                                        <p:tgtEl>
                                          <p:spTgt spid="201"/>
                                        </p:tgtEl>
                                        <p:attrNameLst>
                                          <p:attrName>style.visibility</p:attrName>
                                        </p:attrNameLst>
                                      </p:cBhvr>
                                      <p:to>
                                        <p:strVal val="hidden"/>
                                      </p:to>
                                    </p:set>
                                  </p:childTnLst>
                                </p:cTn>
                              </p:par>
                            </p:childTnLst>
                          </p:cTn>
                        </p:par>
                        <p:par>
                          <p:cTn id="28" fill="hold">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wipe(up)">
                                      <p:cBhvr>
                                        <p:cTn id="31" dur="500"/>
                                        <p:tgtEl>
                                          <p:spTgt spid="118"/>
                                        </p:tgtEl>
                                      </p:cBhvr>
                                    </p:animEffect>
                                  </p:childTnLst>
                                </p:cTn>
                              </p:par>
                            </p:childTnLst>
                          </p:cTn>
                        </p:par>
                        <p:par>
                          <p:cTn id="32" fill="hold">
                            <p:stCondLst>
                              <p:cond delay="1000"/>
                            </p:stCondLst>
                            <p:childTnLst>
                              <p:par>
                                <p:cTn id="33" presetID="22" presetClass="entr" presetSubtype="8" fill="hold" grpId="0" nodeType="afterEffect">
                                  <p:stCondLst>
                                    <p:cond delay="0"/>
                                  </p:stCondLst>
                                  <p:childTnLst>
                                    <p:set>
                                      <p:cBhvr>
                                        <p:cTn id="34" dur="1" fill="hold">
                                          <p:stCondLst>
                                            <p:cond delay="0"/>
                                          </p:stCondLst>
                                        </p:cTn>
                                        <p:tgtEl>
                                          <p:spTgt spid="165"/>
                                        </p:tgtEl>
                                        <p:attrNameLst>
                                          <p:attrName>style.visibility</p:attrName>
                                        </p:attrNameLst>
                                      </p:cBhvr>
                                      <p:to>
                                        <p:strVal val="visible"/>
                                      </p:to>
                                    </p:set>
                                    <p:animEffect transition="in" filter="wipe(left)">
                                      <p:cBhvr>
                                        <p:cTn id="35" dur="500"/>
                                        <p:tgtEl>
                                          <p:spTgt spid="165"/>
                                        </p:tgtEl>
                                      </p:cBhvr>
                                    </p:animEffect>
                                  </p:childTnLst>
                                </p:cTn>
                              </p:par>
                            </p:childTnLst>
                          </p:cTn>
                        </p:par>
                        <p:par>
                          <p:cTn id="36" fill="hold">
                            <p:stCondLst>
                              <p:cond delay="1500"/>
                            </p:stCondLst>
                            <p:childTnLst>
                              <p:par>
                                <p:cTn id="37" presetID="22"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down)">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65" grpId="0" animBg="1"/>
      <p:bldP spid="201" grpId="0"/>
      <p:bldP spid="201" grpId="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25267" y="291947"/>
            <a:ext cx="10515600" cy="894622"/>
          </a:xfrm>
        </p:spPr>
        <p:txBody>
          <a:bodyPr>
            <a:normAutofit/>
          </a:bodyPr>
          <a:lstStyle/>
          <a:p>
            <a:r>
              <a:rPr lang="en-US" altLang="en-US" sz="4400" dirty="0">
                <a:ea typeface="ＭＳ Ｐゴシック" panose="020B0600070205080204" pitchFamily="34" charset="-128"/>
              </a:rPr>
              <a:t>Wireshark</a:t>
            </a:r>
            <a:endParaRPr lang="en-US" sz="4400" dirty="0"/>
          </a:p>
        </p:txBody>
      </p:sp>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90</a:t>
            </a:fld>
            <a:endParaRPr lang="en-US" dirty="0"/>
          </a:p>
        </p:txBody>
      </p:sp>
      <p:grpSp>
        <p:nvGrpSpPr>
          <p:cNvPr id="9" name="Group 8">
            <a:extLst>
              <a:ext uri="{FF2B5EF4-FFF2-40B4-BE49-F238E27FC236}">
                <a16:creationId xmlns:a16="http://schemas.microsoft.com/office/drawing/2014/main" id="{1A33CACA-6D4B-914E-879C-D0A4801FDD69}"/>
              </a:ext>
            </a:extLst>
          </p:cNvPr>
          <p:cNvGrpSpPr>
            <a:grpSpLocks/>
          </p:cNvGrpSpPr>
          <p:nvPr/>
        </p:nvGrpSpPr>
        <p:grpSpPr bwMode="auto">
          <a:xfrm>
            <a:off x="3064933" y="1186569"/>
            <a:ext cx="5643563" cy="4216400"/>
            <a:chOff x="824874" y="353539"/>
            <a:chExt cx="5643193" cy="4216279"/>
          </a:xfrm>
        </p:grpSpPr>
        <p:sp>
          <p:nvSpPr>
            <p:cNvPr id="10" name="Freeform 9">
              <a:extLst>
                <a:ext uri="{FF2B5EF4-FFF2-40B4-BE49-F238E27FC236}">
                  <a16:creationId xmlns:a16="http://schemas.microsoft.com/office/drawing/2014/main" id="{84E988EB-48F5-F54C-B9C9-133FDF1668DB}"/>
                </a:ext>
              </a:extLst>
            </p:cNvPr>
            <p:cNvSpPr/>
            <p:nvPr/>
          </p:nvSpPr>
          <p:spPr>
            <a:xfrm>
              <a:off x="824874" y="366239"/>
              <a:ext cx="431772" cy="4203579"/>
            </a:xfrm>
            <a:custGeom>
              <a:avLst/>
              <a:gdLst>
                <a:gd name="connsiteX0" fmla="*/ 0 w 432078"/>
                <a:gd name="connsiteY0" fmla="*/ 4203185 h 4255561"/>
                <a:gd name="connsiteX1" fmla="*/ 418984 w 432078"/>
                <a:gd name="connsiteY1" fmla="*/ 3430637 h 4255561"/>
                <a:gd name="connsiteX2" fmla="*/ 432078 w 432078"/>
                <a:gd name="connsiteY2" fmla="*/ 0 h 4255561"/>
                <a:gd name="connsiteX3" fmla="*/ 117839 w 432078"/>
                <a:gd name="connsiteY3" fmla="*/ 4255561 h 4255561"/>
                <a:gd name="connsiteX0" fmla="*/ 26187 w 458265"/>
                <a:gd name="connsiteY0" fmla="*/ 4203185 h 4216279"/>
                <a:gd name="connsiteX1" fmla="*/ 445171 w 458265"/>
                <a:gd name="connsiteY1" fmla="*/ 3430637 h 4216279"/>
                <a:gd name="connsiteX2" fmla="*/ 458265 w 458265"/>
                <a:gd name="connsiteY2" fmla="*/ 0 h 4216279"/>
                <a:gd name="connsiteX3" fmla="*/ 0 w 458265"/>
                <a:gd name="connsiteY3" fmla="*/ 4216279 h 4216279"/>
                <a:gd name="connsiteX0" fmla="*/ 0 w 432078"/>
                <a:gd name="connsiteY0" fmla="*/ 4203185 h 4203185"/>
                <a:gd name="connsiteX1" fmla="*/ 418984 w 432078"/>
                <a:gd name="connsiteY1" fmla="*/ 3430637 h 4203185"/>
                <a:gd name="connsiteX2" fmla="*/ 432078 w 432078"/>
                <a:gd name="connsiteY2" fmla="*/ 0 h 4203185"/>
                <a:gd name="connsiteX3" fmla="*/ 13093 w 432078"/>
                <a:gd name="connsiteY3" fmla="*/ 4203185 h 4203185"/>
                <a:gd name="connsiteX0" fmla="*/ 0 w 432078"/>
                <a:gd name="connsiteY0" fmla="*/ 4203185 h 4203185"/>
                <a:gd name="connsiteX1" fmla="*/ 418984 w 432078"/>
                <a:gd name="connsiteY1" fmla="*/ 3430637 h 4203185"/>
                <a:gd name="connsiteX2" fmla="*/ 432078 w 432078"/>
                <a:gd name="connsiteY2" fmla="*/ 0 h 4203185"/>
                <a:gd name="connsiteX3" fmla="*/ 13093 w 432078"/>
                <a:gd name="connsiteY3" fmla="*/ 4203185 h 4203185"/>
                <a:gd name="connsiteX4" fmla="*/ 0 w 432078"/>
                <a:gd name="connsiteY4" fmla="*/ 4203185 h 420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78" h="4203185">
                  <a:moveTo>
                    <a:pt x="0" y="4203185"/>
                  </a:moveTo>
                  <a:lnTo>
                    <a:pt x="418984" y="3430637"/>
                  </a:lnTo>
                  <a:cubicBezTo>
                    <a:pt x="423349" y="2287091"/>
                    <a:pt x="427713" y="1143546"/>
                    <a:pt x="432078" y="0"/>
                  </a:cubicBezTo>
                  <a:lnTo>
                    <a:pt x="13093" y="4203185"/>
                  </a:lnTo>
                  <a:lnTo>
                    <a:pt x="0" y="4203185"/>
                  </a:lnTo>
                  <a:close/>
                </a:path>
              </a:pathLst>
            </a:custGeom>
            <a:gradFill flip="none" rotWithShape="1">
              <a:gsLst>
                <a:gs pos="0">
                  <a:schemeClr val="accent5">
                    <a:lumMod val="40000"/>
                    <a:lumOff val="60000"/>
                  </a:schemeClr>
                </a:gs>
                <a:gs pos="100000">
                  <a:schemeClr val="bg1"/>
                </a:gs>
              </a:gsLst>
              <a:lin ang="10800000" scaled="0"/>
              <a:tileRect/>
            </a:gradFill>
            <a:ln>
              <a:noFill/>
            </a:ln>
          </p:spPr>
          <p:txBody>
            <a:bodyPr anchor="ctr"/>
            <a:lstStyle/>
            <a:p>
              <a:pPr algn="ctr">
                <a:defRPr/>
              </a:pPr>
              <a:endParaRPr lang="en-US" dirty="0">
                <a:latin typeface="Arial" charset="0"/>
                <a:ea typeface="ＭＳ Ｐゴシック" charset="0"/>
                <a:cs typeface="ＭＳ Ｐゴシック" charset="0"/>
              </a:endParaRPr>
            </a:p>
          </p:txBody>
        </p:sp>
        <p:sp>
          <p:nvSpPr>
            <p:cNvPr id="11" name="Rectangle 10">
              <a:extLst>
                <a:ext uri="{FF2B5EF4-FFF2-40B4-BE49-F238E27FC236}">
                  <a16:creationId xmlns:a16="http://schemas.microsoft.com/office/drawing/2014/main" id="{1D99EF08-E24A-5A49-9945-D9CA13EA5222}"/>
                </a:ext>
              </a:extLst>
            </p:cNvPr>
            <p:cNvSpPr/>
            <p:nvPr/>
          </p:nvSpPr>
          <p:spPr bwMode="auto">
            <a:xfrm>
              <a:off x="1243947" y="353539"/>
              <a:ext cx="5224120" cy="3430489"/>
            </a:xfrm>
            <a:prstGeom prst="rect">
              <a:avLst/>
            </a:prstGeom>
            <a:solidFill>
              <a:schemeClr val="accent5">
                <a:lumMod val="40000"/>
                <a:lumOff val="60000"/>
              </a:schemeClr>
            </a:solidFill>
            <a:ln w="9525" cap="flat" cmpd="sng" algn="ctr">
              <a:noFill/>
              <a:prstDash val="solid"/>
              <a:round/>
              <a:headEnd type="none" w="med" len="med"/>
              <a:tailEnd type="none" w="med" len="med"/>
            </a:ln>
            <a:effectLst/>
          </p:spPr>
          <p:txBody>
            <a:bodyPr/>
            <a:lstStyle/>
            <a:p>
              <a:pPr>
                <a:defRPr/>
              </a:pPr>
              <a:endParaRPr lang="en-US" dirty="0">
                <a:latin typeface="Arial" charset="0"/>
                <a:ea typeface="ＭＳ Ｐゴシック" charset="0"/>
                <a:cs typeface="ＭＳ Ｐゴシック" charset="0"/>
              </a:endParaRPr>
            </a:p>
          </p:txBody>
        </p:sp>
      </p:grpSp>
      <p:pic>
        <p:nvPicPr>
          <p:cNvPr id="12" name="Picture 12" descr="segment.png">
            <a:extLst>
              <a:ext uri="{FF2B5EF4-FFF2-40B4-BE49-F238E27FC236}">
                <a16:creationId xmlns:a16="http://schemas.microsoft.com/office/drawing/2014/main" id="{31F4545C-714A-6F44-B53A-F7A6D5DA341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30146" y="5561719"/>
            <a:ext cx="3959225" cy="10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0" descr="access_point_stylized_small">
            <a:extLst>
              <a:ext uri="{FF2B5EF4-FFF2-40B4-BE49-F238E27FC236}">
                <a16:creationId xmlns:a16="http://schemas.microsoft.com/office/drawing/2014/main" id="{EB48D454-00B5-A34A-A529-36B7DA8E7A1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19596" y="4609219"/>
            <a:ext cx="1389062" cy="127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0" descr="ethernet.png">
            <a:extLst>
              <a:ext uri="{FF2B5EF4-FFF2-40B4-BE49-F238E27FC236}">
                <a16:creationId xmlns:a16="http://schemas.microsoft.com/office/drawing/2014/main" id="{C5203EF8-627E-2042-8C20-19993C07867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flipH="1">
            <a:off x="2909358" y="4955294"/>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1" descr="ethernet.png">
            <a:extLst>
              <a:ext uri="{FF2B5EF4-FFF2-40B4-BE49-F238E27FC236}">
                <a16:creationId xmlns:a16="http://schemas.microsoft.com/office/drawing/2014/main" id="{578AB9CA-D9FD-954A-98D3-51DB796B2589}"/>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56008" y="4958469"/>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20" descr="ethernet.png">
            <a:extLst>
              <a:ext uri="{FF2B5EF4-FFF2-40B4-BE49-F238E27FC236}">
                <a16:creationId xmlns:a16="http://schemas.microsoft.com/office/drawing/2014/main" id="{4C48A8AC-6418-744D-A910-549C5CD8910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flipH="1">
            <a:off x="9602258" y="4977519"/>
            <a:ext cx="12319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17">
            <a:extLst>
              <a:ext uri="{FF2B5EF4-FFF2-40B4-BE49-F238E27FC236}">
                <a16:creationId xmlns:a16="http://schemas.microsoft.com/office/drawing/2014/main" id="{8E4E911A-CDD2-1346-8084-63A13C627C2A}"/>
              </a:ext>
            </a:extLst>
          </p:cNvPr>
          <p:cNvGrpSpPr>
            <a:grpSpLocks/>
          </p:cNvGrpSpPr>
          <p:nvPr/>
        </p:nvGrpSpPr>
        <p:grpSpPr bwMode="auto">
          <a:xfrm>
            <a:off x="6351058" y="1550106"/>
            <a:ext cx="2327275" cy="3171825"/>
            <a:chOff x="4556452" y="1162095"/>
            <a:chExt cx="2326213" cy="3172030"/>
          </a:xfrm>
        </p:grpSpPr>
        <p:cxnSp>
          <p:nvCxnSpPr>
            <p:cNvPr id="19" name="Straight Connector 46">
              <a:extLst>
                <a:ext uri="{FF2B5EF4-FFF2-40B4-BE49-F238E27FC236}">
                  <a16:creationId xmlns:a16="http://schemas.microsoft.com/office/drawing/2014/main" id="{1899062E-6FBE-F241-9273-440E78FA9B8F}"/>
                </a:ext>
              </a:extLst>
            </p:cNvPr>
            <p:cNvCxnSpPr>
              <a:cxnSpLocks noChangeShapeType="1"/>
            </p:cNvCxnSpPr>
            <p:nvPr/>
          </p:nvCxnSpPr>
          <p:spPr bwMode="auto">
            <a:xfrm>
              <a:off x="5630098" y="2252175"/>
              <a:ext cx="0" cy="2081950"/>
            </a:xfrm>
            <a:prstGeom prst="line">
              <a:avLst/>
            </a:prstGeom>
            <a:noFill/>
            <a:ln w="25400">
              <a:solidFill>
                <a:srgbClr val="00009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 name="Group 31">
              <a:extLst>
                <a:ext uri="{FF2B5EF4-FFF2-40B4-BE49-F238E27FC236}">
                  <a16:creationId xmlns:a16="http://schemas.microsoft.com/office/drawing/2014/main" id="{0AF4144E-7C91-A14A-9783-8FC3A384D893}"/>
                </a:ext>
              </a:extLst>
            </p:cNvPr>
            <p:cNvGrpSpPr>
              <a:grpSpLocks/>
            </p:cNvGrpSpPr>
            <p:nvPr/>
          </p:nvGrpSpPr>
          <p:grpSpPr bwMode="auto">
            <a:xfrm>
              <a:off x="4635010" y="2856756"/>
              <a:ext cx="2190234" cy="1214863"/>
              <a:chOff x="3862510" y="4375664"/>
              <a:chExt cx="2190234" cy="1214863"/>
            </a:xfrm>
          </p:grpSpPr>
          <p:sp>
            <p:nvSpPr>
              <p:cNvPr id="27" name="Rectangle 26">
                <a:extLst>
                  <a:ext uri="{FF2B5EF4-FFF2-40B4-BE49-F238E27FC236}">
                    <a16:creationId xmlns:a16="http://schemas.microsoft.com/office/drawing/2014/main" id="{AF1FC302-1162-5E49-8F13-1F861DEAC265}"/>
                  </a:ext>
                </a:extLst>
              </p:cNvPr>
              <p:cNvSpPr>
                <a:spLocks noChangeArrowheads="1"/>
              </p:cNvSpPr>
              <p:nvPr/>
            </p:nvSpPr>
            <p:spPr bwMode="auto">
              <a:xfrm>
                <a:off x="3871225" y="4425779"/>
                <a:ext cx="2164362" cy="1152600"/>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dirty="0">
                  <a:latin typeface="Arial" charset="0"/>
                  <a:ea typeface="ＭＳ Ｐゴシック" charset="0"/>
                  <a:cs typeface="ＭＳ Ｐゴシック" charset="0"/>
                </a:endParaRPr>
              </a:p>
            </p:txBody>
          </p:sp>
          <p:sp>
            <p:nvSpPr>
              <p:cNvPr id="28" name="TextBox 26">
                <a:extLst>
                  <a:ext uri="{FF2B5EF4-FFF2-40B4-BE49-F238E27FC236}">
                    <a16:creationId xmlns:a16="http://schemas.microsoft.com/office/drawing/2014/main" id="{56611581-6A55-8A48-9D24-B72464937D7D}"/>
                  </a:ext>
                </a:extLst>
              </p:cNvPr>
              <p:cNvSpPr txBox="1">
                <a:spLocks noChangeArrowheads="1"/>
              </p:cNvSpPr>
              <p:nvPr/>
            </p:nvSpPr>
            <p:spPr bwMode="auto">
              <a:xfrm>
                <a:off x="3908617" y="4375664"/>
                <a:ext cx="2012565" cy="121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ts val="2200"/>
                  </a:lnSpc>
                </a:pPr>
                <a:r>
                  <a:rPr lang="en-US" altLang="en-US" sz="1600" dirty="0"/>
                  <a:t>Transport</a:t>
                </a:r>
                <a:r>
                  <a:rPr lang="en-US" altLang="en-US" sz="1400" dirty="0"/>
                  <a:t> (TCP/UDP)</a:t>
                </a:r>
              </a:p>
              <a:p>
                <a:pPr algn="ctr">
                  <a:lnSpc>
                    <a:spcPts val="2200"/>
                  </a:lnSpc>
                </a:pPr>
                <a:r>
                  <a:rPr lang="en-US" altLang="en-US" sz="1600" dirty="0"/>
                  <a:t>Network</a:t>
                </a:r>
                <a:r>
                  <a:rPr lang="en-US" altLang="en-US" sz="1400" dirty="0"/>
                  <a:t> (IP)</a:t>
                </a:r>
              </a:p>
              <a:p>
                <a:pPr algn="ctr">
                  <a:lnSpc>
                    <a:spcPts val="2200"/>
                  </a:lnSpc>
                </a:pPr>
                <a:r>
                  <a:rPr lang="en-US" altLang="en-US" sz="1600" dirty="0"/>
                  <a:t>Link</a:t>
                </a:r>
                <a:r>
                  <a:rPr lang="en-US" altLang="en-US" sz="1400" dirty="0"/>
                  <a:t> (Ethernet)</a:t>
                </a:r>
              </a:p>
              <a:p>
                <a:pPr algn="ctr">
                  <a:lnSpc>
                    <a:spcPts val="2200"/>
                  </a:lnSpc>
                </a:pPr>
                <a:r>
                  <a:rPr lang="en-US" altLang="en-US" sz="1600" dirty="0"/>
                  <a:t>Physical</a:t>
                </a:r>
              </a:p>
            </p:txBody>
          </p:sp>
          <p:cxnSp>
            <p:nvCxnSpPr>
              <p:cNvPr id="29" name="Straight Connector 28">
                <a:extLst>
                  <a:ext uri="{FF2B5EF4-FFF2-40B4-BE49-F238E27FC236}">
                    <a16:creationId xmlns:a16="http://schemas.microsoft.com/office/drawing/2014/main" id="{FC616FD6-92BE-1448-8332-F8CB3AA88822}"/>
                  </a:ext>
                </a:extLst>
              </p:cNvPr>
              <p:cNvCxnSpPr>
                <a:cxnSpLocks noChangeShapeType="1"/>
              </p:cNvCxnSpPr>
              <p:nvPr/>
            </p:nvCxnSpPr>
            <p:spPr bwMode="auto">
              <a:xfrm>
                <a:off x="3862510" y="474004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Connector 29">
                <a:extLst>
                  <a:ext uri="{FF2B5EF4-FFF2-40B4-BE49-F238E27FC236}">
                    <a16:creationId xmlns:a16="http://schemas.microsoft.com/office/drawing/2014/main" id="{7AAC730B-8F83-7642-90A1-7970CED73F25}"/>
                  </a:ext>
                </a:extLst>
              </p:cNvPr>
              <p:cNvCxnSpPr>
                <a:cxnSpLocks noChangeShapeType="1"/>
              </p:cNvCxnSpPr>
              <p:nvPr/>
            </p:nvCxnSpPr>
            <p:spPr bwMode="auto">
              <a:xfrm>
                <a:off x="3870887" y="502338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Straight Connector 30">
                <a:extLst>
                  <a:ext uri="{FF2B5EF4-FFF2-40B4-BE49-F238E27FC236}">
                    <a16:creationId xmlns:a16="http://schemas.microsoft.com/office/drawing/2014/main" id="{53BDE145-CB48-5B40-B0B6-53D48FB66E44}"/>
                  </a:ext>
                </a:extLst>
              </p:cNvPr>
              <p:cNvCxnSpPr>
                <a:cxnSpLocks noChangeShapeType="1"/>
              </p:cNvCxnSpPr>
              <p:nvPr/>
            </p:nvCxnSpPr>
            <p:spPr bwMode="auto">
              <a:xfrm>
                <a:off x="3879264" y="5306720"/>
                <a:ext cx="2173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 name="Group 35">
              <a:extLst>
                <a:ext uri="{FF2B5EF4-FFF2-40B4-BE49-F238E27FC236}">
                  <a16:creationId xmlns:a16="http://schemas.microsoft.com/office/drawing/2014/main" id="{6BDEDF86-62AF-3545-8A5C-C023BBBAE625}"/>
                </a:ext>
              </a:extLst>
            </p:cNvPr>
            <p:cNvGrpSpPr>
              <a:grpSpLocks/>
            </p:cNvGrpSpPr>
            <p:nvPr/>
          </p:nvGrpSpPr>
          <p:grpSpPr bwMode="auto">
            <a:xfrm>
              <a:off x="4811526" y="1162095"/>
              <a:ext cx="1529986" cy="1021335"/>
              <a:chOff x="4130677" y="5836665"/>
              <a:chExt cx="1529986" cy="1021335"/>
            </a:xfrm>
          </p:grpSpPr>
          <p:sp>
            <p:nvSpPr>
              <p:cNvPr id="25" name="Rectangle 24">
                <a:extLst>
                  <a:ext uri="{FF2B5EF4-FFF2-40B4-BE49-F238E27FC236}">
                    <a16:creationId xmlns:a16="http://schemas.microsoft.com/office/drawing/2014/main" id="{2BFC0C6C-CBAC-0D4C-A25C-CD01CD655AFE}"/>
                  </a:ext>
                </a:extLst>
              </p:cNvPr>
              <p:cNvSpPr>
                <a:spLocks noChangeArrowheads="1"/>
              </p:cNvSpPr>
              <p:nvPr/>
            </p:nvSpPr>
            <p:spPr bwMode="auto">
              <a:xfrm>
                <a:off x="4191372" y="5836665"/>
                <a:ext cx="1464594" cy="1020829"/>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dirty="0">
                  <a:latin typeface="Arial" charset="0"/>
                  <a:ea typeface="ＭＳ Ｐゴシック" charset="0"/>
                  <a:cs typeface="ＭＳ Ｐゴシック" charset="0"/>
                </a:endParaRPr>
              </a:p>
            </p:txBody>
          </p:sp>
          <p:sp>
            <p:nvSpPr>
              <p:cNvPr id="26" name="TextBox 34">
                <a:extLst>
                  <a:ext uri="{FF2B5EF4-FFF2-40B4-BE49-F238E27FC236}">
                    <a16:creationId xmlns:a16="http://schemas.microsoft.com/office/drawing/2014/main" id="{154423E1-413E-D941-BE7F-12C38BEA0F11}"/>
                  </a:ext>
                </a:extLst>
              </p:cNvPr>
              <p:cNvSpPr txBox="1">
                <a:spLocks noChangeArrowheads="1"/>
              </p:cNvSpPr>
              <p:nvPr/>
            </p:nvSpPr>
            <p:spPr bwMode="auto">
              <a:xfrm>
                <a:off x="4130677" y="5913072"/>
                <a:ext cx="1529986"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600" dirty="0"/>
                  <a:t>application</a:t>
                </a:r>
              </a:p>
              <a:p>
                <a:pPr algn="ctr"/>
                <a:r>
                  <a:rPr lang="en-US" altLang="en-US" sz="1600" dirty="0"/>
                  <a:t>(www browser, </a:t>
                </a:r>
              </a:p>
              <a:p>
                <a:pPr algn="ctr"/>
                <a:r>
                  <a:rPr lang="en-US" altLang="en-US" sz="1600" dirty="0"/>
                  <a:t>email client</a:t>
                </a:r>
                <a:r>
                  <a:rPr lang="en-US" altLang="en-US" sz="2000" dirty="0"/>
                  <a:t>)</a:t>
                </a:r>
              </a:p>
            </p:txBody>
          </p:sp>
        </p:grpSp>
        <p:cxnSp>
          <p:nvCxnSpPr>
            <p:cNvPr id="22" name="Straight Connector 37">
              <a:extLst>
                <a:ext uri="{FF2B5EF4-FFF2-40B4-BE49-F238E27FC236}">
                  <a16:creationId xmlns:a16="http://schemas.microsoft.com/office/drawing/2014/main" id="{4A29DB5B-3F11-884B-AB9A-298FDA78DB79}"/>
                </a:ext>
              </a:extLst>
            </p:cNvPr>
            <p:cNvCxnSpPr>
              <a:cxnSpLocks noChangeShapeType="1"/>
            </p:cNvCxnSpPr>
            <p:nvPr/>
          </p:nvCxnSpPr>
          <p:spPr bwMode="auto">
            <a:xfrm flipV="1">
              <a:off x="4556452" y="2631900"/>
              <a:ext cx="2108014" cy="1309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38">
              <a:extLst>
                <a:ext uri="{FF2B5EF4-FFF2-40B4-BE49-F238E27FC236}">
                  <a16:creationId xmlns:a16="http://schemas.microsoft.com/office/drawing/2014/main" id="{A1004907-9073-D549-98A7-95D39588D447}"/>
                </a:ext>
              </a:extLst>
            </p:cNvPr>
            <p:cNvSpPr txBox="1">
              <a:spLocks noChangeArrowheads="1"/>
            </p:cNvSpPr>
            <p:nvPr/>
          </p:nvSpPr>
          <p:spPr bwMode="auto">
            <a:xfrm>
              <a:off x="5839591" y="2252173"/>
              <a:ext cx="10430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400" dirty="0"/>
                <a:t>application</a:t>
              </a:r>
            </a:p>
          </p:txBody>
        </p:sp>
        <p:sp>
          <p:nvSpPr>
            <p:cNvPr id="24" name="TextBox 39">
              <a:extLst>
                <a:ext uri="{FF2B5EF4-FFF2-40B4-BE49-F238E27FC236}">
                  <a16:creationId xmlns:a16="http://schemas.microsoft.com/office/drawing/2014/main" id="{409E8C39-FFD0-6441-9ADC-D3F798651E37}"/>
                </a:ext>
              </a:extLst>
            </p:cNvPr>
            <p:cNvSpPr txBox="1">
              <a:spLocks noChangeArrowheads="1"/>
            </p:cNvSpPr>
            <p:nvPr/>
          </p:nvSpPr>
          <p:spPr bwMode="auto">
            <a:xfrm>
              <a:off x="6105684" y="2627171"/>
              <a:ext cx="4440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400" dirty="0"/>
                <a:t>OS</a:t>
              </a:r>
            </a:p>
          </p:txBody>
        </p:sp>
      </p:grpSp>
      <p:grpSp>
        <p:nvGrpSpPr>
          <p:cNvPr id="32" name="Group 31">
            <a:extLst>
              <a:ext uri="{FF2B5EF4-FFF2-40B4-BE49-F238E27FC236}">
                <a16:creationId xmlns:a16="http://schemas.microsoft.com/office/drawing/2014/main" id="{EFF2F1FE-AA65-BD42-827C-95CF21339B3A}"/>
              </a:ext>
            </a:extLst>
          </p:cNvPr>
          <p:cNvGrpSpPr>
            <a:grpSpLocks/>
          </p:cNvGrpSpPr>
          <p:nvPr/>
        </p:nvGrpSpPr>
        <p:grpSpPr bwMode="auto">
          <a:xfrm>
            <a:off x="3571346" y="1265944"/>
            <a:ext cx="2925231" cy="3168113"/>
            <a:chOff x="1775964" y="877299"/>
            <a:chExt cx="2925206" cy="3168757"/>
          </a:xfrm>
        </p:grpSpPr>
        <p:grpSp>
          <p:nvGrpSpPr>
            <p:cNvPr id="33" name="Group 44">
              <a:extLst>
                <a:ext uri="{FF2B5EF4-FFF2-40B4-BE49-F238E27FC236}">
                  <a16:creationId xmlns:a16="http://schemas.microsoft.com/office/drawing/2014/main" id="{8C4A5E14-6678-0743-BA67-8633682C537B}"/>
                </a:ext>
              </a:extLst>
            </p:cNvPr>
            <p:cNvGrpSpPr>
              <a:grpSpLocks/>
            </p:cNvGrpSpPr>
            <p:nvPr/>
          </p:nvGrpSpPr>
          <p:grpSpPr bwMode="auto">
            <a:xfrm>
              <a:off x="1846152" y="877299"/>
              <a:ext cx="1597376" cy="3168757"/>
              <a:chOff x="1636659" y="183316"/>
              <a:chExt cx="1597376" cy="3168757"/>
            </a:xfrm>
          </p:grpSpPr>
          <p:grpSp>
            <p:nvGrpSpPr>
              <p:cNvPr id="38" name="Group 22">
                <a:extLst>
                  <a:ext uri="{FF2B5EF4-FFF2-40B4-BE49-F238E27FC236}">
                    <a16:creationId xmlns:a16="http://schemas.microsoft.com/office/drawing/2014/main" id="{459552ED-E99E-1244-8AC2-852FAB00AF50}"/>
                  </a:ext>
                </a:extLst>
              </p:cNvPr>
              <p:cNvGrpSpPr>
                <a:grpSpLocks/>
              </p:cNvGrpSpPr>
              <p:nvPr/>
            </p:nvGrpSpPr>
            <p:grpSpPr bwMode="auto">
              <a:xfrm>
                <a:off x="1780781" y="2206785"/>
                <a:ext cx="1295389" cy="1041028"/>
                <a:chOff x="3116291" y="4275642"/>
                <a:chExt cx="1295389" cy="1041028"/>
              </a:xfrm>
            </p:grpSpPr>
            <p:sp>
              <p:nvSpPr>
                <p:cNvPr id="44" name="Rectangle 43">
                  <a:extLst>
                    <a:ext uri="{FF2B5EF4-FFF2-40B4-BE49-F238E27FC236}">
                      <a16:creationId xmlns:a16="http://schemas.microsoft.com/office/drawing/2014/main" id="{8B9342A8-AF2E-824F-B7B1-36C01D52F9D7}"/>
                    </a:ext>
                  </a:extLst>
                </p:cNvPr>
                <p:cNvSpPr>
                  <a:spLocks noChangeArrowheads="1"/>
                </p:cNvSpPr>
                <p:nvPr/>
              </p:nvSpPr>
              <p:spPr bwMode="auto">
                <a:xfrm>
                  <a:off x="3116291" y="4298876"/>
                  <a:ext cx="1295389" cy="1017794"/>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dirty="0">
                    <a:latin typeface="Arial" charset="0"/>
                    <a:ea typeface="ＭＳ Ｐゴシック" charset="0"/>
                    <a:cs typeface="ＭＳ Ｐゴシック" charset="0"/>
                  </a:endParaRPr>
                </a:p>
              </p:txBody>
            </p:sp>
            <p:sp>
              <p:nvSpPr>
                <p:cNvPr id="45" name="TextBox 14">
                  <a:extLst>
                    <a:ext uri="{FF2B5EF4-FFF2-40B4-BE49-F238E27FC236}">
                      <a16:creationId xmlns:a16="http://schemas.microsoft.com/office/drawing/2014/main" id="{BEC95393-BE24-BB43-AD77-D43EC965B45E}"/>
                    </a:ext>
                  </a:extLst>
                </p:cNvPr>
                <p:cNvSpPr txBox="1">
                  <a:spLocks noChangeArrowheads="1"/>
                </p:cNvSpPr>
                <p:nvPr/>
              </p:nvSpPr>
              <p:spPr bwMode="auto">
                <a:xfrm>
                  <a:off x="3151788" y="4275642"/>
                  <a:ext cx="119737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t>packet</a:t>
                  </a:r>
                </a:p>
                <a:p>
                  <a:pPr algn="ctr"/>
                  <a:r>
                    <a:rPr lang="en-US" altLang="en-US" sz="2000" dirty="0"/>
                    <a:t>capture</a:t>
                  </a:r>
                </a:p>
                <a:p>
                  <a:pPr algn="ctr"/>
                  <a:r>
                    <a:rPr lang="en-US" altLang="en-US" sz="2000" dirty="0"/>
                    <a:t>(pcap)</a:t>
                  </a:r>
                </a:p>
              </p:txBody>
            </p:sp>
          </p:grpSp>
          <p:grpSp>
            <p:nvGrpSpPr>
              <p:cNvPr id="39" name="Group 23">
                <a:extLst>
                  <a:ext uri="{FF2B5EF4-FFF2-40B4-BE49-F238E27FC236}">
                    <a16:creationId xmlns:a16="http://schemas.microsoft.com/office/drawing/2014/main" id="{C0A5C2D9-6816-4840-9C13-3A6C5D4DB2D0}"/>
                  </a:ext>
                </a:extLst>
              </p:cNvPr>
              <p:cNvGrpSpPr>
                <a:grpSpLocks/>
              </p:cNvGrpSpPr>
              <p:nvPr/>
            </p:nvGrpSpPr>
            <p:grpSpPr bwMode="auto">
              <a:xfrm>
                <a:off x="1773794" y="863478"/>
                <a:ext cx="1296233" cy="707886"/>
                <a:chOff x="865524" y="5161570"/>
                <a:chExt cx="1296233" cy="707886"/>
              </a:xfrm>
            </p:grpSpPr>
            <p:sp>
              <p:nvSpPr>
                <p:cNvPr id="42" name="Rectangle 41">
                  <a:extLst>
                    <a:ext uri="{FF2B5EF4-FFF2-40B4-BE49-F238E27FC236}">
                      <a16:creationId xmlns:a16="http://schemas.microsoft.com/office/drawing/2014/main" id="{63608655-FBDC-3C4A-BA7F-D1DB2F745DEC}"/>
                    </a:ext>
                  </a:extLst>
                </p:cNvPr>
                <p:cNvSpPr>
                  <a:spLocks noChangeArrowheads="1"/>
                </p:cNvSpPr>
                <p:nvPr/>
              </p:nvSpPr>
              <p:spPr bwMode="auto">
                <a:xfrm>
                  <a:off x="861399" y="5200691"/>
                  <a:ext cx="1300151" cy="668474"/>
                </a:xfrm>
                <a:prstGeom prst="rect">
                  <a:avLst/>
                </a:prstGeom>
                <a:solidFill>
                  <a:schemeClr val="bg1"/>
                </a:solidFill>
                <a:ln w="9525">
                  <a:solidFill>
                    <a:srgbClr val="000090"/>
                  </a:solidFill>
                  <a:round/>
                  <a:headEnd/>
                  <a:tailEnd/>
                </a:ln>
                <a:effectLst>
                  <a:outerShdw blurRad="50800" dist="38100" dir="2700000" algn="tl" rotWithShape="0">
                    <a:srgbClr val="000090">
                      <a:alpha val="42999"/>
                    </a:srgbClr>
                  </a:outerShdw>
                </a:effectLst>
              </p:spPr>
              <p:txBody>
                <a:bodyPr/>
                <a:lstStyle/>
                <a:p>
                  <a:pPr>
                    <a:defRPr/>
                  </a:pPr>
                  <a:endParaRPr lang="en-US" dirty="0">
                    <a:latin typeface="Arial" charset="0"/>
                    <a:ea typeface="ＭＳ Ｐゴシック" charset="0"/>
                    <a:cs typeface="ＭＳ Ｐゴシック" charset="0"/>
                  </a:endParaRPr>
                </a:p>
              </p:txBody>
            </p:sp>
            <p:sp>
              <p:nvSpPr>
                <p:cNvPr id="43" name="TextBox 16">
                  <a:extLst>
                    <a:ext uri="{FF2B5EF4-FFF2-40B4-BE49-F238E27FC236}">
                      <a16:creationId xmlns:a16="http://schemas.microsoft.com/office/drawing/2014/main" id="{FCA77183-AC62-DD47-AF14-D0B0CFE9AE88}"/>
                    </a:ext>
                  </a:extLst>
                </p:cNvPr>
                <p:cNvSpPr txBox="1">
                  <a:spLocks noChangeArrowheads="1"/>
                </p:cNvSpPr>
                <p:nvPr/>
              </p:nvSpPr>
              <p:spPr bwMode="auto">
                <a:xfrm>
                  <a:off x="937846" y="5161570"/>
                  <a:ext cx="11592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2000" dirty="0"/>
                    <a:t>packet</a:t>
                  </a:r>
                </a:p>
                <a:p>
                  <a:pPr algn="ctr"/>
                  <a:r>
                    <a:rPr lang="en-US" altLang="en-US" sz="2000" dirty="0"/>
                    <a:t>analyzer</a:t>
                  </a:r>
                </a:p>
              </p:txBody>
            </p:sp>
          </p:grpSp>
          <p:sp>
            <p:nvSpPr>
              <p:cNvPr id="40" name="Rectangle 42">
                <a:extLst>
                  <a:ext uri="{FF2B5EF4-FFF2-40B4-BE49-F238E27FC236}">
                    <a16:creationId xmlns:a16="http://schemas.microsoft.com/office/drawing/2014/main" id="{3227ABC3-B012-C747-BD3D-F450FBF094E9}"/>
                  </a:ext>
                </a:extLst>
              </p:cNvPr>
              <p:cNvSpPr>
                <a:spLocks noChangeArrowheads="1"/>
              </p:cNvSpPr>
              <p:nvPr/>
            </p:nvSpPr>
            <p:spPr bwMode="auto">
              <a:xfrm>
                <a:off x="1636659" y="183316"/>
                <a:ext cx="1597376" cy="3168757"/>
              </a:xfrm>
              <a:prstGeom prst="rect">
                <a:avLst/>
              </a:prstGeom>
              <a:noFill/>
              <a:ln w="22225">
                <a:solidFill>
                  <a:srgbClr val="000090"/>
                </a:solidFill>
                <a:prstDash val="sysDash"/>
                <a:round/>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pic>
            <p:nvPicPr>
              <p:cNvPr id="41" name="Picture 43">
                <a:extLst>
                  <a:ext uri="{FF2B5EF4-FFF2-40B4-BE49-F238E27FC236}">
                    <a16:creationId xmlns:a16="http://schemas.microsoft.com/office/drawing/2014/main" id="{59BA13CB-07BE-694A-91F7-B0920A13488E}"/>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859241" y="230951"/>
                <a:ext cx="1089265" cy="36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34" name="Straight Connector 47">
              <a:extLst>
                <a:ext uri="{FF2B5EF4-FFF2-40B4-BE49-F238E27FC236}">
                  <a16:creationId xmlns:a16="http://schemas.microsoft.com/office/drawing/2014/main" id="{3923F7AD-F0C3-3243-8CD4-DDD92CA174B9}"/>
                </a:ext>
              </a:extLst>
            </p:cNvPr>
            <p:cNvCxnSpPr>
              <a:cxnSpLocks noChangeShapeType="1"/>
            </p:cNvCxnSpPr>
            <p:nvPr/>
          </p:nvCxnSpPr>
          <p:spPr bwMode="auto">
            <a:xfrm>
              <a:off x="2640118" y="2330738"/>
              <a:ext cx="0" cy="558315"/>
            </a:xfrm>
            <a:prstGeom prst="line">
              <a:avLst/>
            </a:prstGeom>
            <a:noFill/>
            <a:ln w="25400">
              <a:solidFill>
                <a:srgbClr val="00009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50">
              <a:extLst>
                <a:ext uri="{FF2B5EF4-FFF2-40B4-BE49-F238E27FC236}">
                  <a16:creationId xmlns:a16="http://schemas.microsoft.com/office/drawing/2014/main" id="{AB415A04-E5C0-364E-A75C-CCB02FD025F8}"/>
                </a:ext>
              </a:extLst>
            </p:cNvPr>
            <p:cNvCxnSpPr>
              <a:cxnSpLocks noChangeShapeType="1"/>
            </p:cNvCxnSpPr>
            <p:nvPr/>
          </p:nvCxnSpPr>
          <p:spPr bwMode="auto">
            <a:xfrm>
              <a:off x="3116195" y="3653236"/>
              <a:ext cx="1427164" cy="0"/>
            </a:xfrm>
            <a:prstGeom prst="line">
              <a:avLst/>
            </a:prstGeom>
            <a:noFill/>
            <a:ln w="25400">
              <a:solidFill>
                <a:srgbClr val="00009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TextBox 56">
              <a:extLst>
                <a:ext uri="{FF2B5EF4-FFF2-40B4-BE49-F238E27FC236}">
                  <a16:creationId xmlns:a16="http://schemas.microsoft.com/office/drawing/2014/main" id="{86A658DD-FDA2-DF4A-9996-8E851F97C66D}"/>
                </a:ext>
              </a:extLst>
            </p:cNvPr>
            <p:cNvSpPr txBox="1">
              <a:spLocks noChangeArrowheads="1"/>
            </p:cNvSpPr>
            <p:nvPr/>
          </p:nvSpPr>
          <p:spPr bwMode="auto">
            <a:xfrm>
              <a:off x="3404194" y="3242589"/>
              <a:ext cx="1296976" cy="64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r>
                <a:rPr lang="en-US" altLang="en-US" sz="1200" dirty="0"/>
                <a:t>copy of all Ethernet frames sent/received</a:t>
              </a:r>
            </a:p>
          </p:txBody>
        </p:sp>
        <p:cxnSp>
          <p:nvCxnSpPr>
            <p:cNvPr id="37" name="Straight Connector 64">
              <a:extLst>
                <a:ext uri="{FF2B5EF4-FFF2-40B4-BE49-F238E27FC236}">
                  <a16:creationId xmlns:a16="http://schemas.microsoft.com/office/drawing/2014/main" id="{3DD256F0-12B9-A44B-97FA-82075E575FA4}"/>
                </a:ext>
              </a:extLst>
            </p:cNvPr>
            <p:cNvCxnSpPr>
              <a:cxnSpLocks noChangeShapeType="1"/>
            </p:cNvCxnSpPr>
            <p:nvPr/>
          </p:nvCxnSpPr>
          <p:spPr bwMode="auto">
            <a:xfrm flipV="1">
              <a:off x="1775964" y="2640266"/>
              <a:ext cx="2108014" cy="1309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46" name="Group 48">
            <a:extLst>
              <a:ext uri="{FF2B5EF4-FFF2-40B4-BE49-F238E27FC236}">
                <a16:creationId xmlns:a16="http://schemas.microsoft.com/office/drawing/2014/main" id="{4F6ED1FB-59EB-454A-BFCC-AD2A53B22B9C}"/>
              </a:ext>
            </a:extLst>
          </p:cNvPr>
          <p:cNvGrpSpPr>
            <a:grpSpLocks/>
          </p:cNvGrpSpPr>
          <p:nvPr/>
        </p:nvGrpSpPr>
        <p:grpSpPr bwMode="auto">
          <a:xfrm>
            <a:off x="1570775" y="4459441"/>
            <a:ext cx="1562100" cy="1511300"/>
            <a:chOff x="-44" y="1473"/>
            <a:chExt cx="981" cy="1105"/>
          </a:xfrm>
        </p:grpSpPr>
        <p:pic>
          <p:nvPicPr>
            <p:cNvPr id="47" name="Picture 49" descr="desktop_computer_stylized_medium">
              <a:extLst>
                <a:ext uri="{FF2B5EF4-FFF2-40B4-BE49-F238E27FC236}">
                  <a16:creationId xmlns:a16="http://schemas.microsoft.com/office/drawing/2014/main" id="{F98D6AC3-8421-8142-ADC8-80BEF2E1F15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50">
              <a:extLst>
                <a:ext uri="{FF2B5EF4-FFF2-40B4-BE49-F238E27FC236}">
                  <a16:creationId xmlns:a16="http://schemas.microsoft.com/office/drawing/2014/main" id="{F3EE387E-1B3E-524C-8162-6AF4C9FBCEC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spTree>
    <p:extLst>
      <p:ext uri="{BB962C8B-B14F-4D97-AF65-F5344CB8AC3E}">
        <p14:creationId xmlns:p14="http://schemas.microsoft.com/office/powerpoint/2010/main" val="283855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dissolve">
                                      <p:cBhvr>
                                        <p:cTn id="11" dur="500"/>
                                        <p:tgtEl>
                                          <p:spTgt spid="18"/>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9357</TotalTime>
  <Words>8363</Words>
  <Application>Microsoft Office PowerPoint</Application>
  <PresentationFormat>宽屏</PresentationFormat>
  <Paragraphs>2460</Paragraphs>
  <Slides>90</Slides>
  <Notes>88</Notes>
  <HiddenSlides>0</HiddenSlides>
  <MMClips>0</MMClips>
  <ScaleCrop>false</ScaleCrop>
  <HeadingPairs>
    <vt:vector size="8" baseType="variant">
      <vt:variant>
        <vt:lpstr>已用的字体</vt:lpstr>
      </vt:variant>
      <vt:variant>
        <vt:i4>9</vt:i4>
      </vt:variant>
      <vt:variant>
        <vt:lpstr>主题</vt:lpstr>
      </vt:variant>
      <vt:variant>
        <vt:i4>1</vt:i4>
      </vt:variant>
      <vt:variant>
        <vt:lpstr>嵌入 OLE 服务器</vt:lpstr>
      </vt:variant>
      <vt:variant>
        <vt:i4>1</vt:i4>
      </vt:variant>
      <vt:variant>
        <vt:lpstr>幻灯片标题</vt:lpstr>
      </vt:variant>
      <vt:variant>
        <vt:i4>90</vt:i4>
      </vt:variant>
    </vt:vector>
  </HeadingPairs>
  <TitlesOfParts>
    <vt:vector size="101" baseType="lpstr">
      <vt:lpstr>Helvetica Neue</vt:lpstr>
      <vt:lpstr>ZapfDingbats</vt:lpstr>
      <vt:lpstr>Arial</vt:lpstr>
      <vt:lpstr>Calibri</vt:lpstr>
      <vt:lpstr>Calibri Light</vt:lpstr>
      <vt:lpstr>Comic Sans MS</vt:lpstr>
      <vt:lpstr>Gill Sans MT</vt:lpstr>
      <vt:lpstr>Times New Roman</vt:lpstr>
      <vt:lpstr>Wingdings</vt:lpstr>
      <vt:lpstr>Office Theme</vt:lpstr>
      <vt:lpstr>Clip</vt:lpstr>
      <vt:lpstr>PowerPoint 演示文稿</vt:lpstr>
      <vt:lpstr>Chapter 1: introduction</vt:lpstr>
      <vt:lpstr>“Fun” Internet-connected devices</vt:lpstr>
      <vt:lpstr>The Internet: a “nuts and bolts” view</vt:lpstr>
      <vt:lpstr>The Internet: a “nuts and bolts” view</vt:lpstr>
      <vt:lpstr>The Internet: a “services” view</vt:lpstr>
      <vt:lpstr>What’s a protocol?</vt:lpstr>
      <vt:lpstr>What’s a protocol?</vt:lpstr>
      <vt:lpstr>Chapter 1: roadmap</vt:lpstr>
      <vt:lpstr>A closer look at Internet structure</vt:lpstr>
      <vt:lpstr>A closer look at Internet structure</vt:lpstr>
      <vt:lpstr>A closer look at Internet structure</vt:lpstr>
      <vt:lpstr>Access networks and physical media</vt:lpstr>
      <vt:lpstr>Access networks: cable-based access</vt:lpstr>
      <vt:lpstr>Access networks: cable-based access</vt:lpstr>
      <vt:lpstr>Access networks: digital subscriber line (DSL)</vt:lpstr>
      <vt:lpstr>Access networks: home networks</vt:lpstr>
      <vt:lpstr>Wireless access networks</vt:lpstr>
      <vt:lpstr>Access networks: enterprise networks</vt:lpstr>
      <vt:lpstr>Access networks: data center networks</vt:lpstr>
      <vt:lpstr>Host: sends packets of data</vt:lpstr>
      <vt:lpstr>Links: physical media</vt:lpstr>
      <vt:lpstr>Links: physical media</vt:lpstr>
      <vt:lpstr>Links: physical media</vt:lpstr>
      <vt:lpstr>Chapter 1: roadmap</vt:lpstr>
      <vt:lpstr>The network core</vt:lpstr>
      <vt:lpstr>Two key network-core functions</vt:lpstr>
      <vt:lpstr>PowerPoint 演示文稿</vt:lpstr>
      <vt:lpstr>PowerPoint 演示文稿</vt:lpstr>
      <vt:lpstr>Packet-switching: store-and-forward</vt:lpstr>
      <vt:lpstr>Packet-switching: queueing</vt:lpstr>
      <vt:lpstr>Packet-switching: queueing</vt:lpstr>
      <vt:lpstr>Alternative to packet switching: circuit switching</vt:lpstr>
      <vt:lpstr>Circuit switching: FDM and TDM</vt:lpstr>
      <vt:lpstr>Packet switching versus circuit switching</vt:lpstr>
      <vt:lpstr>Packet switching versus circuit switching</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Internet structure: a “network of networks”</vt:lpstr>
      <vt:lpstr>Chapter 1: roadmap</vt:lpstr>
      <vt:lpstr>How do packet delay and loss occur?</vt:lpstr>
      <vt:lpstr>Packet delay: four sources</vt:lpstr>
      <vt:lpstr>Packet delay: four sources</vt:lpstr>
      <vt:lpstr>Caravan analogy</vt:lpstr>
      <vt:lpstr>Caravan analogy</vt:lpstr>
      <vt:lpstr>Packet queueing delay (revisited)</vt:lpstr>
      <vt:lpstr>“Real” Internet delays and routes</vt:lpstr>
      <vt:lpstr>Real Internet delays and routes</vt:lpstr>
      <vt:lpstr>Packet loss</vt:lpstr>
      <vt:lpstr>Throughput</vt:lpstr>
      <vt:lpstr>Throughput</vt:lpstr>
      <vt:lpstr>Throughput: network scenario</vt:lpstr>
      <vt:lpstr>Chapter 1: roadmap</vt:lpstr>
      <vt:lpstr>Network security</vt:lpstr>
      <vt:lpstr>Network security</vt:lpstr>
      <vt:lpstr>Bad guys: packet interception</vt:lpstr>
      <vt:lpstr>Bad guys:  fake identity</vt:lpstr>
      <vt:lpstr>Bad guys: denial of service</vt:lpstr>
      <vt:lpstr>Lines of defense:</vt:lpstr>
      <vt:lpstr>Chapter 1: roadmap</vt:lpstr>
      <vt:lpstr>Protocol “layers” and reference models</vt:lpstr>
      <vt:lpstr>Example: organization of air travel</vt:lpstr>
      <vt:lpstr>Example: organization of air travel</vt:lpstr>
      <vt:lpstr>Why layering?</vt:lpstr>
      <vt:lpstr>Layered Internet protocol stack</vt:lpstr>
      <vt:lpstr>Services, Layering and Encapsulation</vt:lpstr>
      <vt:lpstr>Services, Layering and Encapsulation</vt:lpstr>
      <vt:lpstr>Services, Layering and Encapsulation</vt:lpstr>
      <vt:lpstr>Encapsulation</vt:lpstr>
      <vt:lpstr>Services, Layering and Encapsulation</vt:lpstr>
      <vt:lpstr>Encapsulation: an end-end view</vt:lpstr>
      <vt:lpstr>Chapter 1: roadmap</vt:lpstr>
      <vt:lpstr>Internet history</vt:lpstr>
      <vt:lpstr>Internet history</vt:lpstr>
      <vt:lpstr>Internet history</vt:lpstr>
      <vt:lpstr>Internet history</vt:lpstr>
      <vt:lpstr>Internet history</vt:lpstr>
      <vt:lpstr>Chinese Internet History</vt:lpstr>
      <vt:lpstr>Chinese Internet History</vt:lpstr>
      <vt:lpstr>Chapter 1: summary</vt:lpstr>
      <vt:lpstr>Additional Chapter 1 slides</vt:lpstr>
      <vt:lpstr>ISO/OSI reference model</vt:lpstr>
      <vt:lpstr>Services, Layering and Encapsulation</vt:lpstr>
      <vt:lpstr>Wireshark</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伟大 陈</cp:lastModifiedBy>
  <cp:revision>188</cp:revision>
  <dcterms:created xsi:type="dcterms:W3CDTF">2020-01-18T07:24:59Z</dcterms:created>
  <dcterms:modified xsi:type="dcterms:W3CDTF">2024-03-07T13:43:37Z</dcterms:modified>
</cp:coreProperties>
</file>