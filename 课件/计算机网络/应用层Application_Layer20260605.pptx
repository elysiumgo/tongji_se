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vml" ContentType="application/vnd.openxmlformats-officedocument.vmlDrawi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media/audio1.bin" ContentType="audio/unknown"/>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5" r:id="rId2"/>
    <p:sldMasterId id="2147483660" r:id="rId3"/>
  </p:sldMasterIdLst>
  <p:notesMasterIdLst>
    <p:notesMasterId r:id="rId122"/>
  </p:notesMasterIdLst>
  <p:sldIdLst>
    <p:sldId id="1041" r:id="rId4"/>
    <p:sldId id="1162" r:id="rId5"/>
    <p:sldId id="1163" r:id="rId6"/>
    <p:sldId id="1164" r:id="rId7"/>
    <p:sldId id="1165" r:id="rId8"/>
    <p:sldId id="1166" r:id="rId9"/>
    <p:sldId id="1167" r:id="rId10"/>
    <p:sldId id="1168" r:id="rId11"/>
    <p:sldId id="1169" r:id="rId12"/>
    <p:sldId id="1170" r:id="rId13"/>
    <p:sldId id="1171" r:id="rId14"/>
    <p:sldId id="1172" r:id="rId15"/>
    <p:sldId id="1173" r:id="rId16"/>
    <p:sldId id="1174" r:id="rId17"/>
    <p:sldId id="1175" r:id="rId18"/>
    <p:sldId id="1042" r:id="rId19"/>
    <p:sldId id="1068" r:id="rId20"/>
    <p:sldId id="1069" r:id="rId21"/>
    <p:sldId id="1070" r:id="rId22"/>
    <p:sldId id="1072" r:id="rId23"/>
    <p:sldId id="1073" r:id="rId24"/>
    <p:sldId id="1074" r:id="rId25"/>
    <p:sldId id="1075" r:id="rId26"/>
    <p:sldId id="1076" r:id="rId27"/>
    <p:sldId id="1077" r:id="rId28"/>
    <p:sldId id="1078" r:id="rId29"/>
    <p:sldId id="1079" r:id="rId30"/>
    <p:sldId id="1080" r:id="rId31"/>
    <p:sldId id="1081" r:id="rId32"/>
    <p:sldId id="1082" r:id="rId33"/>
    <p:sldId id="1083" r:id="rId34"/>
    <p:sldId id="1084" r:id="rId35"/>
    <p:sldId id="1085" r:id="rId36"/>
    <p:sldId id="1086" r:id="rId37"/>
    <p:sldId id="965" r:id="rId38"/>
    <p:sldId id="966" r:id="rId39"/>
    <p:sldId id="967" r:id="rId40"/>
    <p:sldId id="968" r:id="rId41"/>
    <p:sldId id="1008" r:id="rId42"/>
    <p:sldId id="1007" r:id="rId43"/>
    <p:sldId id="1097" r:id="rId44"/>
    <p:sldId id="1100" r:id="rId45"/>
    <p:sldId id="1098" r:id="rId46"/>
    <p:sldId id="1099" r:id="rId47"/>
    <p:sldId id="1160" r:id="rId48"/>
    <p:sldId id="1049" r:id="rId49"/>
    <p:sldId id="1101" r:id="rId50"/>
    <p:sldId id="1102" r:id="rId51"/>
    <p:sldId id="1103" r:id="rId52"/>
    <p:sldId id="1104" r:id="rId53"/>
    <p:sldId id="1209" r:id="rId54"/>
    <p:sldId id="1108" r:id="rId55"/>
    <p:sldId id="1109" r:id="rId56"/>
    <p:sldId id="1110" r:id="rId57"/>
    <p:sldId id="1050" r:id="rId58"/>
    <p:sldId id="1112" r:id="rId59"/>
    <p:sldId id="1113" r:id="rId60"/>
    <p:sldId id="1212" r:id="rId61"/>
    <p:sldId id="1114" r:id="rId62"/>
    <p:sldId id="1115" r:id="rId63"/>
    <p:sldId id="1213" r:id="rId64"/>
    <p:sldId id="1116" r:id="rId65"/>
    <p:sldId id="1125" r:id="rId66"/>
    <p:sldId id="1117" r:id="rId67"/>
    <p:sldId id="1118" r:id="rId68"/>
    <p:sldId id="1119" r:id="rId69"/>
    <p:sldId id="1120" r:id="rId70"/>
    <p:sldId id="1121" r:id="rId71"/>
    <p:sldId id="1122" r:id="rId72"/>
    <p:sldId id="1123" r:id="rId73"/>
    <p:sldId id="1124" r:id="rId74"/>
    <p:sldId id="1051" r:id="rId75"/>
    <p:sldId id="1127" r:id="rId76"/>
    <p:sldId id="1126" r:id="rId77"/>
    <p:sldId id="1128" r:id="rId78"/>
    <p:sldId id="1129" r:id="rId79"/>
    <p:sldId id="1130" r:id="rId80"/>
    <p:sldId id="1131" r:id="rId81"/>
    <p:sldId id="1132" r:id="rId82"/>
    <p:sldId id="1133" r:id="rId83"/>
    <p:sldId id="1134" r:id="rId84"/>
    <p:sldId id="1052" r:id="rId85"/>
    <p:sldId id="1135" r:id="rId86"/>
    <p:sldId id="1136" r:id="rId87"/>
    <p:sldId id="1137" r:id="rId88"/>
    <p:sldId id="1138" r:id="rId89"/>
    <p:sldId id="1161" r:id="rId90"/>
    <p:sldId id="1142" r:id="rId91"/>
    <p:sldId id="1143" r:id="rId92"/>
    <p:sldId id="1139" r:id="rId93"/>
    <p:sldId id="1140" r:id="rId94"/>
    <p:sldId id="1144" r:id="rId95"/>
    <p:sldId id="1146" r:id="rId96"/>
    <p:sldId id="1215" r:id="rId97"/>
    <p:sldId id="533" r:id="rId98"/>
    <p:sldId id="534" r:id="rId99"/>
    <p:sldId id="1053" r:id="rId100"/>
    <p:sldId id="1148" r:id="rId101"/>
    <p:sldId id="1149" r:id="rId102"/>
    <p:sldId id="1150" r:id="rId103"/>
    <p:sldId id="1151" r:id="rId104"/>
    <p:sldId id="1152" r:id="rId105"/>
    <p:sldId id="1153" r:id="rId106"/>
    <p:sldId id="1154" r:id="rId107"/>
    <p:sldId id="1155" r:id="rId108"/>
    <p:sldId id="1156" r:id="rId109"/>
    <p:sldId id="1157" r:id="rId110"/>
    <p:sldId id="1158" r:id="rId111"/>
    <p:sldId id="1159" r:id="rId112"/>
    <p:sldId id="1252" r:id="rId113"/>
    <p:sldId id="1257" r:id="rId114"/>
    <p:sldId id="1261" r:id="rId115"/>
    <p:sldId id="1262" r:id="rId116"/>
    <p:sldId id="1263" r:id="rId117"/>
    <p:sldId id="1264" r:id="rId118"/>
    <p:sldId id="1265" r:id="rId119"/>
    <p:sldId id="1266" r:id="rId120"/>
    <p:sldId id="1268" r:id="rId12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104" userDrawn="1">
          <p15:clr>
            <a:srgbClr val="A4A3A4"/>
          </p15:clr>
        </p15:guide>
        <p15:guide id="2" pos="576"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A3"/>
    <a:srgbClr val="9CDFF9"/>
    <a:srgbClr val="010086"/>
    <a:srgbClr val="CCCCFF"/>
    <a:srgbClr val="3C6CDF"/>
    <a:srgbClr val="0000A8"/>
    <a:srgbClr val="C96B72"/>
    <a:srgbClr val="B8C2C9"/>
    <a:srgbClr val="D6DCE0"/>
    <a:srgbClr val="01008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3589"/>
    <p:restoredTop sz="86761" autoAdjust="0"/>
  </p:normalViewPr>
  <p:slideViewPr>
    <p:cSldViewPr snapToGrid="0" snapToObjects="1">
      <p:cViewPr varScale="1">
        <p:scale>
          <a:sx n="100" d="100"/>
          <a:sy n="100" d="100"/>
        </p:scale>
        <p:origin x="1080" y="51"/>
      </p:cViewPr>
      <p:guideLst>
        <p:guide orient="horz" pos="1104"/>
        <p:guide pos="576"/>
      </p:guideLst>
    </p:cSldViewPr>
  </p:slideViewPr>
  <p:outlineViewPr>
    <p:cViewPr>
      <p:scale>
        <a:sx n="33" d="100"/>
        <a:sy n="33" d="100"/>
      </p:scale>
      <p:origin x="0" y="-415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117" Type="http://schemas.openxmlformats.org/officeDocument/2006/relationships/slide" Target="slides/slide114.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slide" Target="slides/slide81.xml"/><Relationship Id="rId89" Type="http://schemas.openxmlformats.org/officeDocument/2006/relationships/slide" Target="slides/slide86.xml"/><Relationship Id="rId112" Type="http://schemas.openxmlformats.org/officeDocument/2006/relationships/slide" Target="slides/slide109.xml"/><Relationship Id="rId16" Type="http://schemas.openxmlformats.org/officeDocument/2006/relationships/slide" Target="slides/slide13.xml"/><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slide" Target="slides/slide99.xml"/><Relationship Id="rId123" Type="http://schemas.openxmlformats.org/officeDocument/2006/relationships/presProps" Target="presProps.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113" Type="http://schemas.openxmlformats.org/officeDocument/2006/relationships/slide" Target="slides/slide110.xml"/><Relationship Id="rId118" Type="http://schemas.openxmlformats.org/officeDocument/2006/relationships/slide" Target="slides/slide115.xml"/><Relationship Id="rId80" Type="http://schemas.openxmlformats.org/officeDocument/2006/relationships/slide" Target="slides/slide77.xml"/><Relationship Id="rId85" Type="http://schemas.openxmlformats.org/officeDocument/2006/relationships/slide" Target="slides/slide82.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08" Type="http://schemas.openxmlformats.org/officeDocument/2006/relationships/slide" Target="slides/slide105.xml"/><Relationship Id="rId124" Type="http://schemas.openxmlformats.org/officeDocument/2006/relationships/viewProps" Target="viewProps.xml"/><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 Type="http://schemas.openxmlformats.org/officeDocument/2006/relationships/slideMaster" Target="slideMasters/slideMaster1.xml"/><Relationship Id="rId6" Type="http://schemas.openxmlformats.org/officeDocument/2006/relationships/slide" Target="slides/slide3.xml"/><Relationship Id="rId23" Type="http://schemas.openxmlformats.org/officeDocument/2006/relationships/slide" Target="slides/slide20.xml"/><Relationship Id="rId28" Type="http://schemas.openxmlformats.org/officeDocument/2006/relationships/slide" Target="slides/slide25.xml"/><Relationship Id="rId49" Type="http://schemas.openxmlformats.org/officeDocument/2006/relationships/slide" Target="slides/slide46.xml"/><Relationship Id="rId114" Type="http://schemas.openxmlformats.org/officeDocument/2006/relationships/slide" Target="slides/slide111.xml"/><Relationship Id="rId119" Type="http://schemas.openxmlformats.org/officeDocument/2006/relationships/slide" Target="slides/slide116.xml"/><Relationship Id="rId44" Type="http://schemas.openxmlformats.org/officeDocument/2006/relationships/slide" Target="slides/slide41.xml"/><Relationship Id="rId60" Type="http://schemas.openxmlformats.org/officeDocument/2006/relationships/slide" Target="slides/slide57.xml"/><Relationship Id="rId65" Type="http://schemas.openxmlformats.org/officeDocument/2006/relationships/slide" Target="slides/slide62.xml"/><Relationship Id="rId81" Type="http://schemas.openxmlformats.org/officeDocument/2006/relationships/slide" Target="slides/slide78.xml"/><Relationship Id="rId86" Type="http://schemas.openxmlformats.org/officeDocument/2006/relationships/slide" Target="slides/slide83.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120" Type="http://schemas.openxmlformats.org/officeDocument/2006/relationships/slide" Target="slides/slide117.xml"/><Relationship Id="rId125" Type="http://schemas.openxmlformats.org/officeDocument/2006/relationships/theme" Target="theme/theme1.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slide" Target="slides/slide107.xml"/><Relationship Id="rId115" Type="http://schemas.openxmlformats.org/officeDocument/2006/relationships/slide" Target="slides/slide112.xml"/><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126" Type="http://schemas.openxmlformats.org/officeDocument/2006/relationships/tableStyles" Target="tableStyles.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121" Type="http://schemas.openxmlformats.org/officeDocument/2006/relationships/slide" Target="slides/slide118.xml"/><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116" Type="http://schemas.openxmlformats.org/officeDocument/2006/relationships/slide" Target="slides/slide113.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slide" Target="slides/slide108.xml"/><Relationship Id="rId15" Type="http://schemas.openxmlformats.org/officeDocument/2006/relationships/slide" Target="slides/slide12.xml"/><Relationship Id="rId36" Type="http://schemas.openxmlformats.org/officeDocument/2006/relationships/slide" Target="slides/slide33.xml"/><Relationship Id="rId57" Type="http://schemas.openxmlformats.org/officeDocument/2006/relationships/slide" Target="slides/slide54.xml"/><Relationship Id="rId106" Type="http://schemas.openxmlformats.org/officeDocument/2006/relationships/slide" Target="slides/slide103.xml"/><Relationship Id="rId10" Type="http://schemas.openxmlformats.org/officeDocument/2006/relationships/slide" Target="slides/slide7.xml"/><Relationship Id="rId31" Type="http://schemas.openxmlformats.org/officeDocument/2006/relationships/slide" Target="slides/slide28.xml"/><Relationship Id="rId52" Type="http://schemas.openxmlformats.org/officeDocument/2006/relationships/slide" Target="slides/slide49.xml"/><Relationship Id="rId73" Type="http://schemas.openxmlformats.org/officeDocument/2006/relationships/slide" Target="slides/slide70.xml"/><Relationship Id="rId78" Type="http://schemas.openxmlformats.org/officeDocument/2006/relationships/slide" Target="slides/slide75.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122" Type="http://schemas.openxmlformats.org/officeDocument/2006/relationships/notesMaster" Target="notesMasters/notesMaster1.xml"/><Relationship Id="rId4" Type="http://schemas.openxmlformats.org/officeDocument/2006/relationships/slide" Target="slides/slide1.xml"/><Relationship Id="rId9" Type="http://schemas.openxmlformats.org/officeDocument/2006/relationships/slide" Target="slides/slide6.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9.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6/4/2026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zh-CN" altLang="en-US" b="0" i="0" dirty="0">
                <a:solidFill>
                  <a:srgbClr val="ECECEC"/>
                </a:solidFill>
                <a:effectLst/>
                <a:latin typeface="Söhne"/>
              </a:rPr>
              <a:t>本章节我们将深入研究应用层，并覆盖几个关键领域：</a:t>
            </a:r>
          </a:p>
          <a:p>
            <a:pPr algn="l"/>
            <a:r>
              <a:rPr lang="zh-CN" altLang="en-US" b="0" i="0" dirty="0">
                <a:solidFill>
                  <a:srgbClr val="ECECEC"/>
                </a:solidFill>
                <a:effectLst/>
                <a:latin typeface="Söhne"/>
              </a:rPr>
              <a:t>首先，我们会讨论网络应用的基本原则。这包括如何设计和实现功能强大的网络应用，以及如何通过各种网络条件保证应用的可靠性和高效性。</a:t>
            </a:r>
          </a:p>
          <a:p>
            <a:pPr algn="l"/>
            <a:r>
              <a:rPr lang="zh-CN" altLang="en-US" b="0" i="0" dirty="0">
                <a:solidFill>
                  <a:srgbClr val="ECECEC"/>
                </a:solidFill>
                <a:effectLst/>
                <a:latin typeface="Söhne"/>
              </a:rPr>
              <a:t>接下来，我们将讨论</a:t>
            </a:r>
            <a:r>
              <a:rPr lang="en" altLang="zh-CN" b="0" i="0" dirty="0">
                <a:solidFill>
                  <a:srgbClr val="ECECEC"/>
                </a:solidFill>
                <a:effectLst/>
                <a:latin typeface="Söhne"/>
              </a:rPr>
              <a:t>HTTP</a:t>
            </a:r>
            <a:r>
              <a:rPr lang="zh-CN" altLang="en-US" b="0" i="0" dirty="0">
                <a:solidFill>
                  <a:srgbClr val="ECECEC"/>
                </a:solidFill>
                <a:effectLst/>
                <a:latin typeface="Söhne"/>
              </a:rPr>
              <a:t>协议。我们将了解浏览器如何通过这个协议请求和接收网页内容。</a:t>
            </a:r>
          </a:p>
          <a:p>
            <a:pPr algn="l"/>
            <a:r>
              <a:rPr lang="zh-CN" altLang="en-US" b="0" i="0" dirty="0">
                <a:solidFill>
                  <a:srgbClr val="ECECEC"/>
                </a:solidFill>
                <a:effectLst/>
                <a:latin typeface="Söhne"/>
              </a:rPr>
              <a:t>然后，我们会转向电子邮件的领域，探讨</a:t>
            </a:r>
            <a:r>
              <a:rPr lang="en" altLang="zh-CN" b="0" i="0" dirty="0">
                <a:solidFill>
                  <a:srgbClr val="ECECEC"/>
                </a:solidFill>
                <a:effectLst/>
                <a:latin typeface="Söhne"/>
              </a:rPr>
              <a:t>SMTP</a:t>
            </a:r>
            <a:r>
              <a:rPr lang="zh-CN" altLang="en-US" b="0" i="0" dirty="0">
                <a:solidFill>
                  <a:srgbClr val="ECECEC"/>
                </a:solidFill>
                <a:effectLst/>
                <a:latin typeface="Söhne"/>
              </a:rPr>
              <a:t>和</a:t>
            </a:r>
            <a:r>
              <a:rPr lang="en" altLang="zh-CN" b="0" i="0" dirty="0">
                <a:solidFill>
                  <a:srgbClr val="ECECEC"/>
                </a:solidFill>
                <a:effectLst/>
                <a:latin typeface="Söhne"/>
              </a:rPr>
              <a:t>IMAP</a:t>
            </a:r>
            <a:r>
              <a:rPr lang="zh-CN" altLang="en-US" b="0" i="0" dirty="0">
                <a:solidFill>
                  <a:srgbClr val="ECECEC"/>
                </a:solidFill>
                <a:effectLst/>
                <a:latin typeface="Söhne"/>
              </a:rPr>
              <a:t>协议以及它们如何在发送和接收邮件中发挥作用。</a:t>
            </a:r>
          </a:p>
          <a:p>
            <a:pPr algn="l"/>
            <a:r>
              <a:rPr lang="zh-CN" altLang="en-US" b="0" i="0" dirty="0">
                <a:solidFill>
                  <a:srgbClr val="ECECEC"/>
                </a:solidFill>
                <a:effectLst/>
                <a:latin typeface="Söhne"/>
              </a:rPr>
              <a:t>我们也将解析域名系统（</a:t>
            </a:r>
            <a:r>
              <a:rPr lang="en" altLang="zh-CN" b="0" i="0" dirty="0">
                <a:solidFill>
                  <a:srgbClr val="ECECEC"/>
                </a:solidFill>
                <a:effectLst/>
                <a:latin typeface="Söhne"/>
              </a:rPr>
              <a:t>DNS</a:t>
            </a:r>
            <a:r>
              <a:rPr lang="zh-CN" altLang="en" b="0" i="0" dirty="0">
                <a:solidFill>
                  <a:srgbClr val="ECECEC"/>
                </a:solidFill>
                <a:effectLst/>
                <a:latin typeface="Söhne"/>
              </a:rPr>
              <a:t>），</a:t>
            </a:r>
            <a:r>
              <a:rPr lang="zh-CN" altLang="en-US" b="0" i="0" dirty="0">
                <a:solidFill>
                  <a:srgbClr val="ECECEC"/>
                </a:solidFill>
                <a:effectLst/>
                <a:latin typeface="Söhne"/>
              </a:rPr>
              <a:t>这是互联网的电话簿，它将人类可读的网站名称转换为计算机可理解的</a:t>
            </a:r>
            <a:r>
              <a:rPr lang="en" altLang="zh-CN" b="0" i="0" dirty="0">
                <a:solidFill>
                  <a:srgbClr val="ECECEC"/>
                </a:solidFill>
                <a:effectLst/>
                <a:latin typeface="Söhne"/>
              </a:rPr>
              <a:t>IP</a:t>
            </a:r>
            <a:r>
              <a:rPr lang="zh-CN" altLang="en-US" b="0" i="0" dirty="0">
                <a:solidFill>
                  <a:srgbClr val="ECECEC"/>
                </a:solidFill>
                <a:effectLst/>
                <a:latin typeface="Söhne"/>
              </a:rPr>
              <a:t>地址。</a:t>
            </a:r>
          </a:p>
          <a:p>
            <a:pPr algn="l"/>
            <a:r>
              <a:rPr lang="zh-CN" altLang="en-US" b="0" i="0" dirty="0">
                <a:solidFill>
                  <a:srgbClr val="ECECEC"/>
                </a:solidFill>
                <a:effectLst/>
                <a:latin typeface="Söhne"/>
              </a:rPr>
              <a:t>接着，我们会介绍</a:t>
            </a:r>
            <a:r>
              <a:rPr lang="en" altLang="zh-CN" b="0" i="0" dirty="0">
                <a:solidFill>
                  <a:srgbClr val="ECECEC"/>
                </a:solidFill>
                <a:effectLst/>
                <a:latin typeface="Söhne"/>
              </a:rPr>
              <a:t>P2P</a:t>
            </a:r>
            <a:r>
              <a:rPr lang="zh-CN" altLang="en-US" b="0" i="0" dirty="0">
                <a:solidFill>
                  <a:srgbClr val="ECECEC"/>
                </a:solidFill>
                <a:effectLst/>
                <a:latin typeface="Söhne"/>
              </a:rPr>
              <a:t>应用，它们如何允许用户之间直接共享文件，而不依赖于中心化服务器。</a:t>
            </a:r>
          </a:p>
          <a:p>
            <a:pPr algn="l"/>
            <a:r>
              <a:rPr lang="zh-CN" altLang="en-US" b="0" i="0" dirty="0">
                <a:solidFill>
                  <a:srgbClr val="ECECEC"/>
                </a:solidFill>
                <a:effectLst/>
                <a:latin typeface="Söhne"/>
              </a:rPr>
              <a:t>我们还将探讨视频流和内容分发网络，它们是如何为用户提供高效率的视频传输服务。</a:t>
            </a:r>
          </a:p>
          <a:p>
            <a:pPr algn="l"/>
            <a:r>
              <a:rPr lang="zh-CN" altLang="en-US" b="0" i="0" dirty="0">
                <a:solidFill>
                  <a:srgbClr val="ECECEC"/>
                </a:solidFill>
                <a:effectLst/>
                <a:latin typeface="Söhne"/>
              </a:rPr>
              <a:t>最后，我们将涉足套接字编程，学习如何在</a:t>
            </a:r>
            <a:r>
              <a:rPr lang="en" altLang="zh-CN" b="0" i="0" dirty="0">
                <a:solidFill>
                  <a:srgbClr val="ECECEC"/>
                </a:solidFill>
                <a:effectLst/>
                <a:latin typeface="Söhne"/>
              </a:rPr>
              <a:t>UDP</a:t>
            </a:r>
            <a:r>
              <a:rPr lang="zh-CN" altLang="en-US" b="0" i="0" dirty="0">
                <a:solidFill>
                  <a:srgbClr val="ECECEC"/>
                </a:solidFill>
                <a:effectLst/>
                <a:latin typeface="Söhne"/>
              </a:rPr>
              <a:t>和</a:t>
            </a:r>
            <a:r>
              <a:rPr lang="en" altLang="zh-CN" b="0" i="0" dirty="0">
                <a:solidFill>
                  <a:srgbClr val="ECECEC"/>
                </a:solidFill>
                <a:effectLst/>
                <a:latin typeface="Söhne"/>
              </a:rPr>
              <a:t>TCP</a:t>
            </a:r>
            <a:r>
              <a:rPr lang="zh-CN" altLang="en-US" b="0" i="0" dirty="0">
                <a:solidFill>
                  <a:srgbClr val="ECECEC"/>
                </a:solidFill>
                <a:effectLst/>
                <a:latin typeface="Söhne"/>
              </a:rPr>
              <a:t>协议之上创建应用程序。</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413287835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zh-CN" altLang="en-US" b="0" i="0" dirty="0">
                <a:solidFill>
                  <a:srgbClr val="ECECEC"/>
                </a:solidFill>
                <a:effectLst/>
                <a:latin typeface="Söhne"/>
              </a:rPr>
              <a:t>在这一章节我们将集中讨论应用层的多个方面：</a:t>
            </a:r>
          </a:p>
          <a:p>
            <a:pPr algn="l"/>
            <a:r>
              <a:rPr lang="zh-CN" altLang="en-US" b="0" i="0" dirty="0">
                <a:solidFill>
                  <a:srgbClr val="ECECEC"/>
                </a:solidFill>
                <a:effectLst/>
                <a:latin typeface="Söhne"/>
              </a:rPr>
              <a:t>首先，我们的目标是要掌握应用层协议的概念性和实现性两个方面。也就是说我们不仅要理解这些协议的理论基础，还需要学习它们是如何在真实世界中被实现和使用的。</a:t>
            </a:r>
          </a:p>
          <a:p>
            <a:pPr algn="l"/>
            <a:r>
              <a:rPr lang="zh-CN" altLang="en-US" b="0" i="0" dirty="0">
                <a:solidFill>
                  <a:srgbClr val="ECECEC"/>
                </a:solidFill>
                <a:effectLst/>
                <a:latin typeface="Söhne"/>
              </a:rPr>
              <a:t>我们会从传输层服务模型开始，它是网络通信的基础，支撑着应用层协议的运作。</a:t>
            </a:r>
          </a:p>
          <a:p>
            <a:pPr algn="l"/>
            <a:r>
              <a:rPr lang="zh-CN" altLang="en-US" b="0" i="0" dirty="0">
                <a:solidFill>
                  <a:srgbClr val="ECECEC"/>
                </a:solidFill>
                <a:effectLst/>
                <a:latin typeface="Söhne"/>
              </a:rPr>
              <a:t>然后，我们将深入学习客户端</a:t>
            </a:r>
            <a:r>
              <a:rPr lang="en-US" altLang="zh-CN" b="0" i="0" dirty="0">
                <a:solidFill>
                  <a:srgbClr val="ECECEC"/>
                </a:solidFill>
                <a:effectLst/>
                <a:latin typeface="Söhne"/>
              </a:rPr>
              <a:t>-</a:t>
            </a:r>
            <a:r>
              <a:rPr lang="zh-CN" altLang="en-US" b="0" i="0" dirty="0">
                <a:solidFill>
                  <a:srgbClr val="ECECEC"/>
                </a:solidFill>
                <a:effectLst/>
                <a:latin typeface="Söhne"/>
              </a:rPr>
              <a:t>服务器范式，这是许多网络应用的架构基础，包括我们常用的网页浏览和电子邮件服务。</a:t>
            </a:r>
          </a:p>
          <a:p>
            <a:pPr algn="l"/>
            <a:r>
              <a:rPr lang="zh-CN" altLang="en-US" b="0" i="0" dirty="0">
                <a:solidFill>
                  <a:srgbClr val="ECECEC"/>
                </a:solidFill>
                <a:effectLst/>
                <a:latin typeface="Söhne"/>
              </a:rPr>
              <a:t>此外，我们还会探索点对点（</a:t>
            </a:r>
            <a:r>
              <a:rPr lang="en" altLang="zh-CN" b="0" i="0" dirty="0">
                <a:solidFill>
                  <a:srgbClr val="ECECEC"/>
                </a:solidFill>
                <a:effectLst/>
                <a:latin typeface="Söhne"/>
              </a:rPr>
              <a:t>P2P</a:t>
            </a:r>
            <a:r>
              <a:rPr lang="zh-CN" altLang="en" b="0" i="0" dirty="0">
                <a:solidFill>
                  <a:srgbClr val="ECECEC"/>
                </a:solidFill>
                <a:effectLst/>
                <a:latin typeface="Söhne"/>
              </a:rPr>
              <a:t>）</a:t>
            </a:r>
            <a:r>
              <a:rPr lang="zh-CN" altLang="en-US" b="0" i="0" dirty="0">
                <a:solidFill>
                  <a:srgbClr val="ECECEC"/>
                </a:solidFill>
                <a:effectLst/>
                <a:latin typeface="Söhne"/>
              </a:rPr>
              <a:t>范式，一个允许网络节点之间直接交互而不依赖中央服务器的模型。这种范式在文件共享和某些通信应用程序中非常常见。</a:t>
            </a:r>
            <a:br>
              <a:rPr lang="en-US" altLang="zh-CN" b="0" i="0" dirty="0">
                <a:solidFill>
                  <a:srgbClr val="ECECEC"/>
                </a:solidFill>
                <a:effectLst/>
                <a:latin typeface="Söhne"/>
              </a:rPr>
            </a:br>
            <a:endParaRPr lang="zh-CN" altLang="en-US" b="0" i="0" dirty="0">
              <a:solidFill>
                <a:srgbClr val="ECECEC"/>
              </a:solidFill>
              <a:effectLst/>
              <a:latin typeface="Söhne"/>
            </a:endParaRPr>
          </a:p>
          <a:p>
            <a:pPr algn="l"/>
            <a:r>
              <a:rPr lang="zh-CN" altLang="en-US" b="0" i="0" dirty="0">
                <a:solidFill>
                  <a:srgbClr val="ECECEC"/>
                </a:solidFill>
                <a:effectLst/>
                <a:latin typeface="Söhne"/>
              </a:rPr>
              <a:t>我们还将通过研究一些流行的应用层协议和基础设施来学习这些概念，比如：</a:t>
            </a:r>
          </a:p>
          <a:p>
            <a:pPr algn="l">
              <a:buFont typeface="Arial" panose="020B0604020202020204" pitchFamily="34" charset="0"/>
              <a:buChar char="•"/>
            </a:pPr>
            <a:r>
              <a:rPr lang="zh-CN" altLang="en-US" b="0" i="0" dirty="0">
                <a:solidFill>
                  <a:srgbClr val="ECECEC"/>
                </a:solidFill>
                <a:effectLst/>
                <a:latin typeface="Söhne"/>
              </a:rPr>
              <a:t>超文本传输协议（</a:t>
            </a:r>
            <a:r>
              <a:rPr lang="en" altLang="zh-CN" b="0" i="0" dirty="0">
                <a:solidFill>
                  <a:srgbClr val="ECECEC"/>
                </a:solidFill>
                <a:effectLst/>
                <a:latin typeface="Söhne"/>
              </a:rPr>
              <a:t>HTTP</a:t>
            </a:r>
            <a:r>
              <a:rPr lang="zh-CN" altLang="en" b="0" i="0" dirty="0">
                <a:solidFill>
                  <a:srgbClr val="ECECEC"/>
                </a:solidFill>
                <a:effectLst/>
                <a:latin typeface="Söhne"/>
              </a:rPr>
              <a:t>）</a:t>
            </a:r>
          </a:p>
          <a:p>
            <a:pPr algn="l">
              <a:buFont typeface="Arial" panose="020B0604020202020204" pitchFamily="34" charset="0"/>
              <a:buChar char="•"/>
            </a:pPr>
            <a:r>
              <a:rPr lang="zh-CN" altLang="en-US" b="0" i="0" dirty="0">
                <a:solidFill>
                  <a:srgbClr val="ECECEC"/>
                </a:solidFill>
                <a:effectLst/>
                <a:latin typeface="Söhne"/>
              </a:rPr>
              <a:t>简单邮件传输协议（</a:t>
            </a:r>
            <a:r>
              <a:rPr lang="en" altLang="zh-CN" b="0" i="0" dirty="0">
                <a:solidFill>
                  <a:srgbClr val="ECECEC"/>
                </a:solidFill>
                <a:effectLst/>
                <a:latin typeface="Söhne"/>
              </a:rPr>
              <a:t>SMTP</a:t>
            </a:r>
            <a:r>
              <a:rPr lang="zh-CN" altLang="en" b="0" i="0" dirty="0">
                <a:solidFill>
                  <a:srgbClr val="ECECEC"/>
                </a:solidFill>
                <a:effectLst/>
                <a:latin typeface="Söhne"/>
              </a:rPr>
              <a:t>）</a:t>
            </a:r>
            <a:r>
              <a:rPr lang="zh-CN" altLang="en-US" b="0" i="0" dirty="0">
                <a:solidFill>
                  <a:srgbClr val="ECECEC"/>
                </a:solidFill>
                <a:effectLst/>
                <a:latin typeface="Söhne"/>
              </a:rPr>
              <a:t>和互联网消息访问协议（</a:t>
            </a:r>
            <a:r>
              <a:rPr lang="en" altLang="zh-CN" b="0" i="0" dirty="0">
                <a:solidFill>
                  <a:srgbClr val="ECECEC"/>
                </a:solidFill>
                <a:effectLst/>
                <a:latin typeface="Söhne"/>
              </a:rPr>
              <a:t>IMAP</a:t>
            </a:r>
            <a:r>
              <a:rPr lang="zh-CN" altLang="en" b="0" i="0" dirty="0">
                <a:solidFill>
                  <a:srgbClr val="ECECEC"/>
                </a:solidFill>
                <a:effectLst/>
                <a:latin typeface="Söhne"/>
              </a:rPr>
              <a:t>）</a:t>
            </a:r>
          </a:p>
          <a:p>
            <a:pPr algn="l">
              <a:buFont typeface="Arial" panose="020B0604020202020204" pitchFamily="34" charset="0"/>
              <a:buChar char="•"/>
            </a:pPr>
            <a:r>
              <a:rPr lang="zh-CN" altLang="en-US" b="0" i="0" dirty="0">
                <a:solidFill>
                  <a:srgbClr val="ECECEC"/>
                </a:solidFill>
                <a:effectLst/>
                <a:latin typeface="Söhne"/>
              </a:rPr>
              <a:t>域名系统（</a:t>
            </a:r>
            <a:r>
              <a:rPr lang="en" altLang="zh-CN" b="0" i="0" dirty="0">
                <a:solidFill>
                  <a:srgbClr val="ECECEC"/>
                </a:solidFill>
                <a:effectLst/>
                <a:latin typeface="Söhne"/>
              </a:rPr>
              <a:t>DNS</a:t>
            </a:r>
            <a:r>
              <a:rPr lang="zh-CN" altLang="en" b="0" i="0" dirty="0">
                <a:solidFill>
                  <a:srgbClr val="ECECEC"/>
                </a:solidFill>
                <a:effectLst/>
                <a:latin typeface="Söhne"/>
              </a:rPr>
              <a:t>）</a:t>
            </a:r>
          </a:p>
          <a:p>
            <a:pPr algn="l">
              <a:buFont typeface="Arial" panose="020B0604020202020204" pitchFamily="34" charset="0"/>
              <a:buChar char="•"/>
            </a:pPr>
            <a:r>
              <a:rPr lang="zh-CN" altLang="en-US" b="0" i="0" dirty="0">
                <a:solidFill>
                  <a:srgbClr val="ECECEC"/>
                </a:solidFill>
                <a:effectLst/>
                <a:latin typeface="Söhne"/>
              </a:rPr>
              <a:t>视频流媒体系统和内容分发网络（</a:t>
            </a:r>
            <a:r>
              <a:rPr lang="en" altLang="zh-CN" b="0" i="0" dirty="0">
                <a:solidFill>
                  <a:srgbClr val="ECECEC"/>
                </a:solidFill>
                <a:effectLst/>
                <a:latin typeface="Söhne"/>
              </a:rPr>
              <a:t>CDNs</a:t>
            </a:r>
            <a:r>
              <a:rPr lang="zh-CN" altLang="en" b="0" i="0" dirty="0">
                <a:solidFill>
                  <a:srgbClr val="ECECEC"/>
                </a:solidFill>
                <a:effectLst/>
                <a:latin typeface="Söhne"/>
              </a:rPr>
              <a:t>）</a:t>
            </a:r>
          </a:p>
          <a:p>
            <a:pPr algn="l"/>
            <a:r>
              <a:rPr lang="zh-CN" altLang="en-US" b="0" i="0" dirty="0">
                <a:solidFill>
                  <a:srgbClr val="ECECEC"/>
                </a:solidFill>
                <a:effectLst/>
                <a:latin typeface="Söhne"/>
              </a:rPr>
              <a:t>在本章节最后，我们将介绍如何编程来构建网络应用，学习套接字（</a:t>
            </a:r>
            <a:r>
              <a:rPr lang="en" altLang="zh-CN" b="0" i="0" dirty="0">
                <a:solidFill>
                  <a:srgbClr val="ECECEC"/>
                </a:solidFill>
                <a:effectLst/>
                <a:latin typeface="Söhne"/>
              </a:rPr>
              <a:t>Socket</a:t>
            </a:r>
            <a:r>
              <a:rPr lang="zh-CN" altLang="en" b="0" i="0" dirty="0">
                <a:solidFill>
                  <a:srgbClr val="ECECEC"/>
                </a:solidFill>
                <a:effectLst/>
                <a:latin typeface="Söhne"/>
              </a:rPr>
              <a:t>）</a:t>
            </a:r>
            <a:r>
              <a:rPr lang="en" altLang="zh-CN" b="0" i="0" dirty="0">
                <a:solidFill>
                  <a:srgbClr val="ECECEC"/>
                </a:solidFill>
                <a:effectLst/>
                <a:latin typeface="Söhne"/>
              </a:rPr>
              <a:t>API</a:t>
            </a:r>
            <a:r>
              <a:rPr lang="zh-CN" altLang="en-US" b="0" i="0" dirty="0">
                <a:solidFill>
                  <a:srgbClr val="ECECEC"/>
                </a:solidFill>
                <a:effectLst/>
                <a:latin typeface="Söhne"/>
              </a:rPr>
              <a:t>的基本使用方法。</a:t>
            </a:r>
          </a:p>
          <a:p>
            <a:br>
              <a:rPr lang="zh-CN" altLang="en-US" dirty="0"/>
            </a:b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10230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课堂互动环节</a:t>
            </a:r>
            <a:r>
              <a:rPr lang="zh-CN" altLang="en-US" dirty="0"/>
              <a:t>：聊聊日常生活中常见的网络应用。</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450222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当我们需要创建一款网络应用时</a:t>
            </a:r>
            <a:r>
              <a:rPr lang="zh-CN" altLang="en-US" dirty="0"/>
              <a:t>，需要了解的是，</a:t>
            </a:r>
            <a:r>
              <a:rPr lang="zh-CN" altLang="en-US" b="0" i="0" dirty="0">
                <a:solidFill>
                  <a:srgbClr val="ECECEC"/>
                </a:solidFill>
                <a:effectLst/>
                <a:latin typeface="Söhne"/>
              </a:rPr>
              <a:t>创建网络应用并不意味着我们需要为整个网络写软件，而是专注于端系统上的应用程序。</a:t>
            </a:r>
            <a:br>
              <a:rPr lang="en-US" altLang="zh-CN" b="0" i="0" dirty="0">
                <a:solidFill>
                  <a:srgbClr val="ECECEC"/>
                </a:solidFill>
                <a:effectLst/>
                <a:latin typeface="Söhne"/>
              </a:rPr>
            </a:br>
            <a:endParaRPr lang="en-US" altLang="zh-CN" b="0" i="0" dirty="0">
              <a:solidFill>
                <a:srgbClr val="ECECEC"/>
              </a:solidFill>
              <a:effectLst/>
              <a:latin typeface="Söhne"/>
            </a:endParaRPr>
          </a:p>
          <a:p>
            <a:pPr algn="l"/>
            <a:r>
              <a:rPr lang="zh-CN" altLang="en-US" b="0" i="0" dirty="0">
                <a:solidFill>
                  <a:srgbClr val="ECECEC"/>
                </a:solidFill>
                <a:effectLst/>
                <a:latin typeface="Söhne"/>
              </a:rPr>
              <a:t>首先，我们需要编写的程序必须能够在不同的端系统上运行，并且这些程序之间需要能够通过网络进行通信。例如，一个网页服务器软件需要能够与浏览器软件进行沟通。</a:t>
            </a:r>
          </a:p>
          <a:p>
            <a:pPr algn="l"/>
            <a:r>
              <a:rPr lang="zh-CN" altLang="en-US" b="0" i="0" dirty="0">
                <a:solidFill>
                  <a:srgbClr val="ECECEC"/>
                </a:solidFill>
                <a:effectLst/>
                <a:latin typeface="Söhne"/>
              </a:rPr>
              <a:t>重要的一点是，我们不需要为网络核心设备编写软件。这些设备，如路由器和交换机，是用来转发数据的，但它们本身并不运行用户级的应用程序。</a:t>
            </a:r>
          </a:p>
          <a:p>
            <a:pPr algn="l"/>
            <a:r>
              <a:rPr lang="zh-CN" altLang="en-US" b="0" i="0" dirty="0">
                <a:solidFill>
                  <a:srgbClr val="ECECEC"/>
                </a:solidFill>
                <a:effectLst/>
                <a:latin typeface="Söhne"/>
              </a:rPr>
              <a:t>在端系统上运行的应用程序使得我们可以快速地开发和传播新的网络应用。这种设计有助于快速迭代和创新，因为开发者可以专注于应用层，而不必担心网络内部的复杂性。</a:t>
            </a:r>
          </a:p>
          <a:p>
            <a:pPr algn="l"/>
            <a:r>
              <a:rPr lang="zh-CN" altLang="en-US" b="0" i="0" dirty="0">
                <a:solidFill>
                  <a:srgbClr val="ECECEC"/>
                </a:solidFill>
                <a:effectLst/>
                <a:latin typeface="Söhne"/>
              </a:rPr>
              <a:t>总之，这种分层的网络模型为我们提供了极大的灵活性。我们作为开发者，可以利用现有的传输、网络和数据链路层服务，来创造能够改善人们日常生活和工作的新型应用。</a:t>
            </a:r>
          </a:p>
          <a:p>
            <a:br>
              <a:rPr lang="en-US" altLang="zh-CN" dirty="0"/>
            </a:b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124607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zh-CN" altLang="en-US" b="0" i="0" dirty="0">
                <a:solidFill>
                  <a:srgbClr val="ECECEC"/>
                </a:solidFill>
                <a:effectLst/>
                <a:latin typeface="Söhne"/>
              </a:rPr>
              <a:t>接下来我们继续讨论客户端</a:t>
            </a:r>
            <a:r>
              <a:rPr lang="en-US" altLang="zh-CN" b="0" i="0" dirty="0">
                <a:solidFill>
                  <a:srgbClr val="ECECEC"/>
                </a:solidFill>
                <a:effectLst/>
                <a:latin typeface="Söhne"/>
              </a:rPr>
              <a:t>-</a:t>
            </a:r>
            <a:r>
              <a:rPr lang="zh-CN" altLang="en-US" b="0" i="0" dirty="0">
                <a:solidFill>
                  <a:srgbClr val="ECECEC"/>
                </a:solidFill>
                <a:effectLst/>
                <a:latin typeface="Söhne"/>
              </a:rPr>
              <a:t>服务器范式，这是网络应用架构的一种基本形式。在这种模型中，服务器是一台始终在线的主机，拥有固定的</a:t>
            </a:r>
            <a:r>
              <a:rPr lang="en" altLang="zh-CN" b="0" i="0" dirty="0">
                <a:solidFill>
                  <a:srgbClr val="ECECEC"/>
                </a:solidFill>
                <a:effectLst/>
                <a:latin typeface="Söhne"/>
              </a:rPr>
              <a:t>IP</a:t>
            </a:r>
            <a:r>
              <a:rPr lang="zh-CN" altLang="en-US" b="0" i="0" dirty="0">
                <a:solidFill>
                  <a:srgbClr val="ECECEC"/>
                </a:solidFill>
                <a:effectLst/>
                <a:latin typeface="Söhne"/>
              </a:rPr>
              <a:t>地址，并且通常位于数据中心内以实现可伸缩性。客户端设备如手机或电脑会与服务器建立联系和通信，它们可能只是偶尔连接到网络，并且可能拥有动态的</a:t>
            </a:r>
            <a:r>
              <a:rPr lang="en" altLang="zh-CN" b="0" i="0" dirty="0">
                <a:solidFill>
                  <a:srgbClr val="ECECEC"/>
                </a:solidFill>
                <a:effectLst/>
                <a:latin typeface="Söhne"/>
              </a:rPr>
              <a:t>IP</a:t>
            </a:r>
            <a:r>
              <a:rPr lang="zh-CN" altLang="en-US" b="0" i="0" dirty="0">
                <a:solidFill>
                  <a:srgbClr val="ECECEC"/>
                </a:solidFill>
                <a:effectLst/>
                <a:latin typeface="Söhne"/>
              </a:rPr>
              <a:t>地址。在这种架构下，客户端之间通常不直接通信。</a:t>
            </a:r>
          </a:p>
          <a:p>
            <a:pPr algn="l"/>
            <a:r>
              <a:rPr lang="zh-CN" altLang="en-US" b="0" i="0" dirty="0">
                <a:solidFill>
                  <a:srgbClr val="ECECEC"/>
                </a:solidFill>
                <a:effectLst/>
                <a:latin typeface="Söhne"/>
              </a:rPr>
              <a:t>我们常见的使用客户端</a:t>
            </a:r>
            <a:r>
              <a:rPr lang="en-US" altLang="zh-CN" b="0" i="0" dirty="0">
                <a:solidFill>
                  <a:srgbClr val="ECECEC"/>
                </a:solidFill>
                <a:effectLst/>
                <a:latin typeface="Söhne"/>
              </a:rPr>
              <a:t>-</a:t>
            </a:r>
            <a:r>
              <a:rPr lang="zh-CN" altLang="en-US" b="0" i="0" dirty="0">
                <a:solidFill>
                  <a:srgbClr val="ECECEC"/>
                </a:solidFill>
                <a:effectLst/>
                <a:latin typeface="Söhne"/>
              </a:rPr>
              <a:t>服务器模式的协议包括</a:t>
            </a:r>
            <a:r>
              <a:rPr lang="en" altLang="zh-CN" b="0" i="0" dirty="0">
                <a:solidFill>
                  <a:srgbClr val="ECECEC"/>
                </a:solidFill>
                <a:effectLst/>
                <a:latin typeface="Söhne"/>
              </a:rPr>
              <a:t>HTTP</a:t>
            </a:r>
            <a:r>
              <a:rPr lang="zh-CN" altLang="en" b="0" i="0" dirty="0">
                <a:solidFill>
                  <a:srgbClr val="ECECEC"/>
                </a:solidFill>
                <a:effectLst/>
                <a:latin typeface="Söhne"/>
              </a:rPr>
              <a:t>，</a:t>
            </a:r>
            <a:r>
              <a:rPr lang="zh-CN" altLang="en-US" b="0" i="0" dirty="0">
                <a:solidFill>
                  <a:srgbClr val="ECECEC"/>
                </a:solidFill>
                <a:effectLst/>
                <a:latin typeface="Söhne"/>
              </a:rPr>
              <a:t>用于网页浏览；</a:t>
            </a:r>
            <a:r>
              <a:rPr lang="en" altLang="zh-CN" b="0" i="0" dirty="0">
                <a:solidFill>
                  <a:srgbClr val="ECECEC"/>
                </a:solidFill>
                <a:effectLst/>
                <a:latin typeface="Söhne"/>
              </a:rPr>
              <a:t>IMAP</a:t>
            </a:r>
            <a:r>
              <a:rPr lang="zh-CN" altLang="en" b="0" i="0" dirty="0">
                <a:solidFill>
                  <a:srgbClr val="ECECEC"/>
                </a:solidFill>
                <a:effectLst/>
                <a:latin typeface="Söhne"/>
              </a:rPr>
              <a:t>，</a:t>
            </a:r>
            <a:r>
              <a:rPr lang="zh-CN" altLang="en-US" b="0" i="0" dirty="0">
                <a:solidFill>
                  <a:srgbClr val="ECECEC"/>
                </a:solidFill>
                <a:effectLst/>
                <a:latin typeface="Söhne"/>
              </a:rPr>
              <a:t>用于邮件获取；</a:t>
            </a:r>
            <a:r>
              <a:rPr lang="en" altLang="zh-CN" b="0" i="0" dirty="0">
                <a:solidFill>
                  <a:srgbClr val="ECECEC"/>
                </a:solidFill>
                <a:effectLst/>
                <a:latin typeface="Söhne"/>
              </a:rPr>
              <a:t>FTP</a:t>
            </a:r>
            <a:r>
              <a:rPr lang="zh-CN" altLang="en" b="0" i="0" dirty="0">
                <a:solidFill>
                  <a:srgbClr val="ECECEC"/>
                </a:solidFill>
                <a:effectLst/>
                <a:latin typeface="Söhne"/>
              </a:rPr>
              <a:t>，</a:t>
            </a:r>
            <a:r>
              <a:rPr lang="zh-CN" altLang="en-US" b="0" i="0" dirty="0">
                <a:solidFill>
                  <a:srgbClr val="ECECEC"/>
                </a:solidFill>
                <a:effectLst/>
                <a:latin typeface="Söhne"/>
              </a:rPr>
              <a:t>用于文件传输等。在图中我们可以看到，不同的网络环境如移动网络、家庭网络和企业网络中的设备，都通过各自的方式连接到服务器，服务器则通过数据中心网络处理这些请求。</a:t>
            </a:r>
          </a:p>
          <a:p>
            <a:pPr algn="l"/>
            <a:r>
              <a:rPr lang="zh-CN" altLang="en-US" b="0" i="0" dirty="0">
                <a:solidFill>
                  <a:srgbClr val="ECECEC"/>
                </a:solidFill>
                <a:effectLst/>
                <a:latin typeface="Söhne"/>
              </a:rPr>
              <a:t>在设计客户端</a:t>
            </a:r>
            <a:r>
              <a:rPr lang="en-US" altLang="zh-CN" b="0" i="0" dirty="0">
                <a:solidFill>
                  <a:srgbClr val="ECECEC"/>
                </a:solidFill>
                <a:effectLst/>
                <a:latin typeface="Söhne"/>
              </a:rPr>
              <a:t>-</a:t>
            </a:r>
            <a:r>
              <a:rPr lang="zh-CN" altLang="en-US" b="0" i="0" dirty="0">
                <a:solidFill>
                  <a:srgbClr val="ECECEC"/>
                </a:solidFill>
                <a:effectLst/>
                <a:latin typeface="Söhne"/>
              </a:rPr>
              <a:t>服务器应用时，我们需要考虑服务器的处理能力和伸缩性，以及客户端的连接性和</a:t>
            </a:r>
            <a:r>
              <a:rPr lang="en" altLang="zh-CN" b="0" i="0" dirty="0">
                <a:solidFill>
                  <a:srgbClr val="ECECEC"/>
                </a:solidFill>
                <a:effectLst/>
                <a:latin typeface="Söhne"/>
              </a:rPr>
              <a:t>IP</a:t>
            </a:r>
            <a:r>
              <a:rPr lang="zh-CN" altLang="en-US" b="0" i="0" dirty="0">
                <a:solidFill>
                  <a:srgbClr val="ECECEC"/>
                </a:solidFill>
                <a:effectLst/>
                <a:latin typeface="Söhne"/>
              </a:rPr>
              <a:t>地址的动态性。这种架构有助于集中管理资源和数据，同时也能提供一定程度的数据持久性和稳定性。</a:t>
            </a:r>
          </a:p>
          <a:p>
            <a:br>
              <a:rPr lang="zh-CN" altLang="en-US" dirty="0"/>
            </a:br>
            <a:endParaRPr lang="en-US" b="0" i="0" dirty="0">
              <a:solidFill>
                <a:srgbClr val="ECECEC"/>
              </a:solidFill>
              <a:effectLst/>
              <a:latin typeface="Söhne"/>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66829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zh-CN" altLang="en-US" b="0" i="0" dirty="0">
                <a:solidFill>
                  <a:srgbClr val="ECECEC"/>
                </a:solidFill>
                <a:effectLst/>
                <a:latin typeface="Söhne"/>
              </a:rPr>
              <a:t>点对点</a:t>
            </a:r>
            <a:r>
              <a:rPr lang="en-US" altLang="zh-CN" b="0" i="0" dirty="0">
                <a:solidFill>
                  <a:srgbClr val="ECECEC"/>
                </a:solidFill>
                <a:effectLst/>
                <a:latin typeface="Söhne"/>
              </a:rPr>
              <a:t>(</a:t>
            </a:r>
            <a:r>
              <a:rPr lang="en" altLang="zh-CN" b="0" i="0" dirty="0">
                <a:solidFill>
                  <a:srgbClr val="ECECEC"/>
                </a:solidFill>
                <a:effectLst/>
                <a:latin typeface="Söhne"/>
              </a:rPr>
              <a:t>P2P)</a:t>
            </a:r>
            <a:r>
              <a:rPr lang="zh-CN" altLang="en-US" b="0" i="0" dirty="0">
                <a:solidFill>
                  <a:srgbClr val="ECECEC"/>
                </a:solidFill>
                <a:effectLst/>
                <a:latin typeface="Söhne"/>
              </a:rPr>
              <a:t>架构，这是另一种重要的网络应用模型。不同于客户端</a:t>
            </a:r>
            <a:r>
              <a:rPr lang="en-US" altLang="zh-CN" b="0" i="0" dirty="0">
                <a:solidFill>
                  <a:srgbClr val="ECECEC"/>
                </a:solidFill>
                <a:effectLst/>
                <a:latin typeface="Söhne"/>
              </a:rPr>
              <a:t>-</a:t>
            </a:r>
            <a:r>
              <a:rPr lang="zh-CN" altLang="en-US" b="0" i="0" dirty="0">
                <a:solidFill>
                  <a:srgbClr val="ECECEC"/>
                </a:solidFill>
                <a:effectLst/>
                <a:latin typeface="Söhne"/>
              </a:rPr>
              <a:t>服务器模型的一个关键区别在于，</a:t>
            </a:r>
            <a:r>
              <a:rPr lang="en" altLang="zh-CN" b="0" i="0" dirty="0">
                <a:solidFill>
                  <a:srgbClr val="ECECEC"/>
                </a:solidFill>
                <a:effectLst/>
                <a:latin typeface="Söhne"/>
              </a:rPr>
              <a:t>P2P</a:t>
            </a:r>
            <a:r>
              <a:rPr lang="zh-CN" altLang="en-US" b="0" i="0" dirty="0">
                <a:solidFill>
                  <a:srgbClr val="ECECEC"/>
                </a:solidFill>
                <a:effectLst/>
                <a:latin typeface="Söhne"/>
              </a:rPr>
              <a:t>架构中没有始终在线的服务器。在这里，任意的终端系统可以直接相互通信，互为对等方</a:t>
            </a:r>
            <a:r>
              <a:rPr lang="en-US" altLang="zh-CN" b="0" i="0" dirty="0">
                <a:solidFill>
                  <a:srgbClr val="ECECEC"/>
                </a:solidFill>
                <a:effectLst/>
                <a:latin typeface="Söhne"/>
              </a:rPr>
              <a:t>(</a:t>
            </a:r>
            <a:r>
              <a:rPr lang="en" altLang="zh-CN" b="0" i="0" dirty="0">
                <a:solidFill>
                  <a:srgbClr val="ECECEC"/>
                </a:solidFill>
                <a:effectLst/>
                <a:latin typeface="Söhne"/>
              </a:rPr>
              <a:t>peer)</a:t>
            </a:r>
            <a:r>
              <a:rPr lang="zh-CN" altLang="en" b="0" i="0" dirty="0">
                <a:solidFill>
                  <a:srgbClr val="ECECEC"/>
                </a:solidFill>
                <a:effectLst/>
                <a:latin typeface="Söhne"/>
              </a:rPr>
              <a:t>。</a:t>
            </a:r>
            <a:r>
              <a:rPr lang="zh-CN" altLang="en-US" b="0" i="0" dirty="0">
                <a:solidFill>
                  <a:srgbClr val="ECECEC"/>
                </a:solidFill>
                <a:effectLst/>
                <a:latin typeface="Söhne"/>
              </a:rPr>
              <a:t>每个节点既是客户端又是服务器，既请求服务也提供服务。</a:t>
            </a:r>
          </a:p>
          <a:p>
            <a:pPr algn="l"/>
            <a:r>
              <a:rPr lang="en" altLang="zh-CN" b="0" i="0" dirty="0">
                <a:solidFill>
                  <a:srgbClr val="ECECEC"/>
                </a:solidFill>
                <a:effectLst/>
                <a:latin typeface="Söhne"/>
              </a:rPr>
              <a:t>P2P</a:t>
            </a:r>
            <a:r>
              <a:rPr lang="zh-CN" altLang="en-US" b="0" i="0" dirty="0">
                <a:solidFill>
                  <a:srgbClr val="ECECEC"/>
                </a:solidFill>
                <a:effectLst/>
                <a:latin typeface="Söhne"/>
              </a:rPr>
              <a:t>架构的一个核心优势是自我可伸缩性</a:t>
            </a:r>
            <a:r>
              <a:rPr lang="en-US" altLang="zh-CN" b="0" i="0" dirty="0">
                <a:solidFill>
                  <a:srgbClr val="ECECEC"/>
                </a:solidFill>
                <a:effectLst/>
                <a:latin typeface="Söhne"/>
              </a:rPr>
              <a:t>(</a:t>
            </a:r>
            <a:r>
              <a:rPr lang="en" altLang="zh-CN" b="0" i="0" dirty="0">
                <a:solidFill>
                  <a:srgbClr val="ECECEC"/>
                </a:solidFill>
                <a:effectLst/>
                <a:latin typeface="Söhne"/>
              </a:rPr>
              <a:t>self scalability)——</a:t>
            </a:r>
            <a:r>
              <a:rPr lang="zh-CN" altLang="en-US" b="0" i="0" dirty="0">
                <a:solidFill>
                  <a:srgbClr val="ECECEC"/>
                </a:solidFill>
                <a:effectLst/>
                <a:latin typeface="Söhne"/>
              </a:rPr>
              <a:t>每新增一个节点，不仅增加了新的服务需求，同时也带来了额外的服务能力。这意味着，随着网络中参与者的增加，整个系统的容量和性能都在提升。然而，这也带来了复杂的管理挑战，因为节点可能会不定期地连接或断开，并且其</a:t>
            </a:r>
            <a:r>
              <a:rPr lang="en" altLang="zh-CN" b="0" i="0" dirty="0">
                <a:solidFill>
                  <a:srgbClr val="ECECEC"/>
                </a:solidFill>
                <a:effectLst/>
                <a:latin typeface="Söhne"/>
              </a:rPr>
              <a:t>IP</a:t>
            </a:r>
            <a:r>
              <a:rPr lang="zh-CN" altLang="en-US" b="0" i="0" dirty="0">
                <a:solidFill>
                  <a:srgbClr val="ECECEC"/>
                </a:solidFill>
                <a:effectLst/>
                <a:latin typeface="Söhne"/>
              </a:rPr>
              <a:t>地址可能会变化。</a:t>
            </a:r>
          </a:p>
          <a:p>
            <a:pPr algn="l"/>
            <a:r>
              <a:rPr lang="zh-CN" altLang="en-US" b="0" i="0" dirty="0">
                <a:solidFill>
                  <a:srgbClr val="ECECEC"/>
                </a:solidFill>
                <a:effectLst/>
                <a:latin typeface="Söhne"/>
              </a:rPr>
              <a:t>我们以</a:t>
            </a:r>
            <a:r>
              <a:rPr lang="en" altLang="zh-CN" b="0" i="0" dirty="0">
                <a:solidFill>
                  <a:srgbClr val="ECECEC"/>
                </a:solidFill>
                <a:effectLst/>
                <a:latin typeface="Söhne"/>
              </a:rPr>
              <a:t>P2P</a:t>
            </a:r>
            <a:r>
              <a:rPr lang="zh-CN" altLang="en-US" b="0" i="0" dirty="0">
                <a:solidFill>
                  <a:srgbClr val="ECECEC"/>
                </a:solidFill>
                <a:effectLst/>
                <a:latin typeface="Söhne"/>
              </a:rPr>
              <a:t>文件共享系统，例如</a:t>
            </a:r>
            <a:r>
              <a:rPr lang="en" altLang="zh-CN" b="0" i="0" dirty="0">
                <a:solidFill>
                  <a:srgbClr val="ECECEC"/>
                </a:solidFill>
                <a:effectLst/>
                <a:latin typeface="Söhne"/>
              </a:rPr>
              <a:t>BitTorrent</a:t>
            </a:r>
            <a:r>
              <a:rPr lang="zh-CN" altLang="en-US" b="0" i="0" dirty="0">
                <a:solidFill>
                  <a:srgbClr val="ECECEC"/>
                </a:solidFill>
                <a:effectLst/>
                <a:latin typeface="Söhne"/>
              </a:rPr>
              <a:t>为例。在这样的系统中，用户之间共享文件的部分，下载和上传发生在不同的节点之间，无需集中式的服务器。这种架构为文件分发、媒体流以及其他一些需要大规模节点参与的应用提供了极好的支持。</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720021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zh-CN" altLang="en-US" b="0" i="0" dirty="0">
                <a:solidFill>
                  <a:srgbClr val="ECECEC"/>
                </a:solidFill>
                <a:effectLst/>
                <a:latin typeface="Söhne"/>
              </a:rPr>
              <a:t>在网络应用中，通信的基本单元是进程，即在主机内部运行的程序。进程可以分为两类：客户端进程和服务器进程。客户端进程是初始化通信的进程，而服务器进程则等待被联系。在同一台主机内，两个进程之间会使用操作系统定义的内部进程通信机制来交换信息。而位于不同主机上的进程则通过网络交换消息来进行通信。</a:t>
            </a:r>
          </a:p>
          <a:p>
            <a:pPr algn="l"/>
            <a:br>
              <a:rPr lang="zh-CN" altLang="en-US" dirty="0"/>
            </a:br>
            <a:r>
              <a:rPr lang="zh-CN" altLang="en-US" b="0" i="0" dirty="0">
                <a:solidFill>
                  <a:srgbClr val="ECECEC"/>
                </a:solidFill>
                <a:effectLst/>
                <a:latin typeface="Söhne"/>
              </a:rPr>
              <a:t>当我们谈论</a:t>
            </a:r>
            <a:r>
              <a:rPr lang="en" altLang="zh-CN" b="0" i="0" dirty="0">
                <a:solidFill>
                  <a:srgbClr val="ECECEC"/>
                </a:solidFill>
                <a:effectLst/>
                <a:latin typeface="Söhne"/>
              </a:rPr>
              <a:t>P2P</a:t>
            </a:r>
            <a:r>
              <a:rPr lang="zh-CN" altLang="en-US" b="0" i="0" dirty="0">
                <a:solidFill>
                  <a:srgbClr val="ECECEC"/>
                </a:solidFill>
                <a:effectLst/>
                <a:latin typeface="Söhne"/>
              </a:rPr>
              <a:t>架构时，我们实际上是在描述一个环境，其中的应用同时包含客户端进程和服务器进程。这意味着，每个节点既可以发起通信请求，也能响应其他节点的请求，充当服务器的角色。这种多功能性使得每个节点都是网络的一个活跃部分，负责数据的发送和接收。</a:t>
            </a:r>
          </a:p>
          <a:p>
            <a:br>
              <a:rPr lang="zh-CN" altLang="en-US" dirty="0"/>
            </a:b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756175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br>
              <a:rPr lang="zh-CN" altLang="en-US" dirty="0"/>
            </a:br>
            <a:r>
              <a:rPr lang="zh-CN" altLang="en-US" b="0" i="0" dirty="0">
                <a:solidFill>
                  <a:srgbClr val="ECECEC"/>
                </a:solidFill>
                <a:effectLst/>
                <a:latin typeface="Söhne"/>
              </a:rPr>
              <a:t>通过</a:t>
            </a:r>
            <a:r>
              <a:rPr lang="en-US" altLang="zh-CN" b="0" i="0" dirty="0">
                <a:solidFill>
                  <a:srgbClr val="ECECEC"/>
                </a:solidFill>
                <a:effectLst/>
                <a:latin typeface="Söhne"/>
              </a:rPr>
              <a:t>Sockets</a:t>
            </a:r>
            <a:r>
              <a:rPr lang="zh-CN" altLang="en-US" b="0" i="0" dirty="0">
                <a:solidFill>
                  <a:srgbClr val="ECECEC"/>
                </a:solidFill>
                <a:effectLst/>
                <a:latin typeface="Söhne"/>
              </a:rPr>
              <a:t>编程这种方式，客户端和服务器之间可以进行双向通信。</a:t>
            </a:r>
          </a:p>
          <a:p>
            <a:br>
              <a:rPr lang="zh-CN" altLang="en-US" dirty="0"/>
            </a:b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6903900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398617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03253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885094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946465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TCP</a:t>
            </a:r>
            <a:r>
              <a:rPr lang="zh-CN" altLang="en-US" dirty="0"/>
              <a:t>：可靠传输，流量控制，拥塞控制，面向连接</a:t>
            </a:r>
            <a:br>
              <a:rPr lang="en-US" altLang="zh-CN" dirty="0"/>
            </a:br>
            <a:r>
              <a:rPr lang="en-US" altLang="zh-CN" dirty="0"/>
              <a:t>UDP</a:t>
            </a:r>
            <a:r>
              <a:rPr lang="zh-CN" altLang="en-US" dirty="0"/>
              <a:t>：不可靠传输</a:t>
            </a:r>
            <a:br>
              <a:rPr lang="en-US" altLang="zh-CN" dirty="0"/>
            </a:br>
            <a:endParaRPr lang="en-US" altLang="zh-CN" dirty="0"/>
          </a:p>
          <a:p>
            <a:r>
              <a:rPr lang="en-US" dirty="0" err="1"/>
              <a:t>问</a:t>
            </a:r>
            <a:r>
              <a:rPr lang="zh-CN" altLang="en-US" dirty="0"/>
              <a:t>：</a:t>
            </a:r>
            <a:r>
              <a:rPr lang="en-US" dirty="0" err="1"/>
              <a:t>什么时候需要TCP</a:t>
            </a:r>
            <a:r>
              <a:rPr lang="zh-CN" altLang="en-US" dirty="0"/>
              <a:t>，什么时候需要</a:t>
            </a:r>
            <a:r>
              <a:rPr lang="en-US" altLang="zh-CN" dirty="0"/>
              <a:t>UDP</a:t>
            </a:r>
            <a:r>
              <a:rPr lang="zh-CN" altLang="en-US" dirty="0"/>
              <a:t>？</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101200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591154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951030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183533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zh-CN" altLang="en-US" dirty="0"/>
              <a:t>网页由对象组成，每个对象可以存储在不同的</a:t>
            </a:r>
            <a:r>
              <a:rPr lang="en" altLang="zh-CN" dirty="0"/>
              <a:t>Web</a:t>
            </a:r>
            <a:r>
              <a:rPr lang="zh-CN" altLang="en-US" dirty="0"/>
              <a:t>服务器上 </a:t>
            </a:r>
            <a:br>
              <a:rPr lang="zh-CN" altLang="en-US" dirty="0"/>
            </a:br>
            <a:endParaRPr lang="en-US" altLang="zh-CN" dirty="0"/>
          </a:p>
          <a:p>
            <a:pPr algn="l"/>
            <a:r>
              <a:rPr lang="zh-CN" altLang="en-US" b="0" i="0" dirty="0">
                <a:solidFill>
                  <a:srgbClr val="BDC1C6"/>
                </a:solidFill>
                <a:effectLst/>
                <a:latin typeface="arial" panose="020B0604020202020204" pitchFamily="34" charset="0"/>
              </a:rPr>
              <a:t>对象可以是 </a:t>
            </a:r>
            <a:r>
              <a:rPr lang="en" altLang="zh-CN" b="0" i="0" dirty="0">
                <a:solidFill>
                  <a:srgbClr val="BDC1C6"/>
                </a:solidFill>
                <a:effectLst/>
                <a:latin typeface="arial" panose="020B0604020202020204" pitchFamily="34" charset="0"/>
              </a:rPr>
              <a:t>HTML </a:t>
            </a:r>
            <a:r>
              <a:rPr lang="zh-CN" altLang="en-US" b="0" i="0" dirty="0">
                <a:solidFill>
                  <a:srgbClr val="BDC1C6"/>
                </a:solidFill>
                <a:effectLst/>
                <a:latin typeface="arial" panose="020B0604020202020204" pitchFamily="34" charset="0"/>
              </a:rPr>
              <a:t>文件、</a:t>
            </a:r>
            <a:r>
              <a:rPr lang="en" altLang="zh-CN" b="0" i="0" dirty="0">
                <a:solidFill>
                  <a:srgbClr val="BDC1C6"/>
                </a:solidFill>
                <a:effectLst/>
                <a:latin typeface="arial" panose="020B0604020202020204" pitchFamily="34" charset="0"/>
              </a:rPr>
              <a:t>JPEG </a:t>
            </a:r>
            <a:r>
              <a:rPr lang="zh-CN" altLang="en-US" b="0" i="0" dirty="0">
                <a:solidFill>
                  <a:srgbClr val="BDC1C6"/>
                </a:solidFill>
                <a:effectLst/>
                <a:latin typeface="arial" panose="020B0604020202020204" pitchFamily="34" charset="0"/>
              </a:rPr>
              <a:t>图像、</a:t>
            </a:r>
            <a:r>
              <a:rPr lang="en" altLang="zh-CN" b="0" i="0" dirty="0">
                <a:solidFill>
                  <a:srgbClr val="BDC1C6"/>
                </a:solidFill>
                <a:effectLst/>
                <a:latin typeface="arial" panose="020B0604020202020204" pitchFamily="34" charset="0"/>
              </a:rPr>
              <a:t>Java </a:t>
            </a:r>
            <a:r>
              <a:rPr lang="zh-CN" altLang="en-US" b="0" i="0" dirty="0">
                <a:solidFill>
                  <a:srgbClr val="BDC1C6"/>
                </a:solidFill>
                <a:effectLst/>
                <a:latin typeface="arial" panose="020B0604020202020204" pitchFamily="34" charset="0"/>
              </a:rPr>
              <a:t>小程序、音频文件</a:t>
            </a:r>
            <a:r>
              <a:rPr lang="en-US" altLang="zh-CN" b="0" i="0" dirty="0">
                <a:solidFill>
                  <a:srgbClr val="BDC1C6"/>
                </a:solidFill>
                <a:effectLst/>
                <a:latin typeface="arial" panose="020B0604020202020204" pitchFamily="34" charset="0"/>
              </a:rPr>
              <a:t>……</a:t>
            </a:r>
            <a:endParaRPr lang="zh-CN" altLang="en-US" b="0" i="0" dirty="0">
              <a:solidFill>
                <a:srgbClr val="BDC1C6"/>
              </a:solidFill>
              <a:effectLst/>
              <a:latin typeface="arial" panose="020B0604020202020204" pitchFamily="34" charset="0"/>
            </a:endParaRPr>
          </a:p>
          <a:p>
            <a:pPr algn="l"/>
            <a:br>
              <a:rPr lang="zh-CN" altLang="en-US" b="0" i="0" dirty="0">
                <a:solidFill>
                  <a:srgbClr val="BDC1C6"/>
                </a:solidFill>
                <a:effectLst/>
                <a:latin typeface="arial" panose="020B0604020202020204" pitchFamily="34" charset="0"/>
              </a:rPr>
            </a:br>
            <a:r>
              <a:rPr lang="zh-CN" altLang="en-US" b="0" i="0" dirty="0">
                <a:solidFill>
                  <a:srgbClr val="BDC1C6"/>
                </a:solidFill>
                <a:effectLst/>
                <a:latin typeface="arial" panose="020B0604020202020204" pitchFamily="34" charset="0"/>
              </a:rPr>
              <a:t>网页由基本 </a:t>
            </a:r>
            <a:r>
              <a:rPr lang="en" altLang="zh-CN" b="0" i="0" dirty="0">
                <a:solidFill>
                  <a:srgbClr val="BDC1C6"/>
                </a:solidFill>
                <a:effectLst/>
                <a:latin typeface="arial" panose="020B0604020202020204" pitchFamily="34" charset="0"/>
              </a:rPr>
              <a:t>HTML </a:t>
            </a:r>
            <a:r>
              <a:rPr lang="zh-CN" altLang="en-US" b="0" i="0" dirty="0">
                <a:solidFill>
                  <a:srgbClr val="BDC1C6"/>
                </a:solidFill>
                <a:effectLst/>
                <a:latin typeface="arial" panose="020B0604020202020204" pitchFamily="34" charset="0"/>
              </a:rPr>
              <a:t>文件组成，其中包含多个引用的对象，每个对象都可以通过 </a:t>
            </a:r>
            <a:r>
              <a:rPr lang="en" altLang="zh-CN" b="0" i="0" dirty="0">
                <a:solidFill>
                  <a:srgbClr val="BDC1C6"/>
                </a:solidFill>
                <a:effectLst/>
                <a:latin typeface="arial" panose="020B0604020202020204" pitchFamily="34" charset="0"/>
              </a:rPr>
              <a:t>URL </a:t>
            </a:r>
            <a:r>
              <a:rPr lang="zh-CN" altLang="en-US" b="0" i="0" dirty="0">
                <a:solidFill>
                  <a:srgbClr val="BDC1C6"/>
                </a:solidFill>
                <a:effectLst/>
                <a:latin typeface="arial" panose="020B0604020202020204" pitchFamily="34" charset="0"/>
              </a:rPr>
              <a:t>寻址</a:t>
            </a:r>
          </a:p>
          <a:p>
            <a:pPr algn="l"/>
            <a:br>
              <a:rPr lang="zh-CN" altLang="en-US" b="0" i="0" dirty="0">
                <a:solidFill>
                  <a:srgbClr val="BDC1C6"/>
                </a:solidFill>
                <a:effectLst/>
                <a:latin typeface="arial" panose="020B0604020202020204" pitchFamily="34" charset="0"/>
              </a:rPr>
            </a:br>
            <a:endParaRPr lang="zh-CN" altLang="en-US" b="0" i="0" dirty="0">
              <a:solidFill>
                <a:srgbClr val="BDC1C6"/>
              </a:solidFill>
              <a:effectLst/>
              <a:latin typeface="arial" panose="020B0604020202020204" pitchFamily="34" charset="0"/>
            </a:endParaRPr>
          </a:p>
          <a:p>
            <a:pPr algn="l"/>
            <a:endParaRPr lang="zh-CN" altLang="en-US" b="0" i="0" dirty="0">
              <a:solidFill>
                <a:srgbClr val="BDC1C6"/>
              </a:solidFill>
              <a:effectLst/>
              <a:latin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818076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en" altLang="zh-CN" b="0" i="0" dirty="0">
                <a:solidFill>
                  <a:srgbClr val="BDC1C6"/>
                </a:solidFill>
                <a:effectLst/>
                <a:latin typeface="arial" panose="020B0604020202020204" pitchFamily="34" charset="0"/>
              </a:rPr>
              <a:t>HTTP</a:t>
            </a:r>
            <a:r>
              <a:rPr lang="zh-CN" altLang="en" b="0" i="0" dirty="0">
                <a:solidFill>
                  <a:srgbClr val="BDC1C6"/>
                </a:solidFill>
                <a:effectLst/>
                <a:latin typeface="arial" panose="020B0604020202020204" pitchFamily="34" charset="0"/>
              </a:rPr>
              <a:t>：</a:t>
            </a:r>
            <a:r>
              <a:rPr lang="zh-CN" altLang="en-US" b="0" i="0" dirty="0">
                <a:solidFill>
                  <a:srgbClr val="BDC1C6"/>
                </a:solidFill>
                <a:effectLst/>
                <a:latin typeface="arial" panose="020B0604020202020204" pitchFamily="34" charset="0"/>
              </a:rPr>
              <a:t>超文本传输​​协议</a:t>
            </a:r>
          </a:p>
          <a:p>
            <a:pPr algn="l"/>
            <a:br>
              <a:rPr lang="zh-CN" altLang="en-US" b="0" i="0" dirty="0">
                <a:solidFill>
                  <a:srgbClr val="BDC1C6"/>
                </a:solidFill>
                <a:effectLst/>
                <a:latin typeface="arial" panose="020B0604020202020204" pitchFamily="34" charset="0"/>
              </a:rPr>
            </a:br>
            <a:r>
              <a:rPr lang="en" altLang="zh-CN" b="0" i="0" dirty="0">
                <a:solidFill>
                  <a:srgbClr val="BDC1C6"/>
                </a:solidFill>
                <a:effectLst/>
                <a:latin typeface="arial" panose="020B0604020202020204" pitchFamily="34" charset="0"/>
              </a:rPr>
              <a:t>Web</a:t>
            </a:r>
            <a:r>
              <a:rPr lang="zh-CN" altLang="en-US" b="0" i="0" dirty="0">
                <a:solidFill>
                  <a:srgbClr val="BDC1C6"/>
                </a:solidFill>
                <a:effectLst/>
                <a:latin typeface="arial" panose="020B0604020202020204" pitchFamily="34" charset="0"/>
              </a:rPr>
              <a:t>的应用层协议</a:t>
            </a:r>
          </a:p>
          <a:p>
            <a:pPr algn="l"/>
            <a:br>
              <a:rPr lang="zh-CN" altLang="en-US" b="0" i="0" dirty="0">
                <a:solidFill>
                  <a:srgbClr val="BDC1C6"/>
                </a:solidFill>
                <a:effectLst/>
                <a:latin typeface="arial" panose="020B0604020202020204" pitchFamily="34" charset="0"/>
              </a:rPr>
            </a:br>
            <a:r>
              <a:rPr lang="zh-CN" altLang="zh-CN" dirty="0"/>
              <a:t>客户端/服务器模型： 客户端：请求、接收、（使用 HTTP 协议）和“显示”Web 对象的浏览器 服务器：Web 服务器发送（使用 HTTP 协议）对象来响应请求</a:t>
            </a:r>
            <a:endParaRPr lang="zh-CN" altLang="en-US" b="0" i="0" dirty="0">
              <a:solidFill>
                <a:srgbClr val="BDC1C6"/>
              </a:solidFill>
              <a:effectLst/>
              <a:latin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689834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http是基于TCP协议的</a:t>
            </a:r>
            <a:r>
              <a:rPr lang="zh-CN" altLang="en-US" dirty="0"/>
              <a:t>：</a:t>
            </a:r>
            <a:r>
              <a:rPr lang="en-US" altLang="zh-CN" dirty="0"/>
              <a:t>......</a:t>
            </a:r>
            <a:br>
              <a:rPr lang="en-US" altLang="zh-CN" dirty="0"/>
            </a:br>
            <a:endParaRPr lang="en-US" altLang="zh-CN" dirty="0"/>
          </a:p>
          <a:p>
            <a:r>
              <a:rPr lang="en-US" altLang="zh-CN" dirty="0"/>
              <a:t>http</a:t>
            </a:r>
            <a:r>
              <a:rPr lang="zh-CN" altLang="en-US" dirty="0"/>
              <a:t>是“无状态的”</a:t>
            </a:r>
            <a:endParaRPr lang="en-US" altLang="zh-CN"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828204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http可以分为非持久http和持久http</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33657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非持久http的例子</a:t>
            </a:r>
            <a:r>
              <a:rPr lang="zh-CN" altLang="en-US" dirty="0"/>
              <a:t>：</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024479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9874748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RTT</a:t>
            </a:r>
            <a:r>
              <a:rPr lang="zh-CN" altLang="en-US" dirty="0"/>
              <a:t>（</a:t>
            </a:r>
            <a:r>
              <a:rPr lang="en" altLang="zh-CN" b="0" i="0" dirty="0">
                <a:solidFill>
                  <a:srgbClr val="ECECEC"/>
                </a:solidFill>
                <a:effectLst/>
                <a:latin typeface="Söhne"/>
              </a:rPr>
              <a:t>Round-Trip Time</a:t>
            </a:r>
            <a:r>
              <a:rPr lang="zh-CN" altLang="en-US" b="0" i="0" dirty="0">
                <a:solidFill>
                  <a:srgbClr val="ECECEC"/>
                </a:solidFill>
                <a:effectLst/>
                <a:latin typeface="Söhne"/>
              </a:rPr>
              <a:t>）：往返时延</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3862216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en-US" dirty="0" err="1"/>
              <a:t>非持久http的问题</a:t>
            </a:r>
            <a:r>
              <a:rPr lang="zh-CN" altLang="en-US" dirty="0"/>
              <a:t>：</a:t>
            </a:r>
            <a:endParaRPr lang="en-US" altLang="zh-CN" dirty="0"/>
          </a:p>
          <a:p>
            <a:pPr algn="l"/>
            <a:r>
              <a:rPr lang="zh-CN" altLang="en-US" dirty="0"/>
              <a:t>传输</a:t>
            </a:r>
            <a:r>
              <a:rPr lang="zh-CN" altLang="en-US" b="0" i="0" dirty="0">
                <a:solidFill>
                  <a:srgbClr val="BDC1C6"/>
                </a:solidFill>
                <a:effectLst/>
                <a:latin typeface="arial" panose="020B0604020202020204" pitchFamily="34" charset="0"/>
              </a:rPr>
              <a:t>每个对象需要 </a:t>
            </a:r>
            <a:r>
              <a:rPr lang="en-US" altLang="zh-CN" b="0" i="0" dirty="0">
                <a:solidFill>
                  <a:srgbClr val="BDC1C6"/>
                </a:solidFill>
                <a:effectLst/>
                <a:latin typeface="arial" panose="020B0604020202020204" pitchFamily="34" charset="0"/>
              </a:rPr>
              <a:t>2 </a:t>
            </a:r>
            <a:r>
              <a:rPr lang="zh-CN" altLang="en-US" b="0" i="0" dirty="0">
                <a:solidFill>
                  <a:srgbClr val="BDC1C6"/>
                </a:solidFill>
                <a:effectLst/>
                <a:latin typeface="arial" panose="020B0604020202020204" pitchFamily="34" charset="0"/>
              </a:rPr>
              <a:t>个 </a:t>
            </a:r>
            <a:r>
              <a:rPr lang="en" altLang="zh-CN" b="0" i="0" dirty="0">
                <a:solidFill>
                  <a:srgbClr val="BDC1C6"/>
                </a:solidFill>
                <a:effectLst/>
                <a:latin typeface="arial" panose="020B0604020202020204" pitchFamily="34" charset="0"/>
              </a:rPr>
              <a:t>RTT</a:t>
            </a:r>
          </a:p>
          <a:p>
            <a:pPr algn="l"/>
            <a:endParaRPr lang="en" altLang="zh-CN" b="0" i="0" dirty="0">
              <a:solidFill>
                <a:srgbClr val="BDC1C6"/>
              </a:solidFill>
              <a:effectLst/>
              <a:latin typeface="arial" panose="020B0604020202020204" pitchFamily="34" charset="0"/>
            </a:endParaRPr>
          </a:p>
          <a:p>
            <a:pPr algn="l"/>
            <a:r>
              <a:rPr lang="zh-CN" altLang="en-US" b="0" i="0" dirty="0">
                <a:solidFill>
                  <a:srgbClr val="BDC1C6"/>
                </a:solidFill>
                <a:effectLst/>
                <a:latin typeface="arial" panose="020B0604020202020204" pitchFamily="34" charset="0"/>
              </a:rPr>
              <a:t>每个 </a:t>
            </a:r>
            <a:r>
              <a:rPr lang="en" altLang="zh-CN" b="0" i="0" dirty="0">
                <a:solidFill>
                  <a:srgbClr val="BDC1C6"/>
                </a:solidFill>
                <a:effectLst/>
                <a:latin typeface="arial" panose="020B0604020202020204" pitchFamily="34" charset="0"/>
              </a:rPr>
              <a:t>TCP </a:t>
            </a:r>
            <a:r>
              <a:rPr lang="zh-CN" altLang="en-US" b="0" i="0" dirty="0">
                <a:solidFill>
                  <a:srgbClr val="BDC1C6"/>
                </a:solidFill>
                <a:effectLst/>
                <a:latin typeface="arial" panose="020B0604020202020204" pitchFamily="34" charset="0"/>
              </a:rPr>
              <a:t>连接的操作系统开销</a:t>
            </a:r>
            <a:endParaRPr lang="en" altLang="zh-CN" b="0" i="0" dirty="0">
              <a:solidFill>
                <a:srgbClr val="BDC1C6"/>
              </a:solidFill>
              <a:effectLst/>
              <a:latin typeface="arial" panose="020B0604020202020204" pitchFamily="34" charset="0"/>
            </a:endParaRPr>
          </a:p>
          <a:p>
            <a:pPr algn="l"/>
            <a:br>
              <a:rPr lang="en-US" altLang="zh-CN" dirty="0"/>
            </a:br>
            <a:r>
              <a:rPr lang="zh-CN" altLang="en-US" b="0" i="0" dirty="0">
                <a:solidFill>
                  <a:srgbClr val="BDC1C6"/>
                </a:solidFill>
                <a:effectLst/>
                <a:latin typeface="arial" panose="020B0604020202020204" pitchFamily="34" charset="0"/>
              </a:rPr>
              <a:t>浏览器经常打开多个并行 </a:t>
            </a:r>
            <a:r>
              <a:rPr lang="en" altLang="zh-CN" b="0" i="0" dirty="0">
                <a:solidFill>
                  <a:srgbClr val="BDC1C6"/>
                </a:solidFill>
                <a:effectLst/>
                <a:latin typeface="arial" panose="020B0604020202020204" pitchFamily="34" charset="0"/>
              </a:rPr>
              <a:t>TCP </a:t>
            </a:r>
            <a:r>
              <a:rPr lang="zh-CN" altLang="en-US" b="0" i="0" dirty="0">
                <a:solidFill>
                  <a:srgbClr val="BDC1C6"/>
                </a:solidFill>
                <a:effectLst/>
                <a:latin typeface="arial" panose="020B0604020202020204" pitchFamily="34" charset="0"/>
              </a:rPr>
              <a:t>连接来并行获取引用的对象</a:t>
            </a:r>
            <a:endParaRPr lang="en-US" altLang="zh-CN" b="0" i="0" dirty="0">
              <a:solidFill>
                <a:srgbClr val="BDC1C6"/>
              </a:solidFill>
              <a:effectLst/>
              <a:latin typeface="arial" panose="020B0604020202020204" pitchFamily="34" charset="0"/>
            </a:endParaRPr>
          </a:p>
          <a:p>
            <a:pPr algn="l"/>
            <a:endParaRPr lang="en-US" altLang="zh-CN" b="0" i="0" dirty="0">
              <a:solidFill>
                <a:srgbClr val="BDC1C6"/>
              </a:solidFill>
              <a:effectLst/>
              <a:latin typeface="arial" panose="020B0604020202020204" pitchFamily="34" charset="0"/>
            </a:endParaRPr>
          </a:p>
          <a:p>
            <a:pPr algn="l"/>
            <a:r>
              <a:rPr lang="zh-CN" altLang="en-US" b="0" i="0" dirty="0">
                <a:solidFill>
                  <a:srgbClr val="BDC1C6"/>
                </a:solidFill>
                <a:effectLst/>
                <a:latin typeface="arial" panose="020B0604020202020204" pitchFamily="34" charset="0"/>
              </a:rPr>
              <a:t>持久</a:t>
            </a:r>
            <a:r>
              <a:rPr lang="en-US" altLang="zh-CN" b="0" i="0" dirty="0">
                <a:solidFill>
                  <a:srgbClr val="BDC1C6"/>
                </a:solidFill>
                <a:effectLst/>
                <a:latin typeface="arial" panose="020B0604020202020204" pitchFamily="34" charset="0"/>
              </a:rPr>
              <a:t>http(http1.1):</a:t>
            </a:r>
          </a:p>
          <a:p>
            <a:pPr algn="l"/>
            <a:r>
              <a:rPr lang="zh-CN" altLang="en-US" b="0" i="0" dirty="0">
                <a:solidFill>
                  <a:srgbClr val="BDC1C6"/>
                </a:solidFill>
                <a:effectLst/>
                <a:latin typeface="arial" panose="020B0604020202020204" pitchFamily="34" charset="0"/>
              </a:rPr>
              <a:t>服务器在发送响应后保持连接打开</a:t>
            </a:r>
          </a:p>
          <a:p>
            <a:pPr algn="l"/>
            <a:br>
              <a:rPr lang="zh-CN" altLang="en-US" b="0" i="0" dirty="0">
                <a:solidFill>
                  <a:srgbClr val="BDC1C6"/>
                </a:solidFill>
                <a:effectLst/>
                <a:latin typeface="arial" panose="020B0604020202020204" pitchFamily="34" charset="0"/>
              </a:rPr>
            </a:br>
            <a:r>
              <a:rPr lang="zh-CN" altLang="en-US" b="0" i="0" dirty="0">
                <a:solidFill>
                  <a:srgbClr val="BDC1C6"/>
                </a:solidFill>
                <a:effectLst/>
                <a:latin typeface="arial" panose="020B0604020202020204" pitchFamily="34" charset="0"/>
              </a:rPr>
              <a:t>能通过开放连接发送同一客户端</a:t>
            </a:r>
            <a:r>
              <a:rPr lang="en-US" altLang="zh-CN" b="0" i="0" dirty="0">
                <a:solidFill>
                  <a:srgbClr val="BDC1C6"/>
                </a:solidFill>
                <a:effectLst/>
                <a:latin typeface="arial" panose="020B0604020202020204" pitchFamily="34" charset="0"/>
              </a:rPr>
              <a:t>/</a:t>
            </a:r>
            <a:r>
              <a:rPr lang="zh-CN" altLang="en-US" b="0" i="0" dirty="0">
                <a:solidFill>
                  <a:srgbClr val="BDC1C6"/>
                </a:solidFill>
                <a:effectLst/>
                <a:latin typeface="arial" panose="020B0604020202020204" pitchFamily="34" charset="0"/>
              </a:rPr>
              <a:t>服务器之间的后续 </a:t>
            </a:r>
            <a:r>
              <a:rPr lang="en" altLang="zh-CN" b="0" i="0" dirty="0">
                <a:solidFill>
                  <a:srgbClr val="BDC1C6"/>
                </a:solidFill>
                <a:effectLst/>
                <a:latin typeface="arial" panose="020B0604020202020204" pitchFamily="34" charset="0"/>
              </a:rPr>
              <a:t>HTTP </a:t>
            </a:r>
            <a:r>
              <a:rPr lang="zh-CN" altLang="en-US" b="0" i="0" dirty="0">
                <a:solidFill>
                  <a:srgbClr val="BDC1C6"/>
                </a:solidFill>
                <a:effectLst/>
                <a:latin typeface="arial" panose="020B0604020202020204" pitchFamily="34" charset="0"/>
              </a:rPr>
              <a:t>消息</a:t>
            </a:r>
            <a:endParaRPr lang="en-US" altLang="zh-CN" b="0" i="0" dirty="0">
              <a:solidFill>
                <a:srgbClr val="BDC1C6"/>
              </a:solidFill>
              <a:effectLst/>
              <a:latin typeface="arial" panose="020B0604020202020204" pitchFamily="34" charset="0"/>
            </a:endParaRPr>
          </a:p>
          <a:p>
            <a:pPr algn="l"/>
            <a:endParaRPr lang="en-US" altLang="zh-CN" b="0" i="0" dirty="0">
              <a:solidFill>
                <a:srgbClr val="BDC1C6"/>
              </a:solidFill>
              <a:effectLst/>
              <a:latin typeface="arial" panose="020B0604020202020204" pitchFamily="34" charset="0"/>
            </a:endParaRPr>
          </a:p>
          <a:p>
            <a:pPr algn="l"/>
            <a:r>
              <a:rPr lang="zh-CN" altLang="en-US" b="0" i="0" dirty="0">
                <a:solidFill>
                  <a:srgbClr val="BDC1C6"/>
                </a:solidFill>
                <a:effectLst/>
                <a:latin typeface="arial" panose="020B0604020202020204" pitchFamily="34" charset="0"/>
              </a:rPr>
              <a:t>客户端一遇到引用的对象就发送请求</a:t>
            </a:r>
          </a:p>
          <a:p>
            <a:pPr algn="l"/>
            <a:br>
              <a:rPr lang="zh-CN" altLang="en-US" b="0" i="0" dirty="0">
                <a:solidFill>
                  <a:srgbClr val="BDC1C6"/>
                </a:solidFill>
                <a:effectLst/>
                <a:latin typeface="arial" panose="020B0604020202020204" pitchFamily="34" charset="0"/>
              </a:rPr>
            </a:br>
            <a:r>
              <a:rPr lang="zh-CN" altLang="en-US" b="0" i="0" dirty="0">
                <a:solidFill>
                  <a:srgbClr val="BDC1C6"/>
                </a:solidFill>
                <a:effectLst/>
                <a:latin typeface="arial" panose="020B0604020202020204" pitchFamily="34" charset="0"/>
              </a:rPr>
              <a:t>所有引用对象只需一个 </a:t>
            </a:r>
            <a:r>
              <a:rPr lang="en" altLang="zh-CN" b="0" i="0" dirty="0">
                <a:solidFill>
                  <a:srgbClr val="BDC1C6"/>
                </a:solidFill>
                <a:effectLst/>
                <a:latin typeface="arial" panose="020B0604020202020204" pitchFamily="34" charset="0"/>
              </a:rPr>
              <a:t>RTT</a:t>
            </a:r>
            <a:r>
              <a:rPr lang="zh-CN" altLang="en" b="0" i="0" dirty="0">
                <a:solidFill>
                  <a:srgbClr val="BDC1C6"/>
                </a:solidFill>
                <a:effectLst/>
                <a:latin typeface="arial" panose="020B0604020202020204" pitchFamily="34" charset="0"/>
              </a:rPr>
              <a:t>（</a:t>
            </a:r>
            <a:r>
              <a:rPr lang="zh-CN" altLang="en-US" b="0" i="0" dirty="0">
                <a:solidFill>
                  <a:srgbClr val="BDC1C6"/>
                </a:solidFill>
                <a:effectLst/>
                <a:latin typeface="arial" panose="020B0604020202020204" pitchFamily="34" charset="0"/>
              </a:rPr>
              <a:t>响应时间减半）</a:t>
            </a:r>
          </a:p>
          <a:p>
            <a:pPr algn="l"/>
            <a:br>
              <a:rPr lang="zh-CN" altLang="en-US" b="0" i="0" dirty="0">
                <a:solidFill>
                  <a:srgbClr val="BDC1C6"/>
                </a:solidFill>
                <a:effectLst/>
                <a:latin typeface="arial" panose="020B0604020202020204" pitchFamily="34" charset="0"/>
              </a:rPr>
            </a:br>
            <a:endParaRPr lang="zh-CN" altLang="en-US" b="0" i="0" dirty="0">
              <a:solidFill>
                <a:srgbClr val="BDC1C6"/>
              </a:solidFill>
              <a:effectLst/>
              <a:latin typeface="arial" panose="020B0604020202020204" pitchFamily="34" charset="0"/>
            </a:endParaRPr>
          </a:p>
          <a:p>
            <a:pPr algn="l"/>
            <a:endParaRPr lang="zh-CN" altLang="en-US" b="0" i="0" dirty="0">
              <a:solidFill>
                <a:srgbClr val="BDC1C6"/>
              </a:solidFill>
              <a:effectLst/>
              <a:latin typeface="arial" panose="020B0604020202020204" pitchFamily="34" charset="0"/>
            </a:endParaRPr>
          </a:p>
          <a:p>
            <a:pPr algn="l"/>
            <a:endParaRPr lang="zh-CN" altLang="en-US" b="0" i="0" dirty="0">
              <a:solidFill>
                <a:srgbClr val="BDC1C6"/>
              </a:solidFill>
              <a:effectLst/>
              <a:latin typeface="arial" panose="020B0604020202020204" pitchFamily="34" charset="0"/>
            </a:endParaRPr>
          </a:p>
          <a:p>
            <a:pPr algn="l"/>
            <a:br>
              <a:rPr lang="zh-CN" altLang="en-US" b="0" i="0" dirty="0">
                <a:solidFill>
                  <a:srgbClr val="BDC1C6"/>
                </a:solidFill>
                <a:effectLst/>
                <a:latin typeface="arial" panose="020B0604020202020204" pitchFamily="34" charset="0"/>
              </a:rPr>
            </a:br>
            <a:endParaRPr lang="zh-CN" altLang="en-US" b="0" i="0" dirty="0">
              <a:solidFill>
                <a:srgbClr val="BDC1C6"/>
              </a:solidFill>
              <a:effectLst/>
              <a:latin typeface="arial" panose="020B0604020202020204" pitchFamily="34" charset="0"/>
            </a:endParaRPr>
          </a:p>
          <a:p>
            <a:pPr algn="l"/>
            <a:br>
              <a:rPr lang="zh-CN" altLang="en-US" b="0" i="0" dirty="0">
                <a:solidFill>
                  <a:srgbClr val="BDC1C6"/>
                </a:solidFill>
                <a:effectLst/>
                <a:latin typeface="arial" panose="020B0604020202020204" pitchFamily="34" charset="0"/>
              </a:rPr>
            </a:br>
            <a:endParaRPr lang="zh-CN" altLang="en-US" b="0" i="0" dirty="0">
              <a:solidFill>
                <a:srgbClr val="BDC1C6"/>
              </a:solidFill>
              <a:effectLst/>
              <a:latin typeface="arial" panose="020B0604020202020204" pitchFamily="34" charset="0"/>
            </a:endParaRPr>
          </a:p>
          <a:p>
            <a:pPr algn="l"/>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268127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370877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http请求消息的通用格式</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009308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其他常用的http请求消息</a:t>
            </a:r>
            <a:endParaRPr lang="en-US" dirty="0"/>
          </a:p>
          <a:p>
            <a:r>
              <a:rPr lang="en-US" dirty="0" err="1"/>
              <a:t>区分每个方法的应用场景及特点</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650180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310176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状态码</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3914662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6313608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使用cookies维护用户服务器状态</a:t>
            </a:r>
            <a:endParaRPr lang="en-US" dirty="0"/>
          </a:p>
          <a:p>
            <a:endParaRPr lang="en-US" dirty="0"/>
          </a:p>
          <a:p>
            <a:r>
              <a:rPr lang="zh-CN" altLang="zh-CN" dirty="0"/>
              <a:t>没有通过多步交换 HTTP 消息来完成 Web“事务”的概念</a:t>
            </a:r>
            <a:endParaRPr lang="en-US" altLang="zh-CN" dirty="0"/>
          </a:p>
          <a:p>
            <a:r>
              <a:rPr lang="en-US" altLang="zh-CN" dirty="0"/>
              <a:t>·</a:t>
            </a:r>
            <a:r>
              <a:rPr lang="zh-CN" altLang="zh-CN" dirty="0"/>
              <a:t> 客户端/服务器无需跟踪多步交换的“状态”</a:t>
            </a:r>
            <a:endParaRPr lang="en-US" altLang="zh-CN" dirty="0"/>
          </a:p>
          <a:p>
            <a:r>
              <a:rPr lang="en-US" altLang="zh-CN" dirty="0"/>
              <a:t>·</a:t>
            </a:r>
            <a:r>
              <a:rPr lang="zh-CN" altLang="zh-CN" dirty="0"/>
              <a:t> 所有HTTP请求都是相互独立的</a:t>
            </a:r>
            <a:endParaRPr lang="en-US" altLang="zh-CN" dirty="0"/>
          </a:p>
          <a:p>
            <a:r>
              <a:rPr lang="en-US" altLang="zh-CN" dirty="0"/>
              <a:t>·</a:t>
            </a:r>
            <a:r>
              <a:rPr lang="zh-CN" altLang="zh-CN" dirty="0"/>
              <a:t> 客户端/服务器不需要从部分完成但从未完全完成的事务中“恢复”</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864944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zh-CN" altLang="zh-CN" dirty="0"/>
              <a:t>网站和客户端浏览器使用 cookie 来维护事务之间的某些状态</a:t>
            </a:r>
            <a:endParaRPr lang="en-US" altLang="zh-CN" dirty="0"/>
          </a:p>
          <a:p>
            <a:r>
              <a:rPr lang="zh-CN" altLang="zh-CN" dirty="0"/>
              <a:t> 四个组成部分： 1）HTTP响应报文的cookie头 2) 下一个HTTP请求消息中的cookie头 3) 保存在用户主机上的cookie文件，由用户的浏览器管理 4）网站后台数据库</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79019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426899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37923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98625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943294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269420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280314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zh-CN" altLang="zh-CN" dirty="0"/>
              <a:t>Cookie 可用于： </a:t>
            </a:r>
            <a:endParaRPr lang="en-US" altLang="zh-CN" dirty="0"/>
          </a:p>
          <a:p>
            <a:r>
              <a:rPr lang="zh-CN" altLang="zh-CN" dirty="0"/>
              <a:t>跟踪给定网站上的用户行为（第一方 cookie）</a:t>
            </a:r>
            <a:endParaRPr lang="en-US" altLang="zh-CN" dirty="0"/>
          </a:p>
          <a:p>
            <a:r>
              <a:rPr lang="zh-CN" altLang="zh-CN" dirty="0"/>
              <a:t>跟踪多个网站（第三方 cookie）的用户行为，而无需用户选择访问跟踪网站（！） </a:t>
            </a:r>
            <a:endParaRPr lang="en-US" altLang="zh-CN" dirty="0"/>
          </a:p>
          <a:p>
            <a:r>
              <a:rPr lang="zh-CN" altLang="zh-CN" dirty="0"/>
              <a:t>用户可能看不到跟踪</a:t>
            </a:r>
            <a:endParaRPr lang="en-US" altLang="zh-CN" dirty="0"/>
          </a:p>
          <a:p>
            <a:endParaRPr lang="en-US" altLang="zh-CN" dirty="0"/>
          </a:p>
          <a:p>
            <a:endParaRPr lang="en-US" altLang="zh-CN" dirty="0"/>
          </a:p>
          <a:p>
            <a:r>
              <a:rPr lang="zh-CN" altLang="zh-CN" dirty="0"/>
              <a:t>通过 cookie 进行第三方跟踪： </a:t>
            </a:r>
            <a:endParaRPr lang="en-US" altLang="zh-CN" dirty="0"/>
          </a:p>
          <a:p>
            <a:r>
              <a:rPr lang="zh-CN" altLang="zh-CN" dirty="0"/>
              <a:t>在 Firefox、Safari 浏览器中默认禁用 </a:t>
            </a:r>
            <a:endParaRPr lang="en-US" altLang="zh-CN" dirty="0"/>
          </a:p>
          <a:p>
            <a:r>
              <a:rPr lang="zh-CN" altLang="zh-CN" dirty="0"/>
              <a:t>将于 2023 年在 Chrome 浏览器中禁用</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158018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zh-CN" altLang="en-US" b="0" i="0" dirty="0">
                <a:solidFill>
                  <a:srgbClr val="BDC1C6"/>
                </a:solidFill>
                <a:effectLst/>
                <a:latin typeface="arial" panose="020B0604020202020204" pitchFamily="34" charset="0"/>
              </a:rPr>
              <a:t>当 </a:t>
            </a:r>
            <a:r>
              <a:rPr lang="en" altLang="zh-CN" b="0" i="0" dirty="0">
                <a:solidFill>
                  <a:srgbClr val="BDC1C6"/>
                </a:solidFill>
                <a:effectLst/>
                <a:latin typeface="arial" panose="020B0604020202020204" pitchFamily="34" charset="0"/>
              </a:rPr>
              <a:t>cookie </a:t>
            </a:r>
            <a:r>
              <a:rPr lang="zh-CN" altLang="en-US" b="0" i="0" dirty="0">
                <a:solidFill>
                  <a:srgbClr val="BDC1C6"/>
                </a:solidFill>
                <a:effectLst/>
                <a:latin typeface="arial" panose="020B0604020202020204" pitchFamily="34" charset="0"/>
              </a:rPr>
              <a:t>可以识别个人身份时，</a:t>
            </a:r>
            <a:r>
              <a:rPr lang="en" altLang="zh-CN" b="0" i="0" dirty="0">
                <a:solidFill>
                  <a:srgbClr val="BDC1C6"/>
                </a:solidFill>
                <a:effectLst/>
                <a:latin typeface="arial" panose="020B0604020202020204" pitchFamily="34" charset="0"/>
              </a:rPr>
              <a:t>cookie </a:t>
            </a:r>
            <a:r>
              <a:rPr lang="zh-CN" altLang="en-US" b="0" i="0" dirty="0">
                <a:solidFill>
                  <a:srgbClr val="BDC1C6"/>
                </a:solidFill>
                <a:effectLst/>
                <a:latin typeface="arial" panose="020B0604020202020204" pitchFamily="34" charset="0"/>
              </a:rPr>
              <a:t>被视为个人数据，并遵守 </a:t>
            </a:r>
            <a:r>
              <a:rPr lang="en" altLang="zh-CN" b="0" i="0" dirty="0">
                <a:solidFill>
                  <a:srgbClr val="BDC1C6"/>
                </a:solidFill>
                <a:effectLst/>
                <a:latin typeface="arial" panose="020B0604020202020204" pitchFamily="34" charset="0"/>
              </a:rPr>
              <a:t>GDPR </a:t>
            </a:r>
            <a:r>
              <a:rPr lang="zh-CN" altLang="en-US" b="0" i="0" dirty="0">
                <a:solidFill>
                  <a:srgbClr val="BDC1C6"/>
                </a:solidFill>
                <a:effectLst/>
                <a:latin typeface="arial" panose="020B0604020202020204" pitchFamily="34" charset="0"/>
              </a:rPr>
              <a:t>个人数据法规</a:t>
            </a:r>
          </a:p>
          <a:p>
            <a:pPr algn="l"/>
            <a:endParaRPr lang="zh-CN" altLang="en-US" b="0" i="0" dirty="0">
              <a:solidFill>
                <a:srgbClr val="BDC1C6"/>
              </a:solidFill>
              <a:effectLst/>
              <a:latin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222509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en-US" dirty="0"/>
              <a:t>接下来介绍http</a:t>
            </a:r>
            <a:r>
              <a:rPr lang="en-US" altLang="zh-CN" dirty="0"/>
              <a:t>2:</a:t>
            </a:r>
            <a:br>
              <a:rPr lang="en-US" altLang="zh-CN" dirty="0"/>
            </a:br>
            <a:r>
              <a:rPr lang="zh-CN" altLang="en-US" b="0" i="0" dirty="0">
                <a:solidFill>
                  <a:srgbClr val="BDC1C6"/>
                </a:solidFill>
                <a:effectLst/>
                <a:latin typeface="arial" panose="020B0604020202020204" pitchFamily="34" charset="0"/>
              </a:rPr>
              <a:t>主要目标：减少多对象 </a:t>
            </a:r>
            <a:r>
              <a:rPr lang="en" altLang="zh-CN" b="0" i="0" dirty="0">
                <a:solidFill>
                  <a:srgbClr val="BDC1C6"/>
                </a:solidFill>
                <a:effectLst/>
                <a:latin typeface="arial" panose="020B0604020202020204" pitchFamily="34" charset="0"/>
              </a:rPr>
              <a:t>HTTP </a:t>
            </a:r>
            <a:r>
              <a:rPr lang="zh-CN" altLang="en-US" b="0" i="0" dirty="0">
                <a:solidFill>
                  <a:srgbClr val="BDC1C6"/>
                </a:solidFill>
                <a:effectLst/>
                <a:latin typeface="arial" panose="020B0604020202020204" pitchFamily="34" charset="0"/>
              </a:rPr>
              <a:t>请求的延迟</a:t>
            </a:r>
          </a:p>
          <a:p>
            <a:pPr algn="l"/>
            <a:br>
              <a:rPr lang="zh-CN" altLang="en-US" b="0" i="0" dirty="0">
                <a:solidFill>
                  <a:srgbClr val="BDC1C6"/>
                </a:solidFill>
                <a:effectLst/>
                <a:latin typeface="arial" panose="020B0604020202020204" pitchFamily="34" charset="0"/>
              </a:rPr>
            </a:br>
            <a:r>
              <a:rPr lang="zh-CN" altLang="zh-CN" dirty="0"/>
              <a:t>HTTP1.1：</a:t>
            </a:r>
            <a:endParaRPr lang="en-US" altLang="zh-CN" dirty="0"/>
          </a:p>
          <a:p>
            <a:pPr algn="l"/>
            <a:r>
              <a:rPr lang="zh-CN" altLang="en-US" b="0" i="0" dirty="0">
                <a:solidFill>
                  <a:srgbClr val="BDC1C6"/>
                </a:solidFill>
                <a:effectLst/>
                <a:latin typeface="arial" panose="020B0604020202020204" pitchFamily="34" charset="0"/>
              </a:rPr>
              <a:t>服务器按顺序（</a:t>
            </a:r>
            <a:r>
              <a:rPr lang="en" altLang="zh-CN" b="0" i="0" dirty="0">
                <a:solidFill>
                  <a:srgbClr val="BDC1C6"/>
                </a:solidFill>
                <a:effectLst/>
                <a:latin typeface="arial" panose="020B0604020202020204" pitchFamily="34" charset="0"/>
              </a:rPr>
              <a:t>FCFS</a:t>
            </a:r>
            <a:r>
              <a:rPr lang="zh-CN" altLang="en" b="0" i="0" dirty="0">
                <a:solidFill>
                  <a:srgbClr val="BDC1C6"/>
                </a:solidFill>
                <a:effectLst/>
                <a:latin typeface="arial" panose="020B0604020202020204" pitchFamily="34" charset="0"/>
              </a:rPr>
              <a:t>：</a:t>
            </a:r>
            <a:r>
              <a:rPr lang="zh-CN" altLang="en-US" b="0" i="0" dirty="0">
                <a:solidFill>
                  <a:srgbClr val="BDC1C6"/>
                </a:solidFill>
                <a:effectLst/>
                <a:latin typeface="arial" panose="020B0604020202020204" pitchFamily="34" charset="0"/>
              </a:rPr>
              <a:t>先到先服务调度）响应 </a:t>
            </a:r>
            <a:r>
              <a:rPr lang="en" altLang="zh-CN" b="0" i="0" dirty="0">
                <a:solidFill>
                  <a:srgbClr val="BDC1C6"/>
                </a:solidFill>
                <a:effectLst/>
                <a:latin typeface="arial" panose="020B0604020202020204" pitchFamily="34" charset="0"/>
              </a:rPr>
              <a:t>GET </a:t>
            </a:r>
            <a:r>
              <a:rPr lang="zh-CN" altLang="en-US" b="0" i="0" dirty="0">
                <a:solidFill>
                  <a:srgbClr val="BDC1C6"/>
                </a:solidFill>
                <a:effectLst/>
                <a:latin typeface="arial" panose="020B0604020202020204" pitchFamily="34" charset="0"/>
              </a:rPr>
              <a:t>请求</a:t>
            </a:r>
          </a:p>
          <a:p>
            <a:pPr algn="l"/>
            <a:r>
              <a:rPr lang="zh-CN" altLang="en-US" b="0" i="0" dirty="0">
                <a:solidFill>
                  <a:srgbClr val="BDC1C6"/>
                </a:solidFill>
                <a:effectLst/>
                <a:latin typeface="arial" panose="020B0604020202020204" pitchFamily="34" charset="0"/>
              </a:rPr>
              <a:t>使用 </a:t>
            </a:r>
            <a:r>
              <a:rPr lang="en" altLang="zh-CN" b="0" i="0" dirty="0">
                <a:solidFill>
                  <a:srgbClr val="BDC1C6"/>
                </a:solidFill>
                <a:effectLst/>
                <a:latin typeface="arial" panose="020B0604020202020204" pitchFamily="34" charset="0"/>
              </a:rPr>
              <a:t>FCFS</a:t>
            </a:r>
            <a:r>
              <a:rPr lang="zh-CN" altLang="en" b="0" i="0" dirty="0">
                <a:solidFill>
                  <a:srgbClr val="BDC1C6"/>
                </a:solidFill>
                <a:effectLst/>
                <a:latin typeface="arial" panose="020B0604020202020204" pitchFamily="34" charset="0"/>
              </a:rPr>
              <a:t>，</a:t>
            </a:r>
            <a:r>
              <a:rPr lang="zh-CN" altLang="en-US" b="0" i="0" dirty="0">
                <a:solidFill>
                  <a:srgbClr val="BDC1C6"/>
                </a:solidFill>
                <a:effectLst/>
                <a:latin typeface="arial" panose="020B0604020202020204" pitchFamily="34" charset="0"/>
              </a:rPr>
              <a:t>小对象可能必须等待大对象后面的传输（队头 </a:t>
            </a:r>
            <a:r>
              <a:rPr lang="en-US" altLang="zh-CN" b="0" i="0" dirty="0">
                <a:solidFill>
                  <a:srgbClr val="BDC1C6"/>
                </a:solidFill>
                <a:effectLst/>
                <a:latin typeface="arial" panose="020B0604020202020204" pitchFamily="34" charset="0"/>
              </a:rPr>
              <a:t>(</a:t>
            </a:r>
            <a:r>
              <a:rPr lang="en" altLang="zh-CN" b="0" i="0" dirty="0">
                <a:solidFill>
                  <a:srgbClr val="BDC1C6"/>
                </a:solidFill>
                <a:effectLst/>
                <a:latin typeface="arial" panose="020B0604020202020204" pitchFamily="34" charset="0"/>
              </a:rPr>
              <a:t>HOL) </a:t>
            </a:r>
            <a:r>
              <a:rPr lang="zh-CN" altLang="en-US" b="0" i="0" dirty="0">
                <a:solidFill>
                  <a:srgbClr val="BDC1C6"/>
                </a:solidFill>
                <a:effectLst/>
                <a:latin typeface="arial" panose="020B0604020202020204" pitchFamily="34" charset="0"/>
              </a:rPr>
              <a:t>阻塞）</a:t>
            </a:r>
          </a:p>
          <a:p>
            <a:pPr algn="l"/>
            <a:r>
              <a:rPr lang="zh-CN" altLang="en-US" b="0" i="0" dirty="0">
                <a:solidFill>
                  <a:srgbClr val="BDC1C6"/>
                </a:solidFill>
                <a:effectLst/>
                <a:latin typeface="arial" panose="020B0604020202020204" pitchFamily="34" charset="0"/>
              </a:rPr>
              <a:t>丢失恢复（重新传输丢失的 </a:t>
            </a:r>
            <a:r>
              <a:rPr lang="en" altLang="zh-CN" b="0" i="0" dirty="0">
                <a:solidFill>
                  <a:srgbClr val="BDC1C6"/>
                </a:solidFill>
                <a:effectLst/>
                <a:latin typeface="arial" panose="020B0604020202020204" pitchFamily="34" charset="0"/>
              </a:rPr>
              <a:t>TCP </a:t>
            </a:r>
            <a:r>
              <a:rPr lang="zh-CN" altLang="en-US" b="0" i="0" dirty="0">
                <a:solidFill>
                  <a:srgbClr val="BDC1C6"/>
                </a:solidFill>
                <a:effectLst/>
                <a:latin typeface="arial" panose="020B0604020202020204" pitchFamily="34" charset="0"/>
              </a:rPr>
              <a:t>段）会阻塞对象传输</a:t>
            </a:r>
          </a:p>
          <a:p>
            <a:pPr algn="l"/>
            <a:br>
              <a:rPr lang="zh-CN" altLang="en-US" b="0" i="0" dirty="0">
                <a:solidFill>
                  <a:srgbClr val="BDC1C6"/>
                </a:solidFill>
                <a:effectLst/>
                <a:latin typeface="arial" panose="020B0604020202020204" pitchFamily="34" charset="0"/>
              </a:rPr>
            </a:br>
            <a:endParaRPr lang="zh-CN" altLang="en-US" b="0" i="0" dirty="0">
              <a:solidFill>
                <a:srgbClr val="BDC1C6"/>
              </a:solidFill>
              <a:effectLst/>
              <a:latin typeface="arial" panose="020B0604020202020204" pitchFamily="34" charset="0"/>
            </a:endParaRPr>
          </a:p>
          <a:p>
            <a:pPr algn="l"/>
            <a:endParaRPr lang="zh-CN" altLang="en-US" b="0" i="0" dirty="0">
              <a:solidFill>
                <a:srgbClr val="BDC1C6"/>
              </a:solidFill>
              <a:effectLst/>
              <a:latin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929289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zh-CN" dirty="0"/>
              <a:t>http2:</a:t>
            </a:r>
          </a:p>
          <a:p>
            <a:pPr algn="l"/>
            <a:r>
              <a:rPr lang="zh-CN" altLang="en-US" b="0" i="0" dirty="0">
                <a:solidFill>
                  <a:srgbClr val="BDC1C6"/>
                </a:solidFill>
                <a:effectLst/>
                <a:latin typeface="arial" panose="020B0604020202020204" pitchFamily="34" charset="0"/>
              </a:rPr>
              <a:t>方法、状态代码、大多数标头字段与 </a:t>
            </a:r>
            <a:r>
              <a:rPr lang="en" altLang="zh-CN" b="0" i="0" dirty="0">
                <a:solidFill>
                  <a:srgbClr val="BDC1C6"/>
                </a:solidFill>
                <a:effectLst/>
                <a:latin typeface="arial" panose="020B0604020202020204" pitchFamily="34" charset="0"/>
              </a:rPr>
              <a:t>HTTP 1.1 </a:t>
            </a:r>
            <a:r>
              <a:rPr lang="zh-CN" altLang="en-US" b="0" i="0" dirty="0">
                <a:solidFill>
                  <a:srgbClr val="BDC1C6"/>
                </a:solidFill>
                <a:effectLst/>
                <a:latin typeface="arial" panose="020B0604020202020204" pitchFamily="34" charset="0"/>
              </a:rPr>
              <a:t>相同</a:t>
            </a:r>
          </a:p>
          <a:p>
            <a:pPr algn="l"/>
            <a:r>
              <a:rPr lang="zh-CN" altLang="en-US" b="0" i="0" dirty="0">
                <a:solidFill>
                  <a:srgbClr val="BDC1C6"/>
                </a:solidFill>
                <a:effectLst/>
                <a:latin typeface="arial" panose="020B0604020202020204" pitchFamily="34" charset="0"/>
              </a:rPr>
              <a:t>基于客户端指定的对象优先级的请求对象的传输顺序（不一定是 </a:t>
            </a:r>
            <a:r>
              <a:rPr lang="en" altLang="zh-CN" b="0" i="0" dirty="0">
                <a:solidFill>
                  <a:srgbClr val="BDC1C6"/>
                </a:solidFill>
                <a:effectLst/>
                <a:latin typeface="arial" panose="020B0604020202020204" pitchFamily="34" charset="0"/>
              </a:rPr>
              <a:t>FCFS</a:t>
            </a:r>
            <a:r>
              <a:rPr lang="zh-CN" altLang="en" b="0" i="0" dirty="0">
                <a:solidFill>
                  <a:srgbClr val="BDC1C6"/>
                </a:solidFill>
                <a:effectLst/>
                <a:latin typeface="arial" panose="020B0604020202020204" pitchFamily="34" charset="0"/>
              </a:rPr>
              <a:t>）</a:t>
            </a:r>
            <a:endParaRPr lang="en" altLang="zh-CN" b="0" i="0" dirty="0">
              <a:solidFill>
                <a:srgbClr val="BDC1C6"/>
              </a:solidFill>
              <a:effectLst/>
              <a:latin typeface="arial" panose="020B0604020202020204" pitchFamily="34" charset="0"/>
            </a:endParaRPr>
          </a:p>
          <a:p>
            <a:pPr algn="l"/>
            <a:r>
              <a:rPr lang="zh-CN" altLang="en-US" b="0" i="0" dirty="0">
                <a:solidFill>
                  <a:srgbClr val="BDC1C6"/>
                </a:solidFill>
                <a:effectLst/>
                <a:latin typeface="arial" panose="020B0604020202020204" pitchFamily="34" charset="0"/>
              </a:rPr>
              <a:t>将未请求的对象推送到客户端</a:t>
            </a:r>
          </a:p>
          <a:p>
            <a:pPr algn="l"/>
            <a:r>
              <a:rPr lang="zh-CN" altLang="en-US" b="0" i="0" dirty="0">
                <a:solidFill>
                  <a:srgbClr val="BDC1C6"/>
                </a:solidFill>
                <a:effectLst/>
                <a:latin typeface="arial" panose="020B0604020202020204" pitchFamily="34" charset="0"/>
              </a:rPr>
              <a:t>将对象划分为帧，调​​度帧以减轻 </a:t>
            </a:r>
            <a:r>
              <a:rPr lang="en" altLang="zh-CN" b="0" i="0" dirty="0">
                <a:solidFill>
                  <a:srgbClr val="BDC1C6"/>
                </a:solidFill>
                <a:effectLst/>
                <a:latin typeface="arial" panose="020B0604020202020204" pitchFamily="34" charset="0"/>
              </a:rPr>
              <a:t>HOL </a:t>
            </a:r>
            <a:r>
              <a:rPr lang="zh-CN" altLang="en-US" b="0" i="0" dirty="0">
                <a:solidFill>
                  <a:srgbClr val="BDC1C6"/>
                </a:solidFill>
                <a:effectLst/>
                <a:latin typeface="arial" panose="020B0604020202020204" pitchFamily="34" charset="0"/>
              </a:rPr>
              <a:t>阻塞</a:t>
            </a:r>
          </a:p>
          <a:p>
            <a:pPr algn="l"/>
            <a:br>
              <a:rPr lang="en" altLang="zh-CN" b="0" i="0" dirty="0">
                <a:solidFill>
                  <a:srgbClr val="BDC1C6"/>
                </a:solidFill>
                <a:effectLst/>
                <a:latin typeface="arial" panose="020B0604020202020204" pitchFamily="34" charset="0"/>
              </a:rPr>
            </a:br>
            <a:endParaRPr lang="en" altLang="zh-CN" b="0" i="0" dirty="0">
              <a:solidFill>
                <a:srgbClr val="BDC1C6"/>
              </a:solidFill>
              <a:effectLst/>
              <a:latin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17020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839413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572997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zh-CN" altLang="zh-CN" dirty="0"/>
              <a:t>通过单个 TCP 连接的 HTTP/2 意味着： </a:t>
            </a:r>
            <a:endParaRPr lang="en-US" altLang="zh-CN" dirty="0"/>
          </a:p>
          <a:p>
            <a:r>
              <a:rPr lang="zh-CN" altLang="zh-CN" dirty="0"/>
              <a:t>从数据包丢失中恢复仍然会停止所有对象传输</a:t>
            </a:r>
            <a:r>
              <a:rPr lang="en-US" altLang="zh-CN" dirty="0"/>
              <a:t>:</a:t>
            </a:r>
            <a:r>
              <a:rPr lang="zh-CN" altLang="zh-CN" dirty="0"/>
              <a:t> 与 HTTP 1.1 一样，浏览器有动机打开多个并行 TCP 连接以减少停顿，提高整体吞吐量 </a:t>
            </a:r>
            <a:endParaRPr lang="en-US" altLang="zh-CN" dirty="0"/>
          </a:p>
          <a:p>
            <a:r>
              <a:rPr lang="zh-CN" altLang="zh-CN" dirty="0"/>
              <a:t>普通 TCP 连接没有安全性 </a:t>
            </a:r>
            <a:endParaRPr lang="en-US" altLang="zh-CN" dirty="0"/>
          </a:p>
          <a:p>
            <a:endParaRPr lang="en-US" altLang="zh-CN" dirty="0"/>
          </a:p>
          <a:p>
            <a:r>
              <a:rPr lang="zh-CN" altLang="zh-CN" dirty="0"/>
              <a:t>HTTP/3：通过 UDP 添加安全性、每个对象的错误和拥塞控制（更多管道） </a:t>
            </a:r>
            <a:r>
              <a:rPr lang="zh-CN" altLang="en-US" dirty="0"/>
              <a:t>。更多关于</a:t>
            </a:r>
            <a:r>
              <a:rPr lang="en-US" altLang="zh-CN" dirty="0"/>
              <a:t>http3</a:t>
            </a:r>
            <a:r>
              <a:rPr lang="zh-CN" altLang="en-US" dirty="0"/>
              <a:t>的内容将在传输层来讲。</a:t>
            </a:r>
            <a:endParaRPr lang="en-US" altLang="zh-CN"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3108032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46</a:t>
            </a:fld>
            <a:endParaRPr lang="en-US" dirty="0"/>
          </a:p>
        </p:txBody>
      </p:sp>
    </p:spTree>
    <p:extLst>
      <p:ext uri="{BB962C8B-B14F-4D97-AF65-F5344CB8AC3E}">
        <p14:creationId xmlns:p14="http://schemas.microsoft.com/office/powerpoint/2010/main" val="335310648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zh-CN" altLang="zh-CN" dirty="0"/>
              <a:t>三个主要组成部分： </a:t>
            </a:r>
            <a:endParaRPr lang="en-US" altLang="zh-CN" dirty="0"/>
          </a:p>
          <a:p>
            <a:r>
              <a:rPr lang="zh-CN" altLang="zh-CN" dirty="0"/>
              <a:t>用户代理 </a:t>
            </a:r>
            <a:endParaRPr lang="en-US" altLang="zh-CN" dirty="0"/>
          </a:p>
          <a:p>
            <a:r>
              <a:rPr lang="zh-CN" altLang="zh-CN" dirty="0"/>
              <a:t>邮件服务器 </a:t>
            </a:r>
            <a:endParaRPr lang="en-US" altLang="zh-CN" dirty="0"/>
          </a:p>
          <a:p>
            <a:r>
              <a:rPr lang="zh-CN" altLang="zh-CN" dirty="0"/>
              <a:t>简单邮件传输协议：SMTP</a:t>
            </a:r>
            <a:endParaRPr lang="en-US" altLang="zh-CN" dirty="0"/>
          </a:p>
          <a:p>
            <a:endParaRPr lang="en-US" dirty="0"/>
          </a:p>
          <a:p>
            <a:r>
              <a:rPr lang="zh-CN" altLang="zh-CN" dirty="0"/>
              <a:t>用户代理</a:t>
            </a:r>
            <a:endParaRPr lang="en-US" altLang="zh-CN" dirty="0"/>
          </a:p>
          <a:p>
            <a:r>
              <a:rPr lang="zh-CN" altLang="zh-CN" dirty="0"/>
              <a:t>又名“邮件阅读器” </a:t>
            </a:r>
            <a:endParaRPr lang="en-US" altLang="zh-CN" dirty="0"/>
          </a:p>
          <a:p>
            <a:r>
              <a:rPr lang="zh-CN" altLang="zh-CN" dirty="0"/>
              <a:t>撰写、编辑、阅读邮件消息 </a:t>
            </a:r>
            <a:endParaRPr lang="en-US" altLang="zh-CN" dirty="0"/>
          </a:p>
          <a:p>
            <a:r>
              <a:rPr lang="zh-CN" altLang="zh-CN" dirty="0"/>
              <a:t>例如 Outlook、iPhone 邮件客户端 </a:t>
            </a:r>
            <a:endParaRPr lang="en-US" altLang="zh-CN" dirty="0"/>
          </a:p>
          <a:p>
            <a:r>
              <a:rPr lang="zh-CN" altLang="zh-CN" dirty="0"/>
              <a:t>传出、传入消息存储在服务器上</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479493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zh-CN" altLang="en-US" b="0" i="0" dirty="0">
                <a:solidFill>
                  <a:srgbClr val="E8EAED"/>
                </a:solidFill>
                <a:effectLst/>
                <a:latin typeface="arial" panose="020B0604020202020204" pitchFamily="34" charset="0"/>
              </a:rPr>
              <a:t>用户代理（</a:t>
            </a:r>
            <a:r>
              <a:rPr lang="en" altLang="zh-CN" b="0" i="0" dirty="0">
                <a:solidFill>
                  <a:srgbClr val="E8EAED"/>
                </a:solidFill>
                <a:effectLst/>
                <a:latin typeface="arial" panose="020B0604020202020204" pitchFamily="34" charset="0"/>
              </a:rPr>
              <a:t>User Agents</a:t>
            </a:r>
            <a:r>
              <a:rPr lang="zh-CN" altLang="en" b="0" i="0" dirty="0">
                <a:solidFill>
                  <a:srgbClr val="E8EAED"/>
                </a:solidFill>
                <a:effectLst/>
                <a:latin typeface="arial" panose="020B0604020202020204" pitchFamily="34" charset="0"/>
              </a:rPr>
              <a:t>）</a:t>
            </a:r>
          </a:p>
          <a:p>
            <a:r>
              <a:rPr lang="zh-CN" altLang="en-US" b="0" i="0" dirty="0">
                <a:solidFill>
                  <a:srgbClr val="E8EAED"/>
                </a:solidFill>
                <a:effectLst/>
                <a:latin typeface="arial" panose="020B0604020202020204" pitchFamily="34" charset="0"/>
              </a:rPr>
              <a:t>也称作“邮件阅读器”（</a:t>
            </a:r>
            <a:r>
              <a:rPr lang="en" altLang="zh-CN" b="0" i="0" dirty="0">
                <a:solidFill>
                  <a:srgbClr val="E8EAED"/>
                </a:solidFill>
                <a:effectLst/>
                <a:latin typeface="arial" panose="020B0604020202020204" pitchFamily="34" charset="0"/>
              </a:rPr>
              <a:t>mail reader</a:t>
            </a:r>
            <a:r>
              <a:rPr lang="zh-CN" altLang="en" b="0" i="0" dirty="0">
                <a:solidFill>
                  <a:srgbClr val="E8EAED"/>
                </a:solidFill>
                <a:effectLst/>
                <a:latin typeface="arial" panose="020B0604020202020204" pitchFamily="34" charset="0"/>
              </a:rPr>
              <a:t>），</a:t>
            </a:r>
            <a:r>
              <a:rPr lang="zh-CN" altLang="en-US" b="0" i="0" dirty="0">
                <a:solidFill>
                  <a:srgbClr val="E8EAED"/>
                </a:solidFill>
                <a:effectLst/>
                <a:latin typeface="arial" panose="020B0604020202020204" pitchFamily="34" charset="0"/>
              </a:rPr>
              <a:t>用户代理是指那些使用户能够组成、编辑以及阅读邮件消息的应用程序。常见的用户代理包括</a:t>
            </a:r>
            <a:r>
              <a:rPr lang="en" altLang="zh-CN" b="0" i="0" dirty="0">
                <a:solidFill>
                  <a:srgbClr val="E8EAED"/>
                </a:solidFill>
                <a:effectLst/>
                <a:latin typeface="arial" panose="020B0604020202020204" pitchFamily="34" charset="0"/>
              </a:rPr>
              <a:t>Outlook</a:t>
            </a:r>
            <a:r>
              <a:rPr lang="zh-CN" altLang="en-US" b="0" i="0" dirty="0">
                <a:solidFill>
                  <a:srgbClr val="E8EAED"/>
                </a:solidFill>
                <a:effectLst/>
                <a:latin typeface="arial" panose="020B0604020202020204" pitchFamily="34" charset="0"/>
              </a:rPr>
              <a:t>和</a:t>
            </a:r>
            <a:r>
              <a:rPr lang="en" altLang="zh-CN" b="0" i="0" dirty="0">
                <a:solidFill>
                  <a:srgbClr val="E8EAED"/>
                </a:solidFill>
                <a:effectLst/>
                <a:latin typeface="arial" panose="020B0604020202020204" pitchFamily="34" charset="0"/>
              </a:rPr>
              <a:t>iPhone</a:t>
            </a:r>
            <a:r>
              <a:rPr lang="zh-CN" altLang="en-US" b="0" i="0" dirty="0">
                <a:solidFill>
                  <a:srgbClr val="E8EAED"/>
                </a:solidFill>
                <a:effectLst/>
                <a:latin typeface="arial" panose="020B0604020202020204" pitchFamily="34" charset="0"/>
              </a:rPr>
              <a:t>上的邮件客户端。这些代理一般会将收到的邮件存储在服务器上。</a:t>
            </a:r>
            <a:endParaRPr lang="en-US" altLang="zh-CN" b="0" i="0" dirty="0">
              <a:solidFill>
                <a:srgbClr val="E8EAED"/>
              </a:solidFill>
              <a:effectLst/>
              <a:latin typeface="arial" panose="020B0604020202020204" pitchFamily="34" charset="0"/>
            </a:endParaRPr>
          </a:p>
          <a:p>
            <a:endParaRPr lang="zh-CN" altLang="en-US" b="0" i="0" dirty="0">
              <a:solidFill>
                <a:srgbClr val="E8EAED"/>
              </a:solidFill>
              <a:effectLst/>
              <a:latin typeface="arial" panose="020B0604020202020204" pitchFamily="34" charset="0"/>
            </a:endParaRPr>
          </a:p>
          <a:p>
            <a:r>
              <a:rPr lang="zh-CN" altLang="en-US" b="0" i="0" dirty="0">
                <a:solidFill>
                  <a:srgbClr val="E8EAED"/>
                </a:solidFill>
                <a:effectLst/>
                <a:latin typeface="arial" panose="020B0604020202020204" pitchFamily="34" charset="0"/>
              </a:rPr>
              <a:t>邮件服务器（</a:t>
            </a:r>
            <a:r>
              <a:rPr lang="en" altLang="zh-CN" b="0" i="0" dirty="0">
                <a:solidFill>
                  <a:srgbClr val="E8EAED"/>
                </a:solidFill>
                <a:effectLst/>
                <a:latin typeface="arial" panose="020B0604020202020204" pitchFamily="34" charset="0"/>
              </a:rPr>
              <a:t>Mail Servers</a:t>
            </a:r>
            <a:r>
              <a:rPr lang="zh-CN" altLang="en" b="0" i="0" dirty="0">
                <a:solidFill>
                  <a:srgbClr val="E8EAED"/>
                </a:solidFill>
                <a:effectLst/>
                <a:latin typeface="arial" panose="020B0604020202020204" pitchFamily="34" charset="0"/>
              </a:rPr>
              <a:t>）</a:t>
            </a:r>
          </a:p>
          <a:p>
            <a:r>
              <a:rPr lang="zh-CN" altLang="en-US" b="0" i="0" dirty="0">
                <a:solidFill>
                  <a:srgbClr val="E8EAED"/>
                </a:solidFill>
                <a:effectLst/>
                <a:latin typeface="arial" panose="020B0604020202020204" pitchFamily="34" charset="0"/>
              </a:rPr>
              <a:t>邮件服务器是管理邮件流转的中心枢纽。每个邮件服务器都拥有自己的用户邮箱，用来存储接收到的邮件，同时还有一个发送邮件队列，用于存储等待发送的邮件。</a:t>
            </a:r>
            <a:endParaRPr lang="en-US" altLang="zh-CN" b="0" i="0" dirty="0">
              <a:solidFill>
                <a:srgbClr val="E8EAED"/>
              </a:solidFill>
              <a:effectLst/>
              <a:latin typeface="arial" panose="020B0604020202020204" pitchFamily="34" charset="0"/>
            </a:endParaRPr>
          </a:p>
          <a:p>
            <a:endParaRPr lang="zh-CN" altLang="en-US" b="0" i="0" dirty="0">
              <a:solidFill>
                <a:srgbClr val="E8EAED"/>
              </a:solidFill>
              <a:effectLst/>
              <a:latin typeface="arial" panose="020B0604020202020204" pitchFamily="34" charset="0"/>
            </a:endParaRPr>
          </a:p>
          <a:p>
            <a:r>
              <a:rPr lang="zh-CN" altLang="en-US" b="0" i="0" dirty="0">
                <a:solidFill>
                  <a:srgbClr val="E8EAED"/>
                </a:solidFill>
                <a:effectLst/>
                <a:latin typeface="arial" panose="020B0604020202020204" pitchFamily="34" charset="0"/>
              </a:rPr>
              <a:t>简单邮件传输协议（</a:t>
            </a:r>
            <a:r>
              <a:rPr lang="en" altLang="zh-CN" b="0" i="0" dirty="0">
                <a:solidFill>
                  <a:srgbClr val="E8EAED"/>
                </a:solidFill>
                <a:effectLst/>
                <a:latin typeface="arial" panose="020B0604020202020204" pitchFamily="34" charset="0"/>
              </a:rPr>
              <a:t>Simple Mail Transfer Protocol, SMTP</a:t>
            </a:r>
            <a:r>
              <a:rPr lang="zh-CN" altLang="en" b="0" i="0" dirty="0">
                <a:solidFill>
                  <a:srgbClr val="E8EAED"/>
                </a:solidFill>
                <a:effectLst/>
                <a:latin typeface="arial" panose="020B0604020202020204" pitchFamily="34" charset="0"/>
              </a:rPr>
              <a:t>）</a:t>
            </a:r>
          </a:p>
          <a:p>
            <a:r>
              <a:rPr lang="zh-CN" altLang="en-US" b="0" i="0" dirty="0">
                <a:solidFill>
                  <a:srgbClr val="E8EAED"/>
                </a:solidFill>
                <a:effectLst/>
                <a:latin typeface="arial" panose="020B0604020202020204" pitchFamily="34" charset="0"/>
              </a:rPr>
              <a:t>这是邮件发送的核心协议，它定义了邮件服务器之间如何互相发送和接收邮件。</a:t>
            </a:r>
            <a:r>
              <a:rPr lang="en" altLang="zh-CN" b="0" i="0" dirty="0">
                <a:solidFill>
                  <a:srgbClr val="E8EAED"/>
                </a:solidFill>
                <a:effectLst/>
                <a:latin typeface="arial" panose="020B0604020202020204" pitchFamily="34" charset="0"/>
              </a:rPr>
              <a:t>SMTP</a:t>
            </a:r>
            <a:r>
              <a:rPr lang="zh-CN" altLang="en-US" b="0" i="0" dirty="0">
                <a:solidFill>
                  <a:srgbClr val="E8EAED"/>
                </a:solidFill>
                <a:effectLst/>
                <a:latin typeface="arial" panose="020B0604020202020204" pitchFamily="34" charset="0"/>
              </a:rPr>
              <a:t>确保了邮件可以从一个服务器成功地传递到另一个服务器。</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7580897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zh-CN" altLang="zh-CN" dirty="0"/>
              <a:t>使用 TCP 将电子邮件消息从客户端（发起连接的邮件服务器）可靠地传输到服务器，端口 25 </a:t>
            </a:r>
            <a:endParaRPr lang="en-US" altLang="zh-CN" dirty="0"/>
          </a:p>
          <a:p>
            <a:r>
              <a:rPr lang="zh-CN" altLang="zh-CN" dirty="0"/>
              <a:t>直接传输：发送服务器（充当客户端）到接收服务器 </a:t>
            </a:r>
            <a:endParaRPr lang="en-US" altLang="zh-CN" dirty="0"/>
          </a:p>
          <a:p>
            <a:endParaRPr lang="en-US" altLang="zh-CN" dirty="0"/>
          </a:p>
          <a:p>
            <a:r>
              <a:rPr lang="zh-CN" altLang="zh-CN" dirty="0"/>
              <a:t>转移的三个阶段 </a:t>
            </a:r>
            <a:endParaRPr lang="en-US" altLang="zh-CN" dirty="0"/>
          </a:p>
          <a:p>
            <a:r>
              <a:rPr lang="zh-CN" altLang="zh-CN" dirty="0"/>
              <a:t>SMTP 握手（问候） </a:t>
            </a:r>
            <a:endParaRPr lang="en-US" altLang="zh-CN" dirty="0"/>
          </a:p>
          <a:p>
            <a:r>
              <a:rPr lang="zh-CN" altLang="zh-CN" dirty="0"/>
              <a:t>SMTP 消息传输 </a:t>
            </a:r>
            <a:endParaRPr lang="en-US" altLang="zh-CN" dirty="0"/>
          </a:p>
          <a:p>
            <a:r>
              <a:rPr lang="zh-CN" altLang="zh-CN" dirty="0"/>
              <a:t>SMTP 关闭 </a:t>
            </a:r>
            <a:endParaRPr lang="en-US" altLang="zh-CN" dirty="0"/>
          </a:p>
          <a:p>
            <a:endParaRPr lang="en-US" altLang="zh-CN" dirty="0"/>
          </a:p>
          <a:p>
            <a:r>
              <a:rPr lang="zh-CN" altLang="zh-CN" dirty="0"/>
              <a:t>命令/响应交互（如 HTTP） </a:t>
            </a:r>
            <a:endParaRPr lang="en-US" altLang="zh-CN" dirty="0"/>
          </a:p>
          <a:p>
            <a:r>
              <a:rPr lang="zh-CN" altLang="zh-CN" dirty="0"/>
              <a:t>命令：ASCII 文本 </a:t>
            </a:r>
            <a:endParaRPr lang="en-US" altLang="zh-CN" dirty="0"/>
          </a:p>
          <a:p>
            <a:r>
              <a:rPr lang="zh-CN" altLang="zh-CN" dirty="0"/>
              <a:t>响应：状态代码和短语</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140802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297136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9792473"/>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HTTP与SMTP的比较</a:t>
            </a:r>
            <a:endParaRPr lang="en-US" dirty="0"/>
          </a:p>
          <a:p>
            <a:endParaRPr lang="en-US" dirty="0"/>
          </a:p>
          <a:p>
            <a:r>
              <a:rPr lang="en-US" dirty="0" err="1"/>
              <a:t>SMTP的特点</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519392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183210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zh-CN" altLang="zh-CN" dirty="0"/>
              <a:t>SMTP：将电子邮件消息传送/存储到接收者的服务器 </a:t>
            </a:r>
            <a:endParaRPr lang="en-US" altLang="zh-CN" dirty="0"/>
          </a:p>
          <a:p>
            <a:endParaRPr lang="en-US" altLang="zh-CN" dirty="0"/>
          </a:p>
          <a:p>
            <a:r>
              <a:rPr lang="zh-CN" altLang="zh-CN" dirty="0"/>
              <a:t>邮件访问协议：从服务器检索 </a:t>
            </a:r>
            <a:endParaRPr lang="en-US" altLang="zh-CN" dirty="0"/>
          </a:p>
          <a:p>
            <a:r>
              <a:rPr lang="zh-CN" altLang="zh-CN" dirty="0"/>
              <a:t>IMAP：互联网邮件访问协议 [RFC 3501]：存储在服务器上的邮件，IMAP 提供服务器上存储邮件的检索、删除和文件夹 </a:t>
            </a:r>
            <a:endParaRPr lang="en-US" altLang="zh-CN" dirty="0"/>
          </a:p>
          <a:p>
            <a:endParaRPr lang="en-US" altLang="zh-CN" dirty="0"/>
          </a:p>
          <a:p>
            <a:r>
              <a:rPr lang="zh-CN" altLang="zh-CN" dirty="0"/>
              <a:t>HTTP：gmail、Hotmail、Yahoo!Mail 等在 STMP（发送）、IMAP（或 POP）之上提供基于 Web 的界面来检索电子邮件消息</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537920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55</a:t>
            </a:fld>
            <a:endParaRPr lang="en-US" dirty="0"/>
          </a:p>
        </p:txBody>
      </p:sp>
    </p:spTree>
    <p:extLst>
      <p:ext uri="{BB962C8B-B14F-4D97-AF65-F5344CB8AC3E}">
        <p14:creationId xmlns:p14="http://schemas.microsoft.com/office/powerpoint/2010/main" val="54487865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269781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59636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826381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256546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533662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257393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613734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783601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538914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9320398"/>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250582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2615589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7782216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339870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891641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782182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72</a:t>
            </a:fld>
            <a:endParaRPr lang="en-US" dirty="0"/>
          </a:p>
        </p:txBody>
      </p:sp>
    </p:spTree>
    <p:extLst>
      <p:ext uri="{BB962C8B-B14F-4D97-AF65-F5344CB8AC3E}">
        <p14:creationId xmlns:p14="http://schemas.microsoft.com/office/powerpoint/2010/main" val="352071157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73</a:t>
            </a:fld>
            <a:endParaRPr lang="en-US" dirty="0"/>
          </a:p>
        </p:txBody>
      </p:sp>
    </p:spTree>
    <p:extLst>
      <p:ext uri="{BB962C8B-B14F-4D97-AF65-F5344CB8AC3E}">
        <p14:creationId xmlns:p14="http://schemas.microsoft.com/office/powerpoint/2010/main" val="39182735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74</a:t>
            </a:fld>
            <a:endParaRPr lang="en-US" dirty="0"/>
          </a:p>
        </p:txBody>
      </p:sp>
    </p:spTree>
    <p:extLst>
      <p:ext uri="{BB962C8B-B14F-4D97-AF65-F5344CB8AC3E}">
        <p14:creationId xmlns:p14="http://schemas.microsoft.com/office/powerpoint/2010/main" val="2307497356"/>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75</a:t>
            </a:fld>
            <a:endParaRPr lang="en-US" dirty="0"/>
          </a:p>
        </p:txBody>
      </p:sp>
    </p:spTree>
    <p:extLst>
      <p:ext uri="{BB962C8B-B14F-4D97-AF65-F5344CB8AC3E}">
        <p14:creationId xmlns:p14="http://schemas.microsoft.com/office/powerpoint/2010/main" val="73759893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76</a:t>
            </a:fld>
            <a:endParaRPr lang="en-US" dirty="0"/>
          </a:p>
        </p:txBody>
      </p:sp>
    </p:spTree>
    <p:extLst>
      <p:ext uri="{BB962C8B-B14F-4D97-AF65-F5344CB8AC3E}">
        <p14:creationId xmlns:p14="http://schemas.microsoft.com/office/powerpoint/2010/main" val="359334177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77</a:t>
            </a:fld>
            <a:endParaRPr lang="en-US" dirty="0"/>
          </a:p>
        </p:txBody>
      </p:sp>
    </p:spTree>
    <p:extLst>
      <p:ext uri="{BB962C8B-B14F-4D97-AF65-F5344CB8AC3E}">
        <p14:creationId xmlns:p14="http://schemas.microsoft.com/office/powerpoint/2010/main" val="37612988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78</a:t>
            </a:fld>
            <a:endParaRPr lang="en-US" dirty="0"/>
          </a:p>
        </p:txBody>
      </p:sp>
    </p:spTree>
    <p:extLst>
      <p:ext uri="{BB962C8B-B14F-4D97-AF65-F5344CB8AC3E}">
        <p14:creationId xmlns:p14="http://schemas.microsoft.com/office/powerpoint/2010/main" val="58016910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79</a:t>
            </a:fld>
            <a:endParaRPr lang="en-US" dirty="0"/>
          </a:p>
        </p:txBody>
      </p:sp>
    </p:spTree>
    <p:extLst>
      <p:ext uri="{BB962C8B-B14F-4D97-AF65-F5344CB8AC3E}">
        <p14:creationId xmlns:p14="http://schemas.microsoft.com/office/powerpoint/2010/main" val="2972541483"/>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80</a:t>
            </a:fld>
            <a:endParaRPr lang="en-US" dirty="0"/>
          </a:p>
        </p:txBody>
      </p:sp>
    </p:spTree>
    <p:extLst>
      <p:ext uri="{BB962C8B-B14F-4D97-AF65-F5344CB8AC3E}">
        <p14:creationId xmlns:p14="http://schemas.microsoft.com/office/powerpoint/2010/main" val="11985713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81</a:t>
            </a:fld>
            <a:endParaRPr lang="en-US" dirty="0"/>
          </a:p>
        </p:txBody>
      </p:sp>
    </p:spTree>
    <p:extLst>
      <p:ext uri="{BB962C8B-B14F-4D97-AF65-F5344CB8AC3E}">
        <p14:creationId xmlns:p14="http://schemas.microsoft.com/office/powerpoint/2010/main" val="235391362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82</a:t>
            </a:fld>
            <a:endParaRPr lang="en-US" dirty="0"/>
          </a:p>
        </p:txBody>
      </p:sp>
    </p:spTree>
    <p:extLst>
      <p:ext uri="{BB962C8B-B14F-4D97-AF65-F5344CB8AC3E}">
        <p14:creationId xmlns:p14="http://schemas.microsoft.com/office/powerpoint/2010/main" val="100751467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1093240"/>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027786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4226056"/>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625315"/>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765967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5488509"/>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010567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1447771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411936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121976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3630257"/>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Rectangle 7">
            <a:extLst>
              <a:ext uri="{FF2B5EF4-FFF2-40B4-BE49-F238E27FC236}">
                <a16:creationId xmlns:a16="http://schemas.microsoft.com/office/drawing/2014/main" id="{F97C318A-17ED-1542-9AD9-7A2248F12DFC}"/>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0" fontAlgn="base" latinLnBrk="0" hangingPunct="0">
              <a:lnSpc>
                <a:spcPct val="100000"/>
              </a:lnSpc>
              <a:spcBef>
                <a:spcPct val="0"/>
              </a:spcBef>
              <a:spcAft>
                <a:spcPct val="0"/>
              </a:spcAft>
              <a:buClrTx/>
              <a:buSzTx/>
              <a:buFontTx/>
              <a:buNone/>
              <a:tabLst/>
              <a:defRPr/>
            </a:pPr>
            <a:fld id="{58888FC7-8584-A54F-A1F0-E9C044658D3E}" type="slidenum">
              <a:rPr kumimoji="0" lang="en-US" altLang="en-US" sz="1300" b="0" i="0" u="none" strike="noStrike" kern="1200" cap="none" spc="0" normalizeH="0" baseline="0" noProof="0" smtClean="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0" fontAlgn="base" latinLnBrk="0" hangingPunct="0">
                <a:lnSpc>
                  <a:spcPct val="100000"/>
                </a:lnSpc>
                <a:spcBef>
                  <a:spcPct val="0"/>
                </a:spcBef>
                <a:spcAft>
                  <a:spcPct val="0"/>
                </a:spcAft>
                <a:buClrTx/>
                <a:buSzTx/>
                <a:buFontTx/>
                <a:buNone/>
                <a:tabLst/>
                <a:defRPr/>
              </a:pPr>
              <a:t>95</a:t>
            </a:fld>
            <a:endParaRPr kumimoji="0" lang="en-US" altLang="en-US" sz="13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2994" name="Rectangle 2">
            <a:extLst>
              <a:ext uri="{FF2B5EF4-FFF2-40B4-BE49-F238E27FC236}">
                <a16:creationId xmlns:a16="http://schemas.microsoft.com/office/drawing/2014/main" id="{927CF829-8DED-9448-A937-FB315CAB3C7B}"/>
              </a:ext>
            </a:extLst>
          </p:cNvPr>
          <p:cNvSpPr>
            <a:spLocks noGrp="1" noRot="1" noChangeAspect="1" noChangeArrowheads="1" noTextEdit="1"/>
          </p:cNvSpPr>
          <p:nvPr>
            <p:ph type="sldImg"/>
          </p:nvPr>
        </p:nvSpPr>
        <p:spPr>
          <a:ln/>
        </p:spPr>
      </p:sp>
      <p:sp>
        <p:nvSpPr>
          <p:cNvPr id="212995" name="Rectangle 3">
            <a:extLst>
              <a:ext uri="{FF2B5EF4-FFF2-40B4-BE49-F238E27FC236}">
                <a16:creationId xmlns:a16="http://schemas.microsoft.com/office/drawing/2014/main" id="{8C1486BF-9C4F-0F43-9A4E-0E1429CFECC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Akamai: 100,000+ servers in 1000+ clusters in 1000+ networks in 70+ countries serving trillions of requests a day.</a:t>
            </a:r>
          </a:p>
          <a:p>
            <a:endParaRPr lang="en-US" altLang="en-US" dirty="0">
              <a:ea typeface="ＭＳ Ｐゴシック" panose="020B0600070205080204" pitchFamily="34" charset="-128"/>
            </a:endParaRPr>
          </a:p>
          <a:p>
            <a:r>
              <a:rPr lang="en-US" altLang="en-US" dirty="0">
                <a:ea typeface="ＭＳ Ｐゴシック" panose="020B0600070205080204" pitchFamily="34" charset="-128"/>
              </a:rPr>
              <a:t>How many people use Netflix?</a:t>
            </a:r>
          </a:p>
        </p:txBody>
      </p:sp>
    </p:spTree>
    <p:extLst>
      <p:ext uri="{BB962C8B-B14F-4D97-AF65-F5344CB8AC3E}">
        <p14:creationId xmlns:p14="http://schemas.microsoft.com/office/powerpoint/2010/main" val="169486420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Rectangle 7">
            <a:extLst>
              <a:ext uri="{FF2B5EF4-FFF2-40B4-BE49-F238E27FC236}">
                <a16:creationId xmlns:a16="http://schemas.microsoft.com/office/drawing/2014/main" id="{9FA4490D-D4A4-034B-9842-2AED96A6F67A}"/>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1" fontAlgn="auto" latinLnBrk="0" hangingPunct="1">
              <a:lnSpc>
                <a:spcPct val="100000"/>
              </a:lnSpc>
              <a:spcBef>
                <a:spcPct val="0"/>
              </a:spcBef>
              <a:spcAft>
                <a:spcPts val="0"/>
              </a:spcAft>
              <a:buClrTx/>
              <a:buSzTx/>
              <a:buFontTx/>
              <a:buNone/>
              <a:tabLst/>
              <a:defRPr/>
            </a:pPr>
            <a:fld id="{CE157223-41AB-CB48-9D29-70289FC738BB}" type="slidenum">
              <a:rPr kumimoji="0" lang="en-US" altLang="en-US" sz="13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1" fontAlgn="auto" latinLnBrk="0" hangingPunct="1">
                <a:lnSpc>
                  <a:spcPct val="100000"/>
                </a:lnSpc>
                <a:spcBef>
                  <a:spcPct val="0"/>
                </a:spcBef>
                <a:spcAft>
                  <a:spcPts val="0"/>
                </a:spcAft>
                <a:buClrTx/>
                <a:buSzTx/>
                <a:buFontTx/>
                <a:buNone/>
                <a:tabLst/>
                <a:defRPr/>
              </a:pPr>
              <a:t>96</a:t>
            </a:fld>
            <a:endParaRPr kumimoji="0" lang="en-US" altLang="en-US" sz="13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42" name="Rectangle 2">
            <a:extLst>
              <a:ext uri="{FF2B5EF4-FFF2-40B4-BE49-F238E27FC236}">
                <a16:creationId xmlns:a16="http://schemas.microsoft.com/office/drawing/2014/main" id="{740F7F93-FBC6-4742-87DD-5B7FB7D2E71C}"/>
              </a:ext>
            </a:extLst>
          </p:cNvPr>
          <p:cNvSpPr>
            <a:spLocks noGrp="1" noRot="1" noChangeAspect="1" noChangeArrowheads="1" noTextEdit="1"/>
          </p:cNvSpPr>
          <p:nvPr>
            <p:ph type="sldImg"/>
          </p:nvPr>
        </p:nvSpPr>
        <p:spPr>
          <a:ln/>
        </p:spPr>
      </p:sp>
      <p:sp>
        <p:nvSpPr>
          <p:cNvPr id="215043" name="Rectangle 3">
            <a:extLst>
              <a:ext uri="{FF2B5EF4-FFF2-40B4-BE49-F238E27FC236}">
                <a16:creationId xmlns:a16="http://schemas.microsoft.com/office/drawing/2014/main" id="{E9D157F1-6907-8241-A7D1-F5F4F28FEB6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peak load: 7million viewers, 2 Tbytes via </a:t>
            </a:r>
          </a:p>
        </p:txBody>
      </p:sp>
    </p:spTree>
    <p:extLst>
      <p:ext uri="{BB962C8B-B14F-4D97-AF65-F5344CB8AC3E}">
        <p14:creationId xmlns:p14="http://schemas.microsoft.com/office/powerpoint/2010/main" val="339244534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97</a:t>
            </a:fld>
            <a:endParaRPr lang="en-US" dirty="0"/>
          </a:p>
        </p:txBody>
      </p:sp>
    </p:spTree>
    <p:extLst>
      <p:ext uri="{BB962C8B-B14F-4D97-AF65-F5344CB8AC3E}">
        <p14:creationId xmlns:p14="http://schemas.microsoft.com/office/powerpoint/2010/main" val="248794031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848983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991607"/>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0706845"/>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207448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UDO and TCP code updates 3/23</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424148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9216697"/>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13015"/>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65209032"/>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6185796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2284863"/>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7315334"/>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813186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1888970"/>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117</a:t>
            </a:fld>
            <a:endParaRPr lang="en-US" dirty="0"/>
          </a:p>
        </p:txBody>
      </p:sp>
    </p:spTree>
    <p:extLst>
      <p:ext uri="{BB962C8B-B14F-4D97-AF65-F5344CB8AC3E}">
        <p14:creationId xmlns:p14="http://schemas.microsoft.com/office/powerpoint/2010/main" val="363073029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118</a:t>
            </a:fld>
            <a:endParaRPr lang="en-US" dirty="0"/>
          </a:p>
        </p:txBody>
      </p:sp>
    </p:spTree>
    <p:extLst>
      <p:ext uri="{BB962C8B-B14F-4D97-AF65-F5344CB8AC3E}">
        <p14:creationId xmlns:p14="http://schemas.microsoft.com/office/powerpoint/2010/main" val="428885732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lstStyle/>
          <a:p>
            <a:r>
              <a:rPr lang="en-US"/>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27680307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27933642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188985695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14377385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56C28B-A937-8946-A8B8-E96C4D7F4A3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A89AB3BC-CF18-5B4B-9EDE-A1DEE9E6872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2693802E-DCBB-6942-892B-5E006FD43DA1}"/>
              </a:ext>
            </a:extLst>
          </p:cNvPr>
          <p:cNvSpPr>
            <a:spLocks noGrp="1"/>
          </p:cNvSpPr>
          <p:nvPr>
            <p:ph type="dt" sz="half" idx="10"/>
          </p:nvPr>
        </p:nvSpPr>
        <p:spPr/>
        <p:txBody>
          <a:bodyPr/>
          <a:lstStyle/>
          <a:p>
            <a:fld id="{F18ABAAA-56F6-2745-AE94-1EE02FE78392}" type="datetimeFigureOut">
              <a:rPr lang="en-US" smtClean="0"/>
              <a:t>6/4/2026</a:t>
            </a:fld>
            <a:endParaRPr lang="en-US"/>
          </a:p>
        </p:txBody>
      </p:sp>
      <p:sp>
        <p:nvSpPr>
          <p:cNvPr id="5" name="Footer Placeholder 4">
            <a:extLst>
              <a:ext uri="{FF2B5EF4-FFF2-40B4-BE49-F238E27FC236}">
                <a16:creationId xmlns:a16="http://schemas.microsoft.com/office/drawing/2014/main" id="{DCEC76A4-9D88-F940-8D92-FD0FBF30103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9DAAEC3-9D1A-CF41-9E08-BEB07758324D}"/>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63077046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260621-8E97-B349-82B8-F5BEB8BB9E3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F1EEF4EB-0030-4E4F-9E18-F12D2E22AD1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BE1B396-855F-5544-9249-E53712C50958}"/>
              </a:ext>
            </a:extLst>
          </p:cNvPr>
          <p:cNvSpPr>
            <a:spLocks noGrp="1"/>
          </p:cNvSpPr>
          <p:nvPr>
            <p:ph type="dt" sz="half" idx="10"/>
          </p:nvPr>
        </p:nvSpPr>
        <p:spPr/>
        <p:txBody>
          <a:bodyPr/>
          <a:lstStyle/>
          <a:p>
            <a:fld id="{F18ABAAA-56F6-2745-AE94-1EE02FE78392}" type="datetimeFigureOut">
              <a:rPr lang="en-US" smtClean="0"/>
              <a:t>6/4/2026</a:t>
            </a:fld>
            <a:endParaRPr lang="en-US"/>
          </a:p>
        </p:txBody>
      </p:sp>
      <p:sp>
        <p:nvSpPr>
          <p:cNvPr id="5" name="Footer Placeholder 4">
            <a:extLst>
              <a:ext uri="{FF2B5EF4-FFF2-40B4-BE49-F238E27FC236}">
                <a16:creationId xmlns:a16="http://schemas.microsoft.com/office/drawing/2014/main" id="{0F82F17E-A703-FC4C-9DBC-37F173C9B39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CEE0F0E7-19E4-134F-9E84-35EA99DAAAB7}"/>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406873331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9E3A18-9CC1-1341-AF96-7184EEE9E69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1BC89520-6876-074C-9D1E-480E252E7D69}"/>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E0D41A40-B683-6D40-ADC6-D403C9B2DF84}"/>
              </a:ext>
            </a:extLst>
          </p:cNvPr>
          <p:cNvSpPr>
            <a:spLocks noGrp="1"/>
          </p:cNvSpPr>
          <p:nvPr>
            <p:ph type="dt" sz="half" idx="10"/>
          </p:nvPr>
        </p:nvSpPr>
        <p:spPr/>
        <p:txBody>
          <a:bodyPr/>
          <a:lstStyle/>
          <a:p>
            <a:fld id="{F18ABAAA-56F6-2745-AE94-1EE02FE78392}" type="datetimeFigureOut">
              <a:rPr lang="en-US" smtClean="0"/>
              <a:t>6/4/2026</a:t>
            </a:fld>
            <a:endParaRPr lang="en-US"/>
          </a:p>
        </p:txBody>
      </p:sp>
      <p:sp>
        <p:nvSpPr>
          <p:cNvPr id="5" name="Footer Placeholder 4">
            <a:extLst>
              <a:ext uri="{FF2B5EF4-FFF2-40B4-BE49-F238E27FC236}">
                <a16:creationId xmlns:a16="http://schemas.microsoft.com/office/drawing/2014/main" id="{3F18FEEC-B9ED-7545-B62E-2405FF75F0B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67D7674-65A6-9346-ACDD-85E2D4433B83}"/>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59540635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A1B807-2E2B-DF4F-AA06-273A39CC4D7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EDCA3A2-9A5D-1D4E-BCC4-2CA4EEC2E34A}"/>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5677D900-B000-364D-BFD2-F6CD6080A5BC}"/>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2152A66-19E1-D541-B7E0-104E938B0EC6}"/>
              </a:ext>
            </a:extLst>
          </p:cNvPr>
          <p:cNvSpPr>
            <a:spLocks noGrp="1"/>
          </p:cNvSpPr>
          <p:nvPr>
            <p:ph type="dt" sz="half" idx="10"/>
          </p:nvPr>
        </p:nvSpPr>
        <p:spPr/>
        <p:txBody>
          <a:bodyPr/>
          <a:lstStyle/>
          <a:p>
            <a:fld id="{F18ABAAA-56F6-2745-AE94-1EE02FE78392}" type="datetimeFigureOut">
              <a:rPr lang="en-US" smtClean="0"/>
              <a:t>6/4/2026</a:t>
            </a:fld>
            <a:endParaRPr lang="en-US"/>
          </a:p>
        </p:txBody>
      </p:sp>
      <p:sp>
        <p:nvSpPr>
          <p:cNvPr id="6" name="Footer Placeholder 5">
            <a:extLst>
              <a:ext uri="{FF2B5EF4-FFF2-40B4-BE49-F238E27FC236}">
                <a16:creationId xmlns:a16="http://schemas.microsoft.com/office/drawing/2014/main" id="{70AC81DD-4A04-1E4B-B64C-43B9657EC92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8F5D67D9-2DCB-AB4D-B8A5-0CAF567FC76C}"/>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150518830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C3A7B7-5559-064B-8A50-9F1CBA7A0301}"/>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7A67FAB1-A4C9-F747-A0BA-DBA0C0C4BF1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332C787-CD6F-1F4A-9B1D-ACB05AA614AC}"/>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7047F7A3-F4D2-F04B-86DF-43E53ADD2A71}"/>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13B89BA5-1CD5-EB43-A6A4-9F79325D7A1C}"/>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5E049E35-AF34-354F-AAD8-67D4DAD8763E}"/>
              </a:ext>
            </a:extLst>
          </p:cNvPr>
          <p:cNvSpPr>
            <a:spLocks noGrp="1"/>
          </p:cNvSpPr>
          <p:nvPr>
            <p:ph type="dt" sz="half" idx="10"/>
          </p:nvPr>
        </p:nvSpPr>
        <p:spPr/>
        <p:txBody>
          <a:bodyPr/>
          <a:lstStyle/>
          <a:p>
            <a:fld id="{F18ABAAA-56F6-2745-AE94-1EE02FE78392}" type="datetimeFigureOut">
              <a:rPr lang="en-US" smtClean="0"/>
              <a:t>6/4/2026</a:t>
            </a:fld>
            <a:endParaRPr lang="en-US"/>
          </a:p>
        </p:txBody>
      </p:sp>
      <p:sp>
        <p:nvSpPr>
          <p:cNvPr id="8" name="Footer Placeholder 7">
            <a:extLst>
              <a:ext uri="{FF2B5EF4-FFF2-40B4-BE49-F238E27FC236}">
                <a16:creationId xmlns:a16="http://schemas.microsoft.com/office/drawing/2014/main" id="{17D7A093-D80D-DD4D-91AF-D56DBB7AD9FF}"/>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6DE78129-3724-4544-9DCF-17FAAC1B7077}"/>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396342563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BA4727-9AE4-9147-9FE1-6B42D7C0795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CA12623B-0F62-D64A-BF9C-BEC5EBC207D9}"/>
              </a:ext>
            </a:extLst>
          </p:cNvPr>
          <p:cNvSpPr>
            <a:spLocks noGrp="1"/>
          </p:cNvSpPr>
          <p:nvPr>
            <p:ph type="dt" sz="half" idx="10"/>
          </p:nvPr>
        </p:nvSpPr>
        <p:spPr/>
        <p:txBody>
          <a:bodyPr/>
          <a:lstStyle/>
          <a:p>
            <a:fld id="{F18ABAAA-56F6-2745-AE94-1EE02FE78392}" type="datetimeFigureOut">
              <a:rPr lang="en-US" smtClean="0"/>
              <a:t>6/4/2026</a:t>
            </a:fld>
            <a:endParaRPr lang="en-US"/>
          </a:p>
        </p:txBody>
      </p:sp>
      <p:sp>
        <p:nvSpPr>
          <p:cNvPr id="4" name="Footer Placeholder 3">
            <a:extLst>
              <a:ext uri="{FF2B5EF4-FFF2-40B4-BE49-F238E27FC236}">
                <a16:creationId xmlns:a16="http://schemas.microsoft.com/office/drawing/2014/main" id="{00AF4969-6D6D-D94E-8509-410729017DBB}"/>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AE0EC60E-29D6-F448-A9BD-AC7925F73A1B}"/>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93942693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E63E131-141F-2F4C-94A8-B696A277DAAB}"/>
              </a:ext>
            </a:extLst>
          </p:cNvPr>
          <p:cNvSpPr>
            <a:spLocks noGrp="1"/>
          </p:cNvSpPr>
          <p:nvPr>
            <p:ph type="dt" sz="half" idx="10"/>
          </p:nvPr>
        </p:nvSpPr>
        <p:spPr/>
        <p:txBody>
          <a:bodyPr/>
          <a:lstStyle/>
          <a:p>
            <a:fld id="{F18ABAAA-56F6-2745-AE94-1EE02FE78392}" type="datetimeFigureOut">
              <a:rPr lang="en-US" smtClean="0"/>
              <a:t>6/4/2026</a:t>
            </a:fld>
            <a:endParaRPr lang="en-US"/>
          </a:p>
        </p:txBody>
      </p:sp>
      <p:sp>
        <p:nvSpPr>
          <p:cNvPr id="3" name="Footer Placeholder 2">
            <a:extLst>
              <a:ext uri="{FF2B5EF4-FFF2-40B4-BE49-F238E27FC236}">
                <a16:creationId xmlns:a16="http://schemas.microsoft.com/office/drawing/2014/main" id="{39F01CA5-D982-D047-B405-732BD81FE8D4}"/>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1E9B4559-0995-B147-8DE6-A506023D2436}"/>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97273914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F10973-7C62-9041-8B54-8E64AA52C89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AA32A1D9-7602-5F46-ADC9-04629AF3E06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33B69871-F446-514D-A4D0-A0492C3C65B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6E37C1A-E6EB-B349-A191-23573F89EFDF}"/>
              </a:ext>
            </a:extLst>
          </p:cNvPr>
          <p:cNvSpPr>
            <a:spLocks noGrp="1"/>
          </p:cNvSpPr>
          <p:nvPr>
            <p:ph type="dt" sz="half" idx="10"/>
          </p:nvPr>
        </p:nvSpPr>
        <p:spPr/>
        <p:txBody>
          <a:bodyPr/>
          <a:lstStyle/>
          <a:p>
            <a:fld id="{F18ABAAA-56F6-2745-AE94-1EE02FE78392}" type="datetimeFigureOut">
              <a:rPr lang="en-US" smtClean="0"/>
              <a:t>6/4/2026</a:t>
            </a:fld>
            <a:endParaRPr lang="en-US"/>
          </a:p>
        </p:txBody>
      </p:sp>
      <p:sp>
        <p:nvSpPr>
          <p:cNvPr id="6" name="Footer Placeholder 5">
            <a:extLst>
              <a:ext uri="{FF2B5EF4-FFF2-40B4-BE49-F238E27FC236}">
                <a16:creationId xmlns:a16="http://schemas.microsoft.com/office/drawing/2014/main" id="{DEE5AF63-95CF-AB44-A078-25763A8E2A43}"/>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E4728E78-495A-F640-8460-A92A9EAC0C23}"/>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106986290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6A3374-1714-A242-B3DB-DCDD0B59CB0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F7F959A6-24BD-AF43-A38F-D0405076E70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1A155C31-DF90-8747-B196-67292A0E096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7DFDEC8-AC94-4A43-B9A6-707A4F26AAB6}"/>
              </a:ext>
            </a:extLst>
          </p:cNvPr>
          <p:cNvSpPr>
            <a:spLocks noGrp="1"/>
          </p:cNvSpPr>
          <p:nvPr>
            <p:ph type="dt" sz="half" idx="10"/>
          </p:nvPr>
        </p:nvSpPr>
        <p:spPr/>
        <p:txBody>
          <a:bodyPr/>
          <a:lstStyle/>
          <a:p>
            <a:fld id="{F18ABAAA-56F6-2745-AE94-1EE02FE78392}" type="datetimeFigureOut">
              <a:rPr lang="en-US" smtClean="0"/>
              <a:t>6/4/2026</a:t>
            </a:fld>
            <a:endParaRPr lang="en-US"/>
          </a:p>
        </p:txBody>
      </p:sp>
      <p:sp>
        <p:nvSpPr>
          <p:cNvPr id="6" name="Footer Placeholder 5">
            <a:extLst>
              <a:ext uri="{FF2B5EF4-FFF2-40B4-BE49-F238E27FC236}">
                <a16:creationId xmlns:a16="http://schemas.microsoft.com/office/drawing/2014/main" id="{65D4BBFF-DB69-A44C-BA93-6F66689897F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F1197DC4-8EE7-5D49-A5DE-1B19FF6ECCD4}"/>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10804646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AA2641-EF8E-7C40-8100-AD8B6C42D3B9}"/>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B2118B34-9C39-1047-9303-6694EC83B5A9}"/>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7491113-D5AC-934B-96D3-7BC31020FDE4}"/>
              </a:ext>
            </a:extLst>
          </p:cNvPr>
          <p:cNvSpPr>
            <a:spLocks noGrp="1"/>
          </p:cNvSpPr>
          <p:nvPr>
            <p:ph type="dt" sz="half" idx="10"/>
          </p:nvPr>
        </p:nvSpPr>
        <p:spPr/>
        <p:txBody>
          <a:bodyPr/>
          <a:lstStyle/>
          <a:p>
            <a:fld id="{F18ABAAA-56F6-2745-AE94-1EE02FE78392}" type="datetimeFigureOut">
              <a:rPr lang="en-US" smtClean="0"/>
              <a:t>6/4/2026</a:t>
            </a:fld>
            <a:endParaRPr lang="en-US"/>
          </a:p>
        </p:txBody>
      </p:sp>
      <p:sp>
        <p:nvSpPr>
          <p:cNvPr id="5" name="Footer Placeholder 4">
            <a:extLst>
              <a:ext uri="{FF2B5EF4-FFF2-40B4-BE49-F238E27FC236}">
                <a16:creationId xmlns:a16="http://schemas.microsoft.com/office/drawing/2014/main" id="{0BB59E4E-92CC-2345-838F-5B92552B41E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6E36054-3F34-4A45-9159-95896DF3D97F}"/>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0365848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8DCFEDA-4104-A94B-8E13-19FBF6A0DEEA}"/>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C15A2AC8-130C-2F4C-8925-8FC3934A1EF1}"/>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D5F5612-79E8-0745-B639-AF2BB505A269}"/>
              </a:ext>
            </a:extLst>
          </p:cNvPr>
          <p:cNvSpPr>
            <a:spLocks noGrp="1"/>
          </p:cNvSpPr>
          <p:nvPr>
            <p:ph type="dt" sz="half" idx="10"/>
          </p:nvPr>
        </p:nvSpPr>
        <p:spPr/>
        <p:txBody>
          <a:bodyPr/>
          <a:lstStyle/>
          <a:p>
            <a:fld id="{F18ABAAA-56F6-2745-AE94-1EE02FE78392}" type="datetimeFigureOut">
              <a:rPr lang="en-US" smtClean="0"/>
              <a:t>6/4/2026</a:t>
            </a:fld>
            <a:endParaRPr lang="en-US"/>
          </a:p>
        </p:txBody>
      </p:sp>
      <p:sp>
        <p:nvSpPr>
          <p:cNvPr id="5" name="Footer Placeholder 4">
            <a:extLst>
              <a:ext uri="{FF2B5EF4-FFF2-40B4-BE49-F238E27FC236}">
                <a16:creationId xmlns:a16="http://schemas.microsoft.com/office/drawing/2014/main" id="{8FF80366-4ED4-1A4A-8EA5-DC56122A3E4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7A9E45A-CB98-F844-AD9A-FEF0004A8BA1}"/>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048905155"/>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slideLayout" Target="../slideLayouts/slideLayout6.xml"/><Relationship Id="rId1" Type="http://schemas.openxmlformats.org/officeDocument/2006/relationships/slideLayout" Target="../slideLayouts/slideLayout5.xml"/><Relationship Id="rId5" Type="http://schemas.openxmlformats.org/officeDocument/2006/relationships/theme" Target="../theme/theme2.xml"/><Relationship Id="rId4" Type="http://schemas.openxmlformats.org/officeDocument/2006/relationships/slideLayout" Target="../slideLayouts/slideLayout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6.xml"/><Relationship Id="rId3" Type="http://schemas.openxmlformats.org/officeDocument/2006/relationships/slideLayout" Target="../slideLayouts/slideLayout11.xml"/><Relationship Id="rId7" Type="http://schemas.openxmlformats.org/officeDocument/2006/relationships/slideLayout" Target="../slideLayouts/slideLayout15.xml"/><Relationship Id="rId12" Type="http://schemas.openxmlformats.org/officeDocument/2006/relationships/theme" Target="../theme/theme3.xml"/><Relationship Id="rId2" Type="http://schemas.openxmlformats.org/officeDocument/2006/relationships/slideLayout" Target="../slideLayouts/slideLayout10.xml"/><Relationship Id="rId1" Type="http://schemas.openxmlformats.org/officeDocument/2006/relationships/slideLayout" Target="../slideLayouts/slideLayout9.xml"/><Relationship Id="rId6" Type="http://schemas.openxmlformats.org/officeDocument/2006/relationships/slideLayout" Target="../slideLayouts/slideLayout14.xml"/><Relationship Id="rId11" Type="http://schemas.openxmlformats.org/officeDocument/2006/relationships/slideLayout" Target="../slideLayouts/slideLayout19.xml"/><Relationship Id="rId5" Type="http://schemas.openxmlformats.org/officeDocument/2006/relationships/slideLayout" Target="../slideLayouts/slideLayout13.xml"/><Relationship Id="rId10" Type="http://schemas.openxmlformats.org/officeDocument/2006/relationships/slideLayout" Target="../slideLayouts/slideLayout18.xml"/><Relationship Id="rId4" Type="http://schemas.openxmlformats.org/officeDocument/2006/relationships/slideLayout" Target="../slideLayouts/slideLayout12.xml"/><Relationship Id="rId9" Type="http://schemas.openxmlformats.org/officeDocument/2006/relationships/slideLayout" Target="../slideLayouts/slideLayout1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Introduction: 1-</a:t>
            </a:r>
            <a:fld id="{C4204591-24BD-A542-B9D5-F8D8A88D2FEE}" type="slidenum">
              <a:rPr lang="en-US" smtClean="0"/>
              <a:pPr/>
              <a:t>‹#›</a:t>
            </a:fld>
            <a:endParaRPr lang="en-US"/>
          </a:p>
        </p:txBody>
      </p:sp>
    </p:spTree>
    <p:extLst>
      <p:ext uri="{BB962C8B-B14F-4D97-AF65-F5344CB8AC3E}">
        <p14:creationId xmlns:p14="http://schemas.microsoft.com/office/powerpoint/2010/main" val="2728448782"/>
      </p:ext>
    </p:extLst>
  </p:cSld>
  <p:clrMap bg1="lt1" tx1="dk1" bg2="lt2" tx2="dk2" accent1="accent1" accent2="accent2" accent3="accent3" accent4="accent4" accent5="accent5" accent6="accent6" hlink="hlink" folHlink="folHlink"/>
  <p:sldLayoutIdLst>
    <p:sldLayoutId id="2147483656" r:id="rId1"/>
    <p:sldLayoutId id="2147483657" r:id="rId2"/>
    <p:sldLayoutId id="2147483658" r:id="rId3"/>
    <p:sldLayoutId id="2147483659" r:id="rId4"/>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8D1C0D8-3EF9-F24C-8AF1-390E042D49E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ABDBBBAD-1D0F-1242-B4FE-CCE298C9191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09FD964-692F-454A-9E0F-C006144D41C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18ABAAA-56F6-2745-AE94-1EE02FE78392}" type="datetimeFigureOut">
              <a:rPr lang="en-US" smtClean="0"/>
              <a:t>6/4/2026</a:t>
            </a:fld>
            <a:endParaRPr lang="en-US"/>
          </a:p>
        </p:txBody>
      </p:sp>
      <p:sp>
        <p:nvSpPr>
          <p:cNvPr id="5" name="Footer Placeholder 4">
            <a:extLst>
              <a:ext uri="{FF2B5EF4-FFF2-40B4-BE49-F238E27FC236}">
                <a16:creationId xmlns:a16="http://schemas.microsoft.com/office/drawing/2014/main" id="{36E98797-5417-4944-A83D-4D5FE161302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DACE7634-0EA9-654E-96D2-65A8FB16F02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3CB2281-298D-ED49-BD76-0C3B3524713C}" type="slidenum">
              <a:rPr lang="en-US" smtClean="0"/>
              <a:t>‹#›</a:t>
            </a:fld>
            <a:endParaRPr lang="en-US"/>
          </a:p>
        </p:txBody>
      </p:sp>
    </p:spTree>
    <p:extLst>
      <p:ext uri="{BB962C8B-B14F-4D97-AF65-F5344CB8AC3E}">
        <p14:creationId xmlns:p14="http://schemas.microsoft.com/office/powerpoint/2010/main" val="131843217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2.png"/><Relationship Id="rId18" Type="http://schemas.openxmlformats.org/officeDocument/2006/relationships/image" Target="../media/image17.png"/><Relationship Id="rId3" Type="http://schemas.openxmlformats.org/officeDocument/2006/relationships/image" Target="../media/image2.png"/><Relationship Id="rId21" Type="http://schemas.openxmlformats.org/officeDocument/2006/relationships/image" Target="../media/image20.png"/><Relationship Id="rId7" Type="http://schemas.openxmlformats.org/officeDocument/2006/relationships/image" Target="../media/image6.png"/><Relationship Id="rId12" Type="http://schemas.openxmlformats.org/officeDocument/2006/relationships/image" Target="../media/image11.png"/><Relationship Id="rId17" Type="http://schemas.openxmlformats.org/officeDocument/2006/relationships/image" Target="../media/image16.png"/><Relationship Id="rId2" Type="http://schemas.openxmlformats.org/officeDocument/2006/relationships/notesSlide" Target="../notesSlides/notesSlide4.xml"/><Relationship Id="rId16" Type="http://schemas.openxmlformats.org/officeDocument/2006/relationships/image" Target="../media/image15.png"/><Relationship Id="rId20"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5" Type="http://schemas.openxmlformats.org/officeDocument/2006/relationships/image" Target="../media/image14.png"/><Relationship Id="rId23" Type="http://schemas.openxmlformats.org/officeDocument/2006/relationships/image" Target="../media/image22.png"/><Relationship Id="rId10" Type="http://schemas.openxmlformats.org/officeDocument/2006/relationships/image" Target="../media/image9.png"/><Relationship Id="rId19" Type="http://schemas.openxmlformats.org/officeDocument/2006/relationships/image" Target="../media/image18.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3.png"/><Relationship Id="rId22" Type="http://schemas.openxmlformats.org/officeDocument/2006/relationships/image" Target="../media/image21.png"/></Relationships>
</file>

<file path=ppt/slides/_rels/slide5.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2.png"/><Relationship Id="rId18" Type="http://schemas.openxmlformats.org/officeDocument/2006/relationships/image" Target="../media/image17.png"/><Relationship Id="rId3" Type="http://schemas.openxmlformats.org/officeDocument/2006/relationships/image" Target="../media/image2.png"/><Relationship Id="rId21" Type="http://schemas.openxmlformats.org/officeDocument/2006/relationships/image" Target="../media/image20.png"/><Relationship Id="rId7" Type="http://schemas.openxmlformats.org/officeDocument/2006/relationships/image" Target="../media/image6.png"/><Relationship Id="rId12" Type="http://schemas.openxmlformats.org/officeDocument/2006/relationships/image" Target="../media/image11.png"/><Relationship Id="rId17" Type="http://schemas.openxmlformats.org/officeDocument/2006/relationships/image" Target="../media/image16.png"/><Relationship Id="rId2" Type="http://schemas.openxmlformats.org/officeDocument/2006/relationships/notesSlide" Target="../notesSlides/notesSlide5.xml"/><Relationship Id="rId16" Type="http://schemas.openxmlformats.org/officeDocument/2006/relationships/image" Target="../media/image15.png"/><Relationship Id="rId20"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5" Type="http://schemas.openxmlformats.org/officeDocument/2006/relationships/image" Target="../media/image14.png"/><Relationship Id="rId23" Type="http://schemas.openxmlformats.org/officeDocument/2006/relationships/image" Target="../media/image22.png"/><Relationship Id="rId10" Type="http://schemas.openxmlformats.org/officeDocument/2006/relationships/image" Target="../media/image9.png"/><Relationship Id="rId19" Type="http://schemas.openxmlformats.org/officeDocument/2006/relationships/image" Target="../media/image18.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3.png"/><Relationship Id="rId22" Type="http://schemas.openxmlformats.org/officeDocument/2006/relationships/image" Target="../media/image21.png"/></Relationships>
</file>

<file path=ppt/slides/_rels/slide6.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3.png"/><Relationship Id="rId18" Type="http://schemas.openxmlformats.org/officeDocument/2006/relationships/image" Target="../media/image19.png"/><Relationship Id="rId3" Type="http://schemas.openxmlformats.org/officeDocument/2006/relationships/image" Target="../media/image2.png"/><Relationship Id="rId21" Type="http://schemas.openxmlformats.org/officeDocument/2006/relationships/image" Target="../media/image22.png"/><Relationship Id="rId7" Type="http://schemas.openxmlformats.org/officeDocument/2006/relationships/image" Target="../media/image6.png"/><Relationship Id="rId12" Type="http://schemas.openxmlformats.org/officeDocument/2006/relationships/image" Target="../media/image12.png"/><Relationship Id="rId17" Type="http://schemas.openxmlformats.org/officeDocument/2006/relationships/image" Target="../media/image18.png"/><Relationship Id="rId2" Type="http://schemas.openxmlformats.org/officeDocument/2006/relationships/notesSlide" Target="../notesSlides/notesSlide6.xml"/><Relationship Id="rId16" Type="http://schemas.openxmlformats.org/officeDocument/2006/relationships/image" Target="../media/image17.png"/><Relationship Id="rId20" Type="http://schemas.openxmlformats.org/officeDocument/2006/relationships/image" Target="../media/image21.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1.png"/><Relationship Id="rId5" Type="http://schemas.openxmlformats.org/officeDocument/2006/relationships/image" Target="../media/image4.png"/><Relationship Id="rId15" Type="http://schemas.openxmlformats.org/officeDocument/2006/relationships/image" Target="../media/image16.png"/><Relationship Id="rId23" Type="http://schemas.openxmlformats.org/officeDocument/2006/relationships/image" Target="../media/image14.png"/><Relationship Id="rId10" Type="http://schemas.openxmlformats.org/officeDocument/2006/relationships/image" Target="../media/image9.png"/><Relationship Id="rId19" Type="http://schemas.openxmlformats.org/officeDocument/2006/relationships/image" Target="../media/image20.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5.png"/><Relationship Id="rId22" Type="http://schemas.openxmlformats.org/officeDocument/2006/relationships/image" Target="../media/image10.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8.xml"/></Relationships>
</file>

<file path=ppt/slides/_rels/slide1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8.xml"/><Relationship Id="rId1" Type="http://schemas.openxmlformats.org/officeDocument/2006/relationships/slideLayout" Target="../slideLayouts/slideLayout8.xml"/><Relationship Id="rId4" Type="http://schemas.openxmlformats.org/officeDocument/2006/relationships/image" Target="../media/image23.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8.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1.xml"/><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2.xml"/><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31.xml"/><Relationship Id="rId1" Type="http://schemas.openxmlformats.org/officeDocument/2006/relationships/slideLayout" Target="../slideLayouts/slideLayout8.xml"/><Relationship Id="rId4" Type="http://schemas.openxmlformats.org/officeDocument/2006/relationships/image" Target="../media/image25.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33.xml"/><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29.png"/><Relationship Id="rId2" Type="http://schemas.openxmlformats.org/officeDocument/2006/relationships/notesSlide" Target="../notesSlides/notesSlide35.xml"/><Relationship Id="rId1" Type="http://schemas.openxmlformats.org/officeDocument/2006/relationships/slideLayout" Target="../slideLayouts/slideLayout9.xml"/><Relationship Id="rId6" Type="http://schemas.openxmlformats.org/officeDocument/2006/relationships/image" Target="../media/image28.png"/><Relationship Id="rId5" Type="http://schemas.openxmlformats.org/officeDocument/2006/relationships/image" Target="../media/image23.png"/><Relationship Id="rId4" Type="http://schemas.openxmlformats.org/officeDocument/2006/relationships/image" Target="../media/image27.png"/></Relationships>
</file>

<file path=ppt/slides/_rels/slide3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6.xml"/><Relationship Id="rId1" Type="http://schemas.openxmlformats.org/officeDocument/2006/relationships/slideLayout" Target="../slideLayouts/slideLayout9.xml"/><Relationship Id="rId6" Type="http://schemas.openxmlformats.org/officeDocument/2006/relationships/image" Target="../media/image28.png"/><Relationship Id="rId5" Type="http://schemas.openxmlformats.org/officeDocument/2006/relationships/image" Target="../media/image23.png"/><Relationship Id="rId4" Type="http://schemas.openxmlformats.org/officeDocument/2006/relationships/image" Target="../media/image27.png"/></Relationships>
</file>

<file path=ppt/slides/_rels/slide3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7.xml"/><Relationship Id="rId1" Type="http://schemas.openxmlformats.org/officeDocument/2006/relationships/slideLayout" Target="../slideLayouts/slideLayout9.xml"/><Relationship Id="rId6" Type="http://schemas.openxmlformats.org/officeDocument/2006/relationships/image" Target="../media/image30.png"/><Relationship Id="rId5" Type="http://schemas.openxmlformats.org/officeDocument/2006/relationships/image" Target="../media/image28.png"/><Relationship Id="rId4" Type="http://schemas.openxmlformats.org/officeDocument/2006/relationships/image" Target="../media/image23.png"/></Relationships>
</file>

<file path=ppt/slides/_rels/slide38.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31.png"/><Relationship Id="rId2" Type="http://schemas.openxmlformats.org/officeDocument/2006/relationships/notesSlide" Target="../notesSlides/notesSlide38.xml"/><Relationship Id="rId1" Type="http://schemas.openxmlformats.org/officeDocument/2006/relationships/slideLayout" Target="../slideLayouts/slideLayout9.xml"/><Relationship Id="rId6" Type="http://schemas.openxmlformats.org/officeDocument/2006/relationships/image" Target="../media/image30.png"/><Relationship Id="rId5" Type="http://schemas.openxmlformats.org/officeDocument/2006/relationships/image" Target="../media/image28.png"/><Relationship Id="rId4" Type="http://schemas.openxmlformats.org/officeDocument/2006/relationships/image" Target="../media/image23.png"/></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0.xml"/></Relationships>
</file>

<file path=ppt/slides/_rels/slide40.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40.xml"/><Relationship Id="rId1" Type="http://schemas.openxmlformats.org/officeDocument/2006/relationships/slideLayout" Target="../slideLayouts/slideLayout10.xml"/><Relationship Id="rId4" Type="http://schemas.openxmlformats.org/officeDocument/2006/relationships/image" Target="../media/image33.png"/></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8.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8.xml"/></Relationships>
</file>

<file path=ppt/slides/_rels/slide43.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3.xml"/><Relationship Id="rId1" Type="http://schemas.openxmlformats.org/officeDocument/2006/relationships/slideLayout" Target="../slideLayouts/slideLayout8.xml"/></Relationships>
</file>

<file path=ppt/slides/_rels/slide4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4.xml"/><Relationship Id="rId1" Type="http://schemas.openxmlformats.org/officeDocument/2006/relationships/slideLayout" Target="../slideLayouts/slideLayout8.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46.xml"/><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7.xml"/><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8.xml"/><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50.xml"/><Relationship Id="rId1" Type="http://schemas.openxmlformats.org/officeDocument/2006/relationships/slideLayout" Target="../slideLayouts/slideLayout4.xml"/><Relationship Id="rId5" Type="http://schemas.openxmlformats.org/officeDocument/2006/relationships/image" Target="../media/image35.png"/><Relationship Id="rId4" Type="http://schemas.openxmlformats.org/officeDocument/2006/relationships/image" Target="../media/image34.pn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4.xml"/><Relationship Id="rId1" Type="http://schemas.openxmlformats.org/officeDocument/2006/relationships/slideLayout" Target="../slideLayouts/slideLayout4.xml"/><Relationship Id="rId5" Type="http://schemas.openxmlformats.org/officeDocument/2006/relationships/image" Target="../media/image23.png"/><Relationship Id="rId4" Type="http://schemas.openxmlformats.org/officeDocument/2006/relationships/image" Target="../media/image35.png"/></Relationships>
</file>

<file path=ppt/slides/_rels/slide55.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55.xml"/><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58.xml"/><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60.xml"/><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61.xml"/><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62.xml"/><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64.xml"/><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65.xml"/><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72.xml"/><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3.png"/><Relationship Id="rId18" Type="http://schemas.openxmlformats.org/officeDocument/2006/relationships/image" Target="../media/image19.png"/><Relationship Id="rId3" Type="http://schemas.openxmlformats.org/officeDocument/2006/relationships/image" Target="../media/image2.png"/><Relationship Id="rId21" Type="http://schemas.openxmlformats.org/officeDocument/2006/relationships/image" Target="../media/image22.png"/><Relationship Id="rId7" Type="http://schemas.openxmlformats.org/officeDocument/2006/relationships/image" Target="../media/image6.png"/><Relationship Id="rId12" Type="http://schemas.openxmlformats.org/officeDocument/2006/relationships/image" Target="../media/image12.png"/><Relationship Id="rId17" Type="http://schemas.openxmlformats.org/officeDocument/2006/relationships/image" Target="../media/image18.png"/><Relationship Id="rId2" Type="http://schemas.openxmlformats.org/officeDocument/2006/relationships/notesSlide" Target="../notesSlides/notesSlide73.xml"/><Relationship Id="rId16" Type="http://schemas.openxmlformats.org/officeDocument/2006/relationships/image" Target="../media/image17.png"/><Relationship Id="rId20" Type="http://schemas.openxmlformats.org/officeDocument/2006/relationships/image" Target="../media/image21.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1.png"/><Relationship Id="rId5" Type="http://schemas.openxmlformats.org/officeDocument/2006/relationships/image" Target="../media/image4.png"/><Relationship Id="rId15" Type="http://schemas.openxmlformats.org/officeDocument/2006/relationships/image" Target="../media/image16.png"/><Relationship Id="rId23" Type="http://schemas.openxmlformats.org/officeDocument/2006/relationships/image" Target="../media/image14.png"/><Relationship Id="rId10" Type="http://schemas.openxmlformats.org/officeDocument/2006/relationships/image" Target="../media/image9.png"/><Relationship Id="rId19" Type="http://schemas.openxmlformats.org/officeDocument/2006/relationships/image" Target="../media/image20.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5.png"/><Relationship Id="rId22" Type="http://schemas.openxmlformats.org/officeDocument/2006/relationships/image" Target="../media/image10.png"/></Relationships>
</file>

<file path=ppt/slides/_rels/slide7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3" Type="http://schemas.openxmlformats.org/officeDocument/2006/relationships/notesSlide" Target="../notesSlides/notesSlide77.xml"/><Relationship Id="rId2" Type="http://schemas.openxmlformats.org/officeDocument/2006/relationships/slideLayout" Target="../slideLayouts/slideLayout3.xml"/><Relationship Id="rId1" Type="http://schemas.openxmlformats.org/officeDocument/2006/relationships/vmlDrawing" Target="../drawings/vmlDrawing1.vml"/><Relationship Id="rId5" Type="http://schemas.openxmlformats.org/officeDocument/2006/relationships/image" Target="../media/image39.emf"/><Relationship Id="rId4" Type="http://schemas.openxmlformats.org/officeDocument/2006/relationships/oleObject" Target="../embeddings/oleObject1.bin"/></Relationships>
</file>

<file path=ppt/slides/_rels/slide7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78.xml"/><Relationship Id="rId1" Type="http://schemas.openxmlformats.org/officeDocument/2006/relationships/slideLayout" Target="../slideLayouts/slideLayout3.xml"/><Relationship Id="rId5" Type="http://schemas.openxmlformats.org/officeDocument/2006/relationships/image" Target="../media/image40.png"/><Relationship Id="rId4" Type="http://schemas.openxmlformats.org/officeDocument/2006/relationships/image" Target="../media/image23.png"/></Relationships>
</file>

<file path=ppt/slides/_rels/slide7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79.xml"/><Relationship Id="rId1" Type="http://schemas.openxmlformats.org/officeDocument/2006/relationships/slideLayout" Target="../slideLayouts/slideLayout3.xml"/><Relationship Id="rId5" Type="http://schemas.openxmlformats.org/officeDocument/2006/relationships/image" Target="../media/image42.png"/><Relationship Id="rId4" Type="http://schemas.openxmlformats.org/officeDocument/2006/relationships/image" Target="../media/image41.png"/></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81.xml"/><Relationship Id="rId1" Type="http://schemas.openxmlformats.org/officeDocument/2006/relationships/slideLayout" Target="../slideLayouts/slideLayout3.xml"/><Relationship Id="rId5" Type="http://schemas.openxmlformats.org/officeDocument/2006/relationships/image" Target="../media/image23.png"/><Relationship Id="rId4" Type="http://schemas.openxmlformats.org/officeDocument/2006/relationships/image" Target="../media/image35.png"/></Relationships>
</file>

<file path=ppt/slides/_rels/slide8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82.xml"/><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83.xml"/><Relationship Id="rId1" Type="http://schemas.openxmlformats.org/officeDocument/2006/relationships/slideLayout" Target="../slideLayouts/slideLayout7.xml"/><Relationship Id="rId6" Type="http://schemas.openxmlformats.org/officeDocument/2006/relationships/image" Target="../media/image46.png"/><Relationship Id="rId5" Type="http://schemas.openxmlformats.org/officeDocument/2006/relationships/image" Target="../media/image45.png"/><Relationship Id="rId4" Type="http://schemas.openxmlformats.org/officeDocument/2006/relationships/image" Target="../media/image44.png"/></Relationships>
</file>

<file path=ppt/slides/_rels/slide84.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84.xml"/><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85.xml"/><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86.xml"/><Relationship Id="rId1" Type="http://schemas.openxmlformats.org/officeDocument/2006/relationships/slideLayout" Target="../slideLayouts/slideLayout6.xml"/><Relationship Id="rId4" Type="http://schemas.openxmlformats.org/officeDocument/2006/relationships/image" Target="../media/image49.jpeg"/></Relationships>
</file>

<file path=ppt/slides/_rels/slide87.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87.xml"/><Relationship Id="rId1" Type="http://schemas.openxmlformats.org/officeDocument/2006/relationships/slideLayout" Target="../slideLayouts/slideLayout6.xml"/><Relationship Id="rId4" Type="http://schemas.openxmlformats.org/officeDocument/2006/relationships/image" Target="../media/image49.jpeg"/></Relationships>
</file>

<file path=ppt/slides/_rels/slide88.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88.xml"/><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6.xml"/></Relationships>
</file>

<file path=ppt/slides/_rels/slide90.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90.xml"/><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91.xml"/><Relationship Id="rId1" Type="http://schemas.openxmlformats.org/officeDocument/2006/relationships/slideLayout" Target="../slideLayouts/slideLayout6.xml"/><Relationship Id="rId4" Type="http://schemas.openxmlformats.org/officeDocument/2006/relationships/image" Target="../media/image52.png"/></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6.xml"/></Relationships>
</file>

<file path=ppt/slides/_rels/slide93.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93.xml"/><Relationship Id="rId1" Type="http://schemas.openxmlformats.org/officeDocument/2006/relationships/slideLayout" Target="../slideLayouts/slideLayout6.xml"/><Relationship Id="rId4" Type="http://schemas.openxmlformats.org/officeDocument/2006/relationships/image" Target="../media/image54.png"/></Relationships>
</file>

<file path=ppt/slides/_rels/slide94.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3" Type="http://schemas.openxmlformats.org/officeDocument/2006/relationships/audio" Target="../media/audio1.bin"/><Relationship Id="rId7" Type="http://schemas.openxmlformats.org/officeDocument/2006/relationships/image" Target="../media/image59.jpeg"/><Relationship Id="rId2" Type="http://schemas.openxmlformats.org/officeDocument/2006/relationships/notesSlide" Target="../notesSlides/notesSlide94.xml"/><Relationship Id="rId1" Type="http://schemas.openxmlformats.org/officeDocument/2006/relationships/slideLayout" Target="../slideLayouts/slideLayout6.xml"/><Relationship Id="rId6" Type="http://schemas.openxmlformats.org/officeDocument/2006/relationships/image" Target="../media/image58.png"/><Relationship Id="rId5" Type="http://schemas.openxmlformats.org/officeDocument/2006/relationships/image" Target="../media/image57.png"/><Relationship Id="rId4" Type="http://schemas.openxmlformats.org/officeDocument/2006/relationships/image" Target="../media/image56.png"/></Relationships>
</file>

<file path=ppt/slides/_rels/slide96.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95.xml"/><Relationship Id="rId1" Type="http://schemas.openxmlformats.org/officeDocument/2006/relationships/slideLayout" Target="../slideLayouts/slideLayout6.xml"/><Relationship Id="rId5" Type="http://schemas.openxmlformats.org/officeDocument/2006/relationships/image" Target="../media/image58.png"/><Relationship Id="rId4" Type="http://schemas.openxmlformats.org/officeDocument/2006/relationships/image" Target="../media/image57.png"/></Relationships>
</file>

<file path=ppt/slides/_rels/slide97.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96.xml"/><Relationship Id="rId1" Type="http://schemas.openxmlformats.org/officeDocument/2006/relationships/slideLayout" Target="../slideLayouts/slideLayout4.xml"/></Relationships>
</file>

<file path=ppt/slides/_rels/slide9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0.png"/><Relationship Id="rId1" Type="http://schemas.openxmlformats.org/officeDocument/2006/relationships/slideLayout" Target="../slideLayouts/slideLayout4.xml"/><Relationship Id="rId6" Type="http://schemas.openxmlformats.org/officeDocument/2006/relationships/image" Target="../media/image62.png"/><Relationship Id="rId5" Type="http://schemas.openxmlformats.org/officeDocument/2006/relationships/image" Target="../media/image61.png"/><Relationship Id="rId4" Type="http://schemas.openxmlformats.org/officeDocument/2006/relationships/image" Target="../media/image8.png"/></Relationships>
</file>

<file path=ppt/slides/_rels/slide1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4.xml"/></Relationships>
</file>

<file path=ppt/slides/_rels/slide11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4.xml"/><Relationship Id="rId4" Type="http://schemas.openxmlformats.org/officeDocument/2006/relationships/image" Target="../media/image8.png"/></Relationships>
</file>

<file path=ppt/slides/_rels/slide11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4.xml"/></Relationships>
</file>

<file path=ppt/slides/_rels/slide11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4.xml"/></Relationships>
</file>

<file path=ppt/slides/_rels/slide11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10.xml"/><Relationship Id="rId1" Type="http://schemas.openxmlformats.org/officeDocument/2006/relationships/slideLayout" Target="../slideLayouts/slideLayout4.xml"/><Relationship Id="rId4" Type="http://schemas.openxmlformats.org/officeDocument/2006/relationships/image" Target="../media/image8.png"/></Relationships>
</file>

<file path=ppt/slides/_rels/slide11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11.xml"/><Relationship Id="rId1" Type="http://schemas.openxmlformats.org/officeDocument/2006/relationships/slideLayout" Target="../slideLayouts/slideLayout4.xml"/><Relationship Id="rId5" Type="http://schemas.openxmlformats.org/officeDocument/2006/relationships/image" Target="../media/image61.png"/><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layer: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defRPr/>
            </a:pPr>
            <a:r>
              <a:rPr lang="en-US" sz="3200" dirty="0">
                <a:solidFill>
                  <a:srgbClr val="CC0000"/>
                </a:solidFill>
                <a:latin typeface="Calibri" panose="020F0502020204030204" pitchFamily="34" charset="0"/>
                <a:cs typeface="Calibri" panose="020F0502020204030204" pitchFamily="34" charset="0"/>
              </a:rPr>
              <a:t>Principles of network applications</a:t>
            </a:r>
          </a:p>
          <a:p>
            <a:pPr marL="401638" indent="-401638">
              <a:defRPr/>
            </a:pPr>
            <a:r>
              <a:rPr lang="en-US" sz="3200" dirty="0">
                <a:latin typeface="Calibri" panose="020F0502020204030204" pitchFamily="34" charset="0"/>
                <a:cs typeface="Calibri" panose="020F0502020204030204" pitchFamily="34" charset="0"/>
              </a:rPr>
              <a:t>Web and HTTP</a:t>
            </a:r>
          </a:p>
          <a:p>
            <a:pPr marL="401638" indent="-401638">
              <a:defRPr/>
            </a:pPr>
            <a:r>
              <a:rPr lang="en-US" sz="3200" dirty="0">
                <a:latin typeface="Calibri" panose="020F0502020204030204" pitchFamily="34" charset="0"/>
                <a:cs typeface="Calibri" panose="020F0502020204030204" pitchFamily="34" charset="0"/>
              </a:rPr>
              <a:t>E-mail, SMTP, IMAP</a:t>
            </a:r>
          </a:p>
          <a:p>
            <a:pPr marL="401638" indent="-401638">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r>
              <a:rPr lang="en-US" altLang="en-US" sz="3200" dirty="0">
                <a:ea typeface="ＭＳ Ｐゴシック" panose="020B0600070205080204" pitchFamily="34" charset="-128"/>
              </a:rPr>
              <a:t>P2P applications</a:t>
            </a:r>
          </a:p>
          <a:p>
            <a:pPr marL="349250" indent="-349250"/>
            <a:r>
              <a:rPr lang="en-US" altLang="en-US" sz="3200" dirty="0">
                <a:ea typeface="ＭＳ Ｐゴシック" panose="020B0600070205080204" pitchFamily="34" charset="-128"/>
              </a:rPr>
              <a:t>video streaming and content distribution networks</a:t>
            </a:r>
          </a:p>
          <a:p>
            <a:pPr marL="349250" indent="-349250"/>
            <a:r>
              <a:rPr lang="en-US" altLang="en-US" sz="3200" dirty="0">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1</a:t>
            </a:fld>
            <a:endParaRPr lang="en-US" dirty="0"/>
          </a:p>
        </p:txBody>
      </p:sp>
      <p:pic>
        <p:nvPicPr>
          <p:cNvPr id="7" name="Picture 6" descr="Kurose&amp;Ross 8th edition photo">
            <a:extLst>
              <a:ext uri="{FF2B5EF4-FFF2-40B4-BE49-F238E27FC236}">
                <a16:creationId xmlns:a16="http://schemas.microsoft.com/office/drawing/2014/main" id="{A17D26A6-40FA-0B4B-8CB5-56D29C2B1867}"/>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299522144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a:t>
            </a:r>
            <a:r>
              <a:rPr lang="en-US" altLang="en-US" dirty="0">
                <a:cs typeface="Calibri" panose="020F0502020204030204" pitchFamily="34" charset="0"/>
              </a:rPr>
              <a:t>l</a:t>
            </a:r>
            <a:r>
              <a:rPr lang="en-US" altLang="en-US" sz="4400" dirty="0">
                <a:cs typeface="Calibri" panose="020F0502020204030204" pitchFamily="34" charset="0"/>
              </a:rPr>
              <a:t>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747307" y="1406319"/>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Our goals: </a:t>
            </a:r>
          </a:p>
          <a:p>
            <a:pPr marL="460375" marR="0" lvl="0" indent="-3460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conceptual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implementation aspects of application-layer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transport-layer service models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client-server paradigm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peer-to-peer paradigm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16985" y="1399497"/>
            <a:ext cx="5405262" cy="4799013"/>
          </a:xfrm>
          <a:prstGeom prst="rect">
            <a:avLst/>
          </a:prstGeom>
        </p:spPr>
        <p:txBody>
          <a:bodyPr>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learn about protocols by examining popular application-layer protocols and infrastructure</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IMAP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streaming systems, CDNs</a:t>
            </a:r>
          </a:p>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programming network applications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socket API</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995738BC-ECEC-DD4F-BBFF-ED532C8518F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8518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2" end="2"/>
                                            </p:txEl>
                                          </p:spTgt>
                                        </p:tgtEl>
                                        <p:attrNameLst>
                                          <p:attrName>style.visibility</p:attrName>
                                        </p:attrNameLst>
                                      </p:cBhvr>
                                      <p:to>
                                        <p:strVal val="visible"/>
                                      </p:to>
                                    </p:set>
                                    <p:animEffect transition="in" filter="dissolve">
                                      <p:cBhvr>
                                        <p:cTn id="7" dur="500"/>
                                        <p:tgtEl>
                                          <p:spTgt spid="1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3" end="3"/>
                                            </p:txEl>
                                          </p:spTgt>
                                        </p:tgtEl>
                                        <p:attrNameLst>
                                          <p:attrName>style.visibility</p:attrName>
                                        </p:attrNameLst>
                                      </p:cBhvr>
                                      <p:to>
                                        <p:strVal val="visible"/>
                                      </p:to>
                                    </p:set>
                                    <p:animEffect transition="in" filter="dissolve">
                                      <p:cBhvr>
                                        <p:cTn id="10" dur="500"/>
                                        <p:tgtEl>
                                          <p:spTgt spid="10">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4" end="4"/>
                                            </p:txEl>
                                          </p:spTgt>
                                        </p:tgtEl>
                                        <p:attrNameLst>
                                          <p:attrName>style.visibility</p:attrName>
                                        </p:attrNameLst>
                                      </p:cBhvr>
                                      <p:to>
                                        <p:strVal val="visible"/>
                                      </p:to>
                                    </p:set>
                                    <p:animEffect transition="in" filter="dissolve">
                                      <p:cBhvr>
                                        <p:cTn id="13" dur="500"/>
                                        <p:tgtEl>
                                          <p:spTgt spid="10">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1">
                                            <p:txEl>
                                              <p:pRg st="0" end="0"/>
                                            </p:txEl>
                                          </p:spTgt>
                                        </p:tgtEl>
                                        <p:attrNameLst>
                                          <p:attrName>style.visibility</p:attrName>
                                        </p:attrNameLst>
                                      </p:cBhvr>
                                      <p:to>
                                        <p:strVal val="visible"/>
                                      </p:to>
                                    </p:set>
                                    <p:animEffect transition="in" filter="dissolve">
                                      <p:cBhvr>
                                        <p:cTn id="18" dur="500"/>
                                        <p:tgtEl>
                                          <p:spTgt spid="11">
                                            <p:txEl>
                                              <p:pRg st="0" end="0"/>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1" end="1"/>
                                            </p:txEl>
                                          </p:spTgt>
                                        </p:tgtEl>
                                        <p:attrNameLst>
                                          <p:attrName>style.visibility</p:attrName>
                                        </p:attrNameLst>
                                      </p:cBhvr>
                                      <p:to>
                                        <p:strVal val="visible"/>
                                      </p:to>
                                    </p:set>
                                    <p:animEffect transition="in" filter="dissolve">
                                      <p:cBhvr>
                                        <p:cTn id="21" dur="500"/>
                                        <p:tgtEl>
                                          <p:spTgt spid="11">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2" end="2"/>
                                            </p:txEl>
                                          </p:spTgt>
                                        </p:tgtEl>
                                        <p:attrNameLst>
                                          <p:attrName>style.visibility</p:attrName>
                                        </p:attrNameLst>
                                      </p:cBhvr>
                                      <p:to>
                                        <p:strVal val="visible"/>
                                      </p:to>
                                    </p:set>
                                    <p:animEffect transition="in" filter="dissolve">
                                      <p:cBhvr>
                                        <p:cTn id="24" dur="500"/>
                                        <p:tgtEl>
                                          <p:spTgt spid="11">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3" end="3"/>
                                            </p:txEl>
                                          </p:spTgt>
                                        </p:tgtEl>
                                        <p:attrNameLst>
                                          <p:attrName>style.visibility</p:attrName>
                                        </p:attrNameLst>
                                      </p:cBhvr>
                                      <p:to>
                                        <p:strVal val="visible"/>
                                      </p:to>
                                    </p:set>
                                    <p:animEffect transition="in" filter="dissolve">
                                      <p:cBhvr>
                                        <p:cTn id="27" dur="500"/>
                                        <p:tgtEl>
                                          <p:spTgt spid="11">
                                            <p:txEl>
                                              <p:pRg st="3" end="3"/>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1">
                                            <p:txEl>
                                              <p:pRg st="4" end="4"/>
                                            </p:txEl>
                                          </p:spTgt>
                                        </p:tgtEl>
                                        <p:attrNameLst>
                                          <p:attrName>style.visibility</p:attrName>
                                        </p:attrNameLst>
                                      </p:cBhvr>
                                      <p:to>
                                        <p:strVal val="visible"/>
                                      </p:to>
                                    </p:set>
                                    <p:animEffect transition="in" filter="dissolve">
                                      <p:cBhvr>
                                        <p:cTn id="30" dur="500"/>
                                        <p:tgtEl>
                                          <p:spTgt spid="11">
                                            <p:txEl>
                                              <p:pRg st="4" end="4"/>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xEl>
                                              <p:pRg st="5" end="5"/>
                                            </p:txEl>
                                          </p:spTgt>
                                        </p:tgtEl>
                                        <p:attrNameLst>
                                          <p:attrName>style.visibility</p:attrName>
                                        </p:attrNameLst>
                                      </p:cBhvr>
                                      <p:to>
                                        <p:strVal val="visible"/>
                                      </p:to>
                                    </p:set>
                                    <p:animEffect transition="in" filter="dissolve">
                                      <p:cBhvr>
                                        <p:cTn id="35" dur="500"/>
                                        <p:tgtEl>
                                          <p:spTgt spid="11">
                                            <p:txEl>
                                              <p:pRg st="5" end="5"/>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11">
                                            <p:txEl>
                                              <p:pRg st="6" end="6"/>
                                            </p:txEl>
                                          </p:spTgt>
                                        </p:tgtEl>
                                        <p:attrNameLst>
                                          <p:attrName>style.visibility</p:attrName>
                                        </p:attrNameLst>
                                      </p:cBhvr>
                                      <p:to>
                                        <p:strVal val="visible"/>
                                      </p:to>
                                    </p:set>
                                    <p:animEffect transition="in" filter="dissolve">
                                      <p:cBhvr>
                                        <p:cTn id="38" dur="500"/>
                                        <p:tgtEl>
                                          <p:spTgt spid="1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Some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 apps</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914400"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social networking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multi-user network games</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stored video (YouTube, Hulu, Netflix) </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P2P file sharing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Content Placeholder 3">
            <a:extLst>
              <a:ext uri="{FF2B5EF4-FFF2-40B4-BE49-F238E27FC236}">
                <a16:creationId xmlns:a16="http://schemas.microsoft.com/office/drawing/2014/main" id="{8EDF5219-071B-3D4F-9DD6-1CD36C0FFD4F}"/>
              </a:ext>
            </a:extLst>
          </p:cNvPr>
          <p:cNvSpPr txBox="1">
            <a:spLocks/>
          </p:cNvSpPr>
          <p:nvPr/>
        </p:nvSpPr>
        <p:spPr>
          <a:xfrm>
            <a:off x="6468101"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voice over IP (e.g., Skype)</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video conferencing (e.g., Zoom)</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search</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login</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9E044202-9730-3D4B-B0F0-0F87E127D55E}"/>
              </a:ext>
            </a:extLst>
          </p:cNvPr>
          <p:cNvSpPr txBox="1"/>
          <p:nvPr/>
        </p:nvSpPr>
        <p:spPr>
          <a:xfrm>
            <a:off x="6946490" y="5161935"/>
            <a:ext cx="359874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600" b="0" i="1" u="none" strike="noStrike" kern="1200" cap="none" spc="0" normalizeH="0" baseline="0" noProof="0" dirty="0">
                <a:ln>
                  <a:noFill/>
                </a:ln>
                <a:solidFill>
                  <a:prstClr val="black"/>
                </a:solidFill>
                <a:effectLst/>
                <a:uLnTx/>
                <a:uFillTx/>
                <a:latin typeface="Calibri" panose="020F0502020204030204"/>
                <a:ea typeface="+mn-ea"/>
                <a:cs typeface="+mn-cs"/>
              </a:rPr>
              <a:t> your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favorites?</a:t>
            </a:r>
          </a:p>
        </p:txBody>
      </p:sp>
      <p:sp>
        <p:nvSpPr>
          <p:cNvPr id="7" name="Slide Number Placeholder 2">
            <a:extLst>
              <a:ext uri="{FF2B5EF4-FFF2-40B4-BE49-F238E27FC236}">
                <a16:creationId xmlns:a16="http://schemas.microsoft.com/office/drawing/2014/main" id="{ADE588D6-94A2-B04E-8537-8635EBD4C9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81174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0">
                                            <p:txEl>
                                              <p:pRg st="4" end="4"/>
                                            </p:txEl>
                                          </p:spTgt>
                                        </p:tgtEl>
                                        <p:attrNameLst>
                                          <p:attrName>style.visibility</p:attrName>
                                        </p:attrNameLst>
                                      </p:cBhvr>
                                      <p:to>
                                        <p:strVal val="visible"/>
                                      </p:to>
                                    </p:set>
                                    <p:animEffect transition="in" filter="dissolve">
                                      <p:cBhvr>
                                        <p:cTn id="19" dur="500"/>
                                        <p:tgtEl>
                                          <p:spTgt spid="10">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0">
                                            <p:txEl>
                                              <p:pRg st="5" end="5"/>
                                            </p:txEl>
                                          </p:spTgt>
                                        </p:tgtEl>
                                        <p:attrNameLst>
                                          <p:attrName>style.visibility</p:attrName>
                                        </p:attrNameLst>
                                      </p:cBhvr>
                                      <p:to>
                                        <p:strVal val="visible"/>
                                      </p:to>
                                    </p:set>
                                    <p:animEffect transition="in" filter="dissolve">
                                      <p:cBhvr>
                                        <p:cTn id="22" dur="500"/>
                                        <p:tgtEl>
                                          <p:spTgt spid="10">
                                            <p:txEl>
                                              <p:pRg st="5" end="5"/>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10">
                                            <p:txEl>
                                              <p:pRg st="6" end="6"/>
                                            </p:txEl>
                                          </p:spTgt>
                                        </p:tgtEl>
                                        <p:attrNameLst>
                                          <p:attrName>style.visibility</p:attrName>
                                        </p:attrNameLst>
                                      </p:cBhvr>
                                      <p:to>
                                        <p:strVal val="visible"/>
                                      </p:to>
                                    </p:set>
                                    <p:animEffect transition="in" filter="dissolve">
                                      <p:cBhvr>
                                        <p:cTn id="25" dur="500"/>
                                        <p:tgtEl>
                                          <p:spTgt spid="10">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0" end="0"/>
                                            </p:txEl>
                                          </p:spTgt>
                                        </p:tgtEl>
                                        <p:attrNameLst>
                                          <p:attrName>style.visibility</p:attrName>
                                        </p:attrNameLst>
                                      </p:cBhvr>
                                      <p:to>
                                        <p:strVal val="visible"/>
                                      </p:to>
                                    </p:set>
                                    <p:animEffect transition="in" filter="dissolve">
                                      <p:cBhvr>
                                        <p:cTn id="30" dur="500"/>
                                        <p:tgtEl>
                                          <p:spTgt spid="6">
                                            <p:txEl>
                                              <p:pRg st="0" end="0"/>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6">
                                            <p:txEl>
                                              <p:pRg st="1" end="1"/>
                                            </p:txEl>
                                          </p:spTgt>
                                        </p:tgtEl>
                                        <p:attrNameLst>
                                          <p:attrName>style.visibility</p:attrName>
                                        </p:attrNameLst>
                                      </p:cBhvr>
                                      <p:to>
                                        <p:strVal val="visible"/>
                                      </p:to>
                                    </p:set>
                                    <p:animEffect transition="in" filter="dissolve">
                                      <p:cBhvr>
                                        <p:cTn id="33" dur="500"/>
                                        <p:tgtEl>
                                          <p:spTgt spid="6">
                                            <p:txEl>
                                              <p:pRg st="1" end="1"/>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6">
                                            <p:txEl>
                                              <p:pRg st="2" end="2"/>
                                            </p:txEl>
                                          </p:spTgt>
                                        </p:tgtEl>
                                        <p:attrNameLst>
                                          <p:attrName>style.visibility</p:attrName>
                                        </p:attrNameLst>
                                      </p:cBhvr>
                                      <p:to>
                                        <p:strVal val="visible"/>
                                      </p:to>
                                    </p:set>
                                    <p:animEffect transition="in" filter="dissolve">
                                      <p:cBhvr>
                                        <p:cTn id="36" dur="500"/>
                                        <p:tgtEl>
                                          <p:spTgt spid="6">
                                            <p:txEl>
                                              <p:pRg st="2" end="2"/>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6">
                                            <p:txEl>
                                              <p:pRg st="3" end="3"/>
                                            </p:txEl>
                                          </p:spTgt>
                                        </p:tgtEl>
                                        <p:attrNameLst>
                                          <p:attrName>style.visibility</p:attrName>
                                        </p:attrNameLst>
                                      </p:cBhvr>
                                      <p:to>
                                        <p:strVal val="visible"/>
                                      </p:to>
                                    </p:set>
                                    <p:animEffect transition="in" filter="dissolve">
                                      <p:cBhvr>
                                        <p:cTn id="39" dur="500"/>
                                        <p:tgtEl>
                                          <p:spTgt spid="6">
                                            <p:txEl>
                                              <p:pRg st="3" end="3"/>
                                            </p:txEl>
                                          </p:spTgt>
                                        </p:tgtEl>
                                      </p:cBhvr>
                                    </p:animEffect>
                                  </p:childTnLst>
                                </p:cTn>
                              </p:par>
                              <p:par>
                                <p:cTn id="40" presetID="9" presetClass="entr" presetSubtype="0" fill="hold" nodeType="withEffect">
                                  <p:stCondLst>
                                    <p:cond delay="0"/>
                                  </p:stCondLst>
                                  <p:childTnLst>
                                    <p:set>
                                      <p:cBhvr>
                                        <p:cTn id="41" dur="1" fill="hold">
                                          <p:stCondLst>
                                            <p:cond delay="0"/>
                                          </p:stCondLst>
                                        </p:cTn>
                                        <p:tgtEl>
                                          <p:spTgt spid="6">
                                            <p:txEl>
                                              <p:pRg st="4" end="4"/>
                                            </p:txEl>
                                          </p:spTgt>
                                        </p:tgtEl>
                                        <p:attrNameLst>
                                          <p:attrName>style.visibility</p:attrName>
                                        </p:attrNameLst>
                                      </p:cBhvr>
                                      <p:to>
                                        <p:strVal val="visible"/>
                                      </p:to>
                                    </p:set>
                                    <p:animEffect transition="in" filter="dissolve">
                                      <p:cBhvr>
                                        <p:cTn id="42" dur="500"/>
                                        <p:tgtEl>
                                          <p:spTgt spid="6">
                                            <p:txEl>
                                              <p:pRg st="4" end="4"/>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dissolve">
                                      <p:cBhvr>
                                        <p:cTn id="4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71" name="Group 618">
            <a:extLst>
              <a:ext uri="{FF2B5EF4-FFF2-40B4-BE49-F238E27FC236}">
                <a16:creationId xmlns:a16="http://schemas.microsoft.com/office/drawing/2014/main" id="{580255E5-A809-CB45-994D-F69BD8D6F8D7}"/>
              </a:ext>
            </a:extLst>
          </p:cNvPr>
          <p:cNvGrpSpPr>
            <a:grpSpLocks/>
          </p:cNvGrpSpPr>
          <p:nvPr/>
        </p:nvGrpSpPr>
        <p:grpSpPr bwMode="auto">
          <a:xfrm>
            <a:off x="8005845" y="1168489"/>
            <a:ext cx="1065213" cy="965200"/>
            <a:chOff x="4047" y="420"/>
            <a:chExt cx="671" cy="608"/>
          </a:xfrm>
        </p:grpSpPr>
        <p:sp>
          <p:nvSpPr>
            <p:cNvPr id="572" name="Rectangle 227">
              <a:extLst>
                <a:ext uri="{FF2B5EF4-FFF2-40B4-BE49-F238E27FC236}">
                  <a16:creationId xmlns:a16="http://schemas.microsoft.com/office/drawing/2014/main" id="{B2F29371-16FD-D244-80BF-A52E1D7F8B8A}"/>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5" name="Rectangle 228">
              <a:extLst>
                <a:ext uri="{FF2B5EF4-FFF2-40B4-BE49-F238E27FC236}">
                  <a16:creationId xmlns:a16="http://schemas.microsoft.com/office/drawing/2014/main" id="{E66B124A-4E8B-D846-A7C2-C34B559B71F5}"/>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6" name="Rectangle 229">
              <a:extLst>
                <a:ext uri="{FF2B5EF4-FFF2-40B4-BE49-F238E27FC236}">
                  <a16:creationId xmlns:a16="http://schemas.microsoft.com/office/drawing/2014/main" id="{80574F4D-DD94-2C4B-B4A1-D4DE0E2DC1B4}"/>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09" name="Text Box 230">
              <a:extLst>
                <a:ext uri="{FF2B5EF4-FFF2-40B4-BE49-F238E27FC236}">
                  <a16:creationId xmlns:a16="http://schemas.microsoft.com/office/drawing/2014/main" id="{2EABDC18-53BF-7B40-AB0D-A755F80C07B5}"/>
                </a:ext>
              </a:extLst>
            </p:cNvPr>
            <p:cNvSpPr txBox="1">
              <a:spLocks noChangeArrowheads="1"/>
            </p:cNvSpPr>
            <p:nvPr/>
          </p:nvSpPr>
          <p:spPr bwMode="auto">
            <a:xfrm>
              <a:off x="4205" y="421"/>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10" name="Line 231">
              <a:extLst>
                <a:ext uri="{FF2B5EF4-FFF2-40B4-BE49-F238E27FC236}">
                  <a16:creationId xmlns:a16="http://schemas.microsoft.com/office/drawing/2014/main" id="{E5CDD0A1-21E2-6748-A493-24F315669C41}"/>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32">
              <a:extLst>
                <a:ext uri="{FF2B5EF4-FFF2-40B4-BE49-F238E27FC236}">
                  <a16:creationId xmlns:a16="http://schemas.microsoft.com/office/drawing/2014/main" id="{CDA63567-EA65-5A46-877E-710FE9AD1D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33">
              <a:extLst>
                <a:ext uri="{FF2B5EF4-FFF2-40B4-BE49-F238E27FC236}">
                  <a16:creationId xmlns:a16="http://schemas.microsoft.com/office/drawing/2014/main" id="{7FE7B44D-4874-7642-8A70-AE45F5B800EB}"/>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Freeform 917">
              <a:extLst>
                <a:ext uri="{FF2B5EF4-FFF2-40B4-BE49-F238E27FC236}">
                  <a16:creationId xmlns:a16="http://schemas.microsoft.com/office/drawing/2014/main" id="{9FBAE6C1-0ABD-B849-B7B3-8C34910CED0D}"/>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1" name="Group 619">
            <a:extLst>
              <a:ext uri="{FF2B5EF4-FFF2-40B4-BE49-F238E27FC236}">
                <a16:creationId xmlns:a16="http://schemas.microsoft.com/office/drawing/2014/main" id="{14A407A0-EBD9-3449-9859-9B138D20D5AC}"/>
              </a:ext>
            </a:extLst>
          </p:cNvPr>
          <p:cNvGrpSpPr>
            <a:grpSpLocks/>
          </p:cNvGrpSpPr>
          <p:nvPr/>
        </p:nvGrpSpPr>
        <p:grpSpPr bwMode="auto">
          <a:xfrm>
            <a:off x="10104523" y="4743539"/>
            <a:ext cx="1050926" cy="974725"/>
            <a:chOff x="4047" y="414"/>
            <a:chExt cx="662" cy="614"/>
          </a:xfrm>
        </p:grpSpPr>
        <p:sp>
          <p:nvSpPr>
            <p:cNvPr id="632" name="Rectangle 227">
              <a:extLst>
                <a:ext uri="{FF2B5EF4-FFF2-40B4-BE49-F238E27FC236}">
                  <a16:creationId xmlns:a16="http://schemas.microsoft.com/office/drawing/2014/main" id="{875D12D0-0645-B449-8F48-0AC45EE18698}"/>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3" name="Rectangle 228">
              <a:extLst>
                <a:ext uri="{FF2B5EF4-FFF2-40B4-BE49-F238E27FC236}">
                  <a16:creationId xmlns:a16="http://schemas.microsoft.com/office/drawing/2014/main" id="{F233A0F6-C3A3-1D47-A777-BFAC1494E380}"/>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4" name="Rectangle 229">
              <a:extLst>
                <a:ext uri="{FF2B5EF4-FFF2-40B4-BE49-F238E27FC236}">
                  <a16:creationId xmlns:a16="http://schemas.microsoft.com/office/drawing/2014/main" id="{3B52AB0C-7235-834F-A249-28BBCC6D2BF8}"/>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6" name="Text Box 230">
              <a:extLst>
                <a:ext uri="{FF2B5EF4-FFF2-40B4-BE49-F238E27FC236}">
                  <a16:creationId xmlns:a16="http://schemas.microsoft.com/office/drawing/2014/main" id="{9B5B5523-DD29-8F46-BF07-8ECCDD6C78D8}"/>
                </a:ext>
              </a:extLst>
            </p:cNvPr>
            <p:cNvSpPr txBox="1">
              <a:spLocks noChangeArrowheads="1"/>
            </p:cNvSpPr>
            <p:nvPr/>
          </p:nvSpPr>
          <p:spPr bwMode="auto">
            <a:xfrm>
              <a:off x="4196" y="414"/>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7" name="Line 231">
              <a:extLst>
                <a:ext uri="{FF2B5EF4-FFF2-40B4-BE49-F238E27FC236}">
                  <a16:creationId xmlns:a16="http://schemas.microsoft.com/office/drawing/2014/main" id="{00E57763-CBA1-1542-B749-A48E642E0072}"/>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9" name="Line 232">
              <a:extLst>
                <a:ext uri="{FF2B5EF4-FFF2-40B4-BE49-F238E27FC236}">
                  <a16:creationId xmlns:a16="http://schemas.microsoft.com/office/drawing/2014/main" id="{E4657539-B4FE-304C-816A-A074251ABAC4}"/>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Line 233">
              <a:extLst>
                <a:ext uri="{FF2B5EF4-FFF2-40B4-BE49-F238E27FC236}">
                  <a16:creationId xmlns:a16="http://schemas.microsoft.com/office/drawing/2014/main" id="{DE0F6076-B3CE-C540-BD00-B77A1E45F553}"/>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917">
              <a:extLst>
                <a:ext uri="{FF2B5EF4-FFF2-40B4-BE49-F238E27FC236}">
                  <a16:creationId xmlns:a16="http://schemas.microsoft.com/office/drawing/2014/main" id="{0111663E-DD9D-6043-8338-8C5285F74D65}"/>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2" name="Group 628">
            <a:extLst>
              <a:ext uri="{FF2B5EF4-FFF2-40B4-BE49-F238E27FC236}">
                <a16:creationId xmlns:a16="http://schemas.microsoft.com/office/drawing/2014/main" id="{F65FBC4E-EE37-D144-AFDB-E6C408428C1F}"/>
              </a:ext>
            </a:extLst>
          </p:cNvPr>
          <p:cNvGrpSpPr>
            <a:grpSpLocks/>
          </p:cNvGrpSpPr>
          <p:nvPr/>
        </p:nvGrpSpPr>
        <p:grpSpPr bwMode="auto">
          <a:xfrm>
            <a:off x="7962986" y="4374557"/>
            <a:ext cx="1060451" cy="965200"/>
            <a:chOff x="4047" y="420"/>
            <a:chExt cx="668" cy="608"/>
          </a:xfrm>
        </p:grpSpPr>
        <p:sp>
          <p:nvSpPr>
            <p:cNvPr id="643" name="Rectangle 227">
              <a:extLst>
                <a:ext uri="{FF2B5EF4-FFF2-40B4-BE49-F238E27FC236}">
                  <a16:creationId xmlns:a16="http://schemas.microsoft.com/office/drawing/2014/main" id="{E92C3AA2-F23F-C148-8F92-1D04CB500882}"/>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4" name="Rectangle 228">
              <a:extLst>
                <a:ext uri="{FF2B5EF4-FFF2-40B4-BE49-F238E27FC236}">
                  <a16:creationId xmlns:a16="http://schemas.microsoft.com/office/drawing/2014/main" id="{6330CAEB-E474-6241-9D9F-EEB5C5091601}"/>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5" name="Rectangle 229">
              <a:extLst>
                <a:ext uri="{FF2B5EF4-FFF2-40B4-BE49-F238E27FC236}">
                  <a16:creationId xmlns:a16="http://schemas.microsoft.com/office/drawing/2014/main" id="{AFA24D83-EF79-8246-AE25-393D0CCB2393}"/>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6" name="Text Box 230">
              <a:extLst>
                <a:ext uri="{FF2B5EF4-FFF2-40B4-BE49-F238E27FC236}">
                  <a16:creationId xmlns:a16="http://schemas.microsoft.com/office/drawing/2014/main" id="{3EEA565E-691A-5943-B9C1-2FBC1E5B7FC7}"/>
                </a:ext>
              </a:extLst>
            </p:cNvPr>
            <p:cNvSpPr txBox="1">
              <a:spLocks noChangeArrowheads="1"/>
            </p:cNvSpPr>
            <p:nvPr/>
          </p:nvSpPr>
          <p:spPr bwMode="auto">
            <a:xfrm>
              <a:off x="4202" y="423"/>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7" name="Line 231">
              <a:extLst>
                <a:ext uri="{FF2B5EF4-FFF2-40B4-BE49-F238E27FC236}">
                  <a16:creationId xmlns:a16="http://schemas.microsoft.com/office/drawing/2014/main" id="{8E2DC1D5-A1BA-E349-B4E3-5CB27DD1FF67}"/>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Line 232">
              <a:extLst>
                <a:ext uri="{FF2B5EF4-FFF2-40B4-BE49-F238E27FC236}">
                  <a16:creationId xmlns:a16="http://schemas.microsoft.com/office/drawing/2014/main" id="{0D97E1EE-0440-9746-9909-8846196F33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9" name="Line 233">
              <a:extLst>
                <a:ext uri="{FF2B5EF4-FFF2-40B4-BE49-F238E27FC236}">
                  <a16:creationId xmlns:a16="http://schemas.microsoft.com/office/drawing/2014/main" id="{9453EBF5-7BBF-8943-8161-7DEB7997BF09}"/>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917">
              <a:extLst>
                <a:ext uri="{FF2B5EF4-FFF2-40B4-BE49-F238E27FC236}">
                  <a16:creationId xmlns:a16="http://schemas.microsoft.com/office/drawing/2014/main" id="{B9EE01B3-0624-134E-8FD0-E4ADEDFD26E0}"/>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a:off x="8998030" y="4451439"/>
            <a:ext cx="1290637" cy="54133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9093280" y="1325651"/>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Creating a network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334086"/>
            <a:ext cx="5309184"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write programs that:</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run on (different) end systems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communicate over network</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web server software communicates with browser software</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no need to write software for network-core devices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network-core devices do not run user applications </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applications on end systems  allows for rapid app development, propagation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9" name="Slide Number Placeholder 2">
            <a:extLst>
              <a:ext uri="{FF2B5EF4-FFF2-40B4-BE49-F238E27FC236}">
                <a16:creationId xmlns:a16="http://schemas.microsoft.com/office/drawing/2014/main" id="{76314F6E-363C-1941-BD9B-3234A7206E9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5900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71"/>
                                        </p:tgtEl>
                                        <p:attrNameLst>
                                          <p:attrName>style.visibility</p:attrName>
                                        </p:attrNameLst>
                                      </p:cBhvr>
                                      <p:to>
                                        <p:strVal val="visible"/>
                                      </p:to>
                                    </p:set>
                                    <p:animEffect transition="in" filter="dissolve">
                                      <p:cBhvr>
                                        <p:cTn id="13" dur="500"/>
                                        <p:tgtEl>
                                          <p:spTgt spid="571"/>
                                        </p:tgtEl>
                                      </p:cBhvr>
                                    </p:animEffect>
                                  </p:childTnLst>
                                </p:cTn>
                              </p:par>
                              <p:par>
                                <p:cTn id="14" presetID="9" presetClass="entr" presetSubtype="0" fill="hold" nodeType="withEffect">
                                  <p:stCondLst>
                                    <p:cond delay="0"/>
                                  </p:stCondLst>
                                  <p:childTnLst>
                                    <p:set>
                                      <p:cBhvr>
                                        <p:cTn id="15" dur="1" fill="hold">
                                          <p:stCondLst>
                                            <p:cond delay="0"/>
                                          </p:stCondLst>
                                        </p:cTn>
                                        <p:tgtEl>
                                          <p:spTgt spid="631"/>
                                        </p:tgtEl>
                                        <p:attrNameLst>
                                          <p:attrName>style.visibility</p:attrName>
                                        </p:attrNameLst>
                                      </p:cBhvr>
                                      <p:to>
                                        <p:strVal val="visible"/>
                                      </p:to>
                                    </p:set>
                                    <p:animEffect transition="in" filter="dissolve">
                                      <p:cBhvr>
                                        <p:cTn id="16" dur="500"/>
                                        <p:tgtEl>
                                          <p:spTgt spid="631"/>
                                        </p:tgtEl>
                                      </p:cBhvr>
                                    </p:animEffect>
                                  </p:childTnLst>
                                </p:cTn>
                              </p:par>
                              <p:par>
                                <p:cTn id="17" presetID="9" presetClass="entr" presetSubtype="0" fill="hold" nodeType="withEffect">
                                  <p:stCondLst>
                                    <p:cond delay="0"/>
                                  </p:stCondLst>
                                  <p:childTnLst>
                                    <p:set>
                                      <p:cBhvr>
                                        <p:cTn id="18" dur="1" fill="hold">
                                          <p:stCondLst>
                                            <p:cond delay="0"/>
                                          </p:stCondLst>
                                        </p:cTn>
                                        <p:tgtEl>
                                          <p:spTgt spid="642"/>
                                        </p:tgtEl>
                                        <p:attrNameLst>
                                          <p:attrName>style.visibility</p:attrName>
                                        </p:attrNameLst>
                                      </p:cBhvr>
                                      <p:to>
                                        <p:strVal val="visible"/>
                                      </p:to>
                                    </p:set>
                                    <p:animEffect transition="in" filter="dissolve">
                                      <p:cBhvr>
                                        <p:cTn id="19" dur="500"/>
                                        <p:tgtEl>
                                          <p:spTgt spid="642"/>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56">
                                            <p:txEl>
                                              <p:pRg st="2" end="2"/>
                                            </p:txEl>
                                          </p:spTgt>
                                        </p:tgtEl>
                                        <p:attrNameLst>
                                          <p:attrName>style.visibility</p:attrName>
                                        </p:attrNameLst>
                                      </p:cBhvr>
                                      <p:to>
                                        <p:strVal val="visible"/>
                                      </p:to>
                                    </p:set>
                                    <p:animEffect transition="in" filter="dissolve">
                                      <p:cBhvr>
                                        <p:cTn id="24" dur="500"/>
                                        <p:tgtEl>
                                          <p:spTgt spid="656">
                                            <p:txEl>
                                              <p:pRg st="2" end="2"/>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652"/>
                                        </p:tgtEl>
                                        <p:attrNameLst>
                                          <p:attrName>style.visibility</p:attrName>
                                        </p:attrNameLst>
                                      </p:cBhvr>
                                      <p:to>
                                        <p:strVal val="visible"/>
                                      </p:to>
                                    </p:set>
                                    <p:animEffect transition="in" filter="dissolve">
                                      <p:cBhvr>
                                        <p:cTn id="27" dur="500"/>
                                        <p:tgtEl>
                                          <p:spTgt spid="652"/>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651"/>
                                        </p:tgtEl>
                                        <p:attrNameLst>
                                          <p:attrName>style.visibility</p:attrName>
                                        </p:attrNameLst>
                                      </p:cBhvr>
                                      <p:to>
                                        <p:strVal val="visible"/>
                                      </p:to>
                                    </p:set>
                                    <p:animEffect transition="in" filter="dissolve">
                                      <p:cBhvr>
                                        <p:cTn id="30" dur="500"/>
                                        <p:tgtEl>
                                          <p:spTgt spid="65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656">
                                            <p:txEl>
                                              <p:pRg st="3" end="3"/>
                                            </p:txEl>
                                          </p:spTgt>
                                        </p:tgtEl>
                                        <p:attrNameLst>
                                          <p:attrName>style.visibility</p:attrName>
                                        </p:attrNameLst>
                                      </p:cBhvr>
                                      <p:to>
                                        <p:strVal val="visible"/>
                                      </p:to>
                                    </p:set>
                                    <p:animEffect transition="in" filter="dissolve">
                                      <p:cBhvr>
                                        <p:cTn id="35" dur="500"/>
                                        <p:tgtEl>
                                          <p:spTgt spid="656">
                                            <p:txEl>
                                              <p:pRg st="3" end="3"/>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656">
                                            <p:txEl>
                                              <p:pRg st="4" end="4"/>
                                            </p:txEl>
                                          </p:spTgt>
                                        </p:tgtEl>
                                        <p:attrNameLst>
                                          <p:attrName>style.visibility</p:attrName>
                                        </p:attrNameLst>
                                      </p:cBhvr>
                                      <p:to>
                                        <p:strVal val="visible"/>
                                      </p:to>
                                    </p:set>
                                    <p:animEffect transition="in" filter="dissolve">
                                      <p:cBhvr>
                                        <p:cTn id="40" dur="500"/>
                                        <p:tgtEl>
                                          <p:spTgt spid="656">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656">
                                            <p:txEl>
                                              <p:pRg st="5" end="5"/>
                                            </p:txEl>
                                          </p:spTgt>
                                        </p:tgtEl>
                                        <p:attrNameLst>
                                          <p:attrName>style.visibility</p:attrName>
                                        </p:attrNameLst>
                                      </p:cBhvr>
                                      <p:to>
                                        <p:strVal val="visible"/>
                                      </p:to>
                                    </p:set>
                                    <p:animEffect transition="in" filter="dissolve">
                                      <p:cBhvr>
                                        <p:cTn id="43" dur="500"/>
                                        <p:tgtEl>
                                          <p:spTgt spid="656">
                                            <p:txEl>
                                              <p:pRg st="5" end="5"/>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656">
                                            <p:txEl>
                                              <p:pRg st="6" end="6"/>
                                            </p:txEl>
                                          </p:spTgt>
                                        </p:tgtEl>
                                        <p:attrNameLst>
                                          <p:attrName>style.visibility</p:attrName>
                                        </p:attrNameLst>
                                      </p:cBhvr>
                                      <p:to>
                                        <p:strVal val="visible"/>
                                      </p:to>
                                    </p:set>
                                    <p:animEffect transition="in" filter="dissolve">
                                      <p:cBhvr>
                                        <p:cTn id="46"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651" grpId="0" animBg="1"/>
      <p:bldP spid="652"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flipV="1">
            <a:off x="8310623" y="5474824"/>
            <a:ext cx="1423686" cy="28936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8370450" y="2297968"/>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Client-server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aradigm</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always-on host</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permanent IP address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often in data centers, for scaling</a:t>
            </a:r>
          </a:p>
          <a:p>
            <a:pPr marL="352425" marR="0" lvl="0" indent="-222250" algn="l" defTabSz="914400" rtl="0" eaLnBrk="1" fontAlgn="auto" latinLnBrk="0" hangingPunct="1">
              <a:lnSpc>
                <a:spcPct val="90000"/>
              </a:lnSpc>
              <a:spcBef>
                <a:spcPct val="75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 communicate with server</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be intermittently connected</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have dynamic IP addresses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communicate directly with each other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examples: HTTP, IMAP, FTP</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1" name="Slide Number Placeholder 2">
            <a:extLst>
              <a:ext uri="{FF2B5EF4-FFF2-40B4-BE49-F238E27FC236}">
                <a16:creationId xmlns:a16="http://schemas.microsoft.com/office/drawing/2014/main" id="{96ECE80E-E07E-F54F-B7D9-AC2C33DC5BD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1891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1" end="1"/>
                                            </p:txEl>
                                          </p:spTgt>
                                        </p:tgtEl>
                                        <p:attrNameLst>
                                          <p:attrName>style.visibility</p:attrName>
                                        </p:attrNameLst>
                                      </p:cBhvr>
                                      <p:to>
                                        <p:strVal val="visible"/>
                                      </p:to>
                                    </p:set>
                                    <p:animEffect transition="in" filter="dissolve">
                                      <p:cBhvr>
                                        <p:cTn id="7" dur="500"/>
                                        <p:tgtEl>
                                          <p:spTgt spid="6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2" end="2"/>
                                            </p:txEl>
                                          </p:spTgt>
                                        </p:tgtEl>
                                        <p:attrNameLst>
                                          <p:attrName>style.visibility</p:attrName>
                                        </p:attrNameLst>
                                      </p:cBhvr>
                                      <p:to>
                                        <p:strVal val="visible"/>
                                      </p:to>
                                    </p:set>
                                    <p:animEffect transition="in" filter="dissolve">
                                      <p:cBhvr>
                                        <p:cTn id="10" dur="500"/>
                                        <p:tgtEl>
                                          <p:spTgt spid="6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56">
                                            <p:txEl>
                                              <p:pRg st="3" end="3"/>
                                            </p:txEl>
                                          </p:spTgt>
                                        </p:tgtEl>
                                        <p:attrNameLst>
                                          <p:attrName>style.visibility</p:attrName>
                                        </p:attrNameLst>
                                      </p:cBhvr>
                                      <p:to>
                                        <p:strVal val="visible"/>
                                      </p:to>
                                    </p:set>
                                    <p:animEffect transition="in" filter="dissolve">
                                      <p:cBhvr>
                                        <p:cTn id="13" dur="500"/>
                                        <p:tgtEl>
                                          <p:spTgt spid="65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56">
                                            <p:txEl>
                                              <p:pRg st="5" end="5"/>
                                            </p:txEl>
                                          </p:spTgt>
                                        </p:tgtEl>
                                        <p:attrNameLst>
                                          <p:attrName>style.visibility</p:attrName>
                                        </p:attrNameLst>
                                      </p:cBhvr>
                                      <p:to>
                                        <p:strVal val="visible"/>
                                      </p:to>
                                    </p:set>
                                    <p:animEffect transition="in" filter="dissolve">
                                      <p:cBhvr>
                                        <p:cTn id="18" dur="500"/>
                                        <p:tgtEl>
                                          <p:spTgt spid="65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56">
                                            <p:txEl>
                                              <p:pRg st="6" end="6"/>
                                            </p:txEl>
                                          </p:spTgt>
                                        </p:tgtEl>
                                        <p:attrNameLst>
                                          <p:attrName>style.visibility</p:attrName>
                                        </p:attrNameLst>
                                      </p:cBhvr>
                                      <p:to>
                                        <p:strVal val="visible"/>
                                      </p:to>
                                    </p:set>
                                    <p:animEffect transition="in" filter="dissolve">
                                      <p:cBhvr>
                                        <p:cTn id="21" dur="500"/>
                                        <p:tgtEl>
                                          <p:spTgt spid="656">
                                            <p:txEl>
                                              <p:pRg st="6" end="6"/>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656">
                                            <p:txEl>
                                              <p:pRg st="7" end="7"/>
                                            </p:txEl>
                                          </p:spTgt>
                                        </p:tgtEl>
                                        <p:attrNameLst>
                                          <p:attrName>style.visibility</p:attrName>
                                        </p:attrNameLst>
                                      </p:cBhvr>
                                      <p:to>
                                        <p:strVal val="visible"/>
                                      </p:to>
                                    </p:set>
                                    <p:animEffect transition="in" filter="dissolve">
                                      <p:cBhvr>
                                        <p:cTn id="24" dur="500"/>
                                        <p:tgtEl>
                                          <p:spTgt spid="656">
                                            <p:txEl>
                                              <p:pRg st="7" end="7"/>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656">
                                            <p:txEl>
                                              <p:pRg st="8" end="8"/>
                                            </p:txEl>
                                          </p:spTgt>
                                        </p:tgtEl>
                                        <p:attrNameLst>
                                          <p:attrName>style.visibility</p:attrName>
                                        </p:attrNameLst>
                                      </p:cBhvr>
                                      <p:to>
                                        <p:strVal val="visible"/>
                                      </p:to>
                                    </p:set>
                                    <p:animEffect transition="in" filter="dissolve">
                                      <p:cBhvr>
                                        <p:cTn id="27" dur="500"/>
                                        <p:tgtEl>
                                          <p:spTgt spid="656">
                                            <p:txEl>
                                              <p:pRg st="8" end="8"/>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56">
                                            <p:txEl>
                                              <p:pRg st="9" end="9"/>
                                            </p:txEl>
                                          </p:spTgt>
                                        </p:tgtEl>
                                        <p:attrNameLst>
                                          <p:attrName>style.visibility</p:attrName>
                                        </p:attrNameLst>
                                      </p:cBhvr>
                                      <p:to>
                                        <p:strVal val="visible"/>
                                      </p:to>
                                    </p:set>
                                    <p:animEffect transition="in" filter="dissolve">
                                      <p:cBhvr>
                                        <p:cTn id="30" dur="500"/>
                                        <p:tgtEl>
                                          <p:spTgt spid="656">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a:extLst>
              <a:ext uri="{FF2B5EF4-FFF2-40B4-BE49-F238E27FC236}">
                <a16:creationId xmlns:a16="http://schemas.microsoft.com/office/drawing/2014/main" id="{084B6293-559E-5D43-AF2B-4CB5E09EC6C5}"/>
              </a:ext>
            </a:extLst>
          </p:cNvPr>
          <p:cNvGrpSpPr/>
          <p:nvPr/>
        </p:nvGrpSpPr>
        <p:grpSpPr>
          <a:xfrm>
            <a:off x="7493518" y="341914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803435" y="332542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Peer-peer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rchitecture</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always-on server</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arbitrary end systems directly communicate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request service from other peers, provide service in return to other peers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self scalability</a:t>
            </a: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 new peers bring new service capacity, as well as new service demands</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are intermittently connected and change IP addresses</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 management</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P2P file sharing [BitTorrent]</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5" name="Rectangle 574">
            <a:extLst>
              <a:ext uri="{FF2B5EF4-FFF2-40B4-BE49-F238E27FC236}">
                <a16:creationId xmlns:a16="http://schemas.microsoft.com/office/drawing/2014/main" id="{2DA99646-DBA9-0746-9A79-29EAA25D43FE}"/>
              </a:ext>
            </a:extLst>
          </p:cNvPr>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EF227275-E754-4D43-889C-5A2BD4A21205}"/>
              </a:ext>
            </a:extLst>
          </p:cNvPr>
          <p:cNvGrpSpPr/>
          <p:nvPr/>
        </p:nvGrpSpPr>
        <p:grpSpPr>
          <a:xfrm>
            <a:off x="7680324" y="1814171"/>
            <a:ext cx="1991221" cy="4482411"/>
            <a:chOff x="7680324" y="1814171"/>
            <a:chExt cx="1991221" cy="4482411"/>
          </a:xfrm>
        </p:grpSpPr>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Oval 570">
              <a:extLst>
                <a:ext uri="{FF2B5EF4-FFF2-40B4-BE49-F238E27FC236}">
                  <a16:creationId xmlns:a16="http://schemas.microsoft.com/office/drawing/2014/main" id="{1E120312-45B0-4C42-82FC-F180847C8246}"/>
                </a:ext>
              </a:extLst>
            </p:cNvPr>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Oval 571">
              <a:extLst>
                <a:ext uri="{FF2B5EF4-FFF2-40B4-BE49-F238E27FC236}">
                  <a16:creationId xmlns:a16="http://schemas.microsoft.com/office/drawing/2014/main" id="{05394771-B526-F445-85E3-3C2DA3BC4892}"/>
                </a:ext>
              </a:extLst>
            </p:cNvPr>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Oval 575">
              <a:extLst>
                <a:ext uri="{FF2B5EF4-FFF2-40B4-BE49-F238E27FC236}">
                  <a16:creationId xmlns:a16="http://schemas.microsoft.com/office/drawing/2014/main" id="{01400376-9630-4440-8893-6D129686EE19}"/>
                </a:ext>
              </a:extLst>
            </p:cNvPr>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9" name="Line 913">
              <a:extLst>
                <a:ext uri="{FF2B5EF4-FFF2-40B4-BE49-F238E27FC236}">
                  <a16:creationId xmlns:a16="http://schemas.microsoft.com/office/drawing/2014/main" id="{4FC33EFC-28C4-404D-91B5-F7C18E706442}"/>
                </a:ext>
              </a:extLst>
            </p:cNvPr>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913">
              <a:extLst>
                <a:ext uri="{FF2B5EF4-FFF2-40B4-BE49-F238E27FC236}">
                  <a16:creationId xmlns:a16="http://schemas.microsoft.com/office/drawing/2014/main" id="{7602507B-BECA-7042-893E-42D6FF9E5D3E}"/>
                </a:ext>
              </a:extLst>
            </p:cNvPr>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91996" y="356714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1" name="Slide Number Placeholder 2">
            <a:extLst>
              <a:ext uri="{FF2B5EF4-FFF2-40B4-BE49-F238E27FC236}">
                <a16:creationId xmlns:a16="http://schemas.microsoft.com/office/drawing/2014/main" id="{BF49A24D-3811-4749-86AF-DF0821A5234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208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0" end="0"/>
                                            </p:txEl>
                                          </p:spTgt>
                                        </p:tgtEl>
                                        <p:attrNameLst>
                                          <p:attrName>style.visibility</p:attrName>
                                        </p:attrNameLst>
                                      </p:cBhvr>
                                      <p:to>
                                        <p:strVal val="visible"/>
                                      </p:to>
                                    </p:set>
                                    <p:animEffect transition="in" filter="dissolve">
                                      <p:cBhvr>
                                        <p:cTn id="7" dur="500"/>
                                        <p:tgtEl>
                                          <p:spTgt spid="65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656">
                                            <p:txEl>
                                              <p:pRg st="2" end="2"/>
                                            </p:txEl>
                                          </p:spTgt>
                                        </p:tgtEl>
                                        <p:attrNameLst>
                                          <p:attrName>style.visibility</p:attrName>
                                        </p:attrNameLst>
                                      </p:cBhvr>
                                      <p:to>
                                        <p:strVal val="visible"/>
                                      </p:to>
                                    </p:set>
                                    <p:animEffect transition="in" filter="dissolve">
                                      <p:cBhvr>
                                        <p:cTn id="15" dur="500"/>
                                        <p:tgtEl>
                                          <p:spTgt spid="65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56">
                                            <p:txEl>
                                              <p:pRg st="3" end="3"/>
                                            </p:txEl>
                                          </p:spTgt>
                                        </p:tgtEl>
                                        <p:attrNameLst>
                                          <p:attrName>style.visibility</p:attrName>
                                        </p:attrNameLst>
                                      </p:cBhvr>
                                      <p:to>
                                        <p:strVal val="visible"/>
                                      </p:to>
                                    </p:set>
                                    <p:animEffect transition="in" filter="dissolve">
                                      <p:cBhvr>
                                        <p:cTn id="18" dur="500"/>
                                        <p:tgtEl>
                                          <p:spTgt spid="65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56">
                                            <p:txEl>
                                              <p:pRg st="4" end="4"/>
                                            </p:txEl>
                                          </p:spTgt>
                                        </p:tgtEl>
                                        <p:attrNameLst>
                                          <p:attrName>style.visibility</p:attrName>
                                        </p:attrNameLst>
                                      </p:cBhvr>
                                      <p:to>
                                        <p:strVal val="visible"/>
                                      </p:to>
                                    </p:set>
                                    <p:animEffect transition="in" filter="dissolve">
                                      <p:cBhvr>
                                        <p:cTn id="23" dur="500"/>
                                        <p:tgtEl>
                                          <p:spTgt spid="656">
                                            <p:txEl>
                                              <p:pRg st="4" end="4"/>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656">
                                            <p:txEl>
                                              <p:pRg st="5" end="5"/>
                                            </p:txEl>
                                          </p:spTgt>
                                        </p:tgtEl>
                                        <p:attrNameLst>
                                          <p:attrName>style.visibility</p:attrName>
                                        </p:attrNameLst>
                                      </p:cBhvr>
                                      <p:to>
                                        <p:strVal val="visible"/>
                                      </p:to>
                                    </p:set>
                                    <p:animEffect transition="in" filter="dissolve">
                                      <p:cBhvr>
                                        <p:cTn id="26" dur="500"/>
                                        <p:tgtEl>
                                          <p:spTgt spid="65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656">
                                            <p:txEl>
                                              <p:pRg st="6" end="6"/>
                                            </p:txEl>
                                          </p:spTgt>
                                        </p:tgtEl>
                                        <p:attrNameLst>
                                          <p:attrName>style.visibility</p:attrName>
                                        </p:attrNameLst>
                                      </p:cBhvr>
                                      <p:to>
                                        <p:strVal val="visible"/>
                                      </p:to>
                                    </p:set>
                                    <p:animEffect transition="in" filter="dissolve">
                                      <p:cBhvr>
                                        <p:cTn id="31"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Processes communicating</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606042" y="1565977"/>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process:</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 running within a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within same host, two processes communicate using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inter-process communication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by OS)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in different hosts communicate by exchanging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8F7AD000-A388-6C4C-8C9C-158A86A0C51E}"/>
              </a:ext>
            </a:extLst>
          </p:cNvPr>
          <p:cNvSpPr>
            <a:spLocks noChangeArrowheads="1"/>
          </p:cNvSpPr>
          <p:nvPr/>
        </p:nvSpPr>
        <p:spPr bwMode="auto">
          <a:xfrm>
            <a:off x="6915273" y="4263451"/>
            <a:ext cx="3989387" cy="183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applications with P2P architectures have client processes &amp; server processes</a:t>
            </a:r>
          </a:p>
        </p:txBody>
      </p:sp>
      <p:grpSp>
        <p:nvGrpSpPr>
          <p:cNvPr id="2" name="Group 1">
            <a:extLst>
              <a:ext uri="{FF2B5EF4-FFF2-40B4-BE49-F238E27FC236}">
                <a16:creationId xmlns:a16="http://schemas.microsoft.com/office/drawing/2014/main" id="{6E7D9C5A-4A0F-3E45-B3EB-48F963F34B69}"/>
              </a:ext>
            </a:extLst>
          </p:cNvPr>
          <p:cNvGrpSpPr/>
          <p:nvPr/>
        </p:nvGrpSpPr>
        <p:grpSpPr>
          <a:xfrm>
            <a:off x="6974010" y="1488501"/>
            <a:ext cx="4092575" cy="2567781"/>
            <a:chOff x="6974010" y="1488501"/>
            <a:chExt cx="4092575" cy="2567781"/>
          </a:xfrm>
        </p:grpSpPr>
        <p:sp>
          <p:nvSpPr>
            <p:cNvPr id="8" name="Rectangle 4">
              <a:extLst>
                <a:ext uri="{FF2B5EF4-FFF2-40B4-BE49-F238E27FC236}">
                  <a16:creationId xmlns:a16="http://schemas.microsoft.com/office/drawing/2014/main" id="{96562BEA-C84E-254B-BD55-56C2EB6C5088}"/>
                </a:ext>
              </a:extLst>
            </p:cNvPr>
            <p:cNvSpPr txBox="1">
              <a:spLocks noChangeArrowheads="1"/>
            </p:cNvSpPr>
            <p:nvPr/>
          </p:nvSpPr>
          <p:spPr>
            <a:xfrm>
              <a:off x="7025603" y="2022695"/>
              <a:ext cx="3989387" cy="2033587"/>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initiates communication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waits to be contacted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13">
              <a:extLst>
                <a:ext uri="{FF2B5EF4-FFF2-40B4-BE49-F238E27FC236}">
                  <a16:creationId xmlns:a16="http://schemas.microsoft.com/office/drawing/2014/main" id="{0414D3D5-1BB8-5844-8D2A-3C8E3E5DCA6A}"/>
                </a:ext>
              </a:extLst>
            </p:cNvPr>
            <p:cNvSpPr>
              <a:spLocks noChangeArrowheads="1"/>
            </p:cNvSpPr>
            <p:nvPr/>
          </p:nvSpPr>
          <p:spPr bwMode="auto">
            <a:xfrm>
              <a:off x="6974010" y="1786951"/>
              <a:ext cx="4092575" cy="2062163"/>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Text Box 14">
              <a:extLst>
                <a:ext uri="{FF2B5EF4-FFF2-40B4-BE49-F238E27FC236}">
                  <a16:creationId xmlns:a16="http://schemas.microsoft.com/office/drawing/2014/main" id="{FAA5D4F0-1DCB-7C49-A07F-4729B9F9DCA6}"/>
                </a:ext>
              </a:extLst>
            </p:cNvPr>
            <p:cNvSpPr txBox="1">
              <a:spLocks noChangeArrowheads="1"/>
            </p:cNvSpPr>
            <p:nvPr/>
          </p:nvSpPr>
          <p:spPr bwMode="auto">
            <a:xfrm>
              <a:off x="7094660" y="1488501"/>
              <a:ext cx="2325688" cy="519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 servers</a:t>
              </a:r>
            </a:p>
          </p:txBody>
        </p:sp>
      </p:grpSp>
      <p:sp>
        <p:nvSpPr>
          <p:cNvPr id="14" name="Slide Number Placeholder 2">
            <a:extLst>
              <a:ext uri="{FF2B5EF4-FFF2-40B4-BE49-F238E27FC236}">
                <a16:creationId xmlns:a16="http://schemas.microsoft.com/office/drawing/2014/main" id="{126C885E-4769-8644-8E59-814749DC523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073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dissolve">
                                      <p:cBhvr>
                                        <p:cTn id="7" dur="500"/>
                                        <p:tgtEl>
                                          <p:spTgt spid="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2" end="2"/>
                                            </p:txEl>
                                          </p:spTgt>
                                        </p:tgtEl>
                                        <p:attrNameLst>
                                          <p:attrName>style.visibility</p:attrName>
                                        </p:attrNameLst>
                                      </p:cBhvr>
                                      <p:to>
                                        <p:strVal val="visible"/>
                                      </p:to>
                                    </p:set>
                                    <p:animEffect transition="in" filter="dissolve">
                                      <p:cBhvr>
                                        <p:cTn id="12" dur="500"/>
                                        <p:tgtEl>
                                          <p:spTgt spid="10">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Sockets</a:t>
            </a:r>
            <a:endParaRPr lang="en-US" sz="4400" dirty="0"/>
          </a:p>
        </p:txBody>
      </p:sp>
      <p:sp>
        <p:nvSpPr>
          <p:cNvPr id="68" name="Rectangle 3">
            <a:extLst>
              <a:ext uri="{FF2B5EF4-FFF2-40B4-BE49-F238E27FC236}">
                <a16:creationId xmlns:a16="http://schemas.microsoft.com/office/drawing/2014/main" id="{AE0F6699-BC13-C349-9AC1-8B36945FEAA0}"/>
              </a:ext>
            </a:extLst>
          </p:cNvPr>
          <p:cNvSpPr txBox="1">
            <a:spLocks noChangeArrowheads="1"/>
          </p:cNvSpPr>
          <p:nvPr/>
        </p:nvSpPr>
        <p:spPr bwMode="auto">
          <a:xfrm>
            <a:off x="798691" y="1183986"/>
            <a:ext cx="10965041" cy="232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process sends/receives messages to/from its </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socket analogous to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shoves message out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relies on transport infrastructure on other side of door to deliver message to socket at receiving process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sockets involved: one on each side</a:t>
            </a:r>
          </a:p>
        </p:txBody>
      </p:sp>
      <p:sp>
        <p:nvSpPr>
          <p:cNvPr id="69" name="Freeform 66">
            <a:extLst>
              <a:ext uri="{FF2B5EF4-FFF2-40B4-BE49-F238E27FC236}">
                <a16:creationId xmlns:a16="http://schemas.microsoft.com/office/drawing/2014/main" id="{C55660F8-73B5-034B-A597-DD5D87ECF66A}"/>
              </a:ext>
            </a:extLst>
          </p:cNvPr>
          <p:cNvSpPr>
            <a:spLocks/>
          </p:cNvSpPr>
          <p:nvPr/>
        </p:nvSpPr>
        <p:spPr bwMode="auto">
          <a:xfrm>
            <a:off x="8482481" y="4098352"/>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7">
            <a:extLst>
              <a:ext uri="{FF2B5EF4-FFF2-40B4-BE49-F238E27FC236}">
                <a16:creationId xmlns:a16="http://schemas.microsoft.com/office/drawing/2014/main" id="{ABAB43B4-03FC-2A42-98B9-913DD8EC77B7}"/>
              </a:ext>
            </a:extLst>
          </p:cNvPr>
          <p:cNvSpPr>
            <a:spLocks/>
          </p:cNvSpPr>
          <p:nvPr/>
        </p:nvSpPr>
        <p:spPr bwMode="auto">
          <a:xfrm>
            <a:off x="5167781" y="5395339"/>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Text Box 51">
            <a:extLst>
              <a:ext uri="{FF2B5EF4-FFF2-40B4-BE49-F238E27FC236}">
                <a16:creationId xmlns:a16="http://schemas.microsoft.com/office/drawing/2014/main" id="{66AD3E16-6743-CC4C-9091-25C6B0A95F7F}"/>
              </a:ext>
            </a:extLst>
          </p:cNvPr>
          <p:cNvSpPr txBox="1">
            <a:spLocks noChangeArrowheads="1"/>
          </p:cNvSpPr>
          <p:nvPr/>
        </p:nvSpPr>
        <p:spPr bwMode="auto">
          <a:xfrm>
            <a:off x="5605931" y="5527102"/>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72" name="Line 52">
            <a:extLst>
              <a:ext uri="{FF2B5EF4-FFF2-40B4-BE49-F238E27FC236}">
                <a16:creationId xmlns:a16="http://schemas.microsoft.com/office/drawing/2014/main" id="{2374F19B-E4B6-644E-AEE0-FC14C13C0183}"/>
              </a:ext>
            </a:extLst>
          </p:cNvPr>
          <p:cNvSpPr>
            <a:spLocks noChangeShapeType="1"/>
          </p:cNvSpPr>
          <p:nvPr/>
        </p:nvSpPr>
        <p:spPr bwMode="auto">
          <a:xfrm>
            <a:off x="4926481" y="5938264"/>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Text Box 53">
            <a:extLst>
              <a:ext uri="{FF2B5EF4-FFF2-40B4-BE49-F238E27FC236}">
                <a16:creationId xmlns:a16="http://schemas.microsoft.com/office/drawing/2014/main" id="{AD6E6CB7-7739-BE4D-84DA-1BBDF2D16B38}"/>
              </a:ext>
            </a:extLst>
          </p:cNvPr>
          <p:cNvSpPr txBox="1">
            <a:spLocks noChangeArrowheads="1"/>
          </p:cNvSpPr>
          <p:nvPr/>
        </p:nvSpPr>
        <p:spPr bwMode="auto">
          <a:xfrm>
            <a:off x="8947618" y="5163564"/>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Text Box 56">
            <a:extLst>
              <a:ext uri="{FF2B5EF4-FFF2-40B4-BE49-F238E27FC236}">
                <a16:creationId xmlns:a16="http://schemas.microsoft.com/office/drawing/2014/main" id="{20BE946D-C7D0-4A45-83B1-1480163BA20F}"/>
              </a:ext>
            </a:extLst>
          </p:cNvPr>
          <p:cNvSpPr txBox="1">
            <a:spLocks noChangeArrowheads="1"/>
          </p:cNvSpPr>
          <p:nvPr/>
        </p:nvSpPr>
        <p:spPr bwMode="auto">
          <a:xfrm>
            <a:off x="8925393" y="4263452"/>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75" name="Freeform 45">
            <a:extLst>
              <a:ext uri="{FF2B5EF4-FFF2-40B4-BE49-F238E27FC236}">
                <a16:creationId xmlns:a16="http://schemas.microsoft.com/office/drawing/2014/main" id="{6780AD31-F16D-1B4A-BC72-926F1B2A7FE8}"/>
              </a:ext>
            </a:extLst>
          </p:cNvPr>
          <p:cNvSpPr>
            <a:spLocks/>
          </p:cNvSpPr>
          <p:nvPr/>
        </p:nvSpPr>
        <p:spPr bwMode="auto">
          <a:xfrm>
            <a:off x="2742081" y="4161852"/>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Rectangle 23">
            <a:extLst>
              <a:ext uri="{FF2B5EF4-FFF2-40B4-BE49-F238E27FC236}">
                <a16:creationId xmlns:a16="http://schemas.microsoft.com/office/drawing/2014/main" id="{F7C1C383-CE46-7C44-B7F2-94606E877EF3}"/>
              </a:ext>
            </a:extLst>
          </p:cNvPr>
          <p:cNvSpPr>
            <a:spLocks noChangeArrowheads="1"/>
          </p:cNvSpPr>
          <p:nvPr/>
        </p:nvSpPr>
        <p:spPr bwMode="auto">
          <a:xfrm>
            <a:off x="3545356" y="4117402"/>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7" name="Rectangle 24">
            <a:extLst>
              <a:ext uri="{FF2B5EF4-FFF2-40B4-BE49-F238E27FC236}">
                <a16:creationId xmlns:a16="http://schemas.microsoft.com/office/drawing/2014/main" id="{FD8D123C-B8FD-A64F-9AD3-86943A5D550B}"/>
              </a:ext>
            </a:extLst>
          </p:cNvPr>
          <p:cNvSpPr>
            <a:spLocks noChangeArrowheads="1"/>
          </p:cNvSpPr>
          <p:nvPr/>
        </p:nvSpPr>
        <p:spPr bwMode="auto">
          <a:xfrm>
            <a:off x="3507256" y="4171377"/>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Line 25">
            <a:extLst>
              <a:ext uri="{FF2B5EF4-FFF2-40B4-BE49-F238E27FC236}">
                <a16:creationId xmlns:a16="http://schemas.microsoft.com/office/drawing/2014/main" id="{A30BEE8C-0165-984E-888C-91DC647B6A97}"/>
              </a:ext>
            </a:extLst>
          </p:cNvPr>
          <p:cNvSpPr>
            <a:spLocks noChangeShapeType="1"/>
          </p:cNvSpPr>
          <p:nvPr/>
        </p:nvSpPr>
        <p:spPr bwMode="auto">
          <a:xfrm>
            <a:off x="3516781" y="49317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Text Box 26">
            <a:extLst>
              <a:ext uri="{FF2B5EF4-FFF2-40B4-BE49-F238E27FC236}">
                <a16:creationId xmlns:a16="http://schemas.microsoft.com/office/drawing/2014/main" id="{4E5CE7E7-BE20-B242-B8AA-2C5D479929F4}"/>
              </a:ext>
            </a:extLst>
          </p:cNvPr>
          <p:cNvSpPr txBox="1">
            <a:spLocks noChangeArrowheads="1"/>
          </p:cNvSpPr>
          <p:nvPr/>
        </p:nvSpPr>
        <p:spPr bwMode="auto">
          <a:xfrm>
            <a:off x="3473918" y="49143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80" name="Line 27">
            <a:extLst>
              <a:ext uri="{FF2B5EF4-FFF2-40B4-BE49-F238E27FC236}">
                <a16:creationId xmlns:a16="http://schemas.microsoft.com/office/drawing/2014/main" id="{9AB6E7C8-3093-D94D-9D3B-10F5749B7340}"/>
              </a:ext>
            </a:extLst>
          </p:cNvPr>
          <p:cNvSpPr>
            <a:spLocks noChangeShapeType="1"/>
          </p:cNvSpPr>
          <p:nvPr/>
        </p:nvSpPr>
        <p:spPr bwMode="auto">
          <a:xfrm>
            <a:off x="3524718" y="525246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8">
            <a:extLst>
              <a:ext uri="{FF2B5EF4-FFF2-40B4-BE49-F238E27FC236}">
                <a16:creationId xmlns:a16="http://schemas.microsoft.com/office/drawing/2014/main" id="{2F4C67B7-677F-C84F-B3B7-01AAFB2AD3B3}"/>
              </a:ext>
            </a:extLst>
          </p:cNvPr>
          <p:cNvSpPr>
            <a:spLocks noChangeShapeType="1"/>
          </p:cNvSpPr>
          <p:nvPr/>
        </p:nvSpPr>
        <p:spPr bwMode="auto">
          <a:xfrm>
            <a:off x="3510431" y="556202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9">
            <a:extLst>
              <a:ext uri="{FF2B5EF4-FFF2-40B4-BE49-F238E27FC236}">
                <a16:creationId xmlns:a16="http://schemas.microsoft.com/office/drawing/2014/main" id="{3E1AB729-CEED-FF4B-AB94-DA2863E62F5F}"/>
              </a:ext>
            </a:extLst>
          </p:cNvPr>
          <p:cNvSpPr>
            <a:spLocks noChangeShapeType="1"/>
          </p:cNvSpPr>
          <p:nvPr/>
        </p:nvSpPr>
        <p:spPr bwMode="auto">
          <a:xfrm>
            <a:off x="3510431" y="584777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6">
            <a:extLst>
              <a:ext uri="{FF2B5EF4-FFF2-40B4-BE49-F238E27FC236}">
                <a16:creationId xmlns:a16="http://schemas.microsoft.com/office/drawing/2014/main" id="{B3BC3B01-336B-B648-9417-1795AE45E555}"/>
              </a:ext>
            </a:extLst>
          </p:cNvPr>
          <p:cNvSpPr txBox="1">
            <a:spLocks noChangeArrowheads="1"/>
          </p:cNvSpPr>
          <p:nvPr/>
        </p:nvSpPr>
        <p:spPr bwMode="auto">
          <a:xfrm>
            <a:off x="3508843" y="41618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84" name="Text Box 26">
            <a:extLst>
              <a:ext uri="{FF2B5EF4-FFF2-40B4-BE49-F238E27FC236}">
                <a16:creationId xmlns:a16="http://schemas.microsoft.com/office/drawing/2014/main" id="{DC97EC39-5ADE-8D46-9FEE-DBDD51FDB394}"/>
              </a:ext>
            </a:extLst>
          </p:cNvPr>
          <p:cNvSpPr txBox="1">
            <a:spLocks noChangeArrowheads="1"/>
          </p:cNvSpPr>
          <p:nvPr/>
        </p:nvSpPr>
        <p:spPr bwMode="auto">
          <a:xfrm>
            <a:off x="3464393" y="58192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85" name="Text Box 26">
            <a:extLst>
              <a:ext uri="{FF2B5EF4-FFF2-40B4-BE49-F238E27FC236}">
                <a16:creationId xmlns:a16="http://schemas.microsoft.com/office/drawing/2014/main" id="{8C832346-4F39-4844-8091-F736554D8A35}"/>
              </a:ext>
            </a:extLst>
          </p:cNvPr>
          <p:cNvSpPr txBox="1">
            <a:spLocks noChangeArrowheads="1"/>
          </p:cNvSpPr>
          <p:nvPr/>
        </p:nvSpPr>
        <p:spPr bwMode="auto">
          <a:xfrm>
            <a:off x="3483443" y="55334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86" name="Text Box 26">
            <a:extLst>
              <a:ext uri="{FF2B5EF4-FFF2-40B4-BE49-F238E27FC236}">
                <a16:creationId xmlns:a16="http://schemas.microsoft.com/office/drawing/2014/main" id="{68FADC82-2C08-DB43-951D-4FB06FD5E788}"/>
              </a:ext>
            </a:extLst>
          </p:cNvPr>
          <p:cNvSpPr txBox="1">
            <a:spLocks noChangeArrowheads="1"/>
          </p:cNvSpPr>
          <p:nvPr/>
        </p:nvSpPr>
        <p:spPr bwMode="auto">
          <a:xfrm>
            <a:off x="3473918" y="52381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87" name="Oval 57">
            <a:extLst>
              <a:ext uri="{FF2B5EF4-FFF2-40B4-BE49-F238E27FC236}">
                <a16:creationId xmlns:a16="http://schemas.microsoft.com/office/drawing/2014/main" id="{FBC4E611-49B5-5546-8E93-C03CEF4C030E}"/>
              </a:ext>
            </a:extLst>
          </p:cNvPr>
          <p:cNvSpPr>
            <a:spLocks noChangeArrowheads="1"/>
          </p:cNvSpPr>
          <p:nvPr/>
        </p:nvSpPr>
        <p:spPr bwMode="auto">
          <a:xfrm>
            <a:off x="3642193" y="4436489"/>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88" name="Group 58">
            <a:extLst>
              <a:ext uri="{FF2B5EF4-FFF2-40B4-BE49-F238E27FC236}">
                <a16:creationId xmlns:a16="http://schemas.microsoft.com/office/drawing/2014/main" id="{BDB7A80F-EA2D-2740-83B7-DE5AFE13D157}"/>
              </a:ext>
            </a:extLst>
          </p:cNvPr>
          <p:cNvGrpSpPr>
            <a:grpSpLocks/>
          </p:cNvGrpSpPr>
          <p:nvPr/>
        </p:nvGrpSpPr>
        <p:grpSpPr bwMode="auto">
          <a:xfrm>
            <a:off x="3889843" y="4796852"/>
            <a:ext cx="546100" cy="225425"/>
            <a:chOff x="1287" y="2524"/>
            <a:chExt cx="260" cy="100"/>
          </a:xfrm>
        </p:grpSpPr>
        <p:sp>
          <p:nvSpPr>
            <p:cNvPr id="89" name="Rectangle 59">
              <a:extLst>
                <a:ext uri="{FF2B5EF4-FFF2-40B4-BE49-F238E27FC236}">
                  <a16:creationId xmlns:a16="http://schemas.microsoft.com/office/drawing/2014/main" id="{DE66C40C-3B9D-EF46-85B9-52614CA50C61}"/>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60">
              <a:extLst>
                <a:ext uri="{FF2B5EF4-FFF2-40B4-BE49-F238E27FC236}">
                  <a16:creationId xmlns:a16="http://schemas.microsoft.com/office/drawing/2014/main" id="{BB035EC9-3E84-A147-B1F1-334CDBA3D785}"/>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61">
              <a:extLst>
                <a:ext uri="{FF2B5EF4-FFF2-40B4-BE49-F238E27FC236}">
                  <a16:creationId xmlns:a16="http://schemas.microsoft.com/office/drawing/2014/main" id="{A4F869EE-C3F1-524C-9E52-D9CF58C69BA9}"/>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62">
              <a:extLst>
                <a:ext uri="{FF2B5EF4-FFF2-40B4-BE49-F238E27FC236}">
                  <a16:creationId xmlns:a16="http://schemas.microsoft.com/office/drawing/2014/main" id="{58E3BF21-8802-5F4C-9E24-B71F07259B07}"/>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3" name="Rectangle 23">
            <a:extLst>
              <a:ext uri="{FF2B5EF4-FFF2-40B4-BE49-F238E27FC236}">
                <a16:creationId xmlns:a16="http://schemas.microsoft.com/office/drawing/2014/main" id="{EA6D85FB-86B2-B745-ADFD-3765EC14F8AD}"/>
              </a:ext>
            </a:extLst>
          </p:cNvPr>
          <p:cNvSpPr>
            <a:spLocks noChangeArrowheads="1"/>
          </p:cNvSpPr>
          <p:nvPr/>
        </p:nvSpPr>
        <p:spPr bwMode="auto">
          <a:xfrm>
            <a:off x="7207718" y="4088827"/>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4" name="Rectangle 24">
            <a:extLst>
              <a:ext uri="{FF2B5EF4-FFF2-40B4-BE49-F238E27FC236}">
                <a16:creationId xmlns:a16="http://schemas.microsoft.com/office/drawing/2014/main" id="{A1355835-1546-1740-B9B8-CC9141EB37F1}"/>
              </a:ext>
            </a:extLst>
          </p:cNvPr>
          <p:cNvSpPr>
            <a:spLocks noChangeArrowheads="1"/>
          </p:cNvSpPr>
          <p:nvPr/>
        </p:nvSpPr>
        <p:spPr bwMode="auto">
          <a:xfrm>
            <a:off x="7169618" y="4142802"/>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5" name="Line 25">
            <a:extLst>
              <a:ext uri="{FF2B5EF4-FFF2-40B4-BE49-F238E27FC236}">
                <a16:creationId xmlns:a16="http://schemas.microsoft.com/office/drawing/2014/main" id="{22344C4F-F96A-944B-9A5E-6962A9AC2F9D}"/>
              </a:ext>
            </a:extLst>
          </p:cNvPr>
          <p:cNvSpPr>
            <a:spLocks noChangeShapeType="1"/>
          </p:cNvSpPr>
          <p:nvPr/>
        </p:nvSpPr>
        <p:spPr bwMode="auto">
          <a:xfrm>
            <a:off x="7179143" y="490321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Text Box 26">
            <a:extLst>
              <a:ext uri="{FF2B5EF4-FFF2-40B4-BE49-F238E27FC236}">
                <a16:creationId xmlns:a16="http://schemas.microsoft.com/office/drawing/2014/main" id="{93E8ABA8-42C2-C44C-8972-76E2C7AD813D}"/>
              </a:ext>
            </a:extLst>
          </p:cNvPr>
          <p:cNvSpPr txBox="1">
            <a:spLocks noChangeArrowheads="1"/>
          </p:cNvSpPr>
          <p:nvPr/>
        </p:nvSpPr>
        <p:spPr bwMode="auto">
          <a:xfrm>
            <a:off x="7136281" y="48857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97" name="Line 27">
            <a:extLst>
              <a:ext uri="{FF2B5EF4-FFF2-40B4-BE49-F238E27FC236}">
                <a16:creationId xmlns:a16="http://schemas.microsoft.com/office/drawing/2014/main" id="{4C22E15D-78C1-E143-93B3-4A31B8A2541D}"/>
              </a:ext>
            </a:extLst>
          </p:cNvPr>
          <p:cNvSpPr>
            <a:spLocks noChangeShapeType="1"/>
          </p:cNvSpPr>
          <p:nvPr/>
        </p:nvSpPr>
        <p:spPr bwMode="auto">
          <a:xfrm>
            <a:off x="7187081" y="52238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28">
            <a:extLst>
              <a:ext uri="{FF2B5EF4-FFF2-40B4-BE49-F238E27FC236}">
                <a16:creationId xmlns:a16="http://schemas.microsoft.com/office/drawing/2014/main" id="{5648F986-3546-E545-A6F7-3CF9C2DDADF0}"/>
              </a:ext>
            </a:extLst>
          </p:cNvPr>
          <p:cNvSpPr>
            <a:spLocks noChangeShapeType="1"/>
          </p:cNvSpPr>
          <p:nvPr/>
        </p:nvSpPr>
        <p:spPr bwMode="auto">
          <a:xfrm>
            <a:off x="7172793" y="553345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Line 29">
            <a:extLst>
              <a:ext uri="{FF2B5EF4-FFF2-40B4-BE49-F238E27FC236}">
                <a16:creationId xmlns:a16="http://schemas.microsoft.com/office/drawing/2014/main" id="{55B6D46E-D326-D64F-A181-AB7274FEB64E}"/>
              </a:ext>
            </a:extLst>
          </p:cNvPr>
          <p:cNvSpPr>
            <a:spLocks noChangeShapeType="1"/>
          </p:cNvSpPr>
          <p:nvPr/>
        </p:nvSpPr>
        <p:spPr bwMode="auto">
          <a:xfrm>
            <a:off x="7172793" y="581920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26">
            <a:extLst>
              <a:ext uri="{FF2B5EF4-FFF2-40B4-BE49-F238E27FC236}">
                <a16:creationId xmlns:a16="http://schemas.microsoft.com/office/drawing/2014/main" id="{704444CB-075A-0948-9F82-6F49A25E3EAD}"/>
              </a:ext>
            </a:extLst>
          </p:cNvPr>
          <p:cNvSpPr txBox="1">
            <a:spLocks noChangeArrowheads="1"/>
          </p:cNvSpPr>
          <p:nvPr/>
        </p:nvSpPr>
        <p:spPr bwMode="auto">
          <a:xfrm>
            <a:off x="7171206" y="41332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01" name="Text Box 26">
            <a:extLst>
              <a:ext uri="{FF2B5EF4-FFF2-40B4-BE49-F238E27FC236}">
                <a16:creationId xmlns:a16="http://schemas.microsoft.com/office/drawing/2014/main" id="{40B8469F-1FF4-FE40-9A71-D5EC33D37348}"/>
              </a:ext>
            </a:extLst>
          </p:cNvPr>
          <p:cNvSpPr txBox="1">
            <a:spLocks noChangeArrowheads="1"/>
          </p:cNvSpPr>
          <p:nvPr/>
        </p:nvSpPr>
        <p:spPr bwMode="auto">
          <a:xfrm>
            <a:off x="7126756" y="57906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02" name="Text Box 26">
            <a:extLst>
              <a:ext uri="{FF2B5EF4-FFF2-40B4-BE49-F238E27FC236}">
                <a16:creationId xmlns:a16="http://schemas.microsoft.com/office/drawing/2014/main" id="{713E03C4-58F2-5D42-92BD-0578A2D33BD2}"/>
              </a:ext>
            </a:extLst>
          </p:cNvPr>
          <p:cNvSpPr txBox="1">
            <a:spLocks noChangeArrowheads="1"/>
          </p:cNvSpPr>
          <p:nvPr/>
        </p:nvSpPr>
        <p:spPr bwMode="auto">
          <a:xfrm>
            <a:off x="7145806" y="55048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03" name="Text Box 26">
            <a:extLst>
              <a:ext uri="{FF2B5EF4-FFF2-40B4-BE49-F238E27FC236}">
                <a16:creationId xmlns:a16="http://schemas.microsoft.com/office/drawing/2014/main" id="{76001FF3-4EB3-9E44-B006-298749345144}"/>
              </a:ext>
            </a:extLst>
          </p:cNvPr>
          <p:cNvSpPr txBox="1">
            <a:spLocks noChangeArrowheads="1"/>
          </p:cNvSpPr>
          <p:nvPr/>
        </p:nvSpPr>
        <p:spPr bwMode="auto">
          <a:xfrm>
            <a:off x="7136281" y="52096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04" name="Oval 78">
            <a:extLst>
              <a:ext uri="{FF2B5EF4-FFF2-40B4-BE49-F238E27FC236}">
                <a16:creationId xmlns:a16="http://schemas.microsoft.com/office/drawing/2014/main" id="{8A13F36B-8768-0745-9E90-83E8FC5EE560}"/>
              </a:ext>
            </a:extLst>
          </p:cNvPr>
          <p:cNvSpPr>
            <a:spLocks noChangeArrowheads="1"/>
          </p:cNvSpPr>
          <p:nvPr/>
        </p:nvSpPr>
        <p:spPr bwMode="auto">
          <a:xfrm>
            <a:off x="7304556" y="4407914"/>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105" name="Group 79">
            <a:extLst>
              <a:ext uri="{FF2B5EF4-FFF2-40B4-BE49-F238E27FC236}">
                <a16:creationId xmlns:a16="http://schemas.microsoft.com/office/drawing/2014/main" id="{535443B2-390F-4D43-AFF5-FF5F8E34F3A9}"/>
              </a:ext>
            </a:extLst>
          </p:cNvPr>
          <p:cNvGrpSpPr>
            <a:grpSpLocks/>
          </p:cNvGrpSpPr>
          <p:nvPr/>
        </p:nvGrpSpPr>
        <p:grpSpPr bwMode="auto">
          <a:xfrm>
            <a:off x="7552206" y="4768277"/>
            <a:ext cx="546100" cy="225425"/>
            <a:chOff x="1287" y="2524"/>
            <a:chExt cx="260" cy="100"/>
          </a:xfrm>
        </p:grpSpPr>
        <p:sp>
          <p:nvSpPr>
            <p:cNvPr id="106" name="Rectangle 80">
              <a:extLst>
                <a:ext uri="{FF2B5EF4-FFF2-40B4-BE49-F238E27FC236}">
                  <a16:creationId xmlns:a16="http://schemas.microsoft.com/office/drawing/2014/main" id="{160B4F41-7E38-6E47-B7F6-C6AA76DC2EAA}"/>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81">
              <a:extLst>
                <a:ext uri="{FF2B5EF4-FFF2-40B4-BE49-F238E27FC236}">
                  <a16:creationId xmlns:a16="http://schemas.microsoft.com/office/drawing/2014/main" id="{28B3876F-4677-0D4D-AF89-6E06B2B3CD7D}"/>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Rectangle 82">
              <a:extLst>
                <a:ext uri="{FF2B5EF4-FFF2-40B4-BE49-F238E27FC236}">
                  <a16:creationId xmlns:a16="http://schemas.microsoft.com/office/drawing/2014/main" id="{51611D2E-921B-804E-9775-6922F75F41D7}"/>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Rectangle 83">
              <a:extLst>
                <a:ext uri="{FF2B5EF4-FFF2-40B4-BE49-F238E27FC236}">
                  <a16:creationId xmlns:a16="http://schemas.microsoft.com/office/drawing/2014/main" id="{CBFB6CF2-1A50-F741-BAE7-97F8AF134DB5}"/>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0" name="Line 88">
            <a:extLst>
              <a:ext uri="{FF2B5EF4-FFF2-40B4-BE49-F238E27FC236}">
                <a16:creationId xmlns:a16="http://schemas.microsoft.com/office/drawing/2014/main" id="{EAAA0F7C-765D-CD49-B290-164DB9D3A19B}"/>
              </a:ext>
            </a:extLst>
          </p:cNvPr>
          <p:cNvSpPr>
            <a:spLocks noChangeShapeType="1"/>
          </p:cNvSpPr>
          <p:nvPr/>
        </p:nvSpPr>
        <p:spPr bwMode="auto">
          <a:xfrm flipH="1">
            <a:off x="8361831" y="4539677"/>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89">
            <a:extLst>
              <a:ext uri="{FF2B5EF4-FFF2-40B4-BE49-F238E27FC236}">
                <a16:creationId xmlns:a16="http://schemas.microsoft.com/office/drawing/2014/main" id="{D2CD81D4-6282-5749-AF3E-B0E55816CDA4}"/>
              </a:ext>
            </a:extLst>
          </p:cNvPr>
          <p:cNvSpPr>
            <a:spLocks noChangeShapeType="1"/>
          </p:cNvSpPr>
          <p:nvPr/>
        </p:nvSpPr>
        <p:spPr bwMode="auto">
          <a:xfrm>
            <a:off x="8587256" y="4965127"/>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90">
            <a:extLst>
              <a:ext uri="{FF2B5EF4-FFF2-40B4-BE49-F238E27FC236}">
                <a16:creationId xmlns:a16="http://schemas.microsoft.com/office/drawing/2014/main" id="{86899CB5-FD7D-A644-9755-2DA9E5F4AA77}"/>
              </a:ext>
            </a:extLst>
          </p:cNvPr>
          <p:cNvSpPr>
            <a:spLocks noChangeShapeType="1"/>
          </p:cNvSpPr>
          <p:nvPr/>
        </p:nvSpPr>
        <p:spPr bwMode="auto">
          <a:xfrm flipH="1">
            <a:off x="8611068" y="5465189"/>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Text Box 56">
            <a:extLst>
              <a:ext uri="{FF2B5EF4-FFF2-40B4-BE49-F238E27FC236}">
                <a16:creationId xmlns:a16="http://schemas.microsoft.com/office/drawing/2014/main" id="{2CFC877C-1B09-8849-95D0-2EBA259C9E78}"/>
              </a:ext>
            </a:extLst>
          </p:cNvPr>
          <p:cNvSpPr txBox="1">
            <a:spLocks noChangeArrowheads="1"/>
          </p:cNvSpPr>
          <p:nvPr/>
        </p:nvSpPr>
        <p:spPr bwMode="auto">
          <a:xfrm>
            <a:off x="5524968" y="4220589"/>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14" name="Line 92">
            <a:extLst>
              <a:ext uri="{FF2B5EF4-FFF2-40B4-BE49-F238E27FC236}">
                <a16:creationId xmlns:a16="http://schemas.microsoft.com/office/drawing/2014/main" id="{F5883250-9436-014C-B8FA-7F184F4516E0}"/>
              </a:ext>
            </a:extLst>
          </p:cNvPr>
          <p:cNvSpPr>
            <a:spLocks noChangeShapeType="1"/>
          </p:cNvSpPr>
          <p:nvPr/>
        </p:nvSpPr>
        <p:spPr bwMode="auto">
          <a:xfrm flipV="1">
            <a:off x="4528018" y="4420614"/>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93">
            <a:extLst>
              <a:ext uri="{FF2B5EF4-FFF2-40B4-BE49-F238E27FC236}">
                <a16:creationId xmlns:a16="http://schemas.microsoft.com/office/drawing/2014/main" id="{F83582A8-D082-E24D-9637-B677A079F014}"/>
              </a:ext>
            </a:extLst>
          </p:cNvPr>
          <p:cNvSpPr>
            <a:spLocks noChangeShapeType="1"/>
          </p:cNvSpPr>
          <p:nvPr/>
        </p:nvSpPr>
        <p:spPr bwMode="auto">
          <a:xfrm flipH="1" flipV="1">
            <a:off x="6463181" y="4409502"/>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 name="Group 96">
            <a:extLst>
              <a:ext uri="{FF2B5EF4-FFF2-40B4-BE49-F238E27FC236}">
                <a16:creationId xmlns:a16="http://schemas.microsoft.com/office/drawing/2014/main" id="{A4EC689D-3AE5-AC42-8E9A-D41B31DF26A0}"/>
              </a:ext>
            </a:extLst>
          </p:cNvPr>
          <p:cNvGrpSpPr>
            <a:grpSpLocks/>
          </p:cNvGrpSpPr>
          <p:nvPr/>
        </p:nvGrpSpPr>
        <p:grpSpPr bwMode="auto">
          <a:xfrm>
            <a:off x="2318218" y="5474714"/>
            <a:ext cx="719138" cy="773113"/>
            <a:chOff x="-44" y="1473"/>
            <a:chExt cx="981" cy="1105"/>
          </a:xfrm>
        </p:grpSpPr>
        <p:pic>
          <p:nvPicPr>
            <p:cNvPr id="117" name="Picture 97" descr="desktop_computer_stylized_medium">
              <a:extLst>
                <a:ext uri="{FF2B5EF4-FFF2-40B4-BE49-F238E27FC236}">
                  <a16:creationId xmlns:a16="http://schemas.microsoft.com/office/drawing/2014/main" id="{4EAFAA9B-1FE4-8048-AEF5-4600C1CB33F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Freeform 98">
              <a:extLst>
                <a:ext uri="{FF2B5EF4-FFF2-40B4-BE49-F238E27FC236}">
                  <a16:creationId xmlns:a16="http://schemas.microsoft.com/office/drawing/2014/main" id="{88B1BD01-DE89-6A4D-A050-0D8D405A8F9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9" name="Group 99">
            <a:extLst>
              <a:ext uri="{FF2B5EF4-FFF2-40B4-BE49-F238E27FC236}">
                <a16:creationId xmlns:a16="http://schemas.microsoft.com/office/drawing/2014/main" id="{13D0F484-888E-5342-9E3B-6B702B522B88}"/>
              </a:ext>
            </a:extLst>
          </p:cNvPr>
          <p:cNvGrpSpPr>
            <a:grpSpLocks/>
          </p:cNvGrpSpPr>
          <p:nvPr/>
        </p:nvGrpSpPr>
        <p:grpSpPr bwMode="auto">
          <a:xfrm flipH="1">
            <a:off x="9014293" y="5669977"/>
            <a:ext cx="719138" cy="773112"/>
            <a:chOff x="-44" y="1473"/>
            <a:chExt cx="981" cy="1105"/>
          </a:xfrm>
        </p:grpSpPr>
        <p:pic>
          <p:nvPicPr>
            <p:cNvPr id="120" name="Picture 100" descr="desktop_computer_stylized_medium">
              <a:extLst>
                <a:ext uri="{FF2B5EF4-FFF2-40B4-BE49-F238E27FC236}">
                  <a16:creationId xmlns:a16="http://schemas.microsoft.com/office/drawing/2014/main" id="{A3C739BC-E497-6E4F-8AF0-1E359C6228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
              <a:extLst>
                <a:ext uri="{FF2B5EF4-FFF2-40B4-BE49-F238E27FC236}">
                  <a16:creationId xmlns:a16="http://schemas.microsoft.com/office/drawing/2014/main" id="{34D4BA65-175D-534B-96CE-35055DA62B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7" name="Slide Number Placeholder 2">
            <a:extLst>
              <a:ext uri="{FF2B5EF4-FFF2-40B4-BE49-F238E27FC236}">
                <a16:creationId xmlns:a16="http://schemas.microsoft.com/office/drawing/2014/main" id="{4F8ECF08-A4D3-AC44-87C7-BD50757B39D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6501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8">
                                            <p:txEl>
                                              <p:pRg st="1" end="1"/>
                                            </p:txEl>
                                          </p:spTgt>
                                        </p:tgtEl>
                                        <p:attrNameLst>
                                          <p:attrName>style.visibility</p:attrName>
                                        </p:attrNameLst>
                                      </p:cBhvr>
                                      <p:to>
                                        <p:strVal val="visible"/>
                                      </p:to>
                                    </p:set>
                                    <p:animEffect transition="in" filter="dissolve">
                                      <p:cBhvr>
                                        <p:cTn id="7" dur="500"/>
                                        <p:tgtEl>
                                          <p:spTgt spid="6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8">
                                            <p:txEl>
                                              <p:pRg st="2" end="2"/>
                                            </p:txEl>
                                          </p:spTgt>
                                        </p:tgtEl>
                                        <p:attrNameLst>
                                          <p:attrName>style.visibility</p:attrName>
                                        </p:attrNameLst>
                                      </p:cBhvr>
                                      <p:to>
                                        <p:strVal val="visible"/>
                                      </p:to>
                                    </p:set>
                                    <p:animEffect transition="in" filter="dissolve">
                                      <p:cBhvr>
                                        <p:cTn id="10" dur="500"/>
                                        <p:tgtEl>
                                          <p:spTgt spid="68">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8">
                                            <p:txEl>
                                              <p:pRg st="3" end="3"/>
                                            </p:txEl>
                                          </p:spTgt>
                                        </p:tgtEl>
                                        <p:attrNameLst>
                                          <p:attrName>style.visibility</p:attrName>
                                        </p:attrNameLst>
                                      </p:cBhvr>
                                      <p:to>
                                        <p:strVal val="visible"/>
                                      </p:to>
                                    </p:set>
                                    <p:animEffect transition="in" filter="dissolve">
                                      <p:cBhvr>
                                        <p:cTn id="13" dur="500"/>
                                        <p:tgtEl>
                                          <p:spTgt spid="68">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8">
                                            <p:txEl>
                                              <p:pRg st="4" end="4"/>
                                            </p:txEl>
                                          </p:spTgt>
                                        </p:tgtEl>
                                        <p:attrNameLst>
                                          <p:attrName>style.visibility</p:attrName>
                                        </p:attrNameLst>
                                      </p:cBhvr>
                                      <p:to>
                                        <p:strVal val="visible"/>
                                      </p:to>
                                    </p:set>
                                    <p:animEffect transition="in" filter="dissolve">
                                      <p:cBhvr>
                                        <p:cTn id="16" dur="500"/>
                                        <p:tgtEl>
                                          <p:spTgt spid="6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Addressing processes</a:t>
            </a:r>
            <a:endParaRPr lang="en-US" sz="4400" dirty="0"/>
          </a:p>
        </p:txBody>
      </p:sp>
      <p:sp>
        <p:nvSpPr>
          <p:cNvPr id="61" name="Rectangle 3">
            <a:extLst>
              <a:ext uri="{FF2B5EF4-FFF2-40B4-BE49-F238E27FC236}">
                <a16:creationId xmlns:a16="http://schemas.microsoft.com/office/drawing/2014/main" id="{4B0603A7-FD76-E142-950F-40A4CCA78957}"/>
              </a:ext>
            </a:extLst>
          </p:cNvPr>
          <p:cNvSpPr txBox="1">
            <a:spLocks noChangeArrowheads="1"/>
          </p:cNvSpPr>
          <p:nvPr/>
        </p:nvSpPr>
        <p:spPr>
          <a:xfrm>
            <a:off x="695101" y="1464896"/>
            <a:ext cx="496447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receive messages, process  must have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device has unique 32-bit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does  IP address of host on which process runs suffice for identifying the process?</a:t>
            </a:r>
          </a:p>
        </p:txBody>
      </p:sp>
      <p:sp>
        <p:nvSpPr>
          <p:cNvPr id="62" name="Rectangle 4">
            <a:extLst>
              <a:ext uri="{FF2B5EF4-FFF2-40B4-BE49-F238E27FC236}">
                <a16:creationId xmlns:a16="http://schemas.microsoft.com/office/drawing/2014/main" id="{3FB47D89-608E-6B48-B260-00596EFC3969}"/>
              </a:ext>
            </a:extLst>
          </p:cNvPr>
          <p:cNvSpPr txBox="1">
            <a:spLocks noChangeArrowheads="1"/>
          </p:cNvSpPr>
          <p:nvPr/>
        </p:nvSpPr>
        <p:spPr>
          <a:xfrm>
            <a:off x="6056491" y="1464896"/>
            <a:ext cx="5573224" cy="5218112"/>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includes both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associated with process on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port numbers: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server: 80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25</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send HTTP message to gaia.cs.umass.edu web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128.119.245.12</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80</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shortly…</a:t>
            </a:r>
          </a:p>
        </p:txBody>
      </p:sp>
      <p:sp>
        <p:nvSpPr>
          <p:cNvPr id="63" name="Rectangle 3">
            <a:extLst>
              <a:ext uri="{FF2B5EF4-FFF2-40B4-BE49-F238E27FC236}">
                <a16:creationId xmlns:a16="http://schemas.microsoft.com/office/drawing/2014/main" id="{E09403B9-43A8-5149-B58E-34440F6ABEAA}"/>
              </a:ext>
            </a:extLst>
          </p:cNvPr>
          <p:cNvSpPr>
            <a:spLocks noChangeArrowheads="1"/>
          </p:cNvSpPr>
          <p:nvPr/>
        </p:nvSpPr>
        <p:spPr bwMode="auto">
          <a:xfrm>
            <a:off x="562285" y="4507034"/>
            <a:ext cx="4314515"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742950" marR="0" lvl="1" indent="-285750" algn="l" defTabSz="914400" rtl="0" eaLnBrk="1" fontAlgn="auto" latinLnBrk="0" hangingPunct="1">
              <a:lnSpc>
                <a:spcPct val="85000"/>
              </a:lnSpc>
              <a:spcBef>
                <a:spcPts val="0"/>
              </a:spcBef>
              <a:spcAft>
                <a:spcPts val="0"/>
              </a:spcAft>
              <a:buClr>
                <a:srgbClr val="000099"/>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processes can be running on same host</a:t>
            </a:r>
          </a:p>
        </p:txBody>
      </p:sp>
      <p:sp>
        <p:nvSpPr>
          <p:cNvPr id="6" name="Slide Number Placeholder 2">
            <a:extLst>
              <a:ext uri="{FF2B5EF4-FFF2-40B4-BE49-F238E27FC236}">
                <a16:creationId xmlns:a16="http://schemas.microsoft.com/office/drawing/2014/main" id="{21946457-0440-7A46-8315-47A8A412F95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1476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1">
                                            <p:txEl>
                                              <p:pRg st="2" end="2"/>
                                            </p:txEl>
                                          </p:spTgt>
                                        </p:tgtEl>
                                        <p:attrNameLst>
                                          <p:attrName>style.visibility</p:attrName>
                                        </p:attrNameLst>
                                      </p:cBhvr>
                                      <p:to>
                                        <p:strVal val="visible"/>
                                      </p:to>
                                    </p:set>
                                    <p:animEffect transition="in" filter="dissolve">
                                      <p:cBhvr>
                                        <p:cTn id="7" dur="500"/>
                                        <p:tgtEl>
                                          <p:spTgt spid="61">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3">
                                            <p:txEl>
                                              <p:pRg st="0" end="0"/>
                                            </p:txEl>
                                          </p:spTgt>
                                        </p:tgtEl>
                                        <p:attrNameLst>
                                          <p:attrName>style.visibility</p:attrName>
                                        </p:attrNameLst>
                                      </p:cBhvr>
                                      <p:to>
                                        <p:strVal val="visible"/>
                                      </p:to>
                                    </p:set>
                                    <p:animEffect transition="in" filter="dissolve">
                                      <p:cBhvr>
                                        <p:cTn id="12" dur="500"/>
                                        <p:tgtEl>
                                          <p:spTgt spid="63">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2">
                                            <p:txEl>
                                              <p:pRg st="0" end="0"/>
                                            </p:txEl>
                                          </p:spTgt>
                                        </p:tgtEl>
                                        <p:attrNameLst>
                                          <p:attrName>style.visibility</p:attrName>
                                        </p:attrNameLst>
                                      </p:cBhvr>
                                      <p:to>
                                        <p:strVal val="visible"/>
                                      </p:to>
                                    </p:set>
                                    <p:animEffect transition="in" filter="dissolve">
                                      <p:cBhvr>
                                        <p:cTn id="17" dur="500"/>
                                        <p:tgtEl>
                                          <p:spTgt spid="62">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2">
                                            <p:txEl>
                                              <p:pRg st="1" end="1"/>
                                            </p:txEl>
                                          </p:spTgt>
                                        </p:tgtEl>
                                        <p:attrNameLst>
                                          <p:attrName>style.visibility</p:attrName>
                                        </p:attrNameLst>
                                      </p:cBhvr>
                                      <p:to>
                                        <p:strVal val="visible"/>
                                      </p:to>
                                    </p:set>
                                    <p:animEffect transition="in" filter="dissolve">
                                      <p:cBhvr>
                                        <p:cTn id="20" dur="500"/>
                                        <p:tgtEl>
                                          <p:spTgt spid="62">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62">
                                            <p:txEl>
                                              <p:pRg st="2" end="2"/>
                                            </p:txEl>
                                          </p:spTgt>
                                        </p:tgtEl>
                                        <p:attrNameLst>
                                          <p:attrName>style.visibility</p:attrName>
                                        </p:attrNameLst>
                                      </p:cBhvr>
                                      <p:to>
                                        <p:strVal val="visible"/>
                                      </p:to>
                                    </p:set>
                                    <p:animEffect transition="in" filter="dissolve">
                                      <p:cBhvr>
                                        <p:cTn id="23" dur="500"/>
                                        <p:tgtEl>
                                          <p:spTgt spid="62">
                                            <p:txEl>
                                              <p:pRg st="2" end="2"/>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62">
                                            <p:txEl>
                                              <p:pRg st="3" end="3"/>
                                            </p:txEl>
                                          </p:spTgt>
                                        </p:tgtEl>
                                        <p:attrNameLst>
                                          <p:attrName>style.visibility</p:attrName>
                                        </p:attrNameLst>
                                      </p:cBhvr>
                                      <p:to>
                                        <p:strVal val="visible"/>
                                      </p:to>
                                    </p:set>
                                    <p:animEffect transition="in" filter="dissolve">
                                      <p:cBhvr>
                                        <p:cTn id="26" dur="500"/>
                                        <p:tgtEl>
                                          <p:spTgt spid="62">
                                            <p:txEl>
                                              <p:pRg st="3" end="3"/>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2">
                                            <p:txEl>
                                              <p:pRg st="4" end="4"/>
                                            </p:txEl>
                                          </p:spTgt>
                                        </p:tgtEl>
                                        <p:attrNameLst>
                                          <p:attrName>style.visibility</p:attrName>
                                        </p:attrNameLst>
                                      </p:cBhvr>
                                      <p:to>
                                        <p:strVal val="visible"/>
                                      </p:to>
                                    </p:set>
                                    <p:animEffect transition="in" filter="dissolve">
                                      <p:cBhvr>
                                        <p:cTn id="31" dur="500"/>
                                        <p:tgtEl>
                                          <p:spTgt spid="62">
                                            <p:txEl>
                                              <p:pRg st="4" end="4"/>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2">
                                            <p:txEl>
                                              <p:pRg st="5" end="5"/>
                                            </p:txEl>
                                          </p:spTgt>
                                        </p:tgtEl>
                                        <p:attrNameLst>
                                          <p:attrName>style.visibility</p:attrName>
                                        </p:attrNameLst>
                                      </p:cBhvr>
                                      <p:to>
                                        <p:strVal val="visible"/>
                                      </p:to>
                                    </p:set>
                                    <p:animEffect transition="in" filter="dissolve">
                                      <p:cBhvr>
                                        <p:cTn id="34" dur="500"/>
                                        <p:tgtEl>
                                          <p:spTgt spid="62">
                                            <p:txEl>
                                              <p:pRg st="5" end="5"/>
                                            </p:txEl>
                                          </p:spTgt>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62">
                                            <p:txEl>
                                              <p:pRg st="6" end="6"/>
                                            </p:txEl>
                                          </p:spTgt>
                                        </p:tgtEl>
                                        <p:attrNameLst>
                                          <p:attrName>style.visibility</p:attrName>
                                        </p:attrNameLst>
                                      </p:cBhvr>
                                      <p:to>
                                        <p:strVal val="visible"/>
                                      </p:to>
                                    </p:set>
                                    <p:animEffect transition="in" filter="dissolve">
                                      <p:cBhvr>
                                        <p:cTn id="37" dur="500"/>
                                        <p:tgtEl>
                                          <p:spTgt spid="62">
                                            <p:txEl>
                                              <p:pRg st="6" end="6"/>
                                            </p:txEl>
                                          </p:spTgt>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62">
                                            <p:txEl>
                                              <p:pRg st="7" end="7"/>
                                            </p:txEl>
                                          </p:spTgt>
                                        </p:tgtEl>
                                        <p:attrNameLst>
                                          <p:attrName>style.visibility</p:attrName>
                                        </p:attrNameLst>
                                      </p:cBhvr>
                                      <p:to>
                                        <p:strVal val="visible"/>
                                      </p:to>
                                    </p:set>
                                    <p:animEffect transition="in" filter="dissolve">
                                      <p:cBhvr>
                                        <p:cTn id="40" dur="500"/>
                                        <p:tgtEl>
                                          <p:spTgt spid="6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uiExpand="1"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An application-layer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rotocol </a:t>
            </a:r>
            <a:r>
              <a:rPr lang="en-US" altLang="en-US" dirty="0">
                <a:ea typeface="ＭＳ Ｐゴシック" panose="020B0600070205080204" pitchFamily="34" charset="-128"/>
              </a:rPr>
              <a:t>d</a:t>
            </a:r>
            <a:r>
              <a:rPr lang="en-US" altLang="en-US" sz="4400" dirty="0">
                <a:ea typeface="ＭＳ Ｐゴシック" panose="020B0600070205080204" pitchFamily="34" charset="-128"/>
              </a:rPr>
              <a:t>efines:</a:t>
            </a:r>
            <a:endParaRPr lang="en-US" sz="4400" dirty="0"/>
          </a:p>
        </p:txBody>
      </p:sp>
      <p:sp>
        <p:nvSpPr>
          <p:cNvPr id="7" name="Rectangle 3">
            <a:extLst>
              <a:ext uri="{FF2B5EF4-FFF2-40B4-BE49-F238E27FC236}">
                <a16:creationId xmlns:a16="http://schemas.microsoft.com/office/drawing/2014/main" id="{8251B37A-10ED-6C4A-A5F1-4B1BE824E86A}"/>
              </a:ext>
            </a:extLst>
          </p:cNvPr>
          <p:cNvSpPr txBox="1">
            <a:spLocks noChangeArrowheads="1"/>
          </p:cNvSpPr>
          <p:nvPr/>
        </p:nvSpPr>
        <p:spPr>
          <a:xfrm>
            <a:off x="759182" y="1464838"/>
            <a:ext cx="529730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types of messages exchanged,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request, response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syntax: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fields in messages &amp; how fields are delineated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semantics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meaning of information in fields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rules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when and how processes send &amp; respond to messages</a:t>
            </a:r>
          </a:p>
        </p:txBody>
      </p:sp>
      <p:sp>
        <p:nvSpPr>
          <p:cNvPr id="8" name="Rectangle 4">
            <a:extLst>
              <a:ext uri="{FF2B5EF4-FFF2-40B4-BE49-F238E27FC236}">
                <a16:creationId xmlns:a16="http://schemas.microsoft.com/office/drawing/2014/main" id="{E3FA004C-2235-334F-8814-1F36401D2A86}"/>
              </a:ext>
            </a:extLst>
          </p:cNvPr>
          <p:cNvSpPr txBox="1">
            <a:spLocks noChangeArrowheads="1"/>
          </p:cNvSpPr>
          <p:nvPr/>
        </p:nvSpPr>
        <p:spPr>
          <a:xfrm>
            <a:off x="6555631" y="1474670"/>
            <a:ext cx="475866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open protocols:</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in RFCs, everyone has access to protocol definition</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allows for interoperability</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HTTP,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proprietary protocols:</a:t>
            </a:r>
          </a:p>
          <a:p>
            <a:pPr marL="527050"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Skype, Zoom</a:t>
            </a:r>
          </a:p>
        </p:txBody>
      </p:sp>
      <p:sp>
        <p:nvSpPr>
          <p:cNvPr id="5" name="Slide Number Placeholder 2">
            <a:extLst>
              <a:ext uri="{FF2B5EF4-FFF2-40B4-BE49-F238E27FC236}">
                <a16:creationId xmlns:a16="http://schemas.microsoft.com/office/drawing/2014/main" id="{2BFE3DF4-2D02-7D4F-B76E-99CD4324F9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1336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7">
                                            <p:txEl>
                                              <p:pRg st="5" end="5"/>
                                            </p:txEl>
                                          </p:spTgt>
                                        </p:tgtEl>
                                        <p:attrNameLst>
                                          <p:attrName>style.visibility</p:attrName>
                                        </p:attrNameLst>
                                      </p:cBhvr>
                                      <p:to>
                                        <p:strVal val="visible"/>
                                      </p:to>
                                    </p:set>
                                    <p:animEffect transition="in" filter="dissolve">
                                      <p:cBhvr>
                                        <p:cTn id="18" dur="500"/>
                                        <p:tgtEl>
                                          <p:spTgt spid="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0" end="0"/>
                                            </p:txEl>
                                          </p:spTgt>
                                        </p:tgtEl>
                                        <p:attrNameLst>
                                          <p:attrName>style.visibility</p:attrName>
                                        </p:attrNameLst>
                                      </p:cBhvr>
                                      <p:to>
                                        <p:strVal val="visible"/>
                                      </p:to>
                                    </p:set>
                                    <p:animEffect transition="in" filter="dissolve">
                                      <p:cBhvr>
                                        <p:cTn id="28" dur="500"/>
                                        <p:tgtEl>
                                          <p:spTgt spid="8">
                                            <p:txEl>
                                              <p:pRg st="0" end="0"/>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8">
                                            <p:txEl>
                                              <p:pRg st="1" end="1"/>
                                            </p:txEl>
                                          </p:spTgt>
                                        </p:tgtEl>
                                        <p:attrNameLst>
                                          <p:attrName>style.visibility</p:attrName>
                                        </p:attrNameLst>
                                      </p:cBhvr>
                                      <p:to>
                                        <p:strVal val="visible"/>
                                      </p:to>
                                    </p:set>
                                    <p:animEffect transition="in" filter="dissolve">
                                      <p:cBhvr>
                                        <p:cTn id="31" dur="500"/>
                                        <p:tgtEl>
                                          <p:spTgt spid="8">
                                            <p:txEl>
                                              <p:pRg st="1" end="1"/>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8">
                                            <p:txEl>
                                              <p:pRg st="2" end="2"/>
                                            </p:txEl>
                                          </p:spTgt>
                                        </p:tgtEl>
                                        <p:attrNameLst>
                                          <p:attrName>style.visibility</p:attrName>
                                        </p:attrNameLst>
                                      </p:cBhvr>
                                      <p:to>
                                        <p:strVal val="visible"/>
                                      </p:to>
                                    </p:set>
                                    <p:animEffect transition="in" filter="dissolve">
                                      <p:cBhvr>
                                        <p:cTn id="34" dur="500"/>
                                        <p:tgtEl>
                                          <p:spTgt spid="8">
                                            <p:txEl>
                                              <p:pRg st="2" end="2"/>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3" end="3"/>
                                            </p:txEl>
                                          </p:spTgt>
                                        </p:tgtEl>
                                        <p:attrNameLst>
                                          <p:attrName>style.visibility</p:attrName>
                                        </p:attrNameLst>
                                      </p:cBhvr>
                                      <p:to>
                                        <p:strVal val="visible"/>
                                      </p:to>
                                    </p:set>
                                    <p:animEffect transition="in" filter="dissolve">
                                      <p:cBhvr>
                                        <p:cTn id="37" dur="500"/>
                                        <p:tgtEl>
                                          <p:spTgt spid="8">
                                            <p:txEl>
                                              <p:pRg st="3" end="3"/>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4" end="4"/>
                                            </p:txEl>
                                          </p:spTgt>
                                        </p:tgtEl>
                                        <p:attrNameLst>
                                          <p:attrName>style.visibility</p:attrName>
                                        </p:attrNameLst>
                                      </p:cBhvr>
                                      <p:to>
                                        <p:strVal val="visible"/>
                                      </p:to>
                                    </p:set>
                                    <p:animEffect transition="in" filter="dissolve">
                                      <p:cBhvr>
                                        <p:cTn id="40" dur="500"/>
                                        <p:tgtEl>
                                          <p:spTgt spid="8">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5" end="5"/>
                                            </p:txEl>
                                          </p:spTgt>
                                        </p:tgtEl>
                                        <p:attrNameLst>
                                          <p:attrName>style.visibility</p:attrName>
                                        </p:attrNameLst>
                                      </p:cBhvr>
                                      <p:to>
                                        <p:strVal val="visible"/>
                                      </p:to>
                                    </p:set>
                                    <p:animEffect transition="in" filter="dissolve">
                                      <p:cBhvr>
                                        <p:cTn id="43" dur="500"/>
                                        <p:tgtEl>
                                          <p:spTgt spid="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What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does an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 need?</a:t>
            </a:r>
            <a:endParaRPr lang="en-US" sz="4400" dirty="0"/>
          </a:p>
        </p:txBody>
      </p:sp>
      <p:sp>
        <p:nvSpPr>
          <p:cNvPr id="10" name="Rectangle 3">
            <a:extLst>
              <a:ext uri="{FF2B5EF4-FFF2-40B4-BE49-F238E27FC236}">
                <a16:creationId xmlns:a16="http://schemas.microsoft.com/office/drawing/2014/main" id="{FA2F19F9-C8D7-114F-8257-FB4D95438E3B}"/>
              </a:ext>
            </a:extLst>
          </p:cNvPr>
          <p:cNvSpPr txBox="1">
            <a:spLocks noChangeArrowheads="1"/>
          </p:cNvSpPr>
          <p:nvPr/>
        </p:nvSpPr>
        <p:spPr>
          <a:xfrm>
            <a:off x="676025" y="1406872"/>
            <a:ext cx="4972505" cy="27971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data integrity</a:t>
            </a:r>
          </a:p>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apps (e.g., file transfer, web transactions) require 100% reliable data transfer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other apps (e.g., audio) can tolerate some loss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A728678F-8DEF-4046-89DA-20D9B309E935}"/>
              </a:ext>
            </a:extLst>
          </p:cNvPr>
          <p:cNvSpPr txBox="1">
            <a:spLocks noChangeArrowheads="1"/>
          </p:cNvSpPr>
          <p:nvPr/>
        </p:nvSpPr>
        <p:spPr>
          <a:xfrm>
            <a:off x="544999" y="4365808"/>
            <a:ext cx="5572612" cy="244316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timing</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Internet telephony, interactive games) require low delay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99205150-A642-0847-95C4-8C48A24DAC8A}"/>
              </a:ext>
            </a:extLst>
          </p:cNvPr>
          <p:cNvSpPr>
            <a:spLocks noChangeArrowheads="1"/>
          </p:cNvSpPr>
          <p:nvPr/>
        </p:nvSpPr>
        <p:spPr bwMode="auto">
          <a:xfrm>
            <a:off x="6586691" y="1377376"/>
            <a:ext cx="4972505" cy="3362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throughput</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multimedia) require minimum amount of throughput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other apps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 apps”) make use of whatever throughput they get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5EA7119B-8447-E949-AF1B-51F99BABCA4A}"/>
              </a:ext>
            </a:extLst>
          </p:cNvPr>
          <p:cNvSpPr>
            <a:spLocks noChangeArrowheads="1"/>
          </p:cNvSpPr>
          <p:nvPr/>
        </p:nvSpPr>
        <p:spPr bwMode="auto">
          <a:xfrm>
            <a:off x="6640666" y="4830189"/>
            <a:ext cx="4533593" cy="12715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security</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encryption, data integrity, …</a:t>
            </a:r>
          </a:p>
        </p:txBody>
      </p:sp>
      <p:sp>
        <p:nvSpPr>
          <p:cNvPr id="7" name="Slide Number Placeholder 2">
            <a:extLst>
              <a:ext uri="{FF2B5EF4-FFF2-40B4-BE49-F238E27FC236}">
                <a16:creationId xmlns:a16="http://schemas.microsoft.com/office/drawing/2014/main" id="{54A58A9F-013E-E14B-A97A-3F5139157AF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4211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dissolve">
                                      <p:cBhvr>
                                        <p:cTn id="7" dur="500"/>
                                        <p:tgtEl>
                                          <p:spTgt spid="1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1" end="1"/>
                                            </p:txEl>
                                          </p:spTgt>
                                        </p:tgtEl>
                                        <p:attrNameLst>
                                          <p:attrName>style.visibility</p:attrName>
                                        </p:attrNameLst>
                                      </p:cBhvr>
                                      <p:to>
                                        <p:strVal val="visible"/>
                                      </p:to>
                                    </p:set>
                                    <p:animEffect transition="in" filter="dissolve">
                                      <p:cBhvr>
                                        <p:cTn id="10" dur="500"/>
                                        <p:tgtEl>
                                          <p:spTgt spid="11">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3">
                                            <p:txEl>
                                              <p:pRg st="0" end="0"/>
                                            </p:txEl>
                                          </p:spTgt>
                                        </p:tgtEl>
                                        <p:attrNameLst>
                                          <p:attrName>style.visibility</p:attrName>
                                        </p:attrNameLst>
                                      </p:cBhvr>
                                      <p:to>
                                        <p:strVal val="visible"/>
                                      </p:to>
                                    </p:set>
                                    <p:animEffect transition="in" filter="dissolve">
                                      <p:cBhvr>
                                        <p:cTn id="20" dur="500"/>
                                        <p:tgtEl>
                                          <p:spTgt spid="13">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3">
                                            <p:txEl>
                                              <p:pRg st="1" end="1"/>
                                            </p:txEl>
                                          </p:spTgt>
                                        </p:tgtEl>
                                        <p:attrNameLst>
                                          <p:attrName>style.visibility</p:attrName>
                                        </p:attrNameLst>
                                      </p:cBhvr>
                                      <p:to>
                                        <p:strVal val="visible"/>
                                      </p:to>
                                    </p:set>
                                    <p:animEffect transition="in" filter="dissolve">
                                      <p:cBhvr>
                                        <p:cTn id="23" dur="500"/>
                                        <p:tgtEl>
                                          <p:spTgt spid="1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fontScale="90000"/>
          </a:bodyPr>
          <a:lstStyle/>
          <a:p>
            <a:r>
              <a:rPr lang="en-US" altLang="en-US" sz="4400" dirty="0">
                <a:ea typeface="ＭＳ Ｐゴシック" panose="020B0600070205080204" pitchFamily="34" charset="-128"/>
              </a:rPr>
              <a:t>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a:t>
            </a:r>
            <a:r>
              <a:rPr lang="en-US" altLang="en-US" dirty="0">
                <a:ea typeface="ＭＳ Ｐゴシック" panose="020B0600070205080204" pitchFamily="34" charset="-128"/>
              </a:rPr>
              <a:t>r</a:t>
            </a:r>
            <a:r>
              <a:rPr lang="en-US" altLang="en-US" sz="4400" dirty="0">
                <a:ea typeface="ＭＳ Ｐゴシック" panose="020B0600070205080204" pitchFamily="34" charset="-128"/>
              </a:rPr>
              <a:t>equirements: common apps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audio/video</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Text Box 4">
            <a:extLst>
              <a:ext uri="{FF2B5EF4-FFF2-40B4-BE49-F238E27FC236}">
                <a16:creationId xmlns:a16="http://schemas.microsoft.com/office/drawing/2014/main" id="{AFA70EB7-D6E6-AF43-A3B7-A9035670635E}"/>
              </a:ext>
            </a:extLst>
          </p:cNvPr>
          <p:cNvSpPr txBox="1">
            <a:spLocks noChangeArrowheads="1"/>
          </p:cNvSpPr>
          <p:nvPr/>
        </p:nvSpPr>
        <p:spPr bwMode="auto">
          <a:xfrm>
            <a:off x="3947968" y="1539349"/>
            <a:ext cx="2009076"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loss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5">
            <a:extLst>
              <a:ext uri="{FF2B5EF4-FFF2-40B4-BE49-F238E27FC236}">
                <a16:creationId xmlns:a16="http://schemas.microsoft.com/office/drawing/2014/main" id="{2B53E900-CFB4-8641-AD80-727AE9380A18}"/>
              </a:ext>
            </a:extLst>
          </p:cNvPr>
          <p:cNvSpPr txBox="1">
            <a:spLocks noChangeArrowheads="1"/>
          </p:cNvSpPr>
          <p:nvPr/>
        </p:nvSpPr>
        <p:spPr bwMode="auto">
          <a:xfrm>
            <a:off x="5991692" y="1537762"/>
            <a:ext cx="3025344"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throughput</a:t>
            </a: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audio: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5Kbps-1Mbps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10Kbps-5Mbps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same as above </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p:txBody>
      </p:sp>
      <p:sp>
        <p:nvSpPr>
          <p:cNvPr id="16" name="Text Box 6">
            <a:extLst>
              <a:ext uri="{FF2B5EF4-FFF2-40B4-BE49-F238E27FC236}">
                <a16:creationId xmlns:a16="http://schemas.microsoft.com/office/drawing/2014/main" id="{7DDCF5FE-9982-C44D-9FFC-E56BA98BF00E}"/>
              </a:ext>
            </a:extLst>
          </p:cNvPr>
          <p:cNvSpPr txBox="1">
            <a:spLocks noChangeArrowheads="1"/>
          </p:cNvSpPr>
          <p:nvPr/>
        </p:nvSpPr>
        <p:spPr bwMode="auto">
          <a:xfrm>
            <a:off x="9439064" y="1585760"/>
            <a:ext cx="2936433"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 sensitive?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few secs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and no</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Slide Number Placeholder 2">
            <a:extLst>
              <a:ext uri="{FF2B5EF4-FFF2-40B4-BE49-F238E27FC236}">
                <a16:creationId xmlns:a16="http://schemas.microsoft.com/office/drawing/2014/main" id="{DCA62624-6B99-2E4F-9C54-E08632D8D1A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570208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Internet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protocols services</a:t>
            </a:r>
            <a:endParaRPr lang="en-US" sz="4400" dirty="0"/>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6016137"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service: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transport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between sending and receiving process</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won’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overwhelm receiver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congestion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throttle sender when network overloaded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connection-oriented:</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setup required between client and server processes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 not provide:</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timing, minimum throughput guarantee, security</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6924091" y="1395634"/>
            <a:ext cx="5038725"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8138"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UDP service: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unreliable data transfer</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between sending and receiving process</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does not provide:</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reliability, flow control, congestion control, timing, throughput guarantee, security, or connection setup.</a:t>
            </a:r>
          </a:p>
        </p:txBody>
      </p:sp>
      <p:sp>
        <p:nvSpPr>
          <p:cNvPr id="19" name="Rectangle 4">
            <a:extLst>
              <a:ext uri="{FF2B5EF4-FFF2-40B4-BE49-F238E27FC236}">
                <a16:creationId xmlns:a16="http://schemas.microsoft.com/office/drawing/2014/main" id="{A063EBCE-3A03-8F4C-B279-46497740F45C}"/>
              </a:ext>
            </a:extLst>
          </p:cNvPr>
          <p:cNvSpPr txBox="1">
            <a:spLocks noChangeArrowheads="1"/>
          </p:cNvSpPr>
          <p:nvPr/>
        </p:nvSpPr>
        <p:spPr>
          <a:xfrm>
            <a:off x="7316721" y="5388865"/>
            <a:ext cx="3651156" cy="125964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why bother?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is there a UDP?</a:t>
            </a:r>
          </a:p>
        </p:txBody>
      </p:sp>
      <p:sp>
        <p:nvSpPr>
          <p:cNvPr id="6" name="Slide Number Placeholder 2">
            <a:extLst>
              <a:ext uri="{FF2B5EF4-FFF2-40B4-BE49-F238E27FC236}">
                <a16:creationId xmlns:a16="http://schemas.microsoft.com/office/drawing/2014/main" id="{F16E5A18-9D2E-8A4C-A214-8B012F33094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1887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7">
                                            <p:txEl>
                                              <p:pRg st="3" end="3"/>
                                            </p:txEl>
                                          </p:spTgt>
                                        </p:tgtEl>
                                        <p:attrNameLst>
                                          <p:attrName>style.visibility</p:attrName>
                                        </p:attrNameLst>
                                      </p:cBhvr>
                                      <p:to>
                                        <p:strVal val="visible"/>
                                      </p:to>
                                    </p:set>
                                    <p:animEffect transition="in" filter="dissolve">
                                      <p:cBhvr>
                                        <p:cTn id="16" dur="500"/>
                                        <p:tgtEl>
                                          <p:spTgt spid="17">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7">
                                            <p:txEl>
                                              <p:pRg st="4" end="4"/>
                                            </p:txEl>
                                          </p:spTgt>
                                        </p:tgtEl>
                                        <p:attrNameLst>
                                          <p:attrName>style.visibility</p:attrName>
                                        </p:attrNameLst>
                                      </p:cBhvr>
                                      <p:to>
                                        <p:strVal val="visible"/>
                                      </p:to>
                                    </p:set>
                                    <p:animEffect transition="in" filter="dissolve">
                                      <p:cBhvr>
                                        <p:cTn id="19" dur="500"/>
                                        <p:tgtEl>
                                          <p:spTgt spid="17">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7">
                                            <p:txEl>
                                              <p:pRg st="5" end="5"/>
                                            </p:txEl>
                                          </p:spTgt>
                                        </p:tgtEl>
                                        <p:attrNameLst>
                                          <p:attrName>style.visibility</p:attrName>
                                        </p:attrNameLst>
                                      </p:cBhvr>
                                      <p:to>
                                        <p:strVal val="visible"/>
                                      </p:to>
                                    </p:set>
                                    <p:animEffect transition="in" filter="dissolve">
                                      <p:cBhvr>
                                        <p:cTn id="22" dur="500"/>
                                        <p:tgtEl>
                                          <p:spTgt spid="17">
                                            <p:txEl>
                                              <p:pRg st="5" end="5"/>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xEl>
                                              <p:pRg st="0" end="0"/>
                                            </p:txEl>
                                          </p:spTgt>
                                        </p:tgtEl>
                                        <p:attrNameLst>
                                          <p:attrName>style.visibility</p:attrName>
                                        </p:attrNameLst>
                                      </p:cBhvr>
                                      <p:to>
                                        <p:strVal val="visible"/>
                                      </p:to>
                                    </p:set>
                                    <p:animEffect transition="in" filter="dissolve">
                                      <p:cBhvr>
                                        <p:cTn id="27" dur="500"/>
                                        <p:tgtEl>
                                          <p:spTgt spid="18">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8">
                                            <p:txEl>
                                              <p:pRg st="1" end="1"/>
                                            </p:txEl>
                                          </p:spTgt>
                                        </p:tgtEl>
                                        <p:attrNameLst>
                                          <p:attrName>style.visibility</p:attrName>
                                        </p:attrNameLst>
                                      </p:cBhvr>
                                      <p:to>
                                        <p:strVal val="visible"/>
                                      </p:to>
                                    </p:set>
                                    <p:animEffect transition="in" filter="dissolve">
                                      <p:cBhvr>
                                        <p:cTn id="30" dur="500"/>
                                        <p:tgtEl>
                                          <p:spTgt spid="18">
                                            <p:txEl>
                                              <p:pRg st="1" end="1"/>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18">
                                            <p:txEl>
                                              <p:pRg st="2" end="2"/>
                                            </p:txEl>
                                          </p:spTgt>
                                        </p:tgtEl>
                                        <p:attrNameLst>
                                          <p:attrName>style.visibility</p:attrName>
                                        </p:attrNameLst>
                                      </p:cBhvr>
                                      <p:to>
                                        <p:strVal val="visible"/>
                                      </p:to>
                                    </p:set>
                                    <p:animEffect transition="in" filter="dissolve">
                                      <p:cBhvr>
                                        <p:cTn id="33" dur="500"/>
                                        <p:tgtEl>
                                          <p:spTgt spid="18">
                                            <p:txEl>
                                              <p:pRg st="2" end="2"/>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9">
                                            <p:txEl>
                                              <p:pRg st="0" end="0"/>
                                            </p:txEl>
                                          </p:spTgt>
                                        </p:tgtEl>
                                        <p:attrNameLst>
                                          <p:attrName>style.visibility</p:attrName>
                                        </p:attrNameLst>
                                      </p:cBhvr>
                                      <p:to>
                                        <p:strVal val="visible"/>
                                      </p:to>
                                    </p:set>
                                    <p:animEffect transition="in" filter="dissolve">
                                      <p:cBhvr>
                                        <p:cTn id="38" dur="500"/>
                                        <p:tgtEl>
                                          <p:spTgt spid="1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fontScale="90000"/>
          </a:bodyPr>
          <a:lstStyle/>
          <a:p>
            <a:r>
              <a:rPr lang="en-US" altLang="en-US" sz="4400" dirty="0">
                <a:ea typeface="ＭＳ Ｐゴシック" panose="020B0600070205080204" pitchFamily="34" charset="-128"/>
              </a:rPr>
              <a:t>Internet applications, and transport protocols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telephony</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8" name="Text Box 4">
            <a:extLst>
              <a:ext uri="{FF2B5EF4-FFF2-40B4-BE49-F238E27FC236}">
                <a16:creationId xmlns:a16="http://schemas.microsoft.com/office/drawing/2014/main" id="{5B1BE3BE-D970-9F49-A4D6-24B7C05F2DA3}"/>
              </a:ext>
            </a:extLst>
          </p:cNvPr>
          <p:cNvSpPr txBox="1">
            <a:spLocks noChangeArrowheads="1"/>
          </p:cNvSpPr>
          <p:nvPr/>
        </p:nvSpPr>
        <p:spPr bwMode="auto">
          <a:xfrm>
            <a:off x="4375021" y="1113609"/>
            <a:ext cx="4019427" cy="5153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FTP [RFC 959]</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[RFC 5321]</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[RFC 7230,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9110</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SIP [RFC 3261], RTP [RFC 3550], or proprietary HTTP [RFC 7230], DASH</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WOW, FPS (proprietary) </a:t>
            </a:r>
            <a:b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b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Text Box 3">
            <a:extLst>
              <a:ext uri="{FF2B5EF4-FFF2-40B4-BE49-F238E27FC236}">
                <a16:creationId xmlns:a16="http://schemas.microsoft.com/office/drawing/2014/main" id="{EC200A6A-DCEC-4843-B6A0-ED8F92661D9A}"/>
              </a:ext>
            </a:extLst>
          </p:cNvPr>
          <p:cNvSpPr txBox="1">
            <a:spLocks noChangeArrowheads="1"/>
          </p:cNvSpPr>
          <p:nvPr/>
        </p:nvSpPr>
        <p:spPr bwMode="auto">
          <a:xfrm>
            <a:off x="8407541" y="1566040"/>
            <a:ext cx="2914772"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or UDP</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or TCP</a:t>
            </a:r>
          </a:p>
        </p:txBody>
      </p:sp>
      <p:sp>
        <p:nvSpPr>
          <p:cNvPr id="13" name="Slide Number Placeholder 2">
            <a:extLst>
              <a:ext uri="{FF2B5EF4-FFF2-40B4-BE49-F238E27FC236}">
                <a16:creationId xmlns:a16="http://schemas.microsoft.com/office/drawing/2014/main" id="{93C3B59E-F3F5-494A-B878-7AC0C33A93C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429235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solidFill>
                  <a:srgbClr val="0000A8"/>
                </a:solidFill>
                <a:ea typeface="ＭＳ Ｐゴシック" panose="020B0600070205080204" pitchFamily="34" charset="-128"/>
              </a:rPr>
              <a:t>Securing TCP</a:t>
            </a:r>
            <a:endParaRPr lang="en-US" sz="4400" dirty="0">
              <a:solidFill>
                <a:srgbClr val="0000A8"/>
              </a:solidFill>
            </a:endParaRPr>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5957195"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Vanilla TCP &amp; UDP sockets:</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encryption</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cleartext passwords sent into socket traverse Internet  in cleartext (!)</a:t>
            </a:r>
          </a:p>
          <a:p>
            <a:pPr marL="0" marR="0" lvl="0" indent="0" algn="l" defTabSz="914400" rtl="0" eaLnBrk="1" fontAlgn="auto" latinLnBrk="0" hangingPunct="1">
              <a:lnSpc>
                <a:spcPct val="90000"/>
              </a:lnSpc>
              <a:spcBef>
                <a:spcPts val="1000"/>
              </a:spcBef>
              <a:spcAft>
                <a:spcPts val="0"/>
              </a:spcAft>
              <a:buClr>
                <a:srgbClr val="0000A3"/>
              </a:buClr>
              <a:buSzTx/>
              <a:buFont typeface="Wingdings"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 Security </a:t>
            </a: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(TLS) </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provides encrypted TCP connections</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integrity</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end-point authenticatio</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7115815" y="1395634"/>
            <a:ext cx="451458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2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TLS implemented in application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apps use TLS libraries, that use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in turn</a:t>
            </a:r>
            <a:endPar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endParaRP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cleartext sent into “socket”  traverse Internet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Chapter 8</a:t>
            </a:r>
          </a:p>
        </p:txBody>
      </p:sp>
      <p:sp>
        <p:nvSpPr>
          <p:cNvPr id="5" name="Slide Number Placeholder 2">
            <a:extLst>
              <a:ext uri="{FF2B5EF4-FFF2-40B4-BE49-F238E27FC236}">
                <a16:creationId xmlns:a16="http://schemas.microsoft.com/office/drawing/2014/main" id="{D4741FF1-2F57-E94D-AE55-790B077EB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83792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7">
                                            <p:txEl>
                                              <p:pRg st="3" end="3"/>
                                            </p:txEl>
                                          </p:spTgt>
                                        </p:tgtEl>
                                        <p:attrNameLst>
                                          <p:attrName>style.visibility</p:attrName>
                                        </p:attrNameLst>
                                      </p:cBhvr>
                                      <p:to>
                                        <p:strVal val="visible"/>
                                      </p:to>
                                    </p:set>
                                    <p:animEffect transition="in" filter="dissolve">
                                      <p:cBhvr>
                                        <p:cTn id="18" dur="500"/>
                                        <p:tgtEl>
                                          <p:spTgt spid="17">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7">
                                            <p:txEl>
                                              <p:pRg st="4" end="4"/>
                                            </p:txEl>
                                          </p:spTgt>
                                        </p:tgtEl>
                                        <p:attrNameLst>
                                          <p:attrName>style.visibility</p:attrName>
                                        </p:attrNameLst>
                                      </p:cBhvr>
                                      <p:to>
                                        <p:strVal val="visible"/>
                                      </p:to>
                                    </p:set>
                                    <p:animEffect transition="in" filter="dissolve">
                                      <p:cBhvr>
                                        <p:cTn id="21" dur="500"/>
                                        <p:tgtEl>
                                          <p:spTgt spid="17">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7">
                                            <p:txEl>
                                              <p:pRg st="5" end="5"/>
                                            </p:txEl>
                                          </p:spTgt>
                                        </p:tgtEl>
                                        <p:attrNameLst>
                                          <p:attrName>style.visibility</p:attrName>
                                        </p:attrNameLst>
                                      </p:cBhvr>
                                      <p:to>
                                        <p:strVal val="visible"/>
                                      </p:to>
                                    </p:set>
                                    <p:animEffect transition="in" filter="dissolve">
                                      <p:cBhvr>
                                        <p:cTn id="24" dur="500"/>
                                        <p:tgtEl>
                                          <p:spTgt spid="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xEl>
                                              <p:pRg st="6" end="6"/>
                                            </p:txEl>
                                          </p:spTgt>
                                        </p:tgtEl>
                                        <p:attrNameLst>
                                          <p:attrName>style.visibility</p:attrName>
                                        </p:attrNameLst>
                                      </p:cBhvr>
                                      <p:to>
                                        <p:strVal val="visible"/>
                                      </p:to>
                                    </p:set>
                                    <p:animEffect transition="in" filter="dissolve">
                                      <p:cBhvr>
                                        <p:cTn id="27" dur="500"/>
                                        <p:tgtEl>
                                          <p:spTgt spid="17">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dissolve">
                                      <p:cBhvr>
                                        <p:cTn id="3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uiExpand="1" build="p"/>
      <p:bldP spid="18"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Principles of network applications</a:t>
            </a:r>
          </a:p>
          <a:p>
            <a:pPr marL="401638" marR="0" lvl="0" indent="-401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Web and HTTP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E-mail, SMTP, IMAP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The 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P2P applications</a:t>
            </a:r>
          </a:p>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video streaming and content distribution networks</a:t>
            </a:r>
          </a:p>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socket programming with UDP and TCP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8" name="Picture 7" descr="Kurose&amp;Ross 8th edition photo">
            <a:extLst>
              <a:ext uri="{FF2B5EF4-FFF2-40B4-BE49-F238E27FC236}">
                <a16:creationId xmlns:a16="http://schemas.microsoft.com/office/drawing/2014/main" id="{95F7992F-0B40-8A40-9C6C-9B0007DB8C1A}"/>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428083705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Web and HTTP</a:t>
            </a:r>
            <a:endParaRPr lang="en-US" sz="4400" dirty="0"/>
          </a:p>
        </p:txBody>
      </p:sp>
      <p:sp>
        <p:nvSpPr>
          <p:cNvPr id="8" name="Rectangle 3">
            <a:extLst>
              <a:ext uri="{FF2B5EF4-FFF2-40B4-BE49-F238E27FC236}">
                <a16:creationId xmlns:a16="http://schemas.microsoft.com/office/drawing/2014/main" id="{2AB7AFB9-05B7-8F45-B2AB-A2B2DBC22CCE}"/>
              </a:ext>
            </a:extLst>
          </p:cNvPr>
          <p:cNvSpPr txBox="1">
            <a:spLocks noChangeArrowheads="1"/>
          </p:cNvSpPr>
          <p:nvPr/>
        </p:nvSpPr>
        <p:spPr>
          <a:xfrm>
            <a:off x="669395" y="1559756"/>
            <a:ext cx="10774192"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First, a quick review…</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objects,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each of</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which can be stored on different Web servers</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 can be HTML file, JPEG image, Java applet, audio file,…</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base HTML-file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which includes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several referenced objects, each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addressable by a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URL,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3" name="Group 10">
            <a:extLst>
              <a:ext uri="{FF2B5EF4-FFF2-40B4-BE49-F238E27FC236}">
                <a16:creationId xmlns:a16="http://schemas.microsoft.com/office/drawing/2014/main" id="{A0C8A734-DC35-F347-AF3E-C7E64B7D785E}"/>
              </a:ext>
            </a:extLst>
          </p:cNvPr>
          <p:cNvGrpSpPr>
            <a:grpSpLocks/>
          </p:cNvGrpSpPr>
          <p:nvPr/>
        </p:nvGrpSpPr>
        <p:grpSpPr bwMode="auto">
          <a:xfrm>
            <a:off x="2463366" y="4853073"/>
            <a:ext cx="6835775" cy="1144588"/>
            <a:chOff x="788" y="2955"/>
            <a:chExt cx="4306" cy="721"/>
          </a:xfrm>
        </p:grpSpPr>
        <p:sp>
          <p:nvSpPr>
            <p:cNvPr id="14" name="Text Box 5">
              <a:extLst>
                <a:ext uri="{FF2B5EF4-FFF2-40B4-BE49-F238E27FC236}">
                  <a16:creationId xmlns:a16="http://schemas.microsoft.com/office/drawing/2014/main" id="{07B49400-3628-264C-8D3A-69378F85C8C1}"/>
                </a:ext>
              </a:extLst>
            </p:cNvPr>
            <p:cNvSpPr txBox="1">
              <a:spLocks noChangeArrowheads="1"/>
            </p:cNvSpPr>
            <p:nvPr/>
          </p:nvSpPr>
          <p:spPr bwMode="auto">
            <a:xfrm>
              <a:off x="788" y="2955"/>
              <a:ext cx="41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www.someschool.edu/someDept/pic.gif</a:t>
              </a:r>
            </a:p>
          </p:txBody>
        </p:sp>
        <p:sp>
          <p:nvSpPr>
            <p:cNvPr id="15" name="AutoShape 6">
              <a:extLst>
                <a:ext uri="{FF2B5EF4-FFF2-40B4-BE49-F238E27FC236}">
                  <a16:creationId xmlns:a16="http://schemas.microsoft.com/office/drawing/2014/main" id="{5B0BF68B-EFB6-904F-A81E-8D4DB716D3BA}"/>
                </a:ext>
              </a:extLst>
            </p:cNvPr>
            <p:cNvSpPr>
              <a:spLocks/>
            </p:cNvSpPr>
            <p:nvPr/>
          </p:nvSpPr>
          <p:spPr bwMode="auto">
            <a:xfrm rot="-5400000">
              <a:off x="1821" y="2281"/>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6" name="AutoShape 7">
              <a:extLst>
                <a:ext uri="{FF2B5EF4-FFF2-40B4-BE49-F238E27FC236}">
                  <a16:creationId xmlns:a16="http://schemas.microsoft.com/office/drawing/2014/main" id="{BF004AC2-43AC-6449-B799-0D73A5E5822D}"/>
                </a:ext>
              </a:extLst>
            </p:cNvPr>
            <p:cNvSpPr>
              <a:spLocks/>
            </p:cNvSpPr>
            <p:nvPr/>
          </p:nvSpPr>
          <p:spPr bwMode="auto">
            <a:xfrm rot="-5400000">
              <a:off x="4024" y="2277"/>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8">
              <a:extLst>
                <a:ext uri="{FF2B5EF4-FFF2-40B4-BE49-F238E27FC236}">
                  <a16:creationId xmlns:a16="http://schemas.microsoft.com/office/drawing/2014/main" id="{4D5B851A-267A-1546-B45E-931C3F7AF0F8}"/>
                </a:ext>
              </a:extLst>
            </p:cNvPr>
            <p:cNvSpPr txBox="1">
              <a:spLocks noChangeArrowheads="1"/>
            </p:cNvSpPr>
            <p:nvPr/>
          </p:nvSpPr>
          <p:spPr bwMode="auto">
            <a:xfrm>
              <a:off x="1389" y="3388"/>
              <a:ext cx="10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 name</a:t>
              </a:r>
            </a:p>
          </p:txBody>
        </p:sp>
        <p:sp>
          <p:nvSpPr>
            <p:cNvPr id="18" name="Text Box 9">
              <a:extLst>
                <a:ext uri="{FF2B5EF4-FFF2-40B4-BE49-F238E27FC236}">
                  <a16:creationId xmlns:a16="http://schemas.microsoft.com/office/drawing/2014/main" id="{4EA9C80E-6BB3-B44E-A522-3C7B027B4CFC}"/>
                </a:ext>
              </a:extLst>
            </p:cNvPr>
            <p:cNvSpPr txBox="1">
              <a:spLocks noChangeArrowheads="1"/>
            </p:cNvSpPr>
            <p:nvPr/>
          </p:nvSpPr>
          <p:spPr bwMode="auto">
            <a:xfrm>
              <a:off x="3485" y="3338"/>
              <a:ext cx="10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path</a:t>
              </a:r>
              <a:r>
                <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name</a:t>
              </a:r>
            </a:p>
          </p:txBody>
        </p:sp>
      </p:grpSp>
      <p:sp>
        <p:nvSpPr>
          <p:cNvPr id="10" name="Slide Number Placeholder 2">
            <a:extLst>
              <a:ext uri="{FF2B5EF4-FFF2-40B4-BE49-F238E27FC236}">
                <a16:creationId xmlns:a16="http://schemas.microsoft.com/office/drawing/2014/main" id="{31E9D565-6810-E44B-9B1D-6FAB7B7F8E1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63672511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a:t>
            </a:r>
            <a:endParaRPr lang="en-US" sz="4400" dirty="0"/>
          </a:p>
        </p:txBody>
      </p:sp>
      <p:sp>
        <p:nvSpPr>
          <p:cNvPr id="71" name="Rectangle 3">
            <a:extLst>
              <a:ext uri="{FF2B5EF4-FFF2-40B4-BE49-F238E27FC236}">
                <a16:creationId xmlns:a16="http://schemas.microsoft.com/office/drawing/2014/main" id="{D0A9535F-9718-644A-A429-D02A2397C27B}"/>
              </a:ext>
            </a:extLst>
          </p:cNvPr>
          <p:cNvSpPr txBox="1">
            <a:spLocks noChangeArrowheads="1"/>
          </p:cNvSpPr>
          <p:nvPr/>
        </p:nvSpPr>
        <p:spPr bwMode="auto">
          <a:xfrm>
            <a:off x="791849" y="1608374"/>
            <a:ext cx="5988172"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0"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HTTP: hypertext transfer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Web’</a:t>
            </a:r>
            <a:r>
              <a:rPr kumimoji="0" lang="en-US" altLang="ja-JP"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application-layer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client/server model:</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a:t>
            </a:r>
            <a:r>
              <a:rPr kumimoji="0" lang="en-US" altLang="en-US" sz="2800" b="0" i="1" u="none" strike="noStrike" kern="0" cap="none" spc="0" normalizeH="0" baseline="0" noProof="0" dirty="0">
                <a:ln>
                  <a:noFill/>
                </a:ln>
                <a:solidFill>
                  <a:srgbClr val="FF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browser that requests, receives, (using HTTP protocol) and </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displays</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objects </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server sends (using HTTP protocol) objects in response to requests</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endPar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75" name="Group 35">
            <a:extLst>
              <a:ext uri="{FF2B5EF4-FFF2-40B4-BE49-F238E27FC236}">
                <a16:creationId xmlns:a16="http://schemas.microsoft.com/office/drawing/2014/main" id="{9F18C3DA-1F75-254F-8252-0752283DD6D8}"/>
              </a:ext>
            </a:extLst>
          </p:cNvPr>
          <p:cNvGrpSpPr>
            <a:grpSpLocks/>
          </p:cNvGrpSpPr>
          <p:nvPr/>
        </p:nvGrpSpPr>
        <p:grpSpPr bwMode="auto">
          <a:xfrm>
            <a:off x="8129954" y="2391117"/>
            <a:ext cx="2101850" cy="946150"/>
            <a:chOff x="3640" y="1346"/>
            <a:chExt cx="1324" cy="596"/>
          </a:xfrm>
        </p:grpSpPr>
        <p:sp>
          <p:nvSpPr>
            <p:cNvPr id="76" name="Line 19">
              <a:extLst>
                <a:ext uri="{FF2B5EF4-FFF2-40B4-BE49-F238E27FC236}">
                  <a16:creationId xmlns:a16="http://schemas.microsoft.com/office/drawing/2014/main" id="{32A5B725-224A-8641-84D7-5E247267A891}"/>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24">
              <a:extLst>
                <a:ext uri="{FF2B5EF4-FFF2-40B4-BE49-F238E27FC236}">
                  <a16:creationId xmlns:a16="http://schemas.microsoft.com/office/drawing/2014/main" id="{AFF1AA49-1EC5-FD4D-A4C7-4E97FBE86C40}"/>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8" name="Group 36">
            <a:extLst>
              <a:ext uri="{FF2B5EF4-FFF2-40B4-BE49-F238E27FC236}">
                <a16:creationId xmlns:a16="http://schemas.microsoft.com/office/drawing/2014/main" id="{CCF7DC4F-F784-E14E-9279-0C9C13F3B891}"/>
              </a:ext>
            </a:extLst>
          </p:cNvPr>
          <p:cNvGrpSpPr>
            <a:grpSpLocks/>
          </p:cNvGrpSpPr>
          <p:nvPr/>
        </p:nvGrpSpPr>
        <p:grpSpPr bwMode="auto">
          <a:xfrm>
            <a:off x="8241079" y="2599080"/>
            <a:ext cx="1971675" cy="904875"/>
            <a:chOff x="4141" y="394"/>
            <a:chExt cx="1242" cy="570"/>
          </a:xfrm>
        </p:grpSpPr>
        <p:sp>
          <p:nvSpPr>
            <p:cNvPr id="79" name="Line 20">
              <a:extLst>
                <a:ext uri="{FF2B5EF4-FFF2-40B4-BE49-F238E27FC236}">
                  <a16:creationId xmlns:a16="http://schemas.microsoft.com/office/drawing/2014/main" id="{162E51BA-C1E2-004B-832B-C97F73DD43E5}"/>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8A281BFE-8385-CA42-BA62-2631AB1C4BEF}"/>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1" name="Group 37">
            <a:extLst>
              <a:ext uri="{FF2B5EF4-FFF2-40B4-BE49-F238E27FC236}">
                <a16:creationId xmlns:a16="http://schemas.microsoft.com/office/drawing/2014/main" id="{75AC8EC6-FB97-154F-8581-1A51362C9E51}"/>
              </a:ext>
            </a:extLst>
          </p:cNvPr>
          <p:cNvGrpSpPr>
            <a:grpSpLocks/>
          </p:cNvGrpSpPr>
          <p:nvPr/>
        </p:nvGrpSpPr>
        <p:grpSpPr bwMode="auto">
          <a:xfrm rot="-3183056">
            <a:off x="8106142" y="3884955"/>
            <a:ext cx="2101850" cy="946150"/>
            <a:chOff x="3640" y="1346"/>
            <a:chExt cx="1324" cy="596"/>
          </a:xfrm>
        </p:grpSpPr>
        <p:sp>
          <p:nvSpPr>
            <p:cNvPr id="82" name="Line 19">
              <a:extLst>
                <a:ext uri="{FF2B5EF4-FFF2-40B4-BE49-F238E27FC236}">
                  <a16:creationId xmlns:a16="http://schemas.microsoft.com/office/drawing/2014/main" id="{69FABD09-8D01-A244-A69C-7220481CAE7B}"/>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4">
              <a:extLst>
                <a:ext uri="{FF2B5EF4-FFF2-40B4-BE49-F238E27FC236}">
                  <a16:creationId xmlns:a16="http://schemas.microsoft.com/office/drawing/2014/main" id="{96F64D17-51D6-0A4A-BDA6-07C403F43898}"/>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40">
            <a:extLst>
              <a:ext uri="{FF2B5EF4-FFF2-40B4-BE49-F238E27FC236}">
                <a16:creationId xmlns:a16="http://schemas.microsoft.com/office/drawing/2014/main" id="{B9736B82-D8C5-DA43-B8F2-093DA6AB6E5D}"/>
              </a:ext>
            </a:extLst>
          </p:cNvPr>
          <p:cNvGrpSpPr>
            <a:grpSpLocks/>
          </p:cNvGrpSpPr>
          <p:nvPr/>
        </p:nvGrpSpPr>
        <p:grpSpPr bwMode="auto">
          <a:xfrm rot="-3264937">
            <a:off x="8152179" y="4124667"/>
            <a:ext cx="1971675" cy="904875"/>
            <a:chOff x="4141" y="394"/>
            <a:chExt cx="1242" cy="570"/>
          </a:xfrm>
        </p:grpSpPr>
        <p:sp>
          <p:nvSpPr>
            <p:cNvPr id="85" name="Line 20">
              <a:extLst>
                <a:ext uri="{FF2B5EF4-FFF2-40B4-BE49-F238E27FC236}">
                  <a16:creationId xmlns:a16="http://schemas.microsoft.com/office/drawing/2014/main" id="{1D55C3D5-A428-CC44-8B43-7C6CB47D04C9}"/>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26">
              <a:extLst>
                <a:ext uri="{FF2B5EF4-FFF2-40B4-BE49-F238E27FC236}">
                  <a16:creationId xmlns:a16="http://schemas.microsoft.com/office/drawing/2014/main" id="{98847E99-AF68-1F43-AC46-9AD80D6458C5}"/>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067724E3-B9EF-784C-81CF-0208D90CEEBE}"/>
              </a:ext>
            </a:extLst>
          </p:cNvPr>
          <p:cNvGrpSpPr/>
          <p:nvPr/>
        </p:nvGrpSpPr>
        <p:grpSpPr>
          <a:xfrm>
            <a:off x="7046475" y="4540592"/>
            <a:ext cx="2210665" cy="1578194"/>
            <a:chOff x="7046475" y="4540592"/>
            <a:chExt cx="2210665" cy="1578194"/>
          </a:xfrm>
        </p:grpSpPr>
        <p:sp>
          <p:nvSpPr>
            <p:cNvPr id="74" name="Text Box 23">
              <a:extLst>
                <a:ext uri="{FF2B5EF4-FFF2-40B4-BE49-F238E27FC236}">
                  <a16:creationId xmlns:a16="http://schemas.microsoft.com/office/drawing/2014/main" id="{61B2A806-9EFC-9449-97BE-336492E83009}"/>
                </a:ext>
              </a:extLst>
            </p:cNvPr>
            <p:cNvSpPr txBox="1">
              <a:spLocks noChangeArrowheads="1"/>
            </p:cNvSpPr>
            <p:nvPr/>
          </p:nvSpPr>
          <p:spPr bwMode="auto">
            <a:xfrm>
              <a:off x="7046475" y="5472455"/>
              <a:ext cx="221066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iPhone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Safari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pic>
          <p:nvPicPr>
            <p:cNvPr id="87" name="Picture 43" descr="iphone_stylized_small">
              <a:extLst>
                <a:ext uri="{FF2B5EF4-FFF2-40B4-BE49-F238E27FC236}">
                  <a16:creationId xmlns:a16="http://schemas.microsoft.com/office/drawing/2014/main" id="{D1E934F1-FF6C-B341-A221-38110724AC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44179" y="4540592"/>
              <a:ext cx="382588" cy="917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 name="Group 1">
            <a:extLst>
              <a:ext uri="{FF2B5EF4-FFF2-40B4-BE49-F238E27FC236}">
                <a16:creationId xmlns:a16="http://schemas.microsoft.com/office/drawing/2014/main" id="{E5E3F8E5-5BB6-9F4D-BD7D-96E3FCFF937E}"/>
              </a:ext>
            </a:extLst>
          </p:cNvPr>
          <p:cNvGrpSpPr/>
          <p:nvPr/>
        </p:nvGrpSpPr>
        <p:grpSpPr>
          <a:xfrm>
            <a:off x="6584832" y="1722780"/>
            <a:ext cx="2270564" cy="1610628"/>
            <a:chOff x="6584832" y="1722780"/>
            <a:chExt cx="2270564" cy="1610628"/>
          </a:xfrm>
        </p:grpSpPr>
        <p:sp>
          <p:nvSpPr>
            <p:cNvPr id="72" name="Text Box 7">
              <a:extLst>
                <a:ext uri="{FF2B5EF4-FFF2-40B4-BE49-F238E27FC236}">
                  <a16:creationId xmlns:a16="http://schemas.microsoft.com/office/drawing/2014/main" id="{EE5DED9F-E1C4-F34D-899C-5E5BAFDADC9E}"/>
                </a:ext>
              </a:extLst>
            </p:cNvPr>
            <p:cNvSpPr txBox="1">
              <a:spLocks noChangeArrowheads="1"/>
            </p:cNvSpPr>
            <p:nvPr/>
          </p:nvSpPr>
          <p:spPr bwMode="auto">
            <a:xfrm>
              <a:off x="6584832" y="2687077"/>
              <a:ext cx="227056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PC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Firefox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88" name="Group 44">
              <a:extLst>
                <a:ext uri="{FF2B5EF4-FFF2-40B4-BE49-F238E27FC236}">
                  <a16:creationId xmlns:a16="http://schemas.microsoft.com/office/drawing/2014/main" id="{9EAD6FC3-A72E-8241-AA6C-FE53B680C4A5}"/>
                </a:ext>
              </a:extLst>
            </p:cNvPr>
            <p:cNvGrpSpPr>
              <a:grpSpLocks/>
            </p:cNvGrpSpPr>
            <p:nvPr/>
          </p:nvGrpSpPr>
          <p:grpSpPr bwMode="auto">
            <a:xfrm>
              <a:off x="7109192" y="1722780"/>
              <a:ext cx="1066800" cy="1079500"/>
              <a:chOff x="-44" y="1473"/>
              <a:chExt cx="981" cy="1105"/>
            </a:xfrm>
          </p:grpSpPr>
          <p:pic>
            <p:nvPicPr>
              <p:cNvPr id="89" name="Picture 45" descr="desktop_computer_stylized_medium">
                <a:extLst>
                  <a:ext uri="{FF2B5EF4-FFF2-40B4-BE49-F238E27FC236}">
                    <a16:creationId xmlns:a16="http://schemas.microsoft.com/office/drawing/2014/main" id="{1ADDC1FA-6D07-3F4E-8F74-21843504B2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46">
                <a:extLst>
                  <a:ext uri="{FF2B5EF4-FFF2-40B4-BE49-F238E27FC236}">
                    <a16:creationId xmlns:a16="http://schemas.microsoft.com/office/drawing/2014/main" id="{42A6104A-05E4-B94E-8AC8-1F8524B85F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3" name="Group 2">
            <a:extLst>
              <a:ext uri="{FF2B5EF4-FFF2-40B4-BE49-F238E27FC236}">
                <a16:creationId xmlns:a16="http://schemas.microsoft.com/office/drawing/2014/main" id="{046FA54E-9DBE-BF46-9FA4-0BD5D56FE85D}"/>
              </a:ext>
            </a:extLst>
          </p:cNvPr>
          <p:cNvGrpSpPr/>
          <p:nvPr/>
        </p:nvGrpSpPr>
        <p:grpSpPr>
          <a:xfrm>
            <a:off x="9655810" y="2888005"/>
            <a:ext cx="2414547" cy="2197950"/>
            <a:chOff x="9655810" y="2888005"/>
            <a:chExt cx="2414547" cy="2197950"/>
          </a:xfrm>
        </p:grpSpPr>
        <p:sp>
          <p:nvSpPr>
            <p:cNvPr id="73" name="Text Box 9">
              <a:extLst>
                <a:ext uri="{FF2B5EF4-FFF2-40B4-BE49-F238E27FC236}">
                  <a16:creationId xmlns:a16="http://schemas.microsoft.com/office/drawing/2014/main" id="{1DB0406D-8424-A242-88CD-CF99DD0C8226}"/>
                </a:ext>
              </a:extLst>
            </p:cNvPr>
            <p:cNvSpPr txBox="1">
              <a:spLocks noChangeArrowheads="1"/>
            </p:cNvSpPr>
            <p:nvPr/>
          </p:nvSpPr>
          <p:spPr bwMode="auto">
            <a:xfrm>
              <a:off x="9655810" y="4162625"/>
              <a:ext cx="241454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Apache Web</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91" name="Group 47">
              <a:extLst>
                <a:ext uri="{FF2B5EF4-FFF2-40B4-BE49-F238E27FC236}">
                  <a16:creationId xmlns:a16="http://schemas.microsoft.com/office/drawing/2014/main" id="{1578750D-9ADE-FF47-A035-3F58F7F95E77}"/>
                </a:ext>
              </a:extLst>
            </p:cNvPr>
            <p:cNvGrpSpPr>
              <a:grpSpLocks/>
            </p:cNvGrpSpPr>
            <p:nvPr/>
          </p:nvGrpSpPr>
          <p:grpSpPr bwMode="auto">
            <a:xfrm>
              <a:off x="10230217" y="2888005"/>
              <a:ext cx="695325" cy="1282700"/>
              <a:chOff x="4140" y="429"/>
              <a:chExt cx="1425" cy="2396"/>
            </a:xfrm>
          </p:grpSpPr>
          <p:sp>
            <p:nvSpPr>
              <p:cNvPr id="92" name="Freeform 48">
                <a:extLst>
                  <a:ext uri="{FF2B5EF4-FFF2-40B4-BE49-F238E27FC236}">
                    <a16:creationId xmlns:a16="http://schemas.microsoft.com/office/drawing/2014/main" id="{30FC1D0E-933E-6B40-9A42-0E971723843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49">
                <a:extLst>
                  <a:ext uri="{FF2B5EF4-FFF2-40B4-BE49-F238E27FC236}">
                    <a16:creationId xmlns:a16="http://schemas.microsoft.com/office/drawing/2014/main" id="{B5655423-6CF0-CD49-B3A9-063B782C1F8A}"/>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 name="Freeform 50">
                <a:extLst>
                  <a:ext uri="{FF2B5EF4-FFF2-40B4-BE49-F238E27FC236}">
                    <a16:creationId xmlns:a16="http://schemas.microsoft.com/office/drawing/2014/main" id="{A0AC0D67-FA58-B147-A1DC-191134726C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Freeform 51">
                <a:extLst>
                  <a:ext uri="{FF2B5EF4-FFF2-40B4-BE49-F238E27FC236}">
                    <a16:creationId xmlns:a16="http://schemas.microsoft.com/office/drawing/2014/main" id="{DE00B670-08D8-5142-A593-67DE6409B9C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52">
                <a:extLst>
                  <a:ext uri="{FF2B5EF4-FFF2-40B4-BE49-F238E27FC236}">
                    <a16:creationId xmlns:a16="http://schemas.microsoft.com/office/drawing/2014/main" id="{C0F46C25-0562-1D41-A932-B4DCFBC60F32}"/>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7" name="Group 53">
                <a:extLst>
                  <a:ext uri="{FF2B5EF4-FFF2-40B4-BE49-F238E27FC236}">
                    <a16:creationId xmlns:a16="http://schemas.microsoft.com/office/drawing/2014/main" id="{42D2ADD9-FBDF-B348-8727-B1428057A192}"/>
                  </a:ext>
                </a:extLst>
              </p:cNvPr>
              <p:cNvGrpSpPr>
                <a:grpSpLocks/>
              </p:cNvGrpSpPr>
              <p:nvPr/>
            </p:nvGrpSpPr>
            <p:grpSpPr bwMode="auto">
              <a:xfrm>
                <a:off x="4749" y="668"/>
                <a:ext cx="581" cy="145"/>
                <a:chOff x="614" y="2568"/>
                <a:chExt cx="725" cy="139"/>
              </a:xfrm>
            </p:grpSpPr>
            <p:sp>
              <p:nvSpPr>
                <p:cNvPr id="122" name="AutoShape 54">
                  <a:extLst>
                    <a:ext uri="{FF2B5EF4-FFF2-40B4-BE49-F238E27FC236}">
                      <a16:creationId xmlns:a16="http://schemas.microsoft.com/office/drawing/2014/main" id="{B3A024BC-0571-B343-B957-96A9956CB100}"/>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AutoShape 55">
                  <a:extLst>
                    <a:ext uri="{FF2B5EF4-FFF2-40B4-BE49-F238E27FC236}">
                      <a16:creationId xmlns:a16="http://schemas.microsoft.com/office/drawing/2014/main" id="{BCE631BE-5109-0446-9778-CCBD1DF0A6B3}"/>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8" name="Rectangle 56">
                <a:extLst>
                  <a:ext uri="{FF2B5EF4-FFF2-40B4-BE49-F238E27FC236}">
                    <a16:creationId xmlns:a16="http://schemas.microsoft.com/office/drawing/2014/main" id="{5D3DFADC-1C8D-AF4C-85AA-0F7A2C55C87C}"/>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9" name="Group 57">
                <a:extLst>
                  <a:ext uri="{FF2B5EF4-FFF2-40B4-BE49-F238E27FC236}">
                    <a16:creationId xmlns:a16="http://schemas.microsoft.com/office/drawing/2014/main" id="{C1D33EC1-1E29-8544-B98D-73191F02F73D}"/>
                  </a:ext>
                </a:extLst>
              </p:cNvPr>
              <p:cNvGrpSpPr>
                <a:grpSpLocks/>
              </p:cNvGrpSpPr>
              <p:nvPr/>
            </p:nvGrpSpPr>
            <p:grpSpPr bwMode="auto">
              <a:xfrm>
                <a:off x="4747" y="994"/>
                <a:ext cx="581" cy="134"/>
                <a:chOff x="614" y="2568"/>
                <a:chExt cx="725" cy="139"/>
              </a:xfrm>
            </p:grpSpPr>
            <p:sp>
              <p:nvSpPr>
                <p:cNvPr id="120" name="AutoShape 58">
                  <a:extLst>
                    <a:ext uri="{FF2B5EF4-FFF2-40B4-BE49-F238E27FC236}">
                      <a16:creationId xmlns:a16="http://schemas.microsoft.com/office/drawing/2014/main" id="{82D153A1-613C-9C4E-A2C0-B1C929BC01CE}"/>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AutoShape 59">
                  <a:extLst>
                    <a:ext uri="{FF2B5EF4-FFF2-40B4-BE49-F238E27FC236}">
                      <a16:creationId xmlns:a16="http://schemas.microsoft.com/office/drawing/2014/main" id="{F147FCC4-6131-8F44-A906-F0D80C4D7263}"/>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0" name="Rectangle 60">
                <a:extLst>
                  <a:ext uri="{FF2B5EF4-FFF2-40B4-BE49-F238E27FC236}">
                    <a16:creationId xmlns:a16="http://schemas.microsoft.com/office/drawing/2014/main" id="{85C735FA-9571-F248-9BA5-6CDBDBE01BD6}"/>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61">
                <a:extLst>
                  <a:ext uri="{FF2B5EF4-FFF2-40B4-BE49-F238E27FC236}">
                    <a16:creationId xmlns:a16="http://schemas.microsoft.com/office/drawing/2014/main" id="{5812C6A4-3EC0-A249-9E63-F46527542665}"/>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2" name="Group 62">
                <a:extLst>
                  <a:ext uri="{FF2B5EF4-FFF2-40B4-BE49-F238E27FC236}">
                    <a16:creationId xmlns:a16="http://schemas.microsoft.com/office/drawing/2014/main" id="{7E620A9B-CBE1-F240-88FD-585574663314}"/>
                  </a:ext>
                </a:extLst>
              </p:cNvPr>
              <p:cNvGrpSpPr>
                <a:grpSpLocks/>
              </p:cNvGrpSpPr>
              <p:nvPr/>
            </p:nvGrpSpPr>
            <p:grpSpPr bwMode="auto">
              <a:xfrm>
                <a:off x="4735" y="1627"/>
                <a:ext cx="582" cy="151"/>
                <a:chOff x="614" y="2568"/>
                <a:chExt cx="725" cy="139"/>
              </a:xfrm>
            </p:grpSpPr>
            <p:sp>
              <p:nvSpPr>
                <p:cNvPr id="118" name="AutoShape 63">
                  <a:extLst>
                    <a:ext uri="{FF2B5EF4-FFF2-40B4-BE49-F238E27FC236}">
                      <a16:creationId xmlns:a16="http://schemas.microsoft.com/office/drawing/2014/main" id="{042898BA-1F4B-D343-83D2-32F6B871E166}"/>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AutoShape 64">
                  <a:extLst>
                    <a:ext uri="{FF2B5EF4-FFF2-40B4-BE49-F238E27FC236}">
                      <a16:creationId xmlns:a16="http://schemas.microsoft.com/office/drawing/2014/main" id="{43D7819E-9A5B-E741-ACC4-82E6487AE398}"/>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3" name="Freeform 65">
                <a:extLst>
                  <a:ext uri="{FF2B5EF4-FFF2-40B4-BE49-F238E27FC236}">
                    <a16:creationId xmlns:a16="http://schemas.microsoft.com/office/drawing/2014/main" id="{7CC2BA69-A482-5D4B-8CA5-B5AC73726D7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4" name="Group 66">
                <a:extLst>
                  <a:ext uri="{FF2B5EF4-FFF2-40B4-BE49-F238E27FC236}">
                    <a16:creationId xmlns:a16="http://schemas.microsoft.com/office/drawing/2014/main" id="{F21B3CA3-EDB9-ED4A-9790-00B6351372FF}"/>
                  </a:ext>
                </a:extLst>
              </p:cNvPr>
              <p:cNvGrpSpPr>
                <a:grpSpLocks/>
              </p:cNvGrpSpPr>
              <p:nvPr/>
            </p:nvGrpSpPr>
            <p:grpSpPr bwMode="auto">
              <a:xfrm>
                <a:off x="4739" y="1327"/>
                <a:ext cx="582" cy="139"/>
                <a:chOff x="614" y="2568"/>
                <a:chExt cx="725" cy="139"/>
              </a:xfrm>
            </p:grpSpPr>
            <p:sp>
              <p:nvSpPr>
                <p:cNvPr id="116" name="AutoShape 67">
                  <a:extLst>
                    <a:ext uri="{FF2B5EF4-FFF2-40B4-BE49-F238E27FC236}">
                      <a16:creationId xmlns:a16="http://schemas.microsoft.com/office/drawing/2014/main" id="{9EDB1FCF-F653-F642-8D80-BF382D9E0C35}"/>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AutoShape 68">
                  <a:extLst>
                    <a:ext uri="{FF2B5EF4-FFF2-40B4-BE49-F238E27FC236}">
                      <a16:creationId xmlns:a16="http://schemas.microsoft.com/office/drawing/2014/main" id="{609BFCAD-4861-EE43-8362-EA6C48556301}"/>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5" name="Rectangle 69">
                <a:extLst>
                  <a:ext uri="{FF2B5EF4-FFF2-40B4-BE49-F238E27FC236}">
                    <a16:creationId xmlns:a16="http://schemas.microsoft.com/office/drawing/2014/main" id="{5D47278C-43D3-204F-86FD-15B20209028D}"/>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Freeform 70">
                <a:extLst>
                  <a:ext uri="{FF2B5EF4-FFF2-40B4-BE49-F238E27FC236}">
                    <a16:creationId xmlns:a16="http://schemas.microsoft.com/office/drawing/2014/main" id="{C4685EB6-AA09-4243-9AED-1759E88D18E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Freeform 71">
                <a:extLst>
                  <a:ext uri="{FF2B5EF4-FFF2-40B4-BE49-F238E27FC236}">
                    <a16:creationId xmlns:a16="http://schemas.microsoft.com/office/drawing/2014/main" id="{F8013113-6639-D746-8787-464D70E731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BAF4B182-B231-9044-AFF9-C80B2E27F7A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Freeform 73">
                <a:extLst>
                  <a:ext uri="{FF2B5EF4-FFF2-40B4-BE49-F238E27FC236}">
                    <a16:creationId xmlns:a16="http://schemas.microsoft.com/office/drawing/2014/main" id="{5BF1720C-9B23-A442-9078-1CB2D3EAD126}"/>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AutoShape 74">
                <a:extLst>
                  <a:ext uri="{FF2B5EF4-FFF2-40B4-BE49-F238E27FC236}">
                    <a16:creationId xmlns:a16="http://schemas.microsoft.com/office/drawing/2014/main" id="{5C72D219-90B2-E948-8C51-2DF4C76E6710}"/>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75">
                <a:extLst>
                  <a:ext uri="{FF2B5EF4-FFF2-40B4-BE49-F238E27FC236}">
                    <a16:creationId xmlns:a16="http://schemas.microsoft.com/office/drawing/2014/main" id="{83107432-CCDD-3F4A-A673-5C965AB6622C}"/>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Oval 76">
                <a:extLst>
                  <a:ext uri="{FF2B5EF4-FFF2-40B4-BE49-F238E27FC236}">
                    <a16:creationId xmlns:a16="http://schemas.microsoft.com/office/drawing/2014/main" id="{93D83AE9-CB35-4043-B0A0-1FFA790871DB}"/>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Oval 77">
                <a:extLst>
                  <a:ext uri="{FF2B5EF4-FFF2-40B4-BE49-F238E27FC236}">
                    <a16:creationId xmlns:a16="http://schemas.microsoft.com/office/drawing/2014/main" id="{C8BA1D5C-380B-5844-9DFE-FB0350399A3E}"/>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14" name="Oval 78">
                <a:extLst>
                  <a:ext uri="{FF2B5EF4-FFF2-40B4-BE49-F238E27FC236}">
                    <a16:creationId xmlns:a16="http://schemas.microsoft.com/office/drawing/2014/main" id="{EF0EACD3-D07B-0F4F-BB94-4F2D6391297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79">
                <a:extLst>
                  <a:ext uri="{FF2B5EF4-FFF2-40B4-BE49-F238E27FC236}">
                    <a16:creationId xmlns:a16="http://schemas.microsoft.com/office/drawing/2014/main" id="{C545DB8D-EFCD-9A46-858D-A246B93C7BA5}"/>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9" name="Slide Number Placeholder 2">
            <a:extLst>
              <a:ext uri="{FF2B5EF4-FFF2-40B4-BE49-F238E27FC236}">
                <a16:creationId xmlns:a16="http://schemas.microsoft.com/office/drawing/2014/main" id="{C473C8CC-FB59-904B-86D0-BFB6A61402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754433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1">
                                            <p:txEl>
                                              <p:pRg st="3" end="3"/>
                                            </p:txEl>
                                          </p:spTgt>
                                        </p:tgtEl>
                                        <p:attrNameLst>
                                          <p:attrName>style.visibility</p:attrName>
                                        </p:attrNameLst>
                                      </p:cBhvr>
                                      <p:to>
                                        <p:strVal val="visible"/>
                                      </p:to>
                                    </p:set>
                                    <p:animEffect transition="in" filter="dissolve">
                                      <p:cBhvr>
                                        <p:cTn id="7" dur="500"/>
                                        <p:tgtEl>
                                          <p:spTgt spid="71">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1">
                                            <p:txEl>
                                              <p:pRg st="4" end="4"/>
                                            </p:txEl>
                                          </p:spTgt>
                                        </p:tgtEl>
                                        <p:attrNameLst>
                                          <p:attrName>style.visibility</p:attrName>
                                        </p:attrNameLst>
                                      </p:cBhvr>
                                      <p:to>
                                        <p:strVal val="visible"/>
                                      </p:to>
                                    </p:set>
                                    <p:animEffect transition="in" filter="dissolve">
                                      <p:cBhvr>
                                        <p:cTn id="12" dur="500"/>
                                        <p:tgtEl>
                                          <p:spTgt spid="71">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par>
                                <p:cTn id="18" presetID="9" presetClass="entr" presetSubtype="0" fill="hold" nodeType="with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par>
                                <p:cTn id="21" presetID="9" presetClass="entr" presetSubtype="0"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5"/>
                                        </p:tgtEl>
                                        <p:attrNameLst>
                                          <p:attrName>style.visibility</p:attrName>
                                        </p:attrNameLst>
                                      </p:cBhvr>
                                      <p:to>
                                        <p:strVal val="visible"/>
                                      </p:to>
                                    </p:set>
                                    <p:animEffect transition="in" filter="wipe(left)">
                                      <p:cBhvr>
                                        <p:cTn id="28" dur="500"/>
                                        <p:tgtEl>
                                          <p:spTgt spid="75"/>
                                        </p:tgtEl>
                                      </p:cBhvr>
                                    </p:animEffect>
                                  </p:childTnLst>
                                </p:cTn>
                              </p:par>
                            </p:childTnLst>
                          </p:cTn>
                        </p:par>
                        <p:par>
                          <p:cTn id="29" fill="hold">
                            <p:stCondLst>
                              <p:cond delay="500"/>
                            </p:stCondLst>
                            <p:childTnLst>
                              <p:par>
                                <p:cTn id="30" presetID="22" presetClass="entr" presetSubtype="2" fill="hold" nodeType="afterEffect">
                                  <p:stCondLst>
                                    <p:cond delay="0"/>
                                  </p:stCondLst>
                                  <p:childTnLst>
                                    <p:set>
                                      <p:cBhvr>
                                        <p:cTn id="31" dur="1" fill="hold">
                                          <p:stCondLst>
                                            <p:cond delay="0"/>
                                          </p:stCondLst>
                                        </p:cTn>
                                        <p:tgtEl>
                                          <p:spTgt spid="78"/>
                                        </p:tgtEl>
                                        <p:attrNameLst>
                                          <p:attrName>style.visibility</p:attrName>
                                        </p:attrNameLst>
                                      </p:cBhvr>
                                      <p:to>
                                        <p:strVal val="visible"/>
                                      </p:to>
                                    </p:set>
                                    <p:animEffect transition="in" filter="wipe(right)">
                                      <p:cBhvr>
                                        <p:cTn id="32" dur="500"/>
                                        <p:tgtEl>
                                          <p:spTgt spid="78"/>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81"/>
                                        </p:tgtEl>
                                        <p:attrNameLst>
                                          <p:attrName>style.visibility</p:attrName>
                                        </p:attrNameLst>
                                      </p:cBhvr>
                                      <p:to>
                                        <p:strVal val="visible"/>
                                      </p:to>
                                    </p:set>
                                    <p:animEffect transition="in" filter="wipe(left)">
                                      <p:cBhvr>
                                        <p:cTn id="36" dur="500"/>
                                        <p:tgtEl>
                                          <p:spTgt spid="81"/>
                                        </p:tgtEl>
                                      </p:cBhvr>
                                    </p:animEffect>
                                  </p:childTnLst>
                                </p:cTn>
                              </p:par>
                            </p:childTnLst>
                          </p:cTn>
                        </p:par>
                        <p:par>
                          <p:cTn id="37" fill="hold">
                            <p:stCondLst>
                              <p:cond delay="1500"/>
                            </p:stCondLst>
                            <p:childTnLst>
                              <p:par>
                                <p:cTn id="38" presetID="22" presetClass="entr" presetSubtype="2" fill="hold" nodeType="afterEffect">
                                  <p:stCondLst>
                                    <p:cond delay="0"/>
                                  </p:stCondLst>
                                  <p:childTnLst>
                                    <p:set>
                                      <p:cBhvr>
                                        <p:cTn id="39" dur="1" fill="hold">
                                          <p:stCondLst>
                                            <p:cond delay="0"/>
                                          </p:stCondLst>
                                        </p:cTn>
                                        <p:tgtEl>
                                          <p:spTgt spid="84"/>
                                        </p:tgtEl>
                                        <p:attrNameLst>
                                          <p:attrName>style.visibility</p:attrName>
                                        </p:attrNameLst>
                                      </p:cBhvr>
                                      <p:to>
                                        <p:strVal val="visible"/>
                                      </p:to>
                                    </p:set>
                                    <p:animEffect transition="in" filter="wipe(right)">
                                      <p:cBhvr>
                                        <p:cTn id="40"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 (continued)</a:t>
            </a:r>
            <a:endParaRPr lang="en-US" sz="4400" dirty="0"/>
          </a:p>
        </p:txBody>
      </p:sp>
      <p:sp>
        <p:nvSpPr>
          <p:cNvPr id="64" name="Rectangle 3">
            <a:extLst>
              <a:ext uri="{FF2B5EF4-FFF2-40B4-BE49-F238E27FC236}">
                <a16:creationId xmlns:a16="http://schemas.microsoft.com/office/drawing/2014/main" id="{FA4476ED-595B-8542-B50D-C134553D5523}"/>
              </a:ext>
            </a:extLst>
          </p:cNvPr>
          <p:cNvSpPr txBox="1">
            <a:spLocks noChangeArrowheads="1"/>
          </p:cNvSpPr>
          <p:nvPr/>
        </p:nvSpPr>
        <p:spPr bwMode="auto">
          <a:xfrm>
            <a:off x="947614" y="1548630"/>
            <a:ext cx="5551487"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3200" b="0" i="1" u="none" strike="noStrike" kern="0" cap="none" spc="0" normalizeH="0" baseline="0" noProof="0" dirty="0">
                <a:ln>
                  <a:noFill/>
                </a:ln>
                <a:solidFill>
                  <a:srgbClr val="CC0000"/>
                </a:solidFill>
                <a:effectLst/>
                <a:uLnTx/>
                <a:uFillTx/>
                <a:latin typeface="Calibri"/>
                <a:ea typeface="ＭＳ Ｐゴシック" charset="0"/>
              </a:rPr>
              <a:t>HTTP uses TCP:</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client initiates TCP connection (creates socket) to server,  port 80</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server accepts TCP connection from client</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HTTP messages (application-layer protocol messages) exchanged between browser (HTTP client) and Web server (HTTP server)</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TCP connection closed</a:t>
            </a:r>
          </a:p>
        </p:txBody>
      </p:sp>
      <p:sp>
        <p:nvSpPr>
          <p:cNvPr id="65" name="Rectangle 4">
            <a:extLst>
              <a:ext uri="{FF2B5EF4-FFF2-40B4-BE49-F238E27FC236}">
                <a16:creationId xmlns:a16="http://schemas.microsoft.com/office/drawing/2014/main" id="{1CC4B9E5-1262-0749-B776-9A1B21976CBD}"/>
              </a:ext>
            </a:extLst>
          </p:cNvPr>
          <p:cNvSpPr txBox="1">
            <a:spLocks noChangeArrowheads="1"/>
          </p:cNvSpPr>
          <p:nvPr/>
        </p:nvSpPr>
        <p:spPr bwMode="auto">
          <a:xfrm>
            <a:off x="6909801" y="1582098"/>
            <a:ext cx="5053013" cy="170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HTTP is “</a:t>
            </a:r>
            <a:r>
              <a:rPr kumimoji="0" lang="en-US" altLang="ja-JP"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stateless”</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server maintains</a:t>
            </a:r>
            <a:r>
              <a:rPr kumimoji="0" lang="en-US" altLang="en-US" sz="2800" b="0" i="1" u="none" strike="noStrike" kern="0" cap="none" spc="0" normalizeH="0" baseline="0" noProof="0" dirty="0">
                <a:ln>
                  <a:noFill/>
                </a:ln>
                <a:solidFill>
                  <a:prstClr val="black"/>
                </a:solidFill>
                <a:effectLst/>
                <a:uLnTx/>
                <a:uFillTx/>
                <a:latin typeface="Calibri"/>
                <a:ea typeface="ＭＳ Ｐゴシック" panose="020B0600070205080204" pitchFamily="34" charset="-128"/>
              </a:rPr>
              <a:t> no </a:t>
            </a: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information about past client requests</a:t>
            </a:r>
          </a:p>
        </p:txBody>
      </p:sp>
      <p:grpSp>
        <p:nvGrpSpPr>
          <p:cNvPr id="2" name="Group 1">
            <a:extLst>
              <a:ext uri="{FF2B5EF4-FFF2-40B4-BE49-F238E27FC236}">
                <a16:creationId xmlns:a16="http://schemas.microsoft.com/office/drawing/2014/main" id="{4594DB0D-84CB-6F41-9F45-5FA35ED2C87F}"/>
              </a:ext>
            </a:extLst>
          </p:cNvPr>
          <p:cNvGrpSpPr/>
          <p:nvPr/>
        </p:nvGrpSpPr>
        <p:grpSpPr>
          <a:xfrm>
            <a:off x="6909802" y="3209500"/>
            <a:ext cx="5053013" cy="3248103"/>
            <a:chOff x="6909802" y="3209500"/>
            <a:chExt cx="5053013" cy="3248103"/>
          </a:xfrm>
        </p:grpSpPr>
        <p:sp>
          <p:nvSpPr>
            <p:cNvPr id="63" name="Rectangle 9">
              <a:extLst>
                <a:ext uri="{FF2B5EF4-FFF2-40B4-BE49-F238E27FC236}">
                  <a16:creationId xmlns:a16="http://schemas.microsoft.com/office/drawing/2014/main" id="{74F3501A-F7F5-FD47-A745-1E00F8869416}"/>
                </a:ext>
              </a:extLst>
            </p:cNvPr>
            <p:cNvSpPr>
              <a:spLocks noChangeArrowheads="1"/>
            </p:cNvSpPr>
            <p:nvPr/>
          </p:nvSpPr>
          <p:spPr bwMode="auto">
            <a:xfrm>
              <a:off x="10186403" y="3383184"/>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4" name="Rectangle 7">
              <a:extLst>
                <a:ext uri="{FF2B5EF4-FFF2-40B4-BE49-F238E27FC236}">
                  <a16:creationId xmlns:a16="http://schemas.microsoft.com/office/drawing/2014/main" id="{21466037-84B8-2C47-8046-BD516C96CDEE}"/>
                </a:ext>
              </a:extLst>
            </p:cNvPr>
            <p:cNvSpPr>
              <a:spLocks noChangeArrowheads="1"/>
            </p:cNvSpPr>
            <p:nvPr/>
          </p:nvSpPr>
          <p:spPr bwMode="auto">
            <a:xfrm>
              <a:off x="6909802" y="3449212"/>
              <a:ext cx="5053013" cy="2847974"/>
            </a:xfrm>
            <a:prstGeom prst="rect">
              <a:avLst/>
            </a:prstGeom>
            <a:solidFill>
              <a:srgbClr val="FFFFFF"/>
            </a:solidFill>
            <a:ln w="19050">
              <a:solidFill>
                <a:srgbClr val="CC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5" name="Rectangle 9">
              <a:extLst>
                <a:ext uri="{FF2B5EF4-FFF2-40B4-BE49-F238E27FC236}">
                  <a16:creationId xmlns:a16="http://schemas.microsoft.com/office/drawing/2014/main" id="{132EE02F-99A4-C148-8E27-84A38CF87F2F}"/>
                </a:ext>
              </a:extLst>
            </p:cNvPr>
            <p:cNvSpPr>
              <a:spLocks noChangeArrowheads="1"/>
            </p:cNvSpPr>
            <p:nvPr/>
          </p:nvSpPr>
          <p:spPr bwMode="auto">
            <a:xfrm>
              <a:off x="9795878" y="3287287"/>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6" name="Rectangle 6">
              <a:extLst>
                <a:ext uri="{FF2B5EF4-FFF2-40B4-BE49-F238E27FC236}">
                  <a16:creationId xmlns:a16="http://schemas.microsoft.com/office/drawing/2014/main" id="{64A41E8B-84D6-BE48-B3C9-3F388FD9B677}"/>
                </a:ext>
              </a:extLst>
            </p:cNvPr>
            <p:cNvSpPr>
              <a:spLocks noChangeArrowheads="1"/>
            </p:cNvSpPr>
            <p:nvPr/>
          </p:nvSpPr>
          <p:spPr bwMode="auto">
            <a:xfrm>
              <a:off x="7138987" y="3609628"/>
              <a:ext cx="4565333" cy="284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3333CC"/>
                </a:buClr>
                <a:buSzPct val="85000"/>
                <a:buFont typeface="ZapfDingbats" charset="2"/>
                <a:buNone/>
                <a:tabLst/>
                <a:defRPr/>
              </a:pPr>
              <a:r>
                <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protocols that maintain “</a:t>
              </a:r>
              <a:r>
                <a:rPr kumimoji="0" lang="en-US" altLang="ja-JP"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state” are complex!</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past history (state) must be maintained</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if server/client crashes, their views of “</a:t>
              </a:r>
              <a:r>
                <a:rPr kumimoji="0" lang="en-US" altLang="ja-JP"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state” may be inconsistent, must be reconciled</a:t>
              </a:r>
            </a:p>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Char char="r"/>
                <a:tabLst/>
                <a:defRPr/>
              </a:pPr>
              <a:endPar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Text Box 8">
              <a:extLst>
                <a:ext uri="{FF2B5EF4-FFF2-40B4-BE49-F238E27FC236}">
                  <a16:creationId xmlns:a16="http://schemas.microsoft.com/office/drawing/2014/main" id="{ADCE3EE0-3E4E-7741-A055-6E8599605060}"/>
                </a:ext>
              </a:extLst>
            </p:cNvPr>
            <p:cNvSpPr txBox="1">
              <a:spLocks noChangeArrowheads="1"/>
            </p:cNvSpPr>
            <p:nvPr/>
          </p:nvSpPr>
          <p:spPr bwMode="auto">
            <a:xfrm>
              <a:off x="9716532" y="3209500"/>
              <a:ext cx="9460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aside</a:t>
              </a:r>
            </a:p>
          </p:txBody>
        </p:sp>
      </p:grpSp>
      <p:sp>
        <p:nvSpPr>
          <p:cNvPr id="11" name="Slide Number Placeholder 2">
            <a:extLst>
              <a:ext uri="{FF2B5EF4-FFF2-40B4-BE49-F238E27FC236}">
                <a16:creationId xmlns:a16="http://schemas.microsoft.com/office/drawing/2014/main" id="{F43C0D7C-054F-1B4F-AC91-25A09EF9905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826131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dissolv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connections: two types</a:t>
            </a:r>
            <a:endParaRPr lang="en-US" sz="4400" dirty="0"/>
          </a:p>
        </p:txBody>
      </p:sp>
      <p:sp>
        <p:nvSpPr>
          <p:cNvPr id="11" name="Rectangle 3">
            <a:extLst>
              <a:ext uri="{FF2B5EF4-FFF2-40B4-BE49-F238E27FC236}">
                <a16:creationId xmlns:a16="http://schemas.microsoft.com/office/drawing/2014/main" id="{D0F92E26-A453-3745-8C0F-BF92C1E3A8B6}"/>
              </a:ext>
            </a:extLst>
          </p:cNvPr>
          <p:cNvSpPr txBox="1">
            <a:spLocks noChangeArrowheads="1"/>
          </p:cNvSpPr>
          <p:nvPr/>
        </p:nvSpPr>
        <p:spPr>
          <a:xfrm>
            <a:off x="798690"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Non-persistent HTTP</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most one object sent over TCP connection</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downloading multiple objects required multiple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2" name="Rectangle 4">
            <a:extLst>
              <a:ext uri="{FF2B5EF4-FFF2-40B4-BE49-F238E27FC236}">
                <a16:creationId xmlns:a16="http://schemas.microsoft.com/office/drawing/2014/main" id="{7E46F3CB-B7A2-6C4C-B085-55F383976BB8}"/>
              </a:ext>
            </a:extLst>
          </p:cNvPr>
          <p:cNvSpPr txBox="1">
            <a:spLocks noChangeArrowheads="1"/>
          </p:cNvSpPr>
          <p:nvPr/>
        </p:nvSpPr>
        <p:spPr>
          <a:xfrm>
            <a:off x="6781215"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Persistent HTTP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 to a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multiple objects can be sent over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single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TCP connection between client, and that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55A10CF-7248-164C-A5EF-FC5AA96E941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141566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2" end="2"/>
                                            </p:txEl>
                                          </p:spTgt>
                                        </p:tgtEl>
                                        <p:attrNameLst>
                                          <p:attrName>style.visibility</p:attrName>
                                        </p:attrNameLst>
                                      </p:cBhvr>
                                      <p:to>
                                        <p:strVal val="visible"/>
                                      </p:to>
                                    </p:set>
                                    <p:animEffect transition="in" filter="dissolve">
                                      <p:cBhvr>
                                        <p:cTn id="10" dur="500"/>
                                        <p:tgtEl>
                                          <p:spTgt spid="11">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3" end="3"/>
                                            </p:txEl>
                                          </p:spTgt>
                                        </p:tgtEl>
                                        <p:attrNameLst>
                                          <p:attrName>style.visibility</p:attrName>
                                        </p:attrNameLst>
                                      </p:cBhvr>
                                      <p:to>
                                        <p:strVal val="visible"/>
                                      </p:to>
                                    </p:set>
                                    <p:animEffect transition="in" filter="dissolve">
                                      <p:cBhvr>
                                        <p:cTn id="13" dur="500"/>
                                        <p:tgtEl>
                                          <p:spTgt spid="11">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4" end="4"/>
                                            </p:txEl>
                                          </p:spTgt>
                                        </p:tgtEl>
                                        <p:attrNameLst>
                                          <p:attrName>style.visibility</p:attrName>
                                        </p:attrNameLst>
                                      </p:cBhvr>
                                      <p:to>
                                        <p:strVal val="visible"/>
                                      </p:to>
                                    </p:set>
                                    <p:animEffect transition="in" filter="dissolve">
                                      <p:cBhvr>
                                        <p:cTn id="16" dur="500"/>
                                        <p:tgtEl>
                                          <p:spTgt spid="11">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2">
                                            <p:txEl>
                                              <p:pRg st="1" end="1"/>
                                            </p:txEl>
                                          </p:spTgt>
                                        </p:tgtEl>
                                        <p:attrNameLst>
                                          <p:attrName>style.visibility</p:attrName>
                                        </p:attrNameLst>
                                      </p:cBhvr>
                                      <p:to>
                                        <p:strVal val="visible"/>
                                      </p:to>
                                    </p:set>
                                    <p:animEffect transition="in" filter="dissolve">
                                      <p:cBhvr>
                                        <p:cTn id="21" dur="500"/>
                                        <p:tgtEl>
                                          <p:spTgt spid="12">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2" end="2"/>
                                            </p:txEl>
                                          </p:spTgt>
                                        </p:tgtEl>
                                        <p:attrNameLst>
                                          <p:attrName>style.visibility</p:attrName>
                                        </p:attrNameLst>
                                      </p:cBhvr>
                                      <p:to>
                                        <p:strVal val="visible"/>
                                      </p:to>
                                    </p:set>
                                    <p:animEffect transition="in" filter="dissolve">
                                      <p:cBhvr>
                                        <p:cTn id="24" dur="500"/>
                                        <p:tgtEl>
                                          <p:spTgt spid="12">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
                                            <p:txEl>
                                              <p:pRg st="3" end="3"/>
                                            </p:txEl>
                                          </p:spTgt>
                                        </p:tgtEl>
                                        <p:attrNameLst>
                                          <p:attrName>style.visibility</p:attrName>
                                        </p:attrNameLst>
                                      </p:cBhvr>
                                      <p:to>
                                        <p:strVal val="visible"/>
                                      </p:to>
                                    </p:set>
                                    <p:animEffect transition="in" filter="dissolve">
                                      <p:cBhvr>
                                        <p:cTn id="27" dur="500"/>
                                        <p:tgtEl>
                                          <p:spTgt spid="1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a:t>
            </a:r>
            <a:endParaRPr lang="en-US" sz="4400" dirty="0"/>
          </a:p>
        </p:txBody>
      </p:sp>
      <p:sp>
        <p:nvSpPr>
          <p:cNvPr id="6" name="Line 11">
            <a:extLst>
              <a:ext uri="{FF2B5EF4-FFF2-40B4-BE49-F238E27FC236}">
                <a16:creationId xmlns:a16="http://schemas.microsoft.com/office/drawing/2014/main" id="{67AC580C-18A4-D247-92B5-6D862101F771}"/>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3">
            <a:extLst>
              <a:ext uri="{FF2B5EF4-FFF2-40B4-BE49-F238E27FC236}">
                <a16:creationId xmlns:a16="http://schemas.microsoft.com/office/drawing/2014/main" id="{1301A620-3B2F-B341-BCAC-A3E4F12C85AA}"/>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10" name="Rectangle 4">
            <a:extLst>
              <a:ext uri="{FF2B5EF4-FFF2-40B4-BE49-F238E27FC236}">
                <a16:creationId xmlns:a16="http://schemas.microsoft.com/office/drawing/2014/main" id="{8E22C996-6035-504C-97CC-082C3EAD4AF4}"/>
              </a:ext>
            </a:extLst>
          </p:cNvPr>
          <p:cNvSpPr txBox="1">
            <a:spLocks noChangeArrowheads="1"/>
          </p:cNvSpPr>
          <p:nvPr/>
        </p:nvSpPr>
        <p:spPr>
          <a:xfrm>
            <a:off x="944384" y="2447251"/>
            <a:ext cx="4850242"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1a</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initiates TCP connection to HTTP server (process)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 port 80</a:t>
            </a:r>
          </a:p>
        </p:txBody>
      </p:sp>
      <p:sp>
        <p:nvSpPr>
          <p:cNvPr id="13" name="Rectangle 5">
            <a:extLst>
              <a:ext uri="{FF2B5EF4-FFF2-40B4-BE49-F238E27FC236}">
                <a16:creationId xmlns:a16="http://schemas.microsoft.com/office/drawing/2014/main" id="{4518B9B7-A17A-DD48-BBA8-A1AC04589450}"/>
              </a:ext>
            </a:extLst>
          </p:cNvPr>
          <p:cNvSpPr>
            <a:spLocks noChangeArrowheads="1"/>
          </p:cNvSpPr>
          <p:nvPr/>
        </p:nvSpPr>
        <p:spPr bwMode="auto">
          <a:xfrm>
            <a:off x="1172983" y="4077834"/>
            <a:ext cx="421653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sends HTTP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URL) into TCP connection socket. Message indicates that client wants object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someDepartment/home.index</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4" name="Rectangle 6">
            <a:extLst>
              <a:ext uri="{FF2B5EF4-FFF2-40B4-BE49-F238E27FC236}">
                <a16:creationId xmlns:a16="http://schemas.microsoft.com/office/drawing/2014/main" id="{AC1983CF-C4CB-FF47-A69D-3E65B8C96824}"/>
              </a:ext>
            </a:extLst>
          </p:cNvPr>
          <p:cNvSpPr>
            <a:spLocks noChangeArrowheads="1"/>
          </p:cNvSpPr>
          <p:nvPr/>
        </p:nvSpPr>
        <p:spPr bwMode="auto">
          <a:xfrm>
            <a:off x="6717018" y="2733157"/>
            <a:ext cx="5389528" cy="150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1b</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at host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waiting for TCP connection at port 80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accepts” connection, notifying 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5" name="Rectangle 7">
            <a:extLst>
              <a:ext uri="{FF2B5EF4-FFF2-40B4-BE49-F238E27FC236}">
                <a16:creationId xmlns:a16="http://schemas.microsoft.com/office/drawing/2014/main" id="{0B2B9504-D191-9144-8C84-929183C16C80}"/>
              </a:ext>
            </a:extLst>
          </p:cNvPr>
          <p:cNvSpPr>
            <a:spLocks noChangeArrowheads="1"/>
          </p:cNvSpPr>
          <p:nvPr/>
        </p:nvSpPr>
        <p:spPr bwMode="auto">
          <a:xfrm>
            <a:off x="6843976" y="4739906"/>
            <a:ext cx="5394870"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a:t>
            </a:r>
            <a:r>
              <a:rPr kumimoji="0" lang="en-US" altLang="en-US" sz="20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server receives request message, forms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response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requested object, and sends message into its socket</a:t>
            </a: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Line 9">
            <a:extLst>
              <a:ext uri="{FF2B5EF4-FFF2-40B4-BE49-F238E27FC236}">
                <a16:creationId xmlns:a16="http://schemas.microsoft.com/office/drawing/2014/main" id="{B4DAFA34-3C73-6F47-8061-690804DAF277}"/>
              </a:ext>
            </a:extLst>
          </p:cNvPr>
          <p:cNvSpPr>
            <a:spLocks noChangeShapeType="1"/>
          </p:cNvSpPr>
          <p:nvPr/>
        </p:nvSpPr>
        <p:spPr bwMode="auto">
          <a:xfrm>
            <a:off x="5102530" y="4961816"/>
            <a:ext cx="1800180" cy="60195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0">
            <a:extLst>
              <a:ext uri="{FF2B5EF4-FFF2-40B4-BE49-F238E27FC236}">
                <a16:creationId xmlns:a16="http://schemas.microsoft.com/office/drawing/2014/main" id="{0A9DB4DB-78BB-C14F-903C-4C820480B188}"/>
              </a:ext>
            </a:extLst>
          </p:cNvPr>
          <p:cNvSpPr>
            <a:spLocks noChangeShapeType="1"/>
          </p:cNvSpPr>
          <p:nvPr/>
        </p:nvSpPr>
        <p:spPr bwMode="auto">
          <a:xfrm flipH="1">
            <a:off x="5389517" y="5671992"/>
            <a:ext cx="1410287" cy="89186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2">
            <a:extLst>
              <a:ext uri="{FF2B5EF4-FFF2-40B4-BE49-F238E27FC236}">
                <a16:creationId xmlns:a16="http://schemas.microsoft.com/office/drawing/2014/main" id="{27BF3D34-DFF2-A04F-84F9-CBAE80221F3D}"/>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19" name="Line 8">
            <a:extLst>
              <a:ext uri="{FF2B5EF4-FFF2-40B4-BE49-F238E27FC236}">
                <a16:creationId xmlns:a16="http://schemas.microsoft.com/office/drawing/2014/main" id="{8D8A0BF5-72E5-9E41-A2AE-DE0F79C9B132}"/>
              </a:ext>
            </a:extLst>
          </p:cNvPr>
          <p:cNvSpPr>
            <a:spLocks noChangeShapeType="1"/>
          </p:cNvSpPr>
          <p:nvPr/>
        </p:nvSpPr>
        <p:spPr bwMode="auto">
          <a:xfrm>
            <a:off x="5156851" y="2779258"/>
            <a:ext cx="155102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Line 14">
            <a:extLst>
              <a:ext uri="{FF2B5EF4-FFF2-40B4-BE49-F238E27FC236}">
                <a16:creationId xmlns:a16="http://schemas.microsoft.com/office/drawing/2014/main" id="{054521BF-054B-B342-A343-164F3CB503B3}"/>
              </a:ext>
            </a:extLst>
          </p:cNvPr>
          <p:cNvSpPr>
            <a:spLocks noChangeShapeType="1"/>
          </p:cNvSpPr>
          <p:nvPr/>
        </p:nvSpPr>
        <p:spPr bwMode="auto">
          <a:xfrm flipH="1">
            <a:off x="5102530" y="3366635"/>
            <a:ext cx="1551026" cy="1006986"/>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Slide Number Placeholder 2">
            <a:extLst>
              <a:ext uri="{FF2B5EF4-FFF2-40B4-BE49-F238E27FC236}">
                <a16:creationId xmlns:a16="http://schemas.microsoft.com/office/drawing/2014/main" id="{FD2215CF-ECE6-6746-8DE5-3833EE2398C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805243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wipe(right)">
                                      <p:cBhvr>
                                        <p:cTn id="19" dur="500"/>
                                        <p:tgtEl>
                                          <p:spTgt spid="20"/>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dissolve">
                                      <p:cBhvr>
                                        <p:cTn id="24" dur="500"/>
                                        <p:tgtEl>
                                          <p:spTgt spid="13"/>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left)">
                                      <p:cBhvr>
                                        <p:cTn id="28" dur="500"/>
                                        <p:tgtEl>
                                          <p:spTgt spid="16"/>
                                        </p:tgtEl>
                                      </p:cBhvr>
                                    </p:animEffect>
                                  </p:childTnLst>
                                </p:cTn>
                              </p:par>
                            </p:childTnLst>
                          </p:cTn>
                        </p:par>
                        <p:par>
                          <p:cTn id="29" fill="hold">
                            <p:stCondLst>
                              <p:cond delay="1000"/>
                            </p:stCondLst>
                            <p:childTnLst>
                              <p:par>
                                <p:cTn id="30" presetID="9" presetClass="entr" presetSubtype="0"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par>
                          <p:cTn id="33" fill="hold">
                            <p:stCondLst>
                              <p:cond delay="1500"/>
                            </p:stCondLst>
                            <p:childTnLst>
                              <p:par>
                                <p:cTn id="34" presetID="22" presetClass="entr" presetSubtype="2" fill="hold" nodeType="after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wipe(right)">
                                      <p:cBhvr>
                                        <p:cTn id="3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p:bldP spid="13" grpId="0"/>
      <p:bldP spid="14" grpId="0"/>
      <p:bldP spid="15"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 (cont.)</a:t>
            </a:r>
            <a:endParaRPr lang="en-US" sz="4400" dirty="0"/>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Rectangle 6">
            <a:extLst>
              <a:ext uri="{FF2B5EF4-FFF2-40B4-BE49-F238E27FC236}">
                <a16:creationId xmlns:a16="http://schemas.microsoft.com/office/drawing/2014/main" id="{F5ECC14E-6AC7-4243-86F2-25BD5F2B8464}"/>
              </a:ext>
            </a:extLst>
          </p:cNvPr>
          <p:cNvSpPr txBox="1">
            <a:spLocks noChangeArrowheads="1"/>
          </p:cNvSpPr>
          <p:nvPr/>
        </p:nvSpPr>
        <p:spPr>
          <a:xfrm>
            <a:off x="798691" y="3200188"/>
            <a:ext cx="5085273" cy="201012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a:t>
            </a: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receives response message containing html file, displays html.  Parsing html file, finds 10 referenced jpeg  objects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
            <a:extLst>
              <a:ext uri="{FF2B5EF4-FFF2-40B4-BE49-F238E27FC236}">
                <a16:creationId xmlns:a16="http://schemas.microsoft.com/office/drawing/2014/main" id="{D3260771-3905-E24E-8B12-64D566C6B98F}"/>
              </a:ext>
            </a:extLst>
          </p:cNvPr>
          <p:cNvSpPr>
            <a:spLocks noChangeArrowheads="1"/>
          </p:cNvSpPr>
          <p:nvPr/>
        </p:nvSpPr>
        <p:spPr bwMode="auto">
          <a:xfrm>
            <a:off x="970480" y="4851930"/>
            <a:ext cx="3810000"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6.</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Steps 1-5 repeated for each of 10 jpeg objects</a:t>
            </a:r>
          </a:p>
        </p:txBody>
      </p:sp>
      <p:sp>
        <p:nvSpPr>
          <p:cNvPr id="61" name="Rectangle 8">
            <a:extLst>
              <a:ext uri="{FF2B5EF4-FFF2-40B4-BE49-F238E27FC236}">
                <a16:creationId xmlns:a16="http://schemas.microsoft.com/office/drawing/2014/main" id="{9E1B76BD-C8EB-7245-9B75-E2D499F3E682}"/>
              </a:ext>
            </a:extLst>
          </p:cNvPr>
          <p:cNvSpPr>
            <a:spLocks noChangeArrowheads="1"/>
          </p:cNvSpPr>
          <p:nvPr/>
        </p:nvSpPr>
        <p:spPr bwMode="auto">
          <a:xfrm>
            <a:off x="6706580" y="2782360"/>
            <a:ext cx="3810000" cy="73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closes TCP connection. </a:t>
            </a:r>
          </a:p>
        </p:txBody>
      </p:sp>
      <p:sp>
        <p:nvSpPr>
          <p:cNvPr id="65" name="Line 17">
            <a:extLst>
              <a:ext uri="{FF2B5EF4-FFF2-40B4-BE49-F238E27FC236}">
                <a16:creationId xmlns:a16="http://schemas.microsoft.com/office/drawing/2014/main" id="{4F85C1F3-F91B-C04C-B746-8E5570895A91}"/>
              </a:ext>
            </a:extLst>
          </p:cNvPr>
          <p:cNvSpPr>
            <a:spLocks noChangeShapeType="1"/>
          </p:cNvSpPr>
          <p:nvPr/>
        </p:nvSpPr>
        <p:spPr bwMode="auto">
          <a:xfrm flipH="1">
            <a:off x="5587465" y="3200187"/>
            <a:ext cx="109537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66" name="Line 11">
            <a:extLst>
              <a:ext uri="{FF2B5EF4-FFF2-40B4-BE49-F238E27FC236}">
                <a16:creationId xmlns:a16="http://schemas.microsoft.com/office/drawing/2014/main" id="{F8CE636E-DC4B-BA4E-A771-E70EE904FB25}"/>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Rectangle 13">
            <a:extLst>
              <a:ext uri="{FF2B5EF4-FFF2-40B4-BE49-F238E27FC236}">
                <a16:creationId xmlns:a16="http://schemas.microsoft.com/office/drawing/2014/main" id="{3787AF32-7BD3-C144-BD02-222C4290083B}"/>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Text Box 12">
            <a:extLst>
              <a:ext uri="{FF2B5EF4-FFF2-40B4-BE49-F238E27FC236}">
                <a16:creationId xmlns:a16="http://schemas.microsoft.com/office/drawing/2014/main" id="{B3CFBAD8-5CBD-8B48-A941-3E86D5E65FF6}"/>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62" name="Slide Number Placeholder 2">
            <a:extLst>
              <a:ext uri="{FF2B5EF4-FFF2-40B4-BE49-F238E27FC236}">
                <a16:creationId xmlns:a16="http://schemas.microsoft.com/office/drawing/2014/main" id="{805F15D5-7E9E-E54C-BDFB-FEFBBAA1DB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63266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dissolve">
                                      <p:cBhvr>
                                        <p:cTn id="7" dur="500"/>
                                        <p:tgtEl>
                                          <p:spTgt spid="61"/>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right)">
                                      <p:cBhvr>
                                        <p:cTn id="11" dur="500"/>
                                        <p:tgtEl>
                                          <p:spTgt spid="65"/>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9">
                                            <p:txEl>
                                              <p:pRg st="0" end="0"/>
                                            </p:txEl>
                                          </p:spTgt>
                                        </p:tgtEl>
                                        <p:attrNameLst>
                                          <p:attrName>style.visibility</p:attrName>
                                        </p:attrNameLst>
                                      </p:cBhvr>
                                      <p:to>
                                        <p:strVal val="visible"/>
                                      </p:to>
                                    </p:set>
                                    <p:animEffect transition="in" filter="dissolve">
                                      <p:cBhvr>
                                        <p:cTn id="15" dur="500"/>
                                        <p:tgtEl>
                                          <p:spTgt spid="59">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60">
                                            <p:txEl>
                                              <p:pRg st="0" end="0"/>
                                            </p:txEl>
                                          </p:spTgt>
                                        </p:tgtEl>
                                        <p:attrNameLst>
                                          <p:attrName>style.visibility</p:attrName>
                                        </p:attrNameLst>
                                      </p:cBhvr>
                                      <p:to>
                                        <p:strVal val="visible"/>
                                      </p:to>
                                    </p:set>
                                    <p:animEffect transition="in" filter="dissolve">
                                      <p:cBhvr>
                                        <p:cTn id="20" dur="500"/>
                                        <p:tgtEl>
                                          <p:spTgt spid="6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build="p"/>
      <p:bldP spid="61"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response time</a:t>
            </a:r>
            <a:endParaRPr lang="en-US" sz="4400" dirty="0"/>
          </a:p>
        </p:txBody>
      </p:sp>
      <p:sp>
        <p:nvSpPr>
          <p:cNvPr id="62" name="Rectangle 3">
            <a:extLst>
              <a:ext uri="{FF2B5EF4-FFF2-40B4-BE49-F238E27FC236}">
                <a16:creationId xmlns:a16="http://schemas.microsoft.com/office/drawing/2014/main" id="{6FDB6615-546D-6440-BBC8-3C06990BF0E4}"/>
              </a:ext>
            </a:extLst>
          </p:cNvPr>
          <p:cNvSpPr txBox="1">
            <a:spLocks noChangeArrowheads="1"/>
          </p:cNvSpPr>
          <p:nvPr/>
        </p:nvSpPr>
        <p:spPr>
          <a:xfrm>
            <a:off x="736393" y="1919178"/>
            <a:ext cx="5683502" cy="33373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RTT (definition):</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time for a small packet to travel from client to server and back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 time (per object):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to initiate TCP connection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for HTTP request and first few bytes of HTTP response to return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object/file transmission time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Line 15">
            <a:extLst>
              <a:ext uri="{FF2B5EF4-FFF2-40B4-BE49-F238E27FC236}">
                <a16:creationId xmlns:a16="http://schemas.microsoft.com/office/drawing/2014/main" id="{4929D219-0DD0-EE4D-B40F-3D0B3F80F653}"/>
              </a:ext>
            </a:extLst>
          </p:cNvPr>
          <p:cNvSpPr>
            <a:spLocks noChangeShapeType="1"/>
          </p:cNvSpPr>
          <p:nvPr/>
        </p:nvSpPr>
        <p:spPr bwMode="auto">
          <a:xfrm>
            <a:off x="8197229" y="2671284"/>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Line 16">
            <a:extLst>
              <a:ext uri="{FF2B5EF4-FFF2-40B4-BE49-F238E27FC236}">
                <a16:creationId xmlns:a16="http://schemas.microsoft.com/office/drawing/2014/main" id="{8CAAC30A-AACE-CA43-94F8-6356C7DBF909}"/>
              </a:ext>
            </a:extLst>
          </p:cNvPr>
          <p:cNvSpPr>
            <a:spLocks noChangeShapeType="1"/>
          </p:cNvSpPr>
          <p:nvPr/>
        </p:nvSpPr>
        <p:spPr bwMode="auto">
          <a:xfrm>
            <a:off x="9887916" y="2664934"/>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9" name="Line 17">
            <a:extLst>
              <a:ext uri="{FF2B5EF4-FFF2-40B4-BE49-F238E27FC236}">
                <a16:creationId xmlns:a16="http://schemas.microsoft.com/office/drawing/2014/main" id="{AF42B5BB-493F-1A4F-A479-A45F6B47212F}"/>
              </a:ext>
            </a:extLst>
          </p:cNvPr>
          <p:cNvSpPr>
            <a:spLocks noChangeShapeType="1"/>
          </p:cNvSpPr>
          <p:nvPr/>
        </p:nvSpPr>
        <p:spPr bwMode="auto">
          <a:xfrm>
            <a:off x="8211516" y="290305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0" name="Line 18">
            <a:extLst>
              <a:ext uri="{FF2B5EF4-FFF2-40B4-BE49-F238E27FC236}">
                <a16:creationId xmlns:a16="http://schemas.microsoft.com/office/drawing/2014/main" id="{C9AE042D-B868-CC49-B9F2-374B1A84C6CD}"/>
              </a:ext>
            </a:extLst>
          </p:cNvPr>
          <p:cNvSpPr>
            <a:spLocks noChangeShapeType="1"/>
          </p:cNvSpPr>
          <p:nvPr/>
        </p:nvSpPr>
        <p:spPr bwMode="auto">
          <a:xfrm flipH="1">
            <a:off x="8197229" y="334120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1" name="Line 19">
            <a:extLst>
              <a:ext uri="{FF2B5EF4-FFF2-40B4-BE49-F238E27FC236}">
                <a16:creationId xmlns:a16="http://schemas.microsoft.com/office/drawing/2014/main" id="{99C22C7D-D82A-5C41-99D1-EA13F124371E}"/>
              </a:ext>
            </a:extLst>
          </p:cNvPr>
          <p:cNvSpPr>
            <a:spLocks noChangeShapeType="1"/>
          </p:cNvSpPr>
          <p:nvPr/>
        </p:nvSpPr>
        <p:spPr bwMode="auto">
          <a:xfrm>
            <a:off x="8205166" y="384920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3" name="AutoShape 21">
            <a:extLst>
              <a:ext uri="{FF2B5EF4-FFF2-40B4-BE49-F238E27FC236}">
                <a16:creationId xmlns:a16="http://schemas.microsoft.com/office/drawing/2014/main" id="{DD02DF36-65CF-F14E-88DF-53BB17EBFDA7}"/>
              </a:ext>
            </a:extLst>
          </p:cNvPr>
          <p:cNvSpPr>
            <a:spLocks/>
          </p:cNvSpPr>
          <p:nvPr/>
        </p:nvSpPr>
        <p:spPr bwMode="auto">
          <a:xfrm>
            <a:off x="9903942" y="4249143"/>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4" name="Text Box 22">
            <a:extLst>
              <a:ext uri="{FF2B5EF4-FFF2-40B4-BE49-F238E27FC236}">
                <a16:creationId xmlns:a16="http://schemas.microsoft.com/office/drawing/2014/main" id="{CCB0A876-D266-4A45-A302-8A1ECD42C715}"/>
              </a:ext>
            </a:extLst>
          </p:cNvPr>
          <p:cNvSpPr txBox="1">
            <a:spLocks noChangeArrowheads="1"/>
          </p:cNvSpPr>
          <p:nvPr/>
        </p:nvSpPr>
        <p:spPr bwMode="auto">
          <a:xfrm>
            <a:off x="9997454" y="3944459"/>
            <a:ext cx="1123577"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time to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transmit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a:t>
            </a:r>
          </a:p>
        </p:txBody>
      </p:sp>
      <p:sp>
        <p:nvSpPr>
          <p:cNvPr id="75" name="Line 23">
            <a:extLst>
              <a:ext uri="{FF2B5EF4-FFF2-40B4-BE49-F238E27FC236}">
                <a16:creationId xmlns:a16="http://schemas.microsoft.com/office/drawing/2014/main" id="{5718D752-EA30-EF40-828E-5D0FFEB1DBD8}"/>
              </a:ext>
            </a:extLst>
          </p:cNvPr>
          <p:cNvSpPr>
            <a:spLocks noChangeShapeType="1"/>
          </p:cNvSpPr>
          <p:nvPr/>
        </p:nvSpPr>
        <p:spPr bwMode="auto">
          <a:xfrm>
            <a:off x="7806704" y="2877659"/>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6" name="Text Box 24">
            <a:extLst>
              <a:ext uri="{FF2B5EF4-FFF2-40B4-BE49-F238E27FC236}">
                <a16:creationId xmlns:a16="http://schemas.microsoft.com/office/drawing/2014/main" id="{8BC58F30-FF48-FF4E-819B-1E40B909576D}"/>
              </a:ext>
            </a:extLst>
          </p:cNvPr>
          <p:cNvSpPr txBox="1">
            <a:spLocks noChangeArrowheads="1"/>
          </p:cNvSpPr>
          <p:nvPr/>
        </p:nvSpPr>
        <p:spPr bwMode="auto">
          <a:xfrm>
            <a:off x="6516660" y="2563010"/>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initiate TCP</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connection</a:t>
            </a:r>
          </a:p>
        </p:txBody>
      </p:sp>
      <p:sp>
        <p:nvSpPr>
          <p:cNvPr id="77" name="AutoShape 25">
            <a:extLst>
              <a:ext uri="{FF2B5EF4-FFF2-40B4-BE49-F238E27FC236}">
                <a16:creationId xmlns:a16="http://schemas.microsoft.com/office/drawing/2014/main" id="{1676996C-B2C6-6440-BDFC-70D850B75C3C}"/>
              </a:ext>
            </a:extLst>
          </p:cNvPr>
          <p:cNvSpPr>
            <a:spLocks/>
          </p:cNvSpPr>
          <p:nvPr/>
        </p:nvSpPr>
        <p:spPr bwMode="auto">
          <a:xfrm>
            <a:off x="7941641" y="2928459"/>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8" name="Text Box 26">
            <a:extLst>
              <a:ext uri="{FF2B5EF4-FFF2-40B4-BE49-F238E27FC236}">
                <a16:creationId xmlns:a16="http://schemas.microsoft.com/office/drawing/2014/main" id="{86DB8643-EF07-8F4F-9625-5A4CA4A150AE}"/>
              </a:ext>
            </a:extLst>
          </p:cNvPr>
          <p:cNvSpPr txBox="1">
            <a:spLocks noChangeArrowheads="1"/>
          </p:cNvSpPr>
          <p:nvPr/>
        </p:nvSpPr>
        <p:spPr bwMode="auto">
          <a:xfrm>
            <a:off x="7459041" y="3139596"/>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79" name="Line 27">
            <a:extLst>
              <a:ext uri="{FF2B5EF4-FFF2-40B4-BE49-F238E27FC236}">
                <a16:creationId xmlns:a16="http://schemas.microsoft.com/office/drawing/2014/main" id="{981309A0-6209-8843-8011-139102021A78}"/>
              </a:ext>
            </a:extLst>
          </p:cNvPr>
          <p:cNvSpPr>
            <a:spLocks noChangeShapeType="1"/>
          </p:cNvSpPr>
          <p:nvPr/>
        </p:nvSpPr>
        <p:spPr bwMode="auto">
          <a:xfrm>
            <a:off x="7855916" y="3782534"/>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0" name="Text Box 28">
            <a:extLst>
              <a:ext uri="{FF2B5EF4-FFF2-40B4-BE49-F238E27FC236}">
                <a16:creationId xmlns:a16="http://schemas.microsoft.com/office/drawing/2014/main" id="{F8F4F9A2-8F8A-0A49-A582-7B28C50C8027}"/>
              </a:ext>
            </a:extLst>
          </p:cNvPr>
          <p:cNvSpPr txBox="1">
            <a:spLocks noChangeArrowheads="1"/>
          </p:cNvSpPr>
          <p:nvPr/>
        </p:nvSpPr>
        <p:spPr bwMode="auto">
          <a:xfrm>
            <a:off x="6493113" y="3589815"/>
            <a:ext cx="1969956"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 file</a:t>
            </a:r>
          </a:p>
        </p:txBody>
      </p:sp>
      <p:sp>
        <p:nvSpPr>
          <p:cNvPr id="81" name="AutoShape 29">
            <a:extLst>
              <a:ext uri="{FF2B5EF4-FFF2-40B4-BE49-F238E27FC236}">
                <a16:creationId xmlns:a16="http://schemas.microsoft.com/office/drawing/2014/main" id="{38B5D7F5-BB3A-C042-A65C-E340A56B8131}"/>
              </a:ext>
            </a:extLst>
          </p:cNvPr>
          <p:cNvSpPr>
            <a:spLocks/>
          </p:cNvSpPr>
          <p:nvPr/>
        </p:nvSpPr>
        <p:spPr bwMode="auto">
          <a:xfrm>
            <a:off x="7947991" y="3838096"/>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2" name="Text Box 30">
            <a:extLst>
              <a:ext uri="{FF2B5EF4-FFF2-40B4-BE49-F238E27FC236}">
                <a16:creationId xmlns:a16="http://schemas.microsoft.com/office/drawing/2014/main" id="{F6FF37B4-B442-4047-946B-77B07E91C983}"/>
              </a:ext>
            </a:extLst>
          </p:cNvPr>
          <p:cNvSpPr txBox="1">
            <a:spLocks noChangeArrowheads="1"/>
          </p:cNvSpPr>
          <p:nvPr/>
        </p:nvSpPr>
        <p:spPr bwMode="auto">
          <a:xfrm>
            <a:off x="7478091" y="4061934"/>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83" name="Line 35">
            <a:extLst>
              <a:ext uri="{FF2B5EF4-FFF2-40B4-BE49-F238E27FC236}">
                <a16:creationId xmlns:a16="http://schemas.microsoft.com/office/drawing/2014/main" id="{1D97958B-3B35-E742-B7C6-848FC7C172D7}"/>
              </a:ext>
            </a:extLst>
          </p:cNvPr>
          <p:cNvSpPr>
            <a:spLocks noChangeShapeType="1"/>
          </p:cNvSpPr>
          <p:nvPr/>
        </p:nvSpPr>
        <p:spPr bwMode="auto">
          <a:xfrm flipH="1">
            <a:off x="7818988" y="4805006"/>
            <a:ext cx="361323" cy="22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 Box 36">
            <a:extLst>
              <a:ext uri="{FF2B5EF4-FFF2-40B4-BE49-F238E27FC236}">
                <a16:creationId xmlns:a16="http://schemas.microsoft.com/office/drawing/2014/main" id="{24A3B2D9-8989-434A-9FC2-223A7BF47D9C}"/>
              </a:ext>
            </a:extLst>
          </p:cNvPr>
          <p:cNvSpPr txBox="1">
            <a:spLocks noChangeArrowheads="1"/>
          </p:cNvSpPr>
          <p:nvPr/>
        </p:nvSpPr>
        <p:spPr bwMode="auto">
          <a:xfrm>
            <a:off x="6405684" y="4617233"/>
            <a:ext cx="1647627"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 received</a:t>
            </a:r>
          </a:p>
        </p:txBody>
      </p:sp>
      <p:sp>
        <p:nvSpPr>
          <p:cNvPr id="85" name="Text Box 37">
            <a:extLst>
              <a:ext uri="{FF2B5EF4-FFF2-40B4-BE49-F238E27FC236}">
                <a16:creationId xmlns:a16="http://schemas.microsoft.com/office/drawing/2014/main" id="{5F7EC06B-E293-DF46-888B-439F61ED3140}"/>
              </a:ext>
            </a:extLst>
          </p:cNvPr>
          <p:cNvSpPr txBox="1">
            <a:spLocks noChangeArrowheads="1"/>
          </p:cNvSpPr>
          <p:nvPr/>
        </p:nvSpPr>
        <p:spPr bwMode="auto">
          <a:xfrm>
            <a:off x="7971804" y="5517671"/>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sp>
        <p:nvSpPr>
          <p:cNvPr id="86" name="Text Box 38">
            <a:extLst>
              <a:ext uri="{FF2B5EF4-FFF2-40B4-BE49-F238E27FC236}">
                <a16:creationId xmlns:a16="http://schemas.microsoft.com/office/drawing/2014/main" id="{29F1D00D-DC1A-684B-8E6D-3829DD416398}"/>
              </a:ext>
            </a:extLst>
          </p:cNvPr>
          <p:cNvSpPr txBox="1">
            <a:spLocks noChangeArrowheads="1"/>
          </p:cNvSpPr>
          <p:nvPr/>
        </p:nvSpPr>
        <p:spPr bwMode="auto">
          <a:xfrm>
            <a:off x="9649791" y="5500209"/>
            <a:ext cx="6639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grpSp>
        <p:nvGrpSpPr>
          <p:cNvPr id="87" name="Group 43">
            <a:extLst>
              <a:ext uri="{FF2B5EF4-FFF2-40B4-BE49-F238E27FC236}">
                <a16:creationId xmlns:a16="http://schemas.microsoft.com/office/drawing/2014/main" id="{541F6086-47C8-874D-8AA5-F7E42EE4D031}"/>
              </a:ext>
            </a:extLst>
          </p:cNvPr>
          <p:cNvGrpSpPr>
            <a:grpSpLocks/>
          </p:cNvGrpSpPr>
          <p:nvPr/>
        </p:nvGrpSpPr>
        <p:grpSpPr bwMode="auto">
          <a:xfrm>
            <a:off x="9687891" y="1898171"/>
            <a:ext cx="423863" cy="684213"/>
            <a:chOff x="4140" y="429"/>
            <a:chExt cx="1425" cy="2396"/>
          </a:xfrm>
        </p:grpSpPr>
        <p:sp>
          <p:nvSpPr>
            <p:cNvPr id="88" name="Freeform 44">
              <a:extLst>
                <a:ext uri="{FF2B5EF4-FFF2-40B4-BE49-F238E27FC236}">
                  <a16:creationId xmlns:a16="http://schemas.microsoft.com/office/drawing/2014/main" id="{6DAF6B62-B819-F74E-96B5-61332060022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Rectangle 45">
              <a:extLst>
                <a:ext uri="{FF2B5EF4-FFF2-40B4-BE49-F238E27FC236}">
                  <a16:creationId xmlns:a16="http://schemas.microsoft.com/office/drawing/2014/main" id="{50F7D37B-F313-5C49-8576-42FF33D8D98D}"/>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0" name="Freeform 46">
              <a:extLst>
                <a:ext uri="{FF2B5EF4-FFF2-40B4-BE49-F238E27FC236}">
                  <a16:creationId xmlns:a16="http://schemas.microsoft.com/office/drawing/2014/main" id="{87E40F45-93DC-2B4E-ADDC-55D37D40B97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Freeform 47">
              <a:extLst>
                <a:ext uri="{FF2B5EF4-FFF2-40B4-BE49-F238E27FC236}">
                  <a16:creationId xmlns:a16="http://schemas.microsoft.com/office/drawing/2014/main" id="{7B112D55-79F9-1F4D-B446-8C88751FFEC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Rectangle 48">
              <a:extLst>
                <a:ext uri="{FF2B5EF4-FFF2-40B4-BE49-F238E27FC236}">
                  <a16:creationId xmlns:a16="http://schemas.microsoft.com/office/drawing/2014/main" id="{956D8EF0-FF87-9E4B-887E-2B313EF776BD}"/>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3" name="Group 49">
              <a:extLst>
                <a:ext uri="{FF2B5EF4-FFF2-40B4-BE49-F238E27FC236}">
                  <a16:creationId xmlns:a16="http://schemas.microsoft.com/office/drawing/2014/main" id="{66F581E1-4301-C04A-BC92-0FE36983E299}"/>
                </a:ext>
              </a:extLst>
            </p:cNvPr>
            <p:cNvGrpSpPr>
              <a:grpSpLocks/>
            </p:cNvGrpSpPr>
            <p:nvPr/>
          </p:nvGrpSpPr>
          <p:grpSpPr bwMode="auto">
            <a:xfrm>
              <a:off x="4749" y="668"/>
              <a:ext cx="581" cy="145"/>
              <a:chOff x="614" y="2568"/>
              <a:chExt cx="725" cy="139"/>
            </a:xfrm>
          </p:grpSpPr>
          <p:sp>
            <p:nvSpPr>
              <p:cNvPr id="118" name="AutoShape 50">
                <a:extLst>
                  <a:ext uri="{FF2B5EF4-FFF2-40B4-BE49-F238E27FC236}">
                    <a16:creationId xmlns:a16="http://schemas.microsoft.com/office/drawing/2014/main" id="{060EE10F-40BB-F147-A18B-D592D49006F2}"/>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9" name="AutoShape 51">
                <a:extLst>
                  <a:ext uri="{FF2B5EF4-FFF2-40B4-BE49-F238E27FC236}">
                    <a16:creationId xmlns:a16="http://schemas.microsoft.com/office/drawing/2014/main" id="{964C81AE-2600-6248-820C-48DB107C0AC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4" name="Rectangle 52">
              <a:extLst>
                <a:ext uri="{FF2B5EF4-FFF2-40B4-BE49-F238E27FC236}">
                  <a16:creationId xmlns:a16="http://schemas.microsoft.com/office/drawing/2014/main" id="{0B3B5D85-0106-D947-B9AB-3DEF402BDE7F}"/>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5" name="Group 53">
              <a:extLst>
                <a:ext uri="{FF2B5EF4-FFF2-40B4-BE49-F238E27FC236}">
                  <a16:creationId xmlns:a16="http://schemas.microsoft.com/office/drawing/2014/main" id="{21E327E2-0D3F-BB45-88FA-94BE82472324}"/>
                </a:ext>
              </a:extLst>
            </p:cNvPr>
            <p:cNvGrpSpPr>
              <a:grpSpLocks/>
            </p:cNvGrpSpPr>
            <p:nvPr/>
          </p:nvGrpSpPr>
          <p:grpSpPr bwMode="auto">
            <a:xfrm>
              <a:off x="4747" y="994"/>
              <a:ext cx="581" cy="134"/>
              <a:chOff x="614" y="2568"/>
              <a:chExt cx="725" cy="139"/>
            </a:xfrm>
          </p:grpSpPr>
          <p:sp>
            <p:nvSpPr>
              <p:cNvPr id="116" name="AutoShape 54">
                <a:extLst>
                  <a:ext uri="{FF2B5EF4-FFF2-40B4-BE49-F238E27FC236}">
                    <a16:creationId xmlns:a16="http://schemas.microsoft.com/office/drawing/2014/main" id="{A09779CB-5E1C-FF46-9276-B827DEE6BD99}"/>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7" name="AutoShape 55">
                <a:extLst>
                  <a:ext uri="{FF2B5EF4-FFF2-40B4-BE49-F238E27FC236}">
                    <a16:creationId xmlns:a16="http://schemas.microsoft.com/office/drawing/2014/main" id="{67162A33-48AB-8447-8BA1-9899B1EFA707}"/>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6" name="Rectangle 56">
              <a:extLst>
                <a:ext uri="{FF2B5EF4-FFF2-40B4-BE49-F238E27FC236}">
                  <a16:creationId xmlns:a16="http://schemas.microsoft.com/office/drawing/2014/main" id="{C0727CA6-9309-D04B-829F-614EF5BEA353}"/>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7" name="Rectangle 57">
              <a:extLst>
                <a:ext uri="{FF2B5EF4-FFF2-40B4-BE49-F238E27FC236}">
                  <a16:creationId xmlns:a16="http://schemas.microsoft.com/office/drawing/2014/main" id="{17B7496E-619F-B745-A3B6-4EDDE39B5208}"/>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8" name="Group 58">
              <a:extLst>
                <a:ext uri="{FF2B5EF4-FFF2-40B4-BE49-F238E27FC236}">
                  <a16:creationId xmlns:a16="http://schemas.microsoft.com/office/drawing/2014/main" id="{B3F5CCBA-FB37-F741-A1BE-6A326312ABBC}"/>
                </a:ext>
              </a:extLst>
            </p:cNvPr>
            <p:cNvGrpSpPr>
              <a:grpSpLocks/>
            </p:cNvGrpSpPr>
            <p:nvPr/>
          </p:nvGrpSpPr>
          <p:grpSpPr bwMode="auto">
            <a:xfrm>
              <a:off x="4735" y="1627"/>
              <a:ext cx="582" cy="151"/>
              <a:chOff x="614" y="2568"/>
              <a:chExt cx="725" cy="139"/>
            </a:xfrm>
          </p:grpSpPr>
          <p:sp>
            <p:nvSpPr>
              <p:cNvPr id="114" name="AutoShape 59">
                <a:extLst>
                  <a:ext uri="{FF2B5EF4-FFF2-40B4-BE49-F238E27FC236}">
                    <a16:creationId xmlns:a16="http://schemas.microsoft.com/office/drawing/2014/main" id="{DEAAF06F-764B-A04C-A4F4-4AF808C89F0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5" name="AutoShape 60">
                <a:extLst>
                  <a:ext uri="{FF2B5EF4-FFF2-40B4-BE49-F238E27FC236}">
                    <a16:creationId xmlns:a16="http://schemas.microsoft.com/office/drawing/2014/main" id="{73A61CB6-ED08-FD4B-8F83-3336B8F8272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9" name="Freeform 61">
              <a:extLst>
                <a:ext uri="{FF2B5EF4-FFF2-40B4-BE49-F238E27FC236}">
                  <a16:creationId xmlns:a16="http://schemas.microsoft.com/office/drawing/2014/main" id="{1AB063BC-5497-FD41-9B58-4C27970B62E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00" name="Group 62">
              <a:extLst>
                <a:ext uri="{FF2B5EF4-FFF2-40B4-BE49-F238E27FC236}">
                  <a16:creationId xmlns:a16="http://schemas.microsoft.com/office/drawing/2014/main" id="{20634D40-DCFD-8449-B684-70B31A9B350D}"/>
                </a:ext>
              </a:extLst>
            </p:cNvPr>
            <p:cNvGrpSpPr>
              <a:grpSpLocks/>
            </p:cNvGrpSpPr>
            <p:nvPr/>
          </p:nvGrpSpPr>
          <p:grpSpPr bwMode="auto">
            <a:xfrm>
              <a:off x="4739" y="1327"/>
              <a:ext cx="582" cy="139"/>
              <a:chOff x="614" y="2568"/>
              <a:chExt cx="725" cy="139"/>
            </a:xfrm>
          </p:grpSpPr>
          <p:sp>
            <p:nvSpPr>
              <p:cNvPr id="112" name="AutoShape 63">
                <a:extLst>
                  <a:ext uri="{FF2B5EF4-FFF2-40B4-BE49-F238E27FC236}">
                    <a16:creationId xmlns:a16="http://schemas.microsoft.com/office/drawing/2014/main" id="{F58EC583-5702-1E4B-A6F2-1309BD877BAA}"/>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3" name="AutoShape 64">
                <a:extLst>
                  <a:ext uri="{FF2B5EF4-FFF2-40B4-BE49-F238E27FC236}">
                    <a16:creationId xmlns:a16="http://schemas.microsoft.com/office/drawing/2014/main" id="{DB3DA62B-8007-4E4C-93B9-0F102F104C19}"/>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101" name="Rectangle 65">
              <a:extLst>
                <a:ext uri="{FF2B5EF4-FFF2-40B4-BE49-F238E27FC236}">
                  <a16:creationId xmlns:a16="http://schemas.microsoft.com/office/drawing/2014/main" id="{C31A2516-63E0-E740-AE1D-B59F6C97699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2" name="Freeform 66">
              <a:extLst>
                <a:ext uri="{FF2B5EF4-FFF2-40B4-BE49-F238E27FC236}">
                  <a16:creationId xmlns:a16="http://schemas.microsoft.com/office/drawing/2014/main" id="{B8246D8C-6855-C044-A8BA-8F170062CBC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3" name="Freeform 67">
              <a:extLst>
                <a:ext uri="{FF2B5EF4-FFF2-40B4-BE49-F238E27FC236}">
                  <a16:creationId xmlns:a16="http://schemas.microsoft.com/office/drawing/2014/main" id="{924E847A-F4E0-DA4B-8D4E-A56FEAA6913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4" name="Oval 68">
              <a:extLst>
                <a:ext uri="{FF2B5EF4-FFF2-40B4-BE49-F238E27FC236}">
                  <a16:creationId xmlns:a16="http://schemas.microsoft.com/office/drawing/2014/main" id="{8CAE9087-3C8E-F24B-A512-CEB1940F02B6}"/>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5" name="Freeform 69">
              <a:extLst>
                <a:ext uri="{FF2B5EF4-FFF2-40B4-BE49-F238E27FC236}">
                  <a16:creationId xmlns:a16="http://schemas.microsoft.com/office/drawing/2014/main" id="{2AB5FE84-419E-EB41-B46F-B90EA8215F8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AutoShape 70">
              <a:extLst>
                <a:ext uri="{FF2B5EF4-FFF2-40B4-BE49-F238E27FC236}">
                  <a16:creationId xmlns:a16="http://schemas.microsoft.com/office/drawing/2014/main" id="{5044997C-6434-1F4E-951A-58848E528421}"/>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7" name="AutoShape 71">
              <a:extLst>
                <a:ext uri="{FF2B5EF4-FFF2-40B4-BE49-F238E27FC236}">
                  <a16:creationId xmlns:a16="http://schemas.microsoft.com/office/drawing/2014/main" id="{E0E22BAF-7B23-B44C-827B-153E00211A92}"/>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E772A220-7A72-DF4C-B4F3-72E6DDF1F7AC}"/>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9" name="Oval 73">
              <a:extLst>
                <a:ext uri="{FF2B5EF4-FFF2-40B4-BE49-F238E27FC236}">
                  <a16:creationId xmlns:a16="http://schemas.microsoft.com/office/drawing/2014/main" id="{E52F28FE-19A0-E943-AE0B-DEEA922220F8}"/>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10" name="Oval 74">
              <a:extLst>
                <a:ext uri="{FF2B5EF4-FFF2-40B4-BE49-F238E27FC236}">
                  <a16:creationId xmlns:a16="http://schemas.microsoft.com/office/drawing/2014/main" id="{679A21A4-960E-C240-991F-7A91E9D33D9E}"/>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1" name="Rectangle 75">
              <a:extLst>
                <a:ext uri="{FF2B5EF4-FFF2-40B4-BE49-F238E27FC236}">
                  <a16:creationId xmlns:a16="http://schemas.microsoft.com/office/drawing/2014/main" id="{5FE7BC29-1F3A-FC4D-B0A8-E7C985E2199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120" name="Group 76">
            <a:extLst>
              <a:ext uri="{FF2B5EF4-FFF2-40B4-BE49-F238E27FC236}">
                <a16:creationId xmlns:a16="http://schemas.microsoft.com/office/drawing/2014/main" id="{ACB35F9B-E584-6A4C-A928-821626F2884C}"/>
              </a:ext>
            </a:extLst>
          </p:cNvPr>
          <p:cNvGrpSpPr>
            <a:grpSpLocks/>
          </p:cNvGrpSpPr>
          <p:nvPr/>
        </p:nvGrpSpPr>
        <p:grpSpPr bwMode="auto">
          <a:xfrm>
            <a:off x="7686054" y="1920396"/>
            <a:ext cx="698500" cy="709613"/>
            <a:chOff x="-44" y="1473"/>
            <a:chExt cx="981" cy="1105"/>
          </a:xfrm>
        </p:grpSpPr>
        <p:pic>
          <p:nvPicPr>
            <p:cNvPr id="121" name="Picture 77" descr="desktop_computer_stylized_medium">
              <a:extLst>
                <a:ext uri="{FF2B5EF4-FFF2-40B4-BE49-F238E27FC236}">
                  <a16:creationId xmlns:a16="http://schemas.microsoft.com/office/drawing/2014/main" id="{C2C6AD66-1148-CD4D-99F7-5C6A689E28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78">
              <a:extLst>
                <a:ext uri="{FF2B5EF4-FFF2-40B4-BE49-F238E27FC236}">
                  <a16:creationId xmlns:a16="http://schemas.microsoft.com/office/drawing/2014/main" id="{40C43405-EE8F-6348-9658-64CCF319FF4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 name="Freeform 1">
            <a:extLst>
              <a:ext uri="{FF2B5EF4-FFF2-40B4-BE49-F238E27FC236}">
                <a16:creationId xmlns:a16="http://schemas.microsoft.com/office/drawing/2014/main" id="{2D3ED81E-7823-0B47-8E02-97411E72ACFD}"/>
              </a:ext>
            </a:extLst>
          </p:cNvPr>
          <p:cNvSpPr/>
          <p:nvPr/>
        </p:nvSpPr>
        <p:spPr>
          <a:xfrm>
            <a:off x="8188984" y="4246818"/>
            <a:ext cx="1700270" cy="558188"/>
          </a:xfrm>
          <a:custGeom>
            <a:avLst/>
            <a:gdLst>
              <a:gd name="connsiteX0" fmla="*/ 0 w 1700270"/>
              <a:gd name="connsiteY0" fmla="*/ 389262 h 543498"/>
              <a:gd name="connsiteX1" fmla="*/ 1700270 w 1700270"/>
              <a:gd name="connsiteY1" fmla="*/ 0 h 543498"/>
              <a:gd name="connsiteX2" fmla="*/ 1696598 w 1700270"/>
              <a:gd name="connsiteY2" fmla="*/ 176269 h 543498"/>
              <a:gd name="connsiteX3" fmla="*/ 0 w 1700270"/>
              <a:gd name="connsiteY3" fmla="*/ 543498 h 543498"/>
              <a:gd name="connsiteX4" fmla="*/ 0 w 1700270"/>
              <a:gd name="connsiteY4" fmla="*/ 389262 h 543498"/>
              <a:gd name="connsiteX0" fmla="*/ 0 w 1700270"/>
              <a:gd name="connsiteY0" fmla="*/ 389262 h 558188"/>
              <a:gd name="connsiteX1" fmla="*/ 1700270 w 1700270"/>
              <a:gd name="connsiteY1" fmla="*/ 0 h 558188"/>
              <a:gd name="connsiteX2" fmla="*/ 1696598 w 1700270"/>
              <a:gd name="connsiteY2" fmla="*/ 176269 h 558188"/>
              <a:gd name="connsiteX3" fmla="*/ 7344 w 1700270"/>
              <a:gd name="connsiteY3" fmla="*/ 558188 h 558188"/>
              <a:gd name="connsiteX4" fmla="*/ 0 w 1700270"/>
              <a:gd name="connsiteY4" fmla="*/ 389262 h 55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270" h="558188">
                <a:moveTo>
                  <a:pt x="0" y="389262"/>
                </a:moveTo>
                <a:lnTo>
                  <a:pt x="1700270" y="0"/>
                </a:lnTo>
                <a:lnTo>
                  <a:pt x="1696598" y="176269"/>
                </a:lnTo>
                <a:lnTo>
                  <a:pt x="7344" y="558188"/>
                </a:lnTo>
                <a:lnTo>
                  <a:pt x="0" y="389262"/>
                </a:lnTo>
                <a:close/>
              </a:path>
            </a:pathLst>
          </a:custGeom>
          <a:solidFill>
            <a:srgbClr val="0000A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3" name="AutoShape 21">
            <a:extLst>
              <a:ext uri="{FF2B5EF4-FFF2-40B4-BE49-F238E27FC236}">
                <a16:creationId xmlns:a16="http://schemas.microsoft.com/office/drawing/2014/main" id="{B46E8531-A1AB-F94F-83A6-88018FC274AE}"/>
              </a:ext>
            </a:extLst>
          </p:cNvPr>
          <p:cNvSpPr>
            <a:spLocks/>
          </p:cNvSpPr>
          <p:nvPr/>
        </p:nvSpPr>
        <p:spPr bwMode="auto">
          <a:xfrm flipH="1" flipV="1">
            <a:off x="8069711" y="4643267"/>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TextBox 3">
            <a:extLst>
              <a:ext uri="{FF2B5EF4-FFF2-40B4-BE49-F238E27FC236}">
                <a16:creationId xmlns:a16="http://schemas.microsoft.com/office/drawing/2014/main" id="{C4BF7570-9992-2546-969B-3F60B086818E}"/>
              </a:ext>
            </a:extLst>
          </p:cNvPr>
          <p:cNvSpPr txBox="1"/>
          <p:nvPr/>
        </p:nvSpPr>
        <p:spPr>
          <a:xfrm>
            <a:off x="1056514" y="5919854"/>
            <a:ext cx="9257241"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Non-persistent HTTP response time =  2RTT+ file transmission  time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Slide Number Placeholder 2">
            <a:extLst>
              <a:ext uri="{FF2B5EF4-FFF2-40B4-BE49-F238E27FC236}">
                <a16:creationId xmlns:a16="http://schemas.microsoft.com/office/drawing/2014/main" id="{7E482904-1521-274F-AE73-DF7E96ACE75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874712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2">
                                            <p:txEl>
                                              <p:pRg st="2" end="2"/>
                                            </p:txEl>
                                          </p:spTgt>
                                        </p:tgtEl>
                                        <p:attrNameLst>
                                          <p:attrName>style.visibility</p:attrName>
                                        </p:attrNameLst>
                                      </p:cBhvr>
                                      <p:to>
                                        <p:strVal val="visible"/>
                                      </p:to>
                                    </p:set>
                                    <p:animEffect transition="in" filter="dissolve">
                                      <p:cBhvr>
                                        <p:cTn id="10" dur="500"/>
                                        <p:tgtEl>
                                          <p:spTgt spid="62">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2">
                                            <p:txEl>
                                              <p:pRg st="3" end="3"/>
                                            </p:txEl>
                                          </p:spTgt>
                                        </p:tgtEl>
                                        <p:attrNameLst>
                                          <p:attrName>style.visibility</p:attrName>
                                        </p:attrNameLst>
                                      </p:cBhvr>
                                      <p:to>
                                        <p:strVal val="visible"/>
                                      </p:to>
                                    </p:set>
                                    <p:animEffect transition="in" filter="dissolve">
                                      <p:cBhvr>
                                        <p:cTn id="13" dur="500"/>
                                        <p:tgtEl>
                                          <p:spTgt spid="62">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2">
                                            <p:txEl>
                                              <p:pRg st="4" end="4"/>
                                            </p:txEl>
                                          </p:spTgt>
                                        </p:tgtEl>
                                        <p:attrNameLst>
                                          <p:attrName>style.visibility</p:attrName>
                                        </p:attrNameLst>
                                      </p:cBhvr>
                                      <p:to>
                                        <p:strVal val="visible"/>
                                      </p:to>
                                    </p:set>
                                    <p:animEffect transition="in" filter="dissolve">
                                      <p:cBhvr>
                                        <p:cTn id="16" dur="500"/>
                                        <p:tgtEl>
                                          <p:spTgt spid="62">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Persistent HTTP </a:t>
            </a:r>
            <a:r>
              <a:rPr lang="en-US" altLang="en-US" sz="3200" dirty="0">
                <a:cs typeface="Calibri" panose="020F0502020204030204" pitchFamily="34" charset="0"/>
              </a:rPr>
              <a:t>(HTTP 1.1)</a:t>
            </a:r>
            <a:endParaRPr lang="en-US" sz="4400" dirty="0"/>
          </a:p>
        </p:txBody>
      </p:sp>
      <p:sp>
        <p:nvSpPr>
          <p:cNvPr id="6" name="Rectangle 3">
            <a:extLst>
              <a:ext uri="{FF2B5EF4-FFF2-40B4-BE49-F238E27FC236}">
                <a16:creationId xmlns:a16="http://schemas.microsoft.com/office/drawing/2014/main" id="{FB14C937-79C9-6642-8B0C-15F130B4AF98}"/>
              </a:ext>
            </a:extLst>
          </p:cNvPr>
          <p:cNvSpPr txBox="1">
            <a:spLocks noChangeArrowheads="1"/>
          </p:cNvSpPr>
          <p:nvPr/>
        </p:nvSpPr>
        <p:spPr>
          <a:xfrm>
            <a:off x="798691" y="1401764"/>
            <a:ext cx="516554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Non-persistent HTTP issues:</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requires 2 RTTs per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OS overhead for </a:t>
            </a:r>
            <a:r>
              <a:rPr kumimoji="0" lang="en-US" sz="2800" b="0" i="1" u="none" strike="noStrike" kern="1200" cap="none" spc="0" normalizeH="0" baseline="0" noProof="0" dirty="0">
                <a:ln>
                  <a:noFill/>
                </a:ln>
                <a:solidFill>
                  <a:prstClr val="black"/>
                </a:solidFill>
                <a:effectLst/>
                <a:uLnTx/>
                <a:uFillTx/>
                <a:latin typeface="Calibri"/>
                <a:ea typeface="+mn-ea"/>
                <a:cs typeface="+mn-cs"/>
              </a:rPr>
              <a:t>each</a:t>
            </a:r>
            <a:r>
              <a:rPr kumimoji="0" lang="en-US" sz="2800" b="0" i="0" u="none" strike="noStrike" kern="1200" cap="none" spc="0" normalizeH="0" baseline="0" noProof="0" dirty="0">
                <a:ln>
                  <a:noFill/>
                </a:ln>
                <a:solidFill>
                  <a:prstClr val="black"/>
                </a:solidFill>
                <a:effectLst/>
                <a:uLnTx/>
                <a:uFillTx/>
                <a:latin typeface="Calibri"/>
                <a:ea typeface="+mn-ea"/>
                <a:cs typeface="+mn-cs"/>
              </a:rPr>
              <a:t> TCP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browsers often open multiple parallel TCP connections to fetch referenced objects in parallel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0">
            <a:extLst>
              <a:ext uri="{FF2B5EF4-FFF2-40B4-BE49-F238E27FC236}">
                <a16:creationId xmlns:a16="http://schemas.microsoft.com/office/drawing/2014/main" id="{996C596E-CBDC-1641-AE54-06AC7ADF3759}"/>
              </a:ext>
            </a:extLst>
          </p:cNvPr>
          <p:cNvSpPr txBox="1">
            <a:spLocks noChangeArrowheads="1"/>
          </p:cNvSpPr>
          <p:nvPr/>
        </p:nvSpPr>
        <p:spPr>
          <a:xfrm>
            <a:off x="6227762" y="1414463"/>
            <a:ext cx="573505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Persistent  HTTP </a:t>
            </a:r>
            <a:r>
              <a:rPr kumimoji="0" lang="en-US" sz="2400" b="0" i="1" u="none" strike="noStrike" kern="1200" cap="none" spc="0" normalizeH="0" baseline="0" noProof="0" dirty="0">
                <a:ln>
                  <a:noFill/>
                </a:ln>
                <a:solidFill>
                  <a:srgbClr val="CC0000"/>
                </a:solidFill>
                <a:effectLst/>
                <a:uLnTx/>
                <a:uFillTx/>
                <a:latin typeface="Calibri"/>
                <a:ea typeface="+mn-ea"/>
                <a:cs typeface="+mn-cs"/>
              </a:rPr>
              <a:t>(HTTP1.1):</a:t>
            </a:r>
            <a:endParaRPr kumimoji="0" lang="en-US" sz="3200" b="0" i="1" u="none" strike="noStrike" kern="1200" cap="none" spc="0" normalizeH="0" baseline="0" noProof="0" dirty="0">
              <a:ln>
                <a:noFill/>
              </a:ln>
              <a:solidFill>
                <a:srgbClr val="CC0000"/>
              </a:solidFill>
              <a:effectLst/>
              <a:uLnTx/>
              <a:uFillTx/>
              <a:latin typeface="Calibri"/>
              <a:ea typeface="+mn-ea"/>
              <a:cs typeface="+mn-cs"/>
            </a:endParaRP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server leaves connection open after sending response</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subsequent HTTP messages  between same client/server sent over open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 sends requests as soon as it encounters a referenced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as little as one RTT for all the referenced objects (cutting response time in half)</a:t>
            </a:r>
          </a:p>
        </p:txBody>
      </p:sp>
      <p:sp>
        <p:nvSpPr>
          <p:cNvPr id="5" name="Slide Number Placeholder 2">
            <a:extLst>
              <a:ext uri="{FF2B5EF4-FFF2-40B4-BE49-F238E27FC236}">
                <a16:creationId xmlns:a16="http://schemas.microsoft.com/office/drawing/2014/main" id="{2C9DB959-15FC-7A47-B54E-965B407AAA51}"/>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62596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request </a:t>
            </a:r>
            <a:r>
              <a:rPr lang="en-US" altLang="en-US" dirty="0">
                <a:cs typeface="Calibri" panose="020F0502020204030204" pitchFamily="34" charset="0"/>
              </a:rPr>
              <a:t>m</a:t>
            </a:r>
            <a:r>
              <a:rPr lang="en-US" altLang="en-US" sz="4400" dirty="0">
                <a:cs typeface="Calibri" panose="020F0502020204030204" pitchFamily="34" charset="0"/>
              </a:rPr>
              <a:t>essage</a:t>
            </a:r>
            <a:endParaRPr lang="en-US" sz="4400" dirty="0"/>
          </a:p>
        </p:txBody>
      </p:sp>
      <p:sp>
        <p:nvSpPr>
          <p:cNvPr id="8" name="Rectangle 3">
            <a:extLst>
              <a:ext uri="{FF2B5EF4-FFF2-40B4-BE49-F238E27FC236}">
                <a16:creationId xmlns:a16="http://schemas.microsoft.com/office/drawing/2014/main" id="{321ECE79-BBE4-B646-A84C-F451AD02B983}"/>
              </a:ext>
            </a:extLst>
          </p:cNvPr>
          <p:cNvSpPr txBox="1">
            <a:spLocks noChangeArrowheads="1"/>
          </p:cNvSpPr>
          <p:nvPr/>
        </p:nvSpPr>
        <p:spPr>
          <a:xfrm>
            <a:off x="533400" y="1444625"/>
            <a:ext cx="11658600" cy="142920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two types of HTTP messages: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response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 message: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ASCII (human-readable format)</a:t>
            </a:r>
            <a:endParaRPr kumimoji="0" lang="en-US" altLang="en-US" sz="2400" b="0" i="0" u="none" strike="noStrike" kern="1200" cap="none" spc="0" normalizeH="0" baseline="0" noProof="0" dirty="0">
              <a:ln>
                <a:noFill/>
              </a:ln>
              <a:solidFill>
                <a:srgbClr val="ED7D31"/>
              </a:solidFill>
              <a:effectLst/>
              <a:uLnTx/>
              <a:uFillTx/>
              <a:latin typeface="Calibri"/>
              <a:ea typeface="ＭＳ Ｐゴシック" panose="020B0600070205080204" pitchFamily="34" charset="-128"/>
              <a:cs typeface="+mn-cs"/>
            </a:endParaRPr>
          </a:p>
        </p:txBody>
      </p:sp>
      <p:sp>
        <p:nvSpPr>
          <p:cNvPr id="13" name="Text Box 8">
            <a:extLst>
              <a:ext uri="{FF2B5EF4-FFF2-40B4-BE49-F238E27FC236}">
                <a16:creationId xmlns:a16="http://schemas.microsoft.com/office/drawing/2014/main" id="{9D189007-4005-564E-B421-909E89E9EF1D}"/>
              </a:ext>
            </a:extLst>
          </p:cNvPr>
          <p:cNvSpPr txBox="1">
            <a:spLocks noChangeArrowheads="1"/>
          </p:cNvSpPr>
          <p:nvPr/>
        </p:nvSpPr>
        <p:spPr bwMode="auto">
          <a:xfrm>
            <a:off x="2771677" y="4189643"/>
            <a:ext cx="1071127"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16" name="Text Box 16">
            <a:extLst>
              <a:ext uri="{FF2B5EF4-FFF2-40B4-BE49-F238E27FC236}">
                <a16:creationId xmlns:a16="http://schemas.microsoft.com/office/drawing/2014/main" id="{BFD47085-0DF5-F849-923F-6D72DB7EBE3F}"/>
              </a:ext>
            </a:extLst>
          </p:cNvPr>
          <p:cNvSpPr txBox="1">
            <a:spLocks noChangeArrowheads="1"/>
          </p:cNvSpPr>
          <p:nvPr/>
        </p:nvSpPr>
        <p:spPr bwMode="auto">
          <a:xfrm>
            <a:off x="4000046" y="3323999"/>
            <a:ext cx="7921878" cy="2342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GET /index.html HTTP/1.1\r\n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Host: www-net.cs.umass.edu\r\n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User-Agent: Mozilla/5.0 (Macintosh; Intel Mac OS X 10.15; rv:80.0) Gecko/20100101 Firefox/80.0 \r\n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 text/html,application/xhtml+xml\r\n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Accept-Language: en-us,en;q=0.5\r\n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Accept-Encoding: gzip,deflate\r\n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Connection: keep-alive\r\n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p:txBody>
      </p:sp>
      <p:grpSp>
        <p:nvGrpSpPr>
          <p:cNvPr id="7" name="Group 6">
            <a:extLst>
              <a:ext uri="{FF2B5EF4-FFF2-40B4-BE49-F238E27FC236}">
                <a16:creationId xmlns:a16="http://schemas.microsoft.com/office/drawing/2014/main" id="{75C8212B-5FF3-1B41-8A79-6C4F774EA6B6}"/>
              </a:ext>
            </a:extLst>
          </p:cNvPr>
          <p:cNvGrpSpPr/>
          <p:nvPr/>
        </p:nvGrpSpPr>
        <p:grpSpPr>
          <a:xfrm>
            <a:off x="7524296" y="2623511"/>
            <a:ext cx="2834575" cy="849313"/>
            <a:chOff x="7524296" y="2554061"/>
            <a:chExt cx="2834575" cy="849313"/>
          </a:xfrm>
        </p:grpSpPr>
        <p:sp>
          <p:nvSpPr>
            <p:cNvPr id="17" name="Line 17">
              <a:extLst>
                <a:ext uri="{FF2B5EF4-FFF2-40B4-BE49-F238E27FC236}">
                  <a16:creationId xmlns:a16="http://schemas.microsoft.com/office/drawing/2014/main" id="{3F48C300-763A-B54F-B0A7-01186DC913C8}"/>
                </a:ext>
              </a:extLst>
            </p:cNvPr>
            <p:cNvSpPr>
              <a:spLocks noChangeShapeType="1"/>
            </p:cNvSpPr>
            <p:nvPr/>
          </p:nvSpPr>
          <p:spPr bwMode="auto">
            <a:xfrm flipH="1">
              <a:off x="7524296" y="2841399"/>
              <a:ext cx="166688" cy="514350"/>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8">
              <a:extLst>
                <a:ext uri="{FF2B5EF4-FFF2-40B4-BE49-F238E27FC236}">
                  <a16:creationId xmlns:a16="http://schemas.microsoft.com/office/drawing/2014/main" id="{6AE4689D-D5B0-114C-898E-652FE1146212}"/>
                </a:ext>
              </a:extLst>
            </p:cNvPr>
            <p:cNvSpPr txBox="1">
              <a:spLocks noChangeArrowheads="1"/>
            </p:cNvSpPr>
            <p:nvPr/>
          </p:nvSpPr>
          <p:spPr bwMode="auto">
            <a:xfrm>
              <a:off x="7575096" y="2554061"/>
              <a:ext cx="27837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carriage return character</a:t>
              </a:r>
            </a:p>
          </p:txBody>
        </p:sp>
        <p:sp>
          <p:nvSpPr>
            <p:cNvPr id="19" name="Text Box 19">
              <a:extLst>
                <a:ext uri="{FF2B5EF4-FFF2-40B4-BE49-F238E27FC236}">
                  <a16:creationId xmlns:a16="http://schemas.microsoft.com/office/drawing/2014/main" id="{BF17A6F8-488B-914D-8FD5-D0101F59C47F}"/>
                </a:ext>
              </a:extLst>
            </p:cNvPr>
            <p:cNvSpPr txBox="1">
              <a:spLocks noChangeArrowheads="1"/>
            </p:cNvSpPr>
            <p:nvPr/>
          </p:nvSpPr>
          <p:spPr bwMode="auto">
            <a:xfrm>
              <a:off x="7727496" y="2850924"/>
              <a:ext cx="21493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line-feed character</a:t>
              </a:r>
            </a:p>
          </p:txBody>
        </p:sp>
        <p:sp>
          <p:nvSpPr>
            <p:cNvPr id="20" name="Line 20">
              <a:extLst>
                <a:ext uri="{FF2B5EF4-FFF2-40B4-BE49-F238E27FC236}">
                  <a16:creationId xmlns:a16="http://schemas.microsoft.com/office/drawing/2014/main" id="{36550CDC-D06A-104F-8EAA-1F14B32B7AF9}"/>
                </a:ext>
              </a:extLst>
            </p:cNvPr>
            <p:cNvSpPr>
              <a:spLocks noChangeShapeType="1"/>
            </p:cNvSpPr>
            <p:nvPr/>
          </p:nvSpPr>
          <p:spPr bwMode="auto">
            <a:xfrm flipH="1">
              <a:off x="7805284" y="3150961"/>
              <a:ext cx="80962" cy="252413"/>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3" name="Group 2">
            <a:extLst>
              <a:ext uri="{FF2B5EF4-FFF2-40B4-BE49-F238E27FC236}">
                <a16:creationId xmlns:a16="http://schemas.microsoft.com/office/drawing/2014/main" id="{7D1DA586-D2C5-594D-BC4F-D63F85BDFA27}"/>
              </a:ext>
            </a:extLst>
          </p:cNvPr>
          <p:cNvGrpSpPr/>
          <p:nvPr/>
        </p:nvGrpSpPr>
        <p:grpSpPr>
          <a:xfrm>
            <a:off x="304572" y="3050979"/>
            <a:ext cx="3691165" cy="830997"/>
            <a:chOff x="304572" y="3050979"/>
            <a:chExt cx="3691165" cy="830997"/>
          </a:xfrm>
        </p:grpSpPr>
        <p:sp>
          <p:nvSpPr>
            <p:cNvPr id="10" name="Text Box 5">
              <a:extLst>
                <a:ext uri="{FF2B5EF4-FFF2-40B4-BE49-F238E27FC236}">
                  <a16:creationId xmlns:a16="http://schemas.microsoft.com/office/drawing/2014/main" id="{B6C3DB56-846D-8E43-9453-A014201ECCAE}"/>
                </a:ext>
              </a:extLst>
            </p:cNvPr>
            <p:cNvSpPr txBox="1">
              <a:spLocks noChangeArrowheads="1"/>
            </p:cNvSpPr>
            <p:nvPr/>
          </p:nvSpPr>
          <p:spPr bwMode="auto">
            <a:xfrm>
              <a:off x="304572" y="3050979"/>
              <a:ext cx="316315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line (GET, POST,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 commands)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EF472D7-7102-3D4F-8FB9-8F68234EDD8D}"/>
                </a:ext>
              </a:extLst>
            </p:cNvPr>
            <p:cNvCxnSpPr>
              <a:cxnSpLocks/>
            </p:cNvCxnSpPr>
            <p:nvPr/>
          </p:nvCxnSpPr>
          <p:spPr>
            <a:xfrm>
              <a:off x="2558822" y="3471412"/>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A7CEE239-9E6A-4845-9F03-74B240F246F8}"/>
              </a:ext>
            </a:extLst>
          </p:cNvPr>
          <p:cNvGrpSpPr/>
          <p:nvPr/>
        </p:nvGrpSpPr>
        <p:grpSpPr>
          <a:xfrm>
            <a:off x="743905" y="5548787"/>
            <a:ext cx="7763054" cy="1145473"/>
            <a:chOff x="743905" y="5548787"/>
            <a:chExt cx="7763054" cy="1145473"/>
          </a:xfrm>
        </p:grpSpPr>
        <p:sp>
          <p:nvSpPr>
            <p:cNvPr id="14" name="Line 10">
              <a:extLst>
                <a:ext uri="{FF2B5EF4-FFF2-40B4-BE49-F238E27FC236}">
                  <a16:creationId xmlns:a16="http://schemas.microsoft.com/office/drawing/2014/main" id="{6CA9B985-18B2-6347-8689-E6656C025475}"/>
                </a:ext>
              </a:extLst>
            </p:cNvPr>
            <p:cNvSpPr>
              <a:spLocks noChangeShapeType="1"/>
            </p:cNvSpPr>
            <p:nvPr/>
          </p:nvSpPr>
          <p:spPr bwMode="auto">
            <a:xfrm>
              <a:off x="3499984" y="5710011"/>
              <a:ext cx="511175" cy="0"/>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Text Box 11">
              <a:extLst>
                <a:ext uri="{FF2B5EF4-FFF2-40B4-BE49-F238E27FC236}">
                  <a16:creationId xmlns:a16="http://schemas.microsoft.com/office/drawing/2014/main" id="{DED6E2F1-61E7-E241-8E2D-ADEC5E8A8091}"/>
                </a:ext>
              </a:extLst>
            </p:cNvPr>
            <p:cNvSpPr txBox="1">
              <a:spLocks noChangeArrowheads="1"/>
            </p:cNvSpPr>
            <p:nvPr/>
          </p:nvSpPr>
          <p:spPr bwMode="auto">
            <a:xfrm>
              <a:off x="743905" y="5548787"/>
              <a:ext cx="277163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carriage return, line feed at start of line indicates end of header lines</a:t>
              </a:r>
              <a:endPar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21" name="TextBox 1">
              <a:extLst>
                <a:ext uri="{FF2B5EF4-FFF2-40B4-BE49-F238E27FC236}">
                  <a16:creationId xmlns:a16="http://schemas.microsoft.com/office/drawing/2014/main" id="{EF5DEF07-DC95-F343-B9CA-F9BD40638A1C}"/>
                </a:ext>
              </a:extLst>
            </p:cNvPr>
            <p:cNvSpPr txBox="1">
              <a:spLocks noChangeArrowheads="1"/>
            </p:cNvSpPr>
            <p:nvPr/>
          </p:nvSpPr>
          <p:spPr bwMode="auto">
            <a:xfrm>
              <a:off x="4000046" y="6171973"/>
              <a:ext cx="450691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sp>
        <p:nvSpPr>
          <p:cNvPr id="5" name="Left Brace 4">
            <a:extLst>
              <a:ext uri="{FF2B5EF4-FFF2-40B4-BE49-F238E27FC236}">
                <a16:creationId xmlns:a16="http://schemas.microsoft.com/office/drawing/2014/main" id="{36B9FB67-1AD8-6146-8926-BFEB803718A3}"/>
              </a:ext>
            </a:extLst>
          </p:cNvPr>
          <p:cNvSpPr/>
          <p:nvPr/>
        </p:nvSpPr>
        <p:spPr>
          <a:xfrm>
            <a:off x="3812583" y="3704095"/>
            <a:ext cx="217442" cy="1797803"/>
          </a:xfrm>
          <a:prstGeom prst="leftBrace">
            <a:avLst/>
          </a:prstGeom>
          <a:ln w="19050">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5F809E13-4068-2140-8EEF-80CD03B5F69C}"/>
              </a:ext>
            </a:extLst>
          </p:cNvPr>
          <p:cNvSpPr/>
          <p:nvPr/>
        </p:nvSpPr>
        <p:spPr>
          <a:xfrm>
            <a:off x="4019515" y="3331027"/>
            <a:ext cx="6620718" cy="3021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 name="Rectangle 23">
            <a:extLst>
              <a:ext uri="{FF2B5EF4-FFF2-40B4-BE49-F238E27FC236}">
                <a16:creationId xmlns:a16="http://schemas.microsoft.com/office/drawing/2014/main" id="{95D7502B-9EA4-9D49-A251-DB91BDC6BB3C}"/>
              </a:ext>
            </a:extLst>
          </p:cNvPr>
          <p:cNvSpPr/>
          <p:nvPr/>
        </p:nvSpPr>
        <p:spPr>
          <a:xfrm>
            <a:off x="2726871" y="3599519"/>
            <a:ext cx="8392886" cy="1968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 name="Slide Number Placeholder 2">
            <a:extLst>
              <a:ext uri="{FF2B5EF4-FFF2-40B4-BE49-F238E27FC236}">
                <a16:creationId xmlns:a16="http://schemas.microsoft.com/office/drawing/2014/main" id="{C3381709-4DCC-204B-A742-66F4884C7AF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958584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dissolve">
                                      <p:cBhvr>
                                        <p:cTn id="10" dur="500"/>
                                        <p:tgtEl>
                                          <p:spTgt spid="3"/>
                                        </p:tgtEl>
                                      </p:cBhvr>
                                    </p:animEffect>
                                  </p:childTnLst>
                                </p:cTn>
                              </p:par>
                              <p:par>
                                <p:cTn id="11" presetID="9" presetClass="exit" presetSubtype="0" fill="hold" grpId="0" nodeType="withEffect">
                                  <p:stCondLst>
                                    <p:cond delay="0"/>
                                  </p:stCondLst>
                                  <p:childTnLst>
                                    <p:animEffect transition="out" filter="dissolve">
                                      <p:cBhvr>
                                        <p:cTn id="12" dur="500"/>
                                        <p:tgtEl>
                                          <p:spTgt spid="2"/>
                                        </p:tgtEl>
                                      </p:cBhvr>
                                    </p:animEffect>
                                    <p:set>
                                      <p:cBhvr>
                                        <p:cTn id="13" dur="1" fill="hold">
                                          <p:stCondLst>
                                            <p:cond delay="499"/>
                                          </p:stCondLst>
                                        </p:cTn>
                                        <p:tgtEl>
                                          <p:spTgt spid="2"/>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grpId="0" nodeType="clickEffect">
                                  <p:stCondLst>
                                    <p:cond delay="0"/>
                                  </p:stCondLst>
                                  <p:childTnLst>
                                    <p:animEffect transition="out" filter="dissolve">
                                      <p:cBhvr>
                                        <p:cTn id="17" dur="500"/>
                                        <p:tgtEl>
                                          <p:spTgt spid="24"/>
                                        </p:tgtEl>
                                      </p:cBhvr>
                                    </p:animEffect>
                                    <p:set>
                                      <p:cBhvr>
                                        <p:cTn id="18" dur="1" fill="hold">
                                          <p:stCondLst>
                                            <p:cond delay="499"/>
                                          </p:stCondLst>
                                        </p:cTn>
                                        <p:tgtEl>
                                          <p:spTgt spid="24"/>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4"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request message: general format</a:t>
            </a:r>
            <a:endParaRPr lang="en-US" sz="4400" dirty="0"/>
          </a:p>
        </p:txBody>
      </p:sp>
      <p:sp>
        <p:nvSpPr>
          <p:cNvPr id="22" name="Text Box 9">
            <a:extLst>
              <a:ext uri="{FF2B5EF4-FFF2-40B4-BE49-F238E27FC236}">
                <a16:creationId xmlns:a16="http://schemas.microsoft.com/office/drawing/2014/main" id="{CAB95007-032C-1849-B460-3E4D669013E8}"/>
              </a:ext>
            </a:extLst>
          </p:cNvPr>
          <p:cNvSpPr txBox="1">
            <a:spLocks noChangeArrowheads="1"/>
          </p:cNvSpPr>
          <p:nvPr/>
        </p:nvSpPr>
        <p:spPr bwMode="auto">
          <a:xfrm>
            <a:off x="8704472" y="1752600"/>
            <a:ext cx="1030287"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request</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a:t>
            </a:r>
          </a:p>
        </p:txBody>
      </p:sp>
      <p:sp>
        <p:nvSpPr>
          <p:cNvPr id="23" name="Text Box 11">
            <a:extLst>
              <a:ext uri="{FF2B5EF4-FFF2-40B4-BE49-F238E27FC236}">
                <a16:creationId xmlns:a16="http://schemas.microsoft.com/office/drawing/2014/main" id="{0CB38CB5-45F7-C847-AE71-4F4C5B6FDC22}"/>
              </a:ext>
            </a:extLst>
          </p:cNvPr>
          <p:cNvSpPr txBox="1">
            <a:spLocks noChangeArrowheads="1"/>
          </p:cNvSpPr>
          <p:nvPr/>
        </p:nvSpPr>
        <p:spPr bwMode="auto">
          <a:xfrm>
            <a:off x="8699709" y="2768600"/>
            <a:ext cx="974725"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header</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lines</a:t>
            </a:r>
          </a:p>
        </p:txBody>
      </p:sp>
      <p:sp>
        <p:nvSpPr>
          <p:cNvPr id="24" name="Rectangle 12">
            <a:extLst>
              <a:ext uri="{FF2B5EF4-FFF2-40B4-BE49-F238E27FC236}">
                <a16:creationId xmlns:a16="http://schemas.microsoft.com/office/drawing/2014/main" id="{E645219C-0302-5E46-AE15-64BD65153E7E}"/>
              </a:ext>
            </a:extLst>
          </p:cNvPr>
          <p:cNvSpPr>
            <a:spLocks noChangeArrowheads="1"/>
          </p:cNvSpPr>
          <p:nvPr/>
        </p:nvSpPr>
        <p:spPr bwMode="auto">
          <a:xfrm>
            <a:off x="8315534" y="2338387"/>
            <a:ext cx="346075" cy="1819275"/>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13">
            <a:extLst>
              <a:ext uri="{FF2B5EF4-FFF2-40B4-BE49-F238E27FC236}">
                <a16:creationId xmlns:a16="http://schemas.microsoft.com/office/drawing/2014/main" id="{CAFB1EEC-4EBF-6E41-B9CB-E4B01F156EAB}"/>
              </a:ext>
            </a:extLst>
          </p:cNvPr>
          <p:cNvSpPr>
            <a:spLocks noChangeArrowheads="1"/>
          </p:cNvSpPr>
          <p:nvPr/>
        </p:nvSpPr>
        <p:spPr bwMode="auto">
          <a:xfrm>
            <a:off x="8182184" y="2287587"/>
            <a:ext cx="290513" cy="20177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15">
            <a:extLst>
              <a:ext uri="{FF2B5EF4-FFF2-40B4-BE49-F238E27FC236}">
                <a16:creationId xmlns:a16="http://schemas.microsoft.com/office/drawing/2014/main" id="{009CBE09-CA75-A245-B675-9042959F169C}"/>
              </a:ext>
            </a:extLst>
          </p:cNvPr>
          <p:cNvSpPr>
            <a:spLocks noChangeArrowheads="1"/>
          </p:cNvSpPr>
          <p:nvPr/>
        </p:nvSpPr>
        <p:spPr bwMode="auto">
          <a:xfrm>
            <a:off x="8550484" y="4394200"/>
            <a:ext cx="712788" cy="12160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Text Box 16">
            <a:extLst>
              <a:ext uri="{FF2B5EF4-FFF2-40B4-BE49-F238E27FC236}">
                <a16:creationId xmlns:a16="http://schemas.microsoft.com/office/drawing/2014/main" id="{548D8BC5-234B-1340-9AE4-2B7B4CCDF55A}"/>
              </a:ext>
            </a:extLst>
          </p:cNvPr>
          <p:cNvSpPr txBox="1">
            <a:spLocks noChangeArrowheads="1"/>
          </p:cNvSpPr>
          <p:nvPr/>
        </p:nvSpPr>
        <p:spPr bwMode="auto">
          <a:xfrm>
            <a:off x="8701297" y="4959350"/>
            <a:ext cx="735012" cy="3667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body</a:t>
            </a:r>
          </a:p>
        </p:txBody>
      </p:sp>
      <p:sp>
        <p:nvSpPr>
          <p:cNvPr id="28" name="Rectangle 20">
            <a:extLst>
              <a:ext uri="{FF2B5EF4-FFF2-40B4-BE49-F238E27FC236}">
                <a16:creationId xmlns:a16="http://schemas.microsoft.com/office/drawing/2014/main" id="{8BE22D39-29E3-DB4E-8BB7-B366225B441F}"/>
              </a:ext>
            </a:extLst>
          </p:cNvPr>
          <p:cNvSpPr>
            <a:spLocks noChangeArrowheads="1"/>
          </p:cNvSpPr>
          <p:nvPr/>
        </p:nvSpPr>
        <p:spPr bwMode="auto">
          <a:xfrm>
            <a:off x="2879934" y="1789112"/>
            <a:ext cx="5638800" cy="446088"/>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9" name="Line 22">
            <a:extLst>
              <a:ext uri="{FF2B5EF4-FFF2-40B4-BE49-F238E27FC236}">
                <a16:creationId xmlns:a16="http://schemas.microsoft.com/office/drawing/2014/main" id="{E517253E-A702-9F4B-B692-C2D297AE8C56}"/>
              </a:ext>
            </a:extLst>
          </p:cNvPr>
          <p:cNvSpPr>
            <a:spLocks noChangeShapeType="1"/>
          </p:cNvSpPr>
          <p:nvPr/>
        </p:nvSpPr>
        <p:spPr bwMode="auto">
          <a:xfrm>
            <a:off x="41880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Line 23">
            <a:extLst>
              <a:ext uri="{FF2B5EF4-FFF2-40B4-BE49-F238E27FC236}">
                <a16:creationId xmlns:a16="http://schemas.microsoft.com/office/drawing/2014/main" id="{9A3ED2FB-B252-C14F-B645-419D36E7F292}"/>
              </a:ext>
            </a:extLst>
          </p:cNvPr>
          <p:cNvSpPr>
            <a:spLocks noChangeShapeType="1"/>
          </p:cNvSpPr>
          <p:nvPr/>
        </p:nvSpPr>
        <p:spPr bwMode="auto">
          <a:xfrm>
            <a:off x="46325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Line 24">
            <a:extLst>
              <a:ext uri="{FF2B5EF4-FFF2-40B4-BE49-F238E27FC236}">
                <a16:creationId xmlns:a16="http://schemas.microsoft.com/office/drawing/2014/main" id="{B2B62443-11E1-2B43-9DCA-4AE37C7E4636}"/>
              </a:ext>
            </a:extLst>
          </p:cNvPr>
          <p:cNvSpPr>
            <a:spLocks noChangeShapeType="1"/>
          </p:cNvSpPr>
          <p:nvPr/>
        </p:nvSpPr>
        <p:spPr bwMode="auto">
          <a:xfrm>
            <a:off x="59406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Line 25">
            <a:extLst>
              <a:ext uri="{FF2B5EF4-FFF2-40B4-BE49-F238E27FC236}">
                <a16:creationId xmlns:a16="http://schemas.microsoft.com/office/drawing/2014/main" id="{04CD6AC7-3A8A-D448-ACDB-A1CAAAE45847}"/>
              </a:ext>
            </a:extLst>
          </p:cNvPr>
          <p:cNvSpPr>
            <a:spLocks noChangeShapeType="1"/>
          </p:cNvSpPr>
          <p:nvPr/>
        </p:nvSpPr>
        <p:spPr bwMode="auto">
          <a:xfrm>
            <a:off x="6366084" y="178593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3" name="Line 26">
            <a:extLst>
              <a:ext uri="{FF2B5EF4-FFF2-40B4-BE49-F238E27FC236}">
                <a16:creationId xmlns:a16="http://schemas.microsoft.com/office/drawing/2014/main" id="{116D6361-9C6F-384A-940A-DBEE668B1738}"/>
              </a:ext>
            </a:extLst>
          </p:cNvPr>
          <p:cNvSpPr>
            <a:spLocks noChangeShapeType="1"/>
          </p:cNvSpPr>
          <p:nvPr/>
        </p:nvSpPr>
        <p:spPr bwMode="auto">
          <a:xfrm>
            <a:off x="76678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Line 27">
            <a:extLst>
              <a:ext uri="{FF2B5EF4-FFF2-40B4-BE49-F238E27FC236}">
                <a16:creationId xmlns:a16="http://schemas.microsoft.com/office/drawing/2014/main" id="{66F44111-14E6-9047-91A5-35A207202184}"/>
              </a:ext>
            </a:extLst>
          </p:cNvPr>
          <p:cNvSpPr>
            <a:spLocks noChangeShapeType="1"/>
          </p:cNvSpPr>
          <p:nvPr/>
        </p:nvSpPr>
        <p:spPr bwMode="auto">
          <a:xfrm>
            <a:off x="810598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5" name="Text Box 28">
            <a:extLst>
              <a:ext uri="{FF2B5EF4-FFF2-40B4-BE49-F238E27FC236}">
                <a16:creationId xmlns:a16="http://schemas.microsoft.com/office/drawing/2014/main" id="{101CD148-0CB6-B64C-B622-686BDB7E0577}"/>
              </a:ext>
            </a:extLst>
          </p:cNvPr>
          <p:cNvSpPr txBox="1">
            <a:spLocks noChangeArrowheads="1"/>
          </p:cNvSpPr>
          <p:nvPr/>
        </p:nvSpPr>
        <p:spPr bwMode="auto">
          <a:xfrm>
            <a:off x="3003759" y="1816100"/>
            <a:ext cx="10302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method</a:t>
            </a:r>
          </a:p>
        </p:txBody>
      </p:sp>
      <p:sp>
        <p:nvSpPr>
          <p:cNvPr id="36" name="Text Box 29">
            <a:extLst>
              <a:ext uri="{FF2B5EF4-FFF2-40B4-BE49-F238E27FC236}">
                <a16:creationId xmlns:a16="http://schemas.microsoft.com/office/drawing/2014/main" id="{803519B0-4DBB-0446-BBAE-FAAA993CE334}"/>
              </a:ext>
            </a:extLst>
          </p:cNvPr>
          <p:cNvSpPr txBox="1">
            <a:spLocks noChangeArrowheads="1"/>
          </p:cNvSpPr>
          <p:nvPr/>
        </p:nvSpPr>
        <p:spPr bwMode="auto">
          <a:xfrm>
            <a:off x="4165809" y="179705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7" name="Text Box 30">
            <a:extLst>
              <a:ext uri="{FF2B5EF4-FFF2-40B4-BE49-F238E27FC236}">
                <a16:creationId xmlns:a16="http://schemas.microsoft.com/office/drawing/2014/main" id="{2AE14B96-40BF-C44D-B226-47487039EDC0}"/>
              </a:ext>
            </a:extLst>
          </p:cNvPr>
          <p:cNvSpPr txBox="1">
            <a:spLocks noChangeArrowheads="1"/>
          </p:cNvSpPr>
          <p:nvPr/>
        </p:nvSpPr>
        <p:spPr bwMode="auto">
          <a:xfrm>
            <a:off x="5931109" y="180340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8" name="Text Box 31">
            <a:extLst>
              <a:ext uri="{FF2B5EF4-FFF2-40B4-BE49-F238E27FC236}">
                <a16:creationId xmlns:a16="http://schemas.microsoft.com/office/drawing/2014/main" id="{499F11E0-2AAF-FC46-939A-844BDA8F36F0}"/>
              </a:ext>
            </a:extLst>
          </p:cNvPr>
          <p:cNvSpPr txBox="1">
            <a:spLocks noChangeArrowheads="1"/>
          </p:cNvSpPr>
          <p:nvPr/>
        </p:nvSpPr>
        <p:spPr bwMode="auto">
          <a:xfrm>
            <a:off x="7683709" y="1809750"/>
            <a:ext cx="403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39" name="Text Box 32">
            <a:extLst>
              <a:ext uri="{FF2B5EF4-FFF2-40B4-BE49-F238E27FC236}">
                <a16:creationId xmlns:a16="http://schemas.microsoft.com/office/drawing/2014/main" id="{74D4C75B-57F6-FC40-A95F-1EA89717E27F}"/>
              </a:ext>
            </a:extLst>
          </p:cNvPr>
          <p:cNvSpPr txBox="1">
            <a:spLocks noChangeArrowheads="1"/>
          </p:cNvSpPr>
          <p:nvPr/>
        </p:nvSpPr>
        <p:spPr bwMode="auto">
          <a:xfrm>
            <a:off x="8153609" y="1820862"/>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40" name="Text Box 33">
            <a:extLst>
              <a:ext uri="{FF2B5EF4-FFF2-40B4-BE49-F238E27FC236}">
                <a16:creationId xmlns:a16="http://schemas.microsoft.com/office/drawing/2014/main" id="{D3CF33E6-800C-C34A-9A2F-34E6C60D755D}"/>
              </a:ext>
            </a:extLst>
          </p:cNvPr>
          <p:cNvSpPr txBox="1">
            <a:spLocks noChangeArrowheads="1"/>
          </p:cNvSpPr>
          <p:nvPr/>
        </p:nvSpPr>
        <p:spPr bwMode="auto">
          <a:xfrm>
            <a:off x="6521659" y="1803400"/>
            <a:ext cx="10033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version</a:t>
            </a:r>
          </a:p>
        </p:txBody>
      </p:sp>
      <p:sp>
        <p:nvSpPr>
          <p:cNvPr id="41" name="Text Box 34">
            <a:extLst>
              <a:ext uri="{FF2B5EF4-FFF2-40B4-BE49-F238E27FC236}">
                <a16:creationId xmlns:a16="http://schemas.microsoft.com/office/drawing/2014/main" id="{064EF9BF-C55B-3041-B970-830A38934793}"/>
              </a:ext>
            </a:extLst>
          </p:cNvPr>
          <p:cNvSpPr txBox="1">
            <a:spLocks noChangeArrowheads="1"/>
          </p:cNvSpPr>
          <p:nvPr/>
        </p:nvSpPr>
        <p:spPr bwMode="auto">
          <a:xfrm>
            <a:off x="4896059" y="1816100"/>
            <a:ext cx="6937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URL</a:t>
            </a:r>
          </a:p>
        </p:txBody>
      </p:sp>
      <p:grpSp>
        <p:nvGrpSpPr>
          <p:cNvPr id="42" name="Group 45">
            <a:extLst>
              <a:ext uri="{FF2B5EF4-FFF2-40B4-BE49-F238E27FC236}">
                <a16:creationId xmlns:a16="http://schemas.microsoft.com/office/drawing/2014/main" id="{BF6F8085-A891-0844-94E6-578F3AFB50F3}"/>
              </a:ext>
            </a:extLst>
          </p:cNvPr>
          <p:cNvGrpSpPr>
            <a:grpSpLocks/>
          </p:cNvGrpSpPr>
          <p:nvPr/>
        </p:nvGrpSpPr>
        <p:grpSpPr bwMode="auto">
          <a:xfrm>
            <a:off x="2879934" y="2233612"/>
            <a:ext cx="4565650" cy="446088"/>
            <a:chOff x="192" y="1894"/>
            <a:chExt cx="2876" cy="281"/>
          </a:xfrm>
        </p:grpSpPr>
        <p:sp>
          <p:nvSpPr>
            <p:cNvPr id="43" name="Rectangle 35">
              <a:extLst>
                <a:ext uri="{FF2B5EF4-FFF2-40B4-BE49-F238E27FC236}">
                  <a16:creationId xmlns:a16="http://schemas.microsoft.com/office/drawing/2014/main" id="{37CAD855-2626-9B4A-87B5-BBFB2178C732}"/>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4" name="Line 36">
              <a:extLst>
                <a:ext uri="{FF2B5EF4-FFF2-40B4-BE49-F238E27FC236}">
                  <a16:creationId xmlns:a16="http://schemas.microsoft.com/office/drawing/2014/main" id="{3882514C-0ADC-584D-AAA4-E4882A2DEA38}"/>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5" name="Line 37">
              <a:extLst>
                <a:ext uri="{FF2B5EF4-FFF2-40B4-BE49-F238E27FC236}">
                  <a16:creationId xmlns:a16="http://schemas.microsoft.com/office/drawing/2014/main" id="{688D6AB7-0894-2D4A-9EE3-CF8BFFA30627}"/>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6" name="Line 39">
              <a:extLst>
                <a:ext uri="{FF2B5EF4-FFF2-40B4-BE49-F238E27FC236}">
                  <a16:creationId xmlns:a16="http://schemas.microsoft.com/office/drawing/2014/main" id="{8B2EC183-EB51-C64D-B126-461EEABB1EBF}"/>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7" name="Line 40">
              <a:extLst>
                <a:ext uri="{FF2B5EF4-FFF2-40B4-BE49-F238E27FC236}">
                  <a16:creationId xmlns:a16="http://schemas.microsoft.com/office/drawing/2014/main" id="{4DE50D57-00F5-134E-8F40-FDF96483157C}"/>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8" name="Text Box 41">
              <a:extLst>
                <a:ext uri="{FF2B5EF4-FFF2-40B4-BE49-F238E27FC236}">
                  <a16:creationId xmlns:a16="http://schemas.microsoft.com/office/drawing/2014/main" id="{54D07A27-F429-7046-9310-3A09B05FC60A}"/>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49" name="Text Box 42">
              <a:extLst>
                <a:ext uri="{FF2B5EF4-FFF2-40B4-BE49-F238E27FC236}">
                  <a16:creationId xmlns:a16="http://schemas.microsoft.com/office/drawing/2014/main" id="{C2EDB89B-2549-D34E-89E0-D083A1B07D60}"/>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50" name="Text Box 43">
              <a:extLst>
                <a:ext uri="{FF2B5EF4-FFF2-40B4-BE49-F238E27FC236}">
                  <a16:creationId xmlns:a16="http://schemas.microsoft.com/office/drawing/2014/main" id="{C7C20190-6015-D24C-8172-D12AE7AC2A4E}"/>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51" name="Text Box 44">
              <a:extLst>
                <a:ext uri="{FF2B5EF4-FFF2-40B4-BE49-F238E27FC236}">
                  <a16:creationId xmlns:a16="http://schemas.microsoft.com/office/drawing/2014/main" id="{9D74CC94-6309-9D4E-AC17-7834303D292A}"/>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grpSp>
        <p:nvGrpSpPr>
          <p:cNvPr id="52" name="Group 46">
            <a:extLst>
              <a:ext uri="{FF2B5EF4-FFF2-40B4-BE49-F238E27FC236}">
                <a16:creationId xmlns:a16="http://schemas.microsoft.com/office/drawing/2014/main" id="{F763EEE1-8E7B-574B-9B12-C02141AD6CEE}"/>
              </a:ext>
            </a:extLst>
          </p:cNvPr>
          <p:cNvGrpSpPr>
            <a:grpSpLocks/>
          </p:cNvGrpSpPr>
          <p:nvPr/>
        </p:nvGrpSpPr>
        <p:grpSpPr bwMode="auto">
          <a:xfrm>
            <a:off x="2876759" y="3709987"/>
            <a:ext cx="4565650" cy="446088"/>
            <a:chOff x="192" y="1894"/>
            <a:chExt cx="2876" cy="281"/>
          </a:xfrm>
        </p:grpSpPr>
        <p:sp>
          <p:nvSpPr>
            <p:cNvPr id="53" name="Rectangle 47">
              <a:extLst>
                <a:ext uri="{FF2B5EF4-FFF2-40B4-BE49-F238E27FC236}">
                  <a16:creationId xmlns:a16="http://schemas.microsoft.com/office/drawing/2014/main" id="{03037660-A975-AC41-9666-AFCCB3A0B935}"/>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4" name="Line 48">
              <a:extLst>
                <a:ext uri="{FF2B5EF4-FFF2-40B4-BE49-F238E27FC236}">
                  <a16:creationId xmlns:a16="http://schemas.microsoft.com/office/drawing/2014/main" id="{7DAB01D5-4A4C-0848-8E97-EACA6A36C3AD}"/>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Line 49">
              <a:extLst>
                <a:ext uri="{FF2B5EF4-FFF2-40B4-BE49-F238E27FC236}">
                  <a16:creationId xmlns:a16="http://schemas.microsoft.com/office/drawing/2014/main" id="{12F13F26-AF12-FB44-9B51-D0B6944C6D9C}"/>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6" name="Line 50">
              <a:extLst>
                <a:ext uri="{FF2B5EF4-FFF2-40B4-BE49-F238E27FC236}">
                  <a16:creationId xmlns:a16="http://schemas.microsoft.com/office/drawing/2014/main" id="{781CA89B-E86B-F843-A1BF-431E5679227B}"/>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7" name="Line 51">
              <a:extLst>
                <a:ext uri="{FF2B5EF4-FFF2-40B4-BE49-F238E27FC236}">
                  <a16:creationId xmlns:a16="http://schemas.microsoft.com/office/drawing/2014/main" id="{74911CA3-EBEB-B142-B4CE-F45E577120E5}"/>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8" name="Text Box 52">
              <a:extLst>
                <a:ext uri="{FF2B5EF4-FFF2-40B4-BE49-F238E27FC236}">
                  <a16:creationId xmlns:a16="http://schemas.microsoft.com/office/drawing/2014/main" id="{D0CB791B-5400-C244-A515-F158CF9A23BC}"/>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59" name="Text Box 53">
              <a:extLst>
                <a:ext uri="{FF2B5EF4-FFF2-40B4-BE49-F238E27FC236}">
                  <a16:creationId xmlns:a16="http://schemas.microsoft.com/office/drawing/2014/main" id="{E5D6E821-F80C-7046-BF97-7FA229C97D7C}"/>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60" name="Text Box 54">
              <a:extLst>
                <a:ext uri="{FF2B5EF4-FFF2-40B4-BE49-F238E27FC236}">
                  <a16:creationId xmlns:a16="http://schemas.microsoft.com/office/drawing/2014/main" id="{5F6B0327-AD11-4545-B4F6-735084B855B5}"/>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61" name="Text Box 55">
              <a:extLst>
                <a:ext uri="{FF2B5EF4-FFF2-40B4-BE49-F238E27FC236}">
                  <a16:creationId xmlns:a16="http://schemas.microsoft.com/office/drawing/2014/main" id="{95580CF6-5A42-2640-82F1-B4775A0714B8}"/>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sp>
        <p:nvSpPr>
          <p:cNvPr id="62" name="Line 56">
            <a:extLst>
              <a:ext uri="{FF2B5EF4-FFF2-40B4-BE49-F238E27FC236}">
                <a16:creationId xmlns:a16="http://schemas.microsoft.com/office/drawing/2014/main" id="{923CEA11-D6DF-1C46-A3A4-FD9F81E7CBE9}"/>
              </a:ext>
            </a:extLst>
          </p:cNvPr>
          <p:cNvSpPr>
            <a:spLocks noChangeShapeType="1"/>
          </p:cNvSpPr>
          <p:nvPr/>
        </p:nvSpPr>
        <p:spPr bwMode="auto">
          <a:xfrm>
            <a:off x="2879934" y="26812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3" name="Group 61">
            <a:extLst>
              <a:ext uri="{FF2B5EF4-FFF2-40B4-BE49-F238E27FC236}">
                <a16:creationId xmlns:a16="http://schemas.microsoft.com/office/drawing/2014/main" id="{331FDA17-3586-0A4D-9D97-B7C360855EC7}"/>
              </a:ext>
            </a:extLst>
          </p:cNvPr>
          <p:cNvGrpSpPr>
            <a:grpSpLocks/>
          </p:cNvGrpSpPr>
          <p:nvPr/>
        </p:nvGrpSpPr>
        <p:grpSpPr bwMode="auto">
          <a:xfrm>
            <a:off x="2711659" y="2905125"/>
            <a:ext cx="331788" cy="461962"/>
            <a:chOff x="462" y="1727"/>
            <a:chExt cx="209" cy="291"/>
          </a:xfrm>
        </p:grpSpPr>
        <p:sp>
          <p:nvSpPr>
            <p:cNvPr id="64" name="Rectangle 59">
              <a:extLst>
                <a:ext uri="{FF2B5EF4-FFF2-40B4-BE49-F238E27FC236}">
                  <a16:creationId xmlns:a16="http://schemas.microsoft.com/office/drawing/2014/main" id="{C1850415-E4E6-744B-A59A-4CBBE0004E2D}"/>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5" name="Text Box 57">
              <a:extLst>
                <a:ext uri="{FF2B5EF4-FFF2-40B4-BE49-F238E27FC236}">
                  <a16:creationId xmlns:a16="http://schemas.microsoft.com/office/drawing/2014/main" id="{26A802CD-661F-6548-9B20-03447D673761}"/>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66" name="Text Box 58">
              <a:extLst>
                <a:ext uri="{FF2B5EF4-FFF2-40B4-BE49-F238E27FC236}">
                  <a16:creationId xmlns:a16="http://schemas.microsoft.com/office/drawing/2014/main" id="{5857CADE-C5FA-4D45-86A4-A527BB0999C5}"/>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67" name="Line 62">
            <a:extLst>
              <a:ext uri="{FF2B5EF4-FFF2-40B4-BE49-F238E27FC236}">
                <a16:creationId xmlns:a16="http://schemas.microsoft.com/office/drawing/2014/main" id="{4AD99966-51D9-144F-843E-CA57BB5A97E5}"/>
              </a:ext>
            </a:extLst>
          </p:cNvPr>
          <p:cNvSpPr>
            <a:spLocks noChangeShapeType="1"/>
          </p:cNvSpPr>
          <p:nvPr/>
        </p:nvSpPr>
        <p:spPr bwMode="auto">
          <a:xfrm>
            <a:off x="7443997" y="26685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8" name="Group 63">
            <a:extLst>
              <a:ext uri="{FF2B5EF4-FFF2-40B4-BE49-F238E27FC236}">
                <a16:creationId xmlns:a16="http://schemas.microsoft.com/office/drawing/2014/main" id="{21BE7B05-C0E3-2847-AA19-1D559561D8E0}"/>
              </a:ext>
            </a:extLst>
          </p:cNvPr>
          <p:cNvGrpSpPr>
            <a:grpSpLocks/>
          </p:cNvGrpSpPr>
          <p:nvPr/>
        </p:nvGrpSpPr>
        <p:grpSpPr bwMode="auto">
          <a:xfrm>
            <a:off x="7275722" y="2892425"/>
            <a:ext cx="331787" cy="461962"/>
            <a:chOff x="462" y="1727"/>
            <a:chExt cx="209" cy="291"/>
          </a:xfrm>
        </p:grpSpPr>
        <p:sp>
          <p:nvSpPr>
            <p:cNvPr id="69" name="Rectangle 64">
              <a:extLst>
                <a:ext uri="{FF2B5EF4-FFF2-40B4-BE49-F238E27FC236}">
                  <a16:creationId xmlns:a16="http://schemas.microsoft.com/office/drawing/2014/main" id="{1068B7F8-AE57-0A4E-92E6-32182A78CA31}"/>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 name="Text Box 65">
              <a:extLst>
                <a:ext uri="{FF2B5EF4-FFF2-40B4-BE49-F238E27FC236}">
                  <a16:creationId xmlns:a16="http://schemas.microsoft.com/office/drawing/2014/main" id="{304BAA75-EDF9-3049-8146-D4E3B77D4E55}"/>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1" name="Text Box 66">
              <a:extLst>
                <a:ext uri="{FF2B5EF4-FFF2-40B4-BE49-F238E27FC236}">
                  <a16:creationId xmlns:a16="http://schemas.microsoft.com/office/drawing/2014/main" id="{7B98EC85-B737-7A4A-B367-0CDBC6B02392}"/>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72" name="Group 77">
            <a:extLst>
              <a:ext uri="{FF2B5EF4-FFF2-40B4-BE49-F238E27FC236}">
                <a16:creationId xmlns:a16="http://schemas.microsoft.com/office/drawing/2014/main" id="{3F072947-4F12-CC4D-A114-F6AA680D477F}"/>
              </a:ext>
            </a:extLst>
          </p:cNvPr>
          <p:cNvGrpSpPr>
            <a:grpSpLocks/>
          </p:cNvGrpSpPr>
          <p:nvPr/>
        </p:nvGrpSpPr>
        <p:grpSpPr bwMode="auto">
          <a:xfrm>
            <a:off x="2875172" y="4156075"/>
            <a:ext cx="963612" cy="446087"/>
            <a:chOff x="3105" y="2650"/>
            <a:chExt cx="607" cy="281"/>
          </a:xfrm>
        </p:grpSpPr>
        <p:sp>
          <p:nvSpPr>
            <p:cNvPr id="73" name="Rectangle 68">
              <a:extLst>
                <a:ext uri="{FF2B5EF4-FFF2-40B4-BE49-F238E27FC236}">
                  <a16:creationId xmlns:a16="http://schemas.microsoft.com/office/drawing/2014/main" id="{B30322FD-E3EE-8748-B949-5646BF3FDFC8}"/>
                </a:ext>
              </a:extLst>
            </p:cNvPr>
            <p:cNvSpPr>
              <a:spLocks noChangeArrowheads="1"/>
            </p:cNvSpPr>
            <p:nvPr/>
          </p:nvSpPr>
          <p:spPr bwMode="auto">
            <a:xfrm>
              <a:off x="3105" y="2650"/>
              <a:ext cx="607"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 name="Line 72">
              <a:extLst>
                <a:ext uri="{FF2B5EF4-FFF2-40B4-BE49-F238E27FC236}">
                  <a16:creationId xmlns:a16="http://schemas.microsoft.com/office/drawing/2014/main" id="{48E1F9CF-9FEF-5347-B932-F18E52F7D062}"/>
                </a:ext>
              </a:extLst>
            </p:cNvPr>
            <p:cNvSpPr>
              <a:spLocks noChangeShapeType="1"/>
            </p:cNvSpPr>
            <p:nvPr/>
          </p:nvSpPr>
          <p:spPr bwMode="auto">
            <a:xfrm>
              <a:off x="3406" y="2652"/>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5" name="Text Box 73">
              <a:extLst>
                <a:ext uri="{FF2B5EF4-FFF2-40B4-BE49-F238E27FC236}">
                  <a16:creationId xmlns:a16="http://schemas.microsoft.com/office/drawing/2014/main" id="{3F1DCBAA-5080-0B49-ADD4-12FFFAF8A808}"/>
                </a:ext>
              </a:extLst>
            </p:cNvPr>
            <p:cNvSpPr txBox="1">
              <a:spLocks noChangeArrowheads="1"/>
            </p:cNvSpPr>
            <p:nvPr/>
          </p:nvSpPr>
          <p:spPr bwMode="auto">
            <a:xfrm>
              <a:off x="3140" y="2663"/>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76" name="Text Box 74">
              <a:extLst>
                <a:ext uri="{FF2B5EF4-FFF2-40B4-BE49-F238E27FC236}">
                  <a16:creationId xmlns:a16="http://schemas.microsoft.com/office/drawing/2014/main" id="{30F8DE49-8702-8242-B74B-8F1C10B8D2BE}"/>
                </a:ext>
              </a:extLst>
            </p:cNvPr>
            <p:cNvSpPr txBox="1">
              <a:spLocks noChangeArrowheads="1"/>
            </p:cNvSpPr>
            <p:nvPr/>
          </p:nvSpPr>
          <p:spPr bwMode="auto">
            <a:xfrm>
              <a:off x="3436" y="2670"/>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grpSp>
      <p:sp>
        <p:nvSpPr>
          <p:cNvPr id="77" name="Rectangle 78">
            <a:extLst>
              <a:ext uri="{FF2B5EF4-FFF2-40B4-BE49-F238E27FC236}">
                <a16:creationId xmlns:a16="http://schemas.microsoft.com/office/drawing/2014/main" id="{6229F0FB-98BB-B944-85C4-25A52FBA6CCF}"/>
              </a:ext>
            </a:extLst>
          </p:cNvPr>
          <p:cNvSpPr>
            <a:spLocks noChangeArrowheads="1"/>
          </p:cNvSpPr>
          <p:nvPr/>
        </p:nvSpPr>
        <p:spPr bwMode="auto">
          <a:xfrm>
            <a:off x="2875172" y="4603750"/>
            <a:ext cx="5170487" cy="1120775"/>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Text Box 80">
            <a:extLst>
              <a:ext uri="{FF2B5EF4-FFF2-40B4-BE49-F238E27FC236}">
                <a16:creationId xmlns:a16="http://schemas.microsoft.com/office/drawing/2014/main" id="{15C2EA86-0F4F-3247-A569-CE038874C470}"/>
              </a:ext>
            </a:extLst>
          </p:cNvPr>
          <p:cNvSpPr txBox="1">
            <a:spLocks noChangeArrowheads="1"/>
          </p:cNvSpPr>
          <p:nvPr/>
        </p:nvSpPr>
        <p:spPr bwMode="auto">
          <a:xfrm>
            <a:off x="4811922" y="4927600"/>
            <a:ext cx="14112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entity body</a:t>
            </a:r>
          </a:p>
        </p:txBody>
      </p:sp>
      <p:grpSp>
        <p:nvGrpSpPr>
          <p:cNvPr id="79" name="Group 81">
            <a:extLst>
              <a:ext uri="{FF2B5EF4-FFF2-40B4-BE49-F238E27FC236}">
                <a16:creationId xmlns:a16="http://schemas.microsoft.com/office/drawing/2014/main" id="{FBD71B37-ADDE-7A46-9420-5D7F558DE36A}"/>
              </a:ext>
            </a:extLst>
          </p:cNvPr>
          <p:cNvGrpSpPr>
            <a:grpSpLocks/>
          </p:cNvGrpSpPr>
          <p:nvPr/>
        </p:nvGrpSpPr>
        <p:grpSpPr bwMode="auto">
          <a:xfrm>
            <a:off x="2711659" y="4941887"/>
            <a:ext cx="331788" cy="461963"/>
            <a:chOff x="462" y="1727"/>
            <a:chExt cx="209" cy="291"/>
          </a:xfrm>
        </p:grpSpPr>
        <p:sp>
          <p:nvSpPr>
            <p:cNvPr id="80" name="Rectangle 82">
              <a:extLst>
                <a:ext uri="{FF2B5EF4-FFF2-40B4-BE49-F238E27FC236}">
                  <a16:creationId xmlns:a16="http://schemas.microsoft.com/office/drawing/2014/main" id="{EB685F5D-49A7-714D-B0CE-A681FE471FBF}"/>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1" name="Text Box 83">
              <a:extLst>
                <a:ext uri="{FF2B5EF4-FFF2-40B4-BE49-F238E27FC236}">
                  <a16:creationId xmlns:a16="http://schemas.microsoft.com/office/drawing/2014/main" id="{F39503FA-5AF7-1343-97ED-74063A1F12A0}"/>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2" name="Text Box 84">
              <a:extLst>
                <a:ext uri="{FF2B5EF4-FFF2-40B4-BE49-F238E27FC236}">
                  <a16:creationId xmlns:a16="http://schemas.microsoft.com/office/drawing/2014/main" id="{65445F71-0392-1545-8E73-EFFA475F763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83" name="Group 85">
            <a:extLst>
              <a:ext uri="{FF2B5EF4-FFF2-40B4-BE49-F238E27FC236}">
                <a16:creationId xmlns:a16="http://schemas.microsoft.com/office/drawing/2014/main" id="{948FB213-CBD1-754F-9A31-92B73ABB091D}"/>
              </a:ext>
            </a:extLst>
          </p:cNvPr>
          <p:cNvGrpSpPr>
            <a:grpSpLocks/>
          </p:cNvGrpSpPr>
          <p:nvPr/>
        </p:nvGrpSpPr>
        <p:grpSpPr bwMode="auto">
          <a:xfrm>
            <a:off x="7871034" y="4932362"/>
            <a:ext cx="331788" cy="461963"/>
            <a:chOff x="462" y="1727"/>
            <a:chExt cx="209" cy="291"/>
          </a:xfrm>
        </p:grpSpPr>
        <p:sp>
          <p:nvSpPr>
            <p:cNvPr id="84" name="Rectangle 86">
              <a:extLst>
                <a:ext uri="{FF2B5EF4-FFF2-40B4-BE49-F238E27FC236}">
                  <a16:creationId xmlns:a16="http://schemas.microsoft.com/office/drawing/2014/main" id="{2099BE28-2CBD-FA47-A576-86B1CF474263}"/>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5" name="Text Box 87">
              <a:extLst>
                <a:ext uri="{FF2B5EF4-FFF2-40B4-BE49-F238E27FC236}">
                  <a16:creationId xmlns:a16="http://schemas.microsoft.com/office/drawing/2014/main" id="{94AB5515-CA17-A64C-8C42-F0741024357D}"/>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6" name="Text Box 88">
              <a:extLst>
                <a:ext uri="{FF2B5EF4-FFF2-40B4-BE49-F238E27FC236}">
                  <a16:creationId xmlns:a16="http://schemas.microsoft.com/office/drawing/2014/main" id="{157CE15D-905D-5B44-91B2-249371FA4B1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87" name="Slide Number Placeholder 2">
            <a:extLst>
              <a:ext uri="{FF2B5EF4-FFF2-40B4-BE49-F238E27FC236}">
                <a16:creationId xmlns:a16="http://schemas.microsoft.com/office/drawing/2014/main" id="{09896B4E-767E-074F-8EDA-CDA62F29047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71936590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Other HTTP request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essages</a:t>
            </a:r>
            <a:endParaRPr lang="en-US" sz="4400" dirty="0"/>
          </a:p>
        </p:txBody>
      </p:sp>
      <p:sp>
        <p:nvSpPr>
          <p:cNvPr id="87" name="Rectangle 3">
            <a:extLst>
              <a:ext uri="{FF2B5EF4-FFF2-40B4-BE49-F238E27FC236}">
                <a16:creationId xmlns:a16="http://schemas.microsoft.com/office/drawing/2014/main" id="{25316CA5-99B5-7F45-AFB7-B3A2CBFABDDC}"/>
              </a:ext>
            </a:extLst>
          </p:cNvPr>
          <p:cNvSpPr txBox="1">
            <a:spLocks noChangeArrowheads="1"/>
          </p:cNvSpPr>
          <p:nvPr/>
        </p:nvSpPr>
        <p:spPr>
          <a:xfrm>
            <a:off x="685573" y="1727394"/>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POST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web page often includes form input</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user input sent from client to server in entity body of HTTP POST request message</a:t>
            </a:r>
          </a:p>
        </p:txBody>
      </p:sp>
      <p:sp>
        <p:nvSpPr>
          <p:cNvPr id="88" name="Rectangle 3">
            <a:extLst>
              <a:ext uri="{FF2B5EF4-FFF2-40B4-BE49-F238E27FC236}">
                <a16:creationId xmlns:a16="http://schemas.microsoft.com/office/drawing/2014/main" id="{EC7D421B-4EDF-C343-AB2D-4624467F5415}"/>
              </a:ext>
            </a:extLst>
          </p:cNvPr>
          <p:cNvSpPr txBox="1">
            <a:spLocks noChangeArrowheads="1"/>
          </p:cNvSpPr>
          <p:nvPr/>
        </p:nvSpPr>
        <p:spPr>
          <a:xfrm>
            <a:off x="685573" y="4466964"/>
            <a:ext cx="5541055"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GET method </a:t>
            </a:r>
            <a:r>
              <a:rPr kumimoji="0" lang="en-US" sz="2400" b="0" i="0" u="none" strike="noStrike" kern="1200" cap="none" spc="0" normalizeH="0" baseline="0" noProof="0" dirty="0">
                <a:ln>
                  <a:noFill/>
                </a:ln>
                <a:solidFill>
                  <a:prstClr val="black"/>
                </a:solidFill>
                <a:effectLst/>
                <a:uLnTx/>
                <a:uFillTx/>
                <a:latin typeface="Calibri"/>
                <a:ea typeface="+mn-ea"/>
                <a:cs typeface="+mn-cs"/>
              </a:rPr>
              <a:t>(for sending data to server):</a:t>
            </a: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include user data in URL field of HTTP GET request message (following a ‘?’):</a:t>
            </a:r>
          </a:p>
        </p:txBody>
      </p:sp>
      <p:sp>
        <p:nvSpPr>
          <p:cNvPr id="89" name="Text Box 5">
            <a:extLst>
              <a:ext uri="{FF2B5EF4-FFF2-40B4-BE49-F238E27FC236}">
                <a16:creationId xmlns:a16="http://schemas.microsoft.com/office/drawing/2014/main" id="{B785588B-2DEA-474F-89CA-2613413F7528}"/>
              </a:ext>
            </a:extLst>
          </p:cNvPr>
          <p:cNvSpPr txBox="1">
            <a:spLocks noChangeArrowheads="1"/>
          </p:cNvSpPr>
          <p:nvPr/>
        </p:nvSpPr>
        <p:spPr bwMode="auto">
          <a:xfrm>
            <a:off x="798692" y="5806133"/>
            <a:ext cx="62801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www.somesite.com/animalsearch?monkeys&amp;banana</a:t>
            </a:r>
          </a:p>
        </p:txBody>
      </p:sp>
      <p:sp>
        <p:nvSpPr>
          <p:cNvPr id="90" name="Rectangle 3">
            <a:extLst>
              <a:ext uri="{FF2B5EF4-FFF2-40B4-BE49-F238E27FC236}">
                <a16:creationId xmlns:a16="http://schemas.microsoft.com/office/drawing/2014/main" id="{F9FB5262-4D63-A149-A391-3CDD424427AC}"/>
              </a:ext>
            </a:extLst>
          </p:cNvPr>
          <p:cNvSpPr txBox="1">
            <a:spLocks noChangeArrowheads="1"/>
          </p:cNvSpPr>
          <p:nvPr/>
        </p:nvSpPr>
        <p:spPr>
          <a:xfrm>
            <a:off x="6991758" y="1752600"/>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HEAD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requests headers (only) that would be returned</a:t>
            </a:r>
            <a:r>
              <a:rPr kumimoji="0" lang="en-US" sz="2400" b="0" i="1" u="none" strike="noStrike" kern="1200" cap="none" spc="0" normalizeH="0" baseline="0" noProof="0" dirty="0">
                <a:ln>
                  <a:noFill/>
                </a:ln>
                <a:solidFill>
                  <a:prstClr val="black"/>
                </a:solidFill>
                <a:effectLst/>
                <a:uLnTx/>
                <a:uFillTx/>
                <a:latin typeface="Calibri"/>
                <a:ea typeface="+mn-ea"/>
                <a:cs typeface="+mn-cs"/>
              </a:rPr>
              <a:t> if </a:t>
            </a:r>
            <a:r>
              <a:rPr kumimoji="0" lang="en-US" sz="2400" b="0" i="0" u="none" strike="noStrike" kern="1200" cap="none" spc="0" normalizeH="0" baseline="0" noProof="0" dirty="0">
                <a:ln>
                  <a:noFill/>
                </a:ln>
                <a:solidFill>
                  <a:prstClr val="black"/>
                </a:solidFill>
                <a:effectLst/>
                <a:uLnTx/>
                <a:uFillTx/>
                <a:latin typeface="Calibri"/>
                <a:ea typeface="+mn-ea"/>
                <a:cs typeface="+mn-cs"/>
              </a:rPr>
              <a:t>specified URL were requested  with an HTTP GET method. </a:t>
            </a:r>
          </a:p>
        </p:txBody>
      </p:sp>
      <p:sp>
        <p:nvSpPr>
          <p:cNvPr id="91" name="Rectangle 3">
            <a:extLst>
              <a:ext uri="{FF2B5EF4-FFF2-40B4-BE49-F238E27FC236}">
                <a16:creationId xmlns:a16="http://schemas.microsoft.com/office/drawing/2014/main" id="{2D3C6453-B336-C04B-8A91-4E7D3B632FEB}"/>
              </a:ext>
            </a:extLst>
          </p:cNvPr>
          <p:cNvSpPr txBox="1">
            <a:spLocks noChangeArrowheads="1"/>
          </p:cNvSpPr>
          <p:nvPr/>
        </p:nvSpPr>
        <p:spPr>
          <a:xfrm>
            <a:off x="6993371" y="3839527"/>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PUT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uploads new file (object) to server</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completely replaces file that exists at specified URL with content in entity body of POST HTTP request message</a:t>
            </a:r>
          </a:p>
        </p:txBody>
      </p:sp>
      <p:sp>
        <p:nvSpPr>
          <p:cNvPr id="8" name="Slide Number Placeholder 2">
            <a:extLst>
              <a:ext uri="{FF2B5EF4-FFF2-40B4-BE49-F238E27FC236}">
                <a16:creationId xmlns:a16="http://schemas.microsoft.com/office/drawing/2014/main" id="{40C538BA-1C71-0F4D-B753-A7D597D981F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691248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par>
                                <p:cTn id="8" presetID="9" presetClass="entr" presetSubtype="0" fill="hold" grpId="0" nodeType="withEffect">
                                  <p:stCondLst>
                                    <p:cond delay="0"/>
                                  </p:stCondLst>
                                  <p:childTnLst>
                                    <p:set>
                                      <p:cBhvr>
                                        <p:cTn id="9" dur="1" fill="hold">
                                          <p:stCondLst>
                                            <p:cond delay="0"/>
                                          </p:stCondLst>
                                        </p:cTn>
                                        <p:tgtEl>
                                          <p:spTgt spid="90"/>
                                        </p:tgtEl>
                                        <p:attrNameLst>
                                          <p:attrName>style.visibility</p:attrName>
                                        </p:attrNameLst>
                                      </p:cBhvr>
                                      <p:to>
                                        <p:strVal val="visible"/>
                                      </p:to>
                                    </p:set>
                                    <p:animEffect transition="in" filter="dissolve">
                                      <p:cBhvr>
                                        <p:cTn id="10"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91"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a:t>
            </a:r>
            <a:endParaRPr lang="en-US" sz="4400" dirty="0"/>
          </a:p>
        </p:txBody>
      </p:sp>
      <p:sp>
        <p:nvSpPr>
          <p:cNvPr id="87" name="Text Box 5">
            <a:extLst>
              <a:ext uri="{FF2B5EF4-FFF2-40B4-BE49-F238E27FC236}">
                <a16:creationId xmlns:a16="http://schemas.microsoft.com/office/drawing/2014/main" id="{A994AECC-DC16-7847-B8EE-F2F612ABB287}"/>
              </a:ext>
            </a:extLst>
          </p:cNvPr>
          <p:cNvSpPr txBox="1">
            <a:spLocks noChangeArrowheads="1"/>
          </p:cNvSpPr>
          <p:nvPr/>
        </p:nvSpPr>
        <p:spPr bwMode="auto">
          <a:xfrm>
            <a:off x="889630" y="1555730"/>
            <a:ext cx="405611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line (protocol</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code status phrase)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0" name="Text Box 8">
            <a:extLst>
              <a:ext uri="{FF2B5EF4-FFF2-40B4-BE49-F238E27FC236}">
                <a16:creationId xmlns:a16="http://schemas.microsoft.com/office/drawing/2014/main" id="{9695B2A1-768B-CE41-87A1-8D564F953877}"/>
              </a:ext>
            </a:extLst>
          </p:cNvPr>
          <p:cNvSpPr txBox="1">
            <a:spLocks noChangeArrowheads="1"/>
          </p:cNvSpPr>
          <p:nvPr/>
        </p:nvSpPr>
        <p:spPr bwMode="auto">
          <a:xfrm>
            <a:off x="3979618" y="2984961"/>
            <a:ext cx="107112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2" name="Text Box 10">
            <a:extLst>
              <a:ext uri="{FF2B5EF4-FFF2-40B4-BE49-F238E27FC236}">
                <a16:creationId xmlns:a16="http://schemas.microsoft.com/office/drawing/2014/main" id="{71D3CD43-9088-2144-992C-3A77F783A6D7}"/>
              </a:ext>
            </a:extLst>
          </p:cNvPr>
          <p:cNvSpPr txBox="1">
            <a:spLocks noChangeArrowheads="1"/>
          </p:cNvSpPr>
          <p:nvPr/>
        </p:nvSpPr>
        <p:spPr bwMode="auto">
          <a:xfrm>
            <a:off x="828397" y="4607159"/>
            <a:ext cx="360288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data, e.g.,  requested</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HTML file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3" name="Rectangle 15">
            <a:extLst>
              <a:ext uri="{FF2B5EF4-FFF2-40B4-BE49-F238E27FC236}">
                <a16:creationId xmlns:a16="http://schemas.microsoft.com/office/drawing/2014/main" id="{AE1D96B5-48F4-B842-9424-43BC570F6345}"/>
              </a:ext>
            </a:extLst>
          </p:cNvPr>
          <p:cNvSpPr>
            <a:spLocks noChangeArrowheads="1"/>
          </p:cNvSpPr>
          <p:nvPr/>
        </p:nvSpPr>
        <p:spPr bwMode="auto">
          <a:xfrm>
            <a:off x="5131481" y="1710879"/>
            <a:ext cx="6311900" cy="3490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HTTP/1.1 200 OK</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Date: Tue, 08 Sep 2020 00:53:20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Server: Apache/2.4.6 (CentOS) OpenSSL/1.0.2k-fips PHP/7.4.9 mod_perl/2.0.11 Perl/v5.16.3</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Last-Modified: Tue, 01 Mar 2016 18:57:50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ETag: "a5b-52d015789ee9e"</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Accept-Ranges: bytes</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Content-Length: 2651</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Content-Type: text/html; charset=UTF-8</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it-IT"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data data data data data ... </a:t>
            </a:r>
            <a:endPar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cxnSp>
        <p:nvCxnSpPr>
          <p:cNvPr id="94" name="Straight Arrow Connector 93">
            <a:extLst>
              <a:ext uri="{FF2B5EF4-FFF2-40B4-BE49-F238E27FC236}">
                <a16:creationId xmlns:a16="http://schemas.microsoft.com/office/drawing/2014/main" id="{81248C33-8978-FA4A-B68D-07F7345C9C4D}"/>
              </a:ext>
            </a:extLst>
          </p:cNvPr>
          <p:cNvCxnSpPr>
            <a:cxnSpLocks/>
          </p:cNvCxnSpPr>
          <p:nvPr/>
        </p:nvCxnSpPr>
        <p:spPr>
          <a:xfrm>
            <a:off x="3593872" y="1845820"/>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A1C1D39C-E830-C840-962A-5EF5A5C89548}"/>
              </a:ext>
            </a:extLst>
          </p:cNvPr>
          <p:cNvCxnSpPr>
            <a:cxnSpLocks/>
          </p:cNvCxnSpPr>
          <p:nvPr/>
        </p:nvCxnSpPr>
        <p:spPr>
          <a:xfrm>
            <a:off x="3642857" y="4850277"/>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sp>
        <p:nvSpPr>
          <p:cNvPr id="96" name="TextBox 1">
            <a:extLst>
              <a:ext uri="{FF2B5EF4-FFF2-40B4-BE49-F238E27FC236}">
                <a16:creationId xmlns:a16="http://schemas.microsoft.com/office/drawing/2014/main" id="{2551C779-9290-AD4E-91BD-E60A7E927A95}"/>
              </a:ext>
            </a:extLst>
          </p:cNvPr>
          <p:cNvSpPr txBox="1">
            <a:spLocks noChangeArrowheads="1"/>
          </p:cNvSpPr>
          <p:nvPr/>
        </p:nvSpPr>
        <p:spPr bwMode="auto">
          <a:xfrm>
            <a:off x="889630" y="6155251"/>
            <a:ext cx="952137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12" name="Rectangle 11">
            <a:extLst>
              <a:ext uri="{FF2B5EF4-FFF2-40B4-BE49-F238E27FC236}">
                <a16:creationId xmlns:a16="http://schemas.microsoft.com/office/drawing/2014/main" id="{C9A44120-8306-2742-A6C5-833CF39C2053}"/>
              </a:ext>
            </a:extLst>
          </p:cNvPr>
          <p:cNvSpPr/>
          <p:nvPr/>
        </p:nvSpPr>
        <p:spPr>
          <a:xfrm>
            <a:off x="506185" y="4724398"/>
            <a:ext cx="10733315" cy="1894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 name="Left Brace 2">
            <a:extLst>
              <a:ext uri="{FF2B5EF4-FFF2-40B4-BE49-F238E27FC236}">
                <a16:creationId xmlns:a16="http://schemas.microsoft.com/office/drawing/2014/main" id="{7B4A04F6-6325-3B46-B996-B1257F5CC1D8}"/>
              </a:ext>
            </a:extLst>
          </p:cNvPr>
          <p:cNvSpPr/>
          <p:nvPr/>
        </p:nvSpPr>
        <p:spPr>
          <a:xfrm>
            <a:off x="4963885" y="2057400"/>
            <a:ext cx="261258" cy="2694214"/>
          </a:xfrm>
          <a:prstGeom prst="leftBrace">
            <a:avLst/>
          </a:prstGeom>
          <a:ln w="22225">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73B0BCB5-3B5E-AE49-AE9B-AE6FFB902BA8}"/>
              </a:ext>
            </a:extLst>
          </p:cNvPr>
          <p:cNvSpPr/>
          <p:nvPr/>
        </p:nvSpPr>
        <p:spPr>
          <a:xfrm>
            <a:off x="4359729" y="2041072"/>
            <a:ext cx="7151914" cy="29826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Rectangle 14">
            <a:extLst>
              <a:ext uri="{FF2B5EF4-FFF2-40B4-BE49-F238E27FC236}">
                <a16:creationId xmlns:a16="http://schemas.microsoft.com/office/drawing/2014/main" id="{DB7232E2-6D04-AD43-8E7F-3073A3A01F08}"/>
              </a:ext>
            </a:extLst>
          </p:cNvPr>
          <p:cNvSpPr/>
          <p:nvPr/>
        </p:nvSpPr>
        <p:spPr>
          <a:xfrm>
            <a:off x="3858986" y="2939143"/>
            <a:ext cx="7151914" cy="13552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6" name="Slide Number Placeholder 2">
            <a:extLst>
              <a:ext uri="{FF2B5EF4-FFF2-40B4-BE49-F238E27FC236}">
                <a16:creationId xmlns:a16="http://schemas.microsoft.com/office/drawing/2014/main" id="{1A72BEEE-6164-8340-B1FC-05E6C79CF76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716890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par>
                                <p:cTn id="8" presetID="9" presetClass="exit" presetSubtype="0" fill="hold" grpId="0" nodeType="withEffect">
                                  <p:stCondLst>
                                    <p:cond delay="0"/>
                                  </p:stCondLst>
                                  <p:childTnLst>
                                    <p:animEffect transition="out" filter="dissolve">
                                      <p:cBhvr>
                                        <p:cTn id="9" dur="500"/>
                                        <p:tgtEl>
                                          <p:spTgt spid="15"/>
                                        </p:tgtEl>
                                      </p:cBhvr>
                                    </p:animEffect>
                                    <p:set>
                                      <p:cBhvr>
                                        <p:cTn id="10" dur="1" fill="hold">
                                          <p:stCondLst>
                                            <p:cond delay="499"/>
                                          </p:stCondLst>
                                        </p:cTn>
                                        <p:tgtEl>
                                          <p:spTgt spid="15"/>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0" nodeType="clickEffect">
                                  <p:stCondLst>
                                    <p:cond delay="0"/>
                                  </p:stCondLst>
                                  <p:childTnLst>
                                    <p:animEffect transition="out" filter="dissolve">
                                      <p:cBhvr>
                                        <p:cTn id="14" dur="500"/>
                                        <p:tgtEl>
                                          <p:spTgt spid="12"/>
                                        </p:tgtEl>
                                      </p:cBhvr>
                                    </p:animEffect>
                                    <p:set>
                                      <p:cBhvr>
                                        <p:cTn id="15"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animBg="1"/>
      <p:bldP spid="15"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tatus </a:t>
            </a:r>
            <a:r>
              <a:rPr lang="en-US" altLang="en-US" dirty="0">
                <a:ea typeface="ＭＳ Ｐゴシック" panose="020B0600070205080204" pitchFamily="34" charset="-128"/>
              </a:rPr>
              <a:t>c</a:t>
            </a:r>
            <a:r>
              <a:rPr lang="en-US" altLang="en-US" sz="4400" dirty="0">
                <a:ea typeface="ＭＳ Ｐゴシック" panose="020B0600070205080204" pitchFamily="34" charset="-128"/>
              </a:rPr>
              <a:t>odes</a:t>
            </a:r>
            <a:endParaRPr lang="en-US" sz="4400" dirty="0"/>
          </a:p>
        </p:txBody>
      </p:sp>
      <p:sp>
        <p:nvSpPr>
          <p:cNvPr id="12" name="Rectangle 3">
            <a:extLst>
              <a:ext uri="{FF2B5EF4-FFF2-40B4-BE49-F238E27FC236}">
                <a16:creationId xmlns:a16="http://schemas.microsoft.com/office/drawing/2014/main" id="{D7D9FAF8-ACB6-2648-AF49-4F1CA2DD361E}"/>
              </a:ext>
            </a:extLst>
          </p:cNvPr>
          <p:cNvSpPr txBox="1">
            <a:spLocks noChangeArrowheads="1"/>
          </p:cNvSpPr>
          <p:nvPr/>
        </p:nvSpPr>
        <p:spPr>
          <a:xfrm>
            <a:off x="1179871" y="2274314"/>
            <a:ext cx="10678300" cy="4168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200 OK</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succeeded, requested object later in this message</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301 Moved Permanently</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object moved, new location specified later in this message (in Location: field)</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400 Bad Request</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msg not understood by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404 Not Found</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document not found on this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505 HTTP Version Not Supported</a:t>
            </a:r>
          </a:p>
        </p:txBody>
      </p:sp>
      <p:sp>
        <p:nvSpPr>
          <p:cNvPr id="13" name="Rectangle 5">
            <a:extLst>
              <a:ext uri="{FF2B5EF4-FFF2-40B4-BE49-F238E27FC236}">
                <a16:creationId xmlns:a16="http://schemas.microsoft.com/office/drawing/2014/main" id="{8C98F9E3-E57A-7844-89F3-A6331B046576}"/>
              </a:ext>
            </a:extLst>
          </p:cNvPr>
          <p:cNvSpPr>
            <a:spLocks noChangeArrowheads="1"/>
          </p:cNvSpPr>
          <p:nvPr/>
        </p:nvSpPr>
        <p:spPr bwMode="auto">
          <a:xfrm>
            <a:off x="798691" y="1325562"/>
            <a:ext cx="10856280" cy="51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50838" indent="-350838">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0838" marR="0" lvl="0" indent="-350838"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status code appears in 1st line in server-to-client response message.</a:t>
            </a:r>
          </a:p>
          <a:p>
            <a:pPr marL="350838" marR="0" lvl="0" indent="-350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 sample codes</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a:r>
          </a:p>
        </p:txBody>
      </p:sp>
      <p:sp>
        <p:nvSpPr>
          <p:cNvPr id="5" name="Slide Number Placeholder 2">
            <a:extLst>
              <a:ext uri="{FF2B5EF4-FFF2-40B4-BE49-F238E27FC236}">
                <a16:creationId xmlns:a16="http://schemas.microsoft.com/office/drawing/2014/main" id="{2F3EBF3D-1991-B942-BC94-7A161F52592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0651581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Trying out HTTP (client side) for yourself</a:t>
            </a:r>
            <a:endParaRPr lang="en-US" sz="4400" dirty="0"/>
          </a:p>
        </p:txBody>
      </p:sp>
      <p:sp>
        <p:nvSpPr>
          <p:cNvPr id="6" name="Rectangle 3">
            <a:extLst>
              <a:ext uri="{FF2B5EF4-FFF2-40B4-BE49-F238E27FC236}">
                <a16:creationId xmlns:a16="http://schemas.microsoft.com/office/drawing/2014/main" id="{54162CB5-536A-4D40-94FC-6A99B52D37CF}"/>
              </a:ext>
            </a:extLst>
          </p:cNvPr>
          <p:cNvSpPr txBox="1">
            <a:spLocks noChangeArrowheads="1"/>
          </p:cNvSpPr>
          <p:nvPr/>
        </p:nvSpPr>
        <p:spPr>
          <a:xfrm>
            <a:off x="579438" y="1474924"/>
            <a:ext cx="8096250"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netcat to your favorite Web server:</a:t>
            </a:r>
          </a:p>
          <a:p>
            <a:pPr marL="1143000" marR="0" lvl="2" indent="-228600" algn="l" defTabSz="914400" rtl="0" eaLnBrk="1" fontAlgn="auto" latinLnBrk="0" hangingPunct="1">
              <a:lnSpc>
                <a:spcPct val="90000"/>
              </a:lnSpc>
              <a:spcBef>
                <a:spcPts val="50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 name="Text Box 5">
            <a:extLst>
              <a:ext uri="{FF2B5EF4-FFF2-40B4-BE49-F238E27FC236}">
                <a16:creationId xmlns:a16="http://schemas.microsoft.com/office/drawing/2014/main" id="{5AD8FC5E-7EF6-5D4A-947A-76F9FAC50B5A}"/>
              </a:ext>
            </a:extLst>
          </p:cNvPr>
          <p:cNvSpPr txBox="1">
            <a:spLocks noChangeArrowheads="1"/>
          </p:cNvSpPr>
          <p:nvPr/>
        </p:nvSpPr>
        <p:spPr bwMode="auto">
          <a:xfrm>
            <a:off x="6101461" y="1932221"/>
            <a:ext cx="5852372" cy="1400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opens TCP connection to port 80 (default HTTP server port)  at gaia.cs.umass.edu.</a:t>
            </a:r>
          </a:p>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anything typed in will be sent  to port 80 at gaia.cs.umass.edu</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28AAC288-3206-534D-929C-FFD2305EC27E}"/>
              </a:ext>
            </a:extLst>
          </p:cNvPr>
          <p:cNvGrpSpPr/>
          <p:nvPr/>
        </p:nvGrpSpPr>
        <p:grpSpPr>
          <a:xfrm>
            <a:off x="711200" y="5286696"/>
            <a:ext cx="8289126" cy="996484"/>
            <a:chOff x="711200" y="5286696"/>
            <a:chExt cx="8289126" cy="996484"/>
          </a:xfrm>
        </p:grpSpPr>
        <p:sp>
          <p:nvSpPr>
            <p:cNvPr id="15" name="Rectangle 14">
              <a:extLst>
                <a:ext uri="{FF2B5EF4-FFF2-40B4-BE49-F238E27FC236}">
                  <a16:creationId xmlns:a16="http://schemas.microsoft.com/office/drawing/2014/main" id="{D06E2A86-603C-764E-9AF8-0B2F20CD26BD}"/>
                </a:ext>
              </a:extLst>
            </p:cNvPr>
            <p:cNvSpPr>
              <a:spLocks noChangeArrowheads="1"/>
            </p:cNvSpPr>
            <p:nvPr/>
          </p:nvSpPr>
          <p:spPr bwMode="auto">
            <a:xfrm>
              <a:off x="711200" y="5286696"/>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look at response message sent by HTTP server!</a:t>
              </a:r>
            </a:p>
          </p:txBody>
        </p:sp>
        <p:sp>
          <p:nvSpPr>
            <p:cNvPr id="16" name="Text Box 17">
              <a:extLst>
                <a:ext uri="{FF2B5EF4-FFF2-40B4-BE49-F238E27FC236}">
                  <a16:creationId xmlns:a16="http://schemas.microsoft.com/office/drawing/2014/main" id="{A3659547-E754-6B44-903F-76BD7A3006F6}"/>
                </a:ext>
              </a:extLst>
            </p:cNvPr>
            <p:cNvSpPr txBox="1">
              <a:spLocks noChangeArrowheads="1"/>
            </p:cNvSpPr>
            <p:nvPr/>
          </p:nvSpPr>
          <p:spPr bwMode="auto">
            <a:xfrm>
              <a:off x="1066295" y="5821515"/>
              <a:ext cx="79340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 use Wireshark to look at captured HTTP request/response)</a:t>
              </a:r>
            </a:p>
          </p:txBody>
        </p:sp>
      </p:grpSp>
      <p:grpSp>
        <p:nvGrpSpPr>
          <p:cNvPr id="2" name="Group 1">
            <a:extLst>
              <a:ext uri="{FF2B5EF4-FFF2-40B4-BE49-F238E27FC236}">
                <a16:creationId xmlns:a16="http://schemas.microsoft.com/office/drawing/2014/main" id="{26E12EFF-E52A-B84D-934A-7405FA201329}"/>
              </a:ext>
            </a:extLst>
          </p:cNvPr>
          <p:cNvGrpSpPr/>
          <p:nvPr/>
        </p:nvGrpSpPr>
        <p:grpSpPr>
          <a:xfrm>
            <a:off x="727530" y="3145663"/>
            <a:ext cx="10979788" cy="2045073"/>
            <a:chOff x="727530" y="3145663"/>
            <a:chExt cx="10979788" cy="2045073"/>
          </a:xfrm>
        </p:grpSpPr>
        <p:sp>
          <p:nvSpPr>
            <p:cNvPr id="10" name="Rectangle 7">
              <a:extLst>
                <a:ext uri="{FF2B5EF4-FFF2-40B4-BE49-F238E27FC236}">
                  <a16:creationId xmlns:a16="http://schemas.microsoft.com/office/drawing/2014/main" id="{CF530C45-E591-C948-8561-E3D1A663C89A}"/>
                </a:ext>
              </a:extLst>
            </p:cNvPr>
            <p:cNvSpPr>
              <a:spLocks noChangeArrowheads="1"/>
            </p:cNvSpPr>
            <p:nvPr/>
          </p:nvSpPr>
          <p:spPr bwMode="auto">
            <a:xfrm>
              <a:off x="727530" y="3145663"/>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type in a GET HTTP request:</a:t>
              </a:r>
            </a:p>
            <a:p>
              <a:pPr marL="1143000" marR="0" lvl="2" indent="-22860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1" name="Text Box 8">
              <a:extLst>
                <a:ext uri="{FF2B5EF4-FFF2-40B4-BE49-F238E27FC236}">
                  <a16:creationId xmlns:a16="http://schemas.microsoft.com/office/drawing/2014/main" id="{44F32261-DA96-6645-A103-A806625BC498}"/>
                </a:ext>
              </a:extLst>
            </p:cNvPr>
            <p:cNvSpPr txBox="1">
              <a:spLocks noChangeArrowheads="1"/>
            </p:cNvSpPr>
            <p:nvPr/>
          </p:nvSpPr>
          <p:spPr bwMode="auto">
            <a:xfrm>
              <a:off x="1258273" y="3748006"/>
              <a:ext cx="74174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GET /kurose_ross/interactive/index.php HTTP/1.1</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Host: gaia.cs.umass.edu</a:t>
              </a:r>
            </a:p>
          </p:txBody>
        </p:sp>
        <p:sp>
          <p:nvSpPr>
            <p:cNvPr id="19" name="Text Box 5">
              <a:extLst>
                <a:ext uri="{FF2B5EF4-FFF2-40B4-BE49-F238E27FC236}">
                  <a16:creationId xmlns:a16="http://schemas.microsoft.com/office/drawing/2014/main" id="{A5628D90-F44C-0944-B370-D91518878697}"/>
                </a:ext>
              </a:extLst>
            </p:cNvPr>
            <p:cNvSpPr txBox="1">
              <a:spLocks noChangeArrowheads="1"/>
            </p:cNvSpPr>
            <p:nvPr/>
          </p:nvSpPr>
          <p:spPr bwMode="auto">
            <a:xfrm>
              <a:off x="6163577" y="4175073"/>
              <a:ext cx="554374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ct val="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by typing this in (hit carriage return twice), you send this minimal (but complete)  GET request to HTTP server</a:t>
              </a:r>
            </a:p>
          </p:txBody>
        </p:sp>
      </p:grpSp>
      <p:sp>
        <p:nvSpPr>
          <p:cNvPr id="13" name="Slide Number Placeholder 2">
            <a:extLst>
              <a:ext uri="{FF2B5EF4-FFF2-40B4-BE49-F238E27FC236}">
                <a16:creationId xmlns:a16="http://schemas.microsoft.com/office/drawing/2014/main" id="{C4905279-7B20-4F4C-AC34-18EB5C18F59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
        <p:nvSpPr>
          <p:cNvPr id="3" name="Text Box 6">
            <a:extLst>
              <a:ext uri="{FF2B5EF4-FFF2-40B4-BE49-F238E27FC236}">
                <a16:creationId xmlns:a16="http://schemas.microsoft.com/office/drawing/2014/main" id="{72EC16EB-48D6-6F60-9003-B5E809F4522A}"/>
              </a:ext>
            </a:extLst>
          </p:cNvPr>
          <p:cNvSpPr txBox="1">
            <a:spLocks noChangeArrowheads="1"/>
          </p:cNvSpPr>
          <p:nvPr/>
        </p:nvSpPr>
        <p:spPr bwMode="auto">
          <a:xfrm>
            <a:off x="1258273" y="2039943"/>
            <a:ext cx="4887620"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 nc -c -v gaia.cs.umass.edu 80 (for Mac)</a:t>
            </a:r>
            <a:endParaRPr lang="en-US" dirty="0">
              <a:solidFill>
                <a:prstClr val="black"/>
              </a:solidFill>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lang="en-US" dirty="0">
                <a:solidFill>
                  <a:prstClr val="black"/>
                </a:solidFill>
                <a:latin typeface="Calibri" panose="020F0502020204030204" pitchFamily="34" charset="0"/>
                <a:ea typeface="Calibri" panose="020F0502020204030204" pitchFamily="34" charset="0"/>
                <a:cs typeface="Calibri" panose="020F0502020204030204" pitchFamily="34" charset="0"/>
              </a:rPr>
              <a:t>&gt;n</a:t>
            </a: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cat –C gaia.cs.umass.edu 80 (for Windows)</a:t>
            </a:r>
          </a:p>
        </p:txBody>
      </p:sp>
    </p:spTree>
    <p:extLst>
      <p:ext uri="{BB962C8B-B14F-4D97-AF65-F5344CB8AC3E}">
        <p14:creationId xmlns:p14="http://schemas.microsoft.com/office/powerpoint/2010/main" val="3313424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12" name="Rectangle 3">
            <a:extLst>
              <a:ext uri="{FF2B5EF4-FFF2-40B4-BE49-F238E27FC236}">
                <a16:creationId xmlns:a16="http://schemas.microsoft.com/office/drawing/2014/main" id="{3635EFC9-A521-0240-B257-CD458B330808}"/>
              </a:ext>
            </a:extLst>
          </p:cNvPr>
          <p:cNvSpPr txBox="1">
            <a:spLocks noChangeArrowheads="1"/>
          </p:cNvSpPr>
          <p:nvPr/>
        </p:nvSpPr>
        <p:spPr>
          <a:xfrm>
            <a:off x="751523" y="1368109"/>
            <a:ext cx="5877880" cy="483674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Recall:  HTTP GET/response interaction is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stateless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notion of multi-step exchanges of HTTP messages to complete a Web “transaction”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track “state” of multi-step exchange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all HTTP requests are independent of each 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“recover” from a partially-completed-but-never-completely-completed transaction</a:t>
            </a:r>
          </a:p>
        </p:txBody>
      </p:sp>
      <p:sp>
        <p:nvSpPr>
          <p:cNvPr id="2" name="TextBox 1">
            <a:extLst>
              <a:ext uri="{FF2B5EF4-FFF2-40B4-BE49-F238E27FC236}">
                <a16:creationId xmlns:a16="http://schemas.microsoft.com/office/drawing/2014/main" id="{F81F961A-6387-0345-9591-6D8E9EDB9801}"/>
              </a:ext>
            </a:extLst>
          </p:cNvPr>
          <p:cNvSpPr txBox="1"/>
          <p:nvPr/>
        </p:nvSpPr>
        <p:spPr>
          <a:xfrm>
            <a:off x="7777183" y="1266045"/>
            <a:ext cx="3347349"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A3"/>
                </a:solidFill>
                <a:effectLst/>
                <a:uLnTx/>
                <a:uFillTx/>
                <a:latin typeface="Calibri"/>
                <a:ea typeface="+mn-ea"/>
                <a:cs typeface="+mn-cs"/>
              </a:rPr>
              <a:t>a stateful protocol: </a:t>
            </a:r>
            <a:r>
              <a:rPr kumimoji="0" lang="en-US" sz="1800" b="0" i="0" u="none" strike="noStrike" kern="1200" cap="none" spc="0" normalizeH="0" baseline="0" noProof="0" dirty="0">
                <a:ln>
                  <a:noFill/>
                </a:ln>
                <a:solidFill>
                  <a:prstClr val="black"/>
                </a:solidFill>
                <a:effectLst/>
                <a:uLnTx/>
                <a:uFillTx/>
                <a:latin typeface="Calibri"/>
                <a:ea typeface="+mn-ea"/>
                <a:cs typeface="+mn-cs"/>
              </a:rPr>
              <a:t>client makes two changes to X, or none at all</a:t>
            </a:r>
          </a:p>
        </p:txBody>
      </p:sp>
      <p:sp>
        <p:nvSpPr>
          <p:cNvPr id="14" name="Line 15">
            <a:extLst>
              <a:ext uri="{FF2B5EF4-FFF2-40B4-BE49-F238E27FC236}">
                <a16:creationId xmlns:a16="http://schemas.microsoft.com/office/drawing/2014/main" id="{E1896121-77D8-FD42-BC74-F51FD18D8659}"/>
              </a:ext>
            </a:extLst>
          </p:cNvPr>
          <p:cNvSpPr>
            <a:spLocks noChangeShapeType="1"/>
          </p:cNvSpPr>
          <p:nvPr/>
        </p:nvSpPr>
        <p:spPr bwMode="auto">
          <a:xfrm>
            <a:off x="8211743" y="2818375"/>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6">
            <a:extLst>
              <a:ext uri="{FF2B5EF4-FFF2-40B4-BE49-F238E27FC236}">
                <a16:creationId xmlns:a16="http://schemas.microsoft.com/office/drawing/2014/main" id="{7668C468-5627-F641-A1D5-CCCD71D47636}"/>
              </a:ext>
            </a:extLst>
          </p:cNvPr>
          <p:cNvSpPr>
            <a:spLocks noChangeShapeType="1"/>
          </p:cNvSpPr>
          <p:nvPr/>
        </p:nvSpPr>
        <p:spPr bwMode="auto">
          <a:xfrm>
            <a:off x="9902430" y="2812025"/>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Text Box 37">
            <a:extLst>
              <a:ext uri="{FF2B5EF4-FFF2-40B4-BE49-F238E27FC236}">
                <a16:creationId xmlns:a16="http://schemas.microsoft.com/office/drawing/2014/main" id="{4D29A06D-1A18-BA46-8999-A8C319B0650D}"/>
              </a:ext>
            </a:extLst>
          </p:cNvPr>
          <p:cNvSpPr txBox="1">
            <a:spLocks noChangeArrowheads="1"/>
          </p:cNvSpPr>
          <p:nvPr/>
        </p:nvSpPr>
        <p:spPr bwMode="auto">
          <a:xfrm>
            <a:off x="7986318" y="5664762"/>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35" name="Text Box 38">
            <a:extLst>
              <a:ext uri="{FF2B5EF4-FFF2-40B4-BE49-F238E27FC236}">
                <a16:creationId xmlns:a16="http://schemas.microsoft.com/office/drawing/2014/main" id="{27466D26-729A-A04F-8FFC-34F73F8EF342}"/>
              </a:ext>
            </a:extLst>
          </p:cNvPr>
          <p:cNvSpPr txBox="1">
            <a:spLocks noChangeArrowheads="1"/>
          </p:cNvSpPr>
          <p:nvPr/>
        </p:nvSpPr>
        <p:spPr bwMode="auto">
          <a:xfrm>
            <a:off x="9664305" y="5647300"/>
            <a:ext cx="5196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grpSp>
        <p:nvGrpSpPr>
          <p:cNvPr id="36" name="Group 43">
            <a:extLst>
              <a:ext uri="{FF2B5EF4-FFF2-40B4-BE49-F238E27FC236}">
                <a16:creationId xmlns:a16="http://schemas.microsoft.com/office/drawing/2014/main" id="{FAE9785A-4169-E940-B94F-671A4AB9F406}"/>
              </a:ext>
            </a:extLst>
          </p:cNvPr>
          <p:cNvGrpSpPr>
            <a:grpSpLocks/>
          </p:cNvGrpSpPr>
          <p:nvPr/>
        </p:nvGrpSpPr>
        <p:grpSpPr bwMode="auto">
          <a:xfrm>
            <a:off x="9702405" y="2045262"/>
            <a:ext cx="423863" cy="684213"/>
            <a:chOff x="4140" y="429"/>
            <a:chExt cx="1425" cy="2396"/>
          </a:xfrm>
        </p:grpSpPr>
        <p:sp>
          <p:nvSpPr>
            <p:cNvPr id="37" name="Freeform 44">
              <a:extLst>
                <a:ext uri="{FF2B5EF4-FFF2-40B4-BE49-F238E27FC236}">
                  <a16:creationId xmlns:a16="http://schemas.microsoft.com/office/drawing/2014/main" id="{6CED6B20-429D-A742-A5A8-C560D22732C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8" name="Rectangle 45">
              <a:extLst>
                <a:ext uri="{FF2B5EF4-FFF2-40B4-BE49-F238E27FC236}">
                  <a16:creationId xmlns:a16="http://schemas.microsoft.com/office/drawing/2014/main" id="{3217673F-28F2-7F49-B23F-A3ED64A0570B}"/>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Freeform 46">
              <a:extLst>
                <a:ext uri="{FF2B5EF4-FFF2-40B4-BE49-F238E27FC236}">
                  <a16:creationId xmlns:a16="http://schemas.microsoft.com/office/drawing/2014/main" id="{2C8F4947-7476-8140-9308-A091DA1251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0" name="Freeform 47">
              <a:extLst>
                <a:ext uri="{FF2B5EF4-FFF2-40B4-BE49-F238E27FC236}">
                  <a16:creationId xmlns:a16="http://schemas.microsoft.com/office/drawing/2014/main" id="{C324215D-D2F8-D640-866A-AD06AEA388E7}"/>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1" name="Rectangle 48">
              <a:extLst>
                <a:ext uri="{FF2B5EF4-FFF2-40B4-BE49-F238E27FC236}">
                  <a16:creationId xmlns:a16="http://schemas.microsoft.com/office/drawing/2014/main" id="{AF16B93D-625D-BF47-B9C3-3122406F6C90}"/>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2" name="Group 49">
              <a:extLst>
                <a:ext uri="{FF2B5EF4-FFF2-40B4-BE49-F238E27FC236}">
                  <a16:creationId xmlns:a16="http://schemas.microsoft.com/office/drawing/2014/main" id="{E5823F1D-E46B-E542-BA9A-BE7B2ADB2B86}"/>
                </a:ext>
              </a:extLst>
            </p:cNvPr>
            <p:cNvGrpSpPr>
              <a:grpSpLocks/>
            </p:cNvGrpSpPr>
            <p:nvPr/>
          </p:nvGrpSpPr>
          <p:grpSpPr bwMode="auto">
            <a:xfrm>
              <a:off x="4749" y="668"/>
              <a:ext cx="581" cy="145"/>
              <a:chOff x="614" y="2568"/>
              <a:chExt cx="725" cy="139"/>
            </a:xfrm>
          </p:grpSpPr>
          <p:sp>
            <p:nvSpPr>
              <p:cNvPr id="67" name="AutoShape 50">
                <a:extLst>
                  <a:ext uri="{FF2B5EF4-FFF2-40B4-BE49-F238E27FC236}">
                    <a16:creationId xmlns:a16="http://schemas.microsoft.com/office/drawing/2014/main" id="{5EDFB4BA-9ECC-1D4B-9DE1-6892D81BDDEF}"/>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AutoShape 51">
                <a:extLst>
                  <a:ext uri="{FF2B5EF4-FFF2-40B4-BE49-F238E27FC236}">
                    <a16:creationId xmlns:a16="http://schemas.microsoft.com/office/drawing/2014/main" id="{322B0365-5AB5-FB41-8CFB-D0A89CDC6CD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3" name="Rectangle 52">
              <a:extLst>
                <a:ext uri="{FF2B5EF4-FFF2-40B4-BE49-F238E27FC236}">
                  <a16:creationId xmlns:a16="http://schemas.microsoft.com/office/drawing/2014/main" id="{29C26A51-8119-1C45-B765-0A6FDC420497}"/>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4" name="Group 53">
              <a:extLst>
                <a:ext uri="{FF2B5EF4-FFF2-40B4-BE49-F238E27FC236}">
                  <a16:creationId xmlns:a16="http://schemas.microsoft.com/office/drawing/2014/main" id="{A0E07450-02B5-944A-993E-ED4E720D6C10}"/>
                </a:ext>
              </a:extLst>
            </p:cNvPr>
            <p:cNvGrpSpPr>
              <a:grpSpLocks/>
            </p:cNvGrpSpPr>
            <p:nvPr/>
          </p:nvGrpSpPr>
          <p:grpSpPr bwMode="auto">
            <a:xfrm>
              <a:off x="4747" y="994"/>
              <a:ext cx="581" cy="134"/>
              <a:chOff x="614" y="2568"/>
              <a:chExt cx="725" cy="139"/>
            </a:xfrm>
          </p:grpSpPr>
          <p:sp>
            <p:nvSpPr>
              <p:cNvPr id="65" name="AutoShape 54">
                <a:extLst>
                  <a:ext uri="{FF2B5EF4-FFF2-40B4-BE49-F238E27FC236}">
                    <a16:creationId xmlns:a16="http://schemas.microsoft.com/office/drawing/2014/main" id="{B895EECE-8814-364B-ABEF-BDFDB5B6907F}"/>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6" name="AutoShape 55">
                <a:extLst>
                  <a:ext uri="{FF2B5EF4-FFF2-40B4-BE49-F238E27FC236}">
                    <a16:creationId xmlns:a16="http://schemas.microsoft.com/office/drawing/2014/main" id="{19862CEA-43CD-F949-9939-14C77DA0F5D1}"/>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5" name="Rectangle 56">
              <a:extLst>
                <a:ext uri="{FF2B5EF4-FFF2-40B4-BE49-F238E27FC236}">
                  <a16:creationId xmlns:a16="http://schemas.microsoft.com/office/drawing/2014/main" id="{AF3B098B-3C77-8047-942A-938B768ECD31}"/>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6" name="Rectangle 57">
              <a:extLst>
                <a:ext uri="{FF2B5EF4-FFF2-40B4-BE49-F238E27FC236}">
                  <a16:creationId xmlns:a16="http://schemas.microsoft.com/office/drawing/2014/main" id="{B55EF1A5-9C91-874D-A21C-9283813B9454}"/>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7" name="Group 58">
              <a:extLst>
                <a:ext uri="{FF2B5EF4-FFF2-40B4-BE49-F238E27FC236}">
                  <a16:creationId xmlns:a16="http://schemas.microsoft.com/office/drawing/2014/main" id="{4BE447F1-4065-604D-9C52-935316AF9073}"/>
                </a:ext>
              </a:extLst>
            </p:cNvPr>
            <p:cNvGrpSpPr>
              <a:grpSpLocks/>
            </p:cNvGrpSpPr>
            <p:nvPr/>
          </p:nvGrpSpPr>
          <p:grpSpPr bwMode="auto">
            <a:xfrm>
              <a:off x="4735" y="1627"/>
              <a:ext cx="582" cy="151"/>
              <a:chOff x="614" y="2568"/>
              <a:chExt cx="725" cy="139"/>
            </a:xfrm>
          </p:grpSpPr>
          <p:sp>
            <p:nvSpPr>
              <p:cNvPr id="63" name="AutoShape 59">
                <a:extLst>
                  <a:ext uri="{FF2B5EF4-FFF2-40B4-BE49-F238E27FC236}">
                    <a16:creationId xmlns:a16="http://schemas.microsoft.com/office/drawing/2014/main" id="{B6AF28E0-3DFD-B648-BA8B-C954368CED3E}"/>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4" name="AutoShape 60">
                <a:extLst>
                  <a:ext uri="{FF2B5EF4-FFF2-40B4-BE49-F238E27FC236}">
                    <a16:creationId xmlns:a16="http://schemas.microsoft.com/office/drawing/2014/main" id="{CD352178-7C9F-9247-ADEE-3A9C5EEDD12B}"/>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8" name="Freeform 61">
              <a:extLst>
                <a:ext uri="{FF2B5EF4-FFF2-40B4-BE49-F238E27FC236}">
                  <a16:creationId xmlns:a16="http://schemas.microsoft.com/office/drawing/2014/main" id="{167E2C73-34F7-5443-B80D-3E31BC266850}"/>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49" name="Group 62">
              <a:extLst>
                <a:ext uri="{FF2B5EF4-FFF2-40B4-BE49-F238E27FC236}">
                  <a16:creationId xmlns:a16="http://schemas.microsoft.com/office/drawing/2014/main" id="{FD3C1C1A-4BE2-8A4D-B7D1-6FE82CCD5E7C}"/>
                </a:ext>
              </a:extLst>
            </p:cNvPr>
            <p:cNvGrpSpPr>
              <a:grpSpLocks/>
            </p:cNvGrpSpPr>
            <p:nvPr/>
          </p:nvGrpSpPr>
          <p:grpSpPr bwMode="auto">
            <a:xfrm>
              <a:off x="4739" y="1327"/>
              <a:ext cx="582" cy="139"/>
              <a:chOff x="614" y="2568"/>
              <a:chExt cx="725" cy="139"/>
            </a:xfrm>
          </p:grpSpPr>
          <p:sp>
            <p:nvSpPr>
              <p:cNvPr id="61" name="AutoShape 63">
                <a:extLst>
                  <a:ext uri="{FF2B5EF4-FFF2-40B4-BE49-F238E27FC236}">
                    <a16:creationId xmlns:a16="http://schemas.microsoft.com/office/drawing/2014/main" id="{37F891D2-79F1-BA40-9E94-2CB7F92C3A86}"/>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2" name="AutoShape 64">
                <a:extLst>
                  <a:ext uri="{FF2B5EF4-FFF2-40B4-BE49-F238E27FC236}">
                    <a16:creationId xmlns:a16="http://schemas.microsoft.com/office/drawing/2014/main" id="{A6F14F93-50F0-1D44-A328-C58C4810E50F}"/>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 name="Rectangle 65">
              <a:extLst>
                <a:ext uri="{FF2B5EF4-FFF2-40B4-BE49-F238E27FC236}">
                  <a16:creationId xmlns:a16="http://schemas.microsoft.com/office/drawing/2014/main" id="{002C4B61-E0A4-9947-A2B8-C5E4A183D58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 name="Freeform 66">
              <a:extLst>
                <a:ext uri="{FF2B5EF4-FFF2-40B4-BE49-F238E27FC236}">
                  <a16:creationId xmlns:a16="http://schemas.microsoft.com/office/drawing/2014/main" id="{03750C04-4651-264E-A820-846CC991E1D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67">
              <a:extLst>
                <a:ext uri="{FF2B5EF4-FFF2-40B4-BE49-F238E27FC236}">
                  <a16:creationId xmlns:a16="http://schemas.microsoft.com/office/drawing/2014/main" id="{8FAC3F30-F8EF-E042-AB16-84DEBD8CDD05}"/>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Oval 68">
              <a:extLst>
                <a:ext uri="{FF2B5EF4-FFF2-40B4-BE49-F238E27FC236}">
                  <a16:creationId xmlns:a16="http://schemas.microsoft.com/office/drawing/2014/main" id="{0AC7D83A-6568-AE4B-9387-52663F18F9CB}"/>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 name="Freeform 69">
              <a:extLst>
                <a:ext uri="{FF2B5EF4-FFF2-40B4-BE49-F238E27FC236}">
                  <a16:creationId xmlns:a16="http://schemas.microsoft.com/office/drawing/2014/main" id="{1F36BF90-AD45-4E43-863B-F70935197C4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AutoShape 70">
              <a:extLst>
                <a:ext uri="{FF2B5EF4-FFF2-40B4-BE49-F238E27FC236}">
                  <a16:creationId xmlns:a16="http://schemas.microsoft.com/office/drawing/2014/main" id="{F5B54DD4-D0E2-AF41-9405-9DCDB2D7E8B8}"/>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6" name="AutoShape 71">
              <a:extLst>
                <a:ext uri="{FF2B5EF4-FFF2-40B4-BE49-F238E27FC236}">
                  <a16:creationId xmlns:a16="http://schemas.microsoft.com/office/drawing/2014/main" id="{23D73537-49F7-C342-B924-696A08B3BDD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Oval 72">
              <a:extLst>
                <a:ext uri="{FF2B5EF4-FFF2-40B4-BE49-F238E27FC236}">
                  <a16:creationId xmlns:a16="http://schemas.microsoft.com/office/drawing/2014/main" id="{BC45042D-B8F2-A44D-9D8F-FC3BBA5D975A}"/>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8" name="Oval 73">
              <a:extLst>
                <a:ext uri="{FF2B5EF4-FFF2-40B4-BE49-F238E27FC236}">
                  <a16:creationId xmlns:a16="http://schemas.microsoft.com/office/drawing/2014/main" id="{B9F22805-FC3E-6544-AABA-20E89AF95906}"/>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9" name="Oval 74">
              <a:extLst>
                <a:ext uri="{FF2B5EF4-FFF2-40B4-BE49-F238E27FC236}">
                  <a16:creationId xmlns:a16="http://schemas.microsoft.com/office/drawing/2014/main" id="{EB68854B-BAC2-D941-B3A2-A5819DC3E9EC}"/>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5">
              <a:extLst>
                <a:ext uri="{FF2B5EF4-FFF2-40B4-BE49-F238E27FC236}">
                  <a16:creationId xmlns:a16="http://schemas.microsoft.com/office/drawing/2014/main" id="{D02DEB6D-1661-D243-AA4D-D82ACE64AE4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69" name="Group 76">
            <a:extLst>
              <a:ext uri="{FF2B5EF4-FFF2-40B4-BE49-F238E27FC236}">
                <a16:creationId xmlns:a16="http://schemas.microsoft.com/office/drawing/2014/main" id="{DCF55C78-47F8-BB4D-B7DC-932793317724}"/>
              </a:ext>
            </a:extLst>
          </p:cNvPr>
          <p:cNvGrpSpPr>
            <a:grpSpLocks/>
          </p:cNvGrpSpPr>
          <p:nvPr/>
        </p:nvGrpSpPr>
        <p:grpSpPr bwMode="auto">
          <a:xfrm>
            <a:off x="7700568" y="2067487"/>
            <a:ext cx="698500" cy="709613"/>
            <a:chOff x="-44" y="1473"/>
            <a:chExt cx="981" cy="1105"/>
          </a:xfrm>
        </p:grpSpPr>
        <p:pic>
          <p:nvPicPr>
            <p:cNvPr id="70" name="Picture 77" descr="desktop_computer_stylized_medium">
              <a:extLst>
                <a:ext uri="{FF2B5EF4-FFF2-40B4-BE49-F238E27FC236}">
                  <a16:creationId xmlns:a16="http://schemas.microsoft.com/office/drawing/2014/main" id="{DA88C7F5-3379-274A-B44E-AF12E56C27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Freeform 78">
              <a:extLst>
                <a:ext uri="{FF2B5EF4-FFF2-40B4-BE49-F238E27FC236}">
                  <a16:creationId xmlns:a16="http://schemas.microsoft.com/office/drawing/2014/main" id="{FAA003F1-DCEB-8040-A71C-4C8DD7155DD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E2F7DE24-824D-8B4E-BB5F-5FEDF024EC8E}"/>
              </a:ext>
            </a:extLst>
          </p:cNvPr>
          <p:cNvGrpSpPr/>
          <p:nvPr/>
        </p:nvGrpSpPr>
        <p:grpSpPr>
          <a:xfrm>
            <a:off x="8211743" y="3942941"/>
            <a:ext cx="1673225" cy="337184"/>
            <a:chOff x="8211743" y="3942941"/>
            <a:chExt cx="1673225" cy="337184"/>
          </a:xfrm>
        </p:grpSpPr>
        <p:sp>
          <p:nvSpPr>
            <p:cNvPr id="77" name="Line 18">
              <a:extLst>
                <a:ext uri="{FF2B5EF4-FFF2-40B4-BE49-F238E27FC236}">
                  <a16:creationId xmlns:a16="http://schemas.microsoft.com/office/drawing/2014/main" id="{3D07B504-4294-484D-A15A-873F55BFA7A5}"/>
                </a:ext>
              </a:extLst>
            </p:cNvPr>
            <p:cNvSpPr>
              <a:spLocks noChangeShapeType="1"/>
            </p:cNvSpPr>
            <p:nvPr/>
          </p:nvSpPr>
          <p:spPr bwMode="auto">
            <a:xfrm flipH="1">
              <a:off x="8211743" y="3942941"/>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8" name="TextBox 77">
              <a:extLst>
                <a:ext uri="{FF2B5EF4-FFF2-40B4-BE49-F238E27FC236}">
                  <a16:creationId xmlns:a16="http://schemas.microsoft.com/office/drawing/2014/main" id="{DC44DF33-D418-CB41-BFC5-96705F979CCC}"/>
                </a:ext>
              </a:extLst>
            </p:cNvPr>
            <p:cNvSpPr txBox="1"/>
            <p:nvPr/>
          </p:nvSpPr>
          <p:spPr>
            <a:xfrm rot="21106037">
              <a:off x="9382305" y="3972348"/>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9C6582D8-E5C3-E94C-91FA-DD082657187F}"/>
              </a:ext>
            </a:extLst>
          </p:cNvPr>
          <p:cNvGrpSpPr/>
          <p:nvPr/>
        </p:nvGrpSpPr>
        <p:grpSpPr>
          <a:xfrm>
            <a:off x="8220565" y="4654247"/>
            <a:ext cx="1673225" cy="307777"/>
            <a:chOff x="8220565" y="4654247"/>
            <a:chExt cx="1673225" cy="307777"/>
          </a:xfrm>
        </p:grpSpPr>
        <p:sp>
          <p:nvSpPr>
            <p:cNvPr id="82" name="Line 18">
              <a:extLst>
                <a:ext uri="{FF2B5EF4-FFF2-40B4-BE49-F238E27FC236}">
                  <a16:creationId xmlns:a16="http://schemas.microsoft.com/office/drawing/2014/main" id="{4C9BF12C-724F-3C4B-9FC7-C0EB27409192}"/>
                </a:ext>
              </a:extLst>
            </p:cNvPr>
            <p:cNvSpPr>
              <a:spLocks noChangeShapeType="1"/>
            </p:cNvSpPr>
            <p:nvPr/>
          </p:nvSpPr>
          <p:spPr bwMode="auto">
            <a:xfrm flipH="1">
              <a:off x="8220565" y="465532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3" name="TextBox 82">
              <a:extLst>
                <a:ext uri="{FF2B5EF4-FFF2-40B4-BE49-F238E27FC236}">
                  <a16:creationId xmlns:a16="http://schemas.microsoft.com/office/drawing/2014/main" id="{DF7DB85B-1569-344D-AC0D-B969F2CD0B87}"/>
                </a:ext>
              </a:extLst>
            </p:cNvPr>
            <p:cNvSpPr txBox="1"/>
            <p:nvPr/>
          </p:nvSpPr>
          <p:spPr>
            <a:xfrm rot="21106037">
              <a:off x="9360647" y="465424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6AAF2513-9DD5-1A4B-B41D-1AFE8BDB247D}"/>
              </a:ext>
            </a:extLst>
          </p:cNvPr>
          <p:cNvGrpSpPr/>
          <p:nvPr/>
        </p:nvGrpSpPr>
        <p:grpSpPr>
          <a:xfrm>
            <a:off x="8226030" y="4881121"/>
            <a:ext cx="1684338" cy="344172"/>
            <a:chOff x="8226030" y="4881121"/>
            <a:chExt cx="1684338" cy="344172"/>
          </a:xfrm>
        </p:grpSpPr>
        <p:sp>
          <p:nvSpPr>
            <p:cNvPr id="86" name="Line 17">
              <a:extLst>
                <a:ext uri="{FF2B5EF4-FFF2-40B4-BE49-F238E27FC236}">
                  <a16:creationId xmlns:a16="http://schemas.microsoft.com/office/drawing/2014/main" id="{33143F67-A599-EE4C-988D-1E52584BCBD9}"/>
                </a:ext>
              </a:extLst>
            </p:cNvPr>
            <p:cNvSpPr>
              <a:spLocks noChangeShapeType="1"/>
            </p:cNvSpPr>
            <p:nvPr/>
          </p:nvSpPr>
          <p:spPr bwMode="auto">
            <a:xfrm>
              <a:off x="8226030" y="499071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8" name="TextBox 87">
              <a:extLst>
                <a:ext uri="{FF2B5EF4-FFF2-40B4-BE49-F238E27FC236}">
                  <a16:creationId xmlns:a16="http://schemas.microsoft.com/office/drawing/2014/main" id="{6F421034-4844-1843-9EDF-80D2D2191FFC}"/>
                </a:ext>
              </a:extLst>
            </p:cNvPr>
            <p:cNvSpPr txBox="1"/>
            <p:nvPr/>
          </p:nvSpPr>
          <p:spPr>
            <a:xfrm rot="460210">
              <a:off x="8601378" y="4881121"/>
              <a:ext cx="112698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unlock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grpSp>
        <p:nvGrpSpPr>
          <p:cNvPr id="129" name="Group 128">
            <a:extLst>
              <a:ext uri="{FF2B5EF4-FFF2-40B4-BE49-F238E27FC236}">
                <a16:creationId xmlns:a16="http://schemas.microsoft.com/office/drawing/2014/main" id="{02E6B42D-EC51-CD42-8E76-639F17FF9C82}"/>
              </a:ext>
            </a:extLst>
          </p:cNvPr>
          <p:cNvGrpSpPr/>
          <p:nvPr/>
        </p:nvGrpSpPr>
        <p:grpSpPr>
          <a:xfrm>
            <a:off x="8211743" y="5253900"/>
            <a:ext cx="1673225" cy="336684"/>
            <a:chOff x="8211743" y="5253900"/>
            <a:chExt cx="1673225" cy="336684"/>
          </a:xfrm>
        </p:grpSpPr>
        <p:sp>
          <p:nvSpPr>
            <p:cNvPr id="87" name="Line 18">
              <a:extLst>
                <a:ext uri="{FF2B5EF4-FFF2-40B4-BE49-F238E27FC236}">
                  <a16:creationId xmlns:a16="http://schemas.microsoft.com/office/drawing/2014/main" id="{981C6A97-493C-1541-8F46-FB6401EE6D04}"/>
                </a:ext>
              </a:extLst>
            </p:cNvPr>
            <p:cNvSpPr>
              <a:spLocks noChangeShapeType="1"/>
            </p:cNvSpPr>
            <p:nvPr/>
          </p:nvSpPr>
          <p:spPr bwMode="auto">
            <a:xfrm flipH="1">
              <a:off x="8211743" y="525390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Box 88">
              <a:extLst>
                <a:ext uri="{FF2B5EF4-FFF2-40B4-BE49-F238E27FC236}">
                  <a16:creationId xmlns:a16="http://schemas.microsoft.com/office/drawing/2014/main" id="{4E6BC057-143C-EA4C-9758-617A540239BE}"/>
                </a:ext>
              </a:extLst>
            </p:cNvPr>
            <p:cNvSpPr txBox="1"/>
            <p:nvPr/>
          </p:nvSpPr>
          <p:spPr>
            <a:xfrm rot="21106037">
              <a:off x="9373746" y="528280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812585BB-270F-6343-8338-140BA89C7E52}"/>
              </a:ext>
            </a:extLst>
          </p:cNvPr>
          <p:cNvGrpSpPr/>
          <p:nvPr/>
        </p:nvGrpSpPr>
        <p:grpSpPr>
          <a:xfrm>
            <a:off x="8226030" y="3575737"/>
            <a:ext cx="1696234" cy="338597"/>
            <a:chOff x="8226030" y="3575737"/>
            <a:chExt cx="1696234" cy="338597"/>
          </a:xfrm>
        </p:grpSpPr>
        <p:sp>
          <p:nvSpPr>
            <p:cNvPr id="76" name="Line 17">
              <a:extLst>
                <a:ext uri="{FF2B5EF4-FFF2-40B4-BE49-F238E27FC236}">
                  <a16:creationId xmlns:a16="http://schemas.microsoft.com/office/drawing/2014/main" id="{06976B72-BDF3-7C48-82E3-924EF74F53B8}"/>
                </a:ext>
              </a:extLst>
            </p:cNvPr>
            <p:cNvSpPr>
              <a:spLocks noChangeShapeType="1"/>
            </p:cNvSpPr>
            <p:nvPr/>
          </p:nvSpPr>
          <p:spPr bwMode="auto">
            <a:xfrm>
              <a:off x="8226030" y="3679752"/>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A7D38CDC-448B-6D46-8D67-92FCAC24452A}"/>
                </a:ext>
              </a:extLst>
            </p:cNvPr>
            <p:cNvSpPr txBox="1"/>
            <p:nvPr/>
          </p:nvSpPr>
          <p:spPr>
            <a:xfrm rot="460210">
              <a:off x="8589335" y="3575737"/>
              <a:ext cx="13329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2" name="Straight Arrow Connector 91">
              <a:extLst>
                <a:ext uri="{FF2B5EF4-FFF2-40B4-BE49-F238E27FC236}">
                  <a16:creationId xmlns:a16="http://schemas.microsoft.com/office/drawing/2014/main" id="{196C1467-1B22-FD48-8EA3-AAA9DBA798B4}"/>
                </a:ext>
              </a:extLst>
            </p:cNvPr>
            <p:cNvCxnSpPr>
              <a:cxnSpLocks/>
            </p:cNvCxnSpPr>
            <p:nvPr/>
          </p:nvCxnSpPr>
          <p:spPr>
            <a:xfrm flipH="1" flipV="1">
              <a:off x="9331367" y="3750644"/>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0BE549BD-AAEC-8444-851F-3374194952CD}"/>
              </a:ext>
            </a:extLst>
          </p:cNvPr>
          <p:cNvGrpSpPr/>
          <p:nvPr/>
        </p:nvGrpSpPr>
        <p:grpSpPr>
          <a:xfrm>
            <a:off x="8234852" y="4259764"/>
            <a:ext cx="1684338" cy="366949"/>
            <a:chOff x="8234852" y="4259764"/>
            <a:chExt cx="1684338" cy="366949"/>
          </a:xfrm>
        </p:grpSpPr>
        <p:sp>
          <p:nvSpPr>
            <p:cNvPr id="81" name="Line 17">
              <a:extLst>
                <a:ext uri="{FF2B5EF4-FFF2-40B4-BE49-F238E27FC236}">
                  <a16:creationId xmlns:a16="http://schemas.microsoft.com/office/drawing/2014/main" id="{BD9CD2B5-5BAD-F64E-ABCA-CBF632B90A4C}"/>
                </a:ext>
              </a:extLst>
            </p:cNvPr>
            <p:cNvSpPr>
              <a:spLocks noChangeShapeType="1"/>
            </p:cNvSpPr>
            <p:nvPr/>
          </p:nvSpPr>
          <p:spPr bwMode="auto">
            <a:xfrm>
              <a:off x="8234852" y="439213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Box 83">
              <a:extLst>
                <a:ext uri="{FF2B5EF4-FFF2-40B4-BE49-F238E27FC236}">
                  <a16:creationId xmlns:a16="http://schemas.microsoft.com/office/drawing/2014/main" id="{9C94E783-4022-4840-9168-04845DD3C6E1}"/>
                </a:ext>
              </a:extLst>
            </p:cNvPr>
            <p:cNvSpPr txBox="1"/>
            <p:nvPr/>
          </p:nvSpPr>
          <p:spPr>
            <a:xfrm rot="460210">
              <a:off x="8600615" y="4259764"/>
              <a:ext cx="12570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6" name="Straight Arrow Connector 95">
              <a:extLst>
                <a:ext uri="{FF2B5EF4-FFF2-40B4-BE49-F238E27FC236}">
                  <a16:creationId xmlns:a16="http://schemas.microsoft.com/office/drawing/2014/main" id="{E91273DD-2DB7-7D46-A38E-BB2C165693F5}"/>
                </a:ext>
              </a:extLst>
            </p:cNvPr>
            <p:cNvCxnSpPr>
              <a:cxnSpLocks/>
            </p:cNvCxnSpPr>
            <p:nvPr/>
          </p:nvCxnSpPr>
          <p:spPr>
            <a:xfrm flipH="1" flipV="1">
              <a:off x="9339955" y="4436145"/>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1" name="Group 120">
            <a:extLst>
              <a:ext uri="{FF2B5EF4-FFF2-40B4-BE49-F238E27FC236}">
                <a16:creationId xmlns:a16="http://schemas.microsoft.com/office/drawing/2014/main" id="{67AF7376-17A3-D741-91E5-0D8534607D08}"/>
              </a:ext>
            </a:extLst>
          </p:cNvPr>
          <p:cNvGrpSpPr/>
          <p:nvPr/>
        </p:nvGrpSpPr>
        <p:grpSpPr>
          <a:xfrm>
            <a:off x="8226030" y="2820539"/>
            <a:ext cx="1684338" cy="362594"/>
            <a:chOff x="8226030" y="2820539"/>
            <a:chExt cx="1684338" cy="362594"/>
          </a:xfrm>
        </p:grpSpPr>
        <p:sp>
          <p:nvSpPr>
            <p:cNvPr id="5" name="TextBox 4">
              <a:extLst>
                <a:ext uri="{FF2B5EF4-FFF2-40B4-BE49-F238E27FC236}">
                  <a16:creationId xmlns:a16="http://schemas.microsoft.com/office/drawing/2014/main" id="{0770E437-30BF-E34D-A36A-B1465B8979C1}"/>
                </a:ext>
              </a:extLst>
            </p:cNvPr>
            <p:cNvSpPr txBox="1"/>
            <p:nvPr/>
          </p:nvSpPr>
          <p:spPr>
            <a:xfrm rot="460210">
              <a:off x="8283881" y="2820539"/>
              <a:ext cx="1560697"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lock data record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sp>
          <p:nvSpPr>
            <p:cNvPr id="18" name="Line 17">
              <a:extLst>
                <a:ext uri="{FF2B5EF4-FFF2-40B4-BE49-F238E27FC236}">
                  <a16:creationId xmlns:a16="http://schemas.microsoft.com/office/drawing/2014/main" id="{226EF0C1-2237-8E46-AB56-8D689EE5CD53}"/>
                </a:ext>
              </a:extLst>
            </p:cNvPr>
            <p:cNvSpPr>
              <a:spLocks noChangeShapeType="1"/>
            </p:cNvSpPr>
            <p:nvPr/>
          </p:nvSpPr>
          <p:spPr bwMode="auto">
            <a:xfrm>
              <a:off x="8226030" y="294855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3" name="Group 122">
            <a:extLst>
              <a:ext uri="{FF2B5EF4-FFF2-40B4-BE49-F238E27FC236}">
                <a16:creationId xmlns:a16="http://schemas.microsoft.com/office/drawing/2014/main" id="{6D140EC4-5DA8-F040-BC23-C3A90A90AE49}"/>
              </a:ext>
            </a:extLst>
          </p:cNvPr>
          <p:cNvGrpSpPr/>
          <p:nvPr/>
        </p:nvGrpSpPr>
        <p:grpSpPr>
          <a:xfrm>
            <a:off x="8211743" y="3211740"/>
            <a:ext cx="1673225" cy="326272"/>
            <a:chOff x="8211743" y="3211740"/>
            <a:chExt cx="1673225" cy="326272"/>
          </a:xfrm>
        </p:grpSpPr>
        <p:sp>
          <p:nvSpPr>
            <p:cNvPr id="20" name="Line 18">
              <a:extLst>
                <a:ext uri="{FF2B5EF4-FFF2-40B4-BE49-F238E27FC236}">
                  <a16:creationId xmlns:a16="http://schemas.microsoft.com/office/drawing/2014/main" id="{C78912E7-84E1-824B-B855-60DAC36E529C}"/>
                </a:ext>
              </a:extLst>
            </p:cNvPr>
            <p:cNvSpPr>
              <a:spLocks noChangeShapeType="1"/>
            </p:cNvSpPr>
            <p:nvPr/>
          </p:nvSpPr>
          <p:spPr bwMode="auto">
            <a:xfrm flipH="1">
              <a:off x="8211743" y="321174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4" name="TextBox 73">
              <a:extLst>
                <a:ext uri="{FF2B5EF4-FFF2-40B4-BE49-F238E27FC236}">
                  <a16:creationId xmlns:a16="http://schemas.microsoft.com/office/drawing/2014/main" id="{839CDE70-7C81-BB40-B7E7-D376841A3505}"/>
                </a:ext>
              </a:extLst>
            </p:cNvPr>
            <p:cNvSpPr txBox="1"/>
            <p:nvPr/>
          </p:nvSpPr>
          <p:spPr>
            <a:xfrm rot="21106037">
              <a:off x="9368027" y="3230235"/>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3FE3FF41-4F60-4C4F-85AB-4CC4494FF63A}"/>
              </a:ext>
            </a:extLst>
          </p:cNvPr>
          <p:cNvGrpSpPr/>
          <p:nvPr/>
        </p:nvGrpSpPr>
        <p:grpSpPr>
          <a:xfrm>
            <a:off x="10136156" y="2957082"/>
            <a:ext cx="522425" cy="400110"/>
            <a:chOff x="10136156" y="2957082"/>
            <a:chExt cx="522425" cy="400110"/>
          </a:xfrm>
        </p:grpSpPr>
        <p:sp>
          <p:nvSpPr>
            <p:cNvPr id="91" name="AutoShape 327">
              <a:extLst>
                <a:ext uri="{FF2B5EF4-FFF2-40B4-BE49-F238E27FC236}">
                  <a16:creationId xmlns:a16="http://schemas.microsoft.com/office/drawing/2014/main" id="{819E3430-D00B-DE4A-BF76-DA4F707FA9D4}"/>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97" name="TextBox 96">
              <a:extLst>
                <a:ext uri="{FF2B5EF4-FFF2-40B4-BE49-F238E27FC236}">
                  <a16:creationId xmlns:a16="http://schemas.microsoft.com/office/drawing/2014/main" id="{9A7AE3A8-B4B7-5D45-9040-2EECD223536E}"/>
                </a:ext>
              </a:extLst>
            </p:cNvPr>
            <p:cNvSpPr txBox="1"/>
            <p:nvPr/>
          </p:nvSpPr>
          <p:spPr>
            <a:xfrm>
              <a:off x="10364121" y="3049415"/>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1" name="Picture 100">
              <a:extLst>
                <a:ext uri="{FF2B5EF4-FFF2-40B4-BE49-F238E27FC236}">
                  <a16:creationId xmlns:a16="http://schemas.microsoft.com/office/drawing/2014/main" id="{E64171ED-8243-0748-A18D-E9E66AB8CC64}"/>
                </a:ext>
              </a:extLst>
            </p:cNvPr>
            <p:cNvPicPr>
              <a:picLocks noChangeAspect="1"/>
            </p:cNvPicPr>
            <p:nvPr/>
          </p:nvPicPr>
          <p:blipFill>
            <a:blip r:embed="rId4"/>
            <a:stretch>
              <a:fillRect/>
            </a:stretch>
          </p:blipFill>
          <p:spPr>
            <a:xfrm>
              <a:off x="10136156" y="2995160"/>
              <a:ext cx="307778" cy="307778"/>
            </a:xfrm>
            <a:prstGeom prst="rect">
              <a:avLst/>
            </a:prstGeom>
          </p:spPr>
        </p:pic>
      </p:grpSp>
      <p:sp>
        <p:nvSpPr>
          <p:cNvPr id="102" name="AutoShape 327">
            <a:extLst>
              <a:ext uri="{FF2B5EF4-FFF2-40B4-BE49-F238E27FC236}">
                <a16:creationId xmlns:a16="http://schemas.microsoft.com/office/drawing/2014/main" id="{94D2C5FA-36D2-234A-8CDE-D9DE43DC6B37}"/>
              </a:ext>
            </a:extLst>
          </p:cNvPr>
          <p:cNvSpPr>
            <a:spLocks noChangeArrowheads="1"/>
          </p:cNvSpPr>
          <p:nvPr/>
        </p:nvSpPr>
        <p:spPr bwMode="auto">
          <a:xfrm>
            <a:off x="10157378" y="2195369"/>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3" name="TextBox 102">
            <a:extLst>
              <a:ext uri="{FF2B5EF4-FFF2-40B4-BE49-F238E27FC236}">
                <a16:creationId xmlns:a16="http://schemas.microsoft.com/office/drawing/2014/main" id="{0E67923B-2554-D94F-98BF-5970F66E0A80}"/>
              </a:ext>
            </a:extLst>
          </p:cNvPr>
          <p:cNvSpPr txBox="1"/>
          <p:nvPr/>
        </p:nvSpPr>
        <p:spPr>
          <a:xfrm>
            <a:off x="10383166" y="2287702"/>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nvGrpSpPr>
          <p:cNvPr id="106" name="Group 105">
            <a:extLst>
              <a:ext uri="{FF2B5EF4-FFF2-40B4-BE49-F238E27FC236}">
                <a16:creationId xmlns:a16="http://schemas.microsoft.com/office/drawing/2014/main" id="{2B5B74FE-39C8-5B43-9432-6DE5518154FD}"/>
              </a:ext>
            </a:extLst>
          </p:cNvPr>
          <p:cNvGrpSpPr/>
          <p:nvPr/>
        </p:nvGrpSpPr>
        <p:grpSpPr>
          <a:xfrm>
            <a:off x="10132163" y="3702128"/>
            <a:ext cx="592569" cy="400110"/>
            <a:chOff x="10136156" y="2957082"/>
            <a:chExt cx="592569" cy="400110"/>
          </a:xfrm>
        </p:grpSpPr>
        <p:sp>
          <p:nvSpPr>
            <p:cNvPr id="107" name="AutoShape 327">
              <a:extLst>
                <a:ext uri="{FF2B5EF4-FFF2-40B4-BE49-F238E27FC236}">
                  <a16:creationId xmlns:a16="http://schemas.microsoft.com/office/drawing/2014/main" id="{8B16F450-5DEA-8B45-B210-945CA6750CB0}"/>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8" name="TextBox 107">
              <a:extLst>
                <a:ext uri="{FF2B5EF4-FFF2-40B4-BE49-F238E27FC236}">
                  <a16:creationId xmlns:a16="http://schemas.microsoft.com/office/drawing/2014/main" id="{72167ECA-B9B2-4E40-82B0-9F43976F24FE}"/>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9" name="Picture 108">
              <a:extLst>
                <a:ext uri="{FF2B5EF4-FFF2-40B4-BE49-F238E27FC236}">
                  <a16:creationId xmlns:a16="http://schemas.microsoft.com/office/drawing/2014/main" id="{06DE726C-08C5-5346-B762-9B140BCB8885}"/>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0" name="Group 109">
            <a:extLst>
              <a:ext uri="{FF2B5EF4-FFF2-40B4-BE49-F238E27FC236}">
                <a16:creationId xmlns:a16="http://schemas.microsoft.com/office/drawing/2014/main" id="{6E55A0D6-71A5-1D45-8A52-331867F92A1A}"/>
              </a:ext>
            </a:extLst>
          </p:cNvPr>
          <p:cNvGrpSpPr/>
          <p:nvPr/>
        </p:nvGrpSpPr>
        <p:grpSpPr>
          <a:xfrm>
            <a:off x="10128170" y="4447174"/>
            <a:ext cx="592569" cy="400110"/>
            <a:chOff x="10136156" y="2957082"/>
            <a:chExt cx="592569" cy="400110"/>
          </a:xfrm>
        </p:grpSpPr>
        <p:sp>
          <p:nvSpPr>
            <p:cNvPr id="111" name="AutoShape 327">
              <a:extLst>
                <a:ext uri="{FF2B5EF4-FFF2-40B4-BE49-F238E27FC236}">
                  <a16:creationId xmlns:a16="http://schemas.microsoft.com/office/drawing/2014/main" id="{AD90F81E-B5AA-6341-8460-5E051080AABB}"/>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2" name="TextBox 111">
              <a:extLst>
                <a:ext uri="{FF2B5EF4-FFF2-40B4-BE49-F238E27FC236}">
                  <a16:creationId xmlns:a16="http://schemas.microsoft.com/office/drawing/2014/main" id="{C02956FF-BB8D-6149-9012-24692DD7049D}"/>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13" name="Picture 112">
              <a:extLst>
                <a:ext uri="{FF2B5EF4-FFF2-40B4-BE49-F238E27FC236}">
                  <a16:creationId xmlns:a16="http://schemas.microsoft.com/office/drawing/2014/main" id="{7E37BA2D-D932-D14B-9FD2-5FE1BA0B7217}"/>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4" name="Group 113">
            <a:extLst>
              <a:ext uri="{FF2B5EF4-FFF2-40B4-BE49-F238E27FC236}">
                <a16:creationId xmlns:a16="http://schemas.microsoft.com/office/drawing/2014/main" id="{CEB7CAB0-F376-054D-A184-1987E69E5578}"/>
              </a:ext>
            </a:extLst>
          </p:cNvPr>
          <p:cNvGrpSpPr/>
          <p:nvPr/>
        </p:nvGrpSpPr>
        <p:grpSpPr>
          <a:xfrm>
            <a:off x="10126354" y="5192220"/>
            <a:ext cx="726072" cy="400110"/>
            <a:chOff x="10138333" y="2957082"/>
            <a:chExt cx="726072" cy="400110"/>
          </a:xfrm>
        </p:grpSpPr>
        <p:sp>
          <p:nvSpPr>
            <p:cNvPr id="115" name="AutoShape 327">
              <a:extLst>
                <a:ext uri="{FF2B5EF4-FFF2-40B4-BE49-F238E27FC236}">
                  <a16:creationId xmlns:a16="http://schemas.microsoft.com/office/drawing/2014/main" id="{0D7E10F2-D009-F14B-82D2-F08AB22187D5}"/>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6" name="TextBox 115">
              <a:extLst>
                <a:ext uri="{FF2B5EF4-FFF2-40B4-BE49-F238E27FC236}">
                  <a16:creationId xmlns:a16="http://schemas.microsoft.com/office/drawing/2014/main" id="{87935EAA-1BE1-5D4A-BB6F-A7C69F071ADD}"/>
                </a:ext>
              </a:extLst>
            </p:cNvPr>
            <p:cNvSpPr txBox="1"/>
            <p:nvPr/>
          </p:nvSpPr>
          <p:spPr>
            <a:xfrm>
              <a:off x="10364121" y="3049415"/>
              <a:ext cx="50028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sp>
        <p:nvSpPr>
          <p:cNvPr id="118" name="TextBox 117">
            <a:extLst>
              <a:ext uri="{FF2B5EF4-FFF2-40B4-BE49-F238E27FC236}">
                <a16:creationId xmlns:a16="http://schemas.microsoft.com/office/drawing/2014/main" id="{6F306746-EF4C-B446-9F1D-1D85D8A99FAC}"/>
              </a:ext>
            </a:extLst>
          </p:cNvPr>
          <p:cNvSpPr txBox="1"/>
          <p:nvPr/>
        </p:nvSpPr>
        <p:spPr>
          <a:xfrm>
            <a:off x="7895870" y="4140346"/>
            <a:ext cx="41429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00A3"/>
                </a:solidFill>
                <a:effectLst/>
                <a:uLnTx/>
                <a:uFillTx/>
                <a:latin typeface="Calibri"/>
                <a:ea typeface="+mn-ea"/>
                <a:cs typeface="+mn-cs"/>
              </a:rPr>
              <a:t>t’</a:t>
            </a:r>
            <a:endParaRPr kumimoji="0" lang="en-US" sz="1600" b="0" i="1" u="none" strike="noStrike" kern="1200" cap="none" spc="0" normalizeH="0" baseline="0" noProof="0" dirty="0">
              <a:ln>
                <a:noFill/>
              </a:ln>
              <a:solidFill>
                <a:prstClr val="black"/>
              </a:solidFill>
              <a:effectLst/>
              <a:uLnTx/>
              <a:uFillTx/>
              <a:latin typeface="Calibri"/>
              <a:ea typeface="+mn-ea"/>
              <a:cs typeface="+mn-cs"/>
            </a:endParaRPr>
          </a:p>
        </p:txBody>
      </p:sp>
      <p:sp>
        <p:nvSpPr>
          <p:cNvPr id="119" name="TextBox 118">
            <a:extLst>
              <a:ext uri="{FF2B5EF4-FFF2-40B4-BE49-F238E27FC236}">
                <a16:creationId xmlns:a16="http://schemas.microsoft.com/office/drawing/2014/main" id="{80C0AC55-7635-2346-85C0-10B75BF4C445}"/>
              </a:ext>
            </a:extLst>
          </p:cNvPr>
          <p:cNvSpPr txBox="1"/>
          <p:nvPr/>
        </p:nvSpPr>
        <p:spPr>
          <a:xfrm>
            <a:off x="7384517" y="5969340"/>
            <a:ext cx="4115505"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C00000"/>
                </a:solidFill>
                <a:effectLst/>
                <a:uLnTx/>
                <a:uFillTx/>
                <a:latin typeface="Calibri"/>
                <a:ea typeface="+mn-ea"/>
                <a:cs typeface="+mn-cs"/>
              </a:rPr>
              <a:t>Q: </a:t>
            </a:r>
            <a:r>
              <a:rPr kumimoji="0" lang="en-US" sz="1600" b="0" i="0" u="none" strike="noStrike" kern="1200" cap="none" spc="0" normalizeH="0" baseline="0" noProof="0" dirty="0">
                <a:ln>
                  <a:noFill/>
                </a:ln>
                <a:solidFill>
                  <a:prstClr val="black"/>
                </a:solidFill>
                <a:effectLst/>
                <a:uLnTx/>
                <a:uFillTx/>
                <a:latin typeface="Calibri"/>
                <a:ea typeface="+mn-ea"/>
                <a:cs typeface="+mn-cs"/>
              </a:rPr>
              <a:t>what happens if network connection or client crashes at </a:t>
            </a:r>
            <a:r>
              <a:rPr kumimoji="0" lang="en-US" sz="1600" b="0" i="1" u="none" strike="noStrike" kern="1200" cap="none" spc="0" normalizeH="0" baseline="0" noProof="0" dirty="0">
                <a:ln>
                  <a:noFill/>
                </a:ln>
                <a:solidFill>
                  <a:prstClr val="black"/>
                </a:solidFill>
                <a:effectLst/>
                <a:uLnTx/>
                <a:uFillTx/>
                <a:latin typeface="Calibri"/>
                <a:ea typeface="+mn-ea"/>
                <a:cs typeface="+mn-cs"/>
              </a:rPr>
              <a:t>t’ </a:t>
            </a:r>
            <a:r>
              <a:rPr kumimoji="0" lang="en-US" sz="1600" b="0" i="0" u="none" strike="noStrike" kern="1200" cap="none" spc="0" normalizeH="0" baseline="0" noProof="0" dirty="0">
                <a:ln>
                  <a:noFill/>
                </a:ln>
                <a:solidFill>
                  <a:prstClr val="black"/>
                </a:solidFill>
                <a:effectLst/>
                <a:uLnTx/>
                <a:uFillTx/>
                <a:latin typeface="Calibri"/>
                <a:ea typeface="+mn-ea"/>
                <a:cs typeface="+mn-cs"/>
              </a:rPr>
              <a:t>?</a:t>
            </a:r>
          </a:p>
        </p:txBody>
      </p:sp>
      <p:sp>
        <p:nvSpPr>
          <p:cNvPr id="90" name="Slide Number Placeholder 2">
            <a:extLst>
              <a:ext uri="{FF2B5EF4-FFF2-40B4-BE49-F238E27FC236}">
                <a16:creationId xmlns:a16="http://schemas.microsoft.com/office/drawing/2014/main" id="{FF729FF4-43F7-A040-B78F-BE4EC8E985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45911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dissolve">
                                      <p:cBhvr>
                                        <p:cTn id="11" dur="500"/>
                                        <p:tgtEl>
                                          <p:spTgt spid="122"/>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23"/>
                                        </p:tgtEl>
                                        <p:attrNameLst>
                                          <p:attrName>style.visibility</p:attrName>
                                        </p:attrNameLst>
                                      </p:cBhvr>
                                      <p:to>
                                        <p:strVal val="visible"/>
                                      </p:to>
                                    </p:set>
                                    <p:animEffect transition="in" filter="wipe(right)">
                                      <p:cBhvr>
                                        <p:cTn id="15" dur="500"/>
                                        <p:tgtEl>
                                          <p:spTgt spid="12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30"/>
                                        </p:tgtEl>
                                        <p:attrNameLst>
                                          <p:attrName>style.visibility</p:attrName>
                                        </p:attrNameLst>
                                      </p:cBhvr>
                                      <p:to>
                                        <p:strVal val="visible"/>
                                      </p:to>
                                    </p:set>
                                    <p:animEffect transition="in" filter="wipe(left)">
                                      <p:cBhvr>
                                        <p:cTn id="20" dur="500"/>
                                        <p:tgtEl>
                                          <p:spTgt spid="130"/>
                                        </p:tgtEl>
                                      </p:cBhvr>
                                    </p:animEffect>
                                  </p:childTnLst>
                                </p:cTn>
                              </p:par>
                            </p:childTnLst>
                          </p:cTn>
                        </p:par>
                        <p:par>
                          <p:cTn id="21" fill="hold">
                            <p:stCondLst>
                              <p:cond delay="500"/>
                            </p:stCondLst>
                            <p:childTnLst>
                              <p:par>
                                <p:cTn id="22" presetID="9" presetClass="entr" presetSubtype="0" fill="hold" nodeType="afterEffect">
                                  <p:stCondLst>
                                    <p:cond delay="0"/>
                                  </p:stCondLst>
                                  <p:childTnLst>
                                    <p:set>
                                      <p:cBhvr>
                                        <p:cTn id="23" dur="1" fill="hold">
                                          <p:stCondLst>
                                            <p:cond delay="0"/>
                                          </p:stCondLst>
                                        </p:cTn>
                                        <p:tgtEl>
                                          <p:spTgt spid="106"/>
                                        </p:tgtEl>
                                        <p:attrNameLst>
                                          <p:attrName>style.visibility</p:attrName>
                                        </p:attrNameLst>
                                      </p:cBhvr>
                                      <p:to>
                                        <p:strVal val="visible"/>
                                      </p:to>
                                    </p:set>
                                    <p:animEffect transition="in" filter="dissolve">
                                      <p:cBhvr>
                                        <p:cTn id="24" dur="500"/>
                                        <p:tgtEl>
                                          <p:spTgt spid="106"/>
                                        </p:tgtEl>
                                      </p:cBhvr>
                                    </p:animEffect>
                                  </p:childTnLst>
                                </p:cTn>
                              </p:par>
                            </p:childTnLst>
                          </p:cTn>
                        </p:par>
                        <p:par>
                          <p:cTn id="25" fill="hold">
                            <p:stCondLst>
                              <p:cond delay="1000"/>
                            </p:stCondLst>
                            <p:childTnLst>
                              <p:par>
                                <p:cTn id="26" presetID="22" presetClass="entr" presetSubtype="2" fill="hold" nodeType="afterEffect">
                                  <p:stCondLst>
                                    <p:cond delay="0"/>
                                  </p:stCondLst>
                                  <p:childTnLst>
                                    <p:set>
                                      <p:cBhvr>
                                        <p:cTn id="27" dur="1" fill="hold">
                                          <p:stCondLst>
                                            <p:cond delay="0"/>
                                          </p:stCondLst>
                                        </p:cTn>
                                        <p:tgtEl>
                                          <p:spTgt spid="125"/>
                                        </p:tgtEl>
                                        <p:attrNameLst>
                                          <p:attrName>style.visibility</p:attrName>
                                        </p:attrNameLst>
                                      </p:cBhvr>
                                      <p:to>
                                        <p:strVal val="visible"/>
                                      </p:to>
                                    </p:set>
                                    <p:animEffect transition="in" filter="wipe(right)">
                                      <p:cBhvr>
                                        <p:cTn id="28" dur="500"/>
                                        <p:tgtEl>
                                          <p:spTgt spid="125"/>
                                        </p:tgtEl>
                                      </p:cBhvr>
                                    </p:animEffect>
                                  </p:childTnLst>
                                </p:cTn>
                              </p:par>
                            </p:childTnLst>
                          </p:cTn>
                        </p:par>
                        <p:par>
                          <p:cTn id="29" fill="hold">
                            <p:stCondLst>
                              <p:cond delay="1500"/>
                            </p:stCondLst>
                            <p:childTnLst>
                              <p:par>
                                <p:cTn id="30" presetID="22" presetClass="entr" presetSubtype="8" fill="hold" nodeType="afterEffect">
                                  <p:stCondLst>
                                    <p:cond delay="0"/>
                                  </p:stCondLst>
                                  <p:childTnLst>
                                    <p:set>
                                      <p:cBhvr>
                                        <p:cTn id="31" dur="1" fill="hold">
                                          <p:stCondLst>
                                            <p:cond delay="0"/>
                                          </p:stCondLst>
                                        </p:cTn>
                                        <p:tgtEl>
                                          <p:spTgt spid="131"/>
                                        </p:tgtEl>
                                        <p:attrNameLst>
                                          <p:attrName>style.visibility</p:attrName>
                                        </p:attrNameLst>
                                      </p:cBhvr>
                                      <p:to>
                                        <p:strVal val="visible"/>
                                      </p:to>
                                    </p:set>
                                    <p:animEffect transition="in" filter="wipe(left)">
                                      <p:cBhvr>
                                        <p:cTn id="32" dur="500"/>
                                        <p:tgtEl>
                                          <p:spTgt spid="131"/>
                                        </p:tgtEl>
                                      </p:cBhvr>
                                    </p:animEffect>
                                  </p:childTnLst>
                                </p:cTn>
                              </p:par>
                            </p:childTnLst>
                          </p:cTn>
                        </p:par>
                        <p:par>
                          <p:cTn id="33" fill="hold">
                            <p:stCondLst>
                              <p:cond delay="2000"/>
                            </p:stCondLst>
                            <p:childTnLst>
                              <p:par>
                                <p:cTn id="34" presetID="9" presetClass="entr" presetSubtype="0" fill="hold" nodeType="after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dissolve">
                                      <p:cBhvr>
                                        <p:cTn id="36" dur="500"/>
                                        <p:tgtEl>
                                          <p:spTgt spid="110"/>
                                        </p:tgtEl>
                                      </p:cBhvr>
                                    </p:animEffect>
                                  </p:childTnLst>
                                </p:cTn>
                              </p:par>
                            </p:childTnLst>
                          </p:cTn>
                        </p:par>
                        <p:par>
                          <p:cTn id="37" fill="hold">
                            <p:stCondLst>
                              <p:cond delay="2500"/>
                            </p:stCondLst>
                            <p:childTnLst>
                              <p:par>
                                <p:cTn id="38" presetID="22" presetClass="entr" presetSubtype="2" fill="hold" nodeType="afterEffect">
                                  <p:stCondLst>
                                    <p:cond delay="0"/>
                                  </p:stCondLst>
                                  <p:childTnLst>
                                    <p:set>
                                      <p:cBhvr>
                                        <p:cTn id="39" dur="1" fill="hold">
                                          <p:stCondLst>
                                            <p:cond delay="0"/>
                                          </p:stCondLst>
                                        </p:cTn>
                                        <p:tgtEl>
                                          <p:spTgt spid="127"/>
                                        </p:tgtEl>
                                        <p:attrNameLst>
                                          <p:attrName>style.visibility</p:attrName>
                                        </p:attrNameLst>
                                      </p:cBhvr>
                                      <p:to>
                                        <p:strVal val="visible"/>
                                      </p:to>
                                    </p:set>
                                    <p:animEffect transition="in" filter="wipe(right)">
                                      <p:cBhvr>
                                        <p:cTn id="40" dur="500"/>
                                        <p:tgtEl>
                                          <p:spTgt spid="127"/>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28"/>
                                        </p:tgtEl>
                                        <p:attrNameLst>
                                          <p:attrName>style.visibility</p:attrName>
                                        </p:attrNameLst>
                                      </p:cBhvr>
                                      <p:to>
                                        <p:strVal val="visible"/>
                                      </p:to>
                                    </p:set>
                                    <p:animEffect transition="in" filter="wipe(left)">
                                      <p:cBhvr>
                                        <p:cTn id="45" dur="500"/>
                                        <p:tgtEl>
                                          <p:spTgt spid="128"/>
                                        </p:tgtEl>
                                      </p:cBhvr>
                                    </p:animEffect>
                                  </p:childTnLst>
                                </p:cTn>
                              </p:par>
                            </p:childTnLst>
                          </p:cTn>
                        </p:par>
                        <p:par>
                          <p:cTn id="46" fill="hold">
                            <p:stCondLst>
                              <p:cond delay="500"/>
                            </p:stCondLst>
                            <p:childTnLst>
                              <p:par>
                                <p:cTn id="47" presetID="9" presetClass="entr" presetSubtype="0" fill="hold" nodeType="afterEffect">
                                  <p:stCondLst>
                                    <p:cond delay="0"/>
                                  </p:stCondLst>
                                  <p:childTnLst>
                                    <p:set>
                                      <p:cBhvr>
                                        <p:cTn id="48" dur="1" fill="hold">
                                          <p:stCondLst>
                                            <p:cond delay="0"/>
                                          </p:stCondLst>
                                        </p:cTn>
                                        <p:tgtEl>
                                          <p:spTgt spid="114"/>
                                        </p:tgtEl>
                                        <p:attrNameLst>
                                          <p:attrName>style.visibility</p:attrName>
                                        </p:attrNameLst>
                                      </p:cBhvr>
                                      <p:to>
                                        <p:strVal val="visible"/>
                                      </p:to>
                                    </p:set>
                                    <p:animEffect transition="in" filter="dissolve">
                                      <p:cBhvr>
                                        <p:cTn id="49" dur="500"/>
                                        <p:tgtEl>
                                          <p:spTgt spid="114"/>
                                        </p:tgtEl>
                                      </p:cBhvr>
                                    </p:animEffect>
                                  </p:childTnLst>
                                </p:cTn>
                              </p:par>
                            </p:childTnLst>
                          </p:cTn>
                        </p:par>
                        <p:par>
                          <p:cTn id="50" fill="hold">
                            <p:stCondLst>
                              <p:cond delay="1000"/>
                            </p:stCondLst>
                            <p:childTnLst>
                              <p:par>
                                <p:cTn id="51" presetID="22" presetClass="entr" presetSubtype="2" fill="hold" nodeType="afterEffect">
                                  <p:stCondLst>
                                    <p:cond delay="0"/>
                                  </p:stCondLst>
                                  <p:childTnLst>
                                    <p:set>
                                      <p:cBhvr>
                                        <p:cTn id="52" dur="1" fill="hold">
                                          <p:stCondLst>
                                            <p:cond delay="0"/>
                                          </p:stCondLst>
                                        </p:cTn>
                                        <p:tgtEl>
                                          <p:spTgt spid="129"/>
                                        </p:tgtEl>
                                        <p:attrNameLst>
                                          <p:attrName>style.visibility</p:attrName>
                                        </p:attrNameLst>
                                      </p:cBhvr>
                                      <p:to>
                                        <p:strVal val="visible"/>
                                      </p:to>
                                    </p:set>
                                    <p:animEffect transition="in" filter="wipe(right)">
                                      <p:cBhvr>
                                        <p:cTn id="53" dur="500"/>
                                        <p:tgtEl>
                                          <p:spTgt spid="129"/>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9"/>
                                        </p:tgtEl>
                                        <p:attrNameLst>
                                          <p:attrName>style.visibility</p:attrName>
                                        </p:attrNameLst>
                                      </p:cBhvr>
                                      <p:to>
                                        <p:strVal val="visible"/>
                                      </p:to>
                                    </p:set>
                                    <p:animEffect transition="in" filter="dissolve">
                                      <p:cBhvr>
                                        <p:cTn id="58" dur="500"/>
                                        <p:tgtEl>
                                          <p:spTgt spid="11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12">
                                            <p:txEl>
                                              <p:pRg st="2" end="2"/>
                                            </p:txEl>
                                          </p:spTgt>
                                        </p:tgtEl>
                                        <p:attrNameLst>
                                          <p:attrName>style.visibility</p:attrName>
                                        </p:attrNameLst>
                                      </p:cBhvr>
                                      <p:to>
                                        <p:strVal val="visible"/>
                                      </p:to>
                                    </p:set>
                                    <p:animEffect transition="in" filter="dissolve">
                                      <p:cBhvr>
                                        <p:cTn id="63" dur="500"/>
                                        <p:tgtEl>
                                          <p:spTgt spid="12">
                                            <p:txEl>
                                              <p:pRg st="2" end="2"/>
                                            </p:txEl>
                                          </p:spTgt>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12">
                                            <p:txEl>
                                              <p:pRg st="3" end="3"/>
                                            </p:txEl>
                                          </p:spTgt>
                                        </p:tgtEl>
                                        <p:attrNameLst>
                                          <p:attrName>style.visibility</p:attrName>
                                        </p:attrNameLst>
                                      </p:cBhvr>
                                      <p:to>
                                        <p:strVal val="visible"/>
                                      </p:to>
                                    </p:set>
                                    <p:animEffect transition="in" filter="dissolve">
                                      <p:cBhvr>
                                        <p:cTn id="68" dur="500"/>
                                        <p:tgtEl>
                                          <p:spTgt spid="12">
                                            <p:txEl>
                                              <p:pRg st="3" end="3"/>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nodeType="clickEffect">
                                  <p:stCondLst>
                                    <p:cond delay="0"/>
                                  </p:stCondLst>
                                  <p:childTnLst>
                                    <p:set>
                                      <p:cBhvr>
                                        <p:cTn id="72" dur="1" fill="hold">
                                          <p:stCondLst>
                                            <p:cond delay="0"/>
                                          </p:stCondLst>
                                        </p:cTn>
                                        <p:tgtEl>
                                          <p:spTgt spid="12">
                                            <p:txEl>
                                              <p:pRg st="4" end="4"/>
                                            </p:txEl>
                                          </p:spTgt>
                                        </p:tgtEl>
                                        <p:attrNameLst>
                                          <p:attrName>style.visibility</p:attrName>
                                        </p:attrNameLst>
                                      </p:cBhvr>
                                      <p:to>
                                        <p:strVal val="visible"/>
                                      </p:to>
                                    </p:set>
                                    <p:animEffect transition="in" filter="dissolve">
                                      <p:cBhvr>
                                        <p:cTn id="73" dur="500"/>
                                        <p:tgtEl>
                                          <p:spTgt spid="1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3" name="Rectangle 3">
            <a:extLst>
              <a:ext uri="{FF2B5EF4-FFF2-40B4-BE49-F238E27FC236}">
                <a16:creationId xmlns:a16="http://schemas.microsoft.com/office/drawing/2014/main" id="{044314F4-5E29-A342-9469-ED1D194C2BEE}"/>
              </a:ext>
            </a:extLst>
          </p:cNvPr>
          <p:cNvSpPr txBox="1">
            <a:spLocks noChangeArrowheads="1"/>
          </p:cNvSpPr>
          <p:nvPr/>
        </p:nvSpPr>
        <p:spPr>
          <a:xfrm>
            <a:off x="622608" y="1452389"/>
            <a:ext cx="6335547" cy="488791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sites and client browser  use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cookies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to maintain some state between transactions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four components: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cookie header line of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cookie header line in next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cookie file kept on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host, managed by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browser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 back-end database at Web site</a:t>
            </a:r>
          </a:p>
        </p:txBody>
      </p:sp>
      <p:sp>
        <p:nvSpPr>
          <p:cNvPr id="94" name="Rectangle 4">
            <a:extLst>
              <a:ext uri="{FF2B5EF4-FFF2-40B4-BE49-F238E27FC236}">
                <a16:creationId xmlns:a16="http://schemas.microsoft.com/office/drawing/2014/main" id="{26408C84-4366-9C43-B55D-97AC8C9FA33A}"/>
              </a:ext>
            </a:extLst>
          </p:cNvPr>
          <p:cNvSpPr txBox="1">
            <a:spLocks noChangeArrowheads="1"/>
          </p:cNvSpPr>
          <p:nvPr/>
        </p:nvSpPr>
        <p:spPr>
          <a:xfrm>
            <a:off x="7599363" y="1452389"/>
            <a:ext cx="4363453" cy="502573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111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3"/>
                </a:solidFill>
                <a:effectLst/>
                <a:uLnTx/>
                <a:uFillTx/>
                <a:latin typeface="Calibri"/>
                <a:ea typeface="+mn-ea"/>
                <a:cs typeface="+mn-cs"/>
              </a:rPr>
              <a:t>Example: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Susan uses browser on laptop, visits specific e-commerce site for first time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when initial HTTP requests arrives at site, site creates: </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unique ID (aka “cookie”)</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entry in backend database for ID</a:t>
            </a:r>
          </a:p>
          <a:p>
            <a:pPr marL="342900" marR="0" lvl="0" indent="-228600" algn="l" defTabSz="914400" rtl="0" eaLnBrk="1" fontAlgn="auto" latinLnBrk="0" hangingPunct="1">
              <a:lnSpc>
                <a:spcPct val="90000"/>
              </a:lnSpc>
              <a:spcBef>
                <a:spcPts val="600"/>
              </a:spcBef>
              <a:spcAft>
                <a:spcPts val="0"/>
              </a:spcAft>
              <a:buClr>
                <a:srgbClr val="0000A3"/>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subsequent HTTP requests from Susan to this site will contain cookie ID value, allowing site to “identify” Susan</a:t>
            </a:r>
          </a:p>
        </p:txBody>
      </p:sp>
      <p:sp>
        <p:nvSpPr>
          <p:cNvPr id="5" name="Slide Number Placeholder 2">
            <a:extLst>
              <a:ext uri="{FF2B5EF4-FFF2-40B4-BE49-F238E27FC236}">
                <a16:creationId xmlns:a16="http://schemas.microsoft.com/office/drawing/2014/main" id="{A52BCA24-99F8-C342-B95E-EB6833D8CAE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47584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3">
                                            <p:txEl>
                                              <p:pRg st="2" end="2"/>
                                            </p:txEl>
                                          </p:spTgt>
                                        </p:tgtEl>
                                        <p:attrNameLst>
                                          <p:attrName>style.visibility</p:attrName>
                                        </p:attrNameLst>
                                      </p:cBhvr>
                                      <p:to>
                                        <p:strVal val="visible"/>
                                      </p:to>
                                    </p:set>
                                    <p:animEffect transition="in" filter="dissolve">
                                      <p:cBhvr>
                                        <p:cTn id="7" dur="500"/>
                                        <p:tgtEl>
                                          <p:spTgt spid="93">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93">
                                            <p:txEl>
                                              <p:pRg st="3" end="3"/>
                                            </p:txEl>
                                          </p:spTgt>
                                        </p:tgtEl>
                                        <p:attrNameLst>
                                          <p:attrName>style.visibility</p:attrName>
                                        </p:attrNameLst>
                                      </p:cBhvr>
                                      <p:to>
                                        <p:strVal val="visible"/>
                                      </p:to>
                                    </p:set>
                                    <p:animEffect transition="in" filter="dissolve">
                                      <p:cBhvr>
                                        <p:cTn id="10" dur="500"/>
                                        <p:tgtEl>
                                          <p:spTgt spid="93">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93">
                                            <p:txEl>
                                              <p:pRg st="4" end="4"/>
                                            </p:txEl>
                                          </p:spTgt>
                                        </p:tgtEl>
                                        <p:attrNameLst>
                                          <p:attrName>style.visibility</p:attrName>
                                        </p:attrNameLst>
                                      </p:cBhvr>
                                      <p:to>
                                        <p:strVal val="visible"/>
                                      </p:to>
                                    </p:set>
                                    <p:animEffect transition="in" filter="dissolve">
                                      <p:cBhvr>
                                        <p:cTn id="13" dur="500"/>
                                        <p:tgtEl>
                                          <p:spTgt spid="93">
                                            <p:txEl>
                                              <p:pRg st="4" end="4"/>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93">
                                            <p:txEl>
                                              <p:pRg st="5" end="5"/>
                                            </p:txEl>
                                          </p:spTgt>
                                        </p:tgtEl>
                                        <p:attrNameLst>
                                          <p:attrName>style.visibility</p:attrName>
                                        </p:attrNameLst>
                                      </p:cBhvr>
                                      <p:to>
                                        <p:strVal val="visible"/>
                                      </p:to>
                                    </p:set>
                                    <p:animEffect transition="in" filter="dissolve">
                                      <p:cBhvr>
                                        <p:cTn id="16" dur="500"/>
                                        <p:tgtEl>
                                          <p:spTgt spid="93">
                                            <p:txEl>
                                              <p:pRg st="5" end="5"/>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94"/>
                                        </p:tgtEl>
                                        <p:attrNameLst>
                                          <p:attrName>style.visibility</p:attrName>
                                        </p:attrNameLst>
                                      </p:cBhvr>
                                      <p:to>
                                        <p:strVal val="visible"/>
                                      </p:to>
                                    </p:set>
                                    <p:animEffect transition="in" filter="dissolve">
                                      <p:cBhvr>
                                        <p:cTn id="21"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6" name="Text Box 5">
            <a:extLst>
              <a:ext uri="{FF2B5EF4-FFF2-40B4-BE49-F238E27FC236}">
                <a16:creationId xmlns:a16="http://schemas.microsoft.com/office/drawing/2014/main" id="{BDD58876-57D5-6242-A5A0-1F4F57BBD486}"/>
              </a:ext>
            </a:extLst>
          </p:cNvPr>
          <p:cNvSpPr txBox="1">
            <a:spLocks noChangeArrowheads="1"/>
          </p:cNvSpPr>
          <p:nvPr/>
        </p:nvSpPr>
        <p:spPr bwMode="auto">
          <a:xfrm>
            <a:off x="2092674" y="1266659"/>
            <a:ext cx="8739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97" name="Text Box 6">
            <a:extLst>
              <a:ext uri="{FF2B5EF4-FFF2-40B4-BE49-F238E27FC236}">
                <a16:creationId xmlns:a16="http://schemas.microsoft.com/office/drawing/2014/main" id="{2C7DB634-32FD-8242-867E-9B9E0867E967}"/>
              </a:ext>
            </a:extLst>
          </p:cNvPr>
          <p:cNvSpPr txBox="1">
            <a:spLocks noChangeArrowheads="1"/>
          </p:cNvSpPr>
          <p:nvPr/>
        </p:nvSpPr>
        <p:spPr bwMode="auto">
          <a:xfrm>
            <a:off x="7045557" y="1520844"/>
            <a:ext cx="20521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Amazon server</a:t>
            </a:r>
          </a:p>
        </p:txBody>
      </p:sp>
      <p:grpSp>
        <p:nvGrpSpPr>
          <p:cNvPr id="98" name="Group 90">
            <a:extLst>
              <a:ext uri="{FF2B5EF4-FFF2-40B4-BE49-F238E27FC236}">
                <a16:creationId xmlns:a16="http://schemas.microsoft.com/office/drawing/2014/main" id="{94011BFB-FD4F-E449-8218-8F0FBC795682}"/>
              </a:ext>
            </a:extLst>
          </p:cNvPr>
          <p:cNvGrpSpPr>
            <a:grpSpLocks/>
          </p:cNvGrpSpPr>
          <p:nvPr/>
        </p:nvGrpSpPr>
        <p:grpSpPr bwMode="auto">
          <a:xfrm>
            <a:off x="2996806" y="4057653"/>
            <a:ext cx="3873500" cy="458788"/>
            <a:chOff x="1414" y="2657"/>
            <a:chExt cx="2440" cy="289"/>
          </a:xfrm>
        </p:grpSpPr>
        <p:sp>
          <p:nvSpPr>
            <p:cNvPr id="99" name="Line 16">
              <a:extLst>
                <a:ext uri="{FF2B5EF4-FFF2-40B4-BE49-F238E27FC236}">
                  <a16:creationId xmlns:a16="http://schemas.microsoft.com/office/drawing/2014/main" id="{88BDB1BC-CF22-D740-8FD0-3286D32A2A6C}"/>
                </a:ext>
              </a:extLst>
            </p:cNvPr>
            <p:cNvSpPr>
              <a:spLocks noChangeShapeType="1"/>
            </p:cNvSpPr>
            <p:nvPr/>
          </p:nvSpPr>
          <p:spPr bwMode="auto">
            <a:xfrm flipH="1">
              <a:off x="1414" y="2657"/>
              <a:ext cx="2440" cy="249"/>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00" name="Group 17">
              <a:extLst>
                <a:ext uri="{FF2B5EF4-FFF2-40B4-BE49-F238E27FC236}">
                  <a16:creationId xmlns:a16="http://schemas.microsoft.com/office/drawing/2014/main" id="{1663D802-36E9-1C4C-BFE3-BD3D0033505C}"/>
                </a:ext>
              </a:extLst>
            </p:cNvPr>
            <p:cNvGrpSpPr>
              <a:grpSpLocks/>
            </p:cNvGrpSpPr>
            <p:nvPr/>
          </p:nvGrpSpPr>
          <p:grpSpPr bwMode="auto">
            <a:xfrm>
              <a:off x="1553" y="2694"/>
              <a:ext cx="1897" cy="252"/>
              <a:chOff x="3268" y="2846"/>
              <a:chExt cx="1897" cy="252"/>
            </a:xfrm>
          </p:grpSpPr>
          <p:sp>
            <p:nvSpPr>
              <p:cNvPr id="101" name="Rectangle 18">
                <a:extLst>
                  <a:ext uri="{FF2B5EF4-FFF2-40B4-BE49-F238E27FC236}">
                    <a16:creationId xmlns:a16="http://schemas.microsoft.com/office/drawing/2014/main" id="{F3795387-184E-6040-B5E5-4A94444CF86C}"/>
                  </a:ext>
                </a:extLst>
              </p:cNvPr>
              <p:cNvSpPr>
                <a:spLocks noChangeArrowheads="1"/>
              </p:cNvSpPr>
              <p:nvPr/>
            </p:nvSpPr>
            <p:spPr bwMode="auto">
              <a:xfrm>
                <a:off x="3282" y="2856"/>
                <a:ext cx="1692" cy="198"/>
              </a:xfrm>
              <a:prstGeom prst="rect">
                <a:avLst/>
              </a:prstGeom>
              <a:solidFill>
                <a:srgbClr val="FFFFFF"/>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2" name="Text Box 19">
                <a:extLst>
                  <a:ext uri="{FF2B5EF4-FFF2-40B4-BE49-F238E27FC236}">
                    <a16:creationId xmlns:a16="http://schemas.microsoft.com/office/drawing/2014/main" id="{1E8E6531-8FF1-1C40-8C70-630F4E1475AD}"/>
                  </a:ext>
                </a:extLst>
              </p:cNvPr>
              <p:cNvSpPr txBox="1">
                <a:spLocks noChangeArrowheads="1"/>
              </p:cNvSpPr>
              <p:nvPr/>
            </p:nvSpPr>
            <p:spPr bwMode="auto">
              <a:xfrm>
                <a:off x="3268" y="2846"/>
                <a:ext cx="1897"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grpSp>
        <p:nvGrpSpPr>
          <p:cNvPr id="103" name="Group 94">
            <a:extLst>
              <a:ext uri="{FF2B5EF4-FFF2-40B4-BE49-F238E27FC236}">
                <a16:creationId xmlns:a16="http://schemas.microsoft.com/office/drawing/2014/main" id="{A02DFDF0-ACF5-0944-BB01-BEA857B2408F}"/>
              </a:ext>
            </a:extLst>
          </p:cNvPr>
          <p:cNvGrpSpPr>
            <a:grpSpLocks/>
          </p:cNvGrpSpPr>
          <p:nvPr/>
        </p:nvGrpSpPr>
        <p:grpSpPr bwMode="auto">
          <a:xfrm>
            <a:off x="3002432" y="5867498"/>
            <a:ext cx="3859213" cy="463549"/>
            <a:chOff x="1392" y="3579"/>
            <a:chExt cx="2431" cy="292"/>
          </a:xfrm>
        </p:grpSpPr>
        <p:sp>
          <p:nvSpPr>
            <p:cNvPr id="104" name="Line 24">
              <a:extLst>
                <a:ext uri="{FF2B5EF4-FFF2-40B4-BE49-F238E27FC236}">
                  <a16:creationId xmlns:a16="http://schemas.microsoft.com/office/drawing/2014/main" id="{EEB16C5E-89E3-9248-A0E9-068D3F51C40E}"/>
                </a:ext>
              </a:extLst>
            </p:cNvPr>
            <p:cNvSpPr>
              <a:spLocks noChangeShapeType="1"/>
            </p:cNvSpPr>
            <p:nvPr/>
          </p:nvSpPr>
          <p:spPr bwMode="auto">
            <a:xfrm flipH="1">
              <a:off x="1392" y="3579"/>
              <a:ext cx="2431" cy="266"/>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7" name="Text Box 27">
              <a:extLst>
                <a:ext uri="{FF2B5EF4-FFF2-40B4-BE49-F238E27FC236}">
                  <a16:creationId xmlns:a16="http://schemas.microsoft.com/office/drawing/2014/main" id="{474B7C25-022E-B449-BFB7-79520686A1C4}"/>
                </a:ext>
              </a:extLst>
            </p:cNvPr>
            <p:cNvSpPr txBox="1">
              <a:spLocks noChangeArrowheads="1"/>
            </p:cNvSpPr>
            <p:nvPr/>
          </p:nvSpPr>
          <p:spPr bwMode="auto">
            <a:xfrm>
              <a:off x="1598" y="3619"/>
              <a:ext cx="1852"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08" name="Text Box 59">
            <a:extLst>
              <a:ext uri="{FF2B5EF4-FFF2-40B4-BE49-F238E27FC236}">
                <a16:creationId xmlns:a16="http://schemas.microsoft.com/office/drawing/2014/main" id="{8FCE1392-BEBB-7649-A72C-5DBA317615AC}"/>
              </a:ext>
            </a:extLst>
          </p:cNvPr>
          <p:cNvSpPr txBox="1">
            <a:spLocks noChangeArrowheads="1"/>
          </p:cNvSpPr>
          <p:nvPr/>
        </p:nvSpPr>
        <p:spPr bwMode="auto">
          <a:xfrm>
            <a:off x="1733156" y="2293935"/>
            <a:ext cx="17875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file</a:t>
            </a:r>
          </a:p>
        </p:txBody>
      </p:sp>
      <p:sp>
        <p:nvSpPr>
          <p:cNvPr id="109" name="Text Box 66">
            <a:extLst>
              <a:ext uri="{FF2B5EF4-FFF2-40B4-BE49-F238E27FC236}">
                <a16:creationId xmlns:a16="http://schemas.microsoft.com/office/drawing/2014/main" id="{0A6A1E02-F6BE-5D46-AD20-D1F7027FB454}"/>
              </a:ext>
            </a:extLst>
          </p:cNvPr>
          <p:cNvSpPr txBox="1">
            <a:spLocks noChangeArrowheads="1"/>
          </p:cNvSpPr>
          <p:nvPr/>
        </p:nvSpPr>
        <p:spPr bwMode="auto">
          <a:xfrm>
            <a:off x="1550772" y="4672055"/>
            <a:ext cx="18101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one week later:</a:t>
            </a:r>
          </a:p>
        </p:txBody>
      </p:sp>
      <p:grpSp>
        <p:nvGrpSpPr>
          <p:cNvPr id="110" name="Group 89">
            <a:extLst>
              <a:ext uri="{FF2B5EF4-FFF2-40B4-BE49-F238E27FC236}">
                <a16:creationId xmlns:a16="http://schemas.microsoft.com/office/drawing/2014/main" id="{40D8E44C-8C6C-D542-9BE7-10406B51CDF5}"/>
              </a:ext>
            </a:extLst>
          </p:cNvPr>
          <p:cNvGrpSpPr>
            <a:grpSpLocks/>
          </p:cNvGrpSpPr>
          <p:nvPr/>
        </p:nvGrpSpPr>
        <p:grpSpPr bwMode="auto">
          <a:xfrm>
            <a:off x="2998327" y="3429000"/>
            <a:ext cx="6777024" cy="1128713"/>
            <a:chOff x="1411" y="2261"/>
            <a:chExt cx="3533" cy="711"/>
          </a:xfrm>
        </p:grpSpPr>
        <p:sp>
          <p:nvSpPr>
            <p:cNvPr id="111" name="Line 12">
              <a:extLst>
                <a:ext uri="{FF2B5EF4-FFF2-40B4-BE49-F238E27FC236}">
                  <a16:creationId xmlns:a16="http://schemas.microsoft.com/office/drawing/2014/main" id="{153DBCD9-AEFE-0D4C-84B4-A29E1AAACC2D}"/>
                </a:ext>
              </a:extLst>
            </p:cNvPr>
            <p:cNvSpPr>
              <a:spLocks noChangeShapeType="1"/>
            </p:cNvSpPr>
            <p:nvPr/>
          </p:nvSpPr>
          <p:spPr bwMode="auto">
            <a:xfrm>
              <a:off x="1411" y="2361"/>
              <a:ext cx="2016"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2" name="Text Box 15">
              <a:extLst>
                <a:ext uri="{FF2B5EF4-FFF2-40B4-BE49-F238E27FC236}">
                  <a16:creationId xmlns:a16="http://schemas.microsoft.com/office/drawing/2014/main" id="{B4EE3ACA-27BC-0046-99A0-E10CEAF86486}"/>
                </a:ext>
              </a:extLst>
            </p:cNvPr>
            <p:cNvSpPr txBox="1">
              <a:spLocks noChangeArrowheads="1"/>
            </p:cNvSpPr>
            <p:nvPr/>
          </p:nvSpPr>
          <p:spPr bwMode="auto">
            <a:xfrm>
              <a:off x="1548" y="2261"/>
              <a:ext cx="1689" cy="404"/>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13" name="Text Box 28">
              <a:extLst>
                <a:ext uri="{FF2B5EF4-FFF2-40B4-BE49-F238E27FC236}">
                  <a16:creationId xmlns:a16="http://schemas.microsoft.com/office/drawing/2014/main" id="{E0C8E058-016B-9643-8EC4-38404A2A2EE1}"/>
                </a:ext>
              </a:extLst>
            </p:cNvPr>
            <p:cNvSpPr txBox="1">
              <a:spLocks noChangeArrowheads="1"/>
            </p:cNvSpPr>
            <p:nvPr/>
          </p:nvSpPr>
          <p:spPr bwMode="auto">
            <a:xfrm>
              <a:off x="3549" y="233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14" name="Line 42">
              <a:extLst>
                <a:ext uri="{FF2B5EF4-FFF2-40B4-BE49-F238E27FC236}">
                  <a16:creationId xmlns:a16="http://schemas.microsoft.com/office/drawing/2014/main" id="{AEE1E959-6738-514B-BC11-A0C6268B0814}"/>
                </a:ext>
              </a:extLst>
            </p:cNvPr>
            <p:cNvSpPr>
              <a:spLocks noChangeShapeType="1"/>
            </p:cNvSpPr>
            <p:nvPr/>
          </p:nvSpPr>
          <p:spPr bwMode="auto">
            <a:xfrm flipV="1">
              <a:off x="4252" y="2367"/>
              <a:ext cx="692" cy="26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15" name="Group 83">
              <a:extLst>
                <a:ext uri="{FF2B5EF4-FFF2-40B4-BE49-F238E27FC236}">
                  <a16:creationId xmlns:a16="http://schemas.microsoft.com/office/drawing/2014/main" id="{B7857F88-08E3-E240-A20C-5162D296902E}"/>
                </a:ext>
              </a:extLst>
            </p:cNvPr>
            <p:cNvGrpSpPr>
              <a:grpSpLocks/>
            </p:cNvGrpSpPr>
            <p:nvPr/>
          </p:nvGrpSpPr>
          <p:grpSpPr bwMode="auto">
            <a:xfrm>
              <a:off x="4306" y="2363"/>
              <a:ext cx="539" cy="252"/>
              <a:chOff x="4306" y="2273"/>
              <a:chExt cx="539" cy="252"/>
            </a:xfrm>
          </p:grpSpPr>
          <p:sp>
            <p:nvSpPr>
              <p:cNvPr id="116" name="Rectangle 72">
                <a:extLst>
                  <a:ext uri="{FF2B5EF4-FFF2-40B4-BE49-F238E27FC236}">
                    <a16:creationId xmlns:a16="http://schemas.microsoft.com/office/drawing/2014/main" id="{597ACCEC-4FF2-6B40-8454-C2F1F6A7C109}"/>
                  </a:ext>
                </a:extLst>
              </p:cNvPr>
              <p:cNvSpPr>
                <a:spLocks noChangeArrowheads="1"/>
              </p:cNvSpPr>
              <p:nvPr/>
            </p:nvSpPr>
            <p:spPr bwMode="auto">
              <a:xfrm>
                <a:off x="4409" y="2365"/>
                <a:ext cx="384" cy="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7" name="Text Box 43">
                <a:extLst>
                  <a:ext uri="{FF2B5EF4-FFF2-40B4-BE49-F238E27FC236}">
                    <a16:creationId xmlns:a16="http://schemas.microsoft.com/office/drawing/2014/main" id="{361D7D30-A4D4-5C44-878A-9FE3CEA44145}"/>
                  </a:ext>
                </a:extLst>
              </p:cNvPr>
              <p:cNvSpPr txBox="1">
                <a:spLocks noChangeArrowheads="1"/>
              </p:cNvSpPr>
              <p:nvPr/>
            </p:nvSpPr>
            <p:spPr bwMode="auto">
              <a:xfrm>
                <a:off x="4306" y="2273"/>
                <a:ext cx="5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grpSp>
        <p:nvGrpSpPr>
          <p:cNvPr id="118" name="Group 81">
            <a:extLst>
              <a:ext uri="{FF2B5EF4-FFF2-40B4-BE49-F238E27FC236}">
                <a16:creationId xmlns:a16="http://schemas.microsoft.com/office/drawing/2014/main" id="{CCEC4E82-EFC9-4646-BCEE-C0B8C7E94B5A}"/>
              </a:ext>
            </a:extLst>
          </p:cNvPr>
          <p:cNvGrpSpPr>
            <a:grpSpLocks/>
          </p:cNvGrpSpPr>
          <p:nvPr/>
        </p:nvGrpSpPr>
        <p:grpSpPr bwMode="auto">
          <a:xfrm>
            <a:off x="1704581" y="1762123"/>
            <a:ext cx="1066800" cy="565150"/>
            <a:chOff x="527" y="1047"/>
            <a:chExt cx="855" cy="486"/>
          </a:xfrm>
        </p:grpSpPr>
        <p:sp>
          <p:nvSpPr>
            <p:cNvPr id="119" name="AutoShape 67">
              <a:extLst>
                <a:ext uri="{FF2B5EF4-FFF2-40B4-BE49-F238E27FC236}">
                  <a16:creationId xmlns:a16="http://schemas.microsoft.com/office/drawing/2014/main" id="{3FF0F743-E4ED-2B41-96D3-06A33C2442CD}"/>
                </a:ext>
              </a:extLst>
            </p:cNvPr>
            <p:cNvSpPr>
              <a:spLocks noChangeArrowheads="1"/>
            </p:cNvSpPr>
            <p:nvPr/>
          </p:nvSpPr>
          <p:spPr bwMode="auto">
            <a:xfrm>
              <a:off x="527" y="1047"/>
              <a:ext cx="85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0" name="Text Box 60">
              <a:extLst>
                <a:ext uri="{FF2B5EF4-FFF2-40B4-BE49-F238E27FC236}">
                  <a16:creationId xmlns:a16="http://schemas.microsoft.com/office/drawing/2014/main" id="{6117DA15-C6DD-B847-B11A-0D6EFDBC12FE}"/>
                </a:ext>
              </a:extLst>
            </p:cNvPr>
            <p:cNvSpPr txBox="1">
              <a:spLocks noChangeArrowheads="1"/>
            </p:cNvSpPr>
            <p:nvPr/>
          </p:nvSpPr>
          <p:spPr bwMode="auto">
            <a:xfrm>
              <a:off x="552" y="1193"/>
              <a:ext cx="805"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p:txBody>
        </p:sp>
      </p:grpSp>
      <p:grpSp>
        <p:nvGrpSpPr>
          <p:cNvPr id="121" name="Group 95">
            <a:extLst>
              <a:ext uri="{FF2B5EF4-FFF2-40B4-BE49-F238E27FC236}">
                <a16:creationId xmlns:a16="http://schemas.microsoft.com/office/drawing/2014/main" id="{6419469C-19C4-3947-B461-0398BDE5A56E}"/>
              </a:ext>
            </a:extLst>
          </p:cNvPr>
          <p:cNvGrpSpPr>
            <a:grpSpLocks/>
          </p:cNvGrpSpPr>
          <p:nvPr/>
        </p:nvGrpSpPr>
        <p:grpSpPr bwMode="auto">
          <a:xfrm>
            <a:off x="2952356" y="1946272"/>
            <a:ext cx="6972540" cy="1301749"/>
            <a:chOff x="1386" y="1327"/>
            <a:chExt cx="3730" cy="820"/>
          </a:xfrm>
        </p:grpSpPr>
        <p:sp>
          <p:nvSpPr>
            <p:cNvPr id="122" name="Line 4">
              <a:extLst>
                <a:ext uri="{FF2B5EF4-FFF2-40B4-BE49-F238E27FC236}">
                  <a16:creationId xmlns:a16="http://schemas.microsoft.com/office/drawing/2014/main" id="{53358BBA-04B8-9D40-89A7-C1749138D109}"/>
                </a:ext>
              </a:extLst>
            </p:cNvPr>
            <p:cNvSpPr>
              <a:spLocks noChangeShapeType="1"/>
            </p:cNvSpPr>
            <p:nvPr/>
          </p:nvSpPr>
          <p:spPr bwMode="auto">
            <a:xfrm>
              <a:off x="1386" y="1355"/>
              <a:ext cx="2082"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3" name="Text Box 8">
              <a:extLst>
                <a:ext uri="{FF2B5EF4-FFF2-40B4-BE49-F238E27FC236}">
                  <a16:creationId xmlns:a16="http://schemas.microsoft.com/office/drawing/2014/main" id="{437463ED-2B74-A04D-85BF-36A6CD1ADBE8}"/>
                </a:ext>
              </a:extLst>
            </p:cNvPr>
            <p:cNvSpPr txBox="1">
              <a:spLocks noChangeArrowheads="1"/>
            </p:cNvSpPr>
            <p:nvPr/>
          </p:nvSpPr>
          <p:spPr bwMode="auto">
            <a:xfrm>
              <a:off x="1554" y="1327"/>
              <a:ext cx="1689" cy="252"/>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p:txBody>
        </p:sp>
        <p:sp>
          <p:nvSpPr>
            <p:cNvPr id="124" name="Text Box 31">
              <a:extLst>
                <a:ext uri="{FF2B5EF4-FFF2-40B4-BE49-F238E27FC236}">
                  <a16:creationId xmlns:a16="http://schemas.microsoft.com/office/drawing/2014/main" id="{8689192D-F56C-1640-861C-3C443D419F8C}"/>
                </a:ext>
              </a:extLst>
            </p:cNvPr>
            <p:cNvSpPr txBox="1">
              <a:spLocks noChangeArrowheads="1"/>
            </p:cNvSpPr>
            <p:nvPr/>
          </p:nvSpPr>
          <p:spPr bwMode="auto">
            <a:xfrm>
              <a:off x="3460" y="1390"/>
              <a:ext cx="84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Amazon server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creates ID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1678 for user</a:t>
              </a:r>
              <a:endPar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grpSp>
          <p:nvGrpSpPr>
            <p:cNvPr id="125" name="Group 82">
              <a:extLst>
                <a:ext uri="{FF2B5EF4-FFF2-40B4-BE49-F238E27FC236}">
                  <a16:creationId xmlns:a16="http://schemas.microsoft.com/office/drawing/2014/main" id="{03DF1B1A-A9A9-854D-8891-346BB0DBAA8C}"/>
                </a:ext>
              </a:extLst>
            </p:cNvPr>
            <p:cNvGrpSpPr>
              <a:grpSpLocks/>
            </p:cNvGrpSpPr>
            <p:nvPr/>
          </p:nvGrpSpPr>
          <p:grpSpPr bwMode="auto">
            <a:xfrm>
              <a:off x="4377" y="1730"/>
              <a:ext cx="739" cy="417"/>
              <a:chOff x="4377" y="1640"/>
              <a:chExt cx="739" cy="417"/>
            </a:xfrm>
          </p:grpSpPr>
          <p:sp>
            <p:nvSpPr>
              <p:cNvPr id="126" name="Line 40">
                <a:extLst>
                  <a:ext uri="{FF2B5EF4-FFF2-40B4-BE49-F238E27FC236}">
                    <a16:creationId xmlns:a16="http://schemas.microsoft.com/office/drawing/2014/main" id="{52C051AD-65C2-504B-9A70-F8E72303C4F6}"/>
                  </a:ext>
                </a:extLst>
              </p:cNvPr>
              <p:cNvSpPr>
                <a:spLocks noChangeShapeType="1"/>
              </p:cNvSpPr>
              <p:nvPr/>
            </p:nvSpPr>
            <p:spPr bwMode="auto">
              <a:xfrm>
                <a:off x="4377" y="1640"/>
                <a:ext cx="659" cy="4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Rectangle 73">
                <a:extLst>
                  <a:ext uri="{FF2B5EF4-FFF2-40B4-BE49-F238E27FC236}">
                    <a16:creationId xmlns:a16="http://schemas.microsoft.com/office/drawing/2014/main" id="{7F34673E-5298-3241-9317-86EC3DD70F2D}"/>
                  </a:ext>
                </a:extLst>
              </p:cNvPr>
              <p:cNvSpPr>
                <a:spLocks noChangeArrowheads="1"/>
              </p:cNvSpPr>
              <p:nvPr/>
            </p:nvSpPr>
            <p:spPr bwMode="auto">
              <a:xfrm>
                <a:off x="4470" y="1729"/>
                <a:ext cx="602" cy="24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8" name="Text Box 41">
                <a:extLst>
                  <a:ext uri="{FF2B5EF4-FFF2-40B4-BE49-F238E27FC236}">
                    <a16:creationId xmlns:a16="http://schemas.microsoft.com/office/drawing/2014/main" id="{F17F9C36-958E-4C47-BE78-4A1A5F072669}"/>
                  </a:ext>
                </a:extLst>
              </p:cNvPr>
              <p:cNvSpPr txBox="1">
                <a:spLocks noChangeArrowheads="1"/>
              </p:cNvSpPr>
              <p:nvPr/>
            </p:nvSpPr>
            <p:spPr bwMode="auto">
              <a:xfrm>
                <a:off x="4381" y="1702"/>
                <a:ext cx="735"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create</a:t>
                </a:r>
              </a:p>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    entry</a:t>
                </a:r>
              </a:p>
            </p:txBody>
          </p:sp>
        </p:grpSp>
      </p:grpSp>
      <p:grpSp>
        <p:nvGrpSpPr>
          <p:cNvPr id="129" name="Group 88">
            <a:extLst>
              <a:ext uri="{FF2B5EF4-FFF2-40B4-BE49-F238E27FC236}">
                <a16:creationId xmlns:a16="http://schemas.microsoft.com/office/drawing/2014/main" id="{7A1CD3F5-FA12-5E48-9AC5-0FFB79FB2A15}"/>
              </a:ext>
            </a:extLst>
          </p:cNvPr>
          <p:cNvGrpSpPr>
            <a:grpSpLocks/>
          </p:cNvGrpSpPr>
          <p:nvPr/>
        </p:nvGrpSpPr>
        <p:grpSpPr bwMode="auto">
          <a:xfrm>
            <a:off x="1675603" y="2474086"/>
            <a:ext cx="5151555" cy="890270"/>
            <a:chOff x="462" y="1603"/>
            <a:chExt cx="3550" cy="719"/>
          </a:xfrm>
        </p:grpSpPr>
        <p:sp>
          <p:nvSpPr>
            <p:cNvPr id="130" name="Line 9">
              <a:extLst>
                <a:ext uri="{FF2B5EF4-FFF2-40B4-BE49-F238E27FC236}">
                  <a16:creationId xmlns:a16="http://schemas.microsoft.com/office/drawing/2014/main" id="{34D0E0B7-0FCE-BB41-80D4-74036A27503A}"/>
                </a:ext>
              </a:extLst>
            </p:cNvPr>
            <p:cNvSpPr>
              <a:spLocks noChangeShapeType="1"/>
            </p:cNvSpPr>
            <p:nvPr/>
          </p:nvSpPr>
          <p:spPr bwMode="auto">
            <a:xfrm flipH="1">
              <a:off x="1404" y="1603"/>
              <a:ext cx="2608" cy="27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1" name="Text Box 11">
              <a:extLst>
                <a:ext uri="{FF2B5EF4-FFF2-40B4-BE49-F238E27FC236}">
                  <a16:creationId xmlns:a16="http://schemas.microsoft.com/office/drawing/2014/main" id="{C2A582BF-35AD-EC42-8C5E-BCF7C4420C15}"/>
                </a:ext>
              </a:extLst>
            </p:cNvPr>
            <p:cNvSpPr txBox="1">
              <a:spLocks noChangeArrowheads="1"/>
            </p:cNvSpPr>
            <p:nvPr/>
          </p:nvSpPr>
          <p:spPr bwMode="auto">
            <a:xfrm>
              <a:off x="1552" y="1650"/>
              <a:ext cx="1665" cy="518"/>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set-cookie: 1678 </a:t>
              </a:r>
            </a:p>
          </p:txBody>
        </p:sp>
        <p:grpSp>
          <p:nvGrpSpPr>
            <p:cNvPr id="132" name="Group 76">
              <a:extLst>
                <a:ext uri="{FF2B5EF4-FFF2-40B4-BE49-F238E27FC236}">
                  <a16:creationId xmlns:a16="http://schemas.microsoft.com/office/drawing/2014/main" id="{9B50E41F-6BE8-5B41-B57A-83E988A059B1}"/>
                </a:ext>
              </a:extLst>
            </p:cNvPr>
            <p:cNvGrpSpPr>
              <a:grpSpLocks/>
            </p:cNvGrpSpPr>
            <p:nvPr/>
          </p:nvGrpSpPr>
          <p:grpSpPr bwMode="auto">
            <a:xfrm>
              <a:off x="462" y="1836"/>
              <a:ext cx="1004" cy="486"/>
              <a:chOff x="687" y="1746"/>
              <a:chExt cx="1004" cy="486"/>
            </a:xfrm>
          </p:grpSpPr>
          <p:sp>
            <p:nvSpPr>
              <p:cNvPr id="133" name="AutoShape 74">
                <a:extLst>
                  <a:ext uri="{FF2B5EF4-FFF2-40B4-BE49-F238E27FC236}">
                    <a16:creationId xmlns:a16="http://schemas.microsoft.com/office/drawing/2014/main" id="{0B53BA64-2104-564F-AC68-42F70CD1847E}"/>
                  </a:ext>
                </a:extLst>
              </p:cNvPr>
              <p:cNvSpPr>
                <a:spLocks noChangeArrowheads="1"/>
              </p:cNvSpPr>
              <p:nvPr/>
            </p:nvSpPr>
            <p:spPr bwMode="auto">
              <a:xfrm>
                <a:off x="702" y="1746"/>
                <a:ext cx="73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4" name="Text Box 75">
                <a:extLst>
                  <a:ext uri="{FF2B5EF4-FFF2-40B4-BE49-F238E27FC236}">
                    <a16:creationId xmlns:a16="http://schemas.microsoft.com/office/drawing/2014/main" id="{40EF6721-60A7-E646-8306-ACE2C580AA17}"/>
                  </a:ext>
                </a:extLst>
              </p:cNvPr>
              <p:cNvSpPr txBox="1">
                <a:spLocks noChangeArrowheads="1"/>
              </p:cNvSpPr>
              <p:nvPr/>
            </p:nvSpPr>
            <p:spPr bwMode="auto">
              <a:xfrm>
                <a:off x="687" y="1836"/>
                <a:ext cx="100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p>
            </p:txBody>
          </p:sp>
        </p:grpSp>
      </p:grpSp>
      <p:grpSp>
        <p:nvGrpSpPr>
          <p:cNvPr id="135" name="Group 93">
            <a:extLst>
              <a:ext uri="{FF2B5EF4-FFF2-40B4-BE49-F238E27FC236}">
                <a16:creationId xmlns:a16="http://schemas.microsoft.com/office/drawing/2014/main" id="{3301D1A0-4332-D44D-9339-6985DCD61D45}"/>
              </a:ext>
            </a:extLst>
          </p:cNvPr>
          <p:cNvGrpSpPr>
            <a:grpSpLocks/>
          </p:cNvGrpSpPr>
          <p:nvPr/>
        </p:nvGrpSpPr>
        <p:grpSpPr bwMode="auto">
          <a:xfrm>
            <a:off x="2994226" y="4365354"/>
            <a:ext cx="6781125" cy="2001838"/>
            <a:chOff x="1406" y="2641"/>
            <a:chExt cx="3562" cy="1261"/>
          </a:xfrm>
        </p:grpSpPr>
        <p:sp>
          <p:nvSpPr>
            <p:cNvPr id="136" name="Line 20">
              <a:extLst>
                <a:ext uri="{FF2B5EF4-FFF2-40B4-BE49-F238E27FC236}">
                  <a16:creationId xmlns:a16="http://schemas.microsoft.com/office/drawing/2014/main" id="{27A08B61-84D4-974B-B631-032C83422CF0}"/>
                </a:ext>
              </a:extLst>
            </p:cNvPr>
            <p:cNvSpPr>
              <a:spLocks noChangeShapeType="1"/>
            </p:cNvSpPr>
            <p:nvPr/>
          </p:nvSpPr>
          <p:spPr bwMode="auto">
            <a:xfrm>
              <a:off x="1406" y="3293"/>
              <a:ext cx="2032" cy="24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7" name="Text Box 23">
              <a:extLst>
                <a:ext uri="{FF2B5EF4-FFF2-40B4-BE49-F238E27FC236}">
                  <a16:creationId xmlns:a16="http://schemas.microsoft.com/office/drawing/2014/main" id="{C0FE6E20-0831-D147-9963-B3CABC0FF1A0}"/>
                </a:ext>
              </a:extLst>
            </p:cNvPr>
            <p:cNvSpPr txBox="1">
              <a:spLocks noChangeArrowheads="1"/>
            </p:cNvSpPr>
            <p:nvPr/>
          </p:nvSpPr>
          <p:spPr bwMode="auto">
            <a:xfrm>
              <a:off x="1561" y="3171"/>
              <a:ext cx="1689" cy="404"/>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38" name="Text Box 29">
              <a:extLst>
                <a:ext uri="{FF2B5EF4-FFF2-40B4-BE49-F238E27FC236}">
                  <a16:creationId xmlns:a16="http://schemas.microsoft.com/office/drawing/2014/main" id="{8241B379-77A9-114B-8D91-05EAB5E6DC9B}"/>
                </a:ext>
              </a:extLst>
            </p:cNvPr>
            <p:cNvSpPr txBox="1">
              <a:spLocks noChangeArrowheads="1"/>
            </p:cNvSpPr>
            <p:nvPr/>
          </p:nvSpPr>
          <p:spPr bwMode="auto">
            <a:xfrm>
              <a:off x="3579" y="326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39" name="Line 44">
              <a:extLst>
                <a:ext uri="{FF2B5EF4-FFF2-40B4-BE49-F238E27FC236}">
                  <a16:creationId xmlns:a16="http://schemas.microsoft.com/office/drawing/2014/main" id="{E200A986-F657-7343-BB4C-41C023FA5311}"/>
                </a:ext>
              </a:extLst>
            </p:cNvPr>
            <p:cNvSpPr>
              <a:spLocks noChangeShapeType="1"/>
            </p:cNvSpPr>
            <p:nvPr/>
          </p:nvSpPr>
          <p:spPr bwMode="auto">
            <a:xfrm flipV="1">
              <a:off x="4181" y="2641"/>
              <a:ext cx="787" cy="861"/>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0" name="Text Box 71">
              <a:extLst>
                <a:ext uri="{FF2B5EF4-FFF2-40B4-BE49-F238E27FC236}">
                  <a16:creationId xmlns:a16="http://schemas.microsoft.com/office/drawing/2014/main" id="{CCBDD99D-1C5A-2749-9C7B-9D0A6E0A3C92}"/>
                </a:ext>
              </a:extLst>
            </p:cNvPr>
            <p:cNvSpPr txBox="1">
              <a:spLocks noChangeArrowheads="1"/>
            </p:cNvSpPr>
            <p:nvPr/>
          </p:nvSpPr>
          <p:spPr bwMode="auto">
            <a:xfrm>
              <a:off x="4287" y="2939"/>
              <a:ext cx="539" cy="2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nvGrpSpPr>
          <p:cNvPr id="141" name="Group 77">
            <a:extLst>
              <a:ext uri="{FF2B5EF4-FFF2-40B4-BE49-F238E27FC236}">
                <a16:creationId xmlns:a16="http://schemas.microsoft.com/office/drawing/2014/main" id="{147D74CA-2DA8-1241-A8E8-3EF2E932E88E}"/>
              </a:ext>
            </a:extLst>
          </p:cNvPr>
          <p:cNvGrpSpPr>
            <a:grpSpLocks/>
          </p:cNvGrpSpPr>
          <p:nvPr/>
        </p:nvGrpSpPr>
        <p:grpSpPr bwMode="auto">
          <a:xfrm>
            <a:off x="1655687" y="5113066"/>
            <a:ext cx="1389062" cy="633978"/>
            <a:chOff x="702" y="1746"/>
            <a:chExt cx="1004" cy="486"/>
          </a:xfrm>
        </p:grpSpPr>
        <p:sp>
          <p:nvSpPr>
            <p:cNvPr id="142" name="AutoShape 78">
              <a:extLst>
                <a:ext uri="{FF2B5EF4-FFF2-40B4-BE49-F238E27FC236}">
                  <a16:creationId xmlns:a16="http://schemas.microsoft.com/office/drawing/2014/main" id="{19C72BA2-8506-044E-A290-911BA7AE5D6E}"/>
                </a:ext>
              </a:extLst>
            </p:cNvPr>
            <p:cNvSpPr>
              <a:spLocks noChangeArrowheads="1"/>
            </p:cNvSpPr>
            <p:nvPr/>
          </p:nvSpPr>
          <p:spPr bwMode="auto">
            <a:xfrm>
              <a:off x="735" y="1746"/>
              <a:ext cx="773"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3" name="Text Box 79">
              <a:extLst>
                <a:ext uri="{FF2B5EF4-FFF2-40B4-BE49-F238E27FC236}">
                  <a16:creationId xmlns:a16="http://schemas.microsoft.com/office/drawing/2014/main" id="{DF0A1B9A-EFCF-7042-A14D-D22FE4D35A09}"/>
                </a:ext>
              </a:extLst>
            </p:cNvPr>
            <p:cNvSpPr txBox="1">
              <a:spLocks noChangeArrowheads="1"/>
            </p:cNvSpPr>
            <p:nvPr/>
          </p:nvSpPr>
          <p:spPr bwMode="auto">
            <a:xfrm>
              <a:off x="702" y="1851"/>
              <a:ext cx="1004"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endParaRPr kumimoji="0" lang="en-US" altLang="en-US" sz="16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endParaRPr>
            </a:p>
          </p:txBody>
        </p:sp>
      </p:grpSp>
      <p:sp>
        <p:nvSpPr>
          <p:cNvPr id="144" name="Text Box 80">
            <a:extLst>
              <a:ext uri="{FF2B5EF4-FFF2-40B4-BE49-F238E27FC236}">
                <a16:creationId xmlns:a16="http://schemas.microsoft.com/office/drawing/2014/main" id="{EC583638-A99A-9144-B11A-E459DCDD4BA4}"/>
              </a:ext>
            </a:extLst>
          </p:cNvPr>
          <p:cNvSpPr txBox="1">
            <a:spLocks noChangeArrowheads="1"/>
          </p:cNvSpPr>
          <p:nvPr/>
        </p:nvSpPr>
        <p:spPr bwMode="auto">
          <a:xfrm>
            <a:off x="9834963" y="2582111"/>
            <a:ext cx="114005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backend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database</a:t>
            </a:r>
          </a:p>
        </p:txBody>
      </p:sp>
      <p:sp>
        <p:nvSpPr>
          <p:cNvPr id="145" name="AutoShape 327">
            <a:extLst>
              <a:ext uri="{FF2B5EF4-FFF2-40B4-BE49-F238E27FC236}">
                <a16:creationId xmlns:a16="http://schemas.microsoft.com/office/drawing/2014/main" id="{774E3BE6-BFC9-C849-B588-B56E574DA6BE}"/>
              </a:ext>
            </a:extLst>
          </p:cNvPr>
          <p:cNvSpPr>
            <a:spLocks noChangeArrowheads="1"/>
          </p:cNvSpPr>
          <p:nvPr/>
        </p:nvSpPr>
        <p:spPr bwMode="auto">
          <a:xfrm>
            <a:off x="10104838" y="3202824"/>
            <a:ext cx="592138" cy="908050"/>
          </a:xfrm>
          <a:prstGeom prst="can">
            <a:avLst>
              <a:gd name="adj" fmla="val 31004"/>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Arial" panose="020B0604020202020204" pitchFamily="34" charset="0"/>
            </a:endParaRPr>
          </a:p>
        </p:txBody>
      </p:sp>
      <p:grpSp>
        <p:nvGrpSpPr>
          <p:cNvPr id="146" name="Group 63">
            <a:extLst>
              <a:ext uri="{FF2B5EF4-FFF2-40B4-BE49-F238E27FC236}">
                <a16:creationId xmlns:a16="http://schemas.microsoft.com/office/drawing/2014/main" id="{1D650FE6-EFAF-DA42-B6C3-89E2D30D6710}"/>
              </a:ext>
            </a:extLst>
          </p:cNvPr>
          <p:cNvGrpSpPr>
            <a:grpSpLocks/>
          </p:cNvGrpSpPr>
          <p:nvPr/>
        </p:nvGrpSpPr>
        <p:grpSpPr bwMode="auto">
          <a:xfrm>
            <a:off x="6709231" y="1274501"/>
            <a:ext cx="351110" cy="610396"/>
            <a:chOff x="4140" y="429"/>
            <a:chExt cx="1425" cy="2396"/>
          </a:xfrm>
        </p:grpSpPr>
        <p:sp>
          <p:nvSpPr>
            <p:cNvPr id="147" name="Freeform 64">
              <a:extLst>
                <a:ext uri="{FF2B5EF4-FFF2-40B4-BE49-F238E27FC236}">
                  <a16:creationId xmlns:a16="http://schemas.microsoft.com/office/drawing/2014/main" id="{23F46B7A-88B4-C64E-A298-064AE8ED208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8" name="Rectangle 65">
              <a:extLst>
                <a:ext uri="{FF2B5EF4-FFF2-40B4-BE49-F238E27FC236}">
                  <a16:creationId xmlns:a16="http://schemas.microsoft.com/office/drawing/2014/main" id="{932E7E2F-358A-204B-ACA1-ECA34C748CE3}"/>
                </a:ext>
              </a:extLst>
            </p:cNvPr>
            <p:cNvSpPr>
              <a:spLocks noChangeArrowheads="1"/>
            </p:cNvSpPr>
            <p:nvPr/>
          </p:nvSpPr>
          <p:spPr bwMode="auto">
            <a:xfrm>
              <a:off x="4206" y="429"/>
              <a:ext cx="1045"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9" name="Freeform 66">
              <a:extLst>
                <a:ext uri="{FF2B5EF4-FFF2-40B4-BE49-F238E27FC236}">
                  <a16:creationId xmlns:a16="http://schemas.microsoft.com/office/drawing/2014/main" id="{5AD2CC4E-2BC1-3742-B273-CCF9557498A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0" name="Freeform 67">
              <a:extLst>
                <a:ext uri="{FF2B5EF4-FFF2-40B4-BE49-F238E27FC236}">
                  <a16:creationId xmlns:a16="http://schemas.microsoft.com/office/drawing/2014/main" id="{1DBFB074-4990-854E-B454-9FF52C6C403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1" name="Rectangle 68">
              <a:extLst>
                <a:ext uri="{FF2B5EF4-FFF2-40B4-BE49-F238E27FC236}">
                  <a16:creationId xmlns:a16="http://schemas.microsoft.com/office/drawing/2014/main" id="{BE0EBEA8-CD1D-5047-B6F1-2FAA1FF32D21}"/>
                </a:ext>
              </a:extLst>
            </p:cNvPr>
            <p:cNvSpPr>
              <a:spLocks noChangeArrowheads="1"/>
            </p:cNvSpPr>
            <p:nvPr/>
          </p:nvSpPr>
          <p:spPr bwMode="auto">
            <a:xfrm>
              <a:off x="4212" y="695"/>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2" name="Group 69">
              <a:extLst>
                <a:ext uri="{FF2B5EF4-FFF2-40B4-BE49-F238E27FC236}">
                  <a16:creationId xmlns:a16="http://schemas.microsoft.com/office/drawing/2014/main" id="{FB3D83DD-33C0-D64F-AEA3-0EDE4789704D}"/>
                </a:ext>
              </a:extLst>
            </p:cNvPr>
            <p:cNvGrpSpPr>
              <a:grpSpLocks/>
            </p:cNvGrpSpPr>
            <p:nvPr/>
          </p:nvGrpSpPr>
          <p:grpSpPr bwMode="auto">
            <a:xfrm>
              <a:off x="4749" y="668"/>
              <a:ext cx="581" cy="145"/>
              <a:chOff x="614" y="2568"/>
              <a:chExt cx="725" cy="139"/>
            </a:xfrm>
          </p:grpSpPr>
          <p:sp>
            <p:nvSpPr>
              <p:cNvPr id="177" name="AutoShape 70">
                <a:extLst>
                  <a:ext uri="{FF2B5EF4-FFF2-40B4-BE49-F238E27FC236}">
                    <a16:creationId xmlns:a16="http://schemas.microsoft.com/office/drawing/2014/main" id="{9F58D14A-E308-6E43-8765-29117CEB2DCF}"/>
                  </a:ext>
                </a:extLst>
              </p:cNvPr>
              <p:cNvSpPr>
                <a:spLocks noChangeArrowheads="1"/>
              </p:cNvSpPr>
              <p:nvPr/>
            </p:nvSpPr>
            <p:spPr bwMode="auto">
              <a:xfrm>
                <a:off x="616" y="2566"/>
                <a:ext cx="721"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8" name="AutoShape 71">
                <a:extLst>
                  <a:ext uri="{FF2B5EF4-FFF2-40B4-BE49-F238E27FC236}">
                    <a16:creationId xmlns:a16="http://schemas.microsoft.com/office/drawing/2014/main" id="{990E0E9A-D7D4-F540-994A-F5A32D42A3A6}"/>
                  </a:ext>
                </a:extLst>
              </p:cNvPr>
              <p:cNvSpPr>
                <a:spLocks noChangeArrowheads="1"/>
              </p:cNvSpPr>
              <p:nvPr/>
            </p:nvSpPr>
            <p:spPr bwMode="auto">
              <a:xfrm>
                <a:off x="630" y="2580"/>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3" name="Rectangle 72">
              <a:extLst>
                <a:ext uri="{FF2B5EF4-FFF2-40B4-BE49-F238E27FC236}">
                  <a16:creationId xmlns:a16="http://schemas.microsoft.com/office/drawing/2014/main" id="{914BF847-475C-7C47-96A4-CAFCCACEC2BC}"/>
                </a:ext>
              </a:extLst>
            </p:cNvPr>
            <p:cNvSpPr>
              <a:spLocks noChangeArrowheads="1"/>
            </p:cNvSpPr>
            <p:nvPr/>
          </p:nvSpPr>
          <p:spPr bwMode="auto">
            <a:xfrm>
              <a:off x="4223" y="1021"/>
              <a:ext cx="600"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4" name="Group 73">
              <a:extLst>
                <a:ext uri="{FF2B5EF4-FFF2-40B4-BE49-F238E27FC236}">
                  <a16:creationId xmlns:a16="http://schemas.microsoft.com/office/drawing/2014/main" id="{A276F146-AB6A-8C4E-BD8B-856A510CB009}"/>
                </a:ext>
              </a:extLst>
            </p:cNvPr>
            <p:cNvGrpSpPr>
              <a:grpSpLocks/>
            </p:cNvGrpSpPr>
            <p:nvPr/>
          </p:nvGrpSpPr>
          <p:grpSpPr bwMode="auto">
            <a:xfrm>
              <a:off x="4747" y="994"/>
              <a:ext cx="581" cy="134"/>
              <a:chOff x="614" y="2568"/>
              <a:chExt cx="725" cy="139"/>
            </a:xfrm>
          </p:grpSpPr>
          <p:sp>
            <p:nvSpPr>
              <p:cNvPr id="175" name="AutoShape 74">
                <a:extLst>
                  <a:ext uri="{FF2B5EF4-FFF2-40B4-BE49-F238E27FC236}">
                    <a16:creationId xmlns:a16="http://schemas.microsoft.com/office/drawing/2014/main" id="{FB783255-C8AF-CD4E-84DF-1573DF917DE7}"/>
                  </a:ext>
                </a:extLst>
              </p:cNvPr>
              <p:cNvSpPr>
                <a:spLocks noChangeArrowheads="1"/>
              </p:cNvSpPr>
              <p:nvPr/>
            </p:nvSpPr>
            <p:spPr bwMode="auto">
              <a:xfrm>
                <a:off x="612" y="2570"/>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6" name="AutoShape 75">
                <a:extLst>
                  <a:ext uri="{FF2B5EF4-FFF2-40B4-BE49-F238E27FC236}">
                    <a16:creationId xmlns:a16="http://schemas.microsoft.com/office/drawing/2014/main" id="{46E81119-BF44-D945-96D2-7A6A2F19ECA5}"/>
                  </a:ext>
                </a:extLst>
              </p:cNvPr>
              <p:cNvSpPr>
                <a:spLocks noChangeArrowheads="1"/>
              </p:cNvSpPr>
              <p:nvPr/>
            </p:nvSpPr>
            <p:spPr bwMode="auto">
              <a:xfrm>
                <a:off x="625" y="2585"/>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5" name="Rectangle 76">
              <a:extLst>
                <a:ext uri="{FF2B5EF4-FFF2-40B4-BE49-F238E27FC236}">
                  <a16:creationId xmlns:a16="http://schemas.microsoft.com/office/drawing/2014/main" id="{823BB60D-416A-0746-BBEF-9DC4528B9F68}"/>
                </a:ext>
              </a:extLst>
            </p:cNvPr>
            <p:cNvSpPr>
              <a:spLocks noChangeArrowheads="1"/>
            </p:cNvSpPr>
            <p:nvPr/>
          </p:nvSpPr>
          <p:spPr bwMode="auto">
            <a:xfrm>
              <a:off x="4217" y="1356"/>
              <a:ext cx="594"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6" name="Rectangle 77">
              <a:extLst>
                <a:ext uri="{FF2B5EF4-FFF2-40B4-BE49-F238E27FC236}">
                  <a16:creationId xmlns:a16="http://schemas.microsoft.com/office/drawing/2014/main" id="{500EA440-64F5-FE43-A9CD-EC38855A5BA4}"/>
                </a:ext>
              </a:extLst>
            </p:cNvPr>
            <p:cNvSpPr>
              <a:spLocks noChangeArrowheads="1"/>
            </p:cNvSpPr>
            <p:nvPr/>
          </p:nvSpPr>
          <p:spPr bwMode="auto">
            <a:xfrm>
              <a:off x="4228" y="1657"/>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7" name="Group 78">
              <a:extLst>
                <a:ext uri="{FF2B5EF4-FFF2-40B4-BE49-F238E27FC236}">
                  <a16:creationId xmlns:a16="http://schemas.microsoft.com/office/drawing/2014/main" id="{014CE493-B3CF-454F-97A3-BF80992E345C}"/>
                </a:ext>
              </a:extLst>
            </p:cNvPr>
            <p:cNvGrpSpPr>
              <a:grpSpLocks/>
            </p:cNvGrpSpPr>
            <p:nvPr/>
          </p:nvGrpSpPr>
          <p:grpSpPr bwMode="auto">
            <a:xfrm>
              <a:off x="4735" y="1627"/>
              <a:ext cx="582" cy="151"/>
              <a:chOff x="614" y="2568"/>
              <a:chExt cx="725" cy="139"/>
            </a:xfrm>
          </p:grpSpPr>
          <p:sp>
            <p:nvSpPr>
              <p:cNvPr id="173" name="AutoShape 79">
                <a:extLst>
                  <a:ext uri="{FF2B5EF4-FFF2-40B4-BE49-F238E27FC236}">
                    <a16:creationId xmlns:a16="http://schemas.microsoft.com/office/drawing/2014/main" id="{40259673-2628-3C41-9A32-A9512F4B2954}"/>
                  </a:ext>
                </a:extLst>
              </p:cNvPr>
              <p:cNvSpPr>
                <a:spLocks noChangeArrowheads="1"/>
              </p:cNvSpPr>
              <p:nvPr/>
            </p:nvSpPr>
            <p:spPr bwMode="auto">
              <a:xfrm>
                <a:off x="613" y="2568"/>
                <a:ext cx="727"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4" name="AutoShape 80">
                <a:extLst>
                  <a:ext uri="{FF2B5EF4-FFF2-40B4-BE49-F238E27FC236}">
                    <a16:creationId xmlns:a16="http://schemas.microsoft.com/office/drawing/2014/main" id="{F5B75204-14D3-4949-85E6-E03DC0637846}"/>
                  </a:ext>
                </a:extLst>
              </p:cNvPr>
              <p:cNvSpPr>
                <a:spLocks noChangeArrowheads="1"/>
              </p:cNvSpPr>
              <p:nvPr/>
            </p:nvSpPr>
            <p:spPr bwMode="auto">
              <a:xfrm>
                <a:off x="627" y="2586"/>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8" name="Freeform 81">
              <a:extLst>
                <a:ext uri="{FF2B5EF4-FFF2-40B4-BE49-F238E27FC236}">
                  <a16:creationId xmlns:a16="http://schemas.microsoft.com/office/drawing/2014/main" id="{C088528D-4021-6642-8A80-03351DCF25F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9" name="Group 82">
              <a:extLst>
                <a:ext uri="{FF2B5EF4-FFF2-40B4-BE49-F238E27FC236}">
                  <a16:creationId xmlns:a16="http://schemas.microsoft.com/office/drawing/2014/main" id="{1859255F-C0C6-124B-9F92-5E236F8BD3AF}"/>
                </a:ext>
              </a:extLst>
            </p:cNvPr>
            <p:cNvGrpSpPr>
              <a:grpSpLocks/>
            </p:cNvGrpSpPr>
            <p:nvPr/>
          </p:nvGrpSpPr>
          <p:grpSpPr bwMode="auto">
            <a:xfrm>
              <a:off x="4739" y="1327"/>
              <a:ext cx="582" cy="139"/>
              <a:chOff x="614" y="2568"/>
              <a:chExt cx="725" cy="139"/>
            </a:xfrm>
          </p:grpSpPr>
          <p:sp>
            <p:nvSpPr>
              <p:cNvPr id="171" name="AutoShape 83">
                <a:extLst>
                  <a:ext uri="{FF2B5EF4-FFF2-40B4-BE49-F238E27FC236}">
                    <a16:creationId xmlns:a16="http://schemas.microsoft.com/office/drawing/2014/main" id="{C035ED52-DDB2-C843-9FFF-5BC45A6C065A}"/>
                  </a:ext>
                </a:extLst>
              </p:cNvPr>
              <p:cNvSpPr>
                <a:spLocks noChangeArrowheads="1"/>
              </p:cNvSpPr>
              <p:nvPr/>
            </p:nvSpPr>
            <p:spPr bwMode="auto">
              <a:xfrm>
                <a:off x="615" y="2567"/>
                <a:ext cx="727"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2" name="AutoShape 84">
                <a:extLst>
                  <a:ext uri="{FF2B5EF4-FFF2-40B4-BE49-F238E27FC236}">
                    <a16:creationId xmlns:a16="http://schemas.microsoft.com/office/drawing/2014/main" id="{E3C20259-037C-3641-A789-24D0DCCDCAB3}"/>
                  </a:ext>
                </a:extLst>
              </p:cNvPr>
              <p:cNvSpPr>
                <a:spLocks noChangeArrowheads="1"/>
              </p:cNvSpPr>
              <p:nvPr/>
            </p:nvSpPr>
            <p:spPr bwMode="auto">
              <a:xfrm>
                <a:off x="629" y="2582"/>
                <a:ext cx="692"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60" name="Rectangle 85">
              <a:extLst>
                <a:ext uri="{FF2B5EF4-FFF2-40B4-BE49-F238E27FC236}">
                  <a16:creationId xmlns:a16="http://schemas.microsoft.com/office/drawing/2014/main" id="{AAA45EA2-DB28-264A-8894-70368F48D2E2}"/>
                </a:ext>
              </a:extLst>
            </p:cNvPr>
            <p:cNvSpPr>
              <a:spLocks noChangeArrowheads="1"/>
            </p:cNvSpPr>
            <p:nvPr/>
          </p:nvSpPr>
          <p:spPr bwMode="auto">
            <a:xfrm>
              <a:off x="5251"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1" name="Freeform 86">
              <a:extLst>
                <a:ext uri="{FF2B5EF4-FFF2-40B4-BE49-F238E27FC236}">
                  <a16:creationId xmlns:a16="http://schemas.microsoft.com/office/drawing/2014/main" id="{056A9634-8A28-174F-BB52-3C9B4E9694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2" name="Freeform 87">
              <a:extLst>
                <a:ext uri="{FF2B5EF4-FFF2-40B4-BE49-F238E27FC236}">
                  <a16:creationId xmlns:a16="http://schemas.microsoft.com/office/drawing/2014/main" id="{28B4EE70-3F36-D84A-BBF7-26FCDCAB2CA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3" name="Oval 88">
              <a:extLst>
                <a:ext uri="{FF2B5EF4-FFF2-40B4-BE49-F238E27FC236}">
                  <a16:creationId xmlns:a16="http://schemas.microsoft.com/office/drawing/2014/main" id="{AFA23CDD-2C19-364F-8CB6-E34A3A50AA96}"/>
                </a:ext>
              </a:extLst>
            </p:cNvPr>
            <p:cNvSpPr>
              <a:spLocks noChangeArrowheads="1"/>
            </p:cNvSpPr>
            <p:nvPr/>
          </p:nvSpPr>
          <p:spPr bwMode="auto">
            <a:xfrm>
              <a:off x="5515" y="2613"/>
              <a:ext cx="50"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4" name="Freeform 89">
              <a:extLst>
                <a:ext uri="{FF2B5EF4-FFF2-40B4-BE49-F238E27FC236}">
                  <a16:creationId xmlns:a16="http://schemas.microsoft.com/office/drawing/2014/main" id="{C80FF08C-B05A-5742-B82B-9D6BFBFA2EF0}"/>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5" name="AutoShape 90">
              <a:extLst>
                <a:ext uri="{FF2B5EF4-FFF2-40B4-BE49-F238E27FC236}">
                  <a16:creationId xmlns:a16="http://schemas.microsoft.com/office/drawing/2014/main" id="{D46EF758-7531-924C-8A33-5AC571E08EE6}"/>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6" name="AutoShape 91">
              <a:extLst>
                <a:ext uri="{FF2B5EF4-FFF2-40B4-BE49-F238E27FC236}">
                  <a16:creationId xmlns:a16="http://schemas.microsoft.com/office/drawing/2014/main" id="{E252E208-3522-884B-9DE7-7EB157685A2F}"/>
                </a:ext>
              </a:extLst>
            </p:cNvPr>
            <p:cNvSpPr>
              <a:spLocks noChangeArrowheads="1"/>
            </p:cNvSpPr>
            <p:nvPr/>
          </p:nvSpPr>
          <p:spPr bwMode="auto">
            <a:xfrm>
              <a:off x="4206" y="2712"/>
              <a:ext cx="1067" cy="84"/>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7" name="Oval 92">
              <a:extLst>
                <a:ext uri="{FF2B5EF4-FFF2-40B4-BE49-F238E27FC236}">
                  <a16:creationId xmlns:a16="http://schemas.microsoft.com/office/drawing/2014/main" id="{957DD520-6280-3E4E-BAD7-651F51413973}"/>
                </a:ext>
              </a:extLst>
            </p:cNvPr>
            <p:cNvSpPr>
              <a:spLocks noChangeArrowheads="1"/>
            </p:cNvSpPr>
            <p:nvPr/>
          </p:nvSpPr>
          <p:spPr bwMode="auto">
            <a:xfrm>
              <a:off x="4311" y="2381"/>
              <a:ext cx="154"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8" name="Oval 93">
              <a:extLst>
                <a:ext uri="{FF2B5EF4-FFF2-40B4-BE49-F238E27FC236}">
                  <a16:creationId xmlns:a16="http://schemas.microsoft.com/office/drawing/2014/main" id="{ECF80637-5F56-1F4E-A6A8-ED0FA8AC5356}"/>
                </a:ext>
              </a:extLst>
            </p:cNvPr>
            <p:cNvSpPr>
              <a:spLocks noChangeArrowheads="1"/>
            </p:cNvSpPr>
            <p:nvPr/>
          </p:nvSpPr>
          <p:spPr bwMode="auto">
            <a:xfrm>
              <a:off x="4487" y="2386"/>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69" name="Oval 94">
              <a:extLst>
                <a:ext uri="{FF2B5EF4-FFF2-40B4-BE49-F238E27FC236}">
                  <a16:creationId xmlns:a16="http://schemas.microsoft.com/office/drawing/2014/main" id="{FFEB5237-B81D-9B45-A444-21BB499020C9}"/>
                </a:ext>
              </a:extLst>
            </p:cNvPr>
            <p:cNvSpPr>
              <a:spLocks noChangeArrowheads="1"/>
            </p:cNvSpPr>
            <p:nvPr/>
          </p:nvSpPr>
          <p:spPr bwMode="auto">
            <a:xfrm>
              <a:off x="4663" y="2381"/>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0" name="Rectangle 95">
              <a:extLst>
                <a:ext uri="{FF2B5EF4-FFF2-40B4-BE49-F238E27FC236}">
                  <a16:creationId xmlns:a16="http://schemas.microsoft.com/office/drawing/2014/main" id="{8C2A523A-6ED6-094A-8260-B51956D795A7}"/>
                </a:ext>
              </a:extLst>
            </p:cNvPr>
            <p:cNvSpPr>
              <a:spLocks noChangeArrowheads="1"/>
            </p:cNvSpPr>
            <p:nvPr/>
          </p:nvSpPr>
          <p:spPr bwMode="auto">
            <a:xfrm>
              <a:off x="5064" y="1834"/>
              <a:ext cx="83" cy="764"/>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nvGrpSpPr>
          <p:cNvPr id="179" name="Group 96">
            <a:extLst>
              <a:ext uri="{FF2B5EF4-FFF2-40B4-BE49-F238E27FC236}">
                <a16:creationId xmlns:a16="http://schemas.microsoft.com/office/drawing/2014/main" id="{079DFC6E-4E8A-7B4D-8113-190A0989D0FB}"/>
              </a:ext>
            </a:extLst>
          </p:cNvPr>
          <p:cNvGrpSpPr>
            <a:grpSpLocks/>
          </p:cNvGrpSpPr>
          <p:nvPr/>
        </p:nvGrpSpPr>
        <p:grpSpPr bwMode="auto">
          <a:xfrm>
            <a:off x="2734523" y="1369488"/>
            <a:ext cx="667783" cy="586047"/>
            <a:chOff x="-44" y="1473"/>
            <a:chExt cx="981" cy="1105"/>
          </a:xfrm>
        </p:grpSpPr>
        <p:pic>
          <p:nvPicPr>
            <p:cNvPr id="180" name="Picture 97" descr="desktop_computer_stylized_medium">
              <a:extLst>
                <a:ext uri="{FF2B5EF4-FFF2-40B4-BE49-F238E27FC236}">
                  <a16:creationId xmlns:a16="http://schemas.microsoft.com/office/drawing/2014/main" id="{FB14A9C2-A921-3747-8B81-81EE51820A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Freeform 98">
              <a:extLst>
                <a:ext uri="{FF2B5EF4-FFF2-40B4-BE49-F238E27FC236}">
                  <a16:creationId xmlns:a16="http://schemas.microsoft.com/office/drawing/2014/main" id="{9C2960BD-B3C9-AE44-9E68-217EF326B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88" name="Line 15">
            <a:extLst>
              <a:ext uri="{FF2B5EF4-FFF2-40B4-BE49-F238E27FC236}">
                <a16:creationId xmlns:a16="http://schemas.microsoft.com/office/drawing/2014/main" id="{9030FA43-2615-A74C-949D-871EDD5258E9}"/>
              </a:ext>
            </a:extLst>
          </p:cNvPr>
          <p:cNvSpPr>
            <a:spLocks noChangeShapeType="1"/>
          </p:cNvSpPr>
          <p:nvPr/>
        </p:nvSpPr>
        <p:spPr bwMode="auto">
          <a:xfrm flipH="1">
            <a:off x="2999897" y="1993139"/>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 Box 37">
            <a:extLst>
              <a:ext uri="{FF2B5EF4-FFF2-40B4-BE49-F238E27FC236}">
                <a16:creationId xmlns:a16="http://schemas.microsoft.com/office/drawing/2014/main" id="{7717F97B-37DE-2442-8F9E-81FB9F33AB23}"/>
              </a:ext>
            </a:extLst>
          </p:cNvPr>
          <p:cNvSpPr txBox="1">
            <a:spLocks noChangeArrowheads="1"/>
          </p:cNvSpPr>
          <p:nvPr/>
        </p:nvSpPr>
        <p:spPr bwMode="auto">
          <a:xfrm>
            <a:off x="2746707" y="6459827"/>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0" name="Line 15">
            <a:extLst>
              <a:ext uri="{FF2B5EF4-FFF2-40B4-BE49-F238E27FC236}">
                <a16:creationId xmlns:a16="http://schemas.microsoft.com/office/drawing/2014/main" id="{6E5A588C-0539-7140-B8E3-80735DCD2D47}"/>
              </a:ext>
            </a:extLst>
          </p:cNvPr>
          <p:cNvSpPr>
            <a:spLocks noChangeShapeType="1"/>
          </p:cNvSpPr>
          <p:nvPr/>
        </p:nvSpPr>
        <p:spPr bwMode="auto">
          <a:xfrm flipH="1">
            <a:off x="6867352" y="2001551"/>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Text Box 37">
            <a:extLst>
              <a:ext uri="{FF2B5EF4-FFF2-40B4-BE49-F238E27FC236}">
                <a16:creationId xmlns:a16="http://schemas.microsoft.com/office/drawing/2014/main" id="{716E4165-7532-204E-993F-D649CD87137C}"/>
              </a:ext>
            </a:extLst>
          </p:cNvPr>
          <p:cNvSpPr txBox="1">
            <a:spLocks noChangeArrowheads="1"/>
          </p:cNvSpPr>
          <p:nvPr/>
        </p:nvSpPr>
        <p:spPr bwMode="auto">
          <a:xfrm>
            <a:off x="6614162" y="6468239"/>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2" name="Slide Number Placeholder 2">
            <a:extLst>
              <a:ext uri="{FF2B5EF4-FFF2-40B4-BE49-F238E27FC236}">
                <a16:creationId xmlns:a16="http://schemas.microsoft.com/office/drawing/2014/main" id="{5F971824-E93B-A24D-9AB3-D5859F34EEA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80331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08"/>
                                        </p:tgtEl>
                                        <p:attrNameLst>
                                          <p:attrName>style.visibility</p:attrName>
                                        </p:attrNameLst>
                                      </p:cBhvr>
                                      <p:to>
                                        <p:strVal val="hidden"/>
                                      </p:to>
                                    </p:set>
                                  </p:childTnLst>
                                </p:cTn>
                              </p:par>
                              <p:par>
                                <p:cTn id="7" presetID="22" presetClass="entr" presetSubtype="8" fill="hold" nodeType="withEffect">
                                  <p:stCondLst>
                                    <p:cond delay="0"/>
                                  </p:stCondLst>
                                  <p:childTnLst>
                                    <p:set>
                                      <p:cBhvr>
                                        <p:cTn id="8" dur="1" fill="hold">
                                          <p:stCondLst>
                                            <p:cond delay="0"/>
                                          </p:stCondLst>
                                        </p:cTn>
                                        <p:tgtEl>
                                          <p:spTgt spid="121"/>
                                        </p:tgtEl>
                                        <p:attrNameLst>
                                          <p:attrName>style.visibility</p:attrName>
                                        </p:attrNameLst>
                                      </p:cBhvr>
                                      <p:to>
                                        <p:strVal val="visible"/>
                                      </p:to>
                                    </p:set>
                                    <p:animEffect transition="in" filter="wipe(left)">
                                      <p:cBhvr>
                                        <p:cTn id="9" dur="2000"/>
                                        <p:tgtEl>
                                          <p:spTgt spid="121"/>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129"/>
                                        </p:tgtEl>
                                        <p:attrNameLst>
                                          <p:attrName>style.visibility</p:attrName>
                                        </p:attrNameLst>
                                      </p:cBhvr>
                                      <p:to>
                                        <p:strVal val="visible"/>
                                      </p:to>
                                    </p:set>
                                    <p:animEffect transition="in" filter="wipe(right)">
                                      <p:cBhvr>
                                        <p:cTn id="14" dur="3000"/>
                                        <p:tgtEl>
                                          <p:spTgt spid="12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110"/>
                                        </p:tgtEl>
                                        <p:attrNameLst>
                                          <p:attrName>style.visibility</p:attrName>
                                        </p:attrNameLst>
                                      </p:cBhvr>
                                      <p:to>
                                        <p:strVal val="visible"/>
                                      </p:to>
                                    </p:set>
                                    <p:animEffect transition="in" filter="wipe(left)">
                                      <p:cBhvr>
                                        <p:cTn id="19" dur="2000"/>
                                        <p:tgtEl>
                                          <p:spTgt spid="110"/>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98"/>
                                        </p:tgtEl>
                                        <p:attrNameLst>
                                          <p:attrName>style.visibility</p:attrName>
                                        </p:attrNameLst>
                                      </p:cBhvr>
                                      <p:to>
                                        <p:strVal val="visible"/>
                                      </p:to>
                                    </p:set>
                                    <p:animEffect transition="in" filter="wipe(right)">
                                      <p:cBhvr>
                                        <p:cTn id="23" dur="1000"/>
                                        <p:tgtEl>
                                          <p:spTgt spid="98"/>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09"/>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141"/>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35"/>
                                        </p:tgtEl>
                                        <p:attrNameLst>
                                          <p:attrName>style.visibility</p:attrName>
                                        </p:attrNameLst>
                                      </p:cBhvr>
                                      <p:to>
                                        <p:strVal val="visible"/>
                                      </p:to>
                                    </p:set>
                                    <p:animEffect transition="in" filter="wipe(left)">
                                      <p:cBhvr>
                                        <p:cTn id="34" dur="2000"/>
                                        <p:tgtEl>
                                          <p:spTgt spid="135"/>
                                        </p:tgtEl>
                                      </p:cBhvr>
                                    </p:animEffect>
                                  </p:childTnLst>
                                </p:cTn>
                              </p:par>
                            </p:childTnLst>
                          </p:cTn>
                        </p:par>
                        <p:par>
                          <p:cTn id="35" fill="hold">
                            <p:stCondLst>
                              <p:cond delay="2000"/>
                            </p:stCondLst>
                            <p:childTnLst>
                              <p:par>
                                <p:cTn id="36" presetID="22" presetClass="entr" presetSubtype="2" fill="hold" nodeType="afterEffect">
                                  <p:stCondLst>
                                    <p:cond delay="0"/>
                                  </p:stCondLst>
                                  <p:childTnLst>
                                    <p:set>
                                      <p:cBhvr>
                                        <p:cTn id="37" dur="1" fill="hold">
                                          <p:stCondLst>
                                            <p:cond delay="0"/>
                                          </p:stCondLst>
                                        </p:cTn>
                                        <p:tgtEl>
                                          <p:spTgt spid="103"/>
                                        </p:tgtEl>
                                        <p:attrNameLst>
                                          <p:attrName>style.visibility</p:attrName>
                                        </p:attrNameLst>
                                      </p:cBhvr>
                                      <p:to>
                                        <p:strVal val="visible"/>
                                      </p:to>
                                    </p:set>
                                    <p:animEffect transition="in" filter="wipe(right)">
                                      <p:cBhvr>
                                        <p:cTn id="38" dur="2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09"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 cookies: comments</a:t>
            </a:r>
            <a:endParaRPr lang="en-US" sz="4400" dirty="0"/>
          </a:p>
        </p:txBody>
      </p:sp>
      <p:sp>
        <p:nvSpPr>
          <p:cNvPr id="88" name="Rectangle 3">
            <a:extLst>
              <a:ext uri="{FF2B5EF4-FFF2-40B4-BE49-F238E27FC236}">
                <a16:creationId xmlns:a16="http://schemas.microsoft.com/office/drawing/2014/main" id="{7CD5F1C3-47BC-1645-A288-078B99127C22}"/>
              </a:ext>
            </a:extLst>
          </p:cNvPr>
          <p:cNvSpPr txBox="1">
            <a:spLocks noChangeArrowheads="1"/>
          </p:cNvSpPr>
          <p:nvPr/>
        </p:nvSpPr>
        <p:spPr>
          <a:xfrm>
            <a:off x="648049" y="1556443"/>
            <a:ext cx="6034668" cy="2641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What cookies can be used for</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authorization</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shopping carts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recommendations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session state (Web e-mail)</a:t>
            </a:r>
          </a:p>
        </p:txBody>
      </p:sp>
      <p:sp>
        <p:nvSpPr>
          <p:cNvPr id="89" name="Rectangle 13">
            <a:extLst>
              <a:ext uri="{FF2B5EF4-FFF2-40B4-BE49-F238E27FC236}">
                <a16:creationId xmlns:a16="http://schemas.microsoft.com/office/drawing/2014/main" id="{BC2253F6-EA38-7C47-9CAD-4C2EC6BB22FB}"/>
              </a:ext>
            </a:extLst>
          </p:cNvPr>
          <p:cNvSpPr>
            <a:spLocks noChangeArrowheads="1"/>
          </p:cNvSpPr>
          <p:nvPr/>
        </p:nvSpPr>
        <p:spPr bwMode="auto">
          <a:xfrm>
            <a:off x="7504291" y="1568189"/>
            <a:ext cx="3810000" cy="3553646"/>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cookies and privacy:</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permit sites to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learn</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 lot about you on their site.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third party persistent cookies (tracking cookies) allow common identity (cookie value) to be tracked across multiple web sites</a:t>
            </a:r>
          </a:p>
        </p:txBody>
      </p:sp>
      <p:sp>
        <p:nvSpPr>
          <p:cNvPr id="90" name="Text Box 14">
            <a:extLst>
              <a:ext uri="{FF2B5EF4-FFF2-40B4-BE49-F238E27FC236}">
                <a16:creationId xmlns:a16="http://schemas.microsoft.com/office/drawing/2014/main" id="{D023EC46-D7D8-D04C-9048-D7EFE18FF312}"/>
              </a:ext>
            </a:extLst>
          </p:cNvPr>
          <p:cNvSpPr txBox="1">
            <a:spLocks noChangeArrowheads="1"/>
          </p:cNvSpPr>
          <p:nvPr/>
        </p:nvSpPr>
        <p:spPr bwMode="auto">
          <a:xfrm>
            <a:off x="10149568" y="1325611"/>
            <a:ext cx="838691"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aside</a:t>
            </a:r>
          </a:p>
        </p:txBody>
      </p:sp>
      <p:sp>
        <p:nvSpPr>
          <p:cNvPr id="91" name="Rectangle 15">
            <a:extLst>
              <a:ext uri="{FF2B5EF4-FFF2-40B4-BE49-F238E27FC236}">
                <a16:creationId xmlns:a16="http://schemas.microsoft.com/office/drawing/2014/main" id="{2C2FE22D-B17F-7C44-AE2F-82497658660C}"/>
              </a:ext>
            </a:extLst>
          </p:cNvPr>
          <p:cNvSpPr>
            <a:spLocks noChangeArrowheads="1"/>
          </p:cNvSpPr>
          <p:nvPr/>
        </p:nvSpPr>
        <p:spPr bwMode="auto">
          <a:xfrm>
            <a:off x="721562" y="3980757"/>
            <a:ext cx="6267067" cy="264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Challenge: How to keep </a:t>
            </a:r>
            <a:r>
              <a:rPr kumimoji="0" lang="en-US" altLang="ja-JP"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state?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at protocol endpoints: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maintain state at sender/receiver over multiple transactions</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in messages: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in HTTP messages carry state</a:t>
            </a:r>
          </a:p>
        </p:txBody>
      </p:sp>
      <p:sp>
        <p:nvSpPr>
          <p:cNvPr id="7" name="Slide Number Placeholder 2">
            <a:extLst>
              <a:ext uri="{FF2B5EF4-FFF2-40B4-BE49-F238E27FC236}">
                <a16:creationId xmlns:a16="http://schemas.microsoft.com/office/drawing/2014/main" id="{4CE1477A-D004-E440-8562-59DA6EAD8E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96498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9"/>
                                        </p:tgtEl>
                                        <p:attrNameLst>
                                          <p:attrName>style.visibility</p:attrName>
                                        </p:attrNameLst>
                                      </p:cBhvr>
                                      <p:to>
                                        <p:strVal val="visible"/>
                                      </p:to>
                                    </p:set>
                                    <p:animEffect transition="in" filter="dissolve">
                                      <p:cBhvr>
                                        <p:cTn id="12" dur="500"/>
                                        <p:tgtEl>
                                          <p:spTgt spid="89"/>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90"/>
                                        </p:tgtEl>
                                        <p:attrNameLst>
                                          <p:attrName>style.visibility</p:attrName>
                                        </p:attrNameLst>
                                      </p:cBhvr>
                                      <p:to>
                                        <p:strVal val="visible"/>
                                      </p:to>
                                    </p:set>
                                    <p:animEffect transition="in" filter="dissolve">
                                      <p:cBhvr>
                                        <p:cTn id="15"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1"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9806082"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Example:  displaying a NY Times web page</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120" name="Picture 119">
            <a:extLst>
              <a:ext uri="{FF2B5EF4-FFF2-40B4-BE49-F238E27FC236}">
                <a16:creationId xmlns:a16="http://schemas.microsoft.com/office/drawing/2014/main" id="{34FE7BC9-B7EB-234C-A2F1-449565BB2E5C}"/>
              </a:ext>
            </a:extLst>
          </p:cNvPr>
          <p:cNvPicPr>
            <a:picLocks noChangeAspect="1"/>
          </p:cNvPicPr>
          <p:nvPr/>
        </p:nvPicPr>
        <p:blipFill>
          <a:blip r:embed="rId3"/>
          <a:stretch>
            <a:fillRect/>
          </a:stretch>
        </p:blipFill>
        <p:spPr>
          <a:xfrm>
            <a:off x="5009242" y="1223204"/>
            <a:ext cx="1797957" cy="1299560"/>
          </a:xfrm>
          <a:prstGeom prst="rect">
            <a:avLst/>
          </a:prstGeom>
        </p:spPr>
      </p:pic>
      <p:pic>
        <p:nvPicPr>
          <p:cNvPr id="121" name="Picture 120">
            <a:extLst>
              <a:ext uri="{FF2B5EF4-FFF2-40B4-BE49-F238E27FC236}">
                <a16:creationId xmlns:a16="http://schemas.microsoft.com/office/drawing/2014/main" id="{D87C6769-19C7-7542-8A41-E79CE4A6A711}"/>
              </a:ext>
            </a:extLst>
          </p:cNvPr>
          <p:cNvPicPr>
            <a:picLocks noChangeAspect="1"/>
          </p:cNvPicPr>
          <p:nvPr/>
        </p:nvPicPr>
        <p:blipFill>
          <a:blip r:embed="rId4"/>
          <a:stretch>
            <a:fillRect/>
          </a:stretch>
        </p:blipFill>
        <p:spPr>
          <a:xfrm>
            <a:off x="8211457" y="4524829"/>
            <a:ext cx="1788365" cy="250371"/>
          </a:xfrm>
          <a:prstGeom prst="rect">
            <a:avLst/>
          </a:prstGeom>
        </p:spPr>
      </p:pic>
      <p:grpSp>
        <p:nvGrpSpPr>
          <p:cNvPr id="137" name="Group 136">
            <a:extLst>
              <a:ext uri="{FF2B5EF4-FFF2-40B4-BE49-F238E27FC236}">
                <a16:creationId xmlns:a16="http://schemas.microsoft.com/office/drawing/2014/main" id="{E643CAC7-5EBE-E949-B25F-69531B9E3B7C}"/>
              </a:ext>
            </a:extLst>
          </p:cNvPr>
          <p:cNvGrpSpPr/>
          <p:nvPr/>
        </p:nvGrpSpPr>
        <p:grpSpPr>
          <a:xfrm>
            <a:off x="4051300" y="2946400"/>
            <a:ext cx="965200" cy="1308100"/>
            <a:chOff x="4051300" y="2946400"/>
            <a:chExt cx="965200" cy="1308100"/>
          </a:xfrm>
        </p:grpSpPr>
        <p:grpSp>
          <p:nvGrpSpPr>
            <p:cNvPr id="128" name="Group 127">
              <a:extLst>
                <a:ext uri="{FF2B5EF4-FFF2-40B4-BE49-F238E27FC236}">
                  <a16:creationId xmlns:a16="http://schemas.microsoft.com/office/drawing/2014/main" id="{3AA7140A-7962-EE49-94D6-B5A5ACAE10BF}"/>
                </a:ext>
              </a:extLst>
            </p:cNvPr>
            <p:cNvGrpSpPr/>
            <p:nvPr/>
          </p:nvGrpSpPr>
          <p:grpSpPr>
            <a:xfrm>
              <a:off x="4673600" y="2946400"/>
              <a:ext cx="342900" cy="1308100"/>
              <a:chOff x="4673600" y="2946400"/>
              <a:chExt cx="3429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26" name="Oval 125">
                <a:extLst>
                  <a:ext uri="{FF2B5EF4-FFF2-40B4-BE49-F238E27FC236}">
                    <a16:creationId xmlns:a16="http://schemas.microsoft.com/office/drawing/2014/main" id="{8514DA96-3F9B-EC4E-AD35-91569360871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TextBox 126">
                <a:extLst>
                  <a:ext uri="{FF2B5EF4-FFF2-40B4-BE49-F238E27FC236}">
                    <a16:creationId xmlns:a16="http://schemas.microsoft.com/office/drawing/2014/main" id="{95FF0112-4C26-5140-866E-E14FB9815DFF}"/>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33" name="TextBox 132">
              <a:extLst>
                <a:ext uri="{FF2B5EF4-FFF2-40B4-BE49-F238E27FC236}">
                  <a16:creationId xmlns:a16="http://schemas.microsoft.com/office/drawing/2014/main" id="{D79D69ED-D400-0548-82FB-0F9E9B31A721}"/>
                </a:ext>
              </a:extLst>
            </p:cNvPr>
            <p:cNvSpPr txBox="1"/>
            <p:nvPr/>
          </p:nvSpPr>
          <p:spPr>
            <a:xfrm>
              <a:off x="4051300" y="33782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38" name="Group 137">
            <a:extLst>
              <a:ext uri="{FF2B5EF4-FFF2-40B4-BE49-F238E27FC236}">
                <a16:creationId xmlns:a16="http://schemas.microsoft.com/office/drawing/2014/main" id="{7227CDFD-02C6-A542-A68F-FF9F81C66103}"/>
              </a:ext>
            </a:extLst>
          </p:cNvPr>
          <p:cNvGrpSpPr/>
          <p:nvPr/>
        </p:nvGrpSpPr>
        <p:grpSpPr>
          <a:xfrm>
            <a:off x="5143500" y="2959100"/>
            <a:ext cx="990600" cy="1308100"/>
            <a:chOff x="5143500" y="2959100"/>
            <a:chExt cx="990600" cy="1308100"/>
          </a:xfrm>
        </p:grpSpPr>
        <p:grpSp>
          <p:nvGrpSpPr>
            <p:cNvPr id="129" name="Group 128">
              <a:extLst>
                <a:ext uri="{FF2B5EF4-FFF2-40B4-BE49-F238E27FC236}">
                  <a16:creationId xmlns:a16="http://schemas.microsoft.com/office/drawing/2014/main" id="{AFDCA678-F389-9146-BC39-44292D21247B}"/>
                </a:ext>
              </a:extLst>
            </p:cNvPr>
            <p:cNvGrpSpPr/>
            <p:nvPr/>
          </p:nvGrpSpPr>
          <p:grpSpPr>
            <a:xfrm>
              <a:off x="5143500" y="2959100"/>
              <a:ext cx="342900" cy="1308100"/>
              <a:chOff x="4673600" y="2946400"/>
              <a:chExt cx="342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31" name="Oval 130">
                <a:extLst>
                  <a:ext uri="{FF2B5EF4-FFF2-40B4-BE49-F238E27FC236}">
                    <a16:creationId xmlns:a16="http://schemas.microsoft.com/office/drawing/2014/main" id="{0254DDAE-1221-CF4A-8A44-FEBA056F68E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TextBox 131">
                <a:extLst>
                  <a:ext uri="{FF2B5EF4-FFF2-40B4-BE49-F238E27FC236}">
                    <a16:creationId xmlns:a16="http://schemas.microsoft.com/office/drawing/2014/main" id="{6449B0AA-1D8A-5A44-848E-EAA10CB19354}"/>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136" name="TextBox 135">
              <a:extLst>
                <a:ext uri="{FF2B5EF4-FFF2-40B4-BE49-F238E27FC236}">
                  <a16:creationId xmlns:a16="http://schemas.microsoft.com/office/drawing/2014/main" id="{37741EFF-00A6-6340-850A-7076A1D9EAD7}"/>
                </a:ext>
              </a:extLst>
            </p:cNvPr>
            <p:cNvSpPr txBox="1"/>
            <p:nvPr/>
          </p:nvSpPr>
          <p:spPr>
            <a:xfrm>
              <a:off x="5397500" y="34036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7" name="Group 156">
            <a:extLst>
              <a:ext uri="{FF2B5EF4-FFF2-40B4-BE49-F238E27FC236}">
                <a16:creationId xmlns:a16="http://schemas.microsoft.com/office/drawing/2014/main" id="{17C0BEEA-E132-6049-AB80-86336EC7D5A7}"/>
              </a:ext>
            </a:extLst>
          </p:cNvPr>
          <p:cNvGrpSpPr/>
          <p:nvPr/>
        </p:nvGrpSpPr>
        <p:grpSpPr>
          <a:xfrm>
            <a:off x="4749800" y="4826000"/>
            <a:ext cx="342900" cy="369332"/>
            <a:chOff x="2857500" y="6540500"/>
            <a:chExt cx="342900" cy="369332"/>
          </a:xfrm>
        </p:grpSpPr>
        <p:sp>
          <p:nvSpPr>
            <p:cNvPr id="155" name="Oval 154">
              <a:extLst>
                <a:ext uri="{FF2B5EF4-FFF2-40B4-BE49-F238E27FC236}">
                  <a16:creationId xmlns:a16="http://schemas.microsoft.com/office/drawing/2014/main" id="{EFE78511-B68D-FB48-9212-A7FDBA45240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9EF5F58F-2D7E-3946-8159-8928CB5C3E5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64" name="Group 163">
            <a:extLst>
              <a:ext uri="{FF2B5EF4-FFF2-40B4-BE49-F238E27FC236}">
                <a16:creationId xmlns:a16="http://schemas.microsoft.com/office/drawing/2014/main" id="{E9CF8CDB-DC01-AA47-85F5-A29BE5D0DF9D}"/>
              </a:ext>
            </a:extLst>
          </p:cNvPr>
          <p:cNvGrpSpPr/>
          <p:nvPr/>
        </p:nvGrpSpPr>
        <p:grpSpPr>
          <a:xfrm>
            <a:off x="4775200" y="5207000"/>
            <a:ext cx="342900" cy="369332"/>
            <a:chOff x="2857500" y="6540500"/>
            <a:chExt cx="342900" cy="369332"/>
          </a:xfrm>
        </p:grpSpPr>
        <p:sp>
          <p:nvSpPr>
            <p:cNvPr id="165" name="Oval 164">
              <a:extLst>
                <a:ext uri="{FF2B5EF4-FFF2-40B4-BE49-F238E27FC236}">
                  <a16:creationId xmlns:a16="http://schemas.microsoft.com/office/drawing/2014/main" id="{3382ECF7-AB3B-8E4F-8B8F-444D8E64911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TextBox 165">
              <a:extLst>
                <a:ext uri="{FF2B5EF4-FFF2-40B4-BE49-F238E27FC236}">
                  <a16:creationId xmlns:a16="http://schemas.microsoft.com/office/drawing/2014/main" id="{5B6967AA-7479-CD4D-9D2D-E2D06F1CC22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6</a:t>
              </a:r>
            </a:p>
          </p:txBody>
        </p:sp>
      </p:grpSp>
      <p:pic>
        <p:nvPicPr>
          <p:cNvPr id="167" name="Picture 166">
            <a:extLst>
              <a:ext uri="{FF2B5EF4-FFF2-40B4-BE49-F238E27FC236}">
                <a16:creationId xmlns:a16="http://schemas.microsoft.com/office/drawing/2014/main" id="{8C0658C3-4371-094D-A3A8-111CD786B250}"/>
              </a:ext>
            </a:extLst>
          </p:cNvPr>
          <p:cNvPicPr>
            <a:picLocks noChangeAspect="1"/>
          </p:cNvPicPr>
          <p:nvPr/>
        </p:nvPicPr>
        <p:blipFill>
          <a:blip r:embed="rId7"/>
          <a:stretch>
            <a:fillRect/>
          </a:stretch>
        </p:blipFill>
        <p:spPr>
          <a:xfrm>
            <a:off x="5016500" y="4394023"/>
            <a:ext cx="1790700" cy="1295576"/>
          </a:xfrm>
          <a:prstGeom prst="rect">
            <a:avLst/>
          </a:prstGeom>
        </p:spPr>
      </p:pic>
      <p:sp>
        <p:nvSpPr>
          <p:cNvPr id="168" name="TextBox 167">
            <a:extLst>
              <a:ext uri="{FF2B5EF4-FFF2-40B4-BE49-F238E27FC236}">
                <a16:creationId xmlns:a16="http://schemas.microsoft.com/office/drawing/2014/main" id="{74251AC0-F2E4-0045-A435-0B349688752E}"/>
              </a:ext>
            </a:extLst>
          </p:cNvPr>
          <p:cNvSpPr txBox="1"/>
          <p:nvPr/>
        </p:nvSpPr>
        <p:spPr>
          <a:xfrm>
            <a:off x="1917701" y="5803900"/>
            <a:ext cx="24257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page with embedded ad displayed</a:t>
            </a:r>
          </a:p>
        </p:txBody>
      </p:sp>
      <p:grpSp>
        <p:nvGrpSpPr>
          <p:cNvPr id="193" name="Group 192">
            <a:extLst>
              <a:ext uri="{FF2B5EF4-FFF2-40B4-BE49-F238E27FC236}">
                <a16:creationId xmlns:a16="http://schemas.microsoft.com/office/drawing/2014/main" id="{7B258242-158D-CE45-B466-E1D5CD19A109}"/>
              </a:ext>
            </a:extLst>
          </p:cNvPr>
          <p:cNvGrpSpPr/>
          <p:nvPr/>
        </p:nvGrpSpPr>
        <p:grpSpPr>
          <a:xfrm>
            <a:off x="584200" y="1511300"/>
            <a:ext cx="3403600" cy="830997"/>
            <a:chOff x="584200" y="1511300"/>
            <a:chExt cx="3403600" cy="830997"/>
          </a:xfrm>
        </p:grpSpPr>
        <p:sp>
          <p:nvSpPr>
            <p:cNvPr id="174" name="TextBox 173">
              <a:extLst>
                <a:ext uri="{FF2B5EF4-FFF2-40B4-BE49-F238E27FC236}">
                  <a16:creationId xmlns:a16="http://schemas.microsoft.com/office/drawing/2014/main" id="{62B02ED5-379C-594B-BC28-471D84933F65}"/>
                </a:ext>
              </a:extLst>
            </p:cNvPr>
            <p:cNvSpPr txBox="1"/>
            <p:nvPr/>
          </p:nvSpPr>
          <p:spPr>
            <a:xfrm>
              <a:off x="1016000" y="1511300"/>
              <a:ext cx="2971800" cy="830997"/>
            </a:xfrm>
            <a:prstGeom prst="rect">
              <a:avLst/>
            </a:prstGeom>
            <a:noFill/>
          </p:spPr>
          <p:txBody>
            <a:bodyPr wrap="square" rtlCol="0">
              <a:spAutoFit/>
            </a:bodyPr>
            <a:lstStyle/>
            <a:p>
              <a:pPr marL="50800" marR="0" lvl="0" indent="-127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GET base html file from nytimes.com</a:t>
              </a:r>
            </a:p>
          </p:txBody>
        </p:sp>
        <p:grpSp>
          <p:nvGrpSpPr>
            <p:cNvPr id="179" name="Group 178">
              <a:extLst>
                <a:ext uri="{FF2B5EF4-FFF2-40B4-BE49-F238E27FC236}">
                  <a16:creationId xmlns:a16="http://schemas.microsoft.com/office/drawing/2014/main" id="{A5B4B18B-B400-C145-96F8-F232E539CFBE}"/>
                </a:ext>
              </a:extLst>
            </p:cNvPr>
            <p:cNvGrpSpPr/>
            <p:nvPr/>
          </p:nvGrpSpPr>
          <p:grpSpPr>
            <a:xfrm>
              <a:off x="584200" y="1574800"/>
              <a:ext cx="304800" cy="369332"/>
              <a:chOff x="8953500" y="1841500"/>
              <a:chExt cx="304800" cy="369332"/>
            </a:xfrm>
          </p:grpSpPr>
          <p:sp>
            <p:nvSpPr>
              <p:cNvPr id="177" name="Oval 176">
                <a:extLst>
                  <a:ext uri="{FF2B5EF4-FFF2-40B4-BE49-F238E27FC236}">
                    <a16:creationId xmlns:a16="http://schemas.microsoft.com/office/drawing/2014/main" id="{FB3CE166-4808-6745-BCA9-C4BEEA1218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TextBox 177">
                <a:extLst>
                  <a:ext uri="{FF2B5EF4-FFF2-40B4-BE49-F238E27FC236}">
                    <a16:creationId xmlns:a16="http://schemas.microsoft.com/office/drawing/2014/main" id="{2BBFAD08-585E-5240-9260-EE05AAF71ADC}"/>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grpSp>
          <p:nvGrpSpPr>
            <p:cNvPr id="180" name="Group 179">
              <a:extLst>
                <a:ext uri="{FF2B5EF4-FFF2-40B4-BE49-F238E27FC236}">
                  <a16:creationId xmlns:a16="http://schemas.microsoft.com/office/drawing/2014/main" id="{ADE29A41-C1EE-5540-AF16-842A0469EC63}"/>
                </a:ext>
              </a:extLst>
            </p:cNvPr>
            <p:cNvGrpSpPr/>
            <p:nvPr/>
          </p:nvGrpSpPr>
          <p:grpSpPr>
            <a:xfrm>
              <a:off x="736600" y="1778000"/>
              <a:ext cx="314386" cy="369332"/>
              <a:chOff x="8953500" y="1841500"/>
              <a:chExt cx="314386" cy="369332"/>
            </a:xfrm>
          </p:grpSpPr>
          <p:sp>
            <p:nvSpPr>
              <p:cNvPr id="181" name="Oval 180">
                <a:extLst>
                  <a:ext uri="{FF2B5EF4-FFF2-40B4-BE49-F238E27FC236}">
                    <a16:creationId xmlns:a16="http://schemas.microsoft.com/office/drawing/2014/main" id="{B65E8865-B055-EF44-8C2B-640FA0F0A4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TextBox 181">
                <a:extLst>
                  <a:ext uri="{FF2B5EF4-FFF2-40B4-BE49-F238E27FC236}">
                    <a16:creationId xmlns:a16="http://schemas.microsoft.com/office/drawing/2014/main" id="{F5813BBC-13DC-5443-B040-D71A8262A6BB}"/>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grpSp>
        <p:nvGrpSpPr>
          <p:cNvPr id="194" name="Group 193">
            <a:extLst>
              <a:ext uri="{FF2B5EF4-FFF2-40B4-BE49-F238E27FC236}">
                <a16:creationId xmlns:a16="http://schemas.microsoft.com/office/drawing/2014/main" id="{C7715A16-8CAE-8B4E-A1FC-B57E478E27DD}"/>
              </a:ext>
            </a:extLst>
          </p:cNvPr>
          <p:cNvGrpSpPr/>
          <p:nvPr/>
        </p:nvGrpSpPr>
        <p:grpSpPr>
          <a:xfrm>
            <a:off x="546100" y="2527300"/>
            <a:ext cx="3162300" cy="830997"/>
            <a:chOff x="546100" y="2527300"/>
            <a:chExt cx="3162300" cy="830997"/>
          </a:xfrm>
        </p:grpSpPr>
        <p:sp>
          <p:nvSpPr>
            <p:cNvPr id="175" name="TextBox 174">
              <a:extLst>
                <a:ext uri="{FF2B5EF4-FFF2-40B4-BE49-F238E27FC236}">
                  <a16:creationId xmlns:a16="http://schemas.microsoft.com/office/drawing/2014/main" id="{02D93285-0615-7947-8708-3D8B9BB64404}"/>
                </a:ext>
              </a:extLst>
            </p:cNvPr>
            <p:cNvSpPr txBox="1"/>
            <p:nvPr/>
          </p:nvSpPr>
          <p:spPr>
            <a:xfrm>
              <a:off x="1041400" y="25273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fetch ad from AdX.com</a:t>
              </a:r>
            </a:p>
          </p:txBody>
        </p:sp>
        <p:grpSp>
          <p:nvGrpSpPr>
            <p:cNvPr id="184" name="Group 183">
              <a:extLst>
                <a:ext uri="{FF2B5EF4-FFF2-40B4-BE49-F238E27FC236}">
                  <a16:creationId xmlns:a16="http://schemas.microsoft.com/office/drawing/2014/main" id="{57AE4D44-F02C-2D4E-9145-D2F6EE3A1885}"/>
                </a:ext>
              </a:extLst>
            </p:cNvPr>
            <p:cNvGrpSpPr/>
            <p:nvPr/>
          </p:nvGrpSpPr>
          <p:grpSpPr>
            <a:xfrm>
              <a:off x="546100" y="2590800"/>
              <a:ext cx="304800" cy="369332"/>
              <a:chOff x="8953500" y="1841500"/>
              <a:chExt cx="304800" cy="369332"/>
            </a:xfrm>
          </p:grpSpPr>
          <p:sp>
            <p:nvSpPr>
              <p:cNvPr id="185" name="Oval 184">
                <a:extLst>
                  <a:ext uri="{FF2B5EF4-FFF2-40B4-BE49-F238E27FC236}">
                    <a16:creationId xmlns:a16="http://schemas.microsoft.com/office/drawing/2014/main" id="{249EEB0F-5470-0442-888E-F04587FF52B8}"/>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6" name="TextBox 185">
                <a:extLst>
                  <a:ext uri="{FF2B5EF4-FFF2-40B4-BE49-F238E27FC236}">
                    <a16:creationId xmlns:a16="http://schemas.microsoft.com/office/drawing/2014/main" id="{0726A5B0-8161-1949-BD7E-B8491563A898}"/>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87" name="Group 186">
              <a:extLst>
                <a:ext uri="{FF2B5EF4-FFF2-40B4-BE49-F238E27FC236}">
                  <a16:creationId xmlns:a16="http://schemas.microsoft.com/office/drawing/2014/main" id="{DCF0D85B-559C-0043-BC0A-4B9CAAD1277C}"/>
                </a:ext>
              </a:extLst>
            </p:cNvPr>
            <p:cNvGrpSpPr/>
            <p:nvPr/>
          </p:nvGrpSpPr>
          <p:grpSpPr>
            <a:xfrm>
              <a:off x="698500" y="2794000"/>
              <a:ext cx="314386" cy="369332"/>
              <a:chOff x="8953500" y="1841500"/>
              <a:chExt cx="314386" cy="369332"/>
            </a:xfrm>
          </p:grpSpPr>
          <p:sp>
            <p:nvSpPr>
              <p:cNvPr id="188" name="Oval 187">
                <a:extLst>
                  <a:ext uri="{FF2B5EF4-FFF2-40B4-BE49-F238E27FC236}">
                    <a16:creationId xmlns:a16="http://schemas.microsoft.com/office/drawing/2014/main" id="{29F5351A-FFDA-9C41-B98D-BAEFD8893FAF}"/>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9" name="TextBox 188">
                <a:extLst>
                  <a:ext uri="{FF2B5EF4-FFF2-40B4-BE49-F238E27FC236}">
                    <a16:creationId xmlns:a16="http://schemas.microsoft.com/office/drawing/2014/main" id="{99AA70F9-EC45-1640-B9B3-7A5389667E0F}"/>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grpSp>
        <p:nvGrpSpPr>
          <p:cNvPr id="195" name="Group 194">
            <a:extLst>
              <a:ext uri="{FF2B5EF4-FFF2-40B4-BE49-F238E27FC236}">
                <a16:creationId xmlns:a16="http://schemas.microsoft.com/office/drawing/2014/main" id="{A17A1A69-E5FB-634A-980A-BA06E2B4760D}"/>
              </a:ext>
            </a:extLst>
          </p:cNvPr>
          <p:cNvGrpSpPr/>
          <p:nvPr/>
        </p:nvGrpSpPr>
        <p:grpSpPr>
          <a:xfrm>
            <a:off x="635000" y="3556000"/>
            <a:ext cx="3060700" cy="830997"/>
            <a:chOff x="635000" y="3556000"/>
            <a:chExt cx="3060700" cy="830997"/>
          </a:xfrm>
        </p:grpSpPr>
        <p:sp>
          <p:nvSpPr>
            <p:cNvPr id="183" name="TextBox 182">
              <a:extLst>
                <a:ext uri="{FF2B5EF4-FFF2-40B4-BE49-F238E27FC236}">
                  <a16:creationId xmlns:a16="http://schemas.microsoft.com/office/drawing/2014/main" id="{BFA112D4-542F-074B-A5A3-B5D63B615FB7}"/>
                </a:ext>
              </a:extLst>
            </p:cNvPr>
            <p:cNvSpPr txBox="1"/>
            <p:nvPr/>
          </p:nvSpPr>
          <p:spPr>
            <a:xfrm>
              <a:off x="1028700" y="35560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display composed page</a:t>
              </a:r>
            </a:p>
          </p:txBody>
        </p:sp>
        <p:grpSp>
          <p:nvGrpSpPr>
            <p:cNvPr id="190" name="Group 189">
              <a:extLst>
                <a:ext uri="{FF2B5EF4-FFF2-40B4-BE49-F238E27FC236}">
                  <a16:creationId xmlns:a16="http://schemas.microsoft.com/office/drawing/2014/main" id="{77071AEA-F77B-F647-A058-71FC7F56BC9C}"/>
                </a:ext>
              </a:extLst>
            </p:cNvPr>
            <p:cNvGrpSpPr/>
            <p:nvPr/>
          </p:nvGrpSpPr>
          <p:grpSpPr>
            <a:xfrm>
              <a:off x="635000" y="3619500"/>
              <a:ext cx="314386" cy="369332"/>
              <a:chOff x="8953500" y="1841500"/>
              <a:chExt cx="314386" cy="369332"/>
            </a:xfrm>
          </p:grpSpPr>
          <p:sp>
            <p:nvSpPr>
              <p:cNvPr id="191" name="Oval 190">
                <a:extLst>
                  <a:ext uri="{FF2B5EF4-FFF2-40B4-BE49-F238E27FC236}">
                    <a16:creationId xmlns:a16="http://schemas.microsoft.com/office/drawing/2014/main" id="{DB3F81B8-82F8-EB45-A850-DEA61F4BA53B}"/>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TextBox 191">
                <a:extLst>
                  <a:ext uri="{FF2B5EF4-FFF2-40B4-BE49-F238E27FC236}">
                    <a16:creationId xmlns:a16="http://schemas.microsoft.com/office/drawing/2014/main" id="{1791ABF8-1237-F049-99EC-B939206A2685}"/>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7</a:t>
                </a:r>
              </a:p>
            </p:txBody>
          </p:sp>
        </p:grpSp>
      </p:grpSp>
    </p:spTree>
    <p:extLst>
      <p:ext uri="{BB962C8B-B14F-4D97-AF65-F5344CB8AC3E}">
        <p14:creationId xmlns:p14="http://schemas.microsoft.com/office/powerpoint/2010/main" val="8149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37"/>
                                        </p:tgtEl>
                                        <p:attrNameLst>
                                          <p:attrName>style.visibility</p:attrName>
                                        </p:attrNameLst>
                                      </p:cBhvr>
                                      <p:to>
                                        <p:strVal val="visible"/>
                                      </p:to>
                                    </p:set>
                                    <p:animEffect transition="in" filter="wipe(down)">
                                      <p:cBhvr>
                                        <p:cTn id="7" dur="1000"/>
                                        <p:tgtEl>
                                          <p:spTgt spid="137"/>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138"/>
                                        </p:tgtEl>
                                        <p:attrNameLst>
                                          <p:attrName>style.visibility</p:attrName>
                                        </p:attrNameLst>
                                      </p:cBhvr>
                                      <p:to>
                                        <p:strVal val="visible"/>
                                      </p:to>
                                    </p:set>
                                    <p:animEffect transition="in" filter="wipe(up)">
                                      <p:cBhvr>
                                        <p:cTn id="11" dur="1000"/>
                                        <p:tgtEl>
                                          <p:spTgt spid="138"/>
                                        </p:tgtEl>
                                      </p:cBhvr>
                                    </p:animEffect>
                                  </p:childTnLst>
                                </p:cTn>
                              </p:par>
                              <p:par>
                                <p:cTn id="12" presetID="9" presetClass="entr" presetSubtype="0" fill="hold" nodeType="withEffect">
                                  <p:stCondLst>
                                    <p:cond delay="0"/>
                                  </p:stCondLst>
                                  <p:childTnLst>
                                    <p:set>
                                      <p:cBhvr>
                                        <p:cTn id="13" dur="1" fill="hold">
                                          <p:stCondLst>
                                            <p:cond delay="0"/>
                                          </p:stCondLst>
                                        </p:cTn>
                                        <p:tgtEl>
                                          <p:spTgt spid="193"/>
                                        </p:tgtEl>
                                        <p:attrNameLst>
                                          <p:attrName>style.visibility</p:attrName>
                                        </p:attrNameLst>
                                      </p:cBhvr>
                                      <p:to>
                                        <p:strVal val="visible"/>
                                      </p:to>
                                    </p:set>
                                    <p:animEffect transition="in" filter="dissolve">
                                      <p:cBhvr>
                                        <p:cTn id="14" dur="500"/>
                                        <p:tgtEl>
                                          <p:spTgt spid="193"/>
                                        </p:tgtEl>
                                      </p:cBhvr>
                                    </p:animEffect>
                                  </p:childTnLst>
                                </p:cTn>
                              </p:par>
                            </p:childTnLst>
                          </p:cTn>
                        </p:par>
                        <p:par>
                          <p:cTn id="15" fill="hold">
                            <p:stCondLst>
                              <p:cond delay="2000"/>
                            </p:stCondLst>
                            <p:childTnLst>
                              <p:par>
                                <p:cTn id="16" presetID="0" presetClass="path" presetSubtype="0" accel="50000" decel="50000" fill="hold" nodeType="afterEffect">
                                  <p:stCondLst>
                                    <p:cond delay="0"/>
                                  </p:stCondLst>
                                  <p:childTnLst>
                                    <p:animMotion origin="layout" path="M -0.00222 -0.01019 L -0.00013 0.46018 " pathEditMode="relative" rAng="0" ptsTypes="AA">
                                      <p:cBhvr>
                                        <p:cTn id="17" dur="2000" fill="hold"/>
                                        <p:tgtEl>
                                          <p:spTgt spid="120"/>
                                        </p:tgtEl>
                                        <p:attrNameLst>
                                          <p:attrName>ppt_x</p:attrName>
                                          <p:attrName>ppt_y</p:attrName>
                                        </p:attrNameLst>
                                      </p:cBhvr>
                                      <p:rCtr x="104" y="23519"/>
                                    </p:animMotion>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57"/>
                                        </p:tgtEl>
                                        <p:attrNameLst>
                                          <p:attrName>style.visibility</p:attrName>
                                        </p:attrNameLst>
                                      </p:cBhvr>
                                      <p:to>
                                        <p:strVal val="visible"/>
                                      </p:to>
                                    </p:set>
                                    <p:animEffect transition="in" filter="dissolve">
                                      <p:cBhvr>
                                        <p:cTn id="22" dur="500"/>
                                        <p:tgtEl>
                                          <p:spTgt spid="15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40"/>
                                        </p:tgtEl>
                                        <p:attrNameLst>
                                          <p:attrName>style.visibility</p:attrName>
                                        </p:attrNameLst>
                                      </p:cBhvr>
                                      <p:to>
                                        <p:strVal val="visible"/>
                                      </p:to>
                                    </p:set>
                                    <p:animEffect transition="in" filter="wipe(left)">
                                      <p:cBhvr>
                                        <p:cTn id="27" dur="500"/>
                                        <p:tgtEl>
                                          <p:spTgt spid="140"/>
                                        </p:tgtEl>
                                      </p:cBhvr>
                                    </p:animEffect>
                                  </p:childTnLst>
                                </p:cTn>
                              </p:par>
                            </p:childTnLst>
                          </p:cTn>
                        </p:par>
                        <p:par>
                          <p:cTn id="28" fill="hold">
                            <p:stCondLst>
                              <p:cond delay="500"/>
                            </p:stCondLst>
                            <p:childTnLst>
                              <p:par>
                                <p:cTn id="29" presetID="22" presetClass="entr" presetSubtype="2"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wipe(right)">
                                      <p:cBhvr>
                                        <p:cTn id="31" dur="500"/>
                                        <p:tgtEl>
                                          <p:spTgt spid="160"/>
                                        </p:tgtEl>
                                      </p:cBhvr>
                                    </p:animEffect>
                                  </p:childTnLst>
                                </p:cTn>
                              </p:par>
                              <p:par>
                                <p:cTn id="32" presetID="9" presetClass="entr" presetSubtype="0" fill="hold" nodeType="withEffect">
                                  <p:stCondLst>
                                    <p:cond delay="0"/>
                                  </p:stCondLst>
                                  <p:childTnLst>
                                    <p:set>
                                      <p:cBhvr>
                                        <p:cTn id="33" dur="1" fill="hold">
                                          <p:stCondLst>
                                            <p:cond delay="0"/>
                                          </p:stCondLst>
                                        </p:cTn>
                                        <p:tgtEl>
                                          <p:spTgt spid="194"/>
                                        </p:tgtEl>
                                        <p:attrNameLst>
                                          <p:attrName>style.visibility</p:attrName>
                                        </p:attrNameLst>
                                      </p:cBhvr>
                                      <p:to>
                                        <p:strVal val="visible"/>
                                      </p:to>
                                    </p:set>
                                    <p:animEffect transition="in" filter="dissolve">
                                      <p:cBhvr>
                                        <p:cTn id="34" dur="500"/>
                                        <p:tgtEl>
                                          <p:spTgt spid="194"/>
                                        </p:tgtEl>
                                      </p:cBhvr>
                                    </p:animEffect>
                                  </p:childTnLst>
                                </p:cTn>
                              </p:par>
                            </p:childTnLst>
                          </p:cTn>
                        </p:par>
                        <p:par>
                          <p:cTn id="35" fill="hold">
                            <p:stCondLst>
                              <p:cond delay="1000"/>
                            </p:stCondLst>
                            <p:childTnLst>
                              <p:par>
                                <p:cTn id="36" presetID="0" presetClass="path" presetSubtype="0" accel="50000" decel="50000" fill="hold" nodeType="afterEffect">
                                  <p:stCondLst>
                                    <p:cond delay="0"/>
                                  </p:stCondLst>
                                  <p:childTnLst>
                                    <p:animMotion origin="layout" path="M 0.00235 -0.00093 L -0.26146 0.00532 " pathEditMode="relative" rAng="0" ptsTypes="AA">
                                      <p:cBhvr>
                                        <p:cTn id="37" dur="2000" fill="hold"/>
                                        <p:tgtEl>
                                          <p:spTgt spid="121"/>
                                        </p:tgtEl>
                                        <p:attrNameLst>
                                          <p:attrName>ppt_x</p:attrName>
                                          <p:attrName>ppt_y</p:attrName>
                                        </p:attrNameLst>
                                      </p:cBhvr>
                                      <p:rCtr x="-13190" y="301"/>
                                    </p:animMotion>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64"/>
                                        </p:tgtEl>
                                        <p:attrNameLst>
                                          <p:attrName>style.visibility</p:attrName>
                                        </p:attrNameLst>
                                      </p:cBhvr>
                                      <p:to>
                                        <p:strVal val="visible"/>
                                      </p:to>
                                    </p:set>
                                    <p:animEffect transition="in" filter="dissolve">
                                      <p:cBhvr>
                                        <p:cTn id="42" dur="500"/>
                                        <p:tgtEl>
                                          <p:spTgt spid="164"/>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67"/>
                                        </p:tgtEl>
                                        <p:attrNameLst>
                                          <p:attrName>style.visibility</p:attrName>
                                        </p:attrNameLst>
                                      </p:cBhvr>
                                      <p:to>
                                        <p:strVal val="visible"/>
                                      </p:to>
                                    </p:set>
                                    <p:animEffect transition="in" filter="dissolve">
                                      <p:cBhvr>
                                        <p:cTn id="47" dur="500"/>
                                        <p:tgtEl>
                                          <p:spTgt spid="167"/>
                                        </p:tgtEl>
                                      </p:cBhvr>
                                    </p:animEffect>
                                  </p:childTnLst>
                                </p:cTn>
                              </p:par>
                            </p:childTnLst>
                          </p:cTn>
                        </p:par>
                        <p:par>
                          <p:cTn id="48" fill="hold">
                            <p:stCondLst>
                              <p:cond delay="500"/>
                            </p:stCondLst>
                            <p:childTnLst>
                              <p:par>
                                <p:cTn id="49" presetID="0" presetClass="path" presetSubtype="0" accel="50000" decel="50000" fill="hold" nodeType="afterEffect">
                                  <p:stCondLst>
                                    <p:cond delay="0"/>
                                  </p:stCondLst>
                                  <p:childTnLst>
                                    <p:animMotion origin="layout" path="M -0.00052 -0.00371 L -0.22657 0.00185 " pathEditMode="relative" rAng="0" ptsTypes="AA">
                                      <p:cBhvr>
                                        <p:cTn id="50" dur="2000" fill="hold"/>
                                        <p:tgtEl>
                                          <p:spTgt spid="167"/>
                                        </p:tgtEl>
                                        <p:attrNameLst>
                                          <p:attrName>ppt_x</p:attrName>
                                          <p:attrName>ppt_y</p:attrName>
                                        </p:attrNameLst>
                                      </p:cBhvr>
                                      <p:rCtr x="-11302" y="278"/>
                                    </p:animMotion>
                                  </p:childTnLst>
                                </p:cTn>
                              </p:par>
                              <p:par>
                                <p:cTn id="51" presetID="9" presetClass="exit" presetSubtype="0" fill="hold" nodeType="withEffect">
                                  <p:stCondLst>
                                    <p:cond delay="0"/>
                                  </p:stCondLst>
                                  <p:childTnLst>
                                    <p:animEffect transition="out" filter="dissolve">
                                      <p:cBhvr>
                                        <p:cTn id="52" dur="500"/>
                                        <p:tgtEl>
                                          <p:spTgt spid="120"/>
                                        </p:tgtEl>
                                      </p:cBhvr>
                                    </p:animEffect>
                                    <p:set>
                                      <p:cBhvr>
                                        <p:cTn id="53" dur="1" fill="hold">
                                          <p:stCondLst>
                                            <p:cond delay="499"/>
                                          </p:stCondLst>
                                        </p:cTn>
                                        <p:tgtEl>
                                          <p:spTgt spid="120"/>
                                        </p:tgtEl>
                                        <p:attrNameLst>
                                          <p:attrName>style.visibility</p:attrName>
                                        </p:attrNameLst>
                                      </p:cBhvr>
                                      <p:to>
                                        <p:strVal val="hidden"/>
                                      </p:to>
                                    </p:set>
                                  </p:childTnLst>
                                </p:cTn>
                              </p:par>
                              <p:par>
                                <p:cTn id="54" presetID="9" presetClass="exit" presetSubtype="0" fill="hold" nodeType="withEffect">
                                  <p:stCondLst>
                                    <p:cond delay="0"/>
                                  </p:stCondLst>
                                  <p:childTnLst>
                                    <p:animEffect transition="out" filter="dissolve">
                                      <p:cBhvr>
                                        <p:cTn id="55" dur="500"/>
                                        <p:tgtEl>
                                          <p:spTgt spid="121"/>
                                        </p:tgtEl>
                                      </p:cBhvr>
                                    </p:animEffect>
                                    <p:set>
                                      <p:cBhvr>
                                        <p:cTn id="56" dur="1" fill="hold">
                                          <p:stCondLst>
                                            <p:cond delay="499"/>
                                          </p:stCondLst>
                                        </p:cTn>
                                        <p:tgtEl>
                                          <p:spTgt spid="121"/>
                                        </p:tgtEl>
                                        <p:attrNameLst>
                                          <p:attrName>style.visibility</p:attrName>
                                        </p:attrNameLst>
                                      </p:cBhvr>
                                      <p:to>
                                        <p:strVal val="hidden"/>
                                      </p:to>
                                    </p:set>
                                  </p:childTnLst>
                                </p:cTn>
                              </p:par>
                            </p:childTnLst>
                          </p:cTn>
                        </p:par>
                        <p:par>
                          <p:cTn id="57" fill="hold">
                            <p:stCondLst>
                              <p:cond delay="2500"/>
                            </p:stCondLst>
                            <p:childTnLst>
                              <p:par>
                                <p:cTn id="58" presetID="9" presetClass="entr" presetSubtype="0" fill="hold" grpId="0" nodeType="afterEffect">
                                  <p:stCondLst>
                                    <p:cond delay="0"/>
                                  </p:stCondLst>
                                  <p:childTnLst>
                                    <p:set>
                                      <p:cBhvr>
                                        <p:cTn id="59" dur="1" fill="hold">
                                          <p:stCondLst>
                                            <p:cond delay="0"/>
                                          </p:stCondLst>
                                        </p:cTn>
                                        <p:tgtEl>
                                          <p:spTgt spid="168"/>
                                        </p:tgtEl>
                                        <p:attrNameLst>
                                          <p:attrName>style.visibility</p:attrName>
                                        </p:attrNameLst>
                                      </p:cBhvr>
                                      <p:to>
                                        <p:strVal val="visible"/>
                                      </p:to>
                                    </p:set>
                                    <p:animEffect transition="in" filter="dissolve">
                                      <p:cBhvr>
                                        <p:cTn id="60" dur="500"/>
                                        <p:tgtEl>
                                          <p:spTgt spid="168"/>
                                        </p:tgtEl>
                                      </p:cBhvr>
                                    </p:animEffect>
                                  </p:childTnLst>
                                </p:cTn>
                              </p:par>
                              <p:par>
                                <p:cTn id="61" presetID="9" presetClass="entr" presetSubtype="0" fill="hold" nodeType="withEffect">
                                  <p:stCondLst>
                                    <p:cond delay="0"/>
                                  </p:stCondLst>
                                  <p:childTnLst>
                                    <p:set>
                                      <p:cBhvr>
                                        <p:cTn id="62" dur="1" fill="hold">
                                          <p:stCondLst>
                                            <p:cond delay="0"/>
                                          </p:stCondLst>
                                        </p:cTn>
                                        <p:tgtEl>
                                          <p:spTgt spid="195"/>
                                        </p:tgtEl>
                                        <p:attrNameLst>
                                          <p:attrName>style.visibility</p:attrName>
                                        </p:attrNameLst>
                                      </p:cBhvr>
                                      <p:to>
                                        <p:strVal val="visible"/>
                                      </p:to>
                                    </p:set>
                                    <p:animEffect transition="in" filter="dissolve">
                                      <p:cBhvr>
                                        <p:cTn id="63" dur="500"/>
                                        <p:tgtEl>
                                          <p:spTgt spid="1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5726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(sports)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grpSp>
        <p:nvGrpSpPr>
          <p:cNvPr id="12" name="Group 11">
            <a:extLst>
              <a:ext uri="{FF2B5EF4-FFF2-40B4-BE49-F238E27FC236}">
                <a16:creationId xmlns:a16="http://schemas.microsoft.com/office/drawing/2014/main" id="{4B7804DB-C2BE-234C-BAF8-001A3C11A353}"/>
              </a:ext>
            </a:extLst>
          </p:cNvPr>
          <p:cNvGrpSpPr/>
          <p:nvPr/>
        </p:nvGrpSpPr>
        <p:grpSpPr>
          <a:xfrm>
            <a:off x="5029200" y="2971800"/>
            <a:ext cx="1866900" cy="1308100"/>
            <a:chOff x="5232400" y="2959100"/>
            <a:chExt cx="1866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5321300" y="29591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7C61A80-CE02-B448-B5E3-EBFF6D673BFC}"/>
                </a:ext>
              </a:extLst>
            </p:cNvPr>
            <p:cNvGrpSpPr/>
            <p:nvPr/>
          </p:nvGrpSpPr>
          <p:grpSpPr>
            <a:xfrm>
              <a:off x="5232400" y="3289300"/>
              <a:ext cx="1866900" cy="763946"/>
              <a:chOff x="6464300" y="3225800"/>
              <a:chExt cx="1866900" cy="763946"/>
            </a:xfrm>
          </p:grpSpPr>
          <p:sp>
            <p:nvSpPr>
              <p:cNvPr id="136" name="TextBox 135">
                <a:extLst>
                  <a:ext uri="{FF2B5EF4-FFF2-40B4-BE49-F238E27FC236}">
                    <a16:creationId xmlns:a16="http://schemas.microsoft.com/office/drawing/2014/main" id="{37741EFF-00A6-6340-850A-7076A1D9EAD7}"/>
                  </a:ext>
                </a:extLst>
              </p:cNvPr>
              <p:cNvSpPr txBox="1"/>
              <p:nvPr/>
            </p:nvSpPr>
            <p:spPr>
              <a:xfrm>
                <a:off x="6540500" y="32258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52" name="TextBox 151">
                <a:extLst>
                  <a:ext uri="{FF2B5EF4-FFF2-40B4-BE49-F238E27FC236}">
                    <a16:creationId xmlns:a16="http://schemas.microsoft.com/office/drawing/2014/main" id="{920ECA3E-DA6F-244F-AC0C-FD318708283A}"/>
                  </a:ext>
                </a:extLst>
              </p:cNvPr>
              <p:cNvSpPr txBox="1"/>
              <p:nvPr/>
            </p:nvSpPr>
            <p:spPr>
              <a:xfrm>
                <a:off x="6464300" y="3670300"/>
                <a:ext cx="18669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grpSp>
        <p:nvGrpSpPr>
          <p:cNvPr id="20" name="Group 19">
            <a:extLst>
              <a:ext uri="{FF2B5EF4-FFF2-40B4-BE49-F238E27FC236}">
                <a16:creationId xmlns:a16="http://schemas.microsoft.com/office/drawing/2014/main" id="{800BBD88-33EF-3947-884A-6B491783249E}"/>
              </a:ext>
            </a:extLst>
          </p:cNvPr>
          <p:cNvGrpSpPr/>
          <p:nvPr/>
        </p:nvGrpSpPr>
        <p:grpSpPr>
          <a:xfrm>
            <a:off x="5829300" y="4457700"/>
            <a:ext cx="2565400" cy="826532"/>
            <a:chOff x="5829300" y="4457700"/>
            <a:chExt cx="2565400" cy="826532"/>
          </a:xfrm>
        </p:grpSpPr>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3" name="Group 152">
              <a:extLst>
                <a:ext uri="{FF2B5EF4-FFF2-40B4-BE49-F238E27FC236}">
                  <a16:creationId xmlns:a16="http://schemas.microsoft.com/office/drawing/2014/main" id="{8CA521F4-EC55-8C40-BE52-D9669FC5CF74}"/>
                </a:ext>
              </a:extLst>
            </p:cNvPr>
            <p:cNvGrpSpPr/>
            <p:nvPr/>
          </p:nvGrpSpPr>
          <p:grpSpPr>
            <a:xfrm>
              <a:off x="5829300" y="4457700"/>
              <a:ext cx="2565400" cy="522848"/>
              <a:chOff x="6667500" y="3098800"/>
              <a:chExt cx="2565400" cy="522848"/>
            </a:xfrm>
          </p:grpSpPr>
          <p:sp>
            <p:nvSpPr>
              <p:cNvPr id="154" name="TextBox 153">
                <a:extLst>
                  <a:ext uri="{FF2B5EF4-FFF2-40B4-BE49-F238E27FC236}">
                    <a16:creationId xmlns:a16="http://schemas.microsoft.com/office/drawing/2014/main" id="{77BC8A21-6CB2-204F-A591-9C029E2F841E}"/>
                  </a:ext>
                </a:extLst>
              </p:cNvPr>
              <p:cNvSpPr txBox="1"/>
              <p:nvPr/>
            </p:nvSpPr>
            <p:spPr>
              <a:xfrm>
                <a:off x="6667500" y="30988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158" name="TextBox 157">
                <a:extLst>
                  <a:ext uri="{FF2B5EF4-FFF2-40B4-BE49-F238E27FC236}">
                    <a16:creationId xmlns:a16="http://schemas.microsoft.com/office/drawing/2014/main" id="{3AD5EFFE-CDD2-424B-B7F3-2CE29BF214C0}"/>
                  </a:ext>
                </a:extLst>
              </p:cNvPr>
              <p:cNvSpPr txBox="1"/>
              <p:nvPr/>
            </p:nvSpPr>
            <p:spPr>
              <a:xfrm>
                <a:off x="6718300" y="3327400"/>
                <a:ext cx="2514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 Times Sports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0" name="Group 49">
            <a:extLst>
              <a:ext uri="{FF2B5EF4-FFF2-40B4-BE49-F238E27FC236}">
                <a16:creationId xmlns:a16="http://schemas.microsoft.com/office/drawing/2014/main" id="{B98A3665-4E7C-D848-BE58-FE2952708C34}"/>
              </a:ext>
            </a:extLst>
          </p:cNvPr>
          <p:cNvGrpSpPr/>
          <p:nvPr/>
        </p:nvGrpSpPr>
        <p:grpSpPr>
          <a:xfrm>
            <a:off x="6032500" y="5308600"/>
            <a:ext cx="2641600" cy="840348"/>
            <a:chOff x="6032500" y="5308600"/>
            <a:chExt cx="2641600" cy="840348"/>
          </a:xfrm>
        </p:grpSpPr>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59" name="Group 158">
              <a:extLst>
                <a:ext uri="{FF2B5EF4-FFF2-40B4-BE49-F238E27FC236}">
                  <a16:creationId xmlns:a16="http://schemas.microsoft.com/office/drawing/2014/main" id="{22DEA1DD-5EEE-1C4E-A637-02C9F65CF6D5}"/>
                </a:ext>
              </a:extLst>
            </p:cNvPr>
            <p:cNvGrpSpPr/>
            <p:nvPr/>
          </p:nvGrpSpPr>
          <p:grpSpPr>
            <a:xfrm>
              <a:off x="6032500" y="5600700"/>
              <a:ext cx="2641600" cy="548248"/>
              <a:chOff x="6680200" y="3187700"/>
              <a:chExt cx="2641600" cy="548248"/>
            </a:xfrm>
          </p:grpSpPr>
          <p:sp>
            <p:nvSpPr>
              <p:cNvPr id="172" name="TextBox 171">
                <a:extLst>
                  <a:ext uri="{FF2B5EF4-FFF2-40B4-BE49-F238E27FC236}">
                    <a16:creationId xmlns:a16="http://schemas.microsoft.com/office/drawing/2014/main" id="{FE94D7BC-7D81-274A-9509-DEE4B740FB74}"/>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73" name="TextBox 172">
                <a:extLst>
                  <a:ext uri="{FF2B5EF4-FFF2-40B4-BE49-F238E27FC236}">
                    <a16:creationId xmlns:a16="http://schemas.microsoft.com/office/drawing/2014/main" id="{1EAA195E-8C8C-1845-9D1B-8381449D13DE}"/>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grpSp>
        <p:nvGrpSpPr>
          <p:cNvPr id="51" name="Group 50">
            <a:extLst>
              <a:ext uri="{FF2B5EF4-FFF2-40B4-BE49-F238E27FC236}">
                <a16:creationId xmlns:a16="http://schemas.microsoft.com/office/drawing/2014/main" id="{04308279-3BAC-D944-AE86-6E42E65336C0}"/>
              </a:ext>
            </a:extLst>
          </p:cNvPr>
          <p:cNvGrpSpPr/>
          <p:nvPr/>
        </p:nvGrpSpPr>
        <p:grpSpPr>
          <a:xfrm>
            <a:off x="3771900" y="2946400"/>
            <a:ext cx="1473200" cy="1308100"/>
            <a:chOff x="3771900" y="2946400"/>
            <a:chExt cx="14732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68CF91E3-8CC2-014A-9E16-B2CE362C31BA}"/>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sp>
        <p:nvSpPr>
          <p:cNvPr id="120" name="TextBox 119">
            <a:extLst>
              <a:ext uri="{FF2B5EF4-FFF2-40B4-BE49-F238E27FC236}">
                <a16:creationId xmlns:a16="http://schemas.microsoft.com/office/drawing/2014/main" id="{4F53035E-3334-0D4F-B133-C4B1561EA164}"/>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52" name="Group 51">
            <a:extLst>
              <a:ext uri="{FF2B5EF4-FFF2-40B4-BE49-F238E27FC236}">
                <a16:creationId xmlns:a16="http://schemas.microsoft.com/office/drawing/2014/main" id="{0B59CE8A-0F27-A146-A4D1-2760DF031A50}"/>
              </a:ext>
            </a:extLst>
          </p:cNvPr>
          <p:cNvGrpSpPr/>
          <p:nvPr/>
        </p:nvGrpSpPr>
        <p:grpSpPr>
          <a:xfrm>
            <a:off x="5670332" y="2112579"/>
            <a:ext cx="5759667" cy="3920359"/>
            <a:chOff x="5670332" y="2112579"/>
            <a:chExt cx="5759667" cy="3920359"/>
          </a:xfrm>
        </p:grpSpPr>
        <p:sp>
          <p:nvSpPr>
            <p:cNvPr id="2" name="TextBox 1">
              <a:extLst>
                <a:ext uri="{FF2B5EF4-FFF2-40B4-BE49-F238E27FC236}">
                  <a16:creationId xmlns:a16="http://schemas.microsoft.com/office/drawing/2014/main" id="{9F9DB321-5A1F-8649-9D26-BF0186CA01CF}"/>
                </a:ext>
              </a:extLst>
            </p:cNvPr>
            <p:cNvSpPr txBox="1"/>
            <p:nvPr/>
          </p:nvSpPr>
          <p:spPr>
            <a:xfrm>
              <a:off x="8623738" y="2427890"/>
              <a:ext cx="2806261"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“first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chose to visit (provides base html file)</a:t>
              </a:r>
            </a:p>
          </p:txBody>
        </p:sp>
        <p:cxnSp>
          <p:nvCxnSpPr>
            <p:cNvPr id="11" name="Straight Connector 10">
              <a:extLst>
                <a:ext uri="{FF2B5EF4-FFF2-40B4-BE49-F238E27FC236}">
                  <a16:creationId xmlns:a16="http://schemas.microsoft.com/office/drawing/2014/main" id="{28F40397-9A27-6B43-8B1F-E2230399C658}"/>
                </a:ext>
              </a:extLst>
            </p:cNvPr>
            <p:cNvCxnSpPr/>
            <p:nvPr/>
          </p:nvCxnSpPr>
          <p:spPr>
            <a:xfrm flipH="1" flipV="1">
              <a:off x="7425559" y="2112579"/>
              <a:ext cx="1213944" cy="45720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45E86D2A-2489-6B42-BA9F-B2D8B99656A4}"/>
                </a:ext>
              </a:extLst>
            </p:cNvPr>
            <p:cNvCxnSpPr>
              <a:cxnSpLocks/>
            </p:cNvCxnSpPr>
            <p:nvPr/>
          </p:nvCxnSpPr>
          <p:spPr>
            <a:xfrm flipH="1">
              <a:off x="5670332" y="2585545"/>
              <a:ext cx="2969171" cy="3447393"/>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5C3FE298-29AC-B44F-87D3-1F8763BA5D0F}"/>
              </a:ext>
            </a:extLst>
          </p:cNvPr>
          <p:cNvGrpSpPr/>
          <p:nvPr/>
        </p:nvGrpSpPr>
        <p:grpSpPr>
          <a:xfrm>
            <a:off x="814558" y="5481147"/>
            <a:ext cx="3877874" cy="1015663"/>
            <a:chOff x="9112474" y="3373822"/>
            <a:chExt cx="3877874" cy="1015663"/>
          </a:xfrm>
        </p:grpSpPr>
        <p:sp>
          <p:nvSpPr>
            <p:cNvPr id="126" name="TextBox 125">
              <a:extLst>
                <a:ext uri="{FF2B5EF4-FFF2-40B4-BE49-F238E27FC236}">
                  <a16:creationId xmlns:a16="http://schemas.microsoft.com/office/drawing/2014/main" id="{EE0A76CD-2A30-FB4B-86F4-85E1E4848582}"/>
                </a:ext>
              </a:extLst>
            </p:cNvPr>
            <p:cNvSpPr txBox="1"/>
            <p:nvPr/>
          </p:nvSpPr>
          <p:spPr>
            <a:xfrm>
              <a:off x="9112474" y="3373822"/>
              <a:ext cx="280626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“third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did </a:t>
              </a:r>
              <a:r>
                <a:rPr kumimoji="0" lang="en-US" sz="2000" b="0" i="1" u="sng"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choose to visit</a:t>
              </a:r>
            </a:p>
          </p:txBody>
        </p:sp>
        <p:cxnSp>
          <p:nvCxnSpPr>
            <p:cNvPr id="127" name="Straight Connector 126">
              <a:extLst>
                <a:ext uri="{FF2B5EF4-FFF2-40B4-BE49-F238E27FC236}">
                  <a16:creationId xmlns:a16="http://schemas.microsoft.com/office/drawing/2014/main" id="{D41F550D-F42E-F949-B025-A8099E69051A}"/>
                </a:ext>
              </a:extLst>
            </p:cNvPr>
            <p:cNvCxnSpPr>
              <a:cxnSpLocks/>
            </p:cNvCxnSpPr>
            <p:nvPr/>
          </p:nvCxnSpPr>
          <p:spPr>
            <a:xfrm flipH="1">
              <a:off x="10804635" y="4198741"/>
              <a:ext cx="2185713" cy="10651"/>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91119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ipe(down)">
                                      <p:cBhvr>
                                        <p:cTn id="7" dur="5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up)">
                                      <p:cBhvr>
                                        <p:cTn id="17" dur="500"/>
                                        <p:tgtEl>
                                          <p:spTgt spid="12"/>
                                        </p:tgtEl>
                                      </p:cBhvr>
                                    </p:animEffect>
                                  </p:childTnLst>
                                </p:cTn>
                              </p:par>
                              <p:par>
                                <p:cTn id="18" presetID="9" presetClass="exit" presetSubtype="0" fill="hold" nodeType="withEffect">
                                  <p:stCondLst>
                                    <p:cond delay="0"/>
                                  </p:stCondLst>
                                  <p:childTnLst>
                                    <p:animEffect transition="out" filter="dissolve">
                                      <p:cBhvr>
                                        <p:cTn id="19" dur="500"/>
                                        <p:tgtEl>
                                          <p:spTgt spid="51"/>
                                        </p:tgtEl>
                                      </p:cBhvr>
                                    </p:animEffect>
                                    <p:set>
                                      <p:cBhvr>
                                        <p:cTn id="20" dur="1" fill="hold">
                                          <p:stCondLst>
                                            <p:cond delay="499"/>
                                          </p:stCondLst>
                                        </p:cTn>
                                        <p:tgtEl>
                                          <p:spTgt spid="51"/>
                                        </p:tgtEl>
                                        <p:attrNameLst>
                                          <p:attrName>style.visibility</p:attrName>
                                        </p:attrNameLst>
                                      </p:cBhvr>
                                      <p:to>
                                        <p:strVal val="hidden"/>
                                      </p:to>
                                    </p:set>
                                  </p:childTnLst>
                                </p:cTn>
                              </p:par>
                            </p:childTnLst>
                          </p:cTn>
                        </p:par>
                        <p:par>
                          <p:cTn id="21" fill="hold">
                            <p:stCondLst>
                              <p:cond delay="500"/>
                            </p:stCondLst>
                            <p:childTnLst>
                              <p:par>
                                <p:cTn id="22" presetID="9" presetClass="entr" presetSubtype="0" fill="hold" grpId="0" nodeType="afterEffect">
                                  <p:stCondLst>
                                    <p:cond delay="0"/>
                                  </p:stCondLst>
                                  <p:childTnLst>
                                    <p:set>
                                      <p:cBhvr>
                                        <p:cTn id="23" dur="1" fill="hold">
                                          <p:stCondLst>
                                            <p:cond delay="0"/>
                                          </p:stCondLst>
                                        </p:cTn>
                                        <p:tgtEl>
                                          <p:spTgt spid="134"/>
                                        </p:tgtEl>
                                        <p:attrNameLst>
                                          <p:attrName>style.visibility</p:attrName>
                                        </p:attrNameLst>
                                      </p:cBhvr>
                                      <p:to>
                                        <p:strVal val="visible"/>
                                      </p:to>
                                    </p:set>
                                    <p:animEffect transition="in" filter="dissolve">
                                      <p:cBhvr>
                                        <p:cTn id="24" dur="500"/>
                                        <p:tgtEl>
                                          <p:spTgt spid="13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nodeType="clickEffect">
                                  <p:stCondLst>
                                    <p:cond delay="0"/>
                                  </p:stCondLst>
                                  <p:childTnLst>
                                    <p:animEffect transition="out" filter="dissolve">
                                      <p:cBhvr>
                                        <p:cTn id="33" dur="500"/>
                                        <p:tgtEl>
                                          <p:spTgt spid="52"/>
                                        </p:tgtEl>
                                      </p:cBhvr>
                                    </p:animEffect>
                                    <p:set>
                                      <p:cBhvr>
                                        <p:cTn id="34" dur="1" fill="hold">
                                          <p:stCondLst>
                                            <p:cond delay="499"/>
                                          </p:stCondLst>
                                        </p:cTn>
                                        <p:tgtEl>
                                          <p:spTgt spid="52"/>
                                        </p:tgtEl>
                                        <p:attrNameLst>
                                          <p:attrName>style.visibility</p:attrName>
                                        </p:attrNameLst>
                                      </p:cBhvr>
                                      <p:to>
                                        <p:strVal val="hidden"/>
                                      </p:to>
                                    </p:set>
                                  </p:childTnLst>
                                </p:cTn>
                              </p:par>
                              <p:par>
                                <p:cTn id="35" presetID="22" presetClass="entr" presetSubtype="8" fill="hold"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left)">
                                      <p:cBhvr>
                                        <p:cTn id="37" dur="500"/>
                                        <p:tgtEl>
                                          <p:spTgt spid="20"/>
                                        </p:tgtEl>
                                      </p:cBhvr>
                                    </p:animEffect>
                                  </p:childTnLst>
                                </p:cTn>
                              </p:par>
                              <p:par>
                                <p:cTn id="38" presetID="9" presetClass="exit" presetSubtype="0" fill="hold" nodeType="withEffect">
                                  <p:stCondLst>
                                    <p:cond delay="0"/>
                                  </p:stCondLst>
                                  <p:childTnLst>
                                    <p:animEffect transition="out" filter="dissolve">
                                      <p:cBhvr>
                                        <p:cTn id="39" dur="500"/>
                                        <p:tgtEl>
                                          <p:spTgt spid="12"/>
                                        </p:tgtEl>
                                      </p:cBhvr>
                                    </p:animEffect>
                                    <p:set>
                                      <p:cBhvr>
                                        <p:cTn id="40" dur="1" fill="hold">
                                          <p:stCondLst>
                                            <p:cond delay="499"/>
                                          </p:stCondLst>
                                        </p:cTn>
                                        <p:tgtEl>
                                          <p:spTgt spid="12"/>
                                        </p:tgtEl>
                                        <p:attrNameLst>
                                          <p:attrName>style.visibility</p:attrName>
                                        </p:attrNameLst>
                                      </p:cBhvr>
                                      <p:to>
                                        <p:strVal val="hidden"/>
                                      </p:to>
                                    </p:set>
                                  </p:childTnLst>
                                </p:cTn>
                              </p:par>
                            </p:childTnLst>
                          </p:cTn>
                        </p:par>
                        <p:par>
                          <p:cTn id="41" fill="hold">
                            <p:stCondLst>
                              <p:cond delay="500"/>
                            </p:stCondLst>
                            <p:childTnLst>
                              <p:par>
                                <p:cTn id="42" presetID="9" presetClass="entr" presetSubtype="0" fill="hold" grpId="0" nodeType="afterEffect">
                                  <p:stCondLst>
                                    <p:cond delay="0"/>
                                  </p:stCondLst>
                                  <p:childTnLst>
                                    <p:set>
                                      <p:cBhvr>
                                        <p:cTn id="43" dur="1" fill="hold">
                                          <p:stCondLst>
                                            <p:cond delay="0"/>
                                          </p:stCondLst>
                                        </p:cTn>
                                        <p:tgtEl>
                                          <p:spTgt spid="122"/>
                                        </p:tgtEl>
                                        <p:attrNameLst>
                                          <p:attrName>style.visibility</p:attrName>
                                        </p:attrNameLst>
                                      </p:cBhvr>
                                      <p:to>
                                        <p:strVal val="visible"/>
                                      </p:to>
                                    </p:set>
                                    <p:animEffect transition="in" filter="dissolve">
                                      <p:cBhvr>
                                        <p:cTn id="44" dur="500"/>
                                        <p:tgtEl>
                                          <p:spTgt spid="122"/>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2" fill="hold" nodeType="clickEffect">
                                  <p:stCondLst>
                                    <p:cond delay="0"/>
                                  </p:stCondLst>
                                  <p:childTnLst>
                                    <p:set>
                                      <p:cBhvr>
                                        <p:cTn id="48" dur="1" fill="hold">
                                          <p:stCondLst>
                                            <p:cond delay="0"/>
                                          </p:stCondLst>
                                        </p:cTn>
                                        <p:tgtEl>
                                          <p:spTgt spid="50"/>
                                        </p:tgtEl>
                                        <p:attrNameLst>
                                          <p:attrName>style.visibility</p:attrName>
                                        </p:attrNameLst>
                                      </p:cBhvr>
                                      <p:to>
                                        <p:strVal val="visible"/>
                                      </p:to>
                                    </p:set>
                                    <p:animEffect transition="in" filter="wipe(right)">
                                      <p:cBhvr>
                                        <p:cTn id="49" dur="500"/>
                                        <p:tgtEl>
                                          <p:spTgt spid="50"/>
                                        </p:tgtEl>
                                      </p:cBhvr>
                                    </p:animEffect>
                                  </p:childTnLst>
                                </p:cTn>
                              </p:par>
                              <p:par>
                                <p:cTn id="50" presetID="9" presetClass="exit" presetSubtype="0" fill="hold" nodeType="withEffect">
                                  <p:stCondLst>
                                    <p:cond delay="0"/>
                                  </p:stCondLst>
                                  <p:childTnLst>
                                    <p:animEffect transition="out" filter="dissolve">
                                      <p:cBhvr>
                                        <p:cTn id="51" dur="500"/>
                                        <p:tgtEl>
                                          <p:spTgt spid="20"/>
                                        </p:tgtEl>
                                      </p:cBhvr>
                                    </p:animEffect>
                                    <p:set>
                                      <p:cBhvr>
                                        <p:cTn id="52" dur="1" fill="hold">
                                          <p:stCondLst>
                                            <p:cond delay="499"/>
                                          </p:stCondLst>
                                        </p:cTn>
                                        <p:tgtEl>
                                          <p:spTgt spid="20"/>
                                        </p:tgtEl>
                                        <p:attrNameLst>
                                          <p:attrName>style.visibility</p:attrName>
                                        </p:attrNameLst>
                                      </p:cBhvr>
                                      <p:to>
                                        <p:strVal val="hidden"/>
                                      </p:to>
                                    </p:set>
                                  </p:childTnLst>
                                </p:cTn>
                              </p:par>
                            </p:childTnLst>
                          </p:cTn>
                        </p:par>
                        <p:par>
                          <p:cTn id="53" fill="hold">
                            <p:stCondLst>
                              <p:cond delay="500"/>
                            </p:stCondLst>
                            <p:childTnLst>
                              <p:par>
                                <p:cTn id="54" presetID="9" presetClass="entr" presetSubtype="0" fill="hold" grpId="0" nodeType="afterEffect">
                                  <p:stCondLst>
                                    <p:cond delay="0"/>
                                  </p:stCondLst>
                                  <p:childTnLst>
                                    <p:set>
                                      <p:cBhvr>
                                        <p:cTn id="55" dur="1" fill="hold">
                                          <p:stCondLst>
                                            <p:cond delay="0"/>
                                          </p:stCondLst>
                                        </p:cTn>
                                        <p:tgtEl>
                                          <p:spTgt spid="177"/>
                                        </p:tgtEl>
                                        <p:attrNameLst>
                                          <p:attrName>style.visibility</p:attrName>
                                        </p:attrNameLst>
                                      </p:cBhvr>
                                      <p:to>
                                        <p:strVal val="visible"/>
                                      </p:to>
                                    </p:set>
                                    <p:animEffect transition="in" filter="dissolve">
                                      <p:cBhvr>
                                        <p:cTn id="56" dur="500"/>
                                        <p:tgtEl>
                                          <p:spTgt spid="17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125"/>
                                        </p:tgtEl>
                                        <p:attrNameLst>
                                          <p:attrName>style.visibility</p:attrName>
                                        </p:attrNameLst>
                                      </p:cBhvr>
                                      <p:to>
                                        <p:strVal val="visible"/>
                                      </p:to>
                                    </p:set>
                                    <p:animEffect transition="in" filter="dissolve">
                                      <p:cBhvr>
                                        <p:cTn id="61"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34" grpId="0"/>
      <p:bldP spid="122" grpId="0"/>
      <p:bldP spid="177"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4" name="Group 3">
            <a:extLst>
              <a:ext uri="{FF2B5EF4-FFF2-40B4-BE49-F238E27FC236}">
                <a16:creationId xmlns:a16="http://schemas.microsoft.com/office/drawing/2014/main" id="{A79FB72C-0CE6-6F4A-8318-7BBCBAF80D45}"/>
              </a:ext>
            </a:extLst>
          </p:cNvPr>
          <p:cNvGrpSpPr/>
          <p:nvPr/>
        </p:nvGrpSpPr>
        <p:grpSpPr>
          <a:xfrm>
            <a:off x="2655782" y="3088525"/>
            <a:ext cx="1853925" cy="1453555"/>
            <a:chOff x="2655782" y="3088525"/>
            <a:chExt cx="1853925" cy="1453555"/>
          </a:xfrm>
        </p:grpSpPr>
        <p:grpSp>
          <p:nvGrpSpPr>
            <p:cNvPr id="193" name="Group 192">
              <a:extLst>
                <a:ext uri="{FF2B5EF4-FFF2-40B4-BE49-F238E27FC236}">
                  <a16:creationId xmlns:a16="http://schemas.microsoft.com/office/drawing/2014/main" id="{F0737EF3-88DE-B24C-8B06-2EC1A067E461}"/>
                </a:ext>
              </a:extLst>
            </p:cNvPr>
            <p:cNvGrpSpPr/>
            <p:nvPr/>
          </p:nvGrpSpPr>
          <p:grpSpPr>
            <a:xfrm rot="18353253">
              <a:off x="2896693" y="3474816"/>
              <a:ext cx="826353" cy="1308176"/>
              <a:chOff x="4220856" y="2946324"/>
              <a:chExt cx="826353" cy="1308176"/>
            </a:xfrm>
          </p:grpSpPr>
          <p:grpSp>
            <p:nvGrpSpPr>
              <p:cNvPr id="194" name="Group 193">
                <a:extLst>
                  <a:ext uri="{FF2B5EF4-FFF2-40B4-BE49-F238E27FC236}">
                    <a16:creationId xmlns:a16="http://schemas.microsoft.com/office/drawing/2014/main" id="{FA1C25C4-6393-2D45-A39C-53270B6CDDB6}"/>
                  </a:ext>
                </a:extLst>
              </p:cNvPr>
              <p:cNvGrpSpPr/>
              <p:nvPr/>
            </p:nvGrpSpPr>
            <p:grpSpPr>
              <a:xfrm>
                <a:off x="4673600" y="2946400"/>
                <a:ext cx="373609" cy="1308100"/>
                <a:chOff x="4673600" y="2946400"/>
                <a:chExt cx="373609" cy="1308100"/>
              </a:xfrm>
            </p:grpSpPr>
            <p:cxnSp>
              <p:nvCxnSpPr>
                <p:cNvPr id="196" name="Straight Arrow Connector 195">
                  <a:extLst>
                    <a:ext uri="{FF2B5EF4-FFF2-40B4-BE49-F238E27FC236}">
                      <a16:creationId xmlns:a16="http://schemas.microsoft.com/office/drawing/2014/main" id="{12DCD062-8181-A647-955D-683D45502F6E}"/>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97" name="Oval 196">
                  <a:extLst>
                    <a:ext uri="{FF2B5EF4-FFF2-40B4-BE49-F238E27FC236}">
                      <a16:creationId xmlns:a16="http://schemas.microsoft.com/office/drawing/2014/main" id="{3E4A219F-A0E7-8645-8484-086EBA3A6E59}"/>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TextBox 197">
                  <a:extLst>
                    <a:ext uri="{FF2B5EF4-FFF2-40B4-BE49-F238E27FC236}">
                      <a16:creationId xmlns:a16="http://schemas.microsoft.com/office/drawing/2014/main" id="{8E738B55-E22B-3A43-A564-F6EA3FC17C98}"/>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95" name="TextBox 194">
                <a:extLst>
                  <a:ext uri="{FF2B5EF4-FFF2-40B4-BE49-F238E27FC236}">
                    <a16:creationId xmlns:a16="http://schemas.microsoft.com/office/drawing/2014/main" id="{1E9006DF-11BD-C547-A32C-1F00EC824547}"/>
                  </a:ext>
                </a:extLst>
              </p:cNvPr>
              <p:cNvSpPr txBox="1"/>
              <p:nvPr/>
            </p:nvSpPr>
            <p:spPr>
              <a:xfrm rot="3246747">
                <a:off x="4123079" y="3044101"/>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99" name="Group 198">
              <a:extLst>
                <a:ext uri="{FF2B5EF4-FFF2-40B4-BE49-F238E27FC236}">
                  <a16:creationId xmlns:a16="http://schemas.microsoft.com/office/drawing/2014/main" id="{407DB6C2-0CEA-3648-B1B6-77CE57048243}"/>
                </a:ext>
              </a:extLst>
            </p:cNvPr>
            <p:cNvGrpSpPr/>
            <p:nvPr/>
          </p:nvGrpSpPr>
          <p:grpSpPr>
            <a:xfrm rot="18353253">
              <a:off x="3477459" y="2812673"/>
              <a:ext cx="756395" cy="1308100"/>
              <a:chOff x="5143500" y="2959100"/>
              <a:chExt cx="756395" cy="1308100"/>
            </a:xfrm>
          </p:grpSpPr>
          <p:grpSp>
            <p:nvGrpSpPr>
              <p:cNvPr id="200" name="Group 199">
                <a:extLst>
                  <a:ext uri="{FF2B5EF4-FFF2-40B4-BE49-F238E27FC236}">
                    <a16:creationId xmlns:a16="http://schemas.microsoft.com/office/drawing/2014/main" id="{54115DA7-DE3B-4447-845E-235ACC3FAAAA}"/>
                  </a:ext>
                </a:extLst>
              </p:cNvPr>
              <p:cNvGrpSpPr/>
              <p:nvPr/>
            </p:nvGrpSpPr>
            <p:grpSpPr>
              <a:xfrm>
                <a:off x="5143500" y="2959100"/>
                <a:ext cx="373609" cy="1308100"/>
                <a:chOff x="4673600" y="2946400"/>
                <a:chExt cx="373609" cy="1308100"/>
              </a:xfrm>
            </p:grpSpPr>
            <p:cxnSp>
              <p:nvCxnSpPr>
                <p:cNvPr id="202" name="Straight Arrow Connector 201">
                  <a:extLst>
                    <a:ext uri="{FF2B5EF4-FFF2-40B4-BE49-F238E27FC236}">
                      <a16:creationId xmlns:a16="http://schemas.microsoft.com/office/drawing/2014/main" id="{F9E6592C-CDC7-B141-8823-F0A2C3118C37}"/>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03" name="Oval 202">
                  <a:extLst>
                    <a:ext uri="{FF2B5EF4-FFF2-40B4-BE49-F238E27FC236}">
                      <a16:creationId xmlns:a16="http://schemas.microsoft.com/office/drawing/2014/main" id="{0DE26BA7-BAE1-8A4D-B468-465A4FCB9C9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TextBox 203">
                  <a:extLst>
                    <a:ext uri="{FF2B5EF4-FFF2-40B4-BE49-F238E27FC236}">
                      <a16:creationId xmlns:a16="http://schemas.microsoft.com/office/drawing/2014/main" id="{D694AEC2-DCB9-F84B-AD91-BF0427B65907}"/>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201" name="TextBox 200">
                <a:extLst>
                  <a:ext uri="{FF2B5EF4-FFF2-40B4-BE49-F238E27FC236}">
                    <a16:creationId xmlns:a16="http://schemas.microsoft.com/office/drawing/2014/main" id="{0DED2786-F044-3447-B63A-D53A273462BC}"/>
                  </a:ext>
                </a:extLst>
              </p:cNvPr>
              <p:cNvSpPr txBox="1"/>
              <p:nvPr/>
            </p:nvSpPr>
            <p:spPr>
              <a:xfrm rot="3077103">
                <a:off x="5261072" y="3063392"/>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grpSp>
        <p:nvGrpSpPr>
          <p:cNvPr id="205" name="Group 204">
            <a:extLst>
              <a:ext uri="{FF2B5EF4-FFF2-40B4-BE49-F238E27FC236}">
                <a16:creationId xmlns:a16="http://schemas.microsoft.com/office/drawing/2014/main" id="{154A1081-6C53-E145-BDD1-3FA5A22FACF9}"/>
              </a:ext>
            </a:extLst>
          </p:cNvPr>
          <p:cNvGrpSpPr/>
          <p:nvPr/>
        </p:nvGrpSpPr>
        <p:grpSpPr>
          <a:xfrm>
            <a:off x="5130800" y="4368800"/>
            <a:ext cx="3136900" cy="890032"/>
            <a:chOff x="5461000" y="4394200"/>
            <a:chExt cx="3136900" cy="8900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461000" y="4394200"/>
              <a:ext cx="3136900" cy="535548"/>
              <a:chOff x="6299200" y="3035300"/>
              <a:chExt cx="3136900" cy="535548"/>
            </a:xfrm>
          </p:grpSpPr>
          <p:sp>
            <p:nvSpPr>
              <p:cNvPr id="208" name="TextBox 207">
                <a:extLst>
                  <a:ext uri="{FF2B5EF4-FFF2-40B4-BE49-F238E27FC236}">
                    <a16:creationId xmlns:a16="http://schemas.microsoft.com/office/drawing/2014/main" id="{6D133E31-40C7-874C-B037-5CF94EEA15C1}"/>
                  </a:ext>
                </a:extLst>
              </p:cNvPr>
              <p:cNvSpPr txBox="1"/>
              <p:nvPr/>
            </p:nvSpPr>
            <p:spPr>
              <a:xfrm>
                <a:off x="6299200" y="30353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413500" y="3276600"/>
                <a:ext cx="3022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socks.com, cookie: 7493</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51500" y="5346700"/>
            <a:ext cx="2641600" cy="840348"/>
            <a:chOff x="6032500" y="5308600"/>
            <a:chExt cx="2641600" cy="840348"/>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32500" y="5600700"/>
              <a:ext cx="2641600" cy="548248"/>
              <a:chOff x="6680200" y="3187700"/>
              <a:chExt cx="2641600" cy="548248"/>
            </a:xfrm>
          </p:grpSpPr>
          <p:sp>
            <p:nvSpPr>
              <p:cNvPr id="216" name="TextBox 215">
                <a:extLst>
                  <a:ext uri="{FF2B5EF4-FFF2-40B4-BE49-F238E27FC236}">
                    <a16:creationId xmlns:a16="http://schemas.microsoft.com/office/drawing/2014/main" id="{D4ADF513-A7C3-0143-9B0C-2D1C1BD238A3}"/>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4216838" y="1104901"/>
            <a:ext cx="4737100" cy="18288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406CAEE-15FB-EE40-8BF7-814EA1DACBFC}"/>
              </a:ext>
            </a:extLst>
          </p:cNvPr>
          <p:cNvSpPr txBox="1"/>
          <p:nvPr/>
        </p:nvSpPr>
        <p:spPr>
          <a:xfrm>
            <a:off x="7973060" y="2425700"/>
            <a:ext cx="3886201" cy="20005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tracks my web browsing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over sites with AdX ads</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can return targeted ads based on browsing history</a:t>
            </a:r>
          </a:p>
        </p:txBody>
      </p:sp>
    </p:spTree>
    <p:extLst>
      <p:ext uri="{BB962C8B-B14F-4D97-AF65-F5344CB8AC3E}">
        <p14:creationId xmlns:p14="http://schemas.microsoft.com/office/powerpoint/2010/main" val="438849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05"/>
                                        </p:tgtEl>
                                        <p:attrNameLst>
                                          <p:attrName>style.visibility</p:attrName>
                                        </p:attrNameLst>
                                      </p:cBhvr>
                                      <p:to>
                                        <p:strVal val="visible"/>
                                      </p:to>
                                    </p:set>
                                    <p:animEffect transition="in" filter="wipe(left)">
                                      <p:cBhvr>
                                        <p:cTn id="12" dur="500"/>
                                        <p:tgtEl>
                                          <p:spTgt spid="205"/>
                                        </p:tgtEl>
                                      </p:cBhvr>
                                    </p:animEffect>
                                  </p:childTnLst>
                                </p:cTn>
                              </p:par>
                              <p:par>
                                <p:cTn id="13" presetID="9" presetClass="exit" presetSubtype="0" fill="hold"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dissolve">
                                      <p:cBhvr>
                                        <p:cTn id="19" dur="500"/>
                                        <p:tgtEl>
                                          <p:spTgt spid="22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nodeType="clickEffect">
                                  <p:stCondLst>
                                    <p:cond delay="0"/>
                                  </p:stCondLst>
                                  <p:childTnLst>
                                    <p:set>
                                      <p:cBhvr>
                                        <p:cTn id="23" dur="1" fill="hold">
                                          <p:stCondLst>
                                            <p:cond delay="0"/>
                                          </p:stCondLst>
                                        </p:cTn>
                                        <p:tgtEl>
                                          <p:spTgt spid="213"/>
                                        </p:tgtEl>
                                        <p:attrNameLst>
                                          <p:attrName>style.visibility</p:attrName>
                                        </p:attrNameLst>
                                      </p:cBhvr>
                                      <p:to>
                                        <p:strVal val="visible"/>
                                      </p:to>
                                    </p:set>
                                    <p:animEffect transition="in" filter="wipe(right)">
                                      <p:cBhvr>
                                        <p:cTn id="24" dur="500"/>
                                        <p:tgtEl>
                                          <p:spTgt spid="213"/>
                                        </p:tgtEl>
                                      </p:cBhvr>
                                    </p:animEffect>
                                  </p:childTnLst>
                                </p:cTn>
                              </p:par>
                              <p:par>
                                <p:cTn id="25" presetID="9" presetClass="exit" presetSubtype="0" fill="hold" nodeType="withEffect">
                                  <p:stCondLst>
                                    <p:cond delay="0"/>
                                  </p:stCondLst>
                                  <p:childTnLst>
                                    <p:animEffect transition="out" filter="dissolve">
                                      <p:cBhvr>
                                        <p:cTn id="26" dur="500"/>
                                        <p:tgtEl>
                                          <p:spTgt spid="205"/>
                                        </p:tgtEl>
                                      </p:cBhvr>
                                    </p:animEffect>
                                    <p:set>
                                      <p:cBhvr>
                                        <p:cTn id="27" dur="1" fill="hold">
                                          <p:stCondLst>
                                            <p:cond delay="499"/>
                                          </p:stCondLst>
                                        </p:cTn>
                                        <p:tgtEl>
                                          <p:spTgt spid="205"/>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dissolv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xit" presetSubtype="0" fill="hold" nodeType="clickEffect">
                                  <p:stCondLst>
                                    <p:cond delay="0"/>
                                  </p:stCondLst>
                                  <p:childTnLst>
                                    <p:animEffect transition="out" filter="dissolve">
                                      <p:cBhvr>
                                        <p:cTn id="36" dur="500"/>
                                        <p:tgtEl>
                                          <p:spTgt spid="213"/>
                                        </p:tgtEl>
                                      </p:cBhvr>
                                    </p:animEffect>
                                    <p:set>
                                      <p:cBhvr>
                                        <p:cTn id="37" dur="1" fill="hold">
                                          <p:stCondLst>
                                            <p:cond delay="499"/>
                                          </p:stCondLst>
                                        </p:cTn>
                                        <p:tgtEl>
                                          <p:spTgt spid="2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p:bldP spid="11"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1068415"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 </a:t>
            </a:r>
            <a:r>
              <a:rPr kumimoji="0" lang="en-US" sz="2400" b="0" i="0" u="none" strike="noStrike" kern="1200" cap="none" spc="0" normalizeH="0" baseline="0" noProof="0" dirty="0">
                <a:ln>
                  <a:noFill/>
                </a:ln>
                <a:solidFill>
                  <a:srgbClr val="0E01A0"/>
                </a:solidFill>
                <a:effectLst/>
                <a:uLnTx/>
                <a:uFillTx/>
                <a:latin typeface="Calibri" panose="020F0502020204030204"/>
                <a:ea typeface="+mn-ea"/>
                <a:cs typeface="+mn-cs"/>
              </a:rPr>
              <a:t>(one day later)</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34987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(arts)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6369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205" name="Group 204">
            <a:extLst>
              <a:ext uri="{FF2B5EF4-FFF2-40B4-BE49-F238E27FC236}">
                <a16:creationId xmlns:a16="http://schemas.microsoft.com/office/drawing/2014/main" id="{154A1081-6C53-E145-BDD1-3FA5A22FACF9}"/>
              </a:ext>
            </a:extLst>
          </p:cNvPr>
          <p:cNvGrpSpPr/>
          <p:nvPr/>
        </p:nvGrpSpPr>
        <p:grpSpPr>
          <a:xfrm>
            <a:off x="4978400" y="4381500"/>
            <a:ext cx="3536404" cy="877332"/>
            <a:chOff x="5308600" y="4406900"/>
            <a:chExt cx="3536404" cy="8773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308600" y="4406900"/>
              <a:ext cx="3536404" cy="548045"/>
              <a:chOff x="6146800" y="3048000"/>
              <a:chExt cx="3536404" cy="548045"/>
            </a:xfrm>
          </p:grpSpPr>
          <p:sp>
            <p:nvSpPr>
              <p:cNvPr id="208" name="TextBox 207">
                <a:extLst>
                  <a:ext uri="{FF2B5EF4-FFF2-40B4-BE49-F238E27FC236}">
                    <a16:creationId xmlns:a16="http://schemas.microsoft.com/office/drawing/2014/main" id="{6D133E31-40C7-874C-B037-5CF94EEA15C1}"/>
                  </a:ext>
                </a:extLst>
              </p:cNvPr>
              <p:cNvSpPr txBox="1"/>
              <p:nvPr/>
            </p:nvSpPr>
            <p:spPr>
              <a:xfrm>
                <a:off x="6146800" y="30480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273800" y="3276599"/>
                <a:ext cx="3409404"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nytimes.com,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26100" y="5346700"/>
            <a:ext cx="2641600" cy="865546"/>
            <a:chOff x="6007100" y="5308600"/>
            <a:chExt cx="2641600" cy="865546"/>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07100" y="5600700"/>
              <a:ext cx="2641600" cy="573446"/>
              <a:chOff x="6654800" y="3187700"/>
              <a:chExt cx="2641600" cy="573446"/>
            </a:xfrm>
          </p:grpSpPr>
          <p:sp>
            <p:nvSpPr>
              <p:cNvPr id="216" name="TextBox 215">
                <a:extLst>
                  <a:ext uri="{FF2B5EF4-FFF2-40B4-BE49-F238E27FC236}">
                    <a16:creationId xmlns:a16="http://schemas.microsoft.com/office/drawing/2014/main" id="{D4ADF513-A7C3-0143-9B0C-2D1C1BD238A3}"/>
                  </a:ext>
                </a:extLst>
              </p:cNvPr>
              <p:cNvSpPr txBox="1"/>
              <p:nvPr/>
            </p:nvSpPr>
            <p:spPr>
              <a:xfrm>
                <a:off x="66548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781800" y="3441700"/>
                <a:ext cx="2514600" cy="319446"/>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152400" y="1257300"/>
            <a:ext cx="3035300" cy="22733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2273E8AE-1256-8543-903F-14016A3284D0}"/>
              </a:ext>
            </a:extLst>
          </p:cNvPr>
          <p:cNvSpPr/>
          <p:nvPr/>
        </p:nvSpPr>
        <p:spPr>
          <a:xfrm>
            <a:off x="5041900" y="1663700"/>
            <a:ext cx="1676400" cy="825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9" name="Picture 8">
            <a:extLst>
              <a:ext uri="{FF2B5EF4-FFF2-40B4-BE49-F238E27FC236}">
                <a16:creationId xmlns:a16="http://schemas.microsoft.com/office/drawing/2014/main" id="{CCC1C141-45F3-B748-A65C-DC6615D1E4E2}"/>
              </a:ext>
            </a:extLst>
          </p:cNvPr>
          <p:cNvPicPr>
            <a:picLocks noChangeAspect="1"/>
          </p:cNvPicPr>
          <p:nvPr/>
        </p:nvPicPr>
        <p:blipFill>
          <a:blip r:embed="rId7"/>
          <a:stretch>
            <a:fillRect/>
          </a:stretch>
        </p:blipFill>
        <p:spPr>
          <a:xfrm>
            <a:off x="5168900" y="1705046"/>
            <a:ext cx="1447800" cy="777076"/>
          </a:xfrm>
          <a:prstGeom prst="rect">
            <a:avLst/>
          </a:prstGeom>
        </p:spPr>
      </p:pic>
      <p:grpSp>
        <p:nvGrpSpPr>
          <p:cNvPr id="50" name="Group 49">
            <a:extLst>
              <a:ext uri="{FF2B5EF4-FFF2-40B4-BE49-F238E27FC236}">
                <a16:creationId xmlns:a16="http://schemas.microsoft.com/office/drawing/2014/main" id="{4EFDBB5A-1D49-7740-BFA3-76D3B419C8FA}"/>
              </a:ext>
            </a:extLst>
          </p:cNvPr>
          <p:cNvGrpSpPr/>
          <p:nvPr/>
        </p:nvGrpSpPr>
        <p:grpSpPr>
          <a:xfrm>
            <a:off x="2946400" y="2946400"/>
            <a:ext cx="3797300" cy="1333500"/>
            <a:chOff x="2946400" y="2946400"/>
            <a:chExt cx="3797300" cy="1333500"/>
          </a:xfrm>
        </p:grpSpPr>
        <p:sp>
          <p:nvSpPr>
            <p:cNvPr id="186" name="TextBox 185">
              <a:extLst>
                <a:ext uri="{FF2B5EF4-FFF2-40B4-BE49-F238E27FC236}">
                  <a16:creationId xmlns:a16="http://schemas.microsoft.com/office/drawing/2014/main" id="{EA8EEB57-D796-A44F-AABC-98D2692E45FA}"/>
                </a:ext>
              </a:extLst>
            </p:cNvPr>
            <p:cNvSpPr txBox="1"/>
            <p:nvPr/>
          </p:nvSpPr>
          <p:spPr>
            <a:xfrm>
              <a:off x="2946400" y="37338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nvGrpSpPr>
            <p:cNvPr id="12" name="Group 11">
              <a:extLst>
                <a:ext uri="{FF2B5EF4-FFF2-40B4-BE49-F238E27FC236}">
                  <a16:creationId xmlns:a16="http://schemas.microsoft.com/office/drawing/2014/main" id="{67F4D187-FD30-4243-9DC3-FEED945AA79A}"/>
                </a:ext>
              </a:extLst>
            </p:cNvPr>
            <p:cNvGrpSpPr/>
            <p:nvPr/>
          </p:nvGrpSpPr>
          <p:grpSpPr>
            <a:xfrm>
              <a:off x="3771900" y="2946400"/>
              <a:ext cx="2971800" cy="1333500"/>
              <a:chOff x="3771900" y="2946400"/>
              <a:chExt cx="2971800" cy="1333500"/>
            </a:xfrm>
          </p:grpSpPr>
          <p:cxnSp>
            <p:nvCxnSpPr>
              <p:cNvPr id="172" name="Straight Arrow Connector 171">
                <a:extLst>
                  <a:ext uri="{FF2B5EF4-FFF2-40B4-BE49-F238E27FC236}">
                    <a16:creationId xmlns:a16="http://schemas.microsoft.com/office/drawing/2014/main" id="{B1744345-32CD-D945-8799-A1B7A26C0FC5}"/>
                  </a:ext>
                </a:extLst>
              </p:cNvPr>
              <p:cNvCxnSpPr>
                <a:cxnSpLocks/>
              </p:cNvCxnSpPr>
              <p:nvPr/>
            </p:nvCxnSpPr>
            <p:spPr>
              <a:xfrm flipV="1">
                <a:off x="5118100" y="29718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555889BE-7365-4243-803E-53D3F804C2DC}"/>
                  </a:ext>
                </a:extLst>
              </p:cNvPr>
              <p:cNvSpPr txBox="1"/>
              <p:nvPr/>
            </p:nvSpPr>
            <p:spPr>
              <a:xfrm>
                <a:off x="5105400" y="33020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nvGrpSpPr>
              <p:cNvPr id="187" name="Group 186">
                <a:extLst>
                  <a:ext uri="{FF2B5EF4-FFF2-40B4-BE49-F238E27FC236}">
                    <a16:creationId xmlns:a16="http://schemas.microsoft.com/office/drawing/2014/main" id="{CEF64886-9C2F-0540-8430-13E580BAFE5B}"/>
                  </a:ext>
                </a:extLst>
              </p:cNvPr>
              <p:cNvGrpSpPr/>
              <p:nvPr/>
            </p:nvGrpSpPr>
            <p:grpSpPr>
              <a:xfrm>
                <a:off x="3771900" y="2946400"/>
                <a:ext cx="1473200" cy="1308100"/>
                <a:chOff x="3771900" y="2946400"/>
                <a:chExt cx="1473200" cy="1308100"/>
              </a:xfrm>
            </p:grpSpPr>
            <p:cxnSp>
              <p:nvCxnSpPr>
                <p:cNvPr id="188" name="Straight Arrow Connector 187">
                  <a:extLst>
                    <a:ext uri="{FF2B5EF4-FFF2-40B4-BE49-F238E27FC236}">
                      <a16:creationId xmlns:a16="http://schemas.microsoft.com/office/drawing/2014/main" id="{1584FBF9-445E-9940-944C-DEF9B15F5A92}"/>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89" name="TextBox 188">
                  <a:extLst>
                    <a:ext uri="{FF2B5EF4-FFF2-40B4-BE49-F238E27FC236}">
                      <a16:creationId xmlns:a16="http://schemas.microsoft.com/office/drawing/2014/main" id="{A200226F-2290-A54B-916F-CB43D1EF79D6}"/>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90" name="TextBox 189">
                <a:extLst>
                  <a:ext uri="{FF2B5EF4-FFF2-40B4-BE49-F238E27FC236}">
                    <a16:creationId xmlns:a16="http://schemas.microsoft.com/office/drawing/2014/main" id="{953EEF58-8AF1-E74B-834B-1AE029DD3520}"/>
                  </a:ext>
                </a:extLst>
              </p:cNvPr>
              <p:cNvSpPr txBox="1"/>
              <p:nvPr/>
            </p:nvSpPr>
            <p:spPr>
              <a:xfrm>
                <a:off x="4876800" y="37465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sp>
        <p:nvSpPr>
          <p:cNvPr id="191" name="TextBox 190">
            <a:extLst>
              <a:ext uri="{FF2B5EF4-FFF2-40B4-BE49-F238E27FC236}">
                <a16:creationId xmlns:a16="http://schemas.microsoft.com/office/drawing/2014/main" id="{2DA4981F-F39B-3A49-A46E-25D2EC80F748}"/>
              </a:ext>
            </a:extLst>
          </p:cNvPr>
          <p:cNvSpPr txBox="1"/>
          <p:nvPr/>
        </p:nvSpPr>
        <p:spPr>
          <a:xfrm>
            <a:off x="7010400" y="2019300"/>
            <a:ext cx="18485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arts, 2/17/22</a:t>
            </a:r>
          </a:p>
        </p:txBody>
      </p:sp>
      <p:sp>
        <p:nvSpPr>
          <p:cNvPr id="222" name="TextBox 221">
            <a:extLst>
              <a:ext uri="{FF2B5EF4-FFF2-40B4-BE49-F238E27FC236}">
                <a16:creationId xmlns:a16="http://schemas.microsoft.com/office/drawing/2014/main" id="{3E2282F4-4356-234C-94F2-286B1CE1E2A1}"/>
              </a:ext>
            </a:extLst>
          </p:cNvPr>
          <p:cNvSpPr txBox="1"/>
          <p:nvPr/>
        </p:nvSpPr>
        <p:spPr>
          <a:xfrm>
            <a:off x="9251409" y="5626100"/>
            <a:ext cx="26661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arts, 2/15/22</a:t>
            </a:r>
          </a:p>
        </p:txBody>
      </p:sp>
      <p:sp>
        <p:nvSpPr>
          <p:cNvPr id="20" name="TextBox 19">
            <a:extLst>
              <a:ext uri="{FF2B5EF4-FFF2-40B4-BE49-F238E27FC236}">
                <a16:creationId xmlns:a16="http://schemas.microsoft.com/office/drawing/2014/main" id="{13AC850B-40A2-CC4E-92FB-CE11DA696EF3}"/>
              </a:ext>
            </a:extLst>
          </p:cNvPr>
          <p:cNvSpPr txBox="1"/>
          <p:nvPr/>
        </p:nvSpPr>
        <p:spPr>
          <a:xfrm>
            <a:off x="5753100" y="6108700"/>
            <a:ext cx="226959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Returned ad for socks!</a:t>
            </a:r>
          </a:p>
        </p:txBody>
      </p:sp>
    </p:spTree>
    <p:extLst>
      <p:ext uri="{BB962C8B-B14F-4D97-AF65-F5344CB8AC3E}">
        <p14:creationId xmlns:p14="http://schemas.microsoft.com/office/powerpoint/2010/main" val="3951012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dissolve">
                                      <p:cBhvr>
                                        <p:cTn id="7" dur="500"/>
                                        <p:tgtEl>
                                          <p:spTgt spid="50"/>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91"/>
                                        </p:tgtEl>
                                        <p:attrNameLst>
                                          <p:attrName>style.visibility</p:attrName>
                                        </p:attrNameLst>
                                      </p:cBhvr>
                                      <p:to>
                                        <p:strVal val="visible"/>
                                      </p:to>
                                    </p:set>
                                    <p:animEffect transition="in" filter="dissolve">
                                      <p:cBhvr>
                                        <p:cTn id="11" dur="500"/>
                                        <p:tgtEl>
                                          <p:spTgt spid="191"/>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205"/>
                                        </p:tgtEl>
                                        <p:attrNameLst>
                                          <p:attrName>style.visibility</p:attrName>
                                        </p:attrNameLst>
                                      </p:cBhvr>
                                      <p:to>
                                        <p:strVal val="visible"/>
                                      </p:to>
                                    </p:set>
                                    <p:animEffect transition="in" filter="wipe(left)">
                                      <p:cBhvr>
                                        <p:cTn id="16" dur="500"/>
                                        <p:tgtEl>
                                          <p:spTgt spid="205"/>
                                        </p:tgtEl>
                                      </p:cBhvr>
                                    </p:animEffect>
                                  </p:childTnLst>
                                </p:cTn>
                              </p:par>
                              <p:par>
                                <p:cTn id="17" presetID="9" presetClass="exit" presetSubtype="0" fill="hold" nodeType="withEffect">
                                  <p:stCondLst>
                                    <p:cond delay="0"/>
                                  </p:stCondLst>
                                  <p:childTnLst>
                                    <p:animEffect transition="out" filter="dissolve">
                                      <p:cBhvr>
                                        <p:cTn id="18" dur="500"/>
                                        <p:tgtEl>
                                          <p:spTgt spid="50"/>
                                        </p:tgtEl>
                                      </p:cBhvr>
                                    </p:animEffect>
                                    <p:set>
                                      <p:cBhvr>
                                        <p:cTn id="19" dur="1" fill="hold">
                                          <p:stCondLst>
                                            <p:cond delay="499"/>
                                          </p:stCondLst>
                                        </p:cTn>
                                        <p:tgtEl>
                                          <p:spTgt spid="50"/>
                                        </p:tgtEl>
                                        <p:attrNameLst>
                                          <p:attrName>style.visibility</p:attrName>
                                        </p:attrNameLst>
                                      </p:cBhvr>
                                      <p:to>
                                        <p:strVal val="hidden"/>
                                      </p:to>
                                    </p:se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222"/>
                                        </p:tgtEl>
                                        <p:attrNameLst>
                                          <p:attrName>style.visibility</p:attrName>
                                        </p:attrNameLst>
                                      </p:cBhvr>
                                      <p:to>
                                        <p:strVal val="visible"/>
                                      </p:to>
                                    </p:set>
                                    <p:animEffect transition="in" filter="dissolve">
                                      <p:cBhvr>
                                        <p:cTn id="23" dur="500"/>
                                        <p:tgtEl>
                                          <p:spTgt spid="222"/>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2" fill="hold" nodeType="clickEffect">
                                  <p:stCondLst>
                                    <p:cond delay="0"/>
                                  </p:stCondLst>
                                  <p:childTnLst>
                                    <p:set>
                                      <p:cBhvr>
                                        <p:cTn id="27" dur="1" fill="hold">
                                          <p:stCondLst>
                                            <p:cond delay="0"/>
                                          </p:stCondLst>
                                        </p:cTn>
                                        <p:tgtEl>
                                          <p:spTgt spid="213"/>
                                        </p:tgtEl>
                                        <p:attrNameLst>
                                          <p:attrName>style.visibility</p:attrName>
                                        </p:attrNameLst>
                                      </p:cBhvr>
                                      <p:to>
                                        <p:strVal val="visible"/>
                                      </p:to>
                                    </p:set>
                                    <p:animEffect transition="in" filter="wipe(right)">
                                      <p:cBhvr>
                                        <p:cTn id="28" dur="500"/>
                                        <p:tgtEl>
                                          <p:spTgt spid="213"/>
                                        </p:tgtEl>
                                      </p:cBhvr>
                                    </p:animEffect>
                                  </p:childTnLst>
                                </p:cTn>
                              </p:par>
                              <p:par>
                                <p:cTn id="29" presetID="9" presetClass="exit" presetSubtype="0" fill="hold" nodeType="withEffect">
                                  <p:stCondLst>
                                    <p:cond delay="0"/>
                                  </p:stCondLst>
                                  <p:childTnLst>
                                    <p:animEffect transition="out" filter="dissolve">
                                      <p:cBhvr>
                                        <p:cTn id="30" dur="500"/>
                                        <p:tgtEl>
                                          <p:spTgt spid="205"/>
                                        </p:tgtEl>
                                      </p:cBhvr>
                                    </p:animEffect>
                                    <p:set>
                                      <p:cBhvr>
                                        <p:cTn id="31" dur="1" fill="hold">
                                          <p:stCondLst>
                                            <p:cond delay="499"/>
                                          </p:stCondLst>
                                        </p:cTn>
                                        <p:tgtEl>
                                          <p:spTgt spid="205"/>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dissolve">
                                      <p:cBhvr>
                                        <p:cTn id="3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P spid="222" grpId="0"/>
      <p:bldP spid="20"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790133"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613541" y="1386556"/>
            <a:ext cx="10515600" cy="5071394"/>
          </a:xfrm>
        </p:spPr>
        <p:txBody>
          <a:bodyPr>
            <a:normAutofit lnSpcReduction="10000"/>
          </a:bodyPr>
          <a:lstStyle/>
          <a:p>
            <a:pPr marL="0" indent="0">
              <a:buNone/>
            </a:pPr>
            <a:r>
              <a:rPr lang="en-US" sz="3200" dirty="0"/>
              <a:t>Cookies can be used to: </a:t>
            </a:r>
          </a:p>
          <a:p>
            <a:pPr marL="463550" indent="-227013">
              <a:buClr>
                <a:srgbClr val="0A14A3"/>
              </a:buClr>
              <a:buFont typeface="Wingdings" pitchFamily="2" charset="2"/>
              <a:buChar char="§"/>
            </a:pPr>
            <a:r>
              <a:rPr lang="en-US" dirty="0"/>
              <a:t>track user behavior on a given website (</a:t>
            </a:r>
            <a:r>
              <a:rPr lang="en-US" dirty="0">
                <a:solidFill>
                  <a:srgbClr val="C00000"/>
                </a:solidFill>
              </a:rPr>
              <a:t>first party cookies</a:t>
            </a:r>
            <a:r>
              <a:rPr lang="en-US" dirty="0"/>
              <a:t>)</a:t>
            </a:r>
          </a:p>
          <a:p>
            <a:pPr marL="463550" indent="-227013">
              <a:buClr>
                <a:srgbClr val="0A14A3"/>
              </a:buClr>
              <a:buFont typeface="Wingdings" pitchFamily="2" charset="2"/>
              <a:buChar char="§"/>
            </a:pPr>
            <a:r>
              <a:rPr lang="en-US" dirty="0"/>
              <a:t>track user behavior across multiple websites (</a:t>
            </a:r>
            <a:r>
              <a:rPr lang="en-US" dirty="0">
                <a:solidFill>
                  <a:srgbClr val="C00000"/>
                </a:solidFill>
              </a:rPr>
              <a:t>third party cookies</a:t>
            </a:r>
            <a:r>
              <a:rPr lang="en-US" dirty="0"/>
              <a:t>) without user ever choosing to visit tracker site (!)</a:t>
            </a:r>
          </a:p>
          <a:p>
            <a:pPr marL="463550" indent="-227013">
              <a:buClr>
                <a:srgbClr val="0A14A3"/>
              </a:buClr>
              <a:buFont typeface="Wingdings" pitchFamily="2" charset="2"/>
              <a:buChar char="§"/>
            </a:pPr>
            <a:r>
              <a:rPr lang="en-US" dirty="0"/>
              <a:t>tracking may be </a:t>
            </a:r>
            <a:r>
              <a:rPr lang="en-US" i="1" dirty="0"/>
              <a:t>invisible</a:t>
            </a:r>
            <a:r>
              <a:rPr lang="en-US" dirty="0"/>
              <a:t> to user:</a:t>
            </a:r>
          </a:p>
          <a:p>
            <a:pPr marL="860425" lvl="1" indent="-168275">
              <a:buClr>
                <a:srgbClr val="0A14A3"/>
              </a:buClr>
            </a:pPr>
            <a:r>
              <a:rPr lang="en-US" dirty="0"/>
              <a:t>rather than displayed ad triggering HTTP GET to tracker, could be an invisible link</a:t>
            </a:r>
          </a:p>
          <a:p>
            <a:pPr marL="920750" lvl="1" indent="-227013">
              <a:buClr>
                <a:srgbClr val="0A14A3"/>
              </a:buClr>
              <a:buFont typeface="Wingdings" pitchFamily="2" charset="2"/>
              <a:buChar char="§"/>
            </a:pPr>
            <a:endParaRPr lang="en-US" dirty="0"/>
          </a:p>
          <a:p>
            <a:pPr marL="236537" indent="0">
              <a:buClr>
                <a:srgbClr val="0A14A3"/>
              </a:buClr>
              <a:buNone/>
            </a:pPr>
            <a:r>
              <a:rPr lang="en-US" dirty="0"/>
              <a:t>third party tracking via cookies:</a:t>
            </a:r>
          </a:p>
          <a:p>
            <a:pPr marL="692150" indent="-341313">
              <a:buClr>
                <a:srgbClr val="0A14A3"/>
              </a:buClr>
              <a:buFont typeface="Wingdings" pitchFamily="2" charset="2"/>
              <a:buChar char="§"/>
            </a:pPr>
            <a:r>
              <a:rPr lang="en-US" dirty="0"/>
              <a:t>disabled by default in Firefox, Safari browsers</a:t>
            </a:r>
          </a:p>
          <a:p>
            <a:pPr marL="692150" indent="-341313">
              <a:buClr>
                <a:srgbClr val="0A14A3"/>
              </a:buClr>
              <a:buFont typeface="Wingdings" pitchFamily="2" charset="2"/>
              <a:buChar char="§"/>
            </a:pPr>
            <a:r>
              <a:rPr lang="en-US" dirty="0"/>
              <a:t>to be disabled in Chrome browser in 2023</a:t>
            </a:r>
          </a:p>
        </p:txBody>
      </p:sp>
    </p:spTree>
    <p:extLst>
      <p:ext uri="{BB962C8B-B14F-4D97-AF65-F5344CB8AC3E}">
        <p14:creationId xmlns:p14="http://schemas.microsoft.com/office/powerpoint/2010/main" val="4115819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6" end="6"/>
                                            </p:txEl>
                                          </p:spTgt>
                                        </p:tgtEl>
                                        <p:attrNameLst>
                                          <p:attrName>style.visibility</p:attrName>
                                        </p:attrNameLst>
                                      </p:cBhvr>
                                      <p:to>
                                        <p:strVal val="visible"/>
                                      </p:to>
                                    </p:set>
                                    <p:animEffect transition="in" filter="dissolve">
                                      <p:cBhvr>
                                        <p:cTn id="7" dur="500"/>
                                        <p:tgtEl>
                                          <p:spTgt spid="11">
                                            <p:txEl>
                                              <p:pRg st="6" end="6"/>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7" end="7"/>
                                            </p:txEl>
                                          </p:spTgt>
                                        </p:tgtEl>
                                        <p:attrNameLst>
                                          <p:attrName>style.visibility</p:attrName>
                                        </p:attrNameLst>
                                      </p:cBhvr>
                                      <p:to>
                                        <p:strVal val="visible"/>
                                      </p:to>
                                    </p:set>
                                    <p:animEffect transition="in" filter="dissolve">
                                      <p:cBhvr>
                                        <p:cTn id="10" dur="500"/>
                                        <p:tgtEl>
                                          <p:spTgt spid="11">
                                            <p:txEl>
                                              <p:pRg st="7" end="7"/>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8" end="8"/>
                                            </p:txEl>
                                          </p:spTgt>
                                        </p:tgtEl>
                                        <p:attrNameLst>
                                          <p:attrName>style.visibility</p:attrName>
                                        </p:attrNameLst>
                                      </p:cBhvr>
                                      <p:to>
                                        <p:strVal val="visible"/>
                                      </p:to>
                                    </p:set>
                                    <p:animEffect transition="in" filter="dissolve">
                                      <p:cBhvr>
                                        <p:cTn id="13" dur="500"/>
                                        <p:tgtEl>
                                          <p:spTgt spid="11">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28307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 GDPR </a:t>
            </a:r>
            <a:r>
              <a:rPr kumimoji="0" lang="en-US" sz="2800" b="0" i="0" u="none" strike="noStrike" kern="1200" cap="none" spc="0" normalizeH="0" baseline="0" noProof="0" dirty="0">
                <a:ln>
                  <a:noFill/>
                </a:ln>
                <a:solidFill>
                  <a:srgbClr val="0E01A0"/>
                </a:solidFill>
                <a:effectLst/>
                <a:uLnTx/>
                <a:uFillTx/>
                <a:latin typeface="Calibri" panose="020F0502020204030204"/>
                <a:ea typeface="+mn-ea"/>
                <a:cs typeface="+mn-cs"/>
              </a:rPr>
              <a:t>(EU General Data Protection Regulation)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and cookies</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802727" y="1632893"/>
            <a:ext cx="5736021" cy="2911124"/>
          </a:xfrm>
        </p:spPr>
        <p:txBody>
          <a:bodyPr>
            <a:normAutofit/>
          </a:bodyPr>
          <a:lstStyle/>
          <a:p>
            <a:pPr marL="0" indent="0">
              <a:buNone/>
            </a:pPr>
            <a:r>
              <a:rPr lang="en-US" sz="2000" dirty="0"/>
              <a:t>“Natural persons may be associated with online identifiers […] such as internet protocol addresses, cookie identifiers or other identifiers […].</a:t>
            </a:r>
          </a:p>
          <a:p>
            <a:pPr marL="0" indent="0">
              <a:buNone/>
            </a:pPr>
            <a:r>
              <a:rPr lang="en-US" sz="2000" dirty="0"/>
              <a:t>This may leave traces which, in particular when combined with unique identifiers and other information received by the servers, may be used to create profiles of the natural persons and identify them.”</a:t>
            </a:r>
          </a:p>
          <a:p>
            <a:pPr marL="0" indent="0">
              <a:buNone/>
            </a:pPr>
            <a:endParaRPr lang="en-US" dirty="0"/>
          </a:p>
        </p:txBody>
      </p:sp>
      <p:sp>
        <p:nvSpPr>
          <p:cNvPr id="53" name="Rectangle 52">
            <a:extLst>
              <a:ext uri="{FF2B5EF4-FFF2-40B4-BE49-F238E27FC236}">
                <a16:creationId xmlns:a16="http://schemas.microsoft.com/office/drawing/2014/main" id="{BFBE1986-1770-D04F-A610-BF1A6514BB48}"/>
              </a:ext>
            </a:extLst>
          </p:cNvPr>
          <p:cNvSpPr/>
          <p:nvPr/>
        </p:nvSpPr>
        <p:spPr>
          <a:xfrm>
            <a:off x="547457" y="1418109"/>
            <a:ext cx="6229350" cy="2903220"/>
          </a:xfrm>
          <a:prstGeom prst="rect">
            <a:avLst/>
          </a:pr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4074E854-33C2-FC45-A070-05AF1EC24A62}"/>
              </a:ext>
            </a:extLst>
          </p:cNvPr>
          <p:cNvSpPr txBox="1"/>
          <p:nvPr/>
        </p:nvSpPr>
        <p:spPr>
          <a:xfrm>
            <a:off x="3578771" y="4114800"/>
            <a:ext cx="2817887"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GDPR, recital 30 (May 2018)</a:t>
            </a:r>
          </a:p>
        </p:txBody>
      </p:sp>
      <p:grpSp>
        <p:nvGrpSpPr>
          <p:cNvPr id="58" name="Group 57">
            <a:extLst>
              <a:ext uri="{FF2B5EF4-FFF2-40B4-BE49-F238E27FC236}">
                <a16:creationId xmlns:a16="http://schemas.microsoft.com/office/drawing/2014/main" id="{B52903E8-B701-5148-93B6-EC1E4331F5FB}"/>
              </a:ext>
            </a:extLst>
          </p:cNvPr>
          <p:cNvGrpSpPr/>
          <p:nvPr/>
        </p:nvGrpSpPr>
        <p:grpSpPr>
          <a:xfrm>
            <a:off x="7162802" y="1198179"/>
            <a:ext cx="5029198" cy="4840014"/>
            <a:chOff x="6810703" y="931954"/>
            <a:chExt cx="5675585" cy="5736860"/>
          </a:xfrm>
        </p:grpSpPr>
        <p:pic>
          <p:nvPicPr>
            <p:cNvPr id="173" name="Picture 2" descr="17 19 21.5 23.6&amp;#39;&amp;#39; Inch 60HZ IPS lcd Monitor display for desktop computer  pc|LCD Monitors| - AliExpress">
              <a:extLst>
                <a:ext uri="{FF2B5EF4-FFF2-40B4-BE49-F238E27FC236}">
                  <a16:creationId xmlns:a16="http://schemas.microsoft.com/office/drawing/2014/main" id="{E2A13C1C-98B5-DC49-B1BB-DBCFA4C0DF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10703" y="931954"/>
              <a:ext cx="5675585" cy="5736860"/>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50">
              <a:extLst>
                <a:ext uri="{FF2B5EF4-FFF2-40B4-BE49-F238E27FC236}">
                  <a16:creationId xmlns:a16="http://schemas.microsoft.com/office/drawing/2014/main" id="{30D92692-1901-A141-88C9-0A095B294528}"/>
                </a:ext>
              </a:extLst>
            </p:cNvPr>
            <p:cNvPicPr>
              <a:picLocks noChangeAspect="1"/>
            </p:cNvPicPr>
            <p:nvPr/>
          </p:nvPicPr>
          <p:blipFill>
            <a:blip r:embed="rId4"/>
            <a:stretch>
              <a:fillRect/>
            </a:stretch>
          </p:blipFill>
          <p:spPr>
            <a:xfrm>
              <a:off x="7772399" y="1697511"/>
              <a:ext cx="3859905" cy="3315923"/>
            </a:xfrm>
            <a:prstGeom prst="rect">
              <a:avLst/>
            </a:prstGeom>
            <a:ln w="31750">
              <a:solidFill>
                <a:schemeClr val="bg1">
                  <a:lumMod val="75000"/>
                </a:schemeClr>
              </a:solidFill>
            </a:ln>
            <a:effectLst>
              <a:outerShdw blurRad="50800" dist="38100" dir="2700000" algn="tl" rotWithShape="0">
                <a:prstClr val="black">
                  <a:alpha val="40000"/>
                </a:prstClr>
              </a:outerShdw>
            </a:effectLst>
          </p:spPr>
        </p:pic>
        <p:sp>
          <p:nvSpPr>
            <p:cNvPr id="56" name="Rectangle 55">
              <a:extLst>
                <a:ext uri="{FF2B5EF4-FFF2-40B4-BE49-F238E27FC236}">
                  <a16:creationId xmlns:a16="http://schemas.microsoft.com/office/drawing/2014/main" id="{2E1F02BC-6660-6941-B402-887A3D821B18}"/>
                </a:ext>
              </a:extLst>
            </p:cNvPr>
            <p:cNvSpPr/>
            <p:nvPr/>
          </p:nvSpPr>
          <p:spPr>
            <a:xfrm>
              <a:off x="7993117" y="3957145"/>
              <a:ext cx="3484180" cy="930165"/>
            </a:xfrm>
            <a:prstGeom prst="rect">
              <a:avLst/>
            </a:prstGeom>
            <a:noFill/>
            <a:ln w="6032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A76BEBCE-C465-314E-86E0-F0EBEB0CE0D0}"/>
                </a:ext>
              </a:extLst>
            </p:cNvPr>
            <p:cNvSpPr txBox="1"/>
            <p:nvPr/>
          </p:nvSpPr>
          <p:spPr>
            <a:xfrm>
              <a:off x="8071944" y="5580992"/>
              <a:ext cx="3263462" cy="923330"/>
            </a:xfrm>
            <a:prstGeom prst="rect">
              <a:avLst/>
            </a:prstGeom>
            <a:solidFill>
              <a:schemeClr val="bg1">
                <a:alpha val="67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User has explicit control over whether or not cookies are allowed</a:t>
              </a:r>
            </a:p>
          </p:txBody>
        </p:sp>
      </p:grpSp>
      <p:grpSp>
        <p:nvGrpSpPr>
          <p:cNvPr id="60" name="Group 59">
            <a:extLst>
              <a:ext uri="{FF2B5EF4-FFF2-40B4-BE49-F238E27FC236}">
                <a16:creationId xmlns:a16="http://schemas.microsoft.com/office/drawing/2014/main" id="{B8831A28-D235-DF45-926A-DE576497C8EE}"/>
              </a:ext>
            </a:extLst>
          </p:cNvPr>
          <p:cNvGrpSpPr/>
          <p:nvPr/>
        </p:nvGrpSpPr>
        <p:grpSpPr>
          <a:xfrm>
            <a:off x="504498" y="4461641"/>
            <a:ext cx="6274676" cy="1988605"/>
            <a:chOff x="504498" y="4461641"/>
            <a:chExt cx="6274676" cy="1988605"/>
          </a:xfrm>
        </p:grpSpPr>
        <p:sp>
          <p:nvSpPr>
            <p:cNvPr id="54" name="TextBox 53">
              <a:extLst>
                <a:ext uri="{FF2B5EF4-FFF2-40B4-BE49-F238E27FC236}">
                  <a16:creationId xmlns:a16="http://schemas.microsoft.com/office/drawing/2014/main" id="{BC9FA0C1-0C19-8F42-9B02-DABB110E178D}"/>
                </a:ext>
              </a:extLst>
            </p:cNvPr>
            <p:cNvSpPr txBox="1"/>
            <p:nvPr/>
          </p:nvSpPr>
          <p:spPr>
            <a:xfrm>
              <a:off x="504498" y="5249917"/>
              <a:ext cx="6274676"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when cookies can identify an individual, cookies are considered personal data, subject to GDPR personal data regulations</a:t>
              </a:r>
            </a:p>
          </p:txBody>
        </p:sp>
        <p:sp>
          <p:nvSpPr>
            <p:cNvPr id="59" name="Down Arrow 58">
              <a:extLst>
                <a:ext uri="{FF2B5EF4-FFF2-40B4-BE49-F238E27FC236}">
                  <a16:creationId xmlns:a16="http://schemas.microsoft.com/office/drawing/2014/main" id="{BD67E037-04D0-5242-9C92-6158A1ED1E53}"/>
                </a:ext>
              </a:extLst>
            </p:cNvPr>
            <p:cNvSpPr/>
            <p:nvPr/>
          </p:nvSpPr>
          <p:spPr>
            <a:xfrm>
              <a:off x="3058509" y="4461641"/>
              <a:ext cx="646387" cy="819807"/>
            </a:xfrm>
            <a:prstGeom prst="downArrow">
              <a:avLst/>
            </a:prstGeom>
            <a:gradFill>
              <a:gsLst>
                <a:gs pos="0">
                  <a:schemeClr val="accent1">
                    <a:lumMod val="5000"/>
                    <a:lumOff val="95000"/>
                  </a:schemeClr>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33124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up)">
                                      <p:cBhvr>
                                        <p:cTn id="7" dur="500"/>
                                        <p:tgtEl>
                                          <p:spTgt spid="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dissolve">
                                      <p:cBhvr>
                                        <p:cTn id="1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Rectangle 3">
            <a:extLst>
              <a:ext uri="{FF2B5EF4-FFF2-40B4-BE49-F238E27FC236}">
                <a16:creationId xmlns:a16="http://schemas.microsoft.com/office/drawing/2014/main" id="{FB527882-F34C-8945-BA16-5C2965DA6310}"/>
              </a:ext>
            </a:extLst>
          </p:cNvPr>
          <p:cNvSpPr txBox="1">
            <a:spLocks noChangeArrowheads="1"/>
          </p:cNvSpPr>
          <p:nvPr/>
        </p:nvSpPr>
        <p:spPr>
          <a:xfrm>
            <a:off x="914400" y="2142059"/>
            <a:ext cx="10654118" cy="393044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HTTP1.1:</a:t>
            </a:r>
            <a:r>
              <a:rPr kumimoji="0" lang="en-US" altLang="en-US" sz="3200" b="0" i="0"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introduced </a:t>
            </a:r>
            <a:r>
              <a:rPr kumimoji="0" lang="en-US" altLang="en-US" sz="32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multiple, pipelined GETs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over single TCP connection</a:t>
            </a:r>
            <a:endParaRPr kumimoji="0" lang="en-US" altLang="en-US" sz="32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responds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(FCFS: first-come-first-served scheduling) to GET requests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with FCFS, small object may have to wait for transmission  (</a:t>
            </a:r>
            <a:r>
              <a:rPr kumimoji="0" lang="en-US" altLang="en-US" sz="28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head-of-line (HOL) blocking</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behind large object(s)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loss recovery (retransmitting lost TCP segments) stalls object transmission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A6F2E176-E832-C946-945A-E70AAE074BF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41</a:t>
            </a:fld>
            <a:endParaRPr lang="en-US" dirty="0"/>
          </a:p>
        </p:txBody>
      </p:sp>
    </p:spTree>
    <p:extLst>
      <p:ext uri="{BB962C8B-B14F-4D97-AF65-F5344CB8AC3E}">
        <p14:creationId xmlns:p14="http://schemas.microsoft.com/office/powerpoint/2010/main" val="326121607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901486" y="2150525"/>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HTTP/2:</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[RFC 7540, 2015]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increased flexibility at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in sending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methods, status codes, most header fields unchanged from HTTP 1.1</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transmission order of requested objects based on client-specified object priority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(not necessarily FCFS)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push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unrequested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divide objects into frames, schedule frames to mitigate HOL blocking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279D3858-EB11-8347-B284-0EA3928CF486}"/>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20476A41-E13C-BC40-A484-B8CD2CE4B46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42</a:t>
            </a:fld>
            <a:endParaRPr lang="en-US" dirty="0"/>
          </a:p>
        </p:txBody>
      </p:sp>
    </p:spTree>
    <p:extLst>
      <p:ext uri="{BB962C8B-B14F-4D97-AF65-F5344CB8AC3E}">
        <p14:creationId xmlns:p14="http://schemas.microsoft.com/office/powerpoint/2010/main" val="153470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1" end="1"/>
                                            </p:txEl>
                                          </p:spTgt>
                                        </p:tgtEl>
                                        <p:attrNameLst>
                                          <p:attrName>style.visibility</p:attrName>
                                        </p:attrNameLst>
                                      </p:cBhvr>
                                      <p:to>
                                        <p:strVal val="visible"/>
                                      </p:to>
                                    </p:set>
                                    <p:animEffect transition="in" filter="dissolve">
                                      <p:cBhvr>
                                        <p:cTn id="12" dur="500"/>
                                        <p:tgtEl>
                                          <p:spTgt spid="56">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2" end="2"/>
                                            </p:txEl>
                                          </p:spTgt>
                                        </p:tgtEl>
                                        <p:attrNameLst>
                                          <p:attrName>style.visibility</p:attrName>
                                        </p:attrNameLst>
                                      </p:cBhvr>
                                      <p:to>
                                        <p:strVal val="visible"/>
                                      </p:to>
                                    </p:set>
                                    <p:animEffect transition="in" filter="dissolve">
                                      <p:cBhvr>
                                        <p:cTn id="17" dur="500"/>
                                        <p:tgtEl>
                                          <p:spTgt spid="56">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56">
                                            <p:txEl>
                                              <p:pRg st="3" end="3"/>
                                            </p:txEl>
                                          </p:spTgt>
                                        </p:tgtEl>
                                        <p:attrNameLst>
                                          <p:attrName>style.visibility</p:attrName>
                                        </p:attrNameLst>
                                      </p:cBhvr>
                                      <p:to>
                                        <p:strVal val="visible"/>
                                      </p:to>
                                    </p:set>
                                    <p:animEffect transition="in" filter="dissolve">
                                      <p:cBhvr>
                                        <p:cTn id="22" dur="500"/>
                                        <p:tgtEl>
                                          <p:spTgt spid="56">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6">
                                            <p:txEl>
                                              <p:pRg st="4" end="4"/>
                                            </p:txEl>
                                          </p:spTgt>
                                        </p:tgtEl>
                                        <p:attrNameLst>
                                          <p:attrName>style.visibility</p:attrName>
                                        </p:attrNameLst>
                                      </p:cBhvr>
                                      <p:to>
                                        <p:strVal val="visible"/>
                                      </p:to>
                                    </p:set>
                                    <p:animEffect transition="in" filter="dissolve">
                                      <p:cBhvr>
                                        <p:cTn id="27" dur="500"/>
                                        <p:tgtEl>
                                          <p:spTgt spid="5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1.1: client requests 1 large object (e.g., video file) and 3 smaller objects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 name="Group 7">
            <a:extLst>
              <a:ext uri="{FF2B5EF4-FFF2-40B4-BE49-F238E27FC236}">
                <a16:creationId xmlns:a16="http://schemas.microsoft.com/office/drawing/2014/main" id="{3BCCEA0D-BD56-2144-8446-6F45775C9DAB}"/>
              </a:ext>
            </a:extLst>
          </p:cNvPr>
          <p:cNvGrpSpPr/>
          <p:nvPr/>
        </p:nvGrpSpPr>
        <p:grpSpPr>
          <a:xfrm>
            <a:off x="3400914" y="3064264"/>
            <a:ext cx="4052925" cy="2231577"/>
            <a:chOff x="3400914" y="3064264"/>
            <a:chExt cx="4052925" cy="2231577"/>
          </a:xfrm>
        </p:grpSpPr>
        <p:cxnSp>
          <p:nvCxnSpPr>
            <p:cNvPr id="59" name="Straight Arrow Connector 58">
              <a:extLst>
                <a:ext uri="{FF2B5EF4-FFF2-40B4-BE49-F238E27FC236}">
                  <a16:creationId xmlns:a16="http://schemas.microsoft.com/office/drawing/2014/main" id="{FD6DCCE9-A422-404A-94DE-DE520C1D2809}"/>
                </a:ext>
              </a:extLst>
            </p:cNvPr>
            <p:cNvCxnSpPr>
              <a:cxnSpLocks/>
            </p:cNvCxnSpPr>
            <p:nvPr/>
          </p:nvCxnSpPr>
          <p:spPr>
            <a:xfrm flipH="1">
              <a:off x="3400914" y="5022530"/>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Freeform 48">
              <a:extLst>
                <a:ext uri="{FF2B5EF4-FFF2-40B4-BE49-F238E27FC236}">
                  <a16:creationId xmlns:a16="http://schemas.microsoft.com/office/drawing/2014/main" id="{AF7FDDA2-EA85-004E-AB1B-97A9090ECD2A}"/>
                </a:ext>
              </a:extLst>
            </p:cNvPr>
            <p:cNvSpPr/>
            <p:nvPr/>
          </p:nvSpPr>
          <p:spPr>
            <a:xfrm>
              <a:off x="3517643" y="3064264"/>
              <a:ext cx="3868169" cy="222617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8169" h="2226179">
                  <a:moveTo>
                    <a:pt x="3867383" y="0"/>
                  </a:moveTo>
                  <a:lnTo>
                    <a:pt x="411" y="273465"/>
                  </a:lnTo>
                  <a:cubicBezTo>
                    <a:pt x="1835" y="927218"/>
                    <a:pt x="-1013" y="1572426"/>
                    <a:pt x="411" y="2226179"/>
                  </a:cubicBezTo>
                  <a:lnTo>
                    <a:pt x="3863110" y="1969806"/>
                  </a:lnTo>
                  <a:cubicBezTo>
                    <a:pt x="3864534" y="1311780"/>
                    <a:pt x="3870232" y="61529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10" name="Group 9">
            <a:extLst>
              <a:ext uri="{FF2B5EF4-FFF2-40B4-BE49-F238E27FC236}">
                <a16:creationId xmlns:a16="http://schemas.microsoft.com/office/drawing/2014/main" id="{1032D652-964E-9F43-98C4-FFCFB51B8116}"/>
              </a:ext>
            </a:extLst>
          </p:cNvPr>
          <p:cNvGrpSpPr/>
          <p:nvPr/>
        </p:nvGrpSpPr>
        <p:grpSpPr>
          <a:xfrm>
            <a:off x="3389679" y="5054301"/>
            <a:ext cx="4064160" cy="386589"/>
            <a:chOff x="3389679" y="5054301"/>
            <a:chExt cx="4064160" cy="386589"/>
          </a:xfrm>
        </p:grpSpPr>
        <p:cxnSp>
          <p:nvCxnSpPr>
            <p:cNvPr id="60" name="Straight Arrow Connector 59">
              <a:extLst>
                <a:ext uri="{FF2B5EF4-FFF2-40B4-BE49-F238E27FC236}">
                  <a16:creationId xmlns:a16="http://schemas.microsoft.com/office/drawing/2014/main" id="{74B14409-7AA2-6647-870D-F81D3E4A7B92}"/>
                </a:ext>
              </a:extLst>
            </p:cNvPr>
            <p:cNvCxnSpPr>
              <a:cxnSpLocks/>
            </p:cNvCxnSpPr>
            <p:nvPr/>
          </p:nvCxnSpPr>
          <p:spPr>
            <a:xfrm flipH="1">
              <a:off x="3389679" y="5161562"/>
              <a:ext cx="4064160" cy="2793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Freeform 66">
              <a:extLst>
                <a:ext uri="{FF2B5EF4-FFF2-40B4-BE49-F238E27FC236}">
                  <a16:creationId xmlns:a16="http://schemas.microsoft.com/office/drawing/2014/main" id="{40D71812-E6AC-D143-8CC1-FD1BA4C52E80}"/>
                </a:ext>
              </a:extLst>
            </p:cNvPr>
            <p:cNvSpPr/>
            <p:nvPr/>
          </p:nvSpPr>
          <p:spPr>
            <a:xfrm>
              <a:off x="3519116" y="5054301"/>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40FB06DE-F29F-A246-84EE-63E1636623F1}"/>
              </a:ext>
            </a:extLst>
          </p:cNvPr>
          <p:cNvGrpSpPr/>
          <p:nvPr/>
        </p:nvGrpSpPr>
        <p:grpSpPr>
          <a:xfrm>
            <a:off x="3401181" y="5445216"/>
            <a:ext cx="4028803" cy="375356"/>
            <a:chOff x="3401181" y="5445216"/>
            <a:chExt cx="4028803" cy="375356"/>
          </a:xfrm>
        </p:grpSpPr>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401181" y="5534648"/>
              <a:ext cx="4028803" cy="26998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Freeform 69">
              <a:extLst>
                <a:ext uri="{FF2B5EF4-FFF2-40B4-BE49-F238E27FC236}">
                  <a16:creationId xmlns:a16="http://schemas.microsoft.com/office/drawing/2014/main" id="{E5D9F6BF-C428-4448-A3F0-EC7E244381F1}"/>
                </a:ext>
              </a:extLst>
            </p:cNvPr>
            <p:cNvSpPr/>
            <p:nvPr/>
          </p:nvSpPr>
          <p:spPr>
            <a:xfrm>
              <a:off x="3504762" y="544521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grpSp>
        <p:nvGrpSpPr>
          <p:cNvPr id="3" name="Group 2">
            <a:extLst>
              <a:ext uri="{FF2B5EF4-FFF2-40B4-BE49-F238E27FC236}">
                <a16:creationId xmlns:a16="http://schemas.microsoft.com/office/drawing/2014/main" id="{CFF15201-6C51-0E4C-8DF2-2874D9BB5094}"/>
              </a:ext>
            </a:extLst>
          </p:cNvPr>
          <p:cNvGrpSpPr/>
          <p:nvPr/>
        </p:nvGrpSpPr>
        <p:grpSpPr>
          <a:xfrm>
            <a:off x="1750742" y="5112121"/>
            <a:ext cx="1641327" cy="338554"/>
            <a:chOff x="1750742" y="5112121"/>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50742" y="5290443"/>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91" name="Group 90">
              <a:extLst>
                <a:ext uri="{FF2B5EF4-FFF2-40B4-BE49-F238E27FC236}">
                  <a16:creationId xmlns:a16="http://schemas.microsoft.com/office/drawing/2014/main" id="{1869B0B9-3B24-694E-ACA6-3C15E7F0A7AA}"/>
                </a:ext>
              </a:extLst>
            </p:cNvPr>
            <p:cNvGrpSpPr/>
            <p:nvPr/>
          </p:nvGrpSpPr>
          <p:grpSpPr>
            <a:xfrm>
              <a:off x="2136070" y="5112121"/>
              <a:ext cx="459104" cy="338554"/>
              <a:chOff x="2709565" y="5090498"/>
              <a:chExt cx="459104" cy="338554"/>
            </a:xfrm>
          </p:grpSpPr>
          <p:sp>
            <p:nvSpPr>
              <p:cNvPr id="90" name="Rectangle 89">
                <a:extLst>
                  <a:ext uri="{FF2B5EF4-FFF2-40B4-BE49-F238E27FC236}">
                    <a16:creationId xmlns:a16="http://schemas.microsoft.com/office/drawing/2014/main" id="{50D49D93-5523-2D40-A4B4-2C25959CCB4C}"/>
                  </a:ext>
                </a:extLst>
              </p:cNvPr>
              <p:cNvSpPr/>
              <p:nvPr/>
            </p:nvSpPr>
            <p:spPr>
              <a:xfrm>
                <a:off x="2785241" y="5146384"/>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5" name="TextBox 84">
                <a:extLst>
                  <a:ext uri="{FF2B5EF4-FFF2-40B4-BE49-F238E27FC236}">
                    <a16:creationId xmlns:a16="http://schemas.microsoft.com/office/drawing/2014/main" id="{024E2305-8E5C-AA43-A3E7-0B4250CBA647}"/>
                  </a:ext>
                </a:extLst>
              </p:cNvPr>
              <p:cNvSpPr txBox="1"/>
              <p:nvPr/>
            </p:nvSpPr>
            <p:spPr>
              <a:xfrm>
                <a:off x="2709565" y="509049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grpSp>
      <p:sp>
        <p:nvSpPr>
          <p:cNvPr id="94" name="Rectangle 93">
            <a:extLst>
              <a:ext uri="{FF2B5EF4-FFF2-40B4-BE49-F238E27FC236}">
                <a16:creationId xmlns:a16="http://schemas.microsoft.com/office/drawing/2014/main" id="{63ACB7C6-C932-A244-9314-0E6B7F0BABA7}"/>
              </a:ext>
            </a:extLst>
          </p:cNvPr>
          <p:cNvSpPr/>
          <p:nvPr/>
        </p:nvSpPr>
        <p:spPr>
          <a:xfrm>
            <a:off x="2453226" y="5330278"/>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4" name="Group 3">
            <a:extLst>
              <a:ext uri="{FF2B5EF4-FFF2-40B4-BE49-F238E27FC236}">
                <a16:creationId xmlns:a16="http://schemas.microsoft.com/office/drawing/2014/main" id="{F5600D4F-86F9-0C49-A7FC-8E1F0F10C16E}"/>
              </a:ext>
            </a:extLst>
          </p:cNvPr>
          <p:cNvGrpSpPr/>
          <p:nvPr/>
        </p:nvGrpSpPr>
        <p:grpSpPr>
          <a:xfrm>
            <a:off x="1750742" y="5274392"/>
            <a:ext cx="1641172" cy="338554"/>
            <a:chOff x="1750742" y="5274392"/>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0742" y="5442843"/>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384556" y="5274392"/>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grpSp>
        <p:nvGrpSpPr>
          <p:cNvPr id="7" name="Group 6">
            <a:extLst>
              <a:ext uri="{FF2B5EF4-FFF2-40B4-BE49-F238E27FC236}">
                <a16:creationId xmlns:a16="http://schemas.microsoft.com/office/drawing/2014/main" id="{DF5B72F1-6258-1D46-8B4C-28D067B642BD}"/>
              </a:ext>
            </a:extLst>
          </p:cNvPr>
          <p:cNvGrpSpPr/>
          <p:nvPr/>
        </p:nvGrpSpPr>
        <p:grpSpPr>
          <a:xfrm>
            <a:off x="1750742" y="5500058"/>
            <a:ext cx="1644347" cy="338554"/>
            <a:chOff x="1750742" y="5500058"/>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0742" y="5670973"/>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78111" y="550005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grpSp>
        <p:nvGrpSpPr>
          <p:cNvPr id="55" name="Group 54">
            <a:extLst>
              <a:ext uri="{FF2B5EF4-FFF2-40B4-BE49-F238E27FC236}">
                <a16:creationId xmlns:a16="http://schemas.microsoft.com/office/drawing/2014/main" id="{2E3B66F0-9018-8E4D-819B-CF6530707FCC}"/>
              </a:ext>
            </a:extLst>
          </p:cNvPr>
          <p:cNvGrpSpPr/>
          <p:nvPr/>
        </p:nvGrpSpPr>
        <p:grpSpPr>
          <a:xfrm>
            <a:off x="1750742" y="5634943"/>
            <a:ext cx="1641326" cy="338554"/>
            <a:chOff x="1750742" y="5634943"/>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50742"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779553" y="563494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22039" y="2665582"/>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4" name="Rectangle 103">
            <a:extLst>
              <a:ext uri="{FF2B5EF4-FFF2-40B4-BE49-F238E27FC236}">
                <a16:creationId xmlns:a16="http://schemas.microsoft.com/office/drawing/2014/main" id="{F92C3131-42F8-4447-929E-4F663CB535C3}"/>
              </a:ext>
            </a:extLst>
          </p:cNvPr>
          <p:cNvSpPr/>
          <p:nvPr/>
        </p:nvSpPr>
        <p:spPr>
          <a:xfrm>
            <a:off x="10065868" y="3696565"/>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2410244" y="6238081"/>
            <a:ext cx="8451975"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objects delivered in order requested: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wait behind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7" name="Group 56">
            <a:extLst>
              <a:ext uri="{FF2B5EF4-FFF2-40B4-BE49-F238E27FC236}">
                <a16:creationId xmlns:a16="http://schemas.microsoft.com/office/drawing/2014/main" id="{57772C53-CB21-F54B-81A4-80FA45EF0DCB}"/>
              </a:ext>
            </a:extLst>
          </p:cNvPr>
          <p:cNvGrpSpPr/>
          <p:nvPr/>
        </p:nvGrpSpPr>
        <p:grpSpPr>
          <a:xfrm>
            <a:off x="3400914" y="5195255"/>
            <a:ext cx="4029070" cy="477315"/>
            <a:chOff x="3400914" y="5195255"/>
            <a:chExt cx="4029070" cy="477315"/>
          </a:xfrm>
        </p:grpSpPr>
        <p:cxnSp>
          <p:nvCxnSpPr>
            <p:cNvPr id="61" name="Straight Arrow Connector 60">
              <a:extLst>
                <a:ext uri="{FF2B5EF4-FFF2-40B4-BE49-F238E27FC236}">
                  <a16:creationId xmlns:a16="http://schemas.microsoft.com/office/drawing/2014/main" id="{72FF5CC6-CED4-2143-AE2B-F90140B18684}"/>
                </a:ext>
              </a:extLst>
            </p:cNvPr>
            <p:cNvCxnSpPr>
              <a:cxnSpLocks/>
            </p:cNvCxnSpPr>
            <p:nvPr/>
          </p:nvCxnSpPr>
          <p:spPr>
            <a:xfrm flipH="1">
              <a:off x="3400914" y="5403102"/>
              <a:ext cx="4029070" cy="2694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Freeform 55">
              <a:extLst>
                <a:ext uri="{FF2B5EF4-FFF2-40B4-BE49-F238E27FC236}">
                  <a16:creationId xmlns:a16="http://schemas.microsoft.com/office/drawing/2014/main" id="{5A06D02B-5F32-3D42-9572-49327927E15A}"/>
                </a:ext>
              </a:extLst>
            </p:cNvPr>
            <p:cNvSpPr/>
            <p:nvPr/>
          </p:nvSpPr>
          <p:spPr>
            <a:xfrm>
              <a:off x="3520812" y="5195255"/>
              <a:ext cx="3866473" cy="468804"/>
            </a:xfrm>
            <a:custGeom>
              <a:avLst/>
              <a:gdLst>
                <a:gd name="connsiteX0" fmla="*/ 0 w 3866473"/>
                <a:gd name="connsiteY0" fmla="*/ 264573 h 468804"/>
                <a:gd name="connsiteX1" fmla="*/ 0 w 3866473"/>
                <a:gd name="connsiteY1" fmla="*/ 468804 h 468804"/>
                <a:gd name="connsiteX2" fmla="*/ 3866473 w 3866473"/>
                <a:gd name="connsiteY2" fmla="*/ 204232 h 468804"/>
                <a:gd name="connsiteX3" fmla="*/ 3861832 w 3866473"/>
                <a:gd name="connsiteY3" fmla="*/ 0 h 468804"/>
                <a:gd name="connsiteX4" fmla="*/ 0 w 3866473"/>
                <a:gd name="connsiteY4" fmla="*/ 264573 h 468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6473" h="468804">
                  <a:moveTo>
                    <a:pt x="0" y="264573"/>
                  </a:moveTo>
                  <a:lnTo>
                    <a:pt x="0" y="468804"/>
                  </a:lnTo>
                  <a:lnTo>
                    <a:pt x="3866473" y="204232"/>
                  </a:lnTo>
                  <a:lnTo>
                    <a:pt x="3861832" y="0"/>
                  </a:lnTo>
                  <a:lnTo>
                    <a:pt x="0" y="26457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93" name="Slide Number Placeholder 2">
            <a:extLst>
              <a:ext uri="{FF2B5EF4-FFF2-40B4-BE49-F238E27FC236}">
                <a16:creationId xmlns:a16="http://schemas.microsoft.com/office/drawing/2014/main" id="{04B1ED28-70FB-1F43-9411-4F7106AECB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43</a:t>
            </a:fld>
            <a:endParaRPr lang="en-US" dirty="0"/>
          </a:p>
        </p:txBody>
      </p:sp>
    </p:spTree>
    <p:extLst>
      <p:ext uri="{BB962C8B-B14F-4D97-AF65-F5344CB8AC3E}">
        <p14:creationId xmlns:p14="http://schemas.microsoft.com/office/powerpoint/2010/main" val="3751481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500"/>
                                        <p:tgtEl>
                                          <p:spTgt spid="8"/>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right)">
                                      <p:cBhvr>
                                        <p:cTn id="19" dur="500"/>
                                        <p:tgtEl>
                                          <p:spTgt spid="4"/>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right)">
                                      <p:cBhvr>
                                        <p:cTn id="23" dur="500"/>
                                        <p:tgtEl>
                                          <p:spTgt spid="57"/>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right)">
                                      <p:cBhvr>
                                        <p:cTn id="27" dur="500"/>
                                        <p:tgtEl>
                                          <p:spTgt spid="7"/>
                                        </p:tgtEl>
                                      </p:cBhvr>
                                    </p:animEffect>
                                  </p:childTnLst>
                                </p:cTn>
                              </p:par>
                            </p:childTnLst>
                          </p:cTn>
                        </p:par>
                        <p:par>
                          <p:cTn id="28" fill="hold">
                            <p:stCondLst>
                              <p:cond delay="3000"/>
                            </p:stCondLst>
                            <p:childTnLst>
                              <p:par>
                                <p:cTn id="29" presetID="22" presetClass="entr" presetSubtype="2" fill="hold" nodeType="after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right)">
                                      <p:cBhvr>
                                        <p:cTn id="31" dur="500"/>
                                        <p:tgtEl>
                                          <p:spTgt spid="54"/>
                                        </p:tgtEl>
                                      </p:cBhvr>
                                    </p:animEffect>
                                  </p:childTnLst>
                                </p:cTn>
                              </p:par>
                            </p:childTnLst>
                          </p:cTn>
                        </p:par>
                        <p:par>
                          <p:cTn id="32" fill="hold">
                            <p:stCondLst>
                              <p:cond delay="3500"/>
                            </p:stCondLst>
                            <p:childTnLst>
                              <p:par>
                                <p:cTn id="33" presetID="22" presetClass="entr" presetSubtype="2" fill="hold" nodeType="afterEffect">
                                  <p:stCondLst>
                                    <p:cond delay="0"/>
                                  </p:stCondLst>
                                  <p:childTnLst>
                                    <p:set>
                                      <p:cBhvr>
                                        <p:cTn id="34" dur="1" fill="hold">
                                          <p:stCondLst>
                                            <p:cond delay="0"/>
                                          </p:stCondLst>
                                        </p:cTn>
                                        <p:tgtEl>
                                          <p:spTgt spid="55"/>
                                        </p:tgtEl>
                                        <p:attrNameLst>
                                          <p:attrName>style.visibility</p:attrName>
                                        </p:attrNameLst>
                                      </p:cBhvr>
                                      <p:to>
                                        <p:strVal val="visible"/>
                                      </p:to>
                                    </p:set>
                                    <p:animEffect transition="in" filter="wipe(right)">
                                      <p:cBhvr>
                                        <p:cTn id="35" dur="500"/>
                                        <p:tgtEl>
                                          <p:spTgt spid="5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117"/>
                                        </p:tgtEl>
                                        <p:attrNameLst>
                                          <p:attrName>style.visibility</p:attrName>
                                        </p:attrNameLst>
                                      </p:cBhvr>
                                      <p:to>
                                        <p:strVal val="visible"/>
                                      </p:to>
                                    </p:set>
                                    <p:animEffect transition="in" filter="dissolve">
                                      <p:cBhvr>
                                        <p:cTn id="40"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objects divided into frames, frame transmission interleaved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347464" y="5534648"/>
            <a:ext cx="4093672" cy="27513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AF7FDDA2-EA85-004E-AB1B-97A9090ECD2A}"/>
              </a:ext>
            </a:extLst>
          </p:cNvPr>
          <p:cNvSpPr/>
          <p:nvPr/>
        </p:nvSpPr>
        <p:spPr>
          <a:xfrm>
            <a:off x="3486512" y="3835610"/>
            <a:ext cx="3867383" cy="197852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 name="connsiteX0" fmla="*/ 3867383 w 3867817"/>
              <a:gd name="connsiteY0" fmla="*/ 0 h 2226179"/>
              <a:gd name="connsiteX1" fmla="*/ 411 w 3867817"/>
              <a:gd name="connsiteY1" fmla="*/ 273465 h 2226179"/>
              <a:gd name="connsiteX2" fmla="*/ 411 w 3867817"/>
              <a:gd name="connsiteY2" fmla="*/ 2226179 h 2226179"/>
              <a:gd name="connsiteX3" fmla="*/ 3856760 w 3867817"/>
              <a:gd name="connsiteY3" fmla="*/ 1718981 h 2226179"/>
              <a:gd name="connsiteX4" fmla="*/ 3867383 w 3867817"/>
              <a:gd name="connsiteY4" fmla="*/ 0 h 2226179"/>
              <a:gd name="connsiteX0" fmla="*/ 3867383 w 3867817"/>
              <a:gd name="connsiteY0" fmla="*/ 0 h 1978529"/>
              <a:gd name="connsiteX1" fmla="*/ 411 w 3867817"/>
              <a:gd name="connsiteY1" fmla="*/ 273465 h 1978529"/>
              <a:gd name="connsiteX2" fmla="*/ 411 w 3867817"/>
              <a:gd name="connsiteY2" fmla="*/ 1978529 h 1978529"/>
              <a:gd name="connsiteX3" fmla="*/ 3856760 w 3867817"/>
              <a:gd name="connsiteY3" fmla="*/ 1718981 h 1978529"/>
              <a:gd name="connsiteX4" fmla="*/ 3867383 w 3867817"/>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7383" h="1978529">
                <a:moveTo>
                  <a:pt x="3867383" y="0"/>
                </a:moveTo>
                <a:lnTo>
                  <a:pt x="411" y="273465"/>
                </a:lnTo>
                <a:cubicBezTo>
                  <a:pt x="1835" y="927218"/>
                  <a:pt x="-1013" y="1324776"/>
                  <a:pt x="411" y="1978529"/>
                </a:cubicBezTo>
                <a:lnTo>
                  <a:pt x="3856760" y="1718981"/>
                </a:lnTo>
                <a:cubicBezTo>
                  <a:pt x="3862689" y="443848"/>
                  <a:pt x="3861223" y="145762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40D71812-E6AC-D143-8CC1-FD1BA4C52E80}"/>
              </a:ext>
            </a:extLst>
          </p:cNvPr>
          <p:cNvSpPr/>
          <p:nvPr/>
        </p:nvSpPr>
        <p:spPr>
          <a:xfrm>
            <a:off x="3479865" y="32076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10D09925-DD27-D34F-926D-3DCC96A914D5}"/>
              </a:ext>
            </a:extLst>
          </p:cNvPr>
          <p:cNvSpPr/>
          <p:nvPr/>
        </p:nvSpPr>
        <p:spPr>
          <a:xfrm>
            <a:off x="3479865" y="33366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E5D9F6BF-C428-4448-A3F0-EC7E244381F1}"/>
              </a:ext>
            </a:extLst>
          </p:cNvPr>
          <p:cNvSpPr/>
          <p:nvPr/>
        </p:nvSpPr>
        <p:spPr>
          <a:xfrm>
            <a:off x="3485129" y="346808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Rectangle 89">
            <a:extLst>
              <a:ext uri="{FF2B5EF4-FFF2-40B4-BE49-F238E27FC236}">
                <a16:creationId xmlns:a16="http://schemas.microsoft.com/office/drawing/2014/main" id="{50D49D93-5523-2D40-A4B4-2C25959CCB4C}"/>
              </a:ext>
            </a:extLst>
          </p:cNvPr>
          <p:cNvSpPr/>
          <p:nvPr/>
        </p:nvSpPr>
        <p:spPr>
          <a:xfrm>
            <a:off x="2231742" y="3441675"/>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B20822AF-19CE-9944-A719-6386C461356D}"/>
              </a:ext>
            </a:extLst>
          </p:cNvPr>
          <p:cNvGrpSpPr/>
          <p:nvPr/>
        </p:nvGrpSpPr>
        <p:grpSpPr>
          <a:xfrm>
            <a:off x="1770738" y="3385789"/>
            <a:ext cx="1641327" cy="338554"/>
            <a:chOff x="1770738" y="3385789"/>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70738" y="3564111"/>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024E2305-8E5C-AA43-A3E7-0B4250CBA647}"/>
                </a:ext>
              </a:extLst>
            </p:cNvPr>
            <p:cNvSpPr txBox="1"/>
            <p:nvPr/>
          </p:nvSpPr>
          <p:spPr>
            <a:xfrm>
              <a:off x="2156066" y="3385789"/>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94" name="Rectangle 93">
            <a:extLst>
              <a:ext uri="{FF2B5EF4-FFF2-40B4-BE49-F238E27FC236}">
                <a16:creationId xmlns:a16="http://schemas.microsoft.com/office/drawing/2014/main" id="{63ACB7C6-C932-A244-9314-0E6B7F0BABA7}"/>
              </a:ext>
            </a:extLst>
          </p:cNvPr>
          <p:cNvSpPr/>
          <p:nvPr/>
        </p:nvSpPr>
        <p:spPr>
          <a:xfrm>
            <a:off x="2369264" y="3728151"/>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28813376-E418-2342-A851-A732B9438E05}"/>
              </a:ext>
            </a:extLst>
          </p:cNvPr>
          <p:cNvGrpSpPr/>
          <p:nvPr/>
        </p:nvGrpSpPr>
        <p:grpSpPr>
          <a:xfrm>
            <a:off x="1759658" y="3661763"/>
            <a:ext cx="1641172" cy="338554"/>
            <a:chOff x="1759658" y="3661763"/>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9658" y="3839649"/>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315510" y="366176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45639" y="2644827"/>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3131136" y="6194429"/>
            <a:ext cx="6552840"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delivered quickly,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slightly delayed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1637FC5-05C5-FD43-8C71-1C16B929EBE5}"/>
              </a:ext>
            </a:extLst>
          </p:cNvPr>
          <p:cNvGrpSpPr/>
          <p:nvPr/>
        </p:nvGrpSpPr>
        <p:grpSpPr>
          <a:xfrm>
            <a:off x="3362984" y="3078482"/>
            <a:ext cx="4052925" cy="379692"/>
            <a:chOff x="3362984" y="3078482"/>
            <a:chExt cx="4052925" cy="379692"/>
          </a:xfrm>
        </p:grpSpPr>
        <p:cxnSp>
          <p:nvCxnSpPr>
            <p:cNvPr id="86" name="Straight Arrow Connector 85">
              <a:extLst>
                <a:ext uri="{FF2B5EF4-FFF2-40B4-BE49-F238E27FC236}">
                  <a16:creationId xmlns:a16="http://schemas.microsoft.com/office/drawing/2014/main" id="{088B1C0C-41B7-1D42-8218-1018BF87E3C8}"/>
                </a:ext>
              </a:extLst>
            </p:cNvPr>
            <p:cNvCxnSpPr>
              <a:cxnSpLocks/>
            </p:cNvCxnSpPr>
            <p:nvPr/>
          </p:nvCxnSpPr>
          <p:spPr>
            <a:xfrm flipH="1">
              <a:off x="3362984" y="3078482"/>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7" name="Freeform 86">
              <a:extLst>
                <a:ext uri="{FF2B5EF4-FFF2-40B4-BE49-F238E27FC236}">
                  <a16:creationId xmlns:a16="http://schemas.microsoft.com/office/drawing/2014/main" id="{1CD4C714-A300-764D-A036-6CA0D38DC0BC}"/>
                </a:ext>
              </a:extLst>
            </p:cNvPr>
            <p:cNvSpPr/>
            <p:nvPr/>
          </p:nvSpPr>
          <p:spPr>
            <a:xfrm>
              <a:off x="3479865" y="30828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88" name="Freeform 87">
            <a:extLst>
              <a:ext uri="{FF2B5EF4-FFF2-40B4-BE49-F238E27FC236}">
                <a16:creationId xmlns:a16="http://schemas.microsoft.com/office/drawing/2014/main" id="{C6C7F475-0074-4749-BD8A-29E5B317ABB2}"/>
              </a:ext>
            </a:extLst>
          </p:cNvPr>
          <p:cNvSpPr/>
          <p:nvPr/>
        </p:nvSpPr>
        <p:spPr>
          <a:xfrm>
            <a:off x="3480625" y="3596230"/>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E83720AD-3971-A342-9F15-09DD430DE12F}"/>
              </a:ext>
            </a:extLst>
          </p:cNvPr>
          <p:cNvSpPr/>
          <p:nvPr/>
        </p:nvSpPr>
        <p:spPr>
          <a:xfrm>
            <a:off x="3485129" y="37195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BC622377-2E31-1842-B7B8-108319C7B7A5}"/>
              </a:ext>
            </a:extLst>
          </p:cNvPr>
          <p:cNvSpPr/>
          <p:nvPr/>
        </p:nvSpPr>
        <p:spPr>
          <a:xfrm>
            <a:off x="2575260" y="3949241"/>
            <a:ext cx="310918" cy="2811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0" name="Group 49">
            <a:extLst>
              <a:ext uri="{FF2B5EF4-FFF2-40B4-BE49-F238E27FC236}">
                <a16:creationId xmlns:a16="http://schemas.microsoft.com/office/drawing/2014/main" id="{4CDDC42D-85F3-5F48-A935-3952508D2E47}"/>
              </a:ext>
            </a:extLst>
          </p:cNvPr>
          <p:cNvGrpSpPr/>
          <p:nvPr/>
        </p:nvGrpSpPr>
        <p:grpSpPr>
          <a:xfrm>
            <a:off x="1756483" y="3920514"/>
            <a:ext cx="1644347" cy="338554"/>
            <a:chOff x="1756483" y="3920514"/>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6483" y="4094530"/>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54202" y="3920514"/>
              <a:ext cx="45488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sp>
        <p:nvSpPr>
          <p:cNvPr id="3" name="Rectangle 2">
            <a:extLst>
              <a:ext uri="{FF2B5EF4-FFF2-40B4-BE49-F238E27FC236}">
                <a16:creationId xmlns:a16="http://schemas.microsoft.com/office/drawing/2014/main" id="{3ED052B0-9951-5649-91CE-3B957628FFA7}"/>
              </a:ext>
            </a:extLst>
          </p:cNvPr>
          <p:cNvSpPr/>
          <p:nvPr/>
        </p:nvSpPr>
        <p:spPr>
          <a:xfrm>
            <a:off x="2869378" y="5701781"/>
            <a:ext cx="269557" cy="2294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141BCBD2-E211-8147-94AE-9676C1098C29}"/>
              </a:ext>
            </a:extLst>
          </p:cNvPr>
          <p:cNvGrpSpPr/>
          <p:nvPr/>
        </p:nvGrpSpPr>
        <p:grpSpPr>
          <a:xfrm>
            <a:off x="1706138" y="5621746"/>
            <a:ext cx="1641326" cy="338554"/>
            <a:chOff x="1706138" y="5621746"/>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06138"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801769" y="5621746"/>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cxnSp>
        <p:nvCxnSpPr>
          <p:cNvPr id="8" name="Straight Connector 7">
            <a:extLst>
              <a:ext uri="{FF2B5EF4-FFF2-40B4-BE49-F238E27FC236}">
                <a16:creationId xmlns:a16="http://schemas.microsoft.com/office/drawing/2014/main" id="{F26F312C-F797-9546-9530-388E7EACD1E5}"/>
              </a:ext>
            </a:extLst>
          </p:cNvPr>
          <p:cNvCxnSpPr/>
          <p:nvPr/>
        </p:nvCxnSpPr>
        <p:spPr>
          <a:xfrm>
            <a:off x="8570246" y="531145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B1529647-C0C9-574F-8FF1-580A42D9C0C0}"/>
              </a:ext>
            </a:extLst>
          </p:cNvPr>
          <p:cNvCxnSpPr/>
          <p:nvPr/>
        </p:nvCxnSpPr>
        <p:spPr>
          <a:xfrm>
            <a:off x="8585033" y="495696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7E50FB3C-A3CC-C043-BF4E-10D379228467}"/>
              </a:ext>
            </a:extLst>
          </p:cNvPr>
          <p:cNvCxnSpPr/>
          <p:nvPr/>
        </p:nvCxnSpPr>
        <p:spPr>
          <a:xfrm>
            <a:off x="8579058" y="482487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B41C7889-A836-484E-8169-EF5C2DBA3482}"/>
              </a:ext>
            </a:extLst>
          </p:cNvPr>
          <p:cNvCxnSpPr/>
          <p:nvPr/>
        </p:nvCxnSpPr>
        <p:spPr>
          <a:xfrm>
            <a:off x="8573083" y="469278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61EE47C2-CDAF-F340-9C07-30C8346C6253}"/>
              </a:ext>
            </a:extLst>
          </p:cNvPr>
          <p:cNvCxnSpPr/>
          <p:nvPr/>
        </p:nvCxnSpPr>
        <p:spPr>
          <a:xfrm>
            <a:off x="8567108" y="456068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849EF8F-5CF1-D94F-B506-490C9309164F}"/>
              </a:ext>
            </a:extLst>
          </p:cNvPr>
          <p:cNvCxnSpPr/>
          <p:nvPr/>
        </p:nvCxnSpPr>
        <p:spPr>
          <a:xfrm>
            <a:off x="8561133" y="442859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627A730F-13F6-D144-B66D-F5F8082E6868}"/>
              </a:ext>
            </a:extLst>
          </p:cNvPr>
          <p:cNvCxnSpPr/>
          <p:nvPr/>
        </p:nvCxnSpPr>
        <p:spPr>
          <a:xfrm>
            <a:off x="8555158" y="429649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8DE6F362-ACF1-AC45-94ED-A1E3CFC4CACB}"/>
              </a:ext>
            </a:extLst>
          </p:cNvPr>
          <p:cNvCxnSpPr/>
          <p:nvPr/>
        </p:nvCxnSpPr>
        <p:spPr>
          <a:xfrm>
            <a:off x="8549183" y="416440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1EE4C68C-D132-C940-9F84-9FA59A49FCD6}"/>
              </a:ext>
            </a:extLst>
          </p:cNvPr>
          <p:cNvCxnSpPr/>
          <p:nvPr/>
        </p:nvCxnSpPr>
        <p:spPr>
          <a:xfrm>
            <a:off x="8543208" y="403231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31A8F1E6-4E41-C344-A87C-2BCD0FF502FC}"/>
              </a:ext>
            </a:extLst>
          </p:cNvPr>
          <p:cNvCxnSpPr/>
          <p:nvPr/>
        </p:nvCxnSpPr>
        <p:spPr>
          <a:xfrm>
            <a:off x="8537233" y="390021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3E8E12E-F846-D846-8D27-0D67A493AAA0}"/>
              </a:ext>
            </a:extLst>
          </p:cNvPr>
          <p:cNvCxnSpPr/>
          <p:nvPr/>
        </p:nvCxnSpPr>
        <p:spPr>
          <a:xfrm>
            <a:off x="8531258" y="376812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E6D99FA8-5239-8748-B4B7-E247030A1E8C}"/>
              </a:ext>
            </a:extLst>
          </p:cNvPr>
          <p:cNvCxnSpPr/>
          <p:nvPr/>
        </p:nvCxnSpPr>
        <p:spPr>
          <a:xfrm>
            <a:off x="8525283" y="363602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87BDB7C5-F61E-F944-ADD5-B942DE4D8073}"/>
              </a:ext>
            </a:extLst>
          </p:cNvPr>
          <p:cNvCxnSpPr/>
          <p:nvPr/>
        </p:nvCxnSpPr>
        <p:spPr>
          <a:xfrm>
            <a:off x="8540494" y="350393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DC97917E-3C70-1848-83E2-6E69C542C768}"/>
              </a:ext>
            </a:extLst>
          </p:cNvPr>
          <p:cNvCxnSpPr/>
          <p:nvPr/>
        </p:nvCxnSpPr>
        <p:spPr>
          <a:xfrm>
            <a:off x="8534519" y="337184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56A2B6C1-D74F-8644-B2DD-07626B62AC3A}"/>
              </a:ext>
            </a:extLst>
          </p:cNvPr>
          <p:cNvCxnSpPr/>
          <p:nvPr/>
        </p:nvCxnSpPr>
        <p:spPr>
          <a:xfrm>
            <a:off x="8535606" y="323974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99318C6E-B313-F948-A960-AB9F1565EF38}"/>
              </a:ext>
            </a:extLst>
          </p:cNvPr>
          <p:cNvCxnSpPr>
            <a:cxnSpLocks/>
          </p:cNvCxnSpPr>
          <p:nvPr/>
        </p:nvCxnSpPr>
        <p:spPr>
          <a:xfrm flipV="1">
            <a:off x="3452698" y="3962094"/>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1663946-4235-7448-AEF1-D18B5A3DD5D6}"/>
              </a:ext>
            </a:extLst>
          </p:cNvPr>
          <p:cNvCxnSpPr>
            <a:cxnSpLocks/>
          </p:cNvCxnSpPr>
          <p:nvPr/>
        </p:nvCxnSpPr>
        <p:spPr>
          <a:xfrm flipV="1">
            <a:off x="3392013" y="411308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191351A-1A02-8B4A-8E31-DE66EA947424}"/>
              </a:ext>
            </a:extLst>
          </p:cNvPr>
          <p:cNvCxnSpPr>
            <a:cxnSpLocks/>
          </p:cNvCxnSpPr>
          <p:nvPr/>
        </p:nvCxnSpPr>
        <p:spPr>
          <a:xfrm flipV="1">
            <a:off x="3403873" y="425067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F985530D-C4B6-9A4F-AC43-C17FB5DA79CB}"/>
              </a:ext>
            </a:extLst>
          </p:cNvPr>
          <p:cNvCxnSpPr>
            <a:cxnSpLocks/>
          </p:cNvCxnSpPr>
          <p:nvPr/>
        </p:nvCxnSpPr>
        <p:spPr>
          <a:xfrm flipV="1">
            <a:off x="3415733" y="439955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1F15277D-8E18-5040-BA7A-6BA237E590DA}"/>
              </a:ext>
            </a:extLst>
          </p:cNvPr>
          <p:cNvCxnSpPr>
            <a:cxnSpLocks/>
          </p:cNvCxnSpPr>
          <p:nvPr/>
        </p:nvCxnSpPr>
        <p:spPr>
          <a:xfrm flipV="1">
            <a:off x="3474493" y="556214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FB7705AD-3AB0-5E4A-A165-5139123712D3}"/>
              </a:ext>
            </a:extLst>
          </p:cNvPr>
          <p:cNvCxnSpPr>
            <a:cxnSpLocks/>
          </p:cNvCxnSpPr>
          <p:nvPr/>
        </p:nvCxnSpPr>
        <p:spPr>
          <a:xfrm flipV="1">
            <a:off x="3486353" y="571667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B2D7EE39-0642-6848-BC17-455AF4197425}"/>
              </a:ext>
            </a:extLst>
          </p:cNvPr>
          <p:cNvCxnSpPr>
            <a:cxnSpLocks/>
          </p:cNvCxnSpPr>
          <p:nvPr/>
        </p:nvCxnSpPr>
        <p:spPr>
          <a:xfrm flipV="1">
            <a:off x="3467438" y="4527480"/>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B330DE2B-04A2-FF47-AFF6-A2E1A7046084}"/>
              </a:ext>
            </a:extLst>
          </p:cNvPr>
          <p:cNvCxnSpPr>
            <a:cxnSpLocks/>
          </p:cNvCxnSpPr>
          <p:nvPr/>
        </p:nvCxnSpPr>
        <p:spPr>
          <a:xfrm flipV="1">
            <a:off x="3406753" y="467846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47BB00C9-2F27-004D-9372-BD381A265370}"/>
              </a:ext>
            </a:extLst>
          </p:cNvPr>
          <p:cNvCxnSpPr>
            <a:cxnSpLocks/>
          </p:cNvCxnSpPr>
          <p:nvPr/>
        </p:nvCxnSpPr>
        <p:spPr>
          <a:xfrm flipV="1">
            <a:off x="3418613" y="481606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C78FEDE8-839F-454D-A0FA-76A2C79B5B9D}"/>
              </a:ext>
            </a:extLst>
          </p:cNvPr>
          <p:cNvCxnSpPr>
            <a:cxnSpLocks/>
          </p:cNvCxnSpPr>
          <p:nvPr/>
        </p:nvCxnSpPr>
        <p:spPr>
          <a:xfrm flipV="1">
            <a:off x="3430473" y="496494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E9C306E-46D8-F145-8048-E35C09F8800D}"/>
              </a:ext>
            </a:extLst>
          </p:cNvPr>
          <p:cNvCxnSpPr>
            <a:cxnSpLocks/>
          </p:cNvCxnSpPr>
          <p:nvPr/>
        </p:nvCxnSpPr>
        <p:spPr>
          <a:xfrm flipV="1">
            <a:off x="3482178" y="5092866"/>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2DCD9603-AC7A-3345-BD4F-7AD3B80B77A0}"/>
              </a:ext>
            </a:extLst>
          </p:cNvPr>
          <p:cNvCxnSpPr>
            <a:cxnSpLocks/>
          </p:cNvCxnSpPr>
          <p:nvPr/>
        </p:nvCxnSpPr>
        <p:spPr>
          <a:xfrm flipV="1">
            <a:off x="3421493" y="524385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46D2CB60-1100-B943-BEE0-9BBA817FB8D8}"/>
              </a:ext>
            </a:extLst>
          </p:cNvPr>
          <p:cNvCxnSpPr>
            <a:cxnSpLocks/>
          </p:cNvCxnSpPr>
          <p:nvPr/>
        </p:nvCxnSpPr>
        <p:spPr>
          <a:xfrm flipV="1">
            <a:off x="3433353" y="538144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8" name="Slide Number Placeholder 2">
            <a:extLst>
              <a:ext uri="{FF2B5EF4-FFF2-40B4-BE49-F238E27FC236}">
                <a16:creationId xmlns:a16="http://schemas.microsoft.com/office/drawing/2014/main" id="{566D02CB-0278-FB40-AE5B-D652B1719C9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44</a:t>
            </a:fld>
            <a:endParaRPr lang="en-US" dirty="0"/>
          </a:p>
        </p:txBody>
      </p:sp>
    </p:spTree>
    <p:extLst>
      <p:ext uri="{BB962C8B-B14F-4D97-AF65-F5344CB8AC3E}">
        <p14:creationId xmlns:p14="http://schemas.microsoft.com/office/powerpoint/2010/main" val="4128955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67"/>
                                        </p:tgtEl>
                                        <p:attrNameLst>
                                          <p:attrName>style.visibility</p:attrName>
                                        </p:attrNameLst>
                                      </p:cBhvr>
                                      <p:to>
                                        <p:strVal val="visible"/>
                                      </p:to>
                                    </p:set>
                                    <p:animEffect transition="in" filter="wipe(right)">
                                      <p:cBhvr>
                                        <p:cTn id="11" dur="500"/>
                                        <p:tgtEl>
                                          <p:spTgt spid="67"/>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right)">
                                      <p:cBhvr>
                                        <p:cTn id="15" dur="500"/>
                                        <p:tgtEl>
                                          <p:spTgt spid="7"/>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right)">
                                      <p:cBhvr>
                                        <p:cTn id="19" dur="500"/>
                                        <p:tgtEl>
                                          <p:spTgt spid="68"/>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wipe(right)">
                                      <p:cBhvr>
                                        <p:cTn id="23" dur="500"/>
                                        <p:tgtEl>
                                          <p:spTgt spid="70"/>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grpId="0" nodeType="clickEffect">
                                  <p:stCondLst>
                                    <p:cond delay="0"/>
                                  </p:stCondLst>
                                  <p:childTnLst>
                                    <p:set>
                                      <p:cBhvr>
                                        <p:cTn id="31" dur="1" fill="hold">
                                          <p:stCondLst>
                                            <p:cond delay="0"/>
                                          </p:stCondLst>
                                        </p:cTn>
                                        <p:tgtEl>
                                          <p:spTgt spid="88"/>
                                        </p:tgtEl>
                                        <p:attrNameLst>
                                          <p:attrName>style.visibility</p:attrName>
                                        </p:attrNameLst>
                                      </p:cBhvr>
                                      <p:to>
                                        <p:strVal val="visible"/>
                                      </p:to>
                                    </p:set>
                                    <p:animEffect transition="in" filter="wipe(right)">
                                      <p:cBhvr>
                                        <p:cTn id="32" dur="500"/>
                                        <p:tgtEl>
                                          <p:spTgt spid="88"/>
                                        </p:tgtEl>
                                      </p:cBhvr>
                                    </p:animEffect>
                                  </p:childTnLst>
                                </p:cTn>
                              </p:par>
                            </p:childTnLst>
                          </p:cTn>
                        </p:par>
                        <p:par>
                          <p:cTn id="33" fill="hold">
                            <p:stCondLst>
                              <p:cond delay="500"/>
                            </p:stCondLst>
                            <p:childTnLst>
                              <p:par>
                                <p:cTn id="34" presetID="22" presetClass="entr" presetSubtype="2" fill="hold" grpId="0" nodeType="afterEffect">
                                  <p:stCondLst>
                                    <p:cond delay="0"/>
                                  </p:stCondLst>
                                  <p:childTnLst>
                                    <p:set>
                                      <p:cBhvr>
                                        <p:cTn id="35" dur="1" fill="hold">
                                          <p:stCondLst>
                                            <p:cond delay="0"/>
                                          </p:stCondLst>
                                        </p:cTn>
                                        <p:tgtEl>
                                          <p:spTgt spid="89"/>
                                        </p:tgtEl>
                                        <p:attrNameLst>
                                          <p:attrName>style.visibility</p:attrName>
                                        </p:attrNameLst>
                                      </p:cBhvr>
                                      <p:to>
                                        <p:strVal val="visible"/>
                                      </p:to>
                                    </p:set>
                                    <p:animEffect transition="in" filter="wipe(right)">
                                      <p:cBhvr>
                                        <p:cTn id="36" dur="500"/>
                                        <p:tgtEl>
                                          <p:spTgt spid="89"/>
                                        </p:tgtEl>
                                      </p:cBhvr>
                                    </p:animEffect>
                                  </p:childTnLst>
                                </p:cTn>
                              </p:par>
                            </p:childTnLst>
                          </p:cTn>
                        </p:par>
                        <p:par>
                          <p:cTn id="37" fill="hold">
                            <p:stCondLst>
                              <p:cond delay="1000"/>
                            </p:stCondLst>
                            <p:childTnLst>
                              <p:par>
                                <p:cTn id="38" presetID="22" presetClass="entr" presetSubtype="2" fill="hold" nodeType="after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wipe(right)">
                                      <p:cBhvr>
                                        <p:cTn id="40" dur="500"/>
                                        <p:tgtEl>
                                          <p:spTgt spid="50"/>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2" fill="hold" grpId="0" nodeType="click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wipe(right)">
                                      <p:cBhvr>
                                        <p:cTn id="45" dur="500"/>
                                        <p:tgtEl>
                                          <p:spTgt spid="49"/>
                                        </p:tgtEl>
                                      </p:cBhvr>
                                    </p:animEffect>
                                  </p:childTnLst>
                                </p:cTn>
                              </p:par>
                              <p:par>
                                <p:cTn id="46" presetID="22" presetClass="entr" presetSubtype="2" fill="hold" nodeType="withEffect">
                                  <p:stCondLst>
                                    <p:cond delay="0"/>
                                  </p:stCondLst>
                                  <p:childTnLst>
                                    <p:set>
                                      <p:cBhvr>
                                        <p:cTn id="47" dur="1" fill="hold">
                                          <p:stCondLst>
                                            <p:cond delay="0"/>
                                          </p:stCondLst>
                                        </p:cTn>
                                        <p:tgtEl>
                                          <p:spTgt spid="62"/>
                                        </p:tgtEl>
                                        <p:attrNameLst>
                                          <p:attrName>style.visibility</p:attrName>
                                        </p:attrNameLst>
                                      </p:cBhvr>
                                      <p:to>
                                        <p:strVal val="visible"/>
                                      </p:to>
                                    </p:set>
                                    <p:animEffect transition="in" filter="wipe(right)">
                                      <p:cBhvr>
                                        <p:cTn id="48" dur="500"/>
                                        <p:tgtEl>
                                          <p:spTgt spid="62"/>
                                        </p:tgtEl>
                                      </p:cBhvr>
                                    </p:animEffect>
                                  </p:childTnLst>
                                </p:cTn>
                              </p:par>
                            </p:childTnLst>
                          </p:cTn>
                        </p:par>
                        <p:par>
                          <p:cTn id="49" fill="hold">
                            <p:stCondLst>
                              <p:cond delay="500"/>
                            </p:stCondLst>
                            <p:childTnLst>
                              <p:par>
                                <p:cTn id="50" presetID="22" presetClass="entr" presetSubtype="2" fill="hold" nodeType="afterEffect">
                                  <p:stCondLst>
                                    <p:cond delay="0"/>
                                  </p:stCondLst>
                                  <p:childTnLst>
                                    <p:set>
                                      <p:cBhvr>
                                        <p:cTn id="51" dur="1" fill="hold">
                                          <p:stCondLst>
                                            <p:cond delay="0"/>
                                          </p:stCondLst>
                                        </p:cTn>
                                        <p:tgtEl>
                                          <p:spTgt spid="54"/>
                                        </p:tgtEl>
                                        <p:attrNameLst>
                                          <p:attrName>style.visibility</p:attrName>
                                        </p:attrNameLst>
                                      </p:cBhvr>
                                      <p:to>
                                        <p:strVal val="visible"/>
                                      </p:to>
                                    </p:set>
                                    <p:animEffect transition="in" filter="wipe(right)">
                                      <p:cBhvr>
                                        <p:cTn id="52" dur="500"/>
                                        <p:tgtEl>
                                          <p:spTgt spid="54"/>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dissolve">
                                      <p:cBhvr>
                                        <p:cTn id="57"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67" grpId="0" animBg="1"/>
      <p:bldP spid="68" grpId="0" animBg="1"/>
      <p:bldP spid="70" grpId="0" animBg="1"/>
      <p:bldP spid="117" grpId="0"/>
      <p:bldP spid="88" grpId="0" animBg="1"/>
      <p:bldP spid="89"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 to HTTP/3</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833751" y="1490127"/>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5087"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over single TCP connection means: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recovery from packet loss still stalls all object transmissions</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 in HTTP 1.1, browsers have incentive to open multiple parallel TCP connections to reduce stalling, increase overall throughput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security over vanilla TCP connection</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HTTP/3: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adds security, per object error- and congestion-control (more pipelining) over UDP</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on HTTP/3 in transport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B9970898-8B56-614D-BEEC-E655E686FD7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45</a:t>
            </a:fld>
            <a:endParaRPr lang="en-US" dirty="0"/>
          </a:p>
        </p:txBody>
      </p:sp>
    </p:spTree>
    <p:extLst>
      <p:ext uri="{BB962C8B-B14F-4D97-AF65-F5344CB8AC3E}">
        <p14:creationId xmlns:p14="http://schemas.microsoft.com/office/powerpoint/2010/main" val="365879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3" end="3"/>
                                            </p:txEl>
                                          </p:spTgt>
                                        </p:tgtEl>
                                        <p:attrNameLst>
                                          <p:attrName>style.visibility</p:attrName>
                                        </p:attrNameLst>
                                      </p:cBhvr>
                                      <p:to>
                                        <p:strVal val="visible"/>
                                      </p:to>
                                    </p:set>
                                    <p:animEffect transition="in" filter="dissolve">
                                      <p:cBhvr>
                                        <p:cTn id="12" dur="500"/>
                                        <p:tgtEl>
                                          <p:spTgt spid="56">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4" end="4"/>
                                            </p:txEl>
                                          </p:spTgt>
                                        </p:tgtEl>
                                        <p:attrNameLst>
                                          <p:attrName>style.visibility</p:attrName>
                                        </p:attrNameLst>
                                      </p:cBhvr>
                                      <p:to>
                                        <p:strVal val="visible"/>
                                      </p:to>
                                    </p:set>
                                    <p:animEffect transition="in" filter="dissolve">
                                      <p:cBhvr>
                                        <p:cTn id="17" dur="500"/>
                                        <p:tgtEl>
                                          <p:spTgt spid="56">
                                            <p:txEl>
                                              <p:pRg st="4" end="4"/>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56">
                                            <p:txEl>
                                              <p:pRg st="5" end="5"/>
                                            </p:txEl>
                                          </p:spTgt>
                                        </p:tgtEl>
                                        <p:attrNameLst>
                                          <p:attrName>style.visibility</p:attrName>
                                        </p:attrNameLst>
                                      </p:cBhvr>
                                      <p:to>
                                        <p:strVal val="visible"/>
                                      </p:to>
                                    </p:set>
                                    <p:animEffect transition="in" filter="dissolve">
                                      <p:cBhvr>
                                        <p:cTn id="20" dur="500"/>
                                        <p:tgtEl>
                                          <p:spTgt spid="5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rgbClr val="0000A8"/>
              </a:buClr>
              <a:defRPr/>
            </a:pPr>
            <a:r>
              <a:rPr lang="en-US" sz="3200" dirty="0">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46</a:t>
            </a:fld>
            <a:endParaRPr lang="en-US" dirty="0"/>
          </a:p>
        </p:txBody>
      </p:sp>
      <p:pic>
        <p:nvPicPr>
          <p:cNvPr id="7" name="Picture 6" descr="Kurose&amp;Ross 8th edition photo">
            <a:extLst>
              <a:ext uri="{FF2B5EF4-FFF2-40B4-BE49-F238E27FC236}">
                <a16:creationId xmlns:a16="http://schemas.microsoft.com/office/drawing/2014/main" id="{1483A316-B08E-574D-B36E-624819972D75}"/>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196310058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a:t>
            </a:r>
            <a:endParaRPr lang="en-US" sz="4400" dirty="0"/>
          </a:p>
        </p:txBody>
      </p:sp>
      <p:sp>
        <p:nvSpPr>
          <p:cNvPr id="8" name="Rectangle 3">
            <a:extLst>
              <a:ext uri="{FF2B5EF4-FFF2-40B4-BE49-F238E27FC236}">
                <a16:creationId xmlns:a16="http://schemas.microsoft.com/office/drawing/2014/main" id="{21810D1F-B21D-4B49-9104-1DDE54C093AE}"/>
              </a:ext>
            </a:extLst>
          </p:cNvPr>
          <p:cNvSpPr txBox="1">
            <a:spLocks noChangeArrowheads="1"/>
          </p:cNvSpPr>
          <p:nvPr/>
        </p:nvSpPr>
        <p:spPr>
          <a:xfrm>
            <a:off x="544512" y="1366838"/>
            <a:ext cx="7119031" cy="48768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Three major components: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agents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servers </a:t>
            </a:r>
          </a:p>
          <a:p>
            <a:pPr marL="460375" marR="0" lvl="0" indent="-215900" algn="l" defTabSz="914400" rtl="0" eaLnBrk="1" fontAlgn="auto" latinLnBrk="0" hangingPunct="1">
              <a:lnSpc>
                <a:spcPct val="90000"/>
              </a:lnSpc>
              <a:spcBef>
                <a:spcPts val="400"/>
              </a:spcBef>
              <a:spcAft>
                <a:spcPct val="75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simple mail transfer protocol: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User Agent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reader”</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composing, editing, reading mail messages</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Outlook, iPhone mail client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outgoing, incoming messages stored on server</a:t>
            </a:r>
          </a:p>
        </p:txBody>
      </p:sp>
      <p:grpSp>
        <p:nvGrpSpPr>
          <p:cNvPr id="433" name="Group 279">
            <a:extLst>
              <a:ext uri="{FF2B5EF4-FFF2-40B4-BE49-F238E27FC236}">
                <a16:creationId xmlns:a16="http://schemas.microsoft.com/office/drawing/2014/main" id="{2EF60A4B-BB2C-B34B-90F3-D1FE6C8FFDAD}"/>
              </a:ext>
            </a:extLst>
          </p:cNvPr>
          <p:cNvGrpSpPr>
            <a:grpSpLocks/>
          </p:cNvGrpSpPr>
          <p:nvPr/>
        </p:nvGrpSpPr>
        <p:grpSpPr bwMode="auto">
          <a:xfrm>
            <a:off x="9926119" y="5308075"/>
            <a:ext cx="1736725" cy="973138"/>
            <a:chOff x="4458" y="3335"/>
            <a:chExt cx="1094" cy="613"/>
          </a:xfrm>
        </p:grpSpPr>
        <p:sp>
          <p:nvSpPr>
            <p:cNvPr id="434" name="Text Box 263">
              <a:extLst>
                <a:ext uri="{FF2B5EF4-FFF2-40B4-BE49-F238E27FC236}">
                  <a16:creationId xmlns:a16="http://schemas.microsoft.com/office/drawing/2014/main" id="{41250870-CE47-A94F-91C6-42B94321E1E7}"/>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35" name="Group 278">
              <a:extLst>
                <a:ext uri="{FF2B5EF4-FFF2-40B4-BE49-F238E27FC236}">
                  <a16:creationId xmlns:a16="http://schemas.microsoft.com/office/drawing/2014/main" id="{F337E40C-B180-194A-B368-8F35ECF83896}"/>
                </a:ext>
              </a:extLst>
            </p:cNvPr>
            <p:cNvGrpSpPr>
              <a:grpSpLocks/>
            </p:cNvGrpSpPr>
            <p:nvPr/>
          </p:nvGrpSpPr>
          <p:grpSpPr bwMode="auto">
            <a:xfrm>
              <a:off x="4458" y="3408"/>
              <a:ext cx="450" cy="120"/>
              <a:chOff x="4314" y="3444"/>
              <a:chExt cx="450" cy="120"/>
            </a:xfrm>
          </p:grpSpPr>
          <p:sp>
            <p:nvSpPr>
              <p:cNvPr id="438" name="Rectangle 264">
                <a:extLst>
                  <a:ext uri="{FF2B5EF4-FFF2-40B4-BE49-F238E27FC236}">
                    <a16:creationId xmlns:a16="http://schemas.microsoft.com/office/drawing/2014/main" id="{952BA00D-1B4A-4948-82B5-82AE8D13A24F}"/>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9" name="Line 265">
                <a:extLst>
                  <a:ext uri="{FF2B5EF4-FFF2-40B4-BE49-F238E27FC236}">
                    <a16:creationId xmlns:a16="http://schemas.microsoft.com/office/drawing/2014/main" id="{B275CB99-7AAC-A148-8381-65E960D05921}"/>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0" name="Line 266">
                <a:extLst>
                  <a:ext uri="{FF2B5EF4-FFF2-40B4-BE49-F238E27FC236}">
                    <a16:creationId xmlns:a16="http://schemas.microsoft.com/office/drawing/2014/main" id="{47491974-AD71-004E-AB59-0655640AEC45}"/>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1" name="Line 267">
                <a:extLst>
                  <a:ext uri="{FF2B5EF4-FFF2-40B4-BE49-F238E27FC236}">
                    <a16:creationId xmlns:a16="http://schemas.microsoft.com/office/drawing/2014/main" id="{B200EE76-91FF-8846-8C54-A23D92713A6F}"/>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2" name="Line 268">
                <a:extLst>
                  <a:ext uri="{FF2B5EF4-FFF2-40B4-BE49-F238E27FC236}">
                    <a16:creationId xmlns:a16="http://schemas.microsoft.com/office/drawing/2014/main" id="{FF930B76-2857-B14D-AD85-09CD6FA57CA5}"/>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3" name="Line 269">
                <a:extLst>
                  <a:ext uri="{FF2B5EF4-FFF2-40B4-BE49-F238E27FC236}">
                    <a16:creationId xmlns:a16="http://schemas.microsoft.com/office/drawing/2014/main" id="{A45A103A-DECC-1641-9DE7-659C116522FC}"/>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4" name="Line 270">
                <a:extLst>
                  <a:ext uri="{FF2B5EF4-FFF2-40B4-BE49-F238E27FC236}">
                    <a16:creationId xmlns:a16="http://schemas.microsoft.com/office/drawing/2014/main" id="{73B06C32-185A-D246-82A4-C6DC25E70096}"/>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5" name="Line 271">
                <a:extLst>
                  <a:ext uri="{FF2B5EF4-FFF2-40B4-BE49-F238E27FC236}">
                    <a16:creationId xmlns:a16="http://schemas.microsoft.com/office/drawing/2014/main" id="{7341EBA5-2E81-A74B-8F94-6ADE0EB85AE6}"/>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36" name="Rectangle 272">
              <a:extLst>
                <a:ext uri="{FF2B5EF4-FFF2-40B4-BE49-F238E27FC236}">
                  <a16:creationId xmlns:a16="http://schemas.microsoft.com/office/drawing/2014/main" id="{0B665308-9EC4-5A44-9326-2A177FF67D5A}"/>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7" name="Text Box 277">
              <a:extLst>
                <a:ext uri="{FF2B5EF4-FFF2-40B4-BE49-F238E27FC236}">
                  <a16:creationId xmlns:a16="http://schemas.microsoft.com/office/drawing/2014/main" id="{F20D1BFA-9817-D84B-AAED-9E047761E91E}"/>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8" name="Group 17">
            <a:extLst>
              <a:ext uri="{FF2B5EF4-FFF2-40B4-BE49-F238E27FC236}">
                <a16:creationId xmlns:a16="http://schemas.microsoft.com/office/drawing/2014/main" id="{A40EF7C7-BC9E-1D46-9787-9C4C966D32B3}"/>
              </a:ext>
            </a:extLst>
          </p:cNvPr>
          <p:cNvGrpSpPr/>
          <p:nvPr/>
        </p:nvGrpSpPr>
        <p:grpSpPr>
          <a:xfrm>
            <a:off x="7241455" y="1234950"/>
            <a:ext cx="2992437" cy="3595688"/>
            <a:chOff x="7241455" y="1234950"/>
            <a:chExt cx="2992437" cy="3595688"/>
          </a:xfrm>
        </p:grpSpPr>
        <p:grpSp>
          <p:nvGrpSpPr>
            <p:cNvPr id="17" name="Group 16">
              <a:extLst>
                <a:ext uri="{FF2B5EF4-FFF2-40B4-BE49-F238E27FC236}">
                  <a16:creationId xmlns:a16="http://schemas.microsoft.com/office/drawing/2014/main" id="{40F0B8AA-4B19-CB47-90E3-2610230A6897}"/>
                </a:ext>
              </a:extLst>
            </p:cNvPr>
            <p:cNvGrpSpPr/>
            <p:nvPr/>
          </p:nvGrpSpPr>
          <p:grpSpPr>
            <a:xfrm>
              <a:off x="9233767" y="2182687"/>
              <a:ext cx="1000125" cy="1247776"/>
              <a:chOff x="9233767" y="2182687"/>
              <a:chExt cx="1000125" cy="1247776"/>
            </a:xfrm>
          </p:grpSpPr>
          <p:grpSp>
            <p:nvGrpSpPr>
              <p:cNvPr id="447" name="Group 389">
                <a:extLst>
                  <a:ext uri="{FF2B5EF4-FFF2-40B4-BE49-F238E27FC236}">
                    <a16:creationId xmlns:a16="http://schemas.microsoft.com/office/drawing/2014/main" id="{0E121856-D2CF-BD44-A732-5CF1698DF941}"/>
                  </a:ext>
                </a:extLst>
              </p:cNvPr>
              <p:cNvGrpSpPr>
                <a:grpSpLocks/>
              </p:cNvGrpSpPr>
              <p:nvPr/>
            </p:nvGrpSpPr>
            <p:grpSpPr bwMode="auto">
              <a:xfrm>
                <a:off x="9233767" y="2182687"/>
                <a:ext cx="477838" cy="715963"/>
                <a:chOff x="4140" y="429"/>
                <a:chExt cx="1425" cy="2396"/>
              </a:xfrm>
            </p:grpSpPr>
            <p:sp>
              <p:nvSpPr>
                <p:cNvPr id="610" name="Freeform 390">
                  <a:extLst>
                    <a:ext uri="{FF2B5EF4-FFF2-40B4-BE49-F238E27FC236}">
                      <a16:creationId xmlns:a16="http://schemas.microsoft.com/office/drawing/2014/main" id="{D8B60AB9-7CE6-F14B-893A-0B1ECB740A5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1" name="Rectangle 391">
                  <a:extLst>
                    <a:ext uri="{FF2B5EF4-FFF2-40B4-BE49-F238E27FC236}">
                      <a16:creationId xmlns:a16="http://schemas.microsoft.com/office/drawing/2014/main" id="{D3C4D367-DB85-294D-941E-C4CCF95D17E3}"/>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2" name="Freeform 392">
                  <a:extLst>
                    <a:ext uri="{FF2B5EF4-FFF2-40B4-BE49-F238E27FC236}">
                      <a16:creationId xmlns:a16="http://schemas.microsoft.com/office/drawing/2014/main" id="{5CA055FA-0720-7840-BE18-48478EEE554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3" name="Freeform 393">
                  <a:extLst>
                    <a:ext uri="{FF2B5EF4-FFF2-40B4-BE49-F238E27FC236}">
                      <a16:creationId xmlns:a16="http://schemas.microsoft.com/office/drawing/2014/main" id="{3BBFE8BC-0BD4-134B-A671-36514DDAC58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4" name="Rectangle 394">
                  <a:extLst>
                    <a:ext uri="{FF2B5EF4-FFF2-40B4-BE49-F238E27FC236}">
                      <a16:creationId xmlns:a16="http://schemas.microsoft.com/office/drawing/2014/main" id="{D0B0114B-71C7-6A4B-951C-64F84E158BCF}"/>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5" name="Group 395">
                  <a:extLst>
                    <a:ext uri="{FF2B5EF4-FFF2-40B4-BE49-F238E27FC236}">
                      <a16:creationId xmlns:a16="http://schemas.microsoft.com/office/drawing/2014/main" id="{CCE97BC5-B32E-A244-B98A-2D18B9679406}"/>
                    </a:ext>
                  </a:extLst>
                </p:cNvPr>
                <p:cNvGrpSpPr>
                  <a:grpSpLocks/>
                </p:cNvGrpSpPr>
                <p:nvPr/>
              </p:nvGrpSpPr>
              <p:grpSpPr bwMode="auto">
                <a:xfrm>
                  <a:off x="4749" y="668"/>
                  <a:ext cx="581" cy="145"/>
                  <a:chOff x="614" y="2568"/>
                  <a:chExt cx="725" cy="139"/>
                </a:xfrm>
              </p:grpSpPr>
              <p:sp>
                <p:nvSpPr>
                  <p:cNvPr id="640" name="AutoShape 396">
                    <a:extLst>
                      <a:ext uri="{FF2B5EF4-FFF2-40B4-BE49-F238E27FC236}">
                        <a16:creationId xmlns:a16="http://schemas.microsoft.com/office/drawing/2014/main" id="{EFA6368E-1013-B44C-9AE2-9FFA4CC527BB}"/>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41" name="AutoShape 397">
                    <a:extLst>
                      <a:ext uri="{FF2B5EF4-FFF2-40B4-BE49-F238E27FC236}">
                        <a16:creationId xmlns:a16="http://schemas.microsoft.com/office/drawing/2014/main" id="{2A187B97-5F9E-CE47-A163-46FD77373D6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6" name="Rectangle 398">
                  <a:extLst>
                    <a:ext uri="{FF2B5EF4-FFF2-40B4-BE49-F238E27FC236}">
                      <a16:creationId xmlns:a16="http://schemas.microsoft.com/office/drawing/2014/main" id="{B19FBC61-83B0-A14E-99F0-5BFCCFCB1B17}"/>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7" name="Group 399">
                  <a:extLst>
                    <a:ext uri="{FF2B5EF4-FFF2-40B4-BE49-F238E27FC236}">
                      <a16:creationId xmlns:a16="http://schemas.microsoft.com/office/drawing/2014/main" id="{1C88BBDC-CC23-854A-A7B8-9B5383302B0E}"/>
                    </a:ext>
                  </a:extLst>
                </p:cNvPr>
                <p:cNvGrpSpPr>
                  <a:grpSpLocks/>
                </p:cNvGrpSpPr>
                <p:nvPr/>
              </p:nvGrpSpPr>
              <p:grpSpPr bwMode="auto">
                <a:xfrm>
                  <a:off x="4747" y="994"/>
                  <a:ext cx="581" cy="134"/>
                  <a:chOff x="614" y="2568"/>
                  <a:chExt cx="725" cy="139"/>
                </a:xfrm>
              </p:grpSpPr>
              <p:sp>
                <p:nvSpPr>
                  <p:cNvPr id="638" name="AutoShape 400">
                    <a:extLst>
                      <a:ext uri="{FF2B5EF4-FFF2-40B4-BE49-F238E27FC236}">
                        <a16:creationId xmlns:a16="http://schemas.microsoft.com/office/drawing/2014/main" id="{D6910F87-2FF9-EA4E-BC68-494D372CF51F}"/>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9" name="AutoShape 401">
                    <a:extLst>
                      <a:ext uri="{FF2B5EF4-FFF2-40B4-BE49-F238E27FC236}">
                        <a16:creationId xmlns:a16="http://schemas.microsoft.com/office/drawing/2014/main" id="{36245E4E-FB1E-2C43-BBAA-D642BCC1B1A4}"/>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8" name="Rectangle 402">
                  <a:extLst>
                    <a:ext uri="{FF2B5EF4-FFF2-40B4-BE49-F238E27FC236}">
                      <a16:creationId xmlns:a16="http://schemas.microsoft.com/office/drawing/2014/main" id="{C98B4378-660F-1847-8A4B-3CAB9591D15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9" name="Rectangle 403">
                  <a:extLst>
                    <a:ext uri="{FF2B5EF4-FFF2-40B4-BE49-F238E27FC236}">
                      <a16:creationId xmlns:a16="http://schemas.microsoft.com/office/drawing/2014/main" id="{A0C2801C-C1EF-0E49-A30F-D154AACBD32C}"/>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0" name="Group 404">
                  <a:extLst>
                    <a:ext uri="{FF2B5EF4-FFF2-40B4-BE49-F238E27FC236}">
                      <a16:creationId xmlns:a16="http://schemas.microsoft.com/office/drawing/2014/main" id="{C3C627D1-CE9C-6540-87D5-7005B1BB7761}"/>
                    </a:ext>
                  </a:extLst>
                </p:cNvPr>
                <p:cNvGrpSpPr>
                  <a:grpSpLocks/>
                </p:cNvGrpSpPr>
                <p:nvPr/>
              </p:nvGrpSpPr>
              <p:grpSpPr bwMode="auto">
                <a:xfrm>
                  <a:off x="4735" y="1627"/>
                  <a:ext cx="582" cy="151"/>
                  <a:chOff x="614" y="2568"/>
                  <a:chExt cx="725" cy="139"/>
                </a:xfrm>
              </p:grpSpPr>
              <p:sp>
                <p:nvSpPr>
                  <p:cNvPr id="636" name="AutoShape 405">
                    <a:extLst>
                      <a:ext uri="{FF2B5EF4-FFF2-40B4-BE49-F238E27FC236}">
                        <a16:creationId xmlns:a16="http://schemas.microsoft.com/office/drawing/2014/main" id="{F5475DB0-E162-B943-9743-BEE80D59A6BC}"/>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7" name="AutoShape 406">
                    <a:extLst>
                      <a:ext uri="{FF2B5EF4-FFF2-40B4-BE49-F238E27FC236}">
                        <a16:creationId xmlns:a16="http://schemas.microsoft.com/office/drawing/2014/main" id="{0E11B07E-90A2-774A-B7AE-AC422F4C847B}"/>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1" name="Freeform 407">
                  <a:extLst>
                    <a:ext uri="{FF2B5EF4-FFF2-40B4-BE49-F238E27FC236}">
                      <a16:creationId xmlns:a16="http://schemas.microsoft.com/office/drawing/2014/main" id="{1B37433A-90DE-CC44-828B-3C03F4C8E9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2" name="Group 408">
                  <a:extLst>
                    <a:ext uri="{FF2B5EF4-FFF2-40B4-BE49-F238E27FC236}">
                      <a16:creationId xmlns:a16="http://schemas.microsoft.com/office/drawing/2014/main" id="{38854C6D-17EC-FB41-ABA7-0643F7D45FAD}"/>
                    </a:ext>
                  </a:extLst>
                </p:cNvPr>
                <p:cNvGrpSpPr>
                  <a:grpSpLocks/>
                </p:cNvGrpSpPr>
                <p:nvPr/>
              </p:nvGrpSpPr>
              <p:grpSpPr bwMode="auto">
                <a:xfrm>
                  <a:off x="4739" y="1327"/>
                  <a:ext cx="582" cy="139"/>
                  <a:chOff x="614" y="2568"/>
                  <a:chExt cx="725" cy="139"/>
                </a:xfrm>
              </p:grpSpPr>
              <p:sp>
                <p:nvSpPr>
                  <p:cNvPr id="634" name="AutoShape 409">
                    <a:extLst>
                      <a:ext uri="{FF2B5EF4-FFF2-40B4-BE49-F238E27FC236}">
                        <a16:creationId xmlns:a16="http://schemas.microsoft.com/office/drawing/2014/main" id="{AE268757-BE47-B84D-A5F7-C7A75F7D40E3}"/>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5" name="AutoShape 410">
                    <a:extLst>
                      <a:ext uri="{FF2B5EF4-FFF2-40B4-BE49-F238E27FC236}">
                        <a16:creationId xmlns:a16="http://schemas.microsoft.com/office/drawing/2014/main" id="{6C0AC9FF-5D0C-3B41-AEB8-B2A9150426C7}"/>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3" name="Rectangle 411">
                  <a:extLst>
                    <a:ext uri="{FF2B5EF4-FFF2-40B4-BE49-F238E27FC236}">
                      <a16:creationId xmlns:a16="http://schemas.microsoft.com/office/drawing/2014/main" id="{24F7E0AB-A636-974F-9A33-43BD0E53FB8A}"/>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4" name="Freeform 412">
                  <a:extLst>
                    <a:ext uri="{FF2B5EF4-FFF2-40B4-BE49-F238E27FC236}">
                      <a16:creationId xmlns:a16="http://schemas.microsoft.com/office/drawing/2014/main" id="{626230FF-050C-984E-BC00-3872336DC4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5" name="Freeform 413">
                  <a:extLst>
                    <a:ext uri="{FF2B5EF4-FFF2-40B4-BE49-F238E27FC236}">
                      <a16:creationId xmlns:a16="http://schemas.microsoft.com/office/drawing/2014/main" id="{1F463BAA-0F23-DF45-8D3B-FFFDAEB5B7E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6" name="Oval 414">
                  <a:extLst>
                    <a:ext uri="{FF2B5EF4-FFF2-40B4-BE49-F238E27FC236}">
                      <a16:creationId xmlns:a16="http://schemas.microsoft.com/office/drawing/2014/main" id="{1EC71AF3-4591-B945-BADD-38C9BADCC394}"/>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7" name="Freeform 415">
                  <a:extLst>
                    <a:ext uri="{FF2B5EF4-FFF2-40B4-BE49-F238E27FC236}">
                      <a16:creationId xmlns:a16="http://schemas.microsoft.com/office/drawing/2014/main" id="{3FA9BCF9-A6ED-5043-B90A-C3836646EE5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8" name="AutoShape 416">
                  <a:extLst>
                    <a:ext uri="{FF2B5EF4-FFF2-40B4-BE49-F238E27FC236}">
                      <a16:creationId xmlns:a16="http://schemas.microsoft.com/office/drawing/2014/main" id="{BBF32DE7-F26B-6747-8D1C-21F79EC8B16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9" name="AutoShape 417">
                  <a:extLst>
                    <a:ext uri="{FF2B5EF4-FFF2-40B4-BE49-F238E27FC236}">
                      <a16:creationId xmlns:a16="http://schemas.microsoft.com/office/drawing/2014/main" id="{FF922F0B-EF31-AB4A-A5EA-3FA7101E96BC}"/>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0" name="Oval 418">
                  <a:extLst>
                    <a:ext uri="{FF2B5EF4-FFF2-40B4-BE49-F238E27FC236}">
                      <a16:creationId xmlns:a16="http://schemas.microsoft.com/office/drawing/2014/main" id="{BB6526D2-E304-EA47-868B-62023801D97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1" name="Oval 419">
                  <a:extLst>
                    <a:ext uri="{FF2B5EF4-FFF2-40B4-BE49-F238E27FC236}">
                      <a16:creationId xmlns:a16="http://schemas.microsoft.com/office/drawing/2014/main" id="{4390F52E-4427-8240-A6CD-9F975F0B8C1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32" name="Oval 420">
                  <a:extLst>
                    <a:ext uri="{FF2B5EF4-FFF2-40B4-BE49-F238E27FC236}">
                      <a16:creationId xmlns:a16="http://schemas.microsoft.com/office/drawing/2014/main" id="{17E60F8D-F128-F140-A015-7BE8151AF98B}"/>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3" name="Rectangle 421">
                  <a:extLst>
                    <a:ext uri="{FF2B5EF4-FFF2-40B4-BE49-F238E27FC236}">
                      <a16:creationId xmlns:a16="http://schemas.microsoft.com/office/drawing/2014/main" id="{DE9F5E27-DCB1-A549-A90A-C0BACA49C537}"/>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1" name="Group 19">
                <a:extLst>
                  <a:ext uri="{FF2B5EF4-FFF2-40B4-BE49-F238E27FC236}">
                    <a16:creationId xmlns:a16="http://schemas.microsoft.com/office/drawing/2014/main" id="{E14109E5-50CE-4847-B30A-2C61F96D4CA6}"/>
                  </a:ext>
                </a:extLst>
              </p:cNvPr>
              <p:cNvGrpSpPr>
                <a:grpSpLocks/>
              </p:cNvGrpSpPr>
              <p:nvPr/>
            </p:nvGrpSpPr>
            <p:grpSpPr bwMode="auto">
              <a:xfrm>
                <a:off x="9424267" y="2381125"/>
                <a:ext cx="809625" cy="1049338"/>
                <a:chOff x="4296" y="2627"/>
                <a:chExt cx="510" cy="661"/>
              </a:xfrm>
            </p:grpSpPr>
            <p:sp>
              <p:nvSpPr>
                <p:cNvPr id="531" name="Rectangle 20">
                  <a:extLst>
                    <a:ext uri="{FF2B5EF4-FFF2-40B4-BE49-F238E27FC236}">
                      <a16:creationId xmlns:a16="http://schemas.microsoft.com/office/drawing/2014/main" id="{AC5B0A66-A167-204E-8BFA-3B433DC5EA3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2" name="Text Box 21">
                  <a:extLst>
                    <a:ext uri="{FF2B5EF4-FFF2-40B4-BE49-F238E27FC236}">
                      <a16:creationId xmlns:a16="http://schemas.microsoft.com/office/drawing/2014/main" id="{0F59B7E1-B7F5-BB4A-BBE3-B5F7809DD24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3" name="Rectangle 22">
                  <a:extLst>
                    <a:ext uri="{FF2B5EF4-FFF2-40B4-BE49-F238E27FC236}">
                      <a16:creationId xmlns:a16="http://schemas.microsoft.com/office/drawing/2014/main" id="{71535726-47D0-144C-BBB8-62C6C2FEFFA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4" name="Line 23">
                  <a:extLst>
                    <a:ext uri="{FF2B5EF4-FFF2-40B4-BE49-F238E27FC236}">
                      <a16:creationId xmlns:a16="http://schemas.microsoft.com/office/drawing/2014/main" id="{DA368A70-02AC-1B46-A642-02BA5ECF6EF0}"/>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5" name="Line 24">
                  <a:extLst>
                    <a:ext uri="{FF2B5EF4-FFF2-40B4-BE49-F238E27FC236}">
                      <a16:creationId xmlns:a16="http://schemas.microsoft.com/office/drawing/2014/main" id="{F13ECAFE-D297-7F4B-812D-941FBEE37E3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6" name="Line 25">
                  <a:extLst>
                    <a:ext uri="{FF2B5EF4-FFF2-40B4-BE49-F238E27FC236}">
                      <a16:creationId xmlns:a16="http://schemas.microsoft.com/office/drawing/2014/main" id="{D1B35153-5338-A043-BE0E-433F05C2503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7" name="Line 26">
                  <a:extLst>
                    <a:ext uri="{FF2B5EF4-FFF2-40B4-BE49-F238E27FC236}">
                      <a16:creationId xmlns:a16="http://schemas.microsoft.com/office/drawing/2014/main" id="{89EADCDA-274C-2E43-8C54-9FCA855047E5}"/>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8" name="Line 27">
                  <a:extLst>
                    <a:ext uri="{FF2B5EF4-FFF2-40B4-BE49-F238E27FC236}">
                      <a16:creationId xmlns:a16="http://schemas.microsoft.com/office/drawing/2014/main" id="{17DEFD25-82BB-6545-B3F0-B1240F51A5F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9" name="Line 28">
                  <a:extLst>
                    <a:ext uri="{FF2B5EF4-FFF2-40B4-BE49-F238E27FC236}">
                      <a16:creationId xmlns:a16="http://schemas.microsoft.com/office/drawing/2014/main" id="{694FC287-3940-D144-83E9-13190F74DAF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0" name="Line 29">
                  <a:extLst>
                    <a:ext uri="{FF2B5EF4-FFF2-40B4-BE49-F238E27FC236}">
                      <a16:creationId xmlns:a16="http://schemas.microsoft.com/office/drawing/2014/main" id="{BAE767AB-23DB-7E44-99F4-F1113227541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1" name="Rectangle 30">
                  <a:extLst>
                    <a:ext uri="{FF2B5EF4-FFF2-40B4-BE49-F238E27FC236}">
                      <a16:creationId xmlns:a16="http://schemas.microsoft.com/office/drawing/2014/main" id="{49A7C92C-8BD2-6B47-9196-5E60999B8B0F}"/>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2" name="Rectangle 31">
                  <a:extLst>
                    <a:ext uri="{FF2B5EF4-FFF2-40B4-BE49-F238E27FC236}">
                      <a16:creationId xmlns:a16="http://schemas.microsoft.com/office/drawing/2014/main" id="{C3A9FD5C-54B1-7D45-B12D-299767B3ACED}"/>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3" name="Rectangle 32">
                  <a:extLst>
                    <a:ext uri="{FF2B5EF4-FFF2-40B4-BE49-F238E27FC236}">
                      <a16:creationId xmlns:a16="http://schemas.microsoft.com/office/drawing/2014/main" id="{2DFC74AC-2A06-B94B-9404-34F755D7199B}"/>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4" name="Rectangle 33">
                  <a:extLst>
                    <a:ext uri="{FF2B5EF4-FFF2-40B4-BE49-F238E27FC236}">
                      <a16:creationId xmlns:a16="http://schemas.microsoft.com/office/drawing/2014/main" id="{9821B6CC-315C-8446-BDFF-A89664E7046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5" name="Rectangle 34">
                  <a:extLst>
                    <a:ext uri="{FF2B5EF4-FFF2-40B4-BE49-F238E27FC236}">
                      <a16:creationId xmlns:a16="http://schemas.microsoft.com/office/drawing/2014/main" id="{DAB5F22E-A0E3-4743-8405-E2AEEFFCADE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6" name="Group 15">
              <a:extLst>
                <a:ext uri="{FF2B5EF4-FFF2-40B4-BE49-F238E27FC236}">
                  <a16:creationId xmlns:a16="http://schemas.microsoft.com/office/drawing/2014/main" id="{74EA5111-B6B7-B344-B449-F28A4145AF94}"/>
                </a:ext>
              </a:extLst>
            </p:cNvPr>
            <p:cNvGrpSpPr/>
            <p:nvPr/>
          </p:nvGrpSpPr>
          <p:grpSpPr>
            <a:xfrm>
              <a:off x="7241455" y="3576512"/>
              <a:ext cx="992187" cy="1254126"/>
              <a:chOff x="7241455" y="3576512"/>
              <a:chExt cx="992187" cy="1254126"/>
            </a:xfrm>
          </p:grpSpPr>
          <p:grpSp>
            <p:nvGrpSpPr>
              <p:cNvPr id="448" name="Group 356">
                <a:extLst>
                  <a:ext uri="{FF2B5EF4-FFF2-40B4-BE49-F238E27FC236}">
                    <a16:creationId xmlns:a16="http://schemas.microsoft.com/office/drawing/2014/main" id="{E94FBB23-E0FF-2E4C-ADA9-B7693567EB7C}"/>
                  </a:ext>
                </a:extLst>
              </p:cNvPr>
              <p:cNvGrpSpPr>
                <a:grpSpLocks/>
              </p:cNvGrpSpPr>
              <p:nvPr/>
            </p:nvGrpSpPr>
            <p:grpSpPr bwMode="auto">
              <a:xfrm>
                <a:off x="7241455" y="3576512"/>
                <a:ext cx="477838" cy="715963"/>
                <a:chOff x="4140" y="429"/>
                <a:chExt cx="1425" cy="2396"/>
              </a:xfrm>
            </p:grpSpPr>
            <p:sp>
              <p:nvSpPr>
                <p:cNvPr id="578" name="Freeform 357">
                  <a:extLst>
                    <a:ext uri="{FF2B5EF4-FFF2-40B4-BE49-F238E27FC236}">
                      <a16:creationId xmlns:a16="http://schemas.microsoft.com/office/drawing/2014/main" id="{83F8A882-2D18-F84A-A8B3-6AFE04482C3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9" name="Rectangle 358">
                  <a:extLst>
                    <a:ext uri="{FF2B5EF4-FFF2-40B4-BE49-F238E27FC236}">
                      <a16:creationId xmlns:a16="http://schemas.microsoft.com/office/drawing/2014/main" id="{9C1CE4E9-0931-724C-9C29-8D583A01FCBA}"/>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0" name="Freeform 359">
                  <a:extLst>
                    <a:ext uri="{FF2B5EF4-FFF2-40B4-BE49-F238E27FC236}">
                      <a16:creationId xmlns:a16="http://schemas.microsoft.com/office/drawing/2014/main" id="{5EDD0773-DE61-DE40-83D1-11CAD8B59063}"/>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1" name="Freeform 360">
                  <a:extLst>
                    <a:ext uri="{FF2B5EF4-FFF2-40B4-BE49-F238E27FC236}">
                      <a16:creationId xmlns:a16="http://schemas.microsoft.com/office/drawing/2014/main" id="{52B4DD92-CFC5-9245-BB48-BB112C50A01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2" name="Rectangle 361">
                  <a:extLst>
                    <a:ext uri="{FF2B5EF4-FFF2-40B4-BE49-F238E27FC236}">
                      <a16:creationId xmlns:a16="http://schemas.microsoft.com/office/drawing/2014/main" id="{D4F645E8-31AB-5245-8FAA-CAC16B245C38}"/>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3" name="Group 362">
                  <a:extLst>
                    <a:ext uri="{FF2B5EF4-FFF2-40B4-BE49-F238E27FC236}">
                      <a16:creationId xmlns:a16="http://schemas.microsoft.com/office/drawing/2014/main" id="{EBFEFCB3-1DE5-534A-BB6F-F63DB31F192C}"/>
                    </a:ext>
                  </a:extLst>
                </p:cNvPr>
                <p:cNvGrpSpPr>
                  <a:grpSpLocks/>
                </p:cNvGrpSpPr>
                <p:nvPr/>
              </p:nvGrpSpPr>
              <p:grpSpPr bwMode="auto">
                <a:xfrm>
                  <a:off x="4749" y="668"/>
                  <a:ext cx="581" cy="145"/>
                  <a:chOff x="614" y="2568"/>
                  <a:chExt cx="725" cy="139"/>
                </a:xfrm>
              </p:grpSpPr>
              <p:sp>
                <p:nvSpPr>
                  <p:cNvPr id="608" name="AutoShape 363">
                    <a:extLst>
                      <a:ext uri="{FF2B5EF4-FFF2-40B4-BE49-F238E27FC236}">
                        <a16:creationId xmlns:a16="http://schemas.microsoft.com/office/drawing/2014/main" id="{F74423DF-E08E-F346-B899-EAB3551FCA35}"/>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9" name="AutoShape 364">
                    <a:extLst>
                      <a:ext uri="{FF2B5EF4-FFF2-40B4-BE49-F238E27FC236}">
                        <a16:creationId xmlns:a16="http://schemas.microsoft.com/office/drawing/2014/main" id="{4FF1799F-7FEB-6F4A-9DBF-9929B67C8977}"/>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4" name="Rectangle 365">
                  <a:extLst>
                    <a:ext uri="{FF2B5EF4-FFF2-40B4-BE49-F238E27FC236}">
                      <a16:creationId xmlns:a16="http://schemas.microsoft.com/office/drawing/2014/main" id="{B07FB88B-4AAA-E84E-9D0B-2BFBEC9383D1}"/>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5" name="Group 366">
                  <a:extLst>
                    <a:ext uri="{FF2B5EF4-FFF2-40B4-BE49-F238E27FC236}">
                      <a16:creationId xmlns:a16="http://schemas.microsoft.com/office/drawing/2014/main" id="{A3E91AB2-1E99-EB48-89FF-E9A629275BA4}"/>
                    </a:ext>
                  </a:extLst>
                </p:cNvPr>
                <p:cNvGrpSpPr>
                  <a:grpSpLocks/>
                </p:cNvGrpSpPr>
                <p:nvPr/>
              </p:nvGrpSpPr>
              <p:grpSpPr bwMode="auto">
                <a:xfrm>
                  <a:off x="4747" y="994"/>
                  <a:ext cx="581" cy="134"/>
                  <a:chOff x="614" y="2568"/>
                  <a:chExt cx="725" cy="139"/>
                </a:xfrm>
              </p:grpSpPr>
              <p:sp>
                <p:nvSpPr>
                  <p:cNvPr id="606" name="AutoShape 367">
                    <a:extLst>
                      <a:ext uri="{FF2B5EF4-FFF2-40B4-BE49-F238E27FC236}">
                        <a16:creationId xmlns:a16="http://schemas.microsoft.com/office/drawing/2014/main" id="{F3BF2799-81E1-EB48-82D8-0C7388FC1D12}"/>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7" name="AutoShape 368">
                    <a:extLst>
                      <a:ext uri="{FF2B5EF4-FFF2-40B4-BE49-F238E27FC236}">
                        <a16:creationId xmlns:a16="http://schemas.microsoft.com/office/drawing/2014/main" id="{40815B01-E265-EF4D-B7AD-0310DB1E52A3}"/>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6" name="Rectangle 369">
                  <a:extLst>
                    <a:ext uri="{FF2B5EF4-FFF2-40B4-BE49-F238E27FC236}">
                      <a16:creationId xmlns:a16="http://schemas.microsoft.com/office/drawing/2014/main" id="{D725FCD3-6F82-BD46-A54E-AD91C9C01D0C}"/>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7" name="Rectangle 370">
                  <a:extLst>
                    <a:ext uri="{FF2B5EF4-FFF2-40B4-BE49-F238E27FC236}">
                      <a16:creationId xmlns:a16="http://schemas.microsoft.com/office/drawing/2014/main" id="{EECD261C-17CF-5541-AF55-4668703B9D75}"/>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8" name="Group 371">
                  <a:extLst>
                    <a:ext uri="{FF2B5EF4-FFF2-40B4-BE49-F238E27FC236}">
                      <a16:creationId xmlns:a16="http://schemas.microsoft.com/office/drawing/2014/main" id="{59C6E391-34C0-6749-ADF1-A8C086AE5EFA}"/>
                    </a:ext>
                  </a:extLst>
                </p:cNvPr>
                <p:cNvGrpSpPr>
                  <a:grpSpLocks/>
                </p:cNvGrpSpPr>
                <p:nvPr/>
              </p:nvGrpSpPr>
              <p:grpSpPr bwMode="auto">
                <a:xfrm>
                  <a:off x="4735" y="1627"/>
                  <a:ext cx="582" cy="151"/>
                  <a:chOff x="614" y="2568"/>
                  <a:chExt cx="725" cy="139"/>
                </a:xfrm>
              </p:grpSpPr>
              <p:sp>
                <p:nvSpPr>
                  <p:cNvPr id="604" name="AutoShape 372">
                    <a:extLst>
                      <a:ext uri="{FF2B5EF4-FFF2-40B4-BE49-F238E27FC236}">
                        <a16:creationId xmlns:a16="http://schemas.microsoft.com/office/drawing/2014/main" id="{464BBA8C-E6AB-BF4F-A793-C3FE2EB21E3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5" name="AutoShape 373">
                    <a:extLst>
                      <a:ext uri="{FF2B5EF4-FFF2-40B4-BE49-F238E27FC236}">
                        <a16:creationId xmlns:a16="http://schemas.microsoft.com/office/drawing/2014/main" id="{A595B797-10DB-C24B-ADD1-006D1A2CC826}"/>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9" name="Freeform 374">
                  <a:extLst>
                    <a:ext uri="{FF2B5EF4-FFF2-40B4-BE49-F238E27FC236}">
                      <a16:creationId xmlns:a16="http://schemas.microsoft.com/office/drawing/2014/main" id="{9EF523C5-BBA5-CC44-9C9B-8D6BBA2FB83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90" name="Group 375">
                  <a:extLst>
                    <a:ext uri="{FF2B5EF4-FFF2-40B4-BE49-F238E27FC236}">
                      <a16:creationId xmlns:a16="http://schemas.microsoft.com/office/drawing/2014/main" id="{21A7BCE0-C905-7245-9132-B22060D65238}"/>
                    </a:ext>
                  </a:extLst>
                </p:cNvPr>
                <p:cNvGrpSpPr>
                  <a:grpSpLocks/>
                </p:cNvGrpSpPr>
                <p:nvPr/>
              </p:nvGrpSpPr>
              <p:grpSpPr bwMode="auto">
                <a:xfrm>
                  <a:off x="4739" y="1327"/>
                  <a:ext cx="582" cy="139"/>
                  <a:chOff x="614" y="2568"/>
                  <a:chExt cx="725" cy="139"/>
                </a:xfrm>
              </p:grpSpPr>
              <p:sp>
                <p:nvSpPr>
                  <p:cNvPr id="602" name="AutoShape 376">
                    <a:extLst>
                      <a:ext uri="{FF2B5EF4-FFF2-40B4-BE49-F238E27FC236}">
                        <a16:creationId xmlns:a16="http://schemas.microsoft.com/office/drawing/2014/main" id="{8662D52E-AA25-6B4C-87A1-ADE96C3E7EBC}"/>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3" name="AutoShape 377">
                    <a:extLst>
                      <a:ext uri="{FF2B5EF4-FFF2-40B4-BE49-F238E27FC236}">
                        <a16:creationId xmlns:a16="http://schemas.microsoft.com/office/drawing/2014/main" id="{0DB37A7B-978A-FF4B-896E-D4181E5F806E}"/>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91" name="Rectangle 378">
                  <a:extLst>
                    <a:ext uri="{FF2B5EF4-FFF2-40B4-BE49-F238E27FC236}">
                      <a16:creationId xmlns:a16="http://schemas.microsoft.com/office/drawing/2014/main" id="{B290BD75-E362-B344-A460-F9BB76BE6AFD}"/>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2" name="Freeform 379">
                  <a:extLst>
                    <a:ext uri="{FF2B5EF4-FFF2-40B4-BE49-F238E27FC236}">
                      <a16:creationId xmlns:a16="http://schemas.microsoft.com/office/drawing/2014/main" id="{79B15B23-8A2F-934E-9C61-06ABF9B8B36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3" name="Freeform 380">
                  <a:extLst>
                    <a:ext uri="{FF2B5EF4-FFF2-40B4-BE49-F238E27FC236}">
                      <a16:creationId xmlns:a16="http://schemas.microsoft.com/office/drawing/2014/main" id="{469D94BF-4B49-C849-B61B-9F7323E2D40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4" name="Oval 381">
                  <a:extLst>
                    <a:ext uri="{FF2B5EF4-FFF2-40B4-BE49-F238E27FC236}">
                      <a16:creationId xmlns:a16="http://schemas.microsoft.com/office/drawing/2014/main" id="{DD6BD772-CB8F-5D41-8B4D-D90DBB916A9C}"/>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5" name="Freeform 382">
                  <a:extLst>
                    <a:ext uri="{FF2B5EF4-FFF2-40B4-BE49-F238E27FC236}">
                      <a16:creationId xmlns:a16="http://schemas.microsoft.com/office/drawing/2014/main" id="{E75141AB-B05A-D643-89AE-5FE2CD0634F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6" name="AutoShape 383">
                  <a:extLst>
                    <a:ext uri="{FF2B5EF4-FFF2-40B4-BE49-F238E27FC236}">
                      <a16:creationId xmlns:a16="http://schemas.microsoft.com/office/drawing/2014/main" id="{CB79249E-240C-7C4E-9C97-68F86E877A10}"/>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7" name="AutoShape 384">
                  <a:extLst>
                    <a:ext uri="{FF2B5EF4-FFF2-40B4-BE49-F238E27FC236}">
                      <a16:creationId xmlns:a16="http://schemas.microsoft.com/office/drawing/2014/main" id="{AFE02841-E545-6D43-9842-35F1873A31C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8" name="Oval 385">
                  <a:extLst>
                    <a:ext uri="{FF2B5EF4-FFF2-40B4-BE49-F238E27FC236}">
                      <a16:creationId xmlns:a16="http://schemas.microsoft.com/office/drawing/2014/main" id="{DF028839-2C39-E346-9828-0EEC6CA8F14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9" name="Oval 386">
                  <a:extLst>
                    <a:ext uri="{FF2B5EF4-FFF2-40B4-BE49-F238E27FC236}">
                      <a16:creationId xmlns:a16="http://schemas.microsoft.com/office/drawing/2014/main" id="{6996D80D-9F55-9848-983C-5CF57CA3112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00" name="Oval 387">
                  <a:extLst>
                    <a:ext uri="{FF2B5EF4-FFF2-40B4-BE49-F238E27FC236}">
                      <a16:creationId xmlns:a16="http://schemas.microsoft.com/office/drawing/2014/main" id="{5F857B48-B4B0-8742-B029-9B1DE202061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1" name="Rectangle 388">
                  <a:extLst>
                    <a:ext uri="{FF2B5EF4-FFF2-40B4-BE49-F238E27FC236}">
                      <a16:creationId xmlns:a16="http://schemas.microsoft.com/office/drawing/2014/main" id="{C5C7B7F3-1D8A-8641-8A5D-BAA406A899E3}"/>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2" name="Group 60">
                <a:extLst>
                  <a:ext uri="{FF2B5EF4-FFF2-40B4-BE49-F238E27FC236}">
                    <a16:creationId xmlns:a16="http://schemas.microsoft.com/office/drawing/2014/main" id="{1D0A3D53-03AA-0E40-B5FB-181B8E2FEA1E}"/>
                  </a:ext>
                </a:extLst>
              </p:cNvPr>
              <p:cNvGrpSpPr>
                <a:grpSpLocks/>
              </p:cNvGrpSpPr>
              <p:nvPr/>
            </p:nvGrpSpPr>
            <p:grpSpPr bwMode="auto">
              <a:xfrm>
                <a:off x="7424017" y="3781300"/>
                <a:ext cx="809625" cy="1049338"/>
                <a:chOff x="4296" y="2627"/>
                <a:chExt cx="510" cy="661"/>
              </a:xfrm>
            </p:grpSpPr>
            <p:sp>
              <p:nvSpPr>
                <p:cNvPr id="516" name="Rectangle 61">
                  <a:extLst>
                    <a:ext uri="{FF2B5EF4-FFF2-40B4-BE49-F238E27FC236}">
                      <a16:creationId xmlns:a16="http://schemas.microsoft.com/office/drawing/2014/main" id="{09E3AC14-3A72-6246-B449-8586196CBAF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7" name="Text Box 62">
                  <a:extLst>
                    <a:ext uri="{FF2B5EF4-FFF2-40B4-BE49-F238E27FC236}">
                      <a16:creationId xmlns:a16="http://schemas.microsoft.com/office/drawing/2014/main" id="{D2A4573A-250B-6A45-8C10-89684568692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8" name="Rectangle 63">
                  <a:extLst>
                    <a:ext uri="{FF2B5EF4-FFF2-40B4-BE49-F238E27FC236}">
                      <a16:creationId xmlns:a16="http://schemas.microsoft.com/office/drawing/2014/main" id="{40146E01-E619-F546-B029-CBBAAF30C82C}"/>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9" name="Line 64">
                  <a:extLst>
                    <a:ext uri="{FF2B5EF4-FFF2-40B4-BE49-F238E27FC236}">
                      <a16:creationId xmlns:a16="http://schemas.microsoft.com/office/drawing/2014/main" id="{FCC8A08D-9C98-EB41-A948-990137F339D3}"/>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0" name="Line 65">
                  <a:extLst>
                    <a:ext uri="{FF2B5EF4-FFF2-40B4-BE49-F238E27FC236}">
                      <a16:creationId xmlns:a16="http://schemas.microsoft.com/office/drawing/2014/main" id="{75D0D962-9B47-2146-995B-5D3637B8EB2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1" name="Line 66">
                  <a:extLst>
                    <a:ext uri="{FF2B5EF4-FFF2-40B4-BE49-F238E27FC236}">
                      <a16:creationId xmlns:a16="http://schemas.microsoft.com/office/drawing/2014/main" id="{4362F887-D4F4-4343-A7F9-49AF2E8600D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2" name="Line 67">
                  <a:extLst>
                    <a:ext uri="{FF2B5EF4-FFF2-40B4-BE49-F238E27FC236}">
                      <a16:creationId xmlns:a16="http://schemas.microsoft.com/office/drawing/2014/main" id="{4A49EBF7-F329-CC4A-8B42-F722F30857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3" name="Line 68">
                  <a:extLst>
                    <a:ext uri="{FF2B5EF4-FFF2-40B4-BE49-F238E27FC236}">
                      <a16:creationId xmlns:a16="http://schemas.microsoft.com/office/drawing/2014/main" id="{82EFD27F-3B61-A346-B083-AAFCDF0EA5BB}"/>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4" name="Line 69">
                  <a:extLst>
                    <a:ext uri="{FF2B5EF4-FFF2-40B4-BE49-F238E27FC236}">
                      <a16:creationId xmlns:a16="http://schemas.microsoft.com/office/drawing/2014/main" id="{6C135136-1AE0-D94F-997B-F186DFAB8A21}"/>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5" name="Line 70">
                  <a:extLst>
                    <a:ext uri="{FF2B5EF4-FFF2-40B4-BE49-F238E27FC236}">
                      <a16:creationId xmlns:a16="http://schemas.microsoft.com/office/drawing/2014/main" id="{016DC3AC-C1A5-5A41-8B1E-93A178B84A5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6" name="Rectangle 71">
                  <a:extLst>
                    <a:ext uri="{FF2B5EF4-FFF2-40B4-BE49-F238E27FC236}">
                      <a16:creationId xmlns:a16="http://schemas.microsoft.com/office/drawing/2014/main" id="{F20CF242-1809-FA43-9084-68A8CC4F3F9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7" name="Rectangle 72">
                  <a:extLst>
                    <a:ext uri="{FF2B5EF4-FFF2-40B4-BE49-F238E27FC236}">
                      <a16:creationId xmlns:a16="http://schemas.microsoft.com/office/drawing/2014/main" id="{A951A319-F2ED-E54B-BC34-067EB07B743B}"/>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8" name="Rectangle 73">
                  <a:extLst>
                    <a:ext uri="{FF2B5EF4-FFF2-40B4-BE49-F238E27FC236}">
                      <a16:creationId xmlns:a16="http://schemas.microsoft.com/office/drawing/2014/main" id="{C9389D47-A050-7E4E-9C99-66E158B1320A}"/>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9" name="Rectangle 74">
                  <a:extLst>
                    <a:ext uri="{FF2B5EF4-FFF2-40B4-BE49-F238E27FC236}">
                      <a16:creationId xmlns:a16="http://schemas.microsoft.com/office/drawing/2014/main" id="{82A09EAE-ECEF-4840-9456-E78E9477533D}"/>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0" name="Rectangle 75">
                  <a:extLst>
                    <a:ext uri="{FF2B5EF4-FFF2-40B4-BE49-F238E27FC236}">
                      <a16:creationId xmlns:a16="http://schemas.microsoft.com/office/drawing/2014/main" id="{98C78C1E-7887-EB4B-AF3E-B1E5417851B6}"/>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5" name="Group 14">
              <a:extLst>
                <a:ext uri="{FF2B5EF4-FFF2-40B4-BE49-F238E27FC236}">
                  <a16:creationId xmlns:a16="http://schemas.microsoft.com/office/drawing/2014/main" id="{9BC336C6-3436-2F4A-914E-3D65E6CDC4AC}"/>
                </a:ext>
              </a:extLst>
            </p:cNvPr>
            <p:cNvGrpSpPr/>
            <p:nvPr/>
          </p:nvGrpSpPr>
          <p:grpSpPr>
            <a:xfrm>
              <a:off x="7263680" y="1234950"/>
              <a:ext cx="969962" cy="1347788"/>
              <a:chOff x="7263680" y="1234950"/>
              <a:chExt cx="969962" cy="1347788"/>
            </a:xfrm>
          </p:grpSpPr>
          <p:grpSp>
            <p:nvGrpSpPr>
              <p:cNvPr id="449" name="Group 320">
                <a:extLst>
                  <a:ext uri="{FF2B5EF4-FFF2-40B4-BE49-F238E27FC236}">
                    <a16:creationId xmlns:a16="http://schemas.microsoft.com/office/drawing/2014/main" id="{340E8E49-51CF-6E45-9052-CF7181389F83}"/>
                  </a:ext>
                </a:extLst>
              </p:cNvPr>
              <p:cNvGrpSpPr>
                <a:grpSpLocks/>
              </p:cNvGrpSpPr>
              <p:nvPr/>
            </p:nvGrpSpPr>
            <p:grpSpPr bwMode="auto">
              <a:xfrm>
                <a:off x="7263680" y="1234950"/>
                <a:ext cx="477838" cy="715963"/>
                <a:chOff x="4140" y="429"/>
                <a:chExt cx="1425" cy="2396"/>
              </a:xfrm>
            </p:grpSpPr>
            <p:sp>
              <p:nvSpPr>
                <p:cNvPr id="546" name="Freeform 321">
                  <a:extLst>
                    <a:ext uri="{FF2B5EF4-FFF2-40B4-BE49-F238E27FC236}">
                      <a16:creationId xmlns:a16="http://schemas.microsoft.com/office/drawing/2014/main" id="{BEC5D903-8ABE-D349-8FB8-1F0733D7C35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7" name="Rectangle 322">
                  <a:extLst>
                    <a:ext uri="{FF2B5EF4-FFF2-40B4-BE49-F238E27FC236}">
                      <a16:creationId xmlns:a16="http://schemas.microsoft.com/office/drawing/2014/main" id="{534FC966-A738-5346-9EAA-EA12C5BAE7BF}"/>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8" name="Freeform 323">
                  <a:extLst>
                    <a:ext uri="{FF2B5EF4-FFF2-40B4-BE49-F238E27FC236}">
                      <a16:creationId xmlns:a16="http://schemas.microsoft.com/office/drawing/2014/main" id="{C7AAE311-58A8-B540-B624-7805E2A9180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9" name="Freeform 324">
                  <a:extLst>
                    <a:ext uri="{FF2B5EF4-FFF2-40B4-BE49-F238E27FC236}">
                      <a16:creationId xmlns:a16="http://schemas.microsoft.com/office/drawing/2014/main" id="{4A162690-8387-C94A-859C-898885C0C581}"/>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0" name="Rectangle 325">
                  <a:extLst>
                    <a:ext uri="{FF2B5EF4-FFF2-40B4-BE49-F238E27FC236}">
                      <a16:creationId xmlns:a16="http://schemas.microsoft.com/office/drawing/2014/main" id="{B8FCFAA4-5C48-0E42-B3F1-753DEF9195D4}"/>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1" name="Group 326">
                  <a:extLst>
                    <a:ext uri="{FF2B5EF4-FFF2-40B4-BE49-F238E27FC236}">
                      <a16:creationId xmlns:a16="http://schemas.microsoft.com/office/drawing/2014/main" id="{F3C28584-49A3-D049-AF9D-3686D903CF4E}"/>
                    </a:ext>
                  </a:extLst>
                </p:cNvPr>
                <p:cNvGrpSpPr>
                  <a:grpSpLocks/>
                </p:cNvGrpSpPr>
                <p:nvPr/>
              </p:nvGrpSpPr>
              <p:grpSpPr bwMode="auto">
                <a:xfrm>
                  <a:off x="4749" y="668"/>
                  <a:ext cx="581" cy="145"/>
                  <a:chOff x="614" y="2568"/>
                  <a:chExt cx="725" cy="139"/>
                </a:xfrm>
              </p:grpSpPr>
              <p:sp>
                <p:nvSpPr>
                  <p:cNvPr id="576" name="AutoShape 327">
                    <a:extLst>
                      <a:ext uri="{FF2B5EF4-FFF2-40B4-BE49-F238E27FC236}">
                        <a16:creationId xmlns:a16="http://schemas.microsoft.com/office/drawing/2014/main" id="{6FB655FB-E665-6C42-A605-72C0C5F8EFD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7" name="AutoShape 328">
                    <a:extLst>
                      <a:ext uri="{FF2B5EF4-FFF2-40B4-BE49-F238E27FC236}">
                        <a16:creationId xmlns:a16="http://schemas.microsoft.com/office/drawing/2014/main" id="{632596E8-4400-A54F-A67A-E9F5167C71F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2" name="Rectangle 329">
                  <a:extLst>
                    <a:ext uri="{FF2B5EF4-FFF2-40B4-BE49-F238E27FC236}">
                      <a16:creationId xmlns:a16="http://schemas.microsoft.com/office/drawing/2014/main" id="{67BA56C1-E98C-B945-B3EF-CC7F50A4EC4D}"/>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3" name="Group 330">
                  <a:extLst>
                    <a:ext uri="{FF2B5EF4-FFF2-40B4-BE49-F238E27FC236}">
                      <a16:creationId xmlns:a16="http://schemas.microsoft.com/office/drawing/2014/main" id="{5DE83AEA-657B-A646-94EA-B784E11C0A6F}"/>
                    </a:ext>
                  </a:extLst>
                </p:cNvPr>
                <p:cNvGrpSpPr>
                  <a:grpSpLocks/>
                </p:cNvGrpSpPr>
                <p:nvPr/>
              </p:nvGrpSpPr>
              <p:grpSpPr bwMode="auto">
                <a:xfrm>
                  <a:off x="4747" y="994"/>
                  <a:ext cx="581" cy="134"/>
                  <a:chOff x="614" y="2568"/>
                  <a:chExt cx="725" cy="139"/>
                </a:xfrm>
              </p:grpSpPr>
              <p:sp>
                <p:nvSpPr>
                  <p:cNvPr id="574" name="AutoShape 331">
                    <a:extLst>
                      <a:ext uri="{FF2B5EF4-FFF2-40B4-BE49-F238E27FC236}">
                        <a16:creationId xmlns:a16="http://schemas.microsoft.com/office/drawing/2014/main" id="{D9691199-9F63-E04B-A044-88265C68367A}"/>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5" name="AutoShape 332">
                    <a:extLst>
                      <a:ext uri="{FF2B5EF4-FFF2-40B4-BE49-F238E27FC236}">
                        <a16:creationId xmlns:a16="http://schemas.microsoft.com/office/drawing/2014/main" id="{861BBB5E-4B29-9743-9562-40018933ADC7}"/>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4" name="Rectangle 333">
                  <a:extLst>
                    <a:ext uri="{FF2B5EF4-FFF2-40B4-BE49-F238E27FC236}">
                      <a16:creationId xmlns:a16="http://schemas.microsoft.com/office/drawing/2014/main" id="{5A0D44FC-AE5E-B848-BCCC-201581A9A88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5" name="Rectangle 334">
                  <a:extLst>
                    <a:ext uri="{FF2B5EF4-FFF2-40B4-BE49-F238E27FC236}">
                      <a16:creationId xmlns:a16="http://schemas.microsoft.com/office/drawing/2014/main" id="{25B33689-CD79-E34A-8116-B479B04C5A38}"/>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6" name="Group 335">
                  <a:extLst>
                    <a:ext uri="{FF2B5EF4-FFF2-40B4-BE49-F238E27FC236}">
                      <a16:creationId xmlns:a16="http://schemas.microsoft.com/office/drawing/2014/main" id="{AABC70E1-3FC5-214D-95EB-D858D7228452}"/>
                    </a:ext>
                  </a:extLst>
                </p:cNvPr>
                <p:cNvGrpSpPr>
                  <a:grpSpLocks/>
                </p:cNvGrpSpPr>
                <p:nvPr/>
              </p:nvGrpSpPr>
              <p:grpSpPr bwMode="auto">
                <a:xfrm>
                  <a:off x="4735" y="1627"/>
                  <a:ext cx="582" cy="151"/>
                  <a:chOff x="614" y="2568"/>
                  <a:chExt cx="725" cy="139"/>
                </a:xfrm>
              </p:grpSpPr>
              <p:sp>
                <p:nvSpPr>
                  <p:cNvPr id="572" name="AutoShape 336">
                    <a:extLst>
                      <a:ext uri="{FF2B5EF4-FFF2-40B4-BE49-F238E27FC236}">
                        <a16:creationId xmlns:a16="http://schemas.microsoft.com/office/drawing/2014/main" id="{C3D8D779-F8CB-CD40-BAC5-CB440D038F6E}"/>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3" name="AutoShape 337">
                    <a:extLst>
                      <a:ext uri="{FF2B5EF4-FFF2-40B4-BE49-F238E27FC236}">
                        <a16:creationId xmlns:a16="http://schemas.microsoft.com/office/drawing/2014/main" id="{A7DC0708-50B4-3B45-91FC-E9945608169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7" name="Freeform 338">
                  <a:extLst>
                    <a:ext uri="{FF2B5EF4-FFF2-40B4-BE49-F238E27FC236}">
                      <a16:creationId xmlns:a16="http://schemas.microsoft.com/office/drawing/2014/main" id="{F81DB241-8545-2F47-8ED3-BCEF09EE9878}"/>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8" name="Group 339">
                  <a:extLst>
                    <a:ext uri="{FF2B5EF4-FFF2-40B4-BE49-F238E27FC236}">
                      <a16:creationId xmlns:a16="http://schemas.microsoft.com/office/drawing/2014/main" id="{660A80F0-E4A2-C94C-BA95-FC179A4D243E}"/>
                    </a:ext>
                  </a:extLst>
                </p:cNvPr>
                <p:cNvGrpSpPr>
                  <a:grpSpLocks/>
                </p:cNvGrpSpPr>
                <p:nvPr/>
              </p:nvGrpSpPr>
              <p:grpSpPr bwMode="auto">
                <a:xfrm>
                  <a:off x="4739" y="1327"/>
                  <a:ext cx="582" cy="139"/>
                  <a:chOff x="614" y="2568"/>
                  <a:chExt cx="725" cy="139"/>
                </a:xfrm>
              </p:grpSpPr>
              <p:sp>
                <p:nvSpPr>
                  <p:cNvPr id="570" name="AutoShape 340">
                    <a:extLst>
                      <a:ext uri="{FF2B5EF4-FFF2-40B4-BE49-F238E27FC236}">
                        <a16:creationId xmlns:a16="http://schemas.microsoft.com/office/drawing/2014/main" id="{44957B4E-FA72-F842-B1DF-482FEA10C28F}"/>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1" name="AutoShape 341">
                    <a:extLst>
                      <a:ext uri="{FF2B5EF4-FFF2-40B4-BE49-F238E27FC236}">
                        <a16:creationId xmlns:a16="http://schemas.microsoft.com/office/drawing/2014/main" id="{A4BF6B7D-79D5-BA42-AE47-51D796FD8758}"/>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9" name="Rectangle 342">
                  <a:extLst>
                    <a:ext uri="{FF2B5EF4-FFF2-40B4-BE49-F238E27FC236}">
                      <a16:creationId xmlns:a16="http://schemas.microsoft.com/office/drawing/2014/main" id="{3D2F04C3-4A89-044A-928B-7883BBCFE81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0" name="Freeform 343">
                  <a:extLst>
                    <a:ext uri="{FF2B5EF4-FFF2-40B4-BE49-F238E27FC236}">
                      <a16:creationId xmlns:a16="http://schemas.microsoft.com/office/drawing/2014/main" id="{C3465DBB-D953-194E-872E-54B6D50106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1" name="Freeform 344">
                  <a:extLst>
                    <a:ext uri="{FF2B5EF4-FFF2-40B4-BE49-F238E27FC236}">
                      <a16:creationId xmlns:a16="http://schemas.microsoft.com/office/drawing/2014/main" id="{F1A04862-B02B-6B41-98AF-CDF41D7DFC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2" name="Oval 345">
                  <a:extLst>
                    <a:ext uri="{FF2B5EF4-FFF2-40B4-BE49-F238E27FC236}">
                      <a16:creationId xmlns:a16="http://schemas.microsoft.com/office/drawing/2014/main" id="{9BD37437-ADA3-2944-BD51-EABFA9121F92}"/>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3" name="Freeform 346">
                  <a:extLst>
                    <a:ext uri="{FF2B5EF4-FFF2-40B4-BE49-F238E27FC236}">
                      <a16:creationId xmlns:a16="http://schemas.microsoft.com/office/drawing/2014/main" id="{60737BBB-1922-B94B-9F49-5D5A31340F2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4" name="AutoShape 347">
                  <a:extLst>
                    <a:ext uri="{FF2B5EF4-FFF2-40B4-BE49-F238E27FC236}">
                      <a16:creationId xmlns:a16="http://schemas.microsoft.com/office/drawing/2014/main" id="{69A87503-8E72-B04D-B43E-68DE386A28AF}"/>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5" name="AutoShape 348">
                  <a:extLst>
                    <a:ext uri="{FF2B5EF4-FFF2-40B4-BE49-F238E27FC236}">
                      <a16:creationId xmlns:a16="http://schemas.microsoft.com/office/drawing/2014/main" id="{9C242210-75A1-C74A-AD41-CD3DFBA513F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6" name="Oval 349">
                  <a:extLst>
                    <a:ext uri="{FF2B5EF4-FFF2-40B4-BE49-F238E27FC236}">
                      <a16:creationId xmlns:a16="http://schemas.microsoft.com/office/drawing/2014/main" id="{9E20BCA0-BB6D-EB46-A9ED-9D1E316B4D04}"/>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7" name="Oval 350">
                  <a:extLst>
                    <a:ext uri="{FF2B5EF4-FFF2-40B4-BE49-F238E27FC236}">
                      <a16:creationId xmlns:a16="http://schemas.microsoft.com/office/drawing/2014/main" id="{297213E3-E288-8241-B9F6-8960296E417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568" name="Oval 351">
                  <a:extLst>
                    <a:ext uri="{FF2B5EF4-FFF2-40B4-BE49-F238E27FC236}">
                      <a16:creationId xmlns:a16="http://schemas.microsoft.com/office/drawing/2014/main" id="{5DA2A59F-3932-6E44-9575-17A09BF9BD2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9" name="Rectangle 352">
                  <a:extLst>
                    <a:ext uri="{FF2B5EF4-FFF2-40B4-BE49-F238E27FC236}">
                      <a16:creationId xmlns:a16="http://schemas.microsoft.com/office/drawing/2014/main" id="{9C26FDA8-EA55-8941-A4CE-00104425A2CD}"/>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3" name="Group 96">
                <a:extLst>
                  <a:ext uri="{FF2B5EF4-FFF2-40B4-BE49-F238E27FC236}">
                    <a16:creationId xmlns:a16="http://schemas.microsoft.com/office/drawing/2014/main" id="{2000DD18-01EC-D249-9DB7-B38FA9A4FCDE}"/>
                  </a:ext>
                </a:extLst>
              </p:cNvPr>
              <p:cNvGrpSpPr>
                <a:grpSpLocks/>
              </p:cNvGrpSpPr>
              <p:nvPr/>
            </p:nvGrpSpPr>
            <p:grpSpPr bwMode="auto">
              <a:xfrm>
                <a:off x="7424017" y="1533400"/>
                <a:ext cx="809625" cy="1049338"/>
                <a:chOff x="4296" y="2627"/>
                <a:chExt cx="510" cy="661"/>
              </a:xfrm>
            </p:grpSpPr>
            <p:sp>
              <p:nvSpPr>
                <p:cNvPr id="501" name="Rectangle 97">
                  <a:extLst>
                    <a:ext uri="{FF2B5EF4-FFF2-40B4-BE49-F238E27FC236}">
                      <a16:creationId xmlns:a16="http://schemas.microsoft.com/office/drawing/2014/main" id="{B5114480-66D5-5F4F-8FBC-DCDDCD291F16}"/>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2" name="Text Box 98">
                  <a:extLst>
                    <a:ext uri="{FF2B5EF4-FFF2-40B4-BE49-F238E27FC236}">
                      <a16:creationId xmlns:a16="http://schemas.microsoft.com/office/drawing/2014/main" id="{6724E005-ABDA-2D4B-8176-871B891BA5F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3" name="Rectangle 99">
                  <a:extLst>
                    <a:ext uri="{FF2B5EF4-FFF2-40B4-BE49-F238E27FC236}">
                      <a16:creationId xmlns:a16="http://schemas.microsoft.com/office/drawing/2014/main" id="{20411000-C9BB-0146-BD6E-64ECE7F8CB80}"/>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4" name="Line 100">
                  <a:extLst>
                    <a:ext uri="{FF2B5EF4-FFF2-40B4-BE49-F238E27FC236}">
                      <a16:creationId xmlns:a16="http://schemas.microsoft.com/office/drawing/2014/main" id="{417734CA-B3E5-ED4D-A76B-C9B698139B16}"/>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5" name="Line 101">
                  <a:extLst>
                    <a:ext uri="{FF2B5EF4-FFF2-40B4-BE49-F238E27FC236}">
                      <a16:creationId xmlns:a16="http://schemas.microsoft.com/office/drawing/2014/main" id="{8B7FC465-941C-F44A-8BB8-04BF5FE7DEF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6" name="Line 102">
                  <a:extLst>
                    <a:ext uri="{FF2B5EF4-FFF2-40B4-BE49-F238E27FC236}">
                      <a16:creationId xmlns:a16="http://schemas.microsoft.com/office/drawing/2014/main" id="{D3CD8D46-5D1A-864D-9835-95D91C69A191}"/>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7" name="Line 103">
                  <a:extLst>
                    <a:ext uri="{FF2B5EF4-FFF2-40B4-BE49-F238E27FC236}">
                      <a16:creationId xmlns:a16="http://schemas.microsoft.com/office/drawing/2014/main" id="{0FF0EB99-7ED7-A54F-9F34-F24C7C5F10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8" name="Line 104">
                  <a:extLst>
                    <a:ext uri="{FF2B5EF4-FFF2-40B4-BE49-F238E27FC236}">
                      <a16:creationId xmlns:a16="http://schemas.microsoft.com/office/drawing/2014/main" id="{809DF9DB-9AF7-1548-B87E-4B6AF3CAC2A6}"/>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9" name="Line 105">
                  <a:extLst>
                    <a:ext uri="{FF2B5EF4-FFF2-40B4-BE49-F238E27FC236}">
                      <a16:creationId xmlns:a16="http://schemas.microsoft.com/office/drawing/2014/main" id="{5A1CA32A-2C23-8643-B0AD-CC79C24E333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0" name="Line 106">
                  <a:extLst>
                    <a:ext uri="{FF2B5EF4-FFF2-40B4-BE49-F238E27FC236}">
                      <a16:creationId xmlns:a16="http://schemas.microsoft.com/office/drawing/2014/main" id="{F1A1145A-6963-0D4A-B4F9-013614B7150C}"/>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1" name="Rectangle 107">
                  <a:extLst>
                    <a:ext uri="{FF2B5EF4-FFF2-40B4-BE49-F238E27FC236}">
                      <a16:creationId xmlns:a16="http://schemas.microsoft.com/office/drawing/2014/main" id="{F0E0A255-DDCC-F14C-897A-AE9D1CEAF50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2" name="Rectangle 108">
                  <a:extLst>
                    <a:ext uri="{FF2B5EF4-FFF2-40B4-BE49-F238E27FC236}">
                      <a16:creationId xmlns:a16="http://schemas.microsoft.com/office/drawing/2014/main" id="{A8229304-AE2F-4B4F-9A8B-A0DA1B2A36DC}"/>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3" name="Rectangle 109">
                  <a:extLst>
                    <a:ext uri="{FF2B5EF4-FFF2-40B4-BE49-F238E27FC236}">
                      <a16:creationId xmlns:a16="http://schemas.microsoft.com/office/drawing/2014/main" id="{07C5E7BA-0901-FE41-A8A0-490D8AD03E6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4" name="Rectangle 110">
                  <a:extLst>
                    <a:ext uri="{FF2B5EF4-FFF2-40B4-BE49-F238E27FC236}">
                      <a16:creationId xmlns:a16="http://schemas.microsoft.com/office/drawing/2014/main" id="{421A29F7-5907-194D-9393-AFD8435D109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5" name="Rectangle 111">
                  <a:extLst>
                    <a:ext uri="{FF2B5EF4-FFF2-40B4-BE49-F238E27FC236}">
                      <a16:creationId xmlns:a16="http://schemas.microsoft.com/office/drawing/2014/main" id="{48DD03FB-6798-ED44-8836-A7F08A83D7A3}"/>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grpSp>
        <p:nvGrpSpPr>
          <p:cNvPr id="22" name="Group 21">
            <a:extLst>
              <a:ext uri="{FF2B5EF4-FFF2-40B4-BE49-F238E27FC236}">
                <a16:creationId xmlns:a16="http://schemas.microsoft.com/office/drawing/2014/main" id="{5D47C044-747C-144D-AAD3-503C152CDDD4}"/>
              </a:ext>
            </a:extLst>
          </p:cNvPr>
          <p:cNvGrpSpPr/>
          <p:nvPr/>
        </p:nvGrpSpPr>
        <p:grpSpPr>
          <a:xfrm>
            <a:off x="7036667" y="2001712"/>
            <a:ext cx="2349500" cy="2209800"/>
            <a:chOff x="7036667" y="2001712"/>
            <a:chExt cx="2349500" cy="2209800"/>
          </a:xfrm>
        </p:grpSpPr>
        <p:grpSp>
          <p:nvGrpSpPr>
            <p:cNvPr id="21" name="Group 20">
              <a:extLst>
                <a:ext uri="{FF2B5EF4-FFF2-40B4-BE49-F238E27FC236}">
                  <a16:creationId xmlns:a16="http://schemas.microsoft.com/office/drawing/2014/main" id="{72D7673F-3C6E-3A4B-BC47-0EEF8794D17D}"/>
                </a:ext>
              </a:extLst>
            </p:cNvPr>
            <p:cNvGrpSpPr/>
            <p:nvPr/>
          </p:nvGrpSpPr>
          <p:grpSpPr>
            <a:xfrm>
              <a:off x="8262217" y="3125662"/>
              <a:ext cx="1123950" cy="1085850"/>
              <a:chOff x="8262217" y="3125662"/>
              <a:chExt cx="1123950" cy="1085850"/>
            </a:xfrm>
          </p:grpSpPr>
          <p:sp>
            <p:nvSpPr>
              <p:cNvPr id="454" name="Line 117">
                <a:extLst>
                  <a:ext uri="{FF2B5EF4-FFF2-40B4-BE49-F238E27FC236}">
                    <a16:creationId xmlns:a16="http://schemas.microsoft.com/office/drawing/2014/main" id="{4A29E487-CD56-8749-B78A-9DA7D6B3AEC9}"/>
                  </a:ext>
                </a:extLst>
              </p:cNvPr>
              <p:cNvSpPr>
                <a:spLocks noChangeShapeType="1"/>
              </p:cNvSpPr>
              <p:nvPr/>
            </p:nvSpPr>
            <p:spPr bwMode="auto">
              <a:xfrm flipV="1">
                <a:off x="8262217" y="3125662"/>
                <a:ext cx="1123950" cy="1085850"/>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6" name="Group 119">
                <a:extLst>
                  <a:ext uri="{FF2B5EF4-FFF2-40B4-BE49-F238E27FC236}">
                    <a16:creationId xmlns:a16="http://schemas.microsoft.com/office/drawing/2014/main" id="{8392F016-E5DA-B045-8480-EE0CC242FE54}"/>
                  </a:ext>
                </a:extLst>
              </p:cNvPr>
              <p:cNvGrpSpPr>
                <a:grpSpLocks/>
              </p:cNvGrpSpPr>
              <p:nvPr/>
            </p:nvGrpSpPr>
            <p:grpSpPr bwMode="auto">
              <a:xfrm>
                <a:off x="8365405" y="3419350"/>
                <a:ext cx="1017588" cy="523875"/>
                <a:chOff x="3749" y="2537"/>
                <a:chExt cx="641" cy="330"/>
              </a:xfrm>
            </p:grpSpPr>
            <p:sp>
              <p:nvSpPr>
                <p:cNvPr id="499" name="Rectangle 120">
                  <a:extLst>
                    <a:ext uri="{FF2B5EF4-FFF2-40B4-BE49-F238E27FC236}">
                      <a16:creationId xmlns:a16="http://schemas.microsoft.com/office/drawing/2014/main" id="{099A1A3B-91B2-8044-BF4F-8328704158E2}"/>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0" name="Text Box 121">
                  <a:extLst>
                    <a:ext uri="{FF2B5EF4-FFF2-40B4-BE49-F238E27FC236}">
                      <a16:creationId xmlns:a16="http://schemas.microsoft.com/office/drawing/2014/main" id="{F33E0D1E-FA20-9F44-8584-F9EC6F285FA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20" name="Group 19">
              <a:extLst>
                <a:ext uri="{FF2B5EF4-FFF2-40B4-BE49-F238E27FC236}">
                  <a16:creationId xmlns:a16="http://schemas.microsoft.com/office/drawing/2014/main" id="{E18BCB51-C445-2B48-96E9-33A1177485C4}"/>
                </a:ext>
              </a:extLst>
            </p:cNvPr>
            <p:cNvGrpSpPr/>
            <p:nvPr/>
          </p:nvGrpSpPr>
          <p:grpSpPr>
            <a:xfrm>
              <a:off x="8262217" y="2001712"/>
              <a:ext cx="1123950" cy="790575"/>
              <a:chOff x="8262217" y="2001712"/>
              <a:chExt cx="1123950" cy="790575"/>
            </a:xfrm>
          </p:grpSpPr>
          <p:sp>
            <p:nvSpPr>
              <p:cNvPr id="450" name="Line 9">
                <a:extLst>
                  <a:ext uri="{FF2B5EF4-FFF2-40B4-BE49-F238E27FC236}">
                    <a16:creationId xmlns:a16="http://schemas.microsoft.com/office/drawing/2014/main" id="{C85D5474-FE98-384B-A663-0D4ACC9DB90E}"/>
                  </a:ext>
                </a:extLst>
              </p:cNvPr>
              <p:cNvSpPr>
                <a:spLocks noChangeShapeType="1"/>
              </p:cNvSpPr>
              <p:nvPr/>
            </p:nvSpPr>
            <p:spPr bwMode="auto">
              <a:xfrm>
                <a:off x="8262217" y="2001712"/>
                <a:ext cx="1123950" cy="7905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7" name="Group 122">
                <a:extLst>
                  <a:ext uri="{FF2B5EF4-FFF2-40B4-BE49-F238E27FC236}">
                    <a16:creationId xmlns:a16="http://schemas.microsoft.com/office/drawing/2014/main" id="{BBA0AF8E-CB3A-0344-A62B-9959A4196C30}"/>
                  </a:ext>
                </a:extLst>
              </p:cNvPr>
              <p:cNvGrpSpPr>
                <a:grpSpLocks/>
              </p:cNvGrpSpPr>
              <p:nvPr/>
            </p:nvGrpSpPr>
            <p:grpSpPr bwMode="auto">
              <a:xfrm>
                <a:off x="8327305" y="2162050"/>
                <a:ext cx="1017588" cy="523875"/>
                <a:chOff x="3749" y="2537"/>
                <a:chExt cx="641" cy="330"/>
              </a:xfrm>
            </p:grpSpPr>
            <p:sp>
              <p:nvSpPr>
                <p:cNvPr id="497" name="Rectangle 123">
                  <a:extLst>
                    <a:ext uri="{FF2B5EF4-FFF2-40B4-BE49-F238E27FC236}">
                      <a16:creationId xmlns:a16="http://schemas.microsoft.com/office/drawing/2014/main" id="{099C1906-3821-1543-9E10-34EA59C232C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8" name="Text Box 124">
                  <a:extLst>
                    <a:ext uri="{FF2B5EF4-FFF2-40B4-BE49-F238E27FC236}">
                      <a16:creationId xmlns:a16="http://schemas.microsoft.com/office/drawing/2014/main" id="{3EBC20E8-2C79-0144-BCCC-FDC909C15AE0}"/>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19" name="Group 18">
              <a:extLst>
                <a:ext uri="{FF2B5EF4-FFF2-40B4-BE49-F238E27FC236}">
                  <a16:creationId xmlns:a16="http://schemas.microsoft.com/office/drawing/2014/main" id="{09517890-8B38-E244-82C5-964EF5D704FC}"/>
                </a:ext>
              </a:extLst>
            </p:cNvPr>
            <p:cNvGrpSpPr/>
            <p:nvPr/>
          </p:nvGrpSpPr>
          <p:grpSpPr>
            <a:xfrm>
              <a:off x="7036667" y="2601787"/>
              <a:ext cx="1017588" cy="1247775"/>
              <a:chOff x="7036667" y="2601787"/>
              <a:chExt cx="1017588" cy="1247775"/>
            </a:xfrm>
          </p:grpSpPr>
          <p:sp>
            <p:nvSpPr>
              <p:cNvPr id="455" name="Line 118">
                <a:extLst>
                  <a:ext uri="{FF2B5EF4-FFF2-40B4-BE49-F238E27FC236}">
                    <a16:creationId xmlns:a16="http://schemas.microsoft.com/office/drawing/2014/main" id="{3E2BA10C-F026-3444-9F81-F7136C415AE4}"/>
                  </a:ext>
                </a:extLst>
              </p:cNvPr>
              <p:cNvSpPr>
                <a:spLocks noChangeShapeType="1"/>
              </p:cNvSpPr>
              <p:nvPr/>
            </p:nvSpPr>
            <p:spPr bwMode="auto">
              <a:xfrm flipH="1" flipV="1">
                <a:off x="7519267" y="2601787"/>
                <a:ext cx="0" cy="12477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8" name="Group 125">
                <a:extLst>
                  <a:ext uri="{FF2B5EF4-FFF2-40B4-BE49-F238E27FC236}">
                    <a16:creationId xmlns:a16="http://schemas.microsoft.com/office/drawing/2014/main" id="{01686861-2518-7E4A-9CA7-12F4D39AF89A}"/>
                  </a:ext>
                </a:extLst>
              </p:cNvPr>
              <p:cNvGrpSpPr>
                <a:grpSpLocks/>
              </p:cNvGrpSpPr>
              <p:nvPr/>
            </p:nvGrpSpPr>
            <p:grpSpPr bwMode="auto">
              <a:xfrm>
                <a:off x="7036667" y="2809750"/>
                <a:ext cx="1017588" cy="523875"/>
                <a:chOff x="3770" y="2495"/>
                <a:chExt cx="641" cy="330"/>
              </a:xfrm>
            </p:grpSpPr>
            <p:sp>
              <p:nvSpPr>
                <p:cNvPr id="495" name="Rectangle 126">
                  <a:extLst>
                    <a:ext uri="{FF2B5EF4-FFF2-40B4-BE49-F238E27FC236}">
                      <a16:creationId xmlns:a16="http://schemas.microsoft.com/office/drawing/2014/main" id="{316A9CDF-5E07-6F44-8D92-09FD292C8BE3}"/>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6" name="Text Box 127">
                  <a:extLst>
                    <a:ext uri="{FF2B5EF4-FFF2-40B4-BE49-F238E27FC236}">
                      <a16:creationId xmlns:a16="http://schemas.microsoft.com/office/drawing/2014/main" id="{B5260883-E51F-614F-B418-1ADE3913D561}"/>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grpSp>
        <p:nvGrpSpPr>
          <p:cNvPr id="14" name="Group 13">
            <a:extLst>
              <a:ext uri="{FF2B5EF4-FFF2-40B4-BE49-F238E27FC236}">
                <a16:creationId xmlns:a16="http://schemas.microsoft.com/office/drawing/2014/main" id="{A01D6118-1EED-624E-97BF-35AEC3281607}"/>
              </a:ext>
            </a:extLst>
          </p:cNvPr>
          <p:cNvGrpSpPr/>
          <p:nvPr/>
        </p:nvGrpSpPr>
        <p:grpSpPr>
          <a:xfrm>
            <a:off x="7646267" y="801562"/>
            <a:ext cx="3668713" cy="5118100"/>
            <a:chOff x="7646267" y="801562"/>
            <a:chExt cx="3668713" cy="5118100"/>
          </a:xfrm>
        </p:grpSpPr>
        <p:grpSp>
          <p:nvGrpSpPr>
            <p:cNvPr id="459" name="Group 423">
              <a:extLst>
                <a:ext uri="{FF2B5EF4-FFF2-40B4-BE49-F238E27FC236}">
                  <a16:creationId xmlns:a16="http://schemas.microsoft.com/office/drawing/2014/main" id="{A4841B85-38B7-2D4B-8B88-1F35C663B600}"/>
                </a:ext>
              </a:extLst>
            </p:cNvPr>
            <p:cNvGrpSpPr>
              <a:grpSpLocks/>
            </p:cNvGrpSpPr>
            <p:nvPr/>
          </p:nvGrpSpPr>
          <p:grpSpPr bwMode="auto">
            <a:xfrm>
              <a:off x="8016155" y="801562"/>
              <a:ext cx="925513" cy="1054100"/>
              <a:chOff x="3566" y="550"/>
              <a:chExt cx="583" cy="664"/>
            </a:xfrm>
          </p:grpSpPr>
          <p:grpSp>
            <p:nvGrpSpPr>
              <p:cNvPr id="490" name="Group 353">
                <a:extLst>
                  <a:ext uri="{FF2B5EF4-FFF2-40B4-BE49-F238E27FC236}">
                    <a16:creationId xmlns:a16="http://schemas.microsoft.com/office/drawing/2014/main" id="{AFD4D502-A0F1-D149-A78A-D73A82AE8BEA}"/>
                  </a:ext>
                </a:extLst>
              </p:cNvPr>
              <p:cNvGrpSpPr>
                <a:grpSpLocks/>
              </p:cNvGrpSpPr>
              <p:nvPr/>
            </p:nvGrpSpPr>
            <p:grpSpPr bwMode="auto">
              <a:xfrm>
                <a:off x="3588" y="692"/>
                <a:ext cx="561" cy="522"/>
                <a:chOff x="-44" y="1473"/>
                <a:chExt cx="981" cy="1105"/>
              </a:xfrm>
            </p:grpSpPr>
            <p:pic>
              <p:nvPicPr>
                <p:cNvPr id="493" name="Picture 354" descr="desktop_computer_stylized_medium">
                  <a:extLst>
                    <a:ext uri="{FF2B5EF4-FFF2-40B4-BE49-F238E27FC236}">
                      <a16:creationId xmlns:a16="http://schemas.microsoft.com/office/drawing/2014/main" id="{40D93FD7-DFF9-2B4D-B3B7-4EC913BFD3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4" name="Freeform 355">
                  <a:extLst>
                    <a:ext uri="{FF2B5EF4-FFF2-40B4-BE49-F238E27FC236}">
                      <a16:creationId xmlns:a16="http://schemas.microsoft.com/office/drawing/2014/main" id="{A72A10F8-9FD3-CC47-9469-090A81B9755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91" name="Rectangle 115">
                <a:extLst>
                  <a:ext uri="{FF2B5EF4-FFF2-40B4-BE49-F238E27FC236}">
                    <a16:creationId xmlns:a16="http://schemas.microsoft.com/office/drawing/2014/main" id="{D2C77E00-23F4-184B-A27D-C6B49F75B60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2" name="Text Box 116">
                <a:extLst>
                  <a:ext uri="{FF2B5EF4-FFF2-40B4-BE49-F238E27FC236}">
                    <a16:creationId xmlns:a16="http://schemas.microsoft.com/office/drawing/2014/main" id="{05F0290A-395C-4C46-87E1-FADC8794D6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0" name="Group 424">
              <a:extLst>
                <a:ext uri="{FF2B5EF4-FFF2-40B4-BE49-F238E27FC236}">
                  <a16:creationId xmlns:a16="http://schemas.microsoft.com/office/drawing/2014/main" id="{0A992F9B-3334-A546-963A-48B938222048}"/>
                </a:ext>
              </a:extLst>
            </p:cNvPr>
            <p:cNvGrpSpPr>
              <a:grpSpLocks/>
            </p:cNvGrpSpPr>
            <p:nvPr/>
          </p:nvGrpSpPr>
          <p:grpSpPr bwMode="auto">
            <a:xfrm>
              <a:off x="10052917" y="1617537"/>
              <a:ext cx="925513" cy="1054100"/>
              <a:chOff x="3566" y="550"/>
              <a:chExt cx="583" cy="664"/>
            </a:xfrm>
          </p:grpSpPr>
          <p:grpSp>
            <p:nvGrpSpPr>
              <p:cNvPr id="485" name="Group 425">
                <a:extLst>
                  <a:ext uri="{FF2B5EF4-FFF2-40B4-BE49-F238E27FC236}">
                    <a16:creationId xmlns:a16="http://schemas.microsoft.com/office/drawing/2014/main" id="{EB280194-5E79-4E47-B5D1-CEEB0FF6E43E}"/>
                  </a:ext>
                </a:extLst>
              </p:cNvPr>
              <p:cNvGrpSpPr>
                <a:grpSpLocks/>
              </p:cNvGrpSpPr>
              <p:nvPr/>
            </p:nvGrpSpPr>
            <p:grpSpPr bwMode="auto">
              <a:xfrm>
                <a:off x="3588" y="692"/>
                <a:ext cx="561" cy="522"/>
                <a:chOff x="-44" y="1473"/>
                <a:chExt cx="981" cy="1105"/>
              </a:xfrm>
            </p:grpSpPr>
            <p:pic>
              <p:nvPicPr>
                <p:cNvPr id="488" name="Picture 426" descr="desktop_computer_stylized_medium">
                  <a:extLst>
                    <a:ext uri="{FF2B5EF4-FFF2-40B4-BE49-F238E27FC236}">
                      <a16:creationId xmlns:a16="http://schemas.microsoft.com/office/drawing/2014/main" id="{95DD2938-B3F4-354F-AEEE-742FDF85FD7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427">
                  <a:extLst>
                    <a:ext uri="{FF2B5EF4-FFF2-40B4-BE49-F238E27FC236}">
                      <a16:creationId xmlns:a16="http://schemas.microsoft.com/office/drawing/2014/main" id="{BD5151DD-FB70-C543-90A7-B0F10EB6BD0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6" name="Rectangle 115">
                <a:extLst>
                  <a:ext uri="{FF2B5EF4-FFF2-40B4-BE49-F238E27FC236}">
                    <a16:creationId xmlns:a16="http://schemas.microsoft.com/office/drawing/2014/main" id="{85717AA4-5337-0347-AD50-71DA1D854992}"/>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7" name="Text Box 116">
                <a:extLst>
                  <a:ext uri="{FF2B5EF4-FFF2-40B4-BE49-F238E27FC236}">
                    <a16:creationId xmlns:a16="http://schemas.microsoft.com/office/drawing/2014/main" id="{F3AA3464-AD31-9B4B-A076-587DC96DE069}"/>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1" name="Group 430">
              <a:extLst>
                <a:ext uri="{FF2B5EF4-FFF2-40B4-BE49-F238E27FC236}">
                  <a16:creationId xmlns:a16="http://schemas.microsoft.com/office/drawing/2014/main" id="{217AD242-63DC-3246-8983-194F60A7EA58}"/>
                </a:ext>
              </a:extLst>
            </p:cNvPr>
            <p:cNvGrpSpPr>
              <a:grpSpLocks/>
            </p:cNvGrpSpPr>
            <p:nvPr/>
          </p:nvGrpSpPr>
          <p:grpSpPr bwMode="auto">
            <a:xfrm>
              <a:off x="10389467" y="2379537"/>
              <a:ext cx="925513" cy="1054100"/>
              <a:chOff x="3566" y="550"/>
              <a:chExt cx="583" cy="664"/>
            </a:xfrm>
          </p:grpSpPr>
          <p:grpSp>
            <p:nvGrpSpPr>
              <p:cNvPr id="480" name="Group 431">
                <a:extLst>
                  <a:ext uri="{FF2B5EF4-FFF2-40B4-BE49-F238E27FC236}">
                    <a16:creationId xmlns:a16="http://schemas.microsoft.com/office/drawing/2014/main" id="{974C24FF-AF5F-3E4F-99B8-149696D509B6}"/>
                  </a:ext>
                </a:extLst>
              </p:cNvPr>
              <p:cNvGrpSpPr>
                <a:grpSpLocks/>
              </p:cNvGrpSpPr>
              <p:nvPr/>
            </p:nvGrpSpPr>
            <p:grpSpPr bwMode="auto">
              <a:xfrm>
                <a:off x="3588" y="692"/>
                <a:ext cx="561" cy="522"/>
                <a:chOff x="-44" y="1473"/>
                <a:chExt cx="981" cy="1105"/>
              </a:xfrm>
            </p:grpSpPr>
            <p:pic>
              <p:nvPicPr>
                <p:cNvPr id="483" name="Picture 432" descr="desktop_computer_stylized_medium">
                  <a:extLst>
                    <a:ext uri="{FF2B5EF4-FFF2-40B4-BE49-F238E27FC236}">
                      <a16:creationId xmlns:a16="http://schemas.microsoft.com/office/drawing/2014/main" id="{94FD5029-BA20-704F-8C99-9B3D77F96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4" name="Freeform 433">
                  <a:extLst>
                    <a:ext uri="{FF2B5EF4-FFF2-40B4-BE49-F238E27FC236}">
                      <a16:creationId xmlns:a16="http://schemas.microsoft.com/office/drawing/2014/main" id="{63FE5925-A7DE-BB48-8E9D-2F611B484C6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1" name="Rectangle 115">
                <a:extLst>
                  <a:ext uri="{FF2B5EF4-FFF2-40B4-BE49-F238E27FC236}">
                    <a16:creationId xmlns:a16="http://schemas.microsoft.com/office/drawing/2014/main" id="{7AA59CDE-1819-E74E-B35C-280552DE498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2" name="Text Box 116">
                <a:extLst>
                  <a:ext uri="{FF2B5EF4-FFF2-40B4-BE49-F238E27FC236}">
                    <a16:creationId xmlns:a16="http://schemas.microsoft.com/office/drawing/2014/main" id="{941C260D-0416-B942-8EC7-39E82157676F}"/>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2" name="Group 436">
              <a:extLst>
                <a:ext uri="{FF2B5EF4-FFF2-40B4-BE49-F238E27FC236}">
                  <a16:creationId xmlns:a16="http://schemas.microsoft.com/office/drawing/2014/main" id="{7C7726AC-BD2A-0D41-9985-169CF8BB6630}"/>
                </a:ext>
              </a:extLst>
            </p:cNvPr>
            <p:cNvGrpSpPr>
              <a:grpSpLocks/>
            </p:cNvGrpSpPr>
            <p:nvPr/>
          </p:nvGrpSpPr>
          <p:grpSpPr bwMode="auto">
            <a:xfrm>
              <a:off x="10257705" y="3427287"/>
              <a:ext cx="925513" cy="1054100"/>
              <a:chOff x="3566" y="550"/>
              <a:chExt cx="583" cy="664"/>
            </a:xfrm>
          </p:grpSpPr>
          <p:grpSp>
            <p:nvGrpSpPr>
              <p:cNvPr id="475" name="Group 437">
                <a:extLst>
                  <a:ext uri="{FF2B5EF4-FFF2-40B4-BE49-F238E27FC236}">
                    <a16:creationId xmlns:a16="http://schemas.microsoft.com/office/drawing/2014/main" id="{3B182536-5340-6041-A241-A859D9FD3438}"/>
                  </a:ext>
                </a:extLst>
              </p:cNvPr>
              <p:cNvGrpSpPr>
                <a:grpSpLocks/>
              </p:cNvGrpSpPr>
              <p:nvPr/>
            </p:nvGrpSpPr>
            <p:grpSpPr bwMode="auto">
              <a:xfrm>
                <a:off x="3588" y="692"/>
                <a:ext cx="561" cy="522"/>
                <a:chOff x="-44" y="1473"/>
                <a:chExt cx="981" cy="1105"/>
              </a:xfrm>
            </p:grpSpPr>
            <p:pic>
              <p:nvPicPr>
                <p:cNvPr id="478" name="Picture 438" descr="desktop_computer_stylized_medium">
                  <a:extLst>
                    <a:ext uri="{FF2B5EF4-FFF2-40B4-BE49-F238E27FC236}">
                      <a16:creationId xmlns:a16="http://schemas.microsoft.com/office/drawing/2014/main" id="{481C4835-370F-7644-B8B7-6521A798613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9" name="Freeform 439">
                  <a:extLst>
                    <a:ext uri="{FF2B5EF4-FFF2-40B4-BE49-F238E27FC236}">
                      <a16:creationId xmlns:a16="http://schemas.microsoft.com/office/drawing/2014/main" id="{6E3E1766-B8F7-7441-8310-5BA46E231C2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6" name="Rectangle 115">
                <a:extLst>
                  <a:ext uri="{FF2B5EF4-FFF2-40B4-BE49-F238E27FC236}">
                    <a16:creationId xmlns:a16="http://schemas.microsoft.com/office/drawing/2014/main" id="{AC16B0B6-DEAD-0947-9235-51B6011023CB}"/>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7" name="Text Box 116">
                <a:extLst>
                  <a:ext uri="{FF2B5EF4-FFF2-40B4-BE49-F238E27FC236}">
                    <a16:creationId xmlns:a16="http://schemas.microsoft.com/office/drawing/2014/main" id="{DDD55D7A-2C9E-A146-81FE-681A98F3F80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3" name="Group 442">
              <a:extLst>
                <a:ext uri="{FF2B5EF4-FFF2-40B4-BE49-F238E27FC236}">
                  <a16:creationId xmlns:a16="http://schemas.microsoft.com/office/drawing/2014/main" id="{759437D6-E987-894D-862E-069CDBFFC0D8}"/>
                </a:ext>
              </a:extLst>
            </p:cNvPr>
            <p:cNvGrpSpPr>
              <a:grpSpLocks/>
            </p:cNvGrpSpPr>
            <p:nvPr/>
          </p:nvGrpSpPr>
          <p:grpSpPr bwMode="auto">
            <a:xfrm>
              <a:off x="7646267" y="4865562"/>
              <a:ext cx="925513" cy="1054100"/>
              <a:chOff x="3566" y="550"/>
              <a:chExt cx="583" cy="664"/>
            </a:xfrm>
          </p:grpSpPr>
          <p:grpSp>
            <p:nvGrpSpPr>
              <p:cNvPr id="470" name="Group 443">
                <a:extLst>
                  <a:ext uri="{FF2B5EF4-FFF2-40B4-BE49-F238E27FC236}">
                    <a16:creationId xmlns:a16="http://schemas.microsoft.com/office/drawing/2014/main" id="{D021EB12-4106-5D49-896F-C2B3F59B808C}"/>
                  </a:ext>
                </a:extLst>
              </p:cNvPr>
              <p:cNvGrpSpPr>
                <a:grpSpLocks/>
              </p:cNvGrpSpPr>
              <p:nvPr/>
            </p:nvGrpSpPr>
            <p:grpSpPr bwMode="auto">
              <a:xfrm>
                <a:off x="3588" y="692"/>
                <a:ext cx="561" cy="522"/>
                <a:chOff x="-44" y="1473"/>
                <a:chExt cx="981" cy="1105"/>
              </a:xfrm>
            </p:grpSpPr>
            <p:pic>
              <p:nvPicPr>
                <p:cNvPr id="473" name="Picture 444" descr="desktop_computer_stylized_medium">
                  <a:extLst>
                    <a:ext uri="{FF2B5EF4-FFF2-40B4-BE49-F238E27FC236}">
                      <a16:creationId xmlns:a16="http://schemas.microsoft.com/office/drawing/2014/main" id="{C1FE92BF-C380-984A-8786-0046B85D44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4" name="Freeform 445">
                  <a:extLst>
                    <a:ext uri="{FF2B5EF4-FFF2-40B4-BE49-F238E27FC236}">
                      <a16:creationId xmlns:a16="http://schemas.microsoft.com/office/drawing/2014/main" id="{EC0BFAF3-2E7D-9647-94C6-0E8121FA17C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1" name="Rectangle 115">
                <a:extLst>
                  <a:ext uri="{FF2B5EF4-FFF2-40B4-BE49-F238E27FC236}">
                    <a16:creationId xmlns:a16="http://schemas.microsoft.com/office/drawing/2014/main" id="{0EE4B6E2-5850-3440-9D64-C4F95323957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Text Box 116">
                <a:extLst>
                  <a:ext uri="{FF2B5EF4-FFF2-40B4-BE49-F238E27FC236}">
                    <a16:creationId xmlns:a16="http://schemas.microsoft.com/office/drawing/2014/main" id="{4630A927-61B1-794F-B5F8-8FE57CCE3DDD}"/>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4" name="Group 448">
              <a:extLst>
                <a:ext uri="{FF2B5EF4-FFF2-40B4-BE49-F238E27FC236}">
                  <a16:creationId xmlns:a16="http://schemas.microsoft.com/office/drawing/2014/main" id="{515DE8BB-C137-2A4A-93F2-F5B0D57841F8}"/>
                </a:ext>
              </a:extLst>
            </p:cNvPr>
            <p:cNvGrpSpPr>
              <a:grpSpLocks/>
            </p:cNvGrpSpPr>
            <p:nvPr/>
          </p:nvGrpSpPr>
          <p:grpSpPr bwMode="auto">
            <a:xfrm>
              <a:off x="8374930" y="4246437"/>
              <a:ext cx="925513" cy="1054100"/>
              <a:chOff x="3566" y="550"/>
              <a:chExt cx="583" cy="664"/>
            </a:xfrm>
          </p:grpSpPr>
          <p:grpSp>
            <p:nvGrpSpPr>
              <p:cNvPr id="465" name="Group 449">
                <a:extLst>
                  <a:ext uri="{FF2B5EF4-FFF2-40B4-BE49-F238E27FC236}">
                    <a16:creationId xmlns:a16="http://schemas.microsoft.com/office/drawing/2014/main" id="{8057BAD2-00F7-A94E-A7F8-44AFC3CE28A9}"/>
                  </a:ext>
                </a:extLst>
              </p:cNvPr>
              <p:cNvGrpSpPr>
                <a:grpSpLocks/>
              </p:cNvGrpSpPr>
              <p:nvPr/>
            </p:nvGrpSpPr>
            <p:grpSpPr bwMode="auto">
              <a:xfrm>
                <a:off x="3588" y="692"/>
                <a:ext cx="561" cy="522"/>
                <a:chOff x="-44" y="1473"/>
                <a:chExt cx="981" cy="1105"/>
              </a:xfrm>
            </p:grpSpPr>
            <p:pic>
              <p:nvPicPr>
                <p:cNvPr id="468" name="Picture 450" descr="desktop_computer_stylized_medium">
                  <a:extLst>
                    <a:ext uri="{FF2B5EF4-FFF2-40B4-BE49-F238E27FC236}">
                      <a16:creationId xmlns:a16="http://schemas.microsoft.com/office/drawing/2014/main" id="{DA8399E4-9D09-8A45-9879-F4564EC5EF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9" name="Freeform 451">
                  <a:extLst>
                    <a:ext uri="{FF2B5EF4-FFF2-40B4-BE49-F238E27FC236}">
                      <a16:creationId xmlns:a16="http://schemas.microsoft.com/office/drawing/2014/main" id="{78EC18F8-DAAD-5B40-9CCE-F03A34A9B70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66" name="Rectangle 115">
                <a:extLst>
                  <a:ext uri="{FF2B5EF4-FFF2-40B4-BE49-F238E27FC236}">
                    <a16:creationId xmlns:a16="http://schemas.microsoft.com/office/drawing/2014/main" id="{9FD242AB-CF7E-5A41-A996-C099073211E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7" name="Text Box 116">
                <a:extLst>
                  <a:ext uri="{FF2B5EF4-FFF2-40B4-BE49-F238E27FC236}">
                    <a16:creationId xmlns:a16="http://schemas.microsoft.com/office/drawing/2014/main" id="{3C6A79A8-1567-FD40-9962-83B61094D5B0}"/>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21" name="Slide Number Placeholder 2">
            <a:extLst>
              <a:ext uri="{FF2B5EF4-FFF2-40B4-BE49-F238E27FC236}">
                <a16:creationId xmlns:a16="http://schemas.microsoft.com/office/drawing/2014/main" id="{949759AD-1D73-0346-A427-7818B3333AA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47</a:t>
            </a:fld>
            <a:endParaRPr lang="en-US" dirty="0"/>
          </a:p>
        </p:txBody>
      </p:sp>
    </p:spTree>
    <p:extLst>
      <p:ext uri="{BB962C8B-B14F-4D97-AF65-F5344CB8AC3E}">
        <p14:creationId xmlns:p14="http://schemas.microsoft.com/office/powerpoint/2010/main" val="2485812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dissolve">
                                      <p:cBhvr>
                                        <p:cTn id="7" dur="500"/>
                                        <p:tgtEl>
                                          <p:spTgt spid="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dissolve">
                                      <p:cBhvr>
                                        <p:cTn id="10" dur="500"/>
                                        <p:tgtEl>
                                          <p:spTgt spid="1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
                                            <p:txEl>
                                              <p:pRg st="2" end="2"/>
                                            </p:txEl>
                                          </p:spTgt>
                                        </p:tgtEl>
                                        <p:attrNameLst>
                                          <p:attrName>style.visibility</p:attrName>
                                        </p:attrNameLst>
                                      </p:cBhvr>
                                      <p:to>
                                        <p:strVal val="visible"/>
                                      </p:to>
                                    </p:set>
                                    <p:animEffect transition="in" filter="dissolve">
                                      <p:cBhvr>
                                        <p:cTn id="15" dur="500"/>
                                        <p:tgtEl>
                                          <p:spTgt spid="8">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dissolve">
                                      <p:cBhvr>
                                        <p:cTn id="18" dur="500"/>
                                        <p:tgtEl>
                                          <p:spTgt spid="18"/>
                                        </p:tgtEl>
                                      </p:cBhvr>
                                    </p:animEffect>
                                  </p:childTnLst>
                                </p:cTn>
                              </p:par>
                              <p:par>
                                <p:cTn id="19" presetID="9" presetClass="entr" presetSubtype="0" fill="hold" nodeType="withEffect">
                                  <p:stCondLst>
                                    <p:cond delay="0"/>
                                  </p:stCondLst>
                                  <p:childTnLst>
                                    <p:set>
                                      <p:cBhvr>
                                        <p:cTn id="20" dur="1" fill="hold">
                                          <p:stCondLst>
                                            <p:cond delay="0"/>
                                          </p:stCondLst>
                                        </p:cTn>
                                        <p:tgtEl>
                                          <p:spTgt spid="433"/>
                                        </p:tgtEl>
                                        <p:attrNameLst>
                                          <p:attrName>style.visibility</p:attrName>
                                        </p:attrNameLst>
                                      </p:cBhvr>
                                      <p:to>
                                        <p:strVal val="visible"/>
                                      </p:to>
                                    </p:set>
                                    <p:animEffect transition="in" filter="dissolve">
                                      <p:cBhvr>
                                        <p:cTn id="21" dur="500"/>
                                        <p:tgtEl>
                                          <p:spTgt spid="43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8">
                                            <p:txEl>
                                              <p:pRg st="3" end="3"/>
                                            </p:txEl>
                                          </p:spTgt>
                                        </p:tgtEl>
                                        <p:attrNameLst>
                                          <p:attrName>style.visibility</p:attrName>
                                        </p:attrNameLst>
                                      </p:cBhvr>
                                      <p:to>
                                        <p:strVal val="visible"/>
                                      </p:to>
                                    </p:set>
                                    <p:animEffect transition="in" filter="dissolve">
                                      <p:cBhvr>
                                        <p:cTn id="26" dur="500"/>
                                        <p:tgtEl>
                                          <p:spTgt spid="8">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dissolve">
                                      <p:cBhvr>
                                        <p:cTn id="29" dur="500"/>
                                        <p:tgtEl>
                                          <p:spTgt spid="2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8">
                                            <p:txEl>
                                              <p:pRg st="4" end="4"/>
                                            </p:txEl>
                                          </p:spTgt>
                                        </p:tgtEl>
                                        <p:attrNameLst>
                                          <p:attrName>style.visibility</p:attrName>
                                        </p:attrNameLst>
                                      </p:cBhvr>
                                      <p:to>
                                        <p:strVal val="visible"/>
                                      </p:to>
                                    </p:set>
                                    <p:animEffect transition="in" filter="dissolve">
                                      <p:cBhvr>
                                        <p:cTn id="34" dur="500"/>
                                        <p:tgtEl>
                                          <p:spTgt spid="8">
                                            <p:txEl>
                                              <p:pRg st="4" end="4"/>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5" end="5"/>
                                            </p:txEl>
                                          </p:spTgt>
                                        </p:tgtEl>
                                        <p:attrNameLst>
                                          <p:attrName>style.visibility</p:attrName>
                                        </p:attrNameLst>
                                      </p:cBhvr>
                                      <p:to>
                                        <p:strVal val="visible"/>
                                      </p:to>
                                    </p:set>
                                    <p:animEffect transition="in" filter="dissolve">
                                      <p:cBhvr>
                                        <p:cTn id="37" dur="500"/>
                                        <p:tgtEl>
                                          <p:spTgt spid="8">
                                            <p:txEl>
                                              <p:pRg st="5" end="5"/>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6" end="6"/>
                                            </p:txEl>
                                          </p:spTgt>
                                        </p:tgtEl>
                                        <p:attrNameLst>
                                          <p:attrName>style.visibility</p:attrName>
                                        </p:attrNameLst>
                                      </p:cBhvr>
                                      <p:to>
                                        <p:strVal val="visible"/>
                                      </p:to>
                                    </p:set>
                                    <p:animEffect transition="in" filter="dissolve">
                                      <p:cBhvr>
                                        <p:cTn id="40" dur="500"/>
                                        <p:tgtEl>
                                          <p:spTgt spid="8">
                                            <p:txEl>
                                              <p:pRg st="6" end="6"/>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7" end="7"/>
                                            </p:txEl>
                                          </p:spTgt>
                                        </p:tgtEl>
                                        <p:attrNameLst>
                                          <p:attrName>style.visibility</p:attrName>
                                        </p:attrNameLst>
                                      </p:cBhvr>
                                      <p:to>
                                        <p:strVal val="visible"/>
                                      </p:to>
                                    </p:set>
                                    <p:animEffect transition="in" filter="dissolve">
                                      <p:cBhvr>
                                        <p:cTn id="43" dur="500"/>
                                        <p:tgtEl>
                                          <p:spTgt spid="8">
                                            <p:txEl>
                                              <p:pRg st="7" end="7"/>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8">
                                            <p:txEl>
                                              <p:pRg st="8" end="8"/>
                                            </p:txEl>
                                          </p:spTgt>
                                        </p:tgtEl>
                                        <p:attrNameLst>
                                          <p:attrName>style.visibility</p:attrName>
                                        </p:attrNameLst>
                                      </p:cBhvr>
                                      <p:to>
                                        <p:strVal val="visible"/>
                                      </p:to>
                                    </p:set>
                                    <p:animEffect transition="in" filter="dissolve">
                                      <p:cBhvr>
                                        <p:cTn id="46" dur="500"/>
                                        <p:tgtEl>
                                          <p:spTgt spid="8">
                                            <p:txEl>
                                              <p:pRg st="8" end="8"/>
                                            </p:txEl>
                                          </p:spTgt>
                                        </p:tgtEl>
                                      </p:cBhvr>
                                    </p:animEffect>
                                  </p:childTnLst>
                                </p:cTn>
                              </p:par>
                              <p:par>
                                <p:cTn id="47" presetID="9" presetClass="exit" presetSubtype="0" fill="hold" nodeType="withEffect">
                                  <p:stCondLst>
                                    <p:cond delay="0"/>
                                  </p:stCondLst>
                                  <p:childTnLst>
                                    <p:animEffect transition="out" filter="dissolve">
                                      <p:cBhvr>
                                        <p:cTn id="48" dur="500"/>
                                        <p:tgtEl>
                                          <p:spTgt spid="22"/>
                                        </p:tgtEl>
                                      </p:cBhvr>
                                    </p:animEffect>
                                    <p:set>
                                      <p:cBhvr>
                                        <p:cTn id="49" dur="1" fill="hold">
                                          <p:stCondLst>
                                            <p:cond delay="499"/>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 mail servers</a:t>
            </a:r>
            <a:endParaRPr lang="en-US" sz="4400" dirty="0"/>
          </a:p>
        </p:txBody>
      </p:sp>
      <p:grpSp>
        <p:nvGrpSpPr>
          <p:cNvPr id="224" name="Group 279">
            <a:extLst>
              <a:ext uri="{FF2B5EF4-FFF2-40B4-BE49-F238E27FC236}">
                <a16:creationId xmlns:a16="http://schemas.microsoft.com/office/drawing/2014/main" id="{85ECCB70-4CBD-8D41-8867-9839284C0E92}"/>
              </a:ext>
            </a:extLst>
          </p:cNvPr>
          <p:cNvGrpSpPr>
            <a:grpSpLocks/>
          </p:cNvGrpSpPr>
          <p:nvPr/>
        </p:nvGrpSpPr>
        <p:grpSpPr bwMode="auto">
          <a:xfrm>
            <a:off x="9926119" y="5308075"/>
            <a:ext cx="1736725" cy="973138"/>
            <a:chOff x="4458" y="3335"/>
            <a:chExt cx="1094" cy="613"/>
          </a:xfrm>
        </p:grpSpPr>
        <p:sp>
          <p:nvSpPr>
            <p:cNvPr id="225" name="Text Box 263">
              <a:extLst>
                <a:ext uri="{FF2B5EF4-FFF2-40B4-BE49-F238E27FC236}">
                  <a16:creationId xmlns:a16="http://schemas.microsoft.com/office/drawing/2014/main" id="{735C70AA-4D0B-3E4D-B47F-55C95E7B4826}"/>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26" name="Group 278">
              <a:extLst>
                <a:ext uri="{FF2B5EF4-FFF2-40B4-BE49-F238E27FC236}">
                  <a16:creationId xmlns:a16="http://schemas.microsoft.com/office/drawing/2014/main" id="{E130EDE1-DE49-BC4D-9A74-CEDC9FFF3A84}"/>
                </a:ext>
              </a:extLst>
            </p:cNvPr>
            <p:cNvGrpSpPr>
              <a:grpSpLocks/>
            </p:cNvGrpSpPr>
            <p:nvPr/>
          </p:nvGrpSpPr>
          <p:grpSpPr bwMode="auto">
            <a:xfrm>
              <a:off x="4458" y="3408"/>
              <a:ext cx="450" cy="120"/>
              <a:chOff x="4314" y="3444"/>
              <a:chExt cx="450" cy="120"/>
            </a:xfrm>
          </p:grpSpPr>
          <p:sp>
            <p:nvSpPr>
              <p:cNvPr id="229" name="Rectangle 264">
                <a:extLst>
                  <a:ext uri="{FF2B5EF4-FFF2-40B4-BE49-F238E27FC236}">
                    <a16:creationId xmlns:a16="http://schemas.microsoft.com/office/drawing/2014/main" id="{D8ED0CFE-E76B-584D-BA7F-B64E112A3AD7}"/>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0" name="Line 265">
                <a:extLst>
                  <a:ext uri="{FF2B5EF4-FFF2-40B4-BE49-F238E27FC236}">
                    <a16:creationId xmlns:a16="http://schemas.microsoft.com/office/drawing/2014/main" id="{076E3A0A-DC0D-234E-ACFD-ED8D3EBB2805}"/>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1" name="Line 266">
                <a:extLst>
                  <a:ext uri="{FF2B5EF4-FFF2-40B4-BE49-F238E27FC236}">
                    <a16:creationId xmlns:a16="http://schemas.microsoft.com/office/drawing/2014/main" id="{FAE63733-4DC0-C740-915D-E91FC7FD9E26}"/>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2" name="Line 267">
                <a:extLst>
                  <a:ext uri="{FF2B5EF4-FFF2-40B4-BE49-F238E27FC236}">
                    <a16:creationId xmlns:a16="http://schemas.microsoft.com/office/drawing/2014/main" id="{9432E742-E38D-324E-8AE4-F24CFDAF4B38}"/>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3" name="Line 268">
                <a:extLst>
                  <a:ext uri="{FF2B5EF4-FFF2-40B4-BE49-F238E27FC236}">
                    <a16:creationId xmlns:a16="http://schemas.microsoft.com/office/drawing/2014/main" id="{BFE1C87F-4841-9248-85BA-C4E3AF7F1EF8}"/>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4" name="Line 269">
                <a:extLst>
                  <a:ext uri="{FF2B5EF4-FFF2-40B4-BE49-F238E27FC236}">
                    <a16:creationId xmlns:a16="http://schemas.microsoft.com/office/drawing/2014/main" id="{856416DF-3745-DB4A-BFC9-169A06391467}"/>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5" name="Line 270">
                <a:extLst>
                  <a:ext uri="{FF2B5EF4-FFF2-40B4-BE49-F238E27FC236}">
                    <a16:creationId xmlns:a16="http://schemas.microsoft.com/office/drawing/2014/main" id="{0DB9FDA2-2EA5-034B-903A-EBC13BC40F0C}"/>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6" name="Line 271">
                <a:extLst>
                  <a:ext uri="{FF2B5EF4-FFF2-40B4-BE49-F238E27FC236}">
                    <a16:creationId xmlns:a16="http://schemas.microsoft.com/office/drawing/2014/main" id="{F94A5742-E1B7-A64E-A807-9A41FFB1D4E1}"/>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27" name="Rectangle 272">
              <a:extLst>
                <a:ext uri="{FF2B5EF4-FFF2-40B4-BE49-F238E27FC236}">
                  <a16:creationId xmlns:a16="http://schemas.microsoft.com/office/drawing/2014/main" id="{FA709473-06C4-C847-B23D-5962F6EF8ABB}"/>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8" name="Text Box 277">
              <a:extLst>
                <a:ext uri="{FF2B5EF4-FFF2-40B4-BE49-F238E27FC236}">
                  <a16:creationId xmlns:a16="http://schemas.microsoft.com/office/drawing/2014/main" id="{6E499AE9-BC96-AA43-8A92-BB907E72E53A}"/>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7" name="Group 454">
            <a:extLst>
              <a:ext uri="{FF2B5EF4-FFF2-40B4-BE49-F238E27FC236}">
                <a16:creationId xmlns:a16="http://schemas.microsoft.com/office/drawing/2014/main" id="{FE2C87B1-0D29-6946-B29A-95FF8E6A0A50}"/>
              </a:ext>
            </a:extLst>
          </p:cNvPr>
          <p:cNvGrpSpPr>
            <a:grpSpLocks/>
          </p:cNvGrpSpPr>
          <p:nvPr/>
        </p:nvGrpSpPr>
        <p:grpSpPr bwMode="auto">
          <a:xfrm>
            <a:off x="7036667" y="801562"/>
            <a:ext cx="4278313" cy="5118100"/>
            <a:chOff x="2962" y="886"/>
            <a:chExt cx="2695" cy="3224"/>
          </a:xfrm>
        </p:grpSpPr>
        <p:grpSp>
          <p:nvGrpSpPr>
            <p:cNvPr id="238" name="Group 389">
              <a:extLst>
                <a:ext uri="{FF2B5EF4-FFF2-40B4-BE49-F238E27FC236}">
                  <a16:creationId xmlns:a16="http://schemas.microsoft.com/office/drawing/2014/main" id="{A13CA913-E4B3-254A-A935-ADB3F9E6EA19}"/>
                </a:ext>
              </a:extLst>
            </p:cNvPr>
            <p:cNvGrpSpPr>
              <a:grpSpLocks/>
            </p:cNvGrpSpPr>
            <p:nvPr/>
          </p:nvGrpSpPr>
          <p:grpSpPr bwMode="auto">
            <a:xfrm>
              <a:off x="4346" y="1756"/>
              <a:ext cx="301" cy="451"/>
              <a:chOff x="4140" y="429"/>
              <a:chExt cx="1425" cy="2396"/>
            </a:xfrm>
          </p:grpSpPr>
          <p:sp>
            <p:nvSpPr>
              <p:cNvPr id="401" name="Freeform 390">
                <a:extLst>
                  <a:ext uri="{FF2B5EF4-FFF2-40B4-BE49-F238E27FC236}">
                    <a16:creationId xmlns:a16="http://schemas.microsoft.com/office/drawing/2014/main" id="{6CCFD9B8-8C88-C24F-8883-4CF6367F462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2" name="Rectangle 391">
                <a:extLst>
                  <a:ext uri="{FF2B5EF4-FFF2-40B4-BE49-F238E27FC236}">
                    <a16:creationId xmlns:a16="http://schemas.microsoft.com/office/drawing/2014/main" id="{43B4C051-EEAE-814E-99DE-21C8B8D4790D}"/>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3" name="Freeform 392">
                <a:extLst>
                  <a:ext uri="{FF2B5EF4-FFF2-40B4-BE49-F238E27FC236}">
                    <a16:creationId xmlns:a16="http://schemas.microsoft.com/office/drawing/2014/main" id="{2BC8E3DE-CCCA-1344-8BA5-2A15D443A891}"/>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4" name="Freeform 393">
                <a:extLst>
                  <a:ext uri="{FF2B5EF4-FFF2-40B4-BE49-F238E27FC236}">
                    <a16:creationId xmlns:a16="http://schemas.microsoft.com/office/drawing/2014/main" id="{E0152158-7133-BA4C-A8F5-ADB2FFBFF65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5" name="Rectangle 394">
                <a:extLst>
                  <a:ext uri="{FF2B5EF4-FFF2-40B4-BE49-F238E27FC236}">
                    <a16:creationId xmlns:a16="http://schemas.microsoft.com/office/drawing/2014/main" id="{E5FA410D-74EF-7742-BB99-1CFEB8EDEE0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6" name="Group 395">
                <a:extLst>
                  <a:ext uri="{FF2B5EF4-FFF2-40B4-BE49-F238E27FC236}">
                    <a16:creationId xmlns:a16="http://schemas.microsoft.com/office/drawing/2014/main" id="{AF72D040-96B4-8540-B83D-471812640A4C}"/>
                  </a:ext>
                </a:extLst>
              </p:cNvPr>
              <p:cNvGrpSpPr>
                <a:grpSpLocks/>
              </p:cNvGrpSpPr>
              <p:nvPr/>
            </p:nvGrpSpPr>
            <p:grpSpPr bwMode="auto">
              <a:xfrm>
                <a:off x="4749" y="668"/>
                <a:ext cx="581" cy="145"/>
                <a:chOff x="614" y="2568"/>
                <a:chExt cx="725" cy="139"/>
              </a:xfrm>
            </p:grpSpPr>
            <p:sp>
              <p:nvSpPr>
                <p:cNvPr id="431" name="AutoShape 396">
                  <a:extLst>
                    <a:ext uri="{FF2B5EF4-FFF2-40B4-BE49-F238E27FC236}">
                      <a16:creationId xmlns:a16="http://schemas.microsoft.com/office/drawing/2014/main" id="{F18E39D5-A4BF-264B-B7EA-F621A57FAD92}"/>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2" name="AutoShape 397">
                  <a:extLst>
                    <a:ext uri="{FF2B5EF4-FFF2-40B4-BE49-F238E27FC236}">
                      <a16:creationId xmlns:a16="http://schemas.microsoft.com/office/drawing/2014/main" id="{39716169-1014-2547-9B50-032A17A0DFE4}"/>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7" name="Rectangle 398">
                <a:extLst>
                  <a:ext uri="{FF2B5EF4-FFF2-40B4-BE49-F238E27FC236}">
                    <a16:creationId xmlns:a16="http://schemas.microsoft.com/office/drawing/2014/main" id="{28879B2B-7691-B842-8771-94E870C3EE2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8" name="Group 399">
                <a:extLst>
                  <a:ext uri="{FF2B5EF4-FFF2-40B4-BE49-F238E27FC236}">
                    <a16:creationId xmlns:a16="http://schemas.microsoft.com/office/drawing/2014/main" id="{2D972829-8A16-6E47-B717-3364C7BD9266}"/>
                  </a:ext>
                </a:extLst>
              </p:cNvPr>
              <p:cNvGrpSpPr>
                <a:grpSpLocks/>
              </p:cNvGrpSpPr>
              <p:nvPr/>
            </p:nvGrpSpPr>
            <p:grpSpPr bwMode="auto">
              <a:xfrm>
                <a:off x="4747" y="994"/>
                <a:ext cx="581" cy="134"/>
                <a:chOff x="614" y="2568"/>
                <a:chExt cx="725" cy="139"/>
              </a:xfrm>
            </p:grpSpPr>
            <p:sp>
              <p:nvSpPr>
                <p:cNvPr id="429" name="AutoShape 400">
                  <a:extLst>
                    <a:ext uri="{FF2B5EF4-FFF2-40B4-BE49-F238E27FC236}">
                      <a16:creationId xmlns:a16="http://schemas.microsoft.com/office/drawing/2014/main" id="{E60C4025-90B9-A647-863C-1FEFBD8A4151}"/>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0" name="AutoShape 401">
                  <a:extLst>
                    <a:ext uri="{FF2B5EF4-FFF2-40B4-BE49-F238E27FC236}">
                      <a16:creationId xmlns:a16="http://schemas.microsoft.com/office/drawing/2014/main" id="{5C30FC9A-5758-C543-9950-783F68617D39}"/>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9" name="Rectangle 402">
                <a:extLst>
                  <a:ext uri="{FF2B5EF4-FFF2-40B4-BE49-F238E27FC236}">
                    <a16:creationId xmlns:a16="http://schemas.microsoft.com/office/drawing/2014/main" id="{8DDE3471-A288-6245-884A-B0607E1F646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0" name="Rectangle 403">
                <a:extLst>
                  <a:ext uri="{FF2B5EF4-FFF2-40B4-BE49-F238E27FC236}">
                    <a16:creationId xmlns:a16="http://schemas.microsoft.com/office/drawing/2014/main" id="{7B5A163C-1F88-0443-87E9-51D1B2C39E8E}"/>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1" name="Group 404">
                <a:extLst>
                  <a:ext uri="{FF2B5EF4-FFF2-40B4-BE49-F238E27FC236}">
                    <a16:creationId xmlns:a16="http://schemas.microsoft.com/office/drawing/2014/main" id="{D7C44D5A-AB33-A744-B633-909E75E589C1}"/>
                  </a:ext>
                </a:extLst>
              </p:cNvPr>
              <p:cNvGrpSpPr>
                <a:grpSpLocks/>
              </p:cNvGrpSpPr>
              <p:nvPr/>
            </p:nvGrpSpPr>
            <p:grpSpPr bwMode="auto">
              <a:xfrm>
                <a:off x="4735" y="1627"/>
                <a:ext cx="582" cy="151"/>
                <a:chOff x="614" y="2568"/>
                <a:chExt cx="725" cy="139"/>
              </a:xfrm>
            </p:grpSpPr>
            <p:sp>
              <p:nvSpPr>
                <p:cNvPr id="427" name="AutoShape 405">
                  <a:extLst>
                    <a:ext uri="{FF2B5EF4-FFF2-40B4-BE49-F238E27FC236}">
                      <a16:creationId xmlns:a16="http://schemas.microsoft.com/office/drawing/2014/main" id="{BB140094-DC4B-CC48-B901-9AF64D80BCAF}"/>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8" name="AutoShape 406">
                  <a:extLst>
                    <a:ext uri="{FF2B5EF4-FFF2-40B4-BE49-F238E27FC236}">
                      <a16:creationId xmlns:a16="http://schemas.microsoft.com/office/drawing/2014/main" id="{43B72EE6-71A8-E947-8E6C-0468656DDA60}"/>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2" name="Freeform 407">
                <a:extLst>
                  <a:ext uri="{FF2B5EF4-FFF2-40B4-BE49-F238E27FC236}">
                    <a16:creationId xmlns:a16="http://schemas.microsoft.com/office/drawing/2014/main" id="{D8EE526A-D741-074E-8520-BBA303937B9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3" name="Group 408">
                <a:extLst>
                  <a:ext uri="{FF2B5EF4-FFF2-40B4-BE49-F238E27FC236}">
                    <a16:creationId xmlns:a16="http://schemas.microsoft.com/office/drawing/2014/main" id="{8DC6A1FE-670A-8F4C-B521-23ECDDF7E06E}"/>
                  </a:ext>
                </a:extLst>
              </p:cNvPr>
              <p:cNvGrpSpPr>
                <a:grpSpLocks/>
              </p:cNvGrpSpPr>
              <p:nvPr/>
            </p:nvGrpSpPr>
            <p:grpSpPr bwMode="auto">
              <a:xfrm>
                <a:off x="4739" y="1327"/>
                <a:ext cx="582" cy="139"/>
                <a:chOff x="614" y="2568"/>
                <a:chExt cx="725" cy="139"/>
              </a:xfrm>
            </p:grpSpPr>
            <p:sp>
              <p:nvSpPr>
                <p:cNvPr id="425" name="AutoShape 409">
                  <a:extLst>
                    <a:ext uri="{FF2B5EF4-FFF2-40B4-BE49-F238E27FC236}">
                      <a16:creationId xmlns:a16="http://schemas.microsoft.com/office/drawing/2014/main" id="{0F0B48EC-30B0-2447-9BE4-237A0F1D6CE0}"/>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6" name="AutoShape 410">
                  <a:extLst>
                    <a:ext uri="{FF2B5EF4-FFF2-40B4-BE49-F238E27FC236}">
                      <a16:creationId xmlns:a16="http://schemas.microsoft.com/office/drawing/2014/main" id="{9C1B49B1-17F4-994D-8ECA-C396B76F722C}"/>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4" name="Rectangle 411">
                <a:extLst>
                  <a:ext uri="{FF2B5EF4-FFF2-40B4-BE49-F238E27FC236}">
                    <a16:creationId xmlns:a16="http://schemas.microsoft.com/office/drawing/2014/main" id="{A0980C94-D527-BA41-8507-6B28776A9CE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5" name="Freeform 412">
                <a:extLst>
                  <a:ext uri="{FF2B5EF4-FFF2-40B4-BE49-F238E27FC236}">
                    <a16:creationId xmlns:a16="http://schemas.microsoft.com/office/drawing/2014/main" id="{F0295E91-976F-C148-BFB3-59549C5388A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6" name="Freeform 413">
                <a:extLst>
                  <a:ext uri="{FF2B5EF4-FFF2-40B4-BE49-F238E27FC236}">
                    <a16:creationId xmlns:a16="http://schemas.microsoft.com/office/drawing/2014/main" id="{2C2F1597-CAE7-5248-BDE8-D6B16C5286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7" name="Oval 414">
                <a:extLst>
                  <a:ext uri="{FF2B5EF4-FFF2-40B4-BE49-F238E27FC236}">
                    <a16:creationId xmlns:a16="http://schemas.microsoft.com/office/drawing/2014/main" id="{914741F1-D3EA-3645-9C4D-9E5B4C95316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8" name="Freeform 415">
                <a:extLst>
                  <a:ext uri="{FF2B5EF4-FFF2-40B4-BE49-F238E27FC236}">
                    <a16:creationId xmlns:a16="http://schemas.microsoft.com/office/drawing/2014/main" id="{079F15E3-5A9F-844C-92CA-F9CBADE82E6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9" name="AutoShape 416">
                <a:extLst>
                  <a:ext uri="{FF2B5EF4-FFF2-40B4-BE49-F238E27FC236}">
                    <a16:creationId xmlns:a16="http://schemas.microsoft.com/office/drawing/2014/main" id="{25F2967B-CA00-2D49-B406-7209F80FBE93}"/>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0" name="AutoShape 417">
                <a:extLst>
                  <a:ext uri="{FF2B5EF4-FFF2-40B4-BE49-F238E27FC236}">
                    <a16:creationId xmlns:a16="http://schemas.microsoft.com/office/drawing/2014/main" id="{60A760B4-92D7-954E-A584-1C2A30FC6A0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1" name="Oval 418">
                <a:extLst>
                  <a:ext uri="{FF2B5EF4-FFF2-40B4-BE49-F238E27FC236}">
                    <a16:creationId xmlns:a16="http://schemas.microsoft.com/office/drawing/2014/main" id="{A94E8FB4-D219-2843-94C1-6710451B99F5}"/>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2" name="Oval 419">
                <a:extLst>
                  <a:ext uri="{FF2B5EF4-FFF2-40B4-BE49-F238E27FC236}">
                    <a16:creationId xmlns:a16="http://schemas.microsoft.com/office/drawing/2014/main" id="{CBBF0878-886F-8240-BCA7-1F50627F077F}"/>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23" name="Oval 420">
                <a:extLst>
                  <a:ext uri="{FF2B5EF4-FFF2-40B4-BE49-F238E27FC236}">
                    <a16:creationId xmlns:a16="http://schemas.microsoft.com/office/drawing/2014/main" id="{722EEBED-10FC-6E4D-AABD-99355D382811}"/>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4" name="Rectangle 421">
                <a:extLst>
                  <a:ext uri="{FF2B5EF4-FFF2-40B4-BE49-F238E27FC236}">
                    <a16:creationId xmlns:a16="http://schemas.microsoft.com/office/drawing/2014/main" id="{92E23A4D-5618-484A-93AD-2343A39775D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9" name="Group 356">
              <a:extLst>
                <a:ext uri="{FF2B5EF4-FFF2-40B4-BE49-F238E27FC236}">
                  <a16:creationId xmlns:a16="http://schemas.microsoft.com/office/drawing/2014/main" id="{0FAAD616-9809-0F47-9C32-F28BCE96C450}"/>
                </a:ext>
              </a:extLst>
            </p:cNvPr>
            <p:cNvGrpSpPr>
              <a:grpSpLocks/>
            </p:cNvGrpSpPr>
            <p:nvPr/>
          </p:nvGrpSpPr>
          <p:grpSpPr bwMode="auto">
            <a:xfrm>
              <a:off x="3091" y="2634"/>
              <a:ext cx="301" cy="451"/>
              <a:chOff x="4140" y="429"/>
              <a:chExt cx="1425" cy="2396"/>
            </a:xfrm>
          </p:grpSpPr>
          <p:sp>
            <p:nvSpPr>
              <p:cNvPr id="369" name="Freeform 357">
                <a:extLst>
                  <a:ext uri="{FF2B5EF4-FFF2-40B4-BE49-F238E27FC236}">
                    <a16:creationId xmlns:a16="http://schemas.microsoft.com/office/drawing/2014/main" id="{2EB65E56-496B-EE43-A5BA-0034EDBB890B}"/>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0" name="Rectangle 358">
                <a:extLst>
                  <a:ext uri="{FF2B5EF4-FFF2-40B4-BE49-F238E27FC236}">
                    <a16:creationId xmlns:a16="http://schemas.microsoft.com/office/drawing/2014/main" id="{E623A3D2-E041-CF4A-AEB9-0E88006BF388}"/>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1" name="Freeform 359">
                <a:extLst>
                  <a:ext uri="{FF2B5EF4-FFF2-40B4-BE49-F238E27FC236}">
                    <a16:creationId xmlns:a16="http://schemas.microsoft.com/office/drawing/2014/main" id="{06D96649-1A4B-D349-BD4A-B3CA1C35716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2" name="Freeform 360">
                <a:extLst>
                  <a:ext uri="{FF2B5EF4-FFF2-40B4-BE49-F238E27FC236}">
                    <a16:creationId xmlns:a16="http://schemas.microsoft.com/office/drawing/2014/main" id="{8CB236BD-E7A4-F54C-A810-99FD583B411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3" name="Rectangle 361">
                <a:extLst>
                  <a:ext uri="{FF2B5EF4-FFF2-40B4-BE49-F238E27FC236}">
                    <a16:creationId xmlns:a16="http://schemas.microsoft.com/office/drawing/2014/main" id="{92C08DD8-675E-D34D-A84F-65A2DE10FF7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4" name="Group 362">
                <a:extLst>
                  <a:ext uri="{FF2B5EF4-FFF2-40B4-BE49-F238E27FC236}">
                    <a16:creationId xmlns:a16="http://schemas.microsoft.com/office/drawing/2014/main" id="{168D1B37-2023-2A4F-AEFF-7BCC580296C7}"/>
                  </a:ext>
                </a:extLst>
              </p:cNvPr>
              <p:cNvGrpSpPr>
                <a:grpSpLocks/>
              </p:cNvGrpSpPr>
              <p:nvPr/>
            </p:nvGrpSpPr>
            <p:grpSpPr bwMode="auto">
              <a:xfrm>
                <a:off x="4749" y="668"/>
                <a:ext cx="581" cy="145"/>
                <a:chOff x="614" y="2568"/>
                <a:chExt cx="725" cy="139"/>
              </a:xfrm>
            </p:grpSpPr>
            <p:sp>
              <p:nvSpPr>
                <p:cNvPr id="399" name="AutoShape 363">
                  <a:extLst>
                    <a:ext uri="{FF2B5EF4-FFF2-40B4-BE49-F238E27FC236}">
                      <a16:creationId xmlns:a16="http://schemas.microsoft.com/office/drawing/2014/main" id="{697647FE-4187-6C41-95DB-62B96522DA3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0" name="AutoShape 364">
                  <a:extLst>
                    <a:ext uri="{FF2B5EF4-FFF2-40B4-BE49-F238E27FC236}">
                      <a16:creationId xmlns:a16="http://schemas.microsoft.com/office/drawing/2014/main" id="{64F362C9-3CBA-504B-95A3-38E06F0678DF}"/>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5" name="Rectangle 365">
                <a:extLst>
                  <a:ext uri="{FF2B5EF4-FFF2-40B4-BE49-F238E27FC236}">
                    <a16:creationId xmlns:a16="http://schemas.microsoft.com/office/drawing/2014/main" id="{94D546CA-749A-BC48-B20F-57C5A8077E7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6" name="Group 366">
                <a:extLst>
                  <a:ext uri="{FF2B5EF4-FFF2-40B4-BE49-F238E27FC236}">
                    <a16:creationId xmlns:a16="http://schemas.microsoft.com/office/drawing/2014/main" id="{1812EEBE-2662-1E46-B90F-2E97DD6FED46}"/>
                  </a:ext>
                </a:extLst>
              </p:cNvPr>
              <p:cNvGrpSpPr>
                <a:grpSpLocks/>
              </p:cNvGrpSpPr>
              <p:nvPr/>
            </p:nvGrpSpPr>
            <p:grpSpPr bwMode="auto">
              <a:xfrm>
                <a:off x="4747" y="994"/>
                <a:ext cx="581" cy="134"/>
                <a:chOff x="614" y="2568"/>
                <a:chExt cx="725" cy="139"/>
              </a:xfrm>
            </p:grpSpPr>
            <p:sp>
              <p:nvSpPr>
                <p:cNvPr id="397" name="AutoShape 367">
                  <a:extLst>
                    <a:ext uri="{FF2B5EF4-FFF2-40B4-BE49-F238E27FC236}">
                      <a16:creationId xmlns:a16="http://schemas.microsoft.com/office/drawing/2014/main" id="{5354875B-2A6A-B040-9309-A4A5A50F3BD6}"/>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8" name="AutoShape 368">
                  <a:extLst>
                    <a:ext uri="{FF2B5EF4-FFF2-40B4-BE49-F238E27FC236}">
                      <a16:creationId xmlns:a16="http://schemas.microsoft.com/office/drawing/2014/main" id="{7085F58B-EEE8-BE46-B008-54CF97C6078B}"/>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7" name="Rectangle 369">
                <a:extLst>
                  <a:ext uri="{FF2B5EF4-FFF2-40B4-BE49-F238E27FC236}">
                    <a16:creationId xmlns:a16="http://schemas.microsoft.com/office/drawing/2014/main" id="{AB889316-958A-3944-8776-456DA75AA7F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8" name="Rectangle 370">
                <a:extLst>
                  <a:ext uri="{FF2B5EF4-FFF2-40B4-BE49-F238E27FC236}">
                    <a16:creationId xmlns:a16="http://schemas.microsoft.com/office/drawing/2014/main" id="{28A61210-9BA6-1B42-99F0-0AA06313718A}"/>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9" name="Group 371">
                <a:extLst>
                  <a:ext uri="{FF2B5EF4-FFF2-40B4-BE49-F238E27FC236}">
                    <a16:creationId xmlns:a16="http://schemas.microsoft.com/office/drawing/2014/main" id="{2D18D821-27B1-1C41-BCE9-F6BAA81749A0}"/>
                  </a:ext>
                </a:extLst>
              </p:cNvPr>
              <p:cNvGrpSpPr>
                <a:grpSpLocks/>
              </p:cNvGrpSpPr>
              <p:nvPr/>
            </p:nvGrpSpPr>
            <p:grpSpPr bwMode="auto">
              <a:xfrm>
                <a:off x="4735" y="1627"/>
                <a:ext cx="582" cy="151"/>
                <a:chOff x="614" y="2568"/>
                <a:chExt cx="725" cy="139"/>
              </a:xfrm>
            </p:grpSpPr>
            <p:sp>
              <p:nvSpPr>
                <p:cNvPr id="395" name="AutoShape 372">
                  <a:extLst>
                    <a:ext uri="{FF2B5EF4-FFF2-40B4-BE49-F238E27FC236}">
                      <a16:creationId xmlns:a16="http://schemas.microsoft.com/office/drawing/2014/main" id="{B58EE831-7F05-9245-A127-DD8BBE0CAE1B}"/>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6" name="AutoShape 373">
                  <a:extLst>
                    <a:ext uri="{FF2B5EF4-FFF2-40B4-BE49-F238E27FC236}">
                      <a16:creationId xmlns:a16="http://schemas.microsoft.com/office/drawing/2014/main" id="{85C001D1-A6CB-AF4D-AEBE-CA0F781AACF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0" name="Freeform 374">
                <a:extLst>
                  <a:ext uri="{FF2B5EF4-FFF2-40B4-BE49-F238E27FC236}">
                    <a16:creationId xmlns:a16="http://schemas.microsoft.com/office/drawing/2014/main" id="{B8F2D608-6D10-E648-961C-502BF52F29F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81" name="Group 375">
                <a:extLst>
                  <a:ext uri="{FF2B5EF4-FFF2-40B4-BE49-F238E27FC236}">
                    <a16:creationId xmlns:a16="http://schemas.microsoft.com/office/drawing/2014/main" id="{EA90B984-0232-2446-8671-DE7D83867631}"/>
                  </a:ext>
                </a:extLst>
              </p:cNvPr>
              <p:cNvGrpSpPr>
                <a:grpSpLocks/>
              </p:cNvGrpSpPr>
              <p:nvPr/>
            </p:nvGrpSpPr>
            <p:grpSpPr bwMode="auto">
              <a:xfrm>
                <a:off x="4739" y="1327"/>
                <a:ext cx="582" cy="139"/>
                <a:chOff x="614" y="2568"/>
                <a:chExt cx="725" cy="139"/>
              </a:xfrm>
            </p:grpSpPr>
            <p:sp>
              <p:nvSpPr>
                <p:cNvPr id="393" name="AutoShape 376">
                  <a:extLst>
                    <a:ext uri="{FF2B5EF4-FFF2-40B4-BE49-F238E27FC236}">
                      <a16:creationId xmlns:a16="http://schemas.microsoft.com/office/drawing/2014/main" id="{6EB17013-082B-8046-B555-12F5A15CDDD5}"/>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4" name="AutoShape 377">
                  <a:extLst>
                    <a:ext uri="{FF2B5EF4-FFF2-40B4-BE49-F238E27FC236}">
                      <a16:creationId xmlns:a16="http://schemas.microsoft.com/office/drawing/2014/main" id="{A70DD0EF-6EE9-E241-AB7E-EB4BDADA2EA5}"/>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2" name="Rectangle 378">
                <a:extLst>
                  <a:ext uri="{FF2B5EF4-FFF2-40B4-BE49-F238E27FC236}">
                    <a16:creationId xmlns:a16="http://schemas.microsoft.com/office/drawing/2014/main" id="{06B18518-E7AE-2941-AC96-4C9A6B0F0A7E}"/>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3" name="Freeform 379">
                <a:extLst>
                  <a:ext uri="{FF2B5EF4-FFF2-40B4-BE49-F238E27FC236}">
                    <a16:creationId xmlns:a16="http://schemas.microsoft.com/office/drawing/2014/main" id="{C884ECAB-FBB2-1146-9BA8-9234C107623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4" name="Freeform 380">
                <a:extLst>
                  <a:ext uri="{FF2B5EF4-FFF2-40B4-BE49-F238E27FC236}">
                    <a16:creationId xmlns:a16="http://schemas.microsoft.com/office/drawing/2014/main" id="{86ACC5C0-75DC-D644-9593-987029E24B3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5" name="Oval 381">
                <a:extLst>
                  <a:ext uri="{FF2B5EF4-FFF2-40B4-BE49-F238E27FC236}">
                    <a16:creationId xmlns:a16="http://schemas.microsoft.com/office/drawing/2014/main" id="{8F3063A0-8C29-3F4C-BBB6-E5C3DB20465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6" name="Freeform 382">
                <a:extLst>
                  <a:ext uri="{FF2B5EF4-FFF2-40B4-BE49-F238E27FC236}">
                    <a16:creationId xmlns:a16="http://schemas.microsoft.com/office/drawing/2014/main" id="{458BBF01-F7B3-7C4A-9F9B-C150FEACFE4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7" name="AutoShape 383">
                <a:extLst>
                  <a:ext uri="{FF2B5EF4-FFF2-40B4-BE49-F238E27FC236}">
                    <a16:creationId xmlns:a16="http://schemas.microsoft.com/office/drawing/2014/main" id="{F09EBB6E-D725-9948-A7CD-454E0B2D099C}"/>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8" name="AutoShape 384">
                <a:extLst>
                  <a:ext uri="{FF2B5EF4-FFF2-40B4-BE49-F238E27FC236}">
                    <a16:creationId xmlns:a16="http://schemas.microsoft.com/office/drawing/2014/main" id="{02BBEBA8-A2A8-6940-9840-37361C65A6C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9" name="Oval 385">
                <a:extLst>
                  <a:ext uri="{FF2B5EF4-FFF2-40B4-BE49-F238E27FC236}">
                    <a16:creationId xmlns:a16="http://schemas.microsoft.com/office/drawing/2014/main" id="{6CD76452-9A37-284A-AC19-94EAEBD63819}"/>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0" name="Oval 386">
                <a:extLst>
                  <a:ext uri="{FF2B5EF4-FFF2-40B4-BE49-F238E27FC236}">
                    <a16:creationId xmlns:a16="http://schemas.microsoft.com/office/drawing/2014/main" id="{1E726A08-C3CF-E243-B6EC-2B48F6CD7C61}"/>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91" name="Oval 387">
                <a:extLst>
                  <a:ext uri="{FF2B5EF4-FFF2-40B4-BE49-F238E27FC236}">
                    <a16:creationId xmlns:a16="http://schemas.microsoft.com/office/drawing/2014/main" id="{EA8C927A-FBE1-A045-983E-D27E291B72F4}"/>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2" name="Rectangle 388">
                <a:extLst>
                  <a:ext uri="{FF2B5EF4-FFF2-40B4-BE49-F238E27FC236}">
                    <a16:creationId xmlns:a16="http://schemas.microsoft.com/office/drawing/2014/main" id="{C8D6AC43-68AF-D54D-86AA-6781530920F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0" name="Group 320">
              <a:extLst>
                <a:ext uri="{FF2B5EF4-FFF2-40B4-BE49-F238E27FC236}">
                  <a16:creationId xmlns:a16="http://schemas.microsoft.com/office/drawing/2014/main" id="{BCA856A3-13D3-2047-A080-FFDA86B41EEC}"/>
                </a:ext>
              </a:extLst>
            </p:cNvPr>
            <p:cNvGrpSpPr>
              <a:grpSpLocks/>
            </p:cNvGrpSpPr>
            <p:nvPr/>
          </p:nvGrpSpPr>
          <p:grpSpPr bwMode="auto">
            <a:xfrm>
              <a:off x="3105" y="1159"/>
              <a:ext cx="301" cy="451"/>
              <a:chOff x="4140" y="429"/>
              <a:chExt cx="1425" cy="2396"/>
            </a:xfrm>
          </p:grpSpPr>
          <p:sp>
            <p:nvSpPr>
              <p:cNvPr id="337" name="Freeform 321">
                <a:extLst>
                  <a:ext uri="{FF2B5EF4-FFF2-40B4-BE49-F238E27FC236}">
                    <a16:creationId xmlns:a16="http://schemas.microsoft.com/office/drawing/2014/main" id="{E9C36205-9E0D-2941-8A7D-957488780FE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8" name="Rectangle 322">
                <a:extLst>
                  <a:ext uri="{FF2B5EF4-FFF2-40B4-BE49-F238E27FC236}">
                    <a16:creationId xmlns:a16="http://schemas.microsoft.com/office/drawing/2014/main" id="{DC6B3BB4-B3F9-6649-8059-F6509EF98FF2}"/>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9" name="Freeform 323">
                <a:extLst>
                  <a:ext uri="{FF2B5EF4-FFF2-40B4-BE49-F238E27FC236}">
                    <a16:creationId xmlns:a16="http://schemas.microsoft.com/office/drawing/2014/main" id="{95CD3C72-5158-C545-A42A-E0769B6870C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0" name="Freeform 324">
                <a:extLst>
                  <a:ext uri="{FF2B5EF4-FFF2-40B4-BE49-F238E27FC236}">
                    <a16:creationId xmlns:a16="http://schemas.microsoft.com/office/drawing/2014/main" id="{1090F3E0-60AF-444E-8E42-17F66B71A6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1" name="Rectangle 325">
                <a:extLst>
                  <a:ext uri="{FF2B5EF4-FFF2-40B4-BE49-F238E27FC236}">
                    <a16:creationId xmlns:a16="http://schemas.microsoft.com/office/drawing/2014/main" id="{3E522ADC-77DE-624F-87AA-FAECC92070FC}"/>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2" name="Group 326">
                <a:extLst>
                  <a:ext uri="{FF2B5EF4-FFF2-40B4-BE49-F238E27FC236}">
                    <a16:creationId xmlns:a16="http://schemas.microsoft.com/office/drawing/2014/main" id="{9A881071-53C4-854C-B41F-14CD734AB8D9}"/>
                  </a:ext>
                </a:extLst>
              </p:cNvPr>
              <p:cNvGrpSpPr>
                <a:grpSpLocks/>
              </p:cNvGrpSpPr>
              <p:nvPr/>
            </p:nvGrpSpPr>
            <p:grpSpPr bwMode="auto">
              <a:xfrm>
                <a:off x="4749" y="668"/>
                <a:ext cx="581" cy="145"/>
                <a:chOff x="614" y="2568"/>
                <a:chExt cx="725" cy="139"/>
              </a:xfrm>
            </p:grpSpPr>
            <p:sp>
              <p:nvSpPr>
                <p:cNvPr id="367" name="AutoShape 327">
                  <a:extLst>
                    <a:ext uri="{FF2B5EF4-FFF2-40B4-BE49-F238E27FC236}">
                      <a16:creationId xmlns:a16="http://schemas.microsoft.com/office/drawing/2014/main" id="{5EC42EDF-C001-704E-BAAE-2375ABBC886E}"/>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8" name="AutoShape 328">
                  <a:extLst>
                    <a:ext uri="{FF2B5EF4-FFF2-40B4-BE49-F238E27FC236}">
                      <a16:creationId xmlns:a16="http://schemas.microsoft.com/office/drawing/2014/main" id="{D887905D-58B1-9A4E-A16A-32F0BF16C0D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3" name="Rectangle 329">
                <a:extLst>
                  <a:ext uri="{FF2B5EF4-FFF2-40B4-BE49-F238E27FC236}">
                    <a16:creationId xmlns:a16="http://schemas.microsoft.com/office/drawing/2014/main" id="{36A11B0A-F86E-BE46-B4B2-5F605E896F79}"/>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4" name="Group 330">
                <a:extLst>
                  <a:ext uri="{FF2B5EF4-FFF2-40B4-BE49-F238E27FC236}">
                    <a16:creationId xmlns:a16="http://schemas.microsoft.com/office/drawing/2014/main" id="{0D898D3E-53D5-FA42-B3ED-1A902F554505}"/>
                  </a:ext>
                </a:extLst>
              </p:cNvPr>
              <p:cNvGrpSpPr>
                <a:grpSpLocks/>
              </p:cNvGrpSpPr>
              <p:nvPr/>
            </p:nvGrpSpPr>
            <p:grpSpPr bwMode="auto">
              <a:xfrm>
                <a:off x="4747" y="994"/>
                <a:ext cx="581" cy="134"/>
                <a:chOff x="614" y="2568"/>
                <a:chExt cx="725" cy="139"/>
              </a:xfrm>
            </p:grpSpPr>
            <p:sp>
              <p:nvSpPr>
                <p:cNvPr id="365" name="AutoShape 331">
                  <a:extLst>
                    <a:ext uri="{FF2B5EF4-FFF2-40B4-BE49-F238E27FC236}">
                      <a16:creationId xmlns:a16="http://schemas.microsoft.com/office/drawing/2014/main" id="{140CF4C1-2936-734F-BC64-690AD15BC614}"/>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6" name="AutoShape 332">
                  <a:extLst>
                    <a:ext uri="{FF2B5EF4-FFF2-40B4-BE49-F238E27FC236}">
                      <a16:creationId xmlns:a16="http://schemas.microsoft.com/office/drawing/2014/main" id="{25379ADE-E4A2-3644-A2E3-CEB92CF3E141}"/>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5" name="Rectangle 333">
                <a:extLst>
                  <a:ext uri="{FF2B5EF4-FFF2-40B4-BE49-F238E27FC236}">
                    <a16:creationId xmlns:a16="http://schemas.microsoft.com/office/drawing/2014/main" id="{58B982F1-2C06-C64E-8596-91110597440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6" name="Rectangle 334">
                <a:extLst>
                  <a:ext uri="{FF2B5EF4-FFF2-40B4-BE49-F238E27FC236}">
                    <a16:creationId xmlns:a16="http://schemas.microsoft.com/office/drawing/2014/main" id="{EC5379D6-711E-1046-B80F-16F89DE4F0E4}"/>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7" name="Group 335">
                <a:extLst>
                  <a:ext uri="{FF2B5EF4-FFF2-40B4-BE49-F238E27FC236}">
                    <a16:creationId xmlns:a16="http://schemas.microsoft.com/office/drawing/2014/main" id="{62B6A9C1-9ECF-E740-8210-537B54075D58}"/>
                  </a:ext>
                </a:extLst>
              </p:cNvPr>
              <p:cNvGrpSpPr>
                <a:grpSpLocks/>
              </p:cNvGrpSpPr>
              <p:nvPr/>
            </p:nvGrpSpPr>
            <p:grpSpPr bwMode="auto">
              <a:xfrm>
                <a:off x="4735" y="1627"/>
                <a:ext cx="582" cy="151"/>
                <a:chOff x="614" y="2568"/>
                <a:chExt cx="725" cy="139"/>
              </a:xfrm>
            </p:grpSpPr>
            <p:sp>
              <p:nvSpPr>
                <p:cNvPr id="363" name="AutoShape 336">
                  <a:extLst>
                    <a:ext uri="{FF2B5EF4-FFF2-40B4-BE49-F238E27FC236}">
                      <a16:creationId xmlns:a16="http://schemas.microsoft.com/office/drawing/2014/main" id="{9D8FBAA6-1137-6844-B6C0-8AE8A997B6B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4" name="AutoShape 337">
                  <a:extLst>
                    <a:ext uri="{FF2B5EF4-FFF2-40B4-BE49-F238E27FC236}">
                      <a16:creationId xmlns:a16="http://schemas.microsoft.com/office/drawing/2014/main" id="{69F4B76F-7829-E94B-BEA3-FD8D128BDFA8}"/>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8" name="Freeform 338">
                <a:extLst>
                  <a:ext uri="{FF2B5EF4-FFF2-40B4-BE49-F238E27FC236}">
                    <a16:creationId xmlns:a16="http://schemas.microsoft.com/office/drawing/2014/main" id="{22A5C20A-B311-014E-A689-CAD61456A39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9" name="Group 339">
                <a:extLst>
                  <a:ext uri="{FF2B5EF4-FFF2-40B4-BE49-F238E27FC236}">
                    <a16:creationId xmlns:a16="http://schemas.microsoft.com/office/drawing/2014/main" id="{925CE1AB-BA57-3848-BF71-4F28A97B45CA}"/>
                  </a:ext>
                </a:extLst>
              </p:cNvPr>
              <p:cNvGrpSpPr>
                <a:grpSpLocks/>
              </p:cNvGrpSpPr>
              <p:nvPr/>
            </p:nvGrpSpPr>
            <p:grpSpPr bwMode="auto">
              <a:xfrm>
                <a:off x="4739" y="1327"/>
                <a:ext cx="582" cy="139"/>
                <a:chOff x="614" y="2568"/>
                <a:chExt cx="725" cy="139"/>
              </a:xfrm>
            </p:grpSpPr>
            <p:sp>
              <p:nvSpPr>
                <p:cNvPr id="361" name="AutoShape 340">
                  <a:extLst>
                    <a:ext uri="{FF2B5EF4-FFF2-40B4-BE49-F238E27FC236}">
                      <a16:creationId xmlns:a16="http://schemas.microsoft.com/office/drawing/2014/main" id="{B07E1427-3B3F-6340-A5C6-DEFB2FDEA81A}"/>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2" name="AutoShape 341">
                  <a:extLst>
                    <a:ext uri="{FF2B5EF4-FFF2-40B4-BE49-F238E27FC236}">
                      <a16:creationId xmlns:a16="http://schemas.microsoft.com/office/drawing/2014/main" id="{E9341EDB-352E-324A-895B-0C91268DFA76}"/>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50" name="Rectangle 342">
                <a:extLst>
                  <a:ext uri="{FF2B5EF4-FFF2-40B4-BE49-F238E27FC236}">
                    <a16:creationId xmlns:a16="http://schemas.microsoft.com/office/drawing/2014/main" id="{11D2D091-BAD4-0641-8566-710F8617E386}"/>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1" name="Freeform 343">
                <a:extLst>
                  <a:ext uri="{FF2B5EF4-FFF2-40B4-BE49-F238E27FC236}">
                    <a16:creationId xmlns:a16="http://schemas.microsoft.com/office/drawing/2014/main" id="{3E9A5AE3-2D61-1346-98F1-082A92E964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2" name="Freeform 344">
                <a:extLst>
                  <a:ext uri="{FF2B5EF4-FFF2-40B4-BE49-F238E27FC236}">
                    <a16:creationId xmlns:a16="http://schemas.microsoft.com/office/drawing/2014/main" id="{C88A9B02-44A8-734D-A285-32FD607BA8C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3" name="Oval 345">
                <a:extLst>
                  <a:ext uri="{FF2B5EF4-FFF2-40B4-BE49-F238E27FC236}">
                    <a16:creationId xmlns:a16="http://schemas.microsoft.com/office/drawing/2014/main" id="{F7E578EC-80CB-5240-8CD1-30DCB354983E}"/>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4" name="Freeform 346">
                <a:extLst>
                  <a:ext uri="{FF2B5EF4-FFF2-40B4-BE49-F238E27FC236}">
                    <a16:creationId xmlns:a16="http://schemas.microsoft.com/office/drawing/2014/main" id="{01251E70-248C-C54E-995F-050E4B38D1B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5" name="AutoShape 347">
                <a:extLst>
                  <a:ext uri="{FF2B5EF4-FFF2-40B4-BE49-F238E27FC236}">
                    <a16:creationId xmlns:a16="http://schemas.microsoft.com/office/drawing/2014/main" id="{8EDCF461-339C-BE45-B223-F7FF2FF5301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41BCC026-3C31-E047-BE6D-95F125EFBEA1}"/>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7" name="Oval 349">
                <a:extLst>
                  <a:ext uri="{FF2B5EF4-FFF2-40B4-BE49-F238E27FC236}">
                    <a16:creationId xmlns:a16="http://schemas.microsoft.com/office/drawing/2014/main" id="{BDE395A6-533C-B447-98EC-373FD11B4943}"/>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8" name="Oval 350">
                <a:extLst>
                  <a:ext uri="{FF2B5EF4-FFF2-40B4-BE49-F238E27FC236}">
                    <a16:creationId xmlns:a16="http://schemas.microsoft.com/office/drawing/2014/main" id="{B4DADC3A-2C8C-F346-B8B8-136C0D22C48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59" name="Oval 351">
                <a:extLst>
                  <a:ext uri="{FF2B5EF4-FFF2-40B4-BE49-F238E27FC236}">
                    <a16:creationId xmlns:a16="http://schemas.microsoft.com/office/drawing/2014/main" id="{38987EEB-88F2-1244-9E1C-2C362707F83E}"/>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0" name="Rectangle 352">
                <a:extLst>
                  <a:ext uri="{FF2B5EF4-FFF2-40B4-BE49-F238E27FC236}">
                    <a16:creationId xmlns:a16="http://schemas.microsoft.com/office/drawing/2014/main" id="{AAD9CA5F-C3CC-4E40-B45E-D06325400A1A}"/>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1" name="Line 9">
              <a:extLst>
                <a:ext uri="{FF2B5EF4-FFF2-40B4-BE49-F238E27FC236}">
                  <a16:creationId xmlns:a16="http://schemas.microsoft.com/office/drawing/2014/main" id="{9E3D4712-7ACE-524B-B065-8A439F0D26A4}"/>
                </a:ext>
              </a:extLst>
            </p:cNvPr>
            <p:cNvSpPr>
              <a:spLocks noChangeShapeType="1"/>
            </p:cNvSpPr>
            <p:nvPr/>
          </p:nvSpPr>
          <p:spPr bwMode="auto">
            <a:xfrm>
              <a:off x="3734" y="1642"/>
              <a:ext cx="708" cy="498"/>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2" name="Group 19">
              <a:extLst>
                <a:ext uri="{FF2B5EF4-FFF2-40B4-BE49-F238E27FC236}">
                  <a16:creationId xmlns:a16="http://schemas.microsoft.com/office/drawing/2014/main" id="{B7732DA7-70D9-1240-BF36-777385ECC696}"/>
                </a:ext>
              </a:extLst>
            </p:cNvPr>
            <p:cNvGrpSpPr>
              <a:grpSpLocks/>
            </p:cNvGrpSpPr>
            <p:nvPr/>
          </p:nvGrpSpPr>
          <p:grpSpPr bwMode="auto">
            <a:xfrm>
              <a:off x="4466" y="1881"/>
              <a:ext cx="510" cy="661"/>
              <a:chOff x="4296" y="2627"/>
              <a:chExt cx="510" cy="661"/>
            </a:xfrm>
          </p:grpSpPr>
          <p:sp>
            <p:nvSpPr>
              <p:cNvPr id="322" name="Rectangle 20">
                <a:extLst>
                  <a:ext uri="{FF2B5EF4-FFF2-40B4-BE49-F238E27FC236}">
                    <a16:creationId xmlns:a16="http://schemas.microsoft.com/office/drawing/2014/main" id="{7EF39355-B61B-E84C-B3EA-87B8386C9CF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3" name="Text Box 21">
                <a:extLst>
                  <a:ext uri="{FF2B5EF4-FFF2-40B4-BE49-F238E27FC236}">
                    <a16:creationId xmlns:a16="http://schemas.microsoft.com/office/drawing/2014/main" id="{26712A7D-44B8-304E-A5C8-D984194E694B}"/>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4" name="Rectangle 22">
                <a:extLst>
                  <a:ext uri="{FF2B5EF4-FFF2-40B4-BE49-F238E27FC236}">
                    <a16:creationId xmlns:a16="http://schemas.microsoft.com/office/drawing/2014/main" id="{7D10463C-95E2-7A40-B36D-B52E7D083D19}"/>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5" name="Line 23">
                <a:extLst>
                  <a:ext uri="{FF2B5EF4-FFF2-40B4-BE49-F238E27FC236}">
                    <a16:creationId xmlns:a16="http://schemas.microsoft.com/office/drawing/2014/main" id="{68F9A836-2CFD-7B42-A92E-BE9292B82AD9}"/>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6" name="Line 24">
                <a:extLst>
                  <a:ext uri="{FF2B5EF4-FFF2-40B4-BE49-F238E27FC236}">
                    <a16:creationId xmlns:a16="http://schemas.microsoft.com/office/drawing/2014/main" id="{1779996E-0F2D-8442-BDA2-3F87ED9983F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7" name="Line 25">
                <a:extLst>
                  <a:ext uri="{FF2B5EF4-FFF2-40B4-BE49-F238E27FC236}">
                    <a16:creationId xmlns:a16="http://schemas.microsoft.com/office/drawing/2014/main" id="{40E69C7B-2F1A-5E44-95A1-0FA6ED85581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8" name="Line 26">
                <a:extLst>
                  <a:ext uri="{FF2B5EF4-FFF2-40B4-BE49-F238E27FC236}">
                    <a16:creationId xmlns:a16="http://schemas.microsoft.com/office/drawing/2014/main" id="{CFC35C20-DD29-644F-933D-922B8557DBE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9" name="Line 27">
                <a:extLst>
                  <a:ext uri="{FF2B5EF4-FFF2-40B4-BE49-F238E27FC236}">
                    <a16:creationId xmlns:a16="http://schemas.microsoft.com/office/drawing/2014/main" id="{43DE343D-639B-8043-A638-7551BBFABD2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0" name="Line 28">
                <a:extLst>
                  <a:ext uri="{FF2B5EF4-FFF2-40B4-BE49-F238E27FC236}">
                    <a16:creationId xmlns:a16="http://schemas.microsoft.com/office/drawing/2014/main" id="{73CAB6AE-7763-9144-9C11-A01FC53341DB}"/>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1" name="Line 29">
                <a:extLst>
                  <a:ext uri="{FF2B5EF4-FFF2-40B4-BE49-F238E27FC236}">
                    <a16:creationId xmlns:a16="http://schemas.microsoft.com/office/drawing/2014/main" id="{04D1B335-C850-7F4C-B4D0-A23B2568D00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2" name="Rectangle 30">
                <a:extLst>
                  <a:ext uri="{FF2B5EF4-FFF2-40B4-BE49-F238E27FC236}">
                    <a16:creationId xmlns:a16="http://schemas.microsoft.com/office/drawing/2014/main" id="{D75BC7AF-5CB3-C249-8C45-6520E20D06A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3" name="Rectangle 31">
                <a:extLst>
                  <a:ext uri="{FF2B5EF4-FFF2-40B4-BE49-F238E27FC236}">
                    <a16:creationId xmlns:a16="http://schemas.microsoft.com/office/drawing/2014/main" id="{74DAAAB9-27DF-DA4B-872B-8B29FE6DD3B9}"/>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4" name="Rectangle 32">
                <a:extLst>
                  <a:ext uri="{FF2B5EF4-FFF2-40B4-BE49-F238E27FC236}">
                    <a16:creationId xmlns:a16="http://schemas.microsoft.com/office/drawing/2014/main" id="{5F99C941-D513-9148-ABE9-3B9B588B292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5" name="Rectangle 33">
                <a:extLst>
                  <a:ext uri="{FF2B5EF4-FFF2-40B4-BE49-F238E27FC236}">
                    <a16:creationId xmlns:a16="http://schemas.microsoft.com/office/drawing/2014/main" id="{3651F20B-728B-344C-B4AD-749B1DEACD30}"/>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6" name="Rectangle 34">
                <a:extLst>
                  <a:ext uri="{FF2B5EF4-FFF2-40B4-BE49-F238E27FC236}">
                    <a16:creationId xmlns:a16="http://schemas.microsoft.com/office/drawing/2014/main" id="{7164AE9B-5D5E-3949-A3F4-DED08F720F1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3" name="Group 60">
              <a:extLst>
                <a:ext uri="{FF2B5EF4-FFF2-40B4-BE49-F238E27FC236}">
                  <a16:creationId xmlns:a16="http://schemas.microsoft.com/office/drawing/2014/main" id="{5A333144-1730-0C4F-A832-56ED7E3B8DBB}"/>
                </a:ext>
              </a:extLst>
            </p:cNvPr>
            <p:cNvGrpSpPr>
              <a:grpSpLocks/>
            </p:cNvGrpSpPr>
            <p:nvPr/>
          </p:nvGrpSpPr>
          <p:grpSpPr bwMode="auto">
            <a:xfrm>
              <a:off x="3206" y="2763"/>
              <a:ext cx="510" cy="661"/>
              <a:chOff x="4296" y="2627"/>
              <a:chExt cx="510" cy="661"/>
            </a:xfrm>
          </p:grpSpPr>
          <p:sp>
            <p:nvSpPr>
              <p:cNvPr id="307" name="Rectangle 61">
                <a:extLst>
                  <a:ext uri="{FF2B5EF4-FFF2-40B4-BE49-F238E27FC236}">
                    <a16:creationId xmlns:a16="http://schemas.microsoft.com/office/drawing/2014/main" id="{9395864E-A9B4-5342-82A1-DE3B8AFE9218}"/>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8" name="Text Box 62">
                <a:extLst>
                  <a:ext uri="{FF2B5EF4-FFF2-40B4-BE49-F238E27FC236}">
                    <a16:creationId xmlns:a16="http://schemas.microsoft.com/office/drawing/2014/main" id="{5AACD721-3312-0F4C-BAF3-B6F1B5616C9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9" name="Rectangle 63">
                <a:extLst>
                  <a:ext uri="{FF2B5EF4-FFF2-40B4-BE49-F238E27FC236}">
                    <a16:creationId xmlns:a16="http://schemas.microsoft.com/office/drawing/2014/main" id="{93B2530E-F2E5-1041-B7D2-9465CE4EADCD}"/>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0" name="Line 64">
                <a:extLst>
                  <a:ext uri="{FF2B5EF4-FFF2-40B4-BE49-F238E27FC236}">
                    <a16:creationId xmlns:a16="http://schemas.microsoft.com/office/drawing/2014/main" id="{894E865A-3431-FD4B-96A5-C97DAAC7A611}"/>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1" name="Line 65">
                <a:extLst>
                  <a:ext uri="{FF2B5EF4-FFF2-40B4-BE49-F238E27FC236}">
                    <a16:creationId xmlns:a16="http://schemas.microsoft.com/office/drawing/2014/main" id="{3CA43AF7-D356-4142-A618-06DCB23282BE}"/>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2" name="Line 66">
                <a:extLst>
                  <a:ext uri="{FF2B5EF4-FFF2-40B4-BE49-F238E27FC236}">
                    <a16:creationId xmlns:a16="http://schemas.microsoft.com/office/drawing/2014/main" id="{4F8E4FC5-0A2A-4849-97E6-425A5D2E696A}"/>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3" name="Line 67">
                <a:extLst>
                  <a:ext uri="{FF2B5EF4-FFF2-40B4-BE49-F238E27FC236}">
                    <a16:creationId xmlns:a16="http://schemas.microsoft.com/office/drawing/2014/main" id="{343125A4-6A3A-F943-89E3-12B16C09D277}"/>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4" name="Line 68">
                <a:extLst>
                  <a:ext uri="{FF2B5EF4-FFF2-40B4-BE49-F238E27FC236}">
                    <a16:creationId xmlns:a16="http://schemas.microsoft.com/office/drawing/2014/main" id="{D4CB6017-5831-FA48-815B-BE92970244C9}"/>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5" name="Line 69">
                <a:extLst>
                  <a:ext uri="{FF2B5EF4-FFF2-40B4-BE49-F238E27FC236}">
                    <a16:creationId xmlns:a16="http://schemas.microsoft.com/office/drawing/2014/main" id="{E4754EF7-D910-814B-8B41-2FD2BAA878B3}"/>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6" name="Line 70">
                <a:extLst>
                  <a:ext uri="{FF2B5EF4-FFF2-40B4-BE49-F238E27FC236}">
                    <a16:creationId xmlns:a16="http://schemas.microsoft.com/office/drawing/2014/main" id="{F137C288-EF55-D540-A997-85FA917D7318}"/>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7" name="Rectangle 71">
                <a:extLst>
                  <a:ext uri="{FF2B5EF4-FFF2-40B4-BE49-F238E27FC236}">
                    <a16:creationId xmlns:a16="http://schemas.microsoft.com/office/drawing/2014/main" id="{F56FC77C-FB59-7F4E-B825-2A488EF8C8AC}"/>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8" name="Rectangle 72">
                <a:extLst>
                  <a:ext uri="{FF2B5EF4-FFF2-40B4-BE49-F238E27FC236}">
                    <a16:creationId xmlns:a16="http://schemas.microsoft.com/office/drawing/2014/main" id="{F41D8631-6A74-BA42-8A05-01D02E0EAA23}"/>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9" name="Rectangle 73">
                <a:extLst>
                  <a:ext uri="{FF2B5EF4-FFF2-40B4-BE49-F238E27FC236}">
                    <a16:creationId xmlns:a16="http://schemas.microsoft.com/office/drawing/2014/main" id="{C73BF6A9-3054-FB43-A0C0-EB576EBF15A1}"/>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0" name="Rectangle 74">
                <a:extLst>
                  <a:ext uri="{FF2B5EF4-FFF2-40B4-BE49-F238E27FC236}">
                    <a16:creationId xmlns:a16="http://schemas.microsoft.com/office/drawing/2014/main" id="{944FDC84-5A12-CC42-9A23-A92DDF6AE032}"/>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1" name="Rectangle 75">
                <a:extLst>
                  <a:ext uri="{FF2B5EF4-FFF2-40B4-BE49-F238E27FC236}">
                    <a16:creationId xmlns:a16="http://schemas.microsoft.com/office/drawing/2014/main" id="{88D6DBF9-99B2-4544-BF6D-329E89DCB6E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6">
              <a:extLst>
                <a:ext uri="{FF2B5EF4-FFF2-40B4-BE49-F238E27FC236}">
                  <a16:creationId xmlns:a16="http://schemas.microsoft.com/office/drawing/2014/main" id="{57000094-DC40-484B-A0CA-146FA733FEE9}"/>
                </a:ext>
              </a:extLst>
            </p:cNvPr>
            <p:cNvGrpSpPr>
              <a:grpSpLocks/>
            </p:cNvGrpSpPr>
            <p:nvPr/>
          </p:nvGrpSpPr>
          <p:grpSpPr bwMode="auto">
            <a:xfrm>
              <a:off x="3206" y="1347"/>
              <a:ext cx="510" cy="661"/>
              <a:chOff x="4296" y="2627"/>
              <a:chExt cx="510" cy="661"/>
            </a:xfrm>
          </p:grpSpPr>
          <p:sp>
            <p:nvSpPr>
              <p:cNvPr id="292" name="Rectangle 97">
                <a:extLst>
                  <a:ext uri="{FF2B5EF4-FFF2-40B4-BE49-F238E27FC236}">
                    <a16:creationId xmlns:a16="http://schemas.microsoft.com/office/drawing/2014/main" id="{23688015-1451-B649-A136-19DFE598C30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3" name="Text Box 98">
                <a:extLst>
                  <a:ext uri="{FF2B5EF4-FFF2-40B4-BE49-F238E27FC236}">
                    <a16:creationId xmlns:a16="http://schemas.microsoft.com/office/drawing/2014/main" id="{8D2FAA41-802D-714B-9684-49001E0C1669}"/>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4" name="Rectangle 99">
                <a:extLst>
                  <a:ext uri="{FF2B5EF4-FFF2-40B4-BE49-F238E27FC236}">
                    <a16:creationId xmlns:a16="http://schemas.microsoft.com/office/drawing/2014/main" id="{A4CCD107-61E7-3242-85D1-3EAFC1B4790B}"/>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5" name="Line 100">
                <a:extLst>
                  <a:ext uri="{FF2B5EF4-FFF2-40B4-BE49-F238E27FC236}">
                    <a16:creationId xmlns:a16="http://schemas.microsoft.com/office/drawing/2014/main" id="{2743033E-E6A8-F646-99FA-C57B67EFD0CF}"/>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6" name="Line 101">
                <a:extLst>
                  <a:ext uri="{FF2B5EF4-FFF2-40B4-BE49-F238E27FC236}">
                    <a16:creationId xmlns:a16="http://schemas.microsoft.com/office/drawing/2014/main" id="{2C5C87C8-3EB9-C345-8455-9601CC8BF268}"/>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7" name="Line 102">
                <a:extLst>
                  <a:ext uri="{FF2B5EF4-FFF2-40B4-BE49-F238E27FC236}">
                    <a16:creationId xmlns:a16="http://schemas.microsoft.com/office/drawing/2014/main" id="{61F561F5-A8AF-F046-8A1B-EB72756DC9E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8" name="Line 103">
                <a:extLst>
                  <a:ext uri="{FF2B5EF4-FFF2-40B4-BE49-F238E27FC236}">
                    <a16:creationId xmlns:a16="http://schemas.microsoft.com/office/drawing/2014/main" id="{189B5DCD-C8CD-4049-BF55-784B4932C7C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9" name="Line 104">
                <a:extLst>
                  <a:ext uri="{FF2B5EF4-FFF2-40B4-BE49-F238E27FC236}">
                    <a16:creationId xmlns:a16="http://schemas.microsoft.com/office/drawing/2014/main" id="{51E021BF-BE11-C748-8956-6CE4588C2A3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0" name="Line 105">
                <a:extLst>
                  <a:ext uri="{FF2B5EF4-FFF2-40B4-BE49-F238E27FC236}">
                    <a16:creationId xmlns:a16="http://schemas.microsoft.com/office/drawing/2014/main" id="{4B929A3B-B815-E441-922D-EA14E8C14CA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1" name="Line 106">
                <a:extLst>
                  <a:ext uri="{FF2B5EF4-FFF2-40B4-BE49-F238E27FC236}">
                    <a16:creationId xmlns:a16="http://schemas.microsoft.com/office/drawing/2014/main" id="{5A282BD2-5338-3E4D-8636-9D489C73E76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2" name="Rectangle 107">
                <a:extLst>
                  <a:ext uri="{FF2B5EF4-FFF2-40B4-BE49-F238E27FC236}">
                    <a16:creationId xmlns:a16="http://schemas.microsoft.com/office/drawing/2014/main" id="{8E194D1F-5621-4E4F-9797-A2C32D688059}"/>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3" name="Rectangle 108">
                <a:extLst>
                  <a:ext uri="{FF2B5EF4-FFF2-40B4-BE49-F238E27FC236}">
                    <a16:creationId xmlns:a16="http://schemas.microsoft.com/office/drawing/2014/main" id="{AD50D80A-F8D2-514C-87E9-4ACA4207A64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4" name="Rectangle 109">
                <a:extLst>
                  <a:ext uri="{FF2B5EF4-FFF2-40B4-BE49-F238E27FC236}">
                    <a16:creationId xmlns:a16="http://schemas.microsoft.com/office/drawing/2014/main" id="{2275F6D3-E63F-C04C-A0DE-16B4A48427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5" name="Rectangle 110">
                <a:extLst>
                  <a:ext uri="{FF2B5EF4-FFF2-40B4-BE49-F238E27FC236}">
                    <a16:creationId xmlns:a16="http://schemas.microsoft.com/office/drawing/2014/main" id="{48706195-34DD-A541-88E3-15F1D1F4A881}"/>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6" name="Rectangle 111">
                <a:extLst>
                  <a:ext uri="{FF2B5EF4-FFF2-40B4-BE49-F238E27FC236}">
                    <a16:creationId xmlns:a16="http://schemas.microsoft.com/office/drawing/2014/main" id="{3F644955-990A-3D46-8B8D-8C68D095DA28}"/>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5" name="Line 117">
              <a:extLst>
                <a:ext uri="{FF2B5EF4-FFF2-40B4-BE49-F238E27FC236}">
                  <a16:creationId xmlns:a16="http://schemas.microsoft.com/office/drawing/2014/main" id="{14A97E77-F498-9E42-8702-8B7F5D1AC532}"/>
                </a:ext>
              </a:extLst>
            </p:cNvPr>
            <p:cNvSpPr>
              <a:spLocks noChangeShapeType="1"/>
            </p:cNvSpPr>
            <p:nvPr/>
          </p:nvSpPr>
          <p:spPr bwMode="auto">
            <a:xfrm flipV="1">
              <a:off x="3734" y="2350"/>
              <a:ext cx="708" cy="684"/>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Line 118">
              <a:extLst>
                <a:ext uri="{FF2B5EF4-FFF2-40B4-BE49-F238E27FC236}">
                  <a16:creationId xmlns:a16="http://schemas.microsoft.com/office/drawing/2014/main" id="{32DA8ECF-6761-E64E-A313-7489BEF95F7B}"/>
                </a:ext>
              </a:extLst>
            </p:cNvPr>
            <p:cNvSpPr>
              <a:spLocks noChangeShapeType="1"/>
            </p:cNvSpPr>
            <p:nvPr/>
          </p:nvSpPr>
          <p:spPr bwMode="auto">
            <a:xfrm flipH="1" flipV="1">
              <a:off x="3266" y="2020"/>
              <a:ext cx="0" cy="786"/>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7" name="Group 119">
              <a:extLst>
                <a:ext uri="{FF2B5EF4-FFF2-40B4-BE49-F238E27FC236}">
                  <a16:creationId xmlns:a16="http://schemas.microsoft.com/office/drawing/2014/main" id="{BA52A921-FC7C-6043-901B-354417734653}"/>
                </a:ext>
              </a:extLst>
            </p:cNvPr>
            <p:cNvGrpSpPr>
              <a:grpSpLocks/>
            </p:cNvGrpSpPr>
            <p:nvPr/>
          </p:nvGrpSpPr>
          <p:grpSpPr bwMode="auto">
            <a:xfrm>
              <a:off x="3799" y="2535"/>
              <a:ext cx="641" cy="330"/>
              <a:chOff x="3749" y="2537"/>
              <a:chExt cx="641" cy="330"/>
            </a:xfrm>
          </p:grpSpPr>
          <p:sp>
            <p:nvSpPr>
              <p:cNvPr id="290" name="Rectangle 120">
                <a:extLst>
                  <a:ext uri="{FF2B5EF4-FFF2-40B4-BE49-F238E27FC236}">
                    <a16:creationId xmlns:a16="http://schemas.microsoft.com/office/drawing/2014/main" id="{0C8E9259-98F2-604F-A4C6-3A7F488FCCBC}"/>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1" name="Text Box 121">
                <a:extLst>
                  <a:ext uri="{FF2B5EF4-FFF2-40B4-BE49-F238E27FC236}">
                    <a16:creationId xmlns:a16="http://schemas.microsoft.com/office/drawing/2014/main" id="{211C72D2-CB25-324F-AB81-6EE0282F0E95}"/>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8" name="Group 122">
              <a:extLst>
                <a:ext uri="{FF2B5EF4-FFF2-40B4-BE49-F238E27FC236}">
                  <a16:creationId xmlns:a16="http://schemas.microsoft.com/office/drawing/2014/main" id="{0C8CF91C-30A4-724C-9B71-2A06A2948780}"/>
                </a:ext>
              </a:extLst>
            </p:cNvPr>
            <p:cNvGrpSpPr>
              <a:grpSpLocks/>
            </p:cNvGrpSpPr>
            <p:nvPr/>
          </p:nvGrpSpPr>
          <p:grpSpPr bwMode="auto">
            <a:xfrm>
              <a:off x="3775" y="1743"/>
              <a:ext cx="641" cy="330"/>
              <a:chOff x="3749" y="2537"/>
              <a:chExt cx="641" cy="330"/>
            </a:xfrm>
          </p:grpSpPr>
          <p:sp>
            <p:nvSpPr>
              <p:cNvPr id="288" name="Rectangle 123">
                <a:extLst>
                  <a:ext uri="{FF2B5EF4-FFF2-40B4-BE49-F238E27FC236}">
                    <a16:creationId xmlns:a16="http://schemas.microsoft.com/office/drawing/2014/main" id="{FCECD58F-F77F-CE4B-B35E-A96DEDC7E69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9" name="Text Box 124">
                <a:extLst>
                  <a:ext uri="{FF2B5EF4-FFF2-40B4-BE49-F238E27FC236}">
                    <a16:creationId xmlns:a16="http://schemas.microsoft.com/office/drawing/2014/main" id="{AF84BA8D-FF6F-3247-901E-8E6B18720FE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9" name="Group 125">
              <a:extLst>
                <a:ext uri="{FF2B5EF4-FFF2-40B4-BE49-F238E27FC236}">
                  <a16:creationId xmlns:a16="http://schemas.microsoft.com/office/drawing/2014/main" id="{58DC277B-7AA7-2E40-B727-BF4769AC136C}"/>
                </a:ext>
              </a:extLst>
            </p:cNvPr>
            <p:cNvGrpSpPr>
              <a:grpSpLocks/>
            </p:cNvGrpSpPr>
            <p:nvPr/>
          </p:nvGrpSpPr>
          <p:grpSpPr bwMode="auto">
            <a:xfrm>
              <a:off x="2962" y="2151"/>
              <a:ext cx="641" cy="330"/>
              <a:chOff x="3770" y="2495"/>
              <a:chExt cx="641" cy="330"/>
            </a:xfrm>
          </p:grpSpPr>
          <p:sp>
            <p:nvSpPr>
              <p:cNvPr id="286" name="Rectangle 126">
                <a:extLst>
                  <a:ext uri="{FF2B5EF4-FFF2-40B4-BE49-F238E27FC236}">
                    <a16:creationId xmlns:a16="http://schemas.microsoft.com/office/drawing/2014/main" id="{2816DCBF-A1AF-E048-B956-3F1809C0D71D}"/>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7" name="Text Box 127">
                <a:extLst>
                  <a:ext uri="{FF2B5EF4-FFF2-40B4-BE49-F238E27FC236}">
                    <a16:creationId xmlns:a16="http://schemas.microsoft.com/office/drawing/2014/main" id="{63B15CD0-9983-6A4B-9279-804A5439A9E3}"/>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50" name="Group 423">
              <a:extLst>
                <a:ext uri="{FF2B5EF4-FFF2-40B4-BE49-F238E27FC236}">
                  <a16:creationId xmlns:a16="http://schemas.microsoft.com/office/drawing/2014/main" id="{30BA0251-F53A-8C4F-97BA-8DC51407C806}"/>
                </a:ext>
              </a:extLst>
            </p:cNvPr>
            <p:cNvGrpSpPr>
              <a:grpSpLocks/>
            </p:cNvGrpSpPr>
            <p:nvPr/>
          </p:nvGrpSpPr>
          <p:grpSpPr bwMode="auto">
            <a:xfrm>
              <a:off x="3579" y="886"/>
              <a:ext cx="583" cy="664"/>
              <a:chOff x="3566" y="550"/>
              <a:chExt cx="583" cy="664"/>
            </a:xfrm>
          </p:grpSpPr>
          <p:grpSp>
            <p:nvGrpSpPr>
              <p:cNvPr id="281" name="Group 353">
                <a:extLst>
                  <a:ext uri="{FF2B5EF4-FFF2-40B4-BE49-F238E27FC236}">
                    <a16:creationId xmlns:a16="http://schemas.microsoft.com/office/drawing/2014/main" id="{08E25960-F839-D945-AEB0-EBA43385EDC3}"/>
                  </a:ext>
                </a:extLst>
              </p:cNvPr>
              <p:cNvGrpSpPr>
                <a:grpSpLocks/>
              </p:cNvGrpSpPr>
              <p:nvPr/>
            </p:nvGrpSpPr>
            <p:grpSpPr bwMode="auto">
              <a:xfrm>
                <a:off x="3588" y="692"/>
                <a:ext cx="561" cy="522"/>
                <a:chOff x="-44" y="1473"/>
                <a:chExt cx="981" cy="1105"/>
              </a:xfrm>
            </p:grpSpPr>
            <p:pic>
              <p:nvPicPr>
                <p:cNvPr id="284" name="Picture 354" descr="desktop_computer_stylized_medium">
                  <a:extLst>
                    <a:ext uri="{FF2B5EF4-FFF2-40B4-BE49-F238E27FC236}">
                      <a16:creationId xmlns:a16="http://schemas.microsoft.com/office/drawing/2014/main" id="{A8E24158-A20D-2643-9568-7E2B6A9A8F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Freeform 355">
                  <a:extLst>
                    <a:ext uri="{FF2B5EF4-FFF2-40B4-BE49-F238E27FC236}">
                      <a16:creationId xmlns:a16="http://schemas.microsoft.com/office/drawing/2014/main" id="{7C66E8C3-2156-B443-A62B-AB5FE62DD48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82" name="Rectangle 115">
                <a:extLst>
                  <a:ext uri="{FF2B5EF4-FFF2-40B4-BE49-F238E27FC236}">
                    <a16:creationId xmlns:a16="http://schemas.microsoft.com/office/drawing/2014/main" id="{A8808CF7-A20F-6048-A5C3-5948802EC13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3" name="Text Box 116">
                <a:extLst>
                  <a:ext uri="{FF2B5EF4-FFF2-40B4-BE49-F238E27FC236}">
                    <a16:creationId xmlns:a16="http://schemas.microsoft.com/office/drawing/2014/main" id="{3615B133-7ADF-B149-A5EF-D48A09950BEA}"/>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1" name="Group 424">
              <a:extLst>
                <a:ext uri="{FF2B5EF4-FFF2-40B4-BE49-F238E27FC236}">
                  <a16:creationId xmlns:a16="http://schemas.microsoft.com/office/drawing/2014/main" id="{45EE4567-07D2-9B44-B152-A79DBA14304E}"/>
                </a:ext>
              </a:extLst>
            </p:cNvPr>
            <p:cNvGrpSpPr>
              <a:grpSpLocks/>
            </p:cNvGrpSpPr>
            <p:nvPr/>
          </p:nvGrpSpPr>
          <p:grpSpPr bwMode="auto">
            <a:xfrm>
              <a:off x="4862" y="1400"/>
              <a:ext cx="583" cy="664"/>
              <a:chOff x="3566" y="550"/>
              <a:chExt cx="583" cy="664"/>
            </a:xfrm>
          </p:grpSpPr>
          <p:grpSp>
            <p:nvGrpSpPr>
              <p:cNvPr id="276" name="Group 425">
                <a:extLst>
                  <a:ext uri="{FF2B5EF4-FFF2-40B4-BE49-F238E27FC236}">
                    <a16:creationId xmlns:a16="http://schemas.microsoft.com/office/drawing/2014/main" id="{E722A2E6-A5F4-6C41-B802-1B3176A5427A}"/>
                  </a:ext>
                </a:extLst>
              </p:cNvPr>
              <p:cNvGrpSpPr>
                <a:grpSpLocks/>
              </p:cNvGrpSpPr>
              <p:nvPr/>
            </p:nvGrpSpPr>
            <p:grpSpPr bwMode="auto">
              <a:xfrm>
                <a:off x="3588" y="692"/>
                <a:ext cx="561" cy="522"/>
                <a:chOff x="-44" y="1473"/>
                <a:chExt cx="981" cy="1105"/>
              </a:xfrm>
            </p:grpSpPr>
            <p:pic>
              <p:nvPicPr>
                <p:cNvPr id="279" name="Picture 426" descr="desktop_computer_stylized_medium">
                  <a:extLst>
                    <a:ext uri="{FF2B5EF4-FFF2-40B4-BE49-F238E27FC236}">
                      <a16:creationId xmlns:a16="http://schemas.microsoft.com/office/drawing/2014/main" id="{8B6EAA10-F9D8-724F-94C8-D4E4B57A04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Freeform 427">
                  <a:extLst>
                    <a:ext uri="{FF2B5EF4-FFF2-40B4-BE49-F238E27FC236}">
                      <a16:creationId xmlns:a16="http://schemas.microsoft.com/office/drawing/2014/main" id="{1E93A55D-6DF6-C544-9512-0E02D9C496CF}"/>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7" name="Rectangle 115">
                <a:extLst>
                  <a:ext uri="{FF2B5EF4-FFF2-40B4-BE49-F238E27FC236}">
                    <a16:creationId xmlns:a16="http://schemas.microsoft.com/office/drawing/2014/main" id="{1B535841-0794-1B43-AB50-A8A2B89E469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8" name="Text Box 116">
                <a:extLst>
                  <a:ext uri="{FF2B5EF4-FFF2-40B4-BE49-F238E27FC236}">
                    <a16:creationId xmlns:a16="http://schemas.microsoft.com/office/drawing/2014/main" id="{08BD580D-BB58-674F-BF51-73AD02F8ED1B}"/>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2" name="Group 430">
              <a:extLst>
                <a:ext uri="{FF2B5EF4-FFF2-40B4-BE49-F238E27FC236}">
                  <a16:creationId xmlns:a16="http://schemas.microsoft.com/office/drawing/2014/main" id="{34A2D0BA-C196-4942-B7CA-678581CB5104}"/>
                </a:ext>
              </a:extLst>
            </p:cNvPr>
            <p:cNvGrpSpPr>
              <a:grpSpLocks/>
            </p:cNvGrpSpPr>
            <p:nvPr/>
          </p:nvGrpSpPr>
          <p:grpSpPr bwMode="auto">
            <a:xfrm>
              <a:off x="5074" y="1880"/>
              <a:ext cx="583" cy="664"/>
              <a:chOff x="3566" y="550"/>
              <a:chExt cx="583" cy="664"/>
            </a:xfrm>
          </p:grpSpPr>
          <p:grpSp>
            <p:nvGrpSpPr>
              <p:cNvPr id="271" name="Group 431">
                <a:extLst>
                  <a:ext uri="{FF2B5EF4-FFF2-40B4-BE49-F238E27FC236}">
                    <a16:creationId xmlns:a16="http://schemas.microsoft.com/office/drawing/2014/main" id="{BE03D0A5-F5D7-9948-B7EA-FA5E6ADA2BBE}"/>
                  </a:ext>
                </a:extLst>
              </p:cNvPr>
              <p:cNvGrpSpPr>
                <a:grpSpLocks/>
              </p:cNvGrpSpPr>
              <p:nvPr/>
            </p:nvGrpSpPr>
            <p:grpSpPr bwMode="auto">
              <a:xfrm>
                <a:off x="3588" y="692"/>
                <a:ext cx="561" cy="522"/>
                <a:chOff x="-44" y="1473"/>
                <a:chExt cx="981" cy="1105"/>
              </a:xfrm>
            </p:grpSpPr>
            <p:pic>
              <p:nvPicPr>
                <p:cNvPr id="274" name="Picture 432" descr="desktop_computer_stylized_medium">
                  <a:extLst>
                    <a:ext uri="{FF2B5EF4-FFF2-40B4-BE49-F238E27FC236}">
                      <a16:creationId xmlns:a16="http://schemas.microsoft.com/office/drawing/2014/main" id="{CE464295-B889-1B47-A8D7-3556B2AAAD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 name="Freeform 433">
                  <a:extLst>
                    <a:ext uri="{FF2B5EF4-FFF2-40B4-BE49-F238E27FC236}">
                      <a16:creationId xmlns:a16="http://schemas.microsoft.com/office/drawing/2014/main" id="{C77332B6-93C9-A042-A591-13DCD23AA5A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2" name="Rectangle 115">
                <a:extLst>
                  <a:ext uri="{FF2B5EF4-FFF2-40B4-BE49-F238E27FC236}">
                    <a16:creationId xmlns:a16="http://schemas.microsoft.com/office/drawing/2014/main" id="{F6E9263B-5B99-914A-B779-F129D9C75626}"/>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3" name="Text Box 116">
                <a:extLst>
                  <a:ext uri="{FF2B5EF4-FFF2-40B4-BE49-F238E27FC236}">
                    <a16:creationId xmlns:a16="http://schemas.microsoft.com/office/drawing/2014/main" id="{E6ADB34B-0590-DF41-A12D-070F82E8AE8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3" name="Group 436">
              <a:extLst>
                <a:ext uri="{FF2B5EF4-FFF2-40B4-BE49-F238E27FC236}">
                  <a16:creationId xmlns:a16="http://schemas.microsoft.com/office/drawing/2014/main" id="{1E0B8E86-E363-7347-AAB0-795D10C2D288}"/>
                </a:ext>
              </a:extLst>
            </p:cNvPr>
            <p:cNvGrpSpPr>
              <a:grpSpLocks/>
            </p:cNvGrpSpPr>
            <p:nvPr/>
          </p:nvGrpSpPr>
          <p:grpSpPr bwMode="auto">
            <a:xfrm>
              <a:off x="4991" y="2540"/>
              <a:ext cx="583" cy="664"/>
              <a:chOff x="3566" y="550"/>
              <a:chExt cx="583" cy="664"/>
            </a:xfrm>
          </p:grpSpPr>
          <p:grpSp>
            <p:nvGrpSpPr>
              <p:cNvPr id="266" name="Group 437">
                <a:extLst>
                  <a:ext uri="{FF2B5EF4-FFF2-40B4-BE49-F238E27FC236}">
                    <a16:creationId xmlns:a16="http://schemas.microsoft.com/office/drawing/2014/main" id="{AC5F831C-0C35-C549-B51D-4296B8B8B9F6}"/>
                  </a:ext>
                </a:extLst>
              </p:cNvPr>
              <p:cNvGrpSpPr>
                <a:grpSpLocks/>
              </p:cNvGrpSpPr>
              <p:nvPr/>
            </p:nvGrpSpPr>
            <p:grpSpPr bwMode="auto">
              <a:xfrm>
                <a:off x="3588" y="692"/>
                <a:ext cx="561" cy="522"/>
                <a:chOff x="-44" y="1473"/>
                <a:chExt cx="981" cy="1105"/>
              </a:xfrm>
            </p:grpSpPr>
            <p:pic>
              <p:nvPicPr>
                <p:cNvPr id="269" name="Picture 438" descr="desktop_computer_stylized_medium">
                  <a:extLst>
                    <a:ext uri="{FF2B5EF4-FFF2-40B4-BE49-F238E27FC236}">
                      <a16:creationId xmlns:a16="http://schemas.microsoft.com/office/drawing/2014/main" id="{AD14A203-3912-324B-BE4F-9D6A4285CE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 name="Freeform 439">
                  <a:extLst>
                    <a:ext uri="{FF2B5EF4-FFF2-40B4-BE49-F238E27FC236}">
                      <a16:creationId xmlns:a16="http://schemas.microsoft.com/office/drawing/2014/main" id="{9E88436B-4E0D-D149-A214-D937D45DEA0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7" name="Rectangle 115">
                <a:extLst>
                  <a:ext uri="{FF2B5EF4-FFF2-40B4-BE49-F238E27FC236}">
                    <a16:creationId xmlns:a16="http://schemas.microsoft.com/office/drawing/2014/main" id="{0DEA31A9-2C76-564E-B16F-DBD697177EA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8" name="Text Box 116">
                <a:extLst>
                  <a:ext uri="{FF2B5EF4-FFF2-40B4-BE49-F238E27FC236}">
                    <a16:creationId xmlns:a16="http://schemas.microsoft.com/office/drawing/2014/main" id="{7655A215-ADF5-8C47-8D04-DDBF56AFD73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4" name="Group 442">
              <a:extLst>
                <a:ext uri="{FF2B5EF4-FFF2-40B4-BE49-F238E27FC236}">
                  <a16:creationId xmlns:a16="http://schemas.microsoft.com/office/drawing/2014/main" id="{30600299-25CF-4A4E-8A3B-15590AC954A1}"/>
                </a:ext>
              </a:extLst>
            </p:cNvPr>
            <p:cNvGrpSpPr>
              <a:grpSpLocks/>
            </p:cNvGrpSpPr>
            <p:nvPr/>
          </p:nvGrpSpPr>
          <p:grpSpPr bwMode="auto">
            <a:xfrm>
              <a:off x="3346" y="3446"/>
              <a:ext cx="583" cy="664"/>
              <a:chOff x="3566" y="550"/>
              <a:chExt cx="583" cy="664"/>
            </a:xfrm>
          </p:grpSpPr>
          <p:grpSp>
            <p:nvGrpSpPr>
              <p:cNvPr id="261" name="Group 443">
                <a:extLst>
                  <a:ext uri="{FF2B5EF4-FFF2-40B4-BE49-F238E27FC236}">
                    <a16:creationId xmlns:a16="http://schemas.microsoft.com/office/drawing/2014/main" id="{116521D6-39B6-ED4D-BF9D-4EDC84BB43B2}"/>
                  </a:ext>
                </a:extLst>
              </p:cNvPr>
              <p:cNvGrpSpPr>
                <a:grpSpLocks/>
              </p:cNvGrpSpPr>
              <p:nvPr/>
            </p:nvGrpSpPr>
            <p:grpSpPr bwMode="auto">
              <a:xfrm>
                <a:off x="3588" y="692"/>
                <a:ext cx="561" cy="522"/>
                <a:chOff x="-44" y="1473"/>
                <a:chExt cx="981" cy="1105"/>
              </a:xfrm>
            </p:grpSpPr>
            <p:pic>
              <p:nvPicPr>
                <p:cNvPr id="264" name="Picture 444" descr="desktop_computer_stylized_medium">
                  <a:extLst>
                    <a:ext uri="{FF2B5EF4-FFF2-40B4-BE49-F238E27FC236}">
                      <a16:creationId xmlns:a16="http://schemas.microsoft.com/office/drawing/2014/main" id="{B764D5A2-AAF9-6F4A-AD12-7AF1E69A921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Freeform 445">
                  <a:extLst>
                    <a:ext uri="{FF2B5EF4-FFF2-40B4-BE49-F238E27FC236}">
                      <a16:creationId xmlns:a16="http://schemas.microsoft.com/office/drawing/2014/main" id="{1CF12910-951A-5444-81F3-DDC16C9510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2" name="Rectangle 115">
                <a:extLst>
                  <a:ext uri="{FF2B5EF4-FFF2-40B4-BE49-F238E27FC236}">
                    <a16:creationId xmlns:a16="http://schemas.microsoft.com/office/drawing/2014/main" id="{E6B060FF-D007-3348-A6C9-A56534FB0EB9}"/>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Text Box 116">
                <a:extLst>
                  <a:ext uri="{FF2B5EF4-FFF2-40B4-BE49-F238E27FC236}">
                    <a16:creationId xmlns:a16="http://schemas.microsoft.com/office/drawing/2014/main" id="{D67C13D0-AC42-8E4B-9B42-5CEAC13028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5" name="Group 448">
              <a:extLst>
                <a:ext uri="{FF2B5EF4-FFF2-40B4-BE49-F238E27FC236}">
                  <a16:creationId xmlns:a16="http://schemas.microsoft.com/office/drawing/2014/main" id="{8E0DD129-7A33-3E4A-8455-FC51B1CF677D}"/>
                </a:ext>
              </a:extLst>
            </p:cNvPr>
            <p:cNvGrpSpPr>
              <a:grpSpLocks/>
            </p:cNvGrpSpPr>
            <p:nvPr/>
          </p:nvGrpSpPr>
          <p:grpSpPr bwMode="auto">
            <a:xfrm>
              <a:off x="3805" y="3056"/>
              <a:ext cx="583" cy="664"/>
              <a:chOff x="3566" y="550"/>
              <a:chExt cx="583" cy="664"/>
            </a:xfrm>
          </p:grpSpPr>
          <p:grpSp>
            <p:nvGrpSpPr>
              <p:cNvPr id="256" name="Group 449">
                <a:extLst>
                  <a:ext uri="{FF2B5EF4-FFF2-40B4-BE49-F238E27FC236}">
                    <a16:creationId xmlns:a16="http://schemas.microsoft.com/office/drawing/2014/main" id="{90AB032A-A3B7-3748-9489-8C4F91558160}"/>
                  </a:ext>
                </a:extLst>
              </p:cNvPr>
              <p:cNvGrpSpPr>
                <a:grpSpLocks/>
              </p:cNvGrpSpPr>
              <p:nvPr/>
            </p:nvGrpSpPr>
            <p:grpSpPr bwMode="auto">
              <a:xfrm>
                <a:off x="3588" y="692"/>
                <a:ext cx="561" cy="522"/>
                <a:chOff x="-44" y="1473"/>
                <a:chExt cx="981" cy="1105"/>
              </a:xfrm>
            </p:grpSpPr>
            <p:pic>
              <p:nvPicPr>
                <p:cNvPr id="259" name="Picture 450" descr="desktop_computer_stylized_medium">
                  <a:extLst>
                    <a:ext uri="{FF2B5EF4-FFF2-40B4-BE49-F238E27FC236}">
                      <a16:creationId xmlns:a16="http://schemas.microsoft.com/office/drawing/2014/main" id="{DE476DC9-0E4F-314D-82DF-D6027FE6D1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451">
                  <a:extLst>
                    <a:ext uri="{FF2B5EF4-FFF2-40B4-BE49-F238E27FC236}">
                      <a16:creationId xmlns:a16="http://schemas.microsoft.com/office/drawing/2014/main" id="{234ABE2F-A8B4-8542-94E8-78DDE67E3E2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B0E02959-4482-944E-9351-976262974C1F}"/>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53D455CA-494C-3941-B909-EFE07A9B71F3}"/>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16" name="Rectangle 3">
            <a:extLst>
              <a:ext uri="{FF2B5EF4-FFF2-40B4-BE49-F238E27FC236}">
                <a16:creationId xmlns:a16="http://schemas.microsoft.com/office/drawing/2014/main" id="{D5E2CE3F-09DC-EA40-ABE5-ED6ACF8FB8D5}"/>
              </a:ext>
            </a:extLst>
          </p:cNvPr>
          <p:cNvSpPr txBox="1">
            <a:spLocks noChangeArrowheads="1"/>
          </p:cNvSpPr>
          <p:nvPr/>
        </p:nvSpPr>
        <p:spPr>
          <a:xfrm>
            <a:off x="660265" y="1387147"/>
            <a:ext cx="567403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mail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mailbox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contains incoming messages for user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message queue</a:t>
            </a: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 outgoing (to be sent) mail messages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 protocol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between mail servers to send email messages</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client: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mail server</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ja-JP"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“server”: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receiving mail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35D9358-DFF3-6B4F-B793-C73142424C20}"/>
              </a:ext>
            </a:extLst>
          </p:cNvPr>
          <p:cNvGrpSpPr/>
          <p:nvPr/>
        </p:nvGrpSpPr>
        <p:grpSpPr>
          <a:xfrm>
            <a:off x="7171111" y="1995054"/>
            <a:ext cx="3710247" cy="3732412"/>
            <a:chOff x="7171111" y="1995054"/>
            <a:chExt cx="3710247" cy="3732412"/>
          </a:xfrm>
        </p:grpSpPr>
        <p:sp>
          <p:nvSpPr>
            <p:cNvPr id="4" name="Oval 3">
              <a:extLst>
                <a:ext uri="{FF2B5EF4-FFF2-40B4-BE49-F238E27FC236}">
                  <a16:creationId xmlns:a16="http://schemas.microsoft.com/office/drawing/2014/main" id="{BBE430A9-6EC8-E04E-AC1F-E5B6080D4994}"/>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8" name="Oval 217">
              <a:extLst>
                <a:ext uri="{FF2B5EF4-FFF2-40B4-BE49-F238E27FC236}">
                  <a16:creationId xmlns:a16="http://schemas.microsoft.com/office/drawing/2014/main" id="{7240D5A6-234E-E146-AB2C-E5F301108500}"/>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Oval 218">
              <a:extLst>
                <a:ext uri="{FF2B5EF4-FFF2-40B4-BE49-F238E27FC236}">
                  <a16:creationId xmlns:a16="http://schemas.microsoft.com/office/drawing/2014/main" id="{BD61EF7B-A2A1-9B4E-A736-BF8BBEA6BDD9}"/>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Oval 219">
              <a:extLst>
                <a:ext uri="{FF2B5EF4-FFF2-40B4-BE49-F238E27FC236}">
                  <a16:creationId xmlns:a16="http://schemas.microsoft.com/office/drawing/2014/main" id="{8259EEA6-9689-C04D-BD3F-CF04D4B88165}"/>
                </a:ext>
              </a:extLst>
            </p:cNvPr>
            <p:cNvSpPr/>
            <p:nvPr/>
          </p:nvSpPr>
          <p:spPr>
            <a:xfrm>
              <a:off x="9651074" y="529520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22" name="Group 221">
            <a:extLst>
              <a:ext uri="{FF2B5EF4-FFF2-40B4-BE49-F238E27FC236}">
                <a16:creationId xmlns:a16="http://schemas.microsoft.com/office/drawing/2014/main" id="{F01800ED-B4E3-D244-99D3-D843C53AC930}"/>
              </a:ext>
            </a:extLst>
          </p:cNvPr>
          <p:cNvGrpSpPr/>
          <p:nvPr/>
        </p:nvGrpSpPr>
        <p:grpSpPr>
          <a:xfrm>
            <a:off x="7223758" y="2263832"/>
            <a:ext cx="3272445" cy="4031670"/>
            <a:chOff x="7171111" y="1995054"/>
            <a:chExt cx="3272445" cy="4031670"/>
          </a:xfrm>
        </p:grpSpPr>
        <p:sp>
          <p:nvSpPr>
            <p:cNvPr id="433" name="Oval 432">
              <a:extLst>
                <a:ext uri="{FF2B5EF4-FFF2-40B4-BE49-F238E27FC236}">
                  <a16:creationId xmlns:a16="http://schemas.microsoft.com/office/drawing/2014/main" id="{1AE66534-1742-4D4D-A771-2684958A7DEB}"/>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Oval 433">
              <a:extLst>
                <a:ext uri="{FF2B5EF4-FFF2-40B4-BE49-F238E27FC236}">
                  <a16:creationId xmlns:a16="http://schemas.microsoft.com/office/drawing/2014/main" id="{89210E69-0F0D-A54E-BE3D-5898333A054A}"/>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5" name="Oval 434">
              <a:extLst>
                <a:ext uri="{FF2B5EF4-FFF2-40B4-BE49-F238E27FC236}">
                  <a16:creationId xmlns:a16="http://schemas.microsoft.com/office/drawing/2014/main" id="{D90FA906-1714-D741-9807-A174108A555D}"/>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6" name="Oval 435">
              <a:extLst>
                <a:ext uri="{FF2B5EF4-FFF2-40B4-BE49-F238E27FC236}">
                  <a16:creationId xmlns:a16="http://schemas.microsoft.com/office/drawing/2014/main" id="{FC5F6C4F-12A6-3249-823E-31B999516BF6}"/>
                </a:ext>
              </a:extLst>
            </p:cNvPr>
            <p:cNvSpPr/>
            <p:nvPr/>
          </p:nvSpPr>
          <p:spPr>
            <a:xfrm>
              <a:off x="9590116" y="5594462"/>
              <a:ext cx="759227"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2E7737B7-4792-4C4D-ADC2-1233AEC89C9C}"/>
              </a:ext>
            </a:extLst>
          </p:cNvPr>
          <p:cNvGrpSpPr/>
          <p:nvPr/>
        </p:nvGrpSpPr>
        <p:grpSpPr>
          <a:xfrm>
            <a:off x="6988233" y="2128058"/>
            <a:ext cx="2391295" cy="1864822"/>
            <a:chOff x="6988233" y="2128058"/>
            <a:chExt cx="2391295" cy="1864822"/>
          </a:xfrm>
        </p:grpSpPr>
        <p:sp>
          <p:nvSpPr>
            <p:cNvPr id="6" name="Oval 5">
              <a:extLst>
                <a:ext uri="{FF2B5EF4-FFF2-40B4-BE49-F238E27FC236}">
                  <a16:creationId xmlns:a16="http://schemas.microsoft.com/office/drawing/2014/main" id="{59B212E0-3D25-5C48-91EF-9330F70E0B9C}"/>
                </a:ext>
              </a:extLst>
            </p:cNvPr>
            <p:cNvSpPr/>
            <p:nvPr/>
          </p:nvSpPr>
          <p:spPr>
            <a:xfrm>
              <a:off x="8262851" y="212805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7" name="Oval 436">
              <a:extLst>
                <a:ext uri="{FF2B5EF4-FFF2-40B4-BE49-F238E27FC236}">
                  <a16:creationId xmlns:a16="http://schemas.microsoft.com/office/drawing/2014/main" id="{E403B798-6196-3C4A-B374-5D484B4CC8E5}"/>
                </a:ext>
              </a:extLst>
            </p:cNvPr>
            <p:cNvSpPr/>
            <p:nvPr/>
          </p:nvSpPr>
          <p:spPr>
            <a:xfrm>
              <a:off x="8298873" y="337773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8" name="Oval 437">
              <a:extLst>
                <a:ext uri="{FF2B5EF4-FFF2-40B4-BE49-F238E27FC236}">
                  <a16:creationId xmlns:a16="http://schemas.microsoft.com/office/drawing/2014/main" id="{C60CAC5E-6F7C-8B4C-90CB-74107EEAC9E4}"/>
                </a:ext>
              </a:extLst>
            </p:cNvPr>
            <p:cNvSpPr/>
            <p:nvPr/>
          </p:nvSpPr>
          <p:spPr>
            <a:xfrm>
              <a:off x="6988233" y="2781993"/>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9" name="Slide Number Placeholder 2">
            <a:extLst>
              <a:ext uri="{FF2B5EF4-FFF2-40B4-BE49-F238E27FC236}">
                <a16:creationId xmlns:a16="http://schemas.microsoft.com/office/drawing/2014/main" id="{01EA6896-ADAC-0A4A-9F59-CC5D8AE3655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48</a:t>
            </a:fld>
            <a:endParaRPr lang="en-US" dirty="0"/>
          </a:p>
        </p:txBody>
      </p:sp>
    </p:spTree>
    <p:extLst>
      <p:ext uri="{BB962C8B-B14F-4D97-AF65-F5344CB8AC3E}">
        <p14:creationId xmlns:p14="http://schemas.microsoft.com/office/powerpoint/2010/main" val="235506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6">
                                            <p:txEl>
                                              <p:pRg st="1" end="1"/>
                                            </p:txEl>
                                          </p:spTgt>
                                        </p:tgtEl>
                                        <p:attrNameLst>
                                          <p:attrName>style.visibility</p:attrName>
                                        </p:attrNameLst>
                                      </p:cBhvr>
                                      <p:to>
                                        <p:strVal val="visible"/>
                                      </p:to>
                                    </p:set>
                                    <p:animEffect transition="in" filter="dissolve">
                                      <p:cBhvr>
                                        <p:cTn id="7" dur="500"/>
                                        <p:tgtEl>
                                          <p:spTgt spid="21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22"/>
                                        </p:tgtEl>
                                        <p:attrNameLst>
                                          <p:attrName>style.visibility</p:attrName>
                                        </p:attrNameLst>
                                      </p:cBhvr>
                                      <p:to>
                                        <p:strVal val="visible"/>
                                      </p:to>
                                    </p:set>
                                    <p:animEffect transition="in" filter="dissolve">
                                      <p:cBhvr>
                                        <p:cTn id="10" dur="500"/>
                                        <p:tgtEl>
                                          <p:spTgt spid="22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16">
                                            <p:txEl>
                                              <p:pRg st="2" end="2"/>
                                            </p:txEl>
                                          </p:spTgt>
                                        </p:tgtEl>
                                        <p:attrNameLst>
                                          <p:attrName>style.visibility</p:attrName>
                                        </p:attrNameLst>
                                      </p:cBhvr>
                                      <p:to>
                                        <p:strVal val="visible"/>
                                      </p:to>
                                    </p:set>
                                    <p:animEffect transition="in" filter="dissolve">
                                      <p:cBhvr>
                                        <p:cTn id="15" dur="500"/>
                                        <p:tgtEl>
                                          <p:spTgt spid="216">
                                            <p:txEl>
                                              <p:pRg st="2" end="2"/>
                                            </p:txEl>
                                          </p:spTgt>
                                        </p:tgtEl>
                                      </p:cBhvr>
                                    </p:animEffect>
                                  </p:childTnLst>
                                </p:cTn>
                              </p:par>
                              <p:par>
                                <p:cTn id="16" presetID="9" presetClass="exit" presetSubtype="0" fill="hold" nodeType="withEffect">
                                  <p:stCondLst>
                                    <p:cond delay="0"/>
                                  </p:stCondLst>
                                  <p:childTnLst>
                                    <p:animEffect transition="out" filter="dissolve">
                                      <p:cBhvr>
                                        <p:cTn id="17" dur="500"/>
                                        <p:tgtEl>
                                          <p:spTgt spid="222"/>
                                        </p:tgtEl>
                                      </p:cBhvr>
                                    </p:animEffect>
                                    <p:set>
                                      <p:cBhvr>
                                        <p:cTn id="18" dur="1" fill="hold">
                                          <p:stCondLst>
                                            <p:cond delay="499"/>
                                          </p:stCondLst>
                                        </p:cTn>
                                        <p:tgtEl>
                                          <p:spTgt spid="222"/>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16">
                                            <p:txEl>
                                              <p:pRg st="3" end="3"/>
                                            </p:txEl>
                                          </p:spTgt>
                                        </p:tgtEl>
                                        <p:attrNameLst>
                                          <p:attrName>style.visibility</p:attrName>
                                        </p:attrNameLst>
                                      </p:cBhvr>
                                      <p:to>
                                        <p:strVal val="visible"/>
                                      </p:to>
                                    </p:set>
                                    <p:animEffect transition="in" filter="dissolve">
                                      <p:cBhvr>
                                        <p:cTn id="26" dur="500"/>
                                        <p:tgtEl>
                                          <p:spTgt spid="216">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16">
                                            <p:txEl>
                                              <p:pRg st="4" end="4"/>
                                            </p:txEl>
                                          </p:spTgt>
                                        </p:tgtEl>
                                        <p:attrNameLst>
                                          <p:attrName>style.visibility</p:attrName>
                                        </p:attrNameLst>
                                      </p:cBhvr>
                                      <p:to>
                                        <p:strVal val="visible"/>
                                      </p:to>
                                    </p:set>
                                    <p:animEffect transition="in" filter="dissolve">
                                      <p:cBhvr>
                                        <p:cTn id="29" dur="500"/>
                                        <p:tgtEl>
                                          <p:spTgt spid="216">
                                            <p:txEl>
                                              <p:pRg st="4" end="4"/>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216">
                                            <p:txEl>
                                              <p:pRg st="5" end="5"/>
                                            </p:txEl>
                                          </p:spTgt>
                                        </p:tgtEl>
                                        <p:attrNameLst>
                                          <p:attrName>style.visibility</p:attrName>
                                        </p:attrNameLst>
                                      </p:cBhvr>
                                      <p:to>
                                        <p:strVal val="visible"/>
                                      </p:to>
                                    </p:set>
                                    <p:animEffect transition="in" filter="dissolve">
                                      <p:cBhvr>
                                        <p:cTn id="32" dur="500"/>
                                        <p:tgtEl>
                                          <p:spTgt spid="216">
                                            <p:txEl>
                                              <p:pRg st="5" end="5"/>
                                            </p:txEl>
                                          </p:spTgt>
                                        </p:tgtEl>
                                      </p:cBhvr>
                                    </p:animEffect>
                                  </p:childTnLst>
                                </p:cTn>
                              </p:par>
                              <p:par>
                                <p:cTn id="33" presetID="9" presetClass="entr" presetSubtype="0" fill="hold" nodeType="with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par>
                                <p:cTn id="36" presetID="9" presetClass="exit" presetSubtype="0" fill="hold" nodeType="withEffect">
                                  <p:stCondLst>
                                    <p:cond delay="0"/>
                                  </p:stCondLst>
                                  <p:childTnLst>
                                    <p:animEffect transition="out" filter="dissolve">
                                      <p:cBhvr>
                                        <p:cTn id="37" dur="500"/>
                                        <p:tgtEl>
                                          <p:spTgt spid="5"/>
                                        </p:tgtEl>
                                      </p:cBhvr>
                                    </p:animEffect>
                                    <p:set>
                                      <p:cBhvr>
                                        <p:cTn id="38"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SMTP RFC </a:t>
            </a:r>
            <a:r>
              <a:rPr lang="en-US" altLang="en-US" sz="3200" dirty="0">
                <a:cs typeface="Calibri" panose="020F0502020204030204" pitchFamily="34" charset="0"/>
              </a:rPr>
              <a:t>(5321)</a:t>
            </a:r>
            <a:endParaRPr lang="en-US" sz="4400" dirty="0"/>
          </a:p>
        </p:txBody>
      </p:sp>
      <p:sp>
        <p:nvSpPr>
          <p:cNvPr id="215" name="Rectangle 3">
            <a:extLst>
              <a:ext uri="{FF2B5EF4-FFF2-40B4-BE49-F238E27FC236}">
                <a16:creationId xmlns:a16="http://schemas.microsoft.com/office/drawing/2014/main" id="{38D73E7D-6683-3B49-B9F1-F60777D45BFB}"/>
              </a:ext>
            </a:extLst>
          </p:cNvPr>
          <p:cNvSpPr txBox="1">
            <a:spLocks noChangeArrowheads="1"/>
          </p:cNvSpPr>
          <p:nvPr/>
        </p:nvSpPr>
        <p:spPr>
          <a:xfrm>
            <a:off x="693827" y="1364343"/>
            <a:ext cx="688738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uses TCP to reliably transfer email message from client (mail server initiating connection) to server, port 25</a:t>
            </a:r>
          </a:p>
          <a:p>
            <a:pPr marL="695325" marR="0" lvl="1"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direct transfer: sending server (acting like client) to receiving server</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three phases of transfer</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 (greeting)</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 of messages</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closure</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command/response interaction (like HTTP)</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commands: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ASCII text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response: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status code and phrase</a:t>
            </a:r>
          </a:p>
        </p:txBody>
      </p:sp>
      <p:sp>
        <p:nvSpPr>
          <p:cNvPr id="5" name="Line 15">
            <a:extLst>
              <a:ext uri="{FF2B5EF4-FFF2-40B4-BE49-F238E27FC236}">
                <a16:creationId xmlns:a16="http://schemas.microsoft.com/office/drawing/2014/main" id="{9DD85366-88DE-C542-88D9-20C49121DBDB}"/>
              </a:ext>
            </a:extLst>
          </p:cNvPr>
          <p:cNvSpPr>
            <a:spLocks noChangeShapeType="1"/>
          </p:cNvSpPr>
          <p:nvPr/>
        </p:nvSpPr>
        <p:spPr bwMode="auto">
          <a:xfrm>
            <a:off x="9759590" y="1806759"/>
            <a:ext cx="0" cy="4494287"/>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Line 16">
            <a:extLst>
              <a:ext uri="{FF2B5EF4-FFF2-40B4-BE49-F238E27FC236}">
                <a16:creationId xmlns:a16="http://schemas.microsoft.com/office/drawing/2014/main" id="{7FC5AA52-7805-5447-B85E-FDF51CDDE3EF}"/>
              </a:ext>
            </a:extLst>
          </p:cNvPr>
          <p:cNvSpPr>
            <a:spLocks noChangeShapeType="1"/>
          </p:cNvSpPr>
          <p:nvPr/>
        </p:nvSpPr>
        <p:spPr bwMode="auto">
          <a:xfrm>
            <a:off x="11450277" y="1800409"/>
            <a:ext cx="0" cy="4450761"/>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Line 17">
            <a:extLst>
              <a:ext uri="{FF2B5EF4-FFF2-40B4-BE49-F238E27FC236}">
                <a16:creationId xmlns:a16="http://schemas.microsoft.com/office/drawing/2014/main" id="{35C19D9B-6414-7C40-AE68-D886427A018E}"/>
              </a:ext>
            </a:extLst>
          </p:cNvPr>
          <p:cNvSpPr>
            <a:spLocks noChangeShapeType="1"/>
          </p:cNvSpPr>
          <p:nvPr/>
        </p:nvSpPr>
        <p:spPr bwMode="auto">
          <a:xfrm>
            <a:off x="9773877" y="2038535"/>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18">
            <a:extLst>
              <a:ext uri="{FF2B5EF4-FFF2-40B4-BE49-F238E27FC236}">
                <a16:creationId xmlns:a16="http://schemas.microsoft.com/office/drawing/2014/main" id="{07450D17-7F6B-0642-8980-25D2524CF940}"/>
              </a:ext>
            </a:extLst>
          </p:cNvPr>
          <p:cNvSpPr>
            <a:spLocks noChangeShapeType="1"/>
          </p:cNvSpPr>
          <p:nvPr/>
        </p:nvSpPr>
        <p:spPr bwMode="auto">
          <a:xfrm flipH="1">
            <a:off x="9776216" y="2443434"/>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19">
            <a:extLst>
              <a:ext uri="{FF2B5EF4-FFF2-40B4-BE49-F238E27FC236}">
                <a16:creationId xmlns:a16="http://schemas.microsoft.com/office/drawing/2014/main" id="{0BF8BD6C-738E-9C48-AE64-45C8CCA0DADB}"/>
              </a:ext>
            </a:extLst>
          </p:cNvPr>
          <p:cNvSpPr>
            <a:spLocks noChangeShapeType="1"/>
          </p:cNvSpPr>
          <p:nvPr/>
        </p:nvSpPr>
        <p:spPr bwMode="auto">
          <a:xfrm>
            <a:off x="9784153" y="295143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23">
            <a:extLst>
              <a:ext uri="{FF2B5EF4-FFF2-40B4-BE49-F238E27FC236}">
                <a16:creationId xmlns:a16="http://schemas.microsoft.com/office/drawing/2014/main" id="{7FDF6CF0-39AA-704E-A46D-6894CBE86170}"/>
              </a:ext>
            </a:extLst>
          </p:cNvPr>
          <p:cNvSpPr>
            <a:spLocks noChangeShapeType="1"/>
          </p:cNvSpPr>
          <p:nvPr/>
        </p:nvSpPr>
        <p:spPr bwMode="auto">
          <a:xfrm>
            <a:off x="9369065" y="2013135"/>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 Box 24">
            <a:extLst>
              <a:ext uri="{FF2B5EF4-FFF2-40B4-BE49-F238E27FC236}">
                <a16:creationId xmlns:a16="http://schemas.microsoft.com/office/drawing/2014/main" id="{0D81911D-90C6-0740-89E6-FCC1C8669E31}"/>
              </a:ext>
            </a:extLst>
          </p:cNvPr>
          <p:cNvSpPr txBox="1">
            <a:spLocks noChangeArrowheads="1"/>
          </p:cNvSpPr>
          <p:nvPr/>
        </p:nvSpPr>
        <p:spPr bwMode="auto">
          <a:xfrm>
            <a:off x="8029576" y="1681861"/>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 TCP</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a:t>
            </a:r>
          </a:p>
        </p:txBody>
      </p:sp>
      <p:sp>
        <p:nvSpPr>
          <p:cNvPr id="15" name="AutoShape 25">
            <a:extLst>
              <a:ext uri="{FF2B5EF4-FFF2-40B4-BE49-F238E27FC236}">
                <a16:creationId xmlns:a16="http://schemas.microsoft.com/office/drawing/2014/main" id="{D39D69F5-CE1C-8841-A745-AB48B82D86C3}"/>
              </a:ext>
            </a:extLst>
          </p:cNvPr>
          <p:cNvSpPr>
            <a:spLocks/>
          </p:cNvSpPr>
          <p:nvPr/>
        </p:nvSpPr>
        <p:spPr bwMode="auto">
          <a:xfrm>
            <a:off x="9504002" y="2063935"/>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 name="Text Box 26">
            <a:extLst>
              <a:ext uri="{FF2B5EF4-FFF2-40B4-BE49-F238E27FC236}">
                <a16:creationId xmlns:a16="http://schemas.microsoft.com/office/drawing/2014/main" id="{22E819B2-D05E-114A-A16B-079A0196AEAF}"/>
              </a:ext>
            </a:extLst>
          </p:cNvPr>
          <p:cNvSpPr txBox="1">
            <a:spLocks noChangeArrowheads="1"/>
          </p:cNvSpPr>
          <p:nvPr/>
        </p:nvSpPr>
        <p:spPr bwMode="auto">
          <a:xfrm>
            <a:off x="9038028" y="2241821"/>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RTT</a:t>
            </a:r>
          </a:p>
        </p:txBody>
      </p:sp>
      <p:sp>
        <p:nvSpPr>
          <p:cNvPr id="17" name="Line 27">
            <a:extLst>
              <a:ext uri="{FF2B5EF4-FFF2-40B4-BE49-F238E27FC236}">
                <a16:creationId xmlns:a16="http://schemas.microsoft.com/office/drawing/2014/main" id="{DED47AD4-A4E5-D643-BEC4-36C82849822C}"/>
              </a:ext>
            </a:extLst>
          </p:cNvPr>
          <p:cNvSpPr>
            <a:spLocks noChangeShapeType="1"/>
          </p:cNvSpPr>
          <p:nvPr/>
        </p:nvSpPr>
        <p:spPr bwMode="auto">
          <a:xfrm>
            <a:off x="9434903" y="2884759"/>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Text Box 37">
            <a:extLst>
              <a:ext uri="{FF2B5EF4-FFF2-40B4-BE49-F238E27FC236}">
                <a16:creationId xmlns:a16="http://schemas.microsoft.com/office/drawing/2014/main" id="{F2867BB2-60F5-864A-8E27-42D477CE115C}"/>
              </a:ext>
            </a:extLst>
          </p:cNvPr>
          <p:cNvSpPr txBox="1">
            <a:spLocks noChangeArrowheads="1"/>
          </p:cNvSpPr>
          <p:nvPr/>
        </p:nvSpPr>
        <p:spPr bwMode="auto">
          <a:xfrm>
            <a:off x="9733670" y="5983183"/>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a:t>
            </a:r>
          </a:p>
        </p:txBody>
      </p:sp>
      <p:grpSp>
        <p:nvGrpSpPr>
          <p:cNvPr id="25" name="Group 43">
            <a:extLst>
              <a:ext uri="{FF2B5EF4-FFF2-40B4-BE49-F238E27FC236}">
                <a16:creationId xmlns:a16="http://schemas.microsoft.com/office/drawing/2014/main" id="{3D5C236C-8782-D645-9D62-5F8367661898}"/>
              </a:ext>
            </a:extLst>
          </p:cNvPr>
          <p:cNvGrpSpPr>
            <a:grpSpLocks/>
          </p:cNvGrpSpPr>
          <p:nvPr/>
        </p:nvGrpSpPr>
        <p:grpSpPr bwMode="auto">
          <a:xfrm>
            <a:off x="11321502" y="1113906"/>
            <a:ext cx="302736" cy="620580"/>
            <a:chOff x="4140" y="429"/>
            <a:chExt cx="1425" cy="2396"/>
          </a:xfrm>
        </p:grpSpPr>
        <p:sp>
          <p:nvSpPr>
            <p:cNvPr id="26" name="Freeform 44">
              <a:extLst>
                <a:ext uri="{FF2B5EF4-FFF2-40B4-BE49-F238E27FC236}">
                  <a16:creationId xmlns:a16="http://schemas.microsoft.com/office/drawing/2014/main" id="{3D7FD269-66F0-3A46-BC26-B1B48C1EC0C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45">
              <a:extLst>
                <a:ext uri="{FF2B5EF4-FFF2-40B4-BE49-F238E27FC236}">
                  <a16:creationId xmlns:a16="http://schemas.microsoft.com/office/drawing/2014/main" id="{499BD07C-348D-EE47-8262-97587EBC3BE4}"/>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8" name="Freeform 46">
              <a:extLst>
                <a:ext uri="{FF2B5EF4-FFF2-40B4-BE49-F238E27FC236}">
                  <a16:creationId xmlns:a16="http://schemas.microsoft.com/office/drawing/2014/main" id="{6ADDA8D7-383A-D440-BC8C-29623DD196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47">
              <a:extLst>
                <a:ext uri="{FF2B5EF4-FFF2-40B4-BE49-F238E27FC236}">
                  <a16:creationId xmlns:a16="http://schemas.microsoft.com/office/drawing/2014/main" id="{221B896F-4BCD-BC48-AD88-C33440B17FA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48">
              <a:extLst>
                <a:ext uri="{FF2B5EF4-FFF2-40B4-BE49-F238E27FC236}">
                  <a16:creationId xmlns:a16="http://schemas.microsoft.com/office/drawing/2014/main" id="{4E3B542B-3515-614D-AC0F-5446B6428548}"/>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1" name="Group 49">
              <a:extLst>
                <a:ext uri="{FF2B5EF4-FFF2-40B4-BE49-F238E27FC236}">
                  <a16:creationId xmlns:a16="http://schemas.microsoft.com/office/drawing/2014/main" id="{3F1A063C-0F0D-D342-925F-8A37EF918AAB}"/>
                </a:ext>
              </a:extLst>
            </p:cNvPr>
            <p:cNvGrpSpPr>
              <a:grpSpLocks/>
            </p:cNvGrpSpPr>
            <p:nvPr/>
          </p:nvGrpSpPr>
          <p:grpSpPr bwMode="auto">
            <a:xfrm>
              <a:off x="4749" y="668"/>
              <a:ext cx="581" cy="145"/>
              <a:chOff x="614" y="2568"/>
              <a:chExt cx="725" cy="139"/>
            </a:xfrm>
          </p:grpSpPr>
          <p:sp>
            <p:nvSpPr>
              <p:cNvPr id="56" name="AutoShape 50">
                <a:extLst>
                  <a:ext uri="{FF2B5EF4-FFF2-40B4-BE49-F238E27FC236}">
                    <a16:creationId xmlns:a16="http://schemas.microsoft.com/office/drawing/2014/main" id="{365C2571-C0AC-DD4F-8C0B-E0135B6B3B26}"/>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7" name="AutoShape 51">
                <a:extLst>
                  <a:ext uri="{FF2B5EF4-FFF2-40B4-BE49-F238E27FC236}">
                    <a16:creationId xmlns:a16="http://schemas.microsoft.com/office/drawing/2014/main" id="{2E2E375F-F5BB-7048-98A7-F203988115E5}"/>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2" name="Rectangle 52">
              <a:extLst>
                <a:ext uri="{FF2B5EF4-FFF2-40B4-BE49-F238E27FC236}">
                  <a16:creationId xmlns:a16="http://schemas.microsoft.com/office/drawing/2014/main" id="{599276A5-9097-4F48-BD66-F55248A53C1E}"/>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3" name="Group 53">
              <a:extLst>
                <a:ext uri="{FF2B5EF4-FFF2-40B4-BE49-F238E27FC236}">
                  <a16:creationId xmlns:a16="http://schemas.microsoft.com/office/drawing/2014/main" id="{E8493614-E5BF-3C4B-A69C-B0D2B204F313}"/>
                </a:ext>
              </a:extLst>
            </p:cNvPr>
            <p:cNvGrpSpPr>
              <a:grpSpLocks/>
            </p:cNvGrpSpPr>
            <p:nvPr/>
          </p:nvGrpSpPr>
          <p:grpSpPr bwMode="auto">
            <a:xfrm>
              <a:off x="4747" y="994"/>
              <a:ext cx="581" cy="134"/>
              <a:chOff x="614" y="2568"/>
              <a:chExt cx="725" cy="139"/>
            </a:xfrm>
          </p:grpSpPr>
          <p:sp>
            <p:nvSpPr>
              <p:cNvPr id="54" name="AutoShape 54">
                <a:extLst>
                  <a:ext uri="{FF2B5EF4-FFF2-40B4-BE49-F238E27FC236}">
                    <a16:creationId xmlns:a16="http://schemas.microsoft.com/office/drawing/2014/main" id="{53114F52-1575-9749-8952-D2DCC610E22E}"/>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AutoShape 55">
                <a:extLst>
                  <a:ext uri="{FF2B5EF4-FFF2-40B4-BE49-F238E27FC236}">
                    <a16:creationId xmlns:a16="http://schemas.microsoft.com/office/drawing/2014/main" id="{DB62F37B-A7AE-8743-A129-954FFFE6206F}"/>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4" name="Rectangle 56">
              <a:extLst>
                <a:ext uri="{FF2B5EF4-FFF2-40B4-BE49-F238E27FC236}">
                  <a16:creationId xmlns:a16="http://schemas.microsoft.com/office/drawing/2014/main" id="{2D963FA1-A98D-9146-9517-70D64C4EADD9}"/>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5" name="Rectangle 57">
              <a:extLst>
                <a:ext uri="{FF2B5EF4-FFF2-40B4-BE49-F238E27FC236}">
                  <a16:creationId xmlns:a16="http://schemas.microsoft.com/office/drawing/2014/main" id="{7B009C8F-02A4-8847-B0EA-D16645DBBFDB}"/>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6" name="Group 58">
              <a:extLst>
                <a:ext uri="{FF2B5EF4-FFF2-40B4-BE49-F238E27FC236}">
                  <a16:creationId xmlns:a16="http://schemas.microsoft.com/office/drawing/2014/main" id="{B1F1EC6C-CC95-F941-9E85-C17672F09480}"/>
                </a:ext>
              </a:extLst>
            </p:cNvPr>
            <p:cNvGrpSpPr>
              <a:grpSpLocks/>
            </p:cNvGrpSpPr>
            <p:nvPr/>
          </p:nvGrpSpPr>
          <p:grpSpPr bwMode="auto">
            <a:xfrm>
              <a:off x="4735" y="1627"/>
              <a:ext cx="582" cy="151"/>
              <a:chOff x="614" y="2568"/>
              <a:chExt cx="725" cy="139"/>
            </a:xfrm>
          </p:grpSpPr>
          <p:sp>
            <p:nvSpPr>
              <p:cNvPr id="52" name="AutoShape 59">
                <a:extLst>
                  <a:ext uri="{FF2B5EF4-FFF2-40B4-BE49-F238E27FC236}">
                    <a16:creationId xmlns:a16="http://schemas.microsoft.com/office/drawing/2014/main" id="{7CAD6A00-FCBF-E349-9263-787D7892605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3" name="AutoShape 60">
                <a:extLst>
                  <a:ext uri="{FF2B5EF4-FFF2-40B4-BE49-F238E27FC236}">
                    <a16:creationId xmlns:a16="http://schemas.microsoft.com/office/drawing/2014/main" id="{8338FE16-5897-AD45-8114-892D80B4C04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7" name="Freeform 61">
              <a:extLst>
                <a:ext uri="{FF2B5EF4-FFF2-40B4-BE49-F238E27FC236}">
                  <a16:creationId xmlns:a16="http://schemas.microsoft.com/office/drawing/2014/main" id="{3BECD43D-8173-6E4A-B0C1-C8A765BA3FD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 name="Group 62">
              <a:extLst>
                <a:ext uri="{FF2B5EF4-FFF2-40B4-BE49-F238E27FC236}">
                  <a16:creationId xmlns:a16="http://schemas.microsoft.com/office/drawing/2014/main" id="{75BFA42A-D868-E642-8EE5-F73001FC89A8}"/>
                </a:ext>
              </a:extLst>
            </p:cNvPr>
            <p:cNvGrpSpPr>
              <a:grpSpLocks/>
            </p:cNvGrpSpPr>
            <p:nvPr/>
          </p:nvGrpSpPr>
          <p:grpSpPr bwMode="auto">
            <a:xfrm>
              <a:off x="4739" y="1327"/>
              <a:ext cx="582" cy="139"/>
              <a:chOff x="614" y="2568"/>
              <a:chExt cx="725" cy="139"/>
            </a:xfrm>
          </p:grpSpPr>
          <p:sp>
            <p:nvSpPr>
              <p:cNvPr id="50" name="AutoShape 63">
                <a:extLst>
                  <a:ext uri="{FF2B5EF4-FFF2-40B4-BE49-F238E27FC236}">
                    <a16:creationId xmlns:a16="http://schemas.microsoft.com/office/drawing/2014/main" id="{76ACB339-3800-EF48-8BAE-12EDC0FAB248}"/>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AutoShape 64">
                <a:extLst>
                  <a:ext uri="{FF2B5EF4-FFF2-40B4-BE49-F238E27FC236}">
                    <a16:creationId xmlns:a16="http://schemas.microsoft.com/office/drawing/2014/main" id="{8E15701E-130D-7A4D-939B-7886ED0C9F93}"/>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9" name="Rectangle 65">
              <a:extLst>
                <a:ext uri="{FF2B5EF4-FFF2-40B4-BE49-F238E27FC236}">
                  <a16:creationId xmlns:a16="http://schemas.microsoft.com/office/drawing/2014/main" id="{6CCE6F19-24CA-4043-A2B7-7D60C738C543}"/>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0" name="Freeform 66">
              <a:extLst>
                <a:ext uri="{FF2B5EF4-FFF2-40B4-BE49-F238E27FC236}">
                  <a16:creationId xmlns:a16="http://schemas.microsoft.com/office/drawing/2014/main" id="{2A28341F-5DEB-B44C-88F8-74F23A6359FF}"/>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67">
              <a:extLst>
                <a:ext uri="{FF2B5EF4-FFF2-40B4-BE49-F238E27FC236}">
                  <a16:creationId xmlns:a16="http://schemas.microsoft.com/office/drawing/2014/main" id="{EDFA6B41-9630-9F47-ABC3-C7388288304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Oval 68">
              <a:extLst>
                <a:ext uri="{FF2B5EF4-FFF2-40B4-BE49-F238E27FC236}">
                  <a16:creationId xmlns:a16="http://schemas.microsoft.com/office/drawing/2014/main" id="{1C7176F1-ECE1-E74E-B7C8-7797741E6F18}"/>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3" name="Freeform 69">
              <a:extLst>
                <a:ext uri="{FF2B5EF4-FFF2-40B4-BE49-F238E27FC236}">
                  <a16:creationId xmlns:a16="http://schemas.microsoft.com/office/drawing/2014/main" id="{D66AA0EC-BC6B-344B-B4D6-64442E95A4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AutoShape 70">
              <a:extLst>
                <a:ext uri="{FF2B5EF4-FFF2-40B4-BE49-F238E27FC236}">
                  <a16:creationId xmlns:a16="http://schemas.microsoft.com/office/drawing/2014/main" id="{832E4567-4C68-074B-AEA6-ACB828E35355}"/>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AutoShape 71">
              <a:extLst>
                <a:ext uri="{FF2B5EF4-FFF2-40B4-BE49-F238E27FC236}">
                  <a16:creationId xmlns:a16="http://schemas.microsoft.com/office/drawing/2014/main" id="{67F8A755-B9EC-9F49-95FB-E4F39802199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6" name="Oval 72">
              <a:extLst>
                <a:ext uri="{FF2B5EF4-FFF2-40B4-BE49-F238E27FC236}">
                  <a16:creationId xmlns:a16="http://schemas.microsoft.com/office/drawing/2014/main" id="{5906629E-4506-1E4E-9123-6965F605C253}"/>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7" name="Oval 73">
              <a:extLst>
                <a:ext uri="{FF2B5EF4-FFF2-40B4-BE49-F238E27FC236}">
                  <a16:creationId xmlns:a16="http://schemas.microsoft.com/office/drawing/2014/main" id="{83F45A09-1088-1D46-AED8-76F1B32CDFEA}"/>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8" name="Oval 74">
              <a:extLst>
                <a:ext uri="{FF2B5EF4-FFF2-40B4-BE49-F238E27FC236}">
                  <a16:creationId xmlns:a16="http://schemas.microsoft.com/office/drawing/2014/main" id="{D16667B0-47FC-D643-9889-1EEC853A4AE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75">
              <a:extLst>
                <a:ext uri="{FF2B5EF4-FFF2-40B4-BE49-F238E27FC236}">
                  <a16:creationId xmlns:a16="http://schemas.microsoft.com/office/drawing/2014/main" id="{22A86370-93A8-014B-BBD6-F67C8EED8E9E}"/>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63" name="Group 43">
            <a:extLst>
              <a:ext uri="{FF2B5EF4-FFF2-40B4-BE49-F238E27FC236}">
                <a16:creationId xmlns:a16="http://schemas.microsoft.com/office/drawing/2014/main" id="{36A665F7-DA44-AD4B-B7B6-65FA291092CF}"/>
              </a:ext>
            </a:extLst>
          </p:cNvPr>
          <p:cNvGrpSpPr>
            <a:grpSpLocks/>
          </p:cNvGrpSpPr>
          <p:nvPr/>
        </p:nvGrpSpPr>
        <p:grpSpPr bwMode="auto">
          <a:xfrm>
            <a:off x="9628476" y="1133303"/>
            <a:ext cx="302736" cy="620580"/>
            <a:chOff x="4140" y="429"/>
            <a:chExt cx="1425" cy="2396"/>
          </a:xfrm>
        </p:grpSpPr>
        <p:sp>
          <p:nvSpPr>
            <p:cNvPr id="64" name="Freeform 44">
              <a:extLst>
                <a:ext uri="{FF2B5EF4-FFF2-40B4-BE49-F238E27FC236}">
                  <a16:creationId xmlns:a16="http://schemas.microsoft.com/office/drawing/2014/main" id="{720EF6ED-B248-674A-99A4-96E903A6294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45">
              <a:extLst>
                <a:ext uri="{FF2B5EF4-FFF2-40B4-BE49-F238E27FC236}">
                  <a16:creationId xmlns:a16="http://schemas.microsoft.com/office/drawing/2014/main" id="{38AB1A91-FBEE-3141-9930-02B3EF189F6A}"/>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6" name="Freeform 46">
              <a:extLst>
                <a:ext uri="{FF2B5EF4-FFF2-40B4-BE49-F238E27FC236}">
                  <a16:creationId xmlns:a16="http://schemas.microsoft.com/office/drawing/2014/main" id="{413C4E64-9257-904B-843E-0AFF647C2E7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7">
              <a:extLst>
                <a:ext uri="{FF2B5EF4-FFF2-40B4-BE49-F238E27FC236}">
                  <a16:creationId xmlns:a16="http://schemas.microsoft.com/office/drawing/2014/main" id="{7FC7B94F-54BF-D841-ADBC-E458F9F0FF3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Rectangle 48">
              <a:extLst>
                <a:ext uri="{FF2B5EF4-FFF2-40B4-BE49-F238E27FC236}">
                  <a16:creationId xmlns:a16="http://schemas.microsoft.com/office/drawing/2014/main" id="{EB1624E1-0701-0F40-AE26-BDCD5DCEA593}"/>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9" name="Group 49">
              <a:extLst>
                <a:ext uri="{FF2B5EF4-FFF2-40B4-BE49-F238E27FC236}">
                  <a16:creationId xmlns:a16="http://schemas.microsoft.com/office/drawing/2014/main" id="{CAC021DC-E11F-DC42-9412-BD2C0C399BE8}"/>
                </a:ext>
              </a:extLst>
            </p:cNvPr>
            <p:cNvGrpSpPr>
              <a:grpSpLocks/>
            </p:cNvGrpSpPr>
            <p:nvPr/>
          </p:nvGrpSpPr>
          <p:grpSpPr bwMode="auto">
            <a:xfrm>
              <a:off x="4749" y="668"/>
              <a:ext cx="581" cy="145"/>
              <a:chOff x="614" y="2568"/>
              <a:chExt cx="725" cy="139"/>
            </a:xfrm>
          </p:grpSpPr>
          <p:sp>
            <p:nvSpPr>
              <p:cNvPr id="94" name="AutoShape 50">
                <a:extLst>
                  <a:ext uri="{FF2B5EF4-FFF2-40B4-BE49-F238E27FC236}">
                    <a16:creationId xmlns:a16="http://schemas.microsoft.com/office/drawing/2014/main" id="{8D780C67-4BAA-7E49-96F5-16CC58563780}"/>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5" name="AutoShape 51">
                <a:extLst>
                  <a:ext uri="{FF2B5EF4-FFF2-40B4-BE49-F238E27FC236}">
                    <a16:creationId xmlns:a16="http://schemas.microsoft.com/office/drawing/2014/main" id="{78C123FD-3471-EF45-B37D-E3820834817A}"/>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0" name="Rectangle 52">
              <a:extLst>
                <a:ext uri="{FF2B5EF4-FFF2-40B4-BE49-F238E27FC236}">
                  <a16:creationId xmlns:a16="http://schemas.microsoft.com/office/drawing/2014/main" id="{5A2221CB-BA38-7749-9467-FA3B7AED94B6}"/>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1" name="Group 53">
              <a:extLst>
                <a:ext uri="{FF2B5EF4-FFF2-40B4-BE49-F238E27FC236}">
                  <a16:creationId xmlns:a16="http://schemas.microsoft.com/office/drawing/2014/main" id="{6065AE00-0D61-7C4C-900C-0CFE2BE0D03E}"/>
                </a:ext>
              </a:extLst>
            </p:cNvPr>
            <p:cNvGrpSpPr>
              <a:grpSpLocks/>
            </p:cNvGrpSpPr>
            <p:nvPr/>
          </p:nvGrpSpPr>
          <p:grpSpPr bwMode="auto">
            <a:xfrm>
              <a:off x="4747" y="994"/>
              <a:ext cx="581" cy="134"/>
              <a:chOff x="614" y="2568"/>
              <a:chExt cx="725" cy="139"/>
            </a:xfrm>
          </p:grpSpPr>
          <p:sp>
            <p:nvSpPr>
              <p:cNvPr id="92" name="AutoShape 54">
                <a:extLst>
                  <a:ext uri="{FF2B5EF4-FFF2-40B4-BE49-F238E27FC236}">
                    <a16:creationId xmlns:a16="http://schemas.microsoft.com/office/drawing/2014/main" id="{4A448B66-F817-A745-8EA1-C03EF50CFDE4}"/>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3" name="AutoShape 55">
                <a:extLst>
                  <a:ext uri="{FF2B5EF4-FFF2-40B4-BE49-F238E27FC236}">
                    <a16:creationId xmlns:a16="http://schemas.microsoft.com/office/drawing/2014/main" id="{A620699C-DAD6-F445-AAE7-28E005A0DFD8}"/>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2" name="Rectangle 56">
              <a:extLst>
                <a:ext uri="{FF2B5EF4-FFF2-40B4-BE49-F238E27FC236}">
                  <a16:creationId xmlns:a16="http://schemas.microsoft.com/office/drawing/2014/main" id="{4670FC57-F525-D849-A249-FF7598EB7F4A}"/>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3" name="Rectangle 57">
              <a:extLst>
                <a:ext uri="{FF2B5EF4-FFF2-40B4-BE49-F238E27FC236}">
                  <a16:creationId xmlns:a16="http://schemas.microsoft.com/office/drawing/2014/main" id="{23434908-EF71-6241-8890-49973F488C30}"/>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4" name="Group 58">
              <a:extLst>
                <a:ext uri="{FF2B5EF4-FFF2-40B4-BE49-F238E27FC236}">
                  <a16:creationId xmlns:a16="http://schemas.microsoft.com/office/drawing/2014/main" id="{0BEED104-A0C2-604F-ADB7-7A0CC2B521FB}"/>
                </a:ext>
              </a:extLst>
            </p:cNvPr>
            <p:cNvGrpSpPr>
              <a:grpSpLocks/>
            </p:cNvGrpSpPr>
            <p:nvPr/>
          </p:nvGrpSpPr>
          <p:grpSpPr bwMode="auto">
            <a:xfrm>
              <a:off x="4735" y="1627"/>
              <a:ext cx="582" cy="151"/>
              <a:chOff x="614" y="2568"/>
              <a:chExt cx="725" cy="139"/>
            </a:xfrm>
          </p:grpSpPr>
          <p:sp>
            <p:nvSpPr>
              <p:cNvPr id="90" name="AutoShape 59">
                <a:extLst>
                  <a:ext uri="{FF2B5EF4-FFF2-40B4-BE49-F238E27FC236}">
                    <a16:creationId xmlns:a16="http://schemas.microsoft.com/office/drawing/2014/main" id="{0BC08FA1-E25B-8D4E-A5C0-77901B325B77}"/>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1" name="AutoShape 60">
                <a:extLst>
                  <a:ext uri="{FF2B5EF4-FFF2-40B4-BE49-F238E27FC236}">
                    <a16:creationId xmlns:a16="http://schemas.microsoft.com/office/drawing/2014/main" id="{C4D23A96-8BA2-7D4B-81E9-EC31FC87ED07}"/>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5" name="Freeform 61">
              <a:extLst>
                <a:ext uri="{FF2B5EF4-FFF2-40B4-BE49-F238E27FC236}">
                  <a16:creationId xmlns:a16="http://schemas.microsoft.com/office/drawing/2014/main" id="{B18E03CB-6F6A-3E47-B686-EC972ED9FBB2}"/>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6" name="Group 62">
              <a:extLst>
                <a:ext uri="{FF2B5EF4-FFF2-40B4-BE49-F238E27FC236}">
                  <a16:creationId xmlns:a16="http://schemas.microsoft.com/office/drawing/2014/main" id="{EF110DE7-64A5-1A4C-8A85-F37C7799C5BE}"/>
                </a:ext>
              </a:extLst>
            </p:cNvPr>
            <p:cNvGrpSpPr>
              <a:grpSpLocks/>
            </p:cNvGrpSpPr>
            <p:nvPr/>
          </p:nvGrpSpPr>
          <p:grpSpPr bwMode="auto">
            <a:xfrm>
              <a:off x="4739" y="1327"/>
              <a:ext cx="582" cy="139"/>
              <a:chOff x="614" y="2568"/>
              <a:chExt cx="725" cy="139"/>
            </a:xfrm>
          </p:grpSpPr>
          <p:sp>
            <p:nvSpPr>
              <p:cNvPr id="88" name="AutoShape 63">
                <a:extLst>
                  <a:ext uri="{FF2B5EF4-FFF2-40B4-BE49-F238E27FC236}">
                    <a16:creationId xmlns:a16="http://schemas.microsoft.com/office/drawing/2014/main" id="{327C23D1-08FF-2743-89A8-0F6315DB84BD}"/>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9" name="AutoShape 64">
                <a:extLst>
                  <a:ext uri="{FF2B5EF4-FFF2-40B4-BE49-F238E27FC236}">
                    <a16:creationId xmlns:a16="http://schemas.microsoft.com/office/drawing/2014/main" id="{8687BE83-72B1-2948-9845-040B8B4B0408}"/>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7" name="Rectangle 65">
              <a:extLst>
                <a:ext uri="{FF2B5EF4-FFF2-40B4-BE49-F238E27FC236}">
                  <a16:creationId xmlns:a16="http://schemas.microsoft.com/office/drawing/2014/main" id="{F776310D-3544-D142-97B4-F2F00A1AC9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8" name="Freeform 66">
              <a:extLst>
                <a:ext uri="{FF2B5EF4-FFF2-40B4-BE49-F238E27FC236}">
                  <a16:creationId xmlns:a16="http://schemas.microsoft.com/office/drawing/2014/main" id="{4C033668-E94B-0E4E-BBCE-069F172D337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67">
              <a:extLst>
                <a:ext uri="{FF2B5EF4-FFF2-40B4-BE49-F238E27FC236}">
                  <a16:creationId xmlns:a16="http://schemas.microsoft.com/office/drawing/2014/main" id="{DC0B0478-C1D9-0046-A23B-D886AB632CE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68">
              <a:extLst>
                <a:ext uri="{FF2B5EF4-FFF2-40B4-BE49-F238E27FC236}">
                  <a16:creationId xmlns:a16="http://schemas.microsoft.com/office/drawing/2014/main" id="{A32BD7FF-72FE-6443-8650-0A6A334962BC}"/>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1" name="Freeform 69">
              <a:extLst>
                <a:ext uri="{FF2B5EF4-FFF2-40B4-BE49-F238E27FC236}">
                  <a16:creationId xmlns:a16="http://schemas.microsoft.com/office/drawing/2014/main" id="{6050B46A-99D7-BE45-AF3A-D5364444A6E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AutoShape 70">
              <a:extLst>
                <a:ext uri="{FF2B5EF4-FFF2-40B4-BE49-F238E27FC236}">
                  <a16:creationId xmlns:a16="http://schemas.microsoft.com/office/drawing/2014/main" id="{D23062E1-60FC-864E-A235-B0A1E921D6D3}"/>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3" name="AutoShape 71">
              <a:extLst>
                <a:ext uri="{FF2B5EF4-FFF2-40B4-BE49-F238E27FC236}">
                  <a16:creationId xmlns:a16="http://schemas.microsoft.com/office/drawing/2014/main" id="{E5263FDE-E525-C044-8987-248993FDEF3F}"/>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Oval 72">
              <a:extLst>
                <a:ext uri="{FF2B5EF4-FFF2-40B4-BE49-F238E27FC236}">
                  <a16:creationId xmlns:a16="http://schemas.microsoft.com/office/drawing/2014/main" id="{2DA10128-E8BC-314D-954C-8A0197A01BFE}"/>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73">
              <a:extLst>
                <a:ext uri="{FF2B5EF4-FFF2-40B4-BE49-F238E27FC236}">
                  <a16:creationId xmlns:a16="http://schemas.microsoft.com/office/drawing/2014/main" id="{3407F73C-E949-224D-965B-E440F97DD131}"/>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6" name="Oval 74">
              <a:extLst>
                <a:ext uri="{FF2B5EF4-FFF2-40B4-BE49-F238E27FC236}">
                  <a16:creationId xmlns:a16="http://schemas.microsoft.com/office/drawing/2014/main" id="{B3E6374F-2478-844C-8FAE-082D84F4AF3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7" name="Rectangle 75">
              <a:extLst>
                <a:ext uri="{FF2B5EF4-FFF2-40B4-BE49-F238E27FC236}">
                  <a16:creationId xmlns:a16="http://schemas.microsoft.com/office/drawing/2014/main" id="{6045DF2A-0FBD-094E-8F87-423339790074}"/>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4BAA52C1-A711-F843-BEA2-9AB59FD36A9E}"/>
              </a:ext>
            </a:extLst>
          </p:cNvPr>
          <p:cNvGrpSpPr/>
          <p:nvPr/>
        </p:nvGrpSpPr>
        <p:grpSpPr>
          <a:xfrm>
            <a:off x="7963592" y="3346866"/>
            <a:ext cx="3507671" cy="1391389"/>
            <a:chOff x="7963592" y="3346866"/>
            <a:chExt cx="3507671" cy="1391389"/>
          </a:xfrm>
        </p:grpSpPr>
        <p:sp>
          <p:nvSpPr>
            <p:cNvPr id="96" name="Line 18">
              <a:extLst>
                <a:ext uri="{FF2B5EF4-FFF2-40B4-BE49-F238E27FC236}">
                  <a16:creationId xmlns:a16="http://schemas.microsoft.com/office/drawing/2014/main" id="{DAFB71B0-CADE-A94E-B910-CA1B2F98385B}"/>
                </a:ext>
              </a:extLst>
            </p:cNvPr>
            <p:cNvSpPr>
              <a:spLocks noChangeShapeType="1"/>
            </p:cNvSpPr>
            <p:nvPr/>
          </p:nvSpPr>
          <p:spPr bwMode="auto">
            <a:xfrm flipH="1">
              <a:off x="9778988" y="337722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9">
              <a:extLst>
                <a:ext uri="{FF2B5EF4-FFF2-40B4-BE49-F238E27FC236}">
                  <a16:creationId xmlns:a16="http://schemas.microsoft.com/office/drawing/2014/main" id="{01CE800B-0C3C-BD45-ADD9-6BD2CA9B1D60}"/>
                </a:ext>
              </a:extLst>
            </p:cNvPr>
            <p:cNvSpPr>
              <a:spLocks noChangeShapeType="1"/>
            </p:cNvSpPr>
            <p:nvPr/>
          </p:nvSpPr>
          <p:spPr bwMode="auto">
            <a:xfrm>
              <a:off x="9786925" y="383535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18">
              <a:extLst>
                <a:ext uri="{FF2B5EF4-FFF2-40B4-BE49-F238E27FC236}">
                  <a16:creationId xmlns:a16="http://schemas.microsoft.com/office/drawing/2014/main" id="{56583440-860C-5248-899B-B6C0BD12C6B3}"/>
                </a:ext>
              </a:extLst>
            </p:cNvPr>
            <p:cNvSpPr>
              <a:spLocks noChangeShapeType="1"/>
            </p:cNvSpPr>
            <p:nvPr/>
          </p:nvSpPr>
          <p:spPr bwMode="auto">
            <a:xfrm flipH="1">
              <a:off x="9781759" y="429439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50D6B51D-F16D-C648-9B06-B18E393A7937}"/>
                </a:ext>
              </a:extLst>
            </p:cNvPr>
            <p:cNvSpPr txBox="1"/>
            <p:nvPr/>
          </p:nvSpPr>
          <p:spPr>
            <a:xfrm>
              <a:off x="10274100" y="3374969"/>
              <a:ext cx="548639"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220</a:t>
              </a:r>
            </a:p>
          </p:txBody>
        </p:sp>
        <p:sp>
          <p:nvSpPr>
            <p:cNvPr id="107" name="TextBox 106">
              <a:extLst>
                <a:ext uri="{FF2B5EF4-FFF2-40B4-BE49-F238E27FC236}">
                  <a16:creationId xmlns:a16="http://schemas.microsoft.com/office/drawing/2014/main" id="{281B67B0-9202-3141-BB17-579825F0D8DB}"/>
                </a:ext>
              </a:extLst>
            </p:cNvPr>
            <p:cNvSpPr txBox="1"/>
            <p:nvPr/>
          </p:nvSpPr>
          <p:spPr>
            <a:xfrm>
              <a:off x="10110616" y="4358640"/>
              <a:ext cx="1127759"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250 Hello</a:t>
              </a:r>
            </a:p>
          </p:txBody>
        </p:sp>
        <p:sp>
          <p:nvSpPr>
            <p:cNvPr id="108" name="TextBox 107">
              <a:extLst>
                <a:ext uri="{FF2B5EF4-FFF2-40B4-BE49-F238E27FC236}">
                  <a16:creationId xmlns:a16="http://schemas.microsoft.com/office/drawing/2014/main" id="{1166F236-B330-B049-81C5-C27349358BA0}"/>
                </a:ext>
              </a:extLst>
            </p:cNvPr>
            <p:cNvSpPr txBox="1"/>
            <p:nvPr/>
          </p:nvSpPr>
          <p:spPr>
            <a:xfrm>
              <a:off x="10293496" y="3859879"/>
              <a:ext cx="695497"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HELO</a:t>
              </a:r>
            </a:p>
          </p:txBody>
        </p:sp>
        <p:sp>
          <p:nvSpPr>
            <p:cNvPr id="109" name="AutoShape 25">
              <a:extLst>
                <a:ext uri="{FF2B5EF4-FFF2-40B4-BE49-F238E27FC236}">
                  <a16:creationId xmlns:a16="http://schemas.microsoft.com/office/drawing/2014/main" id="{B3532E9F-B52F-EE40-916E-F3743036B84D}"/>
                </a:ext>
              </a:extLst>
            </p:cNvPr>
            <p:cNvSpPr>
              <a:spLocks/>
            </p:cNvSpPr>
            <p:nvPr/>
          </p:nvSpPr>
          <p:spPr bwMode="auto">
            <a:xfrm>
              <a:off x="9589901" y="3346866"/>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0" name="Text Box 26">
              <a:extLst>
                <a:ext uri="{FF2B5EF4-FFF2-40B4-BE49-F238E27FC236}">
                  <a16:creationId xmlns:a16="http://schemas.microsoft.com/office/drawing/2014/main" id="{3B861658-DE9B-9046-ACBD-7560EACF06FA}"/>
                </a:ext>
              </a:extLst>
            </p:cNvPr>
            <p:cNvSpPr txBox="1">
              <a:spLocks noChangeArrowheads="1"/>
            </p:cNvSpPr>
            <p:nvPr/>
          </p:nvSpPr>
          <p:spPr bwMode="auto">
            <a:xfrm>
              <a:off x="7963592" y="3757509"/>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a:t>
              </a:r>
            </a:p>
          </p:txBody>
        </p:sp>
      </p:grpSp>
      <p:sp>
        <p:nvSpPr>
          <p:cNvPr id="111" name="Text Box 24">
            <a:extLst>
              <a:ext uri="{FF2B5EF4-FFF2-40B4-BE49-F238E27FC236}">
                <a16:creationId xmlns:a16="http://schemas.microsoft.com/office/drawing/2014/main" id="{1AB225C5-3897-CE47-9E7A-F5B2FC51E3DE}"/>
              </a:ext>
            </a:extLst>
          </p:cNvPr>
          <p:cNvSpPr txBox="1">
            <a:spLocks noChangeArrowheads="1"/>
          </p:cNvSpPr>
          <p:nvPr/>
        </p:nvSpPr>
        <p:spPr bwMode="auto">
          <a:xfrm>
            <a:off x="7699837" y="2515905"/>
            <a:ext cx="2192308"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TCP connection</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initiated</a:t>
            </a:r>
          </a:p>
        </p:txBody>
      </p:sp>
      <p:sp>
        <p:nvSpPr>
          <p:cNvPr id="112" name="Text Box 37">
            <a:extLst>
              <a:ext uri="{FF2B5EF4-FFF2-40B4-BE49-F238E27FC236}">
                <a16:creationId xmlns:a16="http://schemas.microsoft.com/office/drawing/2014/main" id="{40F2207E-339D-D64D-83CD-4CF07C6412A9}"/>
              </a:ext>
            </a:extLst>
          </p:cNvPr>
          <p:cNvSpPr txBox="1">
            <a:spLocks noChangeArrowheads="1"/>
          </p:cNvSpPr>
          <p:nvPr/>
        </p:nvSpPr>
        <p:spPr bwMode="auto">
          <a:xfrm>
            <a:off x="8589284" y="482929"/>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sp>
        <p:nvSpPr>
          <p:cNvPr id="113" name="Text Box 37">
            <a:extLst>
              <a:ext uri="{FF2B5EF4-FFF2-40B4-BE49-F238E27FC236}">
                <a16:creationId xmlns:a16="http://schemas.microsoft.com/office/drawing/2014/main" id="{59390DD3-9B16-EC4B-86FC-6D12AD88A708}"/>
              </a:ext>
            </a:extLst>
          </p:cNvPr>
          <p:cNvSpPr txBox="1">
            <a:spLocks noChangeArrowheads="1"/>
          </p:cNvSpPr>
          <p:nvPr/>
        </p:nvSpPr>
        <p:spPr bwMode="auto">
          <a:xfrm>
            <a:off x="10344050" y="485700"/>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grpSp>
        <p:nvGrpSpPr>
          <p:cNvPr id="116" name="Group 115">
            <a:extLst>
              <a:ext uri="{FF2B5EF4-FFF2-40B4-BE49-F238E27FC236}">
                <a16:creationId xmlns:a16="http://schemas.microsoft.com/office/drawing/2014/main" id="{A69C7318-30FE-6549-B28A-E671678A3F17}"/>
              </a:ext>
            </a:extLst>
          </p:cNvPr>
          <p:cNvGrpSpPr/>
          <p:nvPr/>
        </p:nvGrpSpPr>
        <p:grpSpPr>
          <a:xfrm>
            <a:off x="7966363" y="4829303"/>
            <a:ext cx="1745242" cy="1391389"/>
            <a:chOff x="7966363" y="4829303"/>
            <a:chExt cx="1745242" cy="1391389"/>
          </a:xfrm>
        </p:grpSpPr>
        <p:sp>
          <p:nvSpPr>
            <p:cNvPr id="114" name="AutoShape 25">
              <a:extLst>
                <a:ext uri="{FF2B5EF4-FFF2-40B4-BE49-F238E27FC236}">
                  <a16:creationId xmlns:a16="http://schemas.microsoft.com/office/drawing/2014/main" id="{E945F49C-1ED9-E94C-A6C5-EB45DB3BD901}"/>
                </a:ext>
              </a:extLst>
            </p:cNvPr>
            <p:cNvSpPr>
              <a:spLocks/>
            </p:cNvSpPr>
            <p:nvPr/>
          </p:nvSpPr>
          <p:spPr bwMode="auto">
            <a:xfrm>
              <a:off x="9559421" y="4829303"/>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5" name="Text Box 26">
              <a:extLst>
                <a:ext uri="{FF2B5EF4-FFF2-40B4-BE49-F238E27FC236}">
                  <a16:creationId xmlns:a16="http://schemas.microsoft.com/office/drawing/2014/main" id="{8FEE0406-B0E9-A947-A9BE-28C68378043E}"/>
                </a:ext>
              </a:extLst>
            </p:cNvPr>
            <p:cNvSpPr txBox="1">
              <a:spLocks noChangeArrowheads="1"/>
            </p:cNvSpPr>
            <p:nvPr/>
          </p:nvSpPr>
          <p:spPr bwMode="auto">
            <a:xfrm>
              <a:off x="7966363" y="5223320"/>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transfers</a:t>
              </a:r>
            </a:p>
          </p:txBody>
        </p:sp>
      </p:grpSp>
      <p:sp>
        <p:nvSpPr>
          <p:cNvPr id="98" name="Slide Number Placeholder 2">
            <a:extLst>
              <a:ext uri="{FF2B5EF4-FFF2-40B4-BE49-F238E27FC236}">
                <a16:creationId xmlns:a16="http://schemas.microsoft.com/office/drawing/2014/main" id="{D42AF363-59AE-A349-BD98-DB00532A00F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49</a:t>
            </a:fld>
            <a:endParaRPr lang="en-US" dirty="0"/>
          </a:p>
        </p:txBody>
      </p:sp>
    </p:spTree>
    <p:extLst>
      <p:ext uri="{BB962C8B-B14F-4D97-AF65-F5344CB8AC3E}">
        <p14:creationId xmlns:p14="http://schemas.microsoft.com/office/powerpoint/2010/main" val="27986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5">
                                            <p:txEl>
                                              <p:pRg st="2" end="2"/>
                                            </p:txEl>
                                          </p:spTgt>
                                        </p:tgtEl>
                                        <p:attrNameLst>
                                          <p:attrName>style.visibility</p:attrName>
                                        </p:attrNameLst>
                                      </p:cBhvr>
                                      <p:to>
                                        <p:strVal val="visible"/>
                                      </p:to>
                                    </p:set>
                                    <p:animEffect transition="in" filter="dissolve">
                                      <p:cBhvr>
                                        <p:cTn id="7" dur="500"/>
                                        <p:tgtEl>
                                          <p:spTgt spid="215">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5">
                                            <p:txEl>
                                              <p:pRg st="3" end="3"/>
                                            </p:txEl>
                                          </p:spTgt>
                                        </p:tgtEl>
                                        <p:attrNameLst>
                                          <p:attrName>style.visibility</p:attrName>
                                        </p:attrNameLst>
                                      </p:cBhvr>
                                      <p:to>
                                        <p:strVal val="visible"/>
                                      </p:to>
                                    </p:set>
                                    <p:animEffect transition="in" filter="dissolve">
                                      <p:cBhvr>
                                        <p:cTn id="12" dur="500"/>
                                        <p:tgtEl>
                                          <p:spTgt spid="215">
                                            <p:txEl>
                                              <p:pRg st="3" end="3"/>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dissolve">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15">
                                            <p:txEl>
                                              <p:pRg st="4" end="4"/>
                                            </p:txEl>
                                          </p:spTgt>
                                        </p:tgtEl>
                                        <p:attrNameLst>
                                          <p:attrName>style.visibility</p:attrName>
                                        </p:attrNameLst>
                                      </p:cBhvr>
                                      <p:to>
                                        <p:strVal val="visible"/>
                                      </p:to>
                                    </p:set>
                                    <p:animEffect transition="in" filter="dissolve">
                                      <p:cBhvr>
                                        <p:cTn id="20" dur="500"/>
                                        <p:tgtEl>
                                          <p:spTgt spid="215">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16"/>
                                        </p:tgtEl>
                                        <p:attrNameLst>
                                          <p:attrName>style.visibility</p:attrName>
                                        </p:attrNameLst>
                                      </p:cBhvr>
                                      <p:to>
                                        <p:strVal val="visible"/>
                                      </p:to>
                                    </p:set>
                                    <p:animEffect transition="in" filter="dissolve">
                                      <p:cBhvr>
                                        <p:cTn id="23" dur="500"/>
                                        <p:tgtEl>
                                          <p:spTgt spid="11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15">
                                            <p:txEl>
                                              <p:pRg st="5" end="5"/>
                                            </p:txEl>
                                          </p:spTgt>
                                        </p:tgtEl>
                                        <p:attrNameLst>
                                          <p:attrName>style.visibility</p:attrName>
                                        </p:attrNameLst>
                                      </p:cBhvr>
                                      <p:to>
                                        <p:strVal val="visible"/>
                                      </p:to>
                                    </p:set>
                                    <p:animEffect transition="in" filter="dissolve">
                                      <p:cBhvr>
                                        <p:cTn id="28" dur="500"/>
                                        <p:tgtEl>
                                          <p:spTgt spid="215">
                                            <p:txEl>
                                              <p:pRg st="5" end="5"/>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15">
                                            <p:txEl>
                                              <p:pRg st="6" end="6"/>
                                            </p:txEl>
                                          </p:spTgt>
                                        </p:tgtEl>
                                        <p:attrNameLst>
                                          <p:attrName>style.visibility</p:attrName>
                                        </p:attrNameLst>
                                      </p:cBhvr>
                                      <p:to>
                                        <p:strVal val="visible"/>
                                      </p:to>
                                    </p:set>
                                    <p:animEffect transition="in" filter="dissolve">
                                      <p:cBhvr>
                                        <p:cTn id="33" dur="500"/>
                                        <p:tgtEl>
                                          <p:spTgt spid="215">
                                            <p:txEl>
                                              <p:pRg st="6" end="6"/>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215">
                                            <p:txEl>
                                              <p:pRg st="7" end="7"/>
                                            </p:txEl>
                                          </p:spTgt>
                                        </p:tgtEl>
                                        <p:attrNameLst>
                                          <p:attrName>style.visibility</p:attrName>
                                        </p:attrNameLst>
                                      </p:cBhvr>
                                      <p:to>
                                        <p:strVal val="visible"/>
                                      </p:to>
                                    </p:set>
                                    <p:animEffect transition="in" filter="dissolve">
                                      <p:cBhvr>
                                        <p:cTn id="36" dur="500"/>
                                        <p:tgtEl>
                                          <p:spTgt spid="215">
                                            <p:txEl>
                                              <p:pRg st="7" end="7"/>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215">
                                            <p:txEl>
                                              <p:pRg st="8" end="8"/>
                                            </p:txEl>
                                          </p:spTgt>
                                        </p:tgtEl>
                                        <p:attrNameLst>
                                          <p:attrName>style.visibility</p:attrName>
                                        </p:attrNameLst>
                                      </p:cBhvr>
                                      <p:to>
                                        <p:strVal val="visible"/>
                                      </p:to>
                                    </p:set>
                                    <p:animEffect transition="in" filter="dissolve">
                                      <p:cBhvr>
                                        <p:cTn id="39" dur="500"/>
                                        <p:tgtEl>
                                          <p:spTgt spid="215">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Scenario: Alice sends e-mail to Bob</a:t>
            </a:r>
            <a:endParaRPr lang="en-US" sz="4400" dirty="0"/>
          </a:p>
        </p:txBody>
      </p:sp>
      <p:sp>
        <p:nvSpPr>
          <p:cNvPr id="78" name="Rectangle 3">
            <a:extLst>
              <a:ext uri="{FF2B5EF4-FFF2-40B4-BE49-F238E27FC236}">
                <a16:creationId xmlns:a16="http://schemas.microsoft.com/office/drawing/2014/main" id="{2933C95F-5827-EE44-BCBB-0C3F4EACA630}"/>
              </a:ext>
            </a:extLst>
          </p:cNvPr>
          <p:cNvSpPr txBox="1">
            <a:spLocks noChangeArrowheads="1"/>
          </p:cNvSpPr>
          <p:nvPr/>
        </p:nvSpPr>
        <p:spPr>
          <a:xfrm>
            <a:off x="707567" y="1371600"/>
            <a:ext cx="5071156" cy="115388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 Alice uses UA to compose e-mail message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bob@someschool.edu</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Rectangle 4">
            <a:extLst>
              <a:ext uri="{FF2B5EF4-FFF2-40B4-BE49-F238E27FC236}">
                <a16:creationId xmlns:a16="http://schemas.microsoft.com/office/drawing/2014/main" id="{00C4C8B9-B23B-0F45-80BC-6C453604E658}"/>
              </a:ext>
            </a:extLst>
          </p:cNvPr>
          <p:cNvSpPr txBox="1">
            <a:spLocks noChangeArrowheads="1"/>
          </p:cNvSpPr>
          <p:nvPr/>
        </p:nvSpPr>
        <p:spPr>
          <a:xfrm>
            <a:off x="6638017" y="1329168"/>
            <a:ext cx="5071155" cy="94639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4) SMTP client sends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message over the TCP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Calibri" panose="020F0502020204030204" pitchFamily="34" charset="0"/>
              </a:rPr>
              <a:t>connection</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grpSp>
        <p:nvGrpSpPr>
          <p:cNvPr id="255" name="Group 163">
            <a:extLst>
              <a:ext uri="{FF2B5EF4-FFF2-40B4-BE49-F238E27FC236}">
                <a16:creationId xmlns:a16="http://schemas.microsoft.com/office/drawing/2014/main" id="{08B09F9F-6FE5-BF42-B610-1A1E41F8BEC8}"/>
              </a:ext>
            </a:extLst>
          </p:cNvPr>
          <p:cNvGrpSpPr>
            <a:grpSpLocks/>
          </p:cNvGrpSpPr>
          <p:nvPr/>
        </p:nvGrpSpPr>
        <p:grpSpPr bwMode="auto">
          <a:xfrm>
            <a:off x="2304142" y="4981175"/>
            <a:ext cx="912813" cy="1054100"/>
            <a:chOff x="3574" y="550"/>
            <a:chExt cx="575" cy="664"/>
          </a:xfrm>
        </p:grpSpPr>
        <p:grpSp>
          <p:nvGrpSpPr>
            <p:cNvPr id="256" name="Group 164">
              <a:extLst>
                <a:ext uri="{FF2B5EF4-FFF2-40B4-BE49-F238E27FC236}">
                  <a16:creationId xmlns:a16="http://schemas.microsoft.com/office/drawing/2014/main" id="{CD93400A-6D0D-684A-BBBD-FEAE608B92E1}"/>
                </a:ext>
              </a:extLst>
            </p:cNvPr>
            <p:cNvGrpSpPr>
              <a:grpSpLocks/>
            </p:cNvGrpSpPr>
            <p:nvPr/>
          </p:nvGrpSpPr>
          <p:grpSpPr bwMode="auto">
            <a:xfrm>
              <a:off x="3588" y="692"/>
              <a:ext cx="561" cy="522"/>
              <a:chOff x="-44" y="1473"/>
              <a:chExt cx="981" cy="1105"/>
            </a:xfrm>
          </p:grpSpPr>
          <p:pic>
            <p:nvPicPr>
              <p:cNvPr id="259" name="Picture 165" descr="desktop_computer_stylized_medium">
                <a:extLst>
                  <a:ext uri="{FF2B5EF4-FFF2-40B4-BE49-F238E27FC236}">
                    <a16:creationId xmlns:a16="http://schemas.microsoft.com/office/drawing/2014/main" id="{1D1523A8-A1B8-B44C-A152-2078AE01C6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166">
                <a:extLst>
                  <a:ext uri="{FF2B5EF4-FFF2-40B4-BE49-F238E27FC236}">
                    <a16:creationId xmlns:a16="http://schemas.microsoft.com/office/drawing/2014/main" id="{A1C82B36-BF01-F24C-877C-0E2759BF1A5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D073CDC3-856E-F34F-AD4D-EDC68C2D289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4645B38D-9175-AD49-B83F-C3999FDDBD63}"/>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1" name="Group 130">
            <a:extLst>
              <a:ext uri="{FF2B5EF4-FFF2-40B4-BE49-F238E27FC236}">
                <a16:creationId xmlns:a16="http://schemas.microsoft.com/office/drawing/2014/main" id="{13EDFF6E-21A5-9348-B003-C5417A1E00C5}"/>
              </a:ext>
            </a:extLst>
          </p:cNvPr>
          <p:cNvGrpSpPr>
            <a:grpSpLocks/>
          </p:cNvGrpSpPr>
          <p:nvPr/>
        </p:nvGrpSpPr>
        <p:grpSpPr bwMode="auto">
          <a:xfrm>
            <a:off x="6014130" y="4712887"/>
            <a:ext cx="511175" cy="693738"/>
            <a:chOff x="4140" y="429"/>
            <a:chExt cx="1425" cy="2396"/>
          </a:xfrm>
        </p:grpSpPr>
        <p:sp>
          <p:nvSpPr>
            <p:cNvPr id="262" name="Freeform 131">
              <a:extLst>
                <a:ext uri="{FF2B5EF4-FFF2-40B4-BE49-F238E27FC236}">
                  <a16:creationId xmlns:a16="http://schemas.microsoft.com/office/drawing/2014/main" id="{61FD7F4A-FEC8-9A47-901F-32CC32BCA2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132">
              <a:extLst>
                <a:ext uri="{FF2B5EF4-FFF2-40B4-BE49-F238E27FC236}">
                  <a16:creationId xmlns:a16="http://schemas.microsoft.com/office/drawing/2014/main" id="{EB17B35A-AE03-6345-8385-2A3ECEF18FFD}"/>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133">
              <a:extLst>
                <a:ext uri="{FF2B5EF4-FFF2-40B4-BE49-F238E27FC236}">
                  <a16:creationId xmlns:a16="http://schemas.microsoft.com/office/drawing/2014/main" id="{C8ABAA8F-E55F-F847-A050-27D27A3D35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Freeform 134">
              <a:extLst>
                <a:ext uri="{FF2B5EF4-FFF2-40B4-BE49-F238E27FC236}">
                  <a16:creationId xmlns:a16="http://schemas.microsoft.com/office/drawing/2014/main" id="{CB3506B1-1B76-2B4F-92ED-0581496CD79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Rectangle 135">
              <a:extLst>
                <a:ext uri="{FF2B5EF4-FFF2-40B4-BE49-F238E27FC236}">
                  <a16:creationId xmlns:a16="http://schemas.microsoft.com/office/drawing/2014/main" id="{C29141DC-E1CD-CA47-AA6E-3F36A18F879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7" name="Group 136">
              <a:extLst>
                <a:ext uri="{FF2B5EF4-FFF2-40B4-BE49-F238E27FC236}">
                  <a16:creationId xmlns:a16="http://schemas.microsoft.com/office/drawing/2014/main" id="{EAB3ACB3-470F-C840-AA24-17BBD7FD58A3}"/>
                </a:ext>
              </a:extLst>
            </p:cNvPr>
            <p:cNvGrpSpPr>
              <a:grpSpLocks/>
            </p:cNvGrpSpPr>
            <p:nvPr/>
          </p:nvGrpSpPr>
          <p:grpSpPr bwMode="auto">
            <a:xfrm>
              <a:off x="4749" y="668"/>
              <a:ext cx="581" cy="145"/>
              <a:chOff x="614" y="2568"/>
              <a:chExt cx="725" cy="139"/>
            </a:xfrm>
          </p:grpSpPr>
          <p:sp>
            <p:nvSpPr>
              <p:cNvPr id="292" name="AutoShape 137">
                <a:extLst>
                  <a:ext uri="{FF2B5EF4-FFF2-40B4-BE49-F238E27FC236}">
                    <a16:creationId xmlns:a16="http://schemas.microsoft.com/office/drawing/2014/main" id="{C020859C-D00D-7B45-962D-E8E3647B9B6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138">
                <a:extLst>
                  <a:ext uri="{FF2B5EF4-FFF2-40B4-BE49-F238E27FC236}">
                    <a16:creationId xmlns:a16="http://schemas.microsoft.com/office/drawing/2014/main" id="{60E64D16-745C-7C42-81A9-0C7B93AE076D}"/>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68" name="Rectangle 139">
              <a:extLst>
                <a:ext uri="{FF2B5EF4-FFF2-40B4-BE49-F238E27FC236}">
                  <a16:creationId xmlns:a16="http://schemas.microsoft.com/office/drawing/2014/main" id="{F1D855D2-71AC-984F-9A72-50E8ABC1B688}"/>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9" name="Group 140">
              <a:extLst>
                <a:ext uri="{FF2B5EF4-FFF2-40B4-BE49-F238E27FC236}">
                  <a16:creationId xmlns:a16="http://schemas.microsoft.com/office/drawing/2014/main" id="{20BB9E40-6067-8049-AD58-FBE8FE00A726}"/>
                </a:ext>
              </a:extLst>
            </p:cNvPr>
            <p:cNvGrpSpPr>
              <a:grpSpLocks/>
            </p:cNvGrpSpPr>
            <p:nvPr/>
          </p:nvGrpSpPr>
          <p:grpSpPr bwMode="auto">
            <a:xfrm>
              <a:off x="4747" y="994"/>
              <a:ext cx="581" cy="134"/>
              <a:chOff x="614" y="2568"/>
              <a:chExt cx="725" cy="139"/>
            </a:xfrm>
          </p:grpSpPr>
          <p:sp>
            <p:nvSpPr>
              <p:cNvPr id="290" name="AutoShape 141">
                <a:extLst>
                  <a:ext uri="{FF2B5EF4-FFF2-40B4-BE49-F238E27FC236}">
                    <a16:creationId xmlns:a16="http://schemas.microsoft.com/office/drawing/2014/main" id="{2B68BE35-A43A-9149-A03B-07B187ED188F}"/>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AutoShape 142">
                <a:extLst>
                  <a:ext uri="{FF2B5EF4-FFF2-40B4-BE49-F238E27FC236}">
                    <a16:creationId xmlns:a16="http://schemas.microsoft.com/office/drawing/2014/main" id="{43D29C0B-DA7B-C74E-A16B-88D6DA5FC343}"/>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0" name="Rectangle 143">
              <a:extLst>
                <a:ext uri="{FF2B5EF4-FFF2-40B4-BE49-F238E27FC236}">
                  <a16:creationId xmlns:a16="http://schemas.microsoft.com/office/drawing/2014/main" id="{0F5C4F7B-5FAA-1840-9009-D9D57F79D69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Rectangle 144">
              <a:extLst>
                <a:ext uri="{FF2B5EF4-FFF2-40B4-BE49-F238E27FC236}">
                  <a16:creationId xmlns:a16="http://schemas.microsoft.com/office/drawing/2014/main" id="{BF7A105A-0D0F-D945-913B-9DE9C972C242}"/>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2" name="Group 145">
              <a:extLst>
                <a:ext uri="{FF2B5EF4-FFF2-40B4-BE49-F238E27FC236}">
                  <a16:creationId xmlns:a16="http://schemas.microsoft.com/office/drawing/2014/main" id="{10CBB227-95A4-914B-BF9A-A9635D613B84}"/>
                </a:ext>
              </a:extLst>
            </p:cNvPr>
            <p:cNvGrpSpPr>
              <a:grpSpLocks/>
            </p:cNvGrpSpPr>
            <p:nvPr/>
          </p:nvGrpSpPr>
          <p:grpSpPr bwMode="auto">
            <a:xfrm>
              <a:off x="4735" y="1627"/>
              <a:ext cx="582" cy="151"/>
              <a:chOff x="614" y="2568"/>
              <a:chExt cx="725" cy="139"/>
            </a:xfrm>
          </p:grpSpPr>
          <p:sp>
            <p:nvSpPr>
              <p:cNvPr id="288" name="AutoShape 146">
                <a:extLst>
                  <a:ext uri="{FF2B5EF4-FFF2-40B4-BE49-F238E27FC236}">
                    <a16:creationId xmlns:a16="http://schemas.microsoft.com/office/drawing/2014/main" id="{DB5D7EB6-D073-2D4B-B3BB-04D89CC597F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AutoShape 147">
                <a:extLst>
                  <a:ext uri="{FF2B5EF4-FFF2-40B4-BE49-F238E27FC236}">
                    <a16:creationId xmlns:a16="http://schemas.microsoft.com/office/drawing/2014/main" id="{A0CFD582-078B-8445-A2D9-CF20F92CDD18}"/>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3" name="Freeform 148">
              <a:extLst>
                <a:ext uri="{FF2B5EF4-FFF2-40B4-BE49-F238E27FC236}">
                  <a16:creationId xmlns:a16="http://schemas.microsoft.com/office/drawing/2014/main" id="{947FD5AC-F03D-0B44-BCDE-4549BC61250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4" name="Group 149">
              <a:extLst>
                <a:ext uri="{FF2B5EF4-FFF2-40B4-BE49-F238E27FC236}">
                  <a16:creationId xmlns:a16="http://schemas.microsoft.com/office/drawing/2014/main" id="{9B44B04A-F8ED-0347-ADCB-1B8E61433E6D}"/>
                </a:ext>
              </a:extLst>
            </p:cNvPr>
            <p:cNvGrpSpPr>
              <a:grpSpLocks/>
            </p:cNvGrpSpPr>
            <p:nvPr/>
          </p:nvGrpSpPr>
          <p:grpSpPr bwMode="auto">
            <a:xfrm>
              <a:off x="4739" y="1327"/>
              <a:ext cx="582" cy="139"/>
              <a:chOff x="614" y="2568"/>
              <a:chExt cx="725" cy="139"/>
            </a:xfrm>
          </p:grpSpPr>
          <p:sp>
            <p:nvSpPr>
              <p:cNvPr id="286" name="AutoShape 150">
                <a:extLst>
                  <a:ext uri="{FF2B5EF4-FFF2-40B4-BE49-F238E27FC236}">
                    <a16:creationId xmlns:a16="http://schemas.microsoft.com/office/drawing/2014/main" id="{636BD840-6281-2248-803C-E55A27601CE0}"/>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151">
                <a:extLst>
                  <a:ext uri="{FF2B5EF4-FFF2-40B4-BE49-F238E27FC236}">
                    <a16:creationId xmlns:a16="http://schemas.microsoft.com/office/drawing/2014/main" id="{03A123BA-E3B3-1D47-9672-817DDBA916F1}"/>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5" name="Rectangle 152">
              <a:extLst>
                <a:ext uri="{FF2B5EF4-FFF2-40B4-BE49-F238E27FC236}">
                  <a16:creationId xmlns:a16="http://schemas.microsoft.com/office/drawing/2014/main" id="{4D20038F-2D96-1F44-8783-5BAADC6A31A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Freeform 153">
              <a:extLst>
                <a:ext uri="{FF2B5EF4-FFF2-40B4-BE49-F238E27FC236}">
                  <a16:creationId xmlns:a16="http://schemas.microsoft.com/office/drawing/2014/main" id="{ACF47485-E420-FE49-A587-FD7E913695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Freeform 154">
              <a:extLst>
                <a:ext uri="{FF2B5EF4-FFF2-40B4-BE49-F238E27FC236}">
                  <a16:creationId xmlns:a16="http://schemas.microsoft.com/office/drawing/2014/main" id="{28316736-14D9-7F43-A8EA-196B798633A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Oval 155">
              <a:extLst>
                <a:ext uri="{FF2B5EF4-FFF2-40B4-BE49-F238E27FC236}">
                  <a16:creationId xmlns:a16="http://schemas.microsoft.com/office/drawing/2014/main" id="{2722AD07-821C-CB4C-9B0B-DAF52F98109B}"/>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Freeform 156">
              <a:extLst>
                <a:ext uri="{FF2B5EF4-FFF2-40B4-BE49-F238E27FC236}">
                  <a16:creationId xmlns:a16="http://schemas.microsoft.com/office/drawing/2014/main" id="{AB77166F-9EFA-304A-B417-50C6912B7A0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AutoShape 157">
              <a:extLst>
                <a:ext uri="{FF2B5EF4-FFF2-40B4-BE49-F238E27FC236}">
                  <a16:creationId xmlns:a16="http://schemas.microsoft.com/office/drawing/2014/main" id="{D3E26CDB-2B77-8541-94DF-35B22CFF7E05}"/>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AutoShape 158">
              <a:extLst>
                <a:ext uri="{FF2B5EF4-FFF2-40B4-BE49-F238E27FC236}">
                  <a16:creationId xmlns:a16="http://schemas.microsoft.com/office/drawing/2014/main" id="{FF893C65-60BF-8948-93D4-F47C74AABF12}"/>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Oval 159">
              <a:extLst>
                <a:ext uri="{FF2B5EF4-FFF2-40B4-BE49-F238E27FC236}">
                  <a16:creationId xmlns:a16="http://schemas.microsoft.com/office/drawing/2014/main" id="{DD307CA4-5E6F-9742-9FA0-4ABF90FAE29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Oval 160">
              <a:extLst>
                <a:ext uri="{FF2B5EF4-FFF2-40B4-BE49-F238E27FC236}">
                  <a16:creationId xmlns:a16="http://schemas.microsoft.com/office/drawing/2014/main" id="{3A77FE5B-B51A-4746-8BEB-840D217B599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4" name="Oval 161">
              <a:extLst>
                <a:ext uri="{FF2B5EF4-FFF2-40B4-BE49-F238E27FC236}">
                  <a16:creationId xmlns:a16="http://schemas.microsoft.com/office/drawing/2014/main" id="{B7459A07-79C7-4A4E-8631-AD543B8123CD}"/>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Rectangle 162">
              <a:extLst>
                <a:ext uri="{FF2B5EF4-FFF2-40B4-BE49-F238E27FC236}">
                  <a16:creationId xmlns:a16="http://schemas.microsoft.com/office/drawing/2014/main" id="{D905B9A3-8633-4345-B7CC-84D2E540FA92}"/>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4" name="Group 97">
            <a:extLst>
              <a:ext uri="{FF2B5EF4-FFF2-40B4-BE49-F238E27FC236}">
                <a16:creationId xmlns:a16="http://schemas.microsoft.com/office/drawing/2014/main" id="{ADB3DE3D-4165-3B46-BB9B-5858B8FFA369}"/>
              </a:ext>
            </a:extLst>
          </p:cNvPr>
          <p:cNvGrpSpPr>
            <a:grpSpLocks/>
          </p:cNvGrpSpPr>
          <p:nvPr/>
        </p:nvGrpSpPr>
        <p:grpSpPr bwMode="auto">
          <a:xfrm>
            <a:off x="3836080" y="4768450"/>
            <a:ext cx="511175" cy="693737"/>
            <a:chOff x="4140" y="429"/>
            <a:chExt cx="1425" cy="2396"/>
          </a:xfrm>
        </p:grpSpPr>
        <p:sp>
          <p:nvSpPr>
            <p:cNvPr id="295" name="Freeform 98">
              <a:extLst>
                <a:ext uri="{FF2B5EF4-FFF2-40B4-BE49-F238E27FC236}">
                  <a16:creationId xmlns:a16="http://schemas.microsoft.com/office/drawing/2014/main" id="{03202765-8544-C841-9C63-3A1DA333ED9E}"/>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Rectangle 99">
              <a:extLst>
                <a:ext uri="{FF2B5EF4-FFF2-40B4-BE49-F238E27FC236}">
                  <a16:creationId xmlns:a16="http://schemas.microsoft.com/office/drawing/2014/main" id="{CAE8C355-09FA-4C47-BBAF-D5EDAD32977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Freeform 100">
              <a:extLst>
                <a:ext uri="{FF2B5EF4-FFF2-40B4-BE49-F238E27FC236}">
                  <a16:creationId xmlns:a16="http://schemas.microsoft.com/office/drawing/2014/main" id="{1813AF87-1962-CC41-9EA2-E9AAF9C15C5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101">
              <a:extLst>
                <a:ext uri="{FF2B5EF4-FFF2-40B4-BE49-F238E27FC236}">
                  <a16:creationId xmlns:a16="http://schemas.microsoft.com/office/drawing/2014/main" id="{635DA424-468C-B74D-A71E-8D5238607FD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102">
              <a:extLst>
                <a:ext uri="{FF2B5EF4-FFF2-40B4-BE49-F238E27FC236}">
                  <a16:creationId xmlns:a16="http://schemas.microsoft.com/office/drawing/2014/main" id="{D1116DD3-4725-3F42-9140-A650EBC8887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03">
              <a:extLst>
                <a:ext uri="{FF2B5EF4-FFF2-40B4-BE49-F238E27FC236}">
                  <a16:creationId xmlns:a16="http://schemas.microsoft.com/office/drawing/2014/main" id="{96E3F381-15B8-1B49-A258-044D4112E792}"/>
                </a:ext>
              </a:extLst>
            </p:cNvPr>
            <p:cNvGrpSpPr>
              <a:grpSpLocks/>
            </p:cNvGrpSpPr>
            <p:nvPr/>
          </p:nvGrpSpPr>
          <p:grpSpPr bwMode="auto">
            <a:xfrm>
              <a:off x="4749" y="668"/>
              <a:ext cx="581" cy="145"/>
              <a:chOff x="614" y="2568"/>
              <a:chExt cx="725" cy="139"/>
            </a:xfrm>
          </p:grpSpPr>
          <p:sp>
            <p:nvSpPr>
              <p:cNvPr id="325" name="AutoShape 104">
                <a:extLst>
                  <a:ext uri="{FF2B5EF4-FFF2-40B4-BE49-F238E27FC236}">
                    <a16:creationId xmlns:a16="http://schemas.microsoft.com/office/drawing/2014/main" id="{D6B0BF9E-9CBE-1549-B2D8-839D9B2C5BA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105">
                <a:extLst>
                  <a:ext uri="{FF2B5EF4-FFF2-40B4-BE49-F238E27FC236}">
                    <a16:creationId xmlns:a16="http://schemas.microsoft.com/office/drawing/2014/main" id="{A0661E37-0B6D-1049-81DE-EB828721F1B3}"/>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06">
              <a:extLst>
                <a:ext uri="{FF2B5EF4-FFF2-40B4-BE49-F238E27FC236}">
                  <a16:creationId xmlns:a16="http://schemas.microsoft.com/office/drawing/2014/main" id="{BAB9B843-66F5-2248-A3E2-DF01D33259AC}"/>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2" name="Group 107">
              <a:extLst>
                <a:ext uri="{FF2B5EF4-FFF2-40B4-BE49-F238E27FC236}">
                  <a16:creationId xmlns:a16="http://schemas.microsoft.com/office/drawing/2014/main" id="{6518B94D-305C-3E4D-8DCB-3FC99FAF969F}"/>
                </a:ext>
              </a:extLst>
            </p:cNvPr>
            <p:cNvGrpSpPr>
              <a:grpSpLocks/>
            </p:cNvGrpSpPr>
            <p:nvPr/>
          </p:nvGrpSpPr>
          <p:grpSpPr bwMode="auto">
            <a:xfrm>
              <a:off x="4747" y="994"/>
              <a:ext cx="581" cy="134"/>
              <a:chOff x="614" y="2568"/>
              <a:chExt cx="725" cy="139"/>
            </a:xfrm>
          </p:grpSpPr>
          <p:sp>
            <p:nvSpPr>
              <p:cNvPr id="323" name="AutoShape 108">
                <a:extLst>
                  <a:ext uri="{FF2B5EF4-FFF2-40B4-BE49-F238E27FC236}">
                    <a16:creationId xmlns:a16="http://schemas.microsoft.com/office/drawing/2014/main" id="{515F809F-C8CD-E74B-A09F-05D4DAD5CA32}"/>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09">
                <a:extLst>
                  <a:ext uri="{FF2B5EF4-FFF2-40B4-BE49-F238E27FC236}">
                    <a16:creationId xmlns:a16="http://schemas.microsoft.com/office/drawing/2014/main" id="{1541720E-86CE-9D4E-B90E-2C12EBF7C8CD}"/>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3" name="Rectangle 110">
              <a:extLst>
                <a:ext uri="{FF2B5EF4-FFF2-40B4-BE49-F238E27FC236}">
                  <a16:creationId xmlns:a16="http://schemas.microsoft.com/office/drawing/2014/main" id="{F81C1D2B-CFBB-FE4E-BEAF-3C01C171CA48}"/>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Rectangle 111">
              <a:extLst>
                <a:ext uri="{FF2B5EF4-FFF2-40B4-BE49-F238E27FC236}">
                  <a16:creationId xmlns:a16="http://schemas.microsoft.com/office/drawing/2014/main" id="{7BD2FBC8-D08A-B246-BE8D-016678697A5A}"/>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12">
              <a:extLst>
                <a:ext uri="{FF2B5EF4-FFF2-40B4-BE49-F238E27FC236}">
                  <a16:creationId xmlns:a16="http://schemas.microsoft.com/office/drawing/2014/main" id="{D3D80363-2E2A-2849-972A-EE8ED7BFA46E}"/>
                </a:ext>
              </a:extLst>
            </p:cNvPr>
            <p:cNvGrpSpPr>
              <a:grpSpLocks/>
            </p:cNvGrpSpPr>
            <p:nvPr/>
          </p:nvGrpSpPr>
          <p:grpSpPr bwMode="auto">
            <a:xfrm>
              <a:off x="4735" y="1627"/>
              <a:ext cx="582" cy="151"/>
              <a:chOff x="614" y="2568"/>
              <a:chExt cx="725" cy="139"/>
            </a:xfrm>
          </p:grpSpPr>
          <p:sp>
            <p:nvSpPr>
              <p:cNvPr id="321" name="AutoShape 113">
                <a:extLst>
                  <a:ext uri="{FF2B5EF4-FFF2-40B4-BE49-F238E27FC236}">
                    <a16:creationId xmlns:a16="http://schemas.microsoft.com/office/drawing/2014/main" id="{0BD3B318-134A-A84C-96F2-1BDB9863DC4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14">
                <a:extLst>
                  <a:ext uri="{FF2B5EF4-FFF2-40B4-BE49-F238E27FC236}">
                    <a16:creationId xmlns:a16="http://schemas.microsoft.com/office/drawing/2014/main" id="{27120C70-DCE9-2E4D-B0C9-DD055D0981F5}"/>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Freeform 115">
              <a:extLst>
                <a:ext uri="{FF2B5EF4-FFF2-40B4-BE49-F238E27FC236}">
                  <a16:creationId xmlns:a16="http://schemas.microsoft.com/office/drawing/2014/main" id="{32116D06-1E4E-6E40-B6AE-33AC5758366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7" name="Group 116">
              <a:extLst>
                <a:ext uri="{FF2B5EF4-FFF2-40B4-BE49-F238E27FC236}">
                  <a16:creationId xmlns:a16="http://schemas.microsoft.com/office/drawing/2014/main" id="{5BCFC18E-7FE4-8B45-A160-7D7B86F88D6D}"/>
                </a:ext>
              </a:extLst>
            </p:cNvPr>
            <p:cNvGrpSpPr>
              <a:grpSpLocks/>
            </p:cNvGrpSpPr>
            <p:nvPr/>
          </p:nvGrpSpPr>
          <p:grpSpPr bwMode="auto">
            <a:xfrm>
              <a:off x="4739" y="1327"/>
              <a:ext cx="582" cy="139"/>
              <a:chOff x="614" y="2568"/>
              <a:chExt cx="725" cy="139"/>
            </a:xfrm>
          </p:grpSpPr>
          <p:sp>
            <p:nvSpPr>
              <p:cNvPr id="319" name="AutoShape 117">
                <a:extLst>
                  <a:ext uri="{FF2B5EF4-FFF2-40B4-BE49-F238E27FC236}">
                    <a16:creationId xmlns:a16="http://schemas.microsoft.com/office/drawing/2014/main" id="{A5FD1A90-49C4-2948-9007-9990A218BEE7}"/>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18">
                <a:extLst>
                  <a:ext uri="{FF2B5EF4-FFF2-40B4-BE49-F238E27FC236}">
                    <a16:creationId xmlns:a16="http://schemas.microsoft.com/office/drawing/2014/main" id="{AD5A551B-E827-BE40-871C-2FE9EA42BC52}"/>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8" name="Rectangle 119">
              <a:extLst>
                <a:ext uri="{FF2B5EF4-FFF2-40B4-BE49-F238E27FC236}">
                  <a16:creationId xmlns:a16="http://schemas.microsoft.com/office/drawing/2014/main" id="{9E89F03E-4741-2E45-BBF4-F9CEAC095B32}"/>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120">
              <a:extLst>
                <a:ext uri="{FF2B5EF4-FFF2-40B4-BE49-F238E27FC236}">
                  <a16:creationId xmlns:a16="http://schemas.microsoft.com/office/drawing/2014/main" id="{5B36F789-D673-924A-B6E2-89FF2E71B9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21">
              <a:extLst>
                <a:ext uri="{FF2B5EF4-FFF2-40B4-BE49-F238E27FC236}">
                  <a16:creationId xmlns:a16="http://schemas.microsoft.com/office/drawing/2014/main" id="{575FFFE5-59E8-454D-8E1B-8661926F3F4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Oval 122">
              <a:extLst>
                <a:ext uri="{FF2B5EF4-FFF2-40B4-BE49-F238E27FC236}">
                  <a16:creationId xmlns:a16="http://schemas.microsoft.com/office/drawing/2014/main" id="{01273880-520A-0D47-94ED-5792308AEEBD}"/>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Freeform 123">
              <a:extLst>
                <a:ext uri="{FF2B5EF4-FFF2-40B4-BE49-F238E27FC236}">
                  <a16:creationId xmlns:a16="http://schemas.microsoft.com/office/drawing/2014/main" id="{20B4A8A9-719B-B94A-84E0-FEDC33E21EF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AutoShape 124">
              <a:extLst>
                <a:ext uri="{FF2B5EF4-FFF2-40B4-BE49-F238E27FC236}">
                  <a16:creationId xmlns:a16="http://schemas.microsoft.com/office/drawing/2014/main" id="{E2C42425-B3EE-8146-91D1-2DD406A09511}"/>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AutoShape 125">
              <a:extLst>
                <a:ext uri="{FF2B5EF4-FFF2-40B4-BE49-F238E27FC236}">
                  <a16:creationId xmlns:a16="http://schemas.microsoft.com/office/drawing/2014/main" id="{4F76F24A-FC5D-6A4F-9463-E77748FD58B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Oval 126">
              <a:extLst>
                <a:ext uri="{FF2B5EF4-FFF2-40B4-BE49-F238E27FC236}">
                  <a16:creationId xmlns:a16="http://schemas.microsoft.com/office/drawing/2014/main" id="{1D9B7E36-CAB9-0E4B-B681-F767080585D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Oval 127">
              <a:extLst>
                <a:ext uri="{FF2B5EF4-FFF2-40B4-BE49-F238E27FC236}">
                  <a16:creationId xmlns:a16="http://schemas.microsoft.com/office/drawing/2014/main" id="{E3545956-0C42-C345-87E7-B325418EDA0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7" name="Oval 128">
              <a:extLst>
                <a:ext uri="{FF2B5EF4-FFF2-40B4-BE49-F238E27FC236}">
                  <a16:creationId xmlns:a16="http://schemas.microsoft.com/office/drawing/2014/main" id="{E67EEB31-8E9F-7949-9AEE-953592735608}"/>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Rectangle 129">
              <a:extLst>
                <a:ext uri="{FF2B5EF4-FFF2-40B4-BE49-F238E27FC236}">
                  <a16:creationId xmlns:a16="http://schemas.microsoft.com/office/drawing/2014/main" id="{5E38596A-D6EE-8A43-B103-6CC1A20DBB67}"/>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7" name="Group 20">
            <a:extLst>
              <a:ext uri="{FF2B5EF4-FFF2-40B4-BE49-F238E27FC236}">
                <a16:creationId xmlns:a16="http://schemas.microsoft.com/office/drawing/2014/main" id="{6B376882-67D1-6642-B577-EE5384FDD0DA}"/>
              </a:ext>
            </a:extLst>
          </p:cNvPr>
          <p:cNvGrpSpPr>
            <a:grpSpLocks/>
          </p:cNvGrpSpPr>
          <p:nvPr/>
        </p:nvGrpSpPr>
        <p:grpSpPr bwMode="auto">
          <a:xfrm>
            <a:off x="3969430" y="5055787"/>
            <a:ext cx="809625" cy="1049338"/>
            <a:chOff x="4296" y="2627"/>
            <a:chExt cx="510" cy="661"/>
          </a:xfrm>
        </p:grpSpPr>
        <p:sp>
          <p:nvSpPr>
            <p:cNvPr id="328" name="Rectangle 21">
              <a:extLst>
                <a:ext uri="{FF2B5EF4-FFF2-40B4-BE49-F238E27FC236}">
                  <a16:creationId xmlns:a16="http://schemas.microsoft.com/office/drawing/2014/main" id="{CC5D394C-77F3-944C-B991-14BF75531143}"/>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9" name="Text Box 22">
              <a:extLst>
                <a:ext uri="{FF2B5EF4-FFF2-40B4-BE49-F238E27FC236}">
                  <a16:creationId xmlns:a16="http://schemas.microsoft.com/office/drawing/2014/main" id="{EE677E13-F5D8-F64B-8BF4-7DF73BB03D8D}"/>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23">
              <a:extLst>
                <a:ext uri="{FF2B5EF4-FFF2-40B4-BE49-F238E27FC236}">
                  <a16:creationId xmlns:a16="http://schemas.microsoft.com/office/drawing/2014/main" id="{7D15F646-E03A-774B-A508-1EF0B3C4C544}"/>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Line 24">
              <a:extLst>
                <a:ext uri="{FF2B5EF4-FFF2-40B4-BE49-F238E27FC236}">
                  <a16:creationId xmlns:a16="http://schemas.microsoft.com/office/drawing/2014/main" id="{AE3EF45E-8540-9B48-AAEF-B5B93F92C2DA}"/>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Line 25">
              <a:extLst>
                <a:ext uri="{FF2B5EF4-FFF2-40B4-BE49-F238E27FC236}">
                  <a16:creationId xmlns:a16="http://schemas.microsoft.com/office/drawing/2014/main" id="{9A3B4EF6-63F2-0947-B7B6-7FADC44E642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26">
              <a:extLst>
                <a:ext uri="{FF2B5EF4-FFF2-40B4-BE49-F238E27FC236}">
                  <a16:creationId xmlns:a16="http://schemas.microsoft.com/office/drawing/2014/main" id="{28713178-2168-3342-8EA0-1EFAEB77CFB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Line 27">
              <a:extLst>
                <a:ext uri="{FF2B5EF4-FFF2-40B4-BE49-F238E27FC236}">
                  <a16:creationId xmlns:a16="http://schemas.microsoft.com/office/drawing/2014/main" id="{7F512291-0783-2C4D-A8BC-E711760A298F}"/>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28">
              <a:extLst>
                <a:ext uri="{FF2B5EF4-FFF2-40B4-BE49-F238E27FC236}">
                  <a16:creationId xmlns:a16="http://schemas.microsoft.com/office/drawing/2014/main" id="{C7F7AFBC-09B9-1A4A-B167-5E31466A0B81}"/>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Line 29">
              <a:extLst>
                <a:ext uri="{FF2B5EF4-FFF2-40B4-BE49-F238E27FC236}">
                  <a16:creationId xmlns:a16="http://schemas.microsoft.com/office/drawing/2014/main" id="{36AD3A7A-6001-B248-909D-97FF4FEC888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Line 30">
              <a:extLst>
                <a:ext uri="{FF2B5EF4-FFF2-40B4-BE49-F238E27FC236}">
                  <a16:creationId xmlns:a16="http://schemas.microsoft.com/office/drawing/2014/main" id="{AAD9F1B0-F0AE-1E4A-9E8B-7B0411EAF150}"/>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31">
              <a:extLst>
                <a:ext uri="{FF2B5EF4-FFF2-40B4-BE49-F238E27FC236}">
                  <a16:creationId xmlns:a16="http://schemas.microsoft.com/office/drawing/2014/main" id="{3F9EB85C-0662-2944-B53C-B5C5F284A0B7}"/>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32">
              <a:extLst>
                <a:ext uri="{FF2B5EF4-FFF2-40B4-BE49-F238E27FC236}">
                  <a16:creationId xmlns:a16="http://schemas.microsoft.com/office/drawing/2014/main" id="{E9D294E7-8C79-5A40-B5A2-9B0D1E8C6440}"/>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33">
              <a:extLst>
                <a:ext uri="{FF2B5EF4-FFF2-40B4-BE49-F238E27FC236}">
                  <a16:creationId xmlns:a16="http://schemas.microsoft.com/office/drawing/2014/main" id="{1ECAEAF4-8B77-874F-AE38-AF22ED2624E7}"/>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Rectangle 34">
              <a:extLst>
                <a:ext uri="{FF2B5EF4-FFF2-40B4-BE49-F238E27FC236}">
                  <a16:creationId xmlns:a16="http://schemas.microsoft.com/office/drawing/2014/main" id="{DA0B2421-1373-8547-9A4B-4EF52BDE0BE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35">
              <a:extLst>
                <a:ext uri="{FF2B5EF4-FFF2-40B4-BE49-F238E27FC236}">
                  <a16:creationId xmlns:a16="http://schemas.microsoft.com/office/drawing/2014/main" id="{7C2F1B41-189C-4A43-BEF6-C6BE6D5D3591}"/>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pic>
        <p:nvPicPr>
          <p:cNvPr id="343" name="Picture 36" descr="Alice">
            <a:extLst>
              <a:ext uri="{FF2B5EF4-FFF2-40B4-BE49-F238E27FC236}">
                <a16:creationId xmlns:a16="http://schemas.microsoft.com/office/drawing/2014/main" id="{63AFF8CB-097F-3846-84FD-E89880F62F2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64367" y="5220887"/>
            <a:ext cx="561975" cy="69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4" name="Picture 37" descr="Bob">
            <a:extLst>
              <a:ext uri="{FF2B5EF4-FFF2-40B4-BE49-F238E27FC236}">
                <a16:creationId xmlns:a16="http://schemas.microsoft.com/office/drawing/2014/main" id="{67A94867-6C86-964D-8B53-832FD291591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54180" y="5125637"/>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5" name="Group 48">
            <a:extLst>
              <a:ext uri="{FF2B5EF4-FFF2-40B4-BE49-F238E27FC236}">
                <a16:creationId xmlns:a16="http://schemas.microsoft.com/office/drawing/2014/main" id="{EEADEB4C-0DE5-7A47-B0C1-F7A8830D9591}"/>
              </a:ext>
            </a:extLst>
          </p:cNvPr>
          <p:cNvGrpSpPr>
            <a:grpSpLocks/>
          </p:cNvGrpSpPr>
          <p:nvPr/>
        </p:nvGrpSpPr>
        <p:grpSpPr bwMode="auto">
          <a:xfrm>
            <a:off x="6160180" y="5001812"/>
            <a:ext cx="809625" cy="1049338"/>
            <a:chOff x="4296" y="2627"/>
            <a:chExt cx="510" cy="661"/>
          </a:xfrm>
        </p:grpSpPr>
        <p:sp>
          <p:nvSpPr>
            <p:cNvPr id="346" name="Rectangle 49">
              <a:extLst>
                <a:ext uri="{FF2B5EF4-FFF2-40B4-BE49-F238E27FC236}">
                  <a16:creationId xmlns:a16="http://schemas.microsoft.com/office/drawing/2014/main" id="{4564DF36-9849-6946-BAA4-346D46ED3C10}"/>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Text Box 50">
              <a:extLst>
                <a:ext uri="{FF2B5EF4-FFF2-40B4-BE49-F238E27FC236}">
                  <a16:creationId xmlns:a16="http://schemas.microsoft.com/office/drawing/2014/main" id="{95B494F8-B148-1E44-ABE8-6EC09DFF7FA9}"/>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51">
              <a:extLst>
                <a:ext uri="{FF2B5EF4-FFF2-40B4-BE49-F238E27FC236}">
                  <a16:creationId xmlns:a16="http://schemas.microsoft.com/office/drawing/2014/main" id="{1B9214B0-3A96-5243-BB24-2F3F43E2071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Line 52">
              <a:extLst>
                <a:ext uri="{FF2B5EF4-FFF2-40B4-BE49-F238E27FC236}">
                  <a16:creationId xmlns:a16="http://schemas.microsoft.com/office/drawing/2014/main" id="{D4C180E7-B105-D24F-9DB1-1A50C299AE0C}"/>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Line 53">
              <a:extLst>
                <a:ext uri="{FF2B5EF4-FFF2-40B4-BE49-F238E27FC236}">
                  <a16:creationId xmlns:a16="http://schemas.microsoft.com/office/drawing/2014/main" id="{165FB39B-14E6-9043-A51D-266CB4D4D8E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54">
              <a:extLst>
                <a:ext uri="{FF2B5EF4-FFF2-40B4-BE49-F238E27FC236}">
                  <a16:creationId xmlns:a16="http://schemas.microsoft.com/office/drawing/2014/main" id="{B0C3A7D7-CF8F-CD41-B9DD-E546D2C03D79}"/>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Line 55">
              <a:extLst>
                <a:ext uri="{FF2B5EF4-FFF2-40B4-BE49-F238E27FC236}">
                  <a16:creationId xmlns:a16="http://schemas.microsoft.com/office/drawing/2014/main" id="{079A54A6-69B3-6245-A536-821615DFA168}"/>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Line 56">
              <a:extLst>
                <a:ext uri="{FF2B5EF4-FFF2-40B4-BE49-F238E27FC236}">
                  <a16:creationId xmlns:a16="http://schemas.microsoft.com/office/drawing/2014/main" id="{50C02768-BE49-0E48-AB58-3ED05EA97C8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5765AB2A-57FC-9647-A5F1-3A42797BED8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Line 58">
              <a:extLst>
                <a:ext uri="{FF2B5EF4-FFF2-40B4-BE49-F238E27FC236}">
                  <a16:creationId xmlns:a16="http://schemas.microsoft.com/office/drawing/2014/main" id="{1D662A5A-250B-5C43-A940-153B333F97AE}"/>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Rectangle 59">
              <a:extLst>
                <a:ext uri="{FF2B5EF4-FFF2-40B4-BE49-F238E27FC236}">
                  <a16:creationId xmlns:a16="http://schemas.microsoft.com/office/drawing/2014/main" id="{C467817D-72BB-304A-907C-15078ACB986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60">
              <a:extLst>
                <a:ext uri="{FF2B5EF4-FFF2-40B4-BE49-F238E27FC236}">
                  <a16:creationId xmlns:a16="http://schemas.microsoft.com/office/drawing/2014/main" id="{C8B9E0B3-EA63-0E42-BAC5-67850547EF6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61">
              <a:extLst>
                <a:ext uri="{FF2B5EF4-FFF2-40B4-BE49-F238E27FC236}">
                  <a16:creationId xmlns:a16="http://schemas.microsoft.com/office/drawing/2014/main" id="{43E44E4D-C23B-D34F-9AD2-5DFAD5B508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62">
              <a:extLst>
                <a:ext uri="{FF2B5EF4-FFF2-40B4-BE49-F238E27FC236}">
                  <a16:creationId xmlns:a16="http://schemas.microsoft.com/office/drawing/2014/main" id="{34AACE8E-FCF4-2846-85E1-B707176DB47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63">
              <a:extLst>
                <a:ext uri="{FF2B5EF4-FFF2-40B4-BE49-F238E27FC236}">
                  <a16:creationId xmlns:a16="http://schemas.microsoft.com/office/drawing/2014/main" id="{C6EFAB4C-6FC0-5A44-9BD5-6EF789ED3EA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1" name="Line 69">
            <a:extLst>
              <a:ext uri="{FF2B5EF4-FFF2-40B4-BE49-F238E27FC236}">
                <a16:creationId xmlns:a16="http://schemas.microsoft.com/office/drawing/2014/main" id="{B12BA932-5325-874B-B19A-B088808F43F7}"/>
              </a:ext>
            </a:extLst>
          </p:cNvPr>
          <p:cNvSpPr>
            <a:spLocks noChangeShapeType="1"/>
          </p:cNvSpPr>
          <p:nvPr/>
        </p:nvSpPr>
        <p:spPr bwMode="auto">
          <a:xfrm>
            <a:off x="3089955" y="5593950"/>
            <a:ext cx="892175" cy="146050"/>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2" name="Line 70">
            <a:extLst>
              <a:ext uri="{FF2B5EF4-FFF2-40B4-BE49-F238E27FC236}">
                <a16:creationId xmlns:a16="http://schemas.microsoft.com/office/drawing/2014/main" id="{9B0EC571-15F5-F54A-9590-2FC0C5F87261}"/>
              </a:ext>
            </a:extLst>
          </p:cNvPr>
          <p:cNvSpPr>
            <a:spLocks noChangeShapeType="1"/>
          </p:cNvSpPr>
          <p:nvPr/>
        </p:nvSpPr>
        <p:spPr bwMode="auto">
          <a:xfrm>
            <a:off x="4775880" y="5728887"/>
            <a:ext cx="1379537" cy="219075"/>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Line 71">
            <a:extLst>
              <a:ext uri="{FF2B5EF4-FFF2-40B4-BE49-F238E27FC236}">
                <a16:creationId xmlns:a16="http://schemas.microsoft.com/office/drawing/2014/main" id="{0CC82D8C-ED1C-6E42-9BF1-DA1481F0EEE6}"/>
              </a:ext>
            </a:extLst>
          </p:cNvPr>
          <p:cNvSpPr>
            <a:spLocks noChangeShapeType="1"/>
          </p:cNvSpPr>
          <p:nvPr/>
        </p:nvSpPr>
        <p:spPr bwMode="auto">
          <a:xfrm flipV="1">
            <a:off x="7006317" y="5508225"/>
            <a:ext cx="1027113" cy="427037"/>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Oval 72">
            <a:extLst>
              <a:ext uri="{FF2B5EF4-FFF2-40B4-BE49-F238E27FC236}">
                <a16:creationId xmlns:a16="http://schemas.microsoft.com/office/drawing/2014/main" id="{0B743518-B7A3-D649-BBB1-081C12DD5412}"/>
              </a:ext>
            </a:extLst>
          </p:cNvPr>
          <p:cNvSpPr>
            <a:spLocks noChangeArrowheads="1"/>
          </p:cNvSpPr>
          <p:nvPr/>
        </p:nvSpPr>
        <p:spPr bwMode="auto">
          <a:xfrm>
            <a:off x="2220005" y="50430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Oval 74">
            <a:extLst>
              <a:ext uri="{FF2B5EF4-FFF2-40B4-BE49-F238E27FC236}">
                <a16:creationId xmlns:a16="http://schemas.microsoft.com/office/drawing/2014/main" id="{DC2768BB-DD45-4E4B-BBD1-C179D968FBBA}"/>
              </a:ext>
            </a:extLst>
          </p:cNvPr>
          <p:cNvSpPr>
            <a:spLocks noChangeArrowheads="1"/>
          </p:cNvSpPr>
          <p:nvPr/>
        </p:nvSpPr>
        <p:spPr bwMode="auto">
          <a:xfrm>
            <a:off x="3329667" y="55383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Oval 75">
            <a:extLst>
              <a:ext uri="{FF2B5EF4-FFF2-40B4-BE49-F238E27FC236}">
                <a16:creationId xmlns:a16="http://schemas.microsoft.com/office/drawing/2014/main" id="{FC69D002-21E2-4843-8E47-2D7A1DFF3E9D}"/>
              </a:ext>
            </a:extLst>
          </p:cNvPr>
          <p:cNvSpPr>
            <a:spLocks noChangeArrowheads="1"/>
          </p:cNvSpPr>
          <p:nvPr/>
        </p:nvSpPr>
        <p:spPr bwMode="auto">
          <a:xfrm>
            <a:off x="4201205" y="56177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76">
            <a:extLst>
              <a:ext uri="{FF2B5EF4-FFF2-40B4-BE49-F238E27FC236}">
                <a16:creationId xmlns:a16="http://schemas.microsoft.com/office/drawing/2014/main" id="{81E42442-3779-D54A-9503-408605D98DA8}"/>
              </a:ext>
            </a:extLst>
          </p:cNvPr>
          <p:cNvSpPr>
            <a:spLocks noChangeArrowheads="1"/>
          </p:cNvSpPr>
          <p:nvPr/>
        </p:nvSpPr>
        <p:spPr bwMode="auto">
          <a:xfrm>
            <a:off x="5312455" y="57034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Oval 77">
            <a:extLst>
              <a:ext uri="{FF2B5EF4-FFF2-40B4-BE49-F238E27FC236}">
                <a16:creationId xmlns:a16="http://schemas.microsoft.com/office/drawing/2014/main" id="{B036CC3D-838C-C54C-AC10-70245E28B484}"/>
              </a:ext>
            </a:extLst>
          </p:cNvPr>
          <p:cNvSpPr>
            <a:spLocks noChangeArrowheads="1"/>
          </p:cNvSpPr>
          <p:nvPr/>
        </p:nvSpPr>
        <p:spPr bwMode="auto">
          <a:xfrm>
            <a:off x="6417355" y="6035275"/>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Oval 78">
            <a:extLst>
              <a:ext uri="{FF2B5EF4-FFF2-40B4-BE49-F238E27FC236}">
                <a16:creationId xmlns:a16="http://schemas.microsoft.com/office/drawing/2014/main" id="{09AB63F1-4A13-9347-B64D-46DAF636F794}"/>
              </a:ext>
            </a:extLst>
          </p:cNvPr>
          <p:cNvSpPr>
            <a:spLocks noChangeArrowheads="1"/>
          </p:cNvSpPr>
          <p:nvPr/>
        </p:nvSpPr>
        <p:spPr bwMode="auto">
          <a:xfrm>
            <a:off x="7339692" y="56050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Text Box 95">
            <a:extLst>
              <a:ext uri="{FF2B5EF4-FFF2-40B4-BE49-F238E27FC236}">
                <a16:creationId xmlns:a16="http://schemas.microsoft.com/office/drawing/2014/main" id="{9D22DFF5-0D8D-6349-BC46-AB22D2F2BB01}"/>
              </a:ext>
            </a:extLst>
          </p:cNvPr>
          <p:cNvSpPr txBox="1">
            <a:spLocks noChangeArrowheads="1"/>
          </p:cNvSpPr>
          <p:nvPr/>
        </p:nvSpPr>
        <p:spPr bwMode="auto">
          <a:xfrm>
            <a:off x="3485242" y="6168625"/>
            <a:ext cx="1819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Alice</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Text Box 96">
            <a:extLst>
              <a:ext uri="{FF2B5EF4-FFF2-40B4-BE49-F238E27FC236}">
                <a16:creationId xmlns:a16="http://schemas.microsoft.com/office/drawing/2014/main" id="{3CCDA2E2-AC99-0045-BA7F-F3C92F51CD14}"/>
              </a:ext>
            </a:extLst>
          </p:cNvPr>
          <p:cNvSpPr txBox="1">
            <a:spLocks noChangeArrowheads="1"/>
          </p:cNvSpPr>
          <p:nvPr/>
        </p:nvSpPr>
        <p:spPr bwMode="auto">
          <a:xfrm>
            <a:off x="5760130" y="6232125"/>
            <a:ext cx="17414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Bob</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169">
            <a:extLst>
              <a:ext uri="{FF2B5EF4-FFF2-40B4-BE49-F238E27FC236}">
                <a16:creationId xmlns:a16="http://schemas.microsoft.com/office/drawing/2014/main" id="{6766002A-66B6-B64B-AAEB-F427F3791233}"/>
              </a:ext>
            </a:extLst>
          </p:cNvPr>
          <p:cNvGrpSpPr>
            <a:grpSpLocks/>
          </p:cNvGrpSpPr>
          <p:nvPr/>
        </p:nvGrpSpPr>
        <p:grpSpPr bwMode="auto">
          <a:xfrm>
            <a:off x="7833405" y="4908150"/>
            <a:ext cx="912812" cy="1054100"/>
            <a:chOff x="3574" y="550"/>
            <a:chExt cx="575" cy="664"/>
          </a:xfrm>
        </p:grpSpPr>
        <p:grpSp>
          <p:nvGrpSpPr>
            <p:cNvPr id="373" name="Group 170">
              <a:extLst>
                <a:ext uri="{FF2B5EF4-FFF2-40B4-BE49-F238E27FC236}">
                  <a16:creationId xmlns:a16="http://schemas.microsoft.com/office/drawing/2014/main" id="{95D43423-E726-764E-8062-2A3551E0959D}"/>
                </a:ext>
              </a:extLst>
            </p:cNvPr>
            <p:cNvGrpSpPr>
              <a:grpSpLocks/>
            </p:cNvGrpSpPr>
            <p:nvPr/>
          </p:nvGrpSpPr>
          <p:grpSpPr bwMode="auto">
            <a:xfrm>
              <a:off x="3588" y="692"/>
              <a:ext cx="561" cy="522"/>
              <a:chOff x="-44" y="1473"/>
              <a:chExt cx="981" cy="1105"/>
            </a:xfrm>
          </p:grpSpPr>
          <p:pic>
            <p:nvPicPr>
              <p:cNvPr id="376" name="Picture 171" descr="desktop_computer_stylized_medium">
                <a:extLst>
                  <a:ext uri="{FF2B5EF4-FFF2-40B4-BE49-F238E27FC236}">
                    <a16:creationId xmlns:a16="http://schemas.microsoft.com/office/drawing/2014/main" id="{5015A0EC-AAF7-5845-870F-AC72079C9D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7" name="Freeform 172">
                <a:extLst>
                  <a:ext uri="{FF2B5EF4-FFF2-40B4-BE49-F238E27FC236}">
                    <a16:creationId xmlns:a16="http://schemas.microsoft.com/office/drawing/2014/main" id="{85F221FD-96E4-6C47-B178-8A95ACD6B79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4" name="Rectangle 115">
              <a:extLst>
                <a:ext uri="{FF2B5EF4-FFF2-40B4-BE49-F238E27FC236}">
                  <a16:creationId xmlns:a16="http://schemas.microsoft.com/office/drawing/2014/main" id="{3D96246A-1605-AF45-A4B0-F085DAAC3C5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Text Box 116">
              <a:extLst>
                <a:ext uri="{FF2B5EF4-FFF2-40B4-BE49-F238E27FC236}">
                  <a16:creationId xmlns:a16="http://schemas.microsoft.com/office/drawing/2014/main" id="{5136D042-DF2A-484C-9882-7FBDD964472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8" name="Rectangle 3">
            <a:extLst>
              <a:ext uri="{FF2B5EF4-FFF2-40B4-BE49-F238E27FC236}">
                <a16:creationId xmlns:a16="http://schemas.microsoft.com/office/drawing/2014/main" id="{9BFC42AA-8BB5-8E46-A741-D3C4DA9BB457}"/>
              </a:ext>
            </a:extLst>
          </p:cNvPr>
          <p:cNvSpPr txBox="1">
            <a:spLocks noChangeArrowheads="1"/>
          </p:cNvSpPr>
          <p:nvPr/>
        </p:nvSpPr>
        <p:spPr>
          <a:xfrm>
            <a:off x="728885" y="2279968"/>
            <a:ext cx="5071156" cy="110336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UA sends message to her mail server using SMTP; message placed in message queue</a:t>
            </a:r>
          </a:p>
        </p:txBody>
      </p:sp>
      <p:sp>
        <p:nvSpPr>
          <p:cNvPr id="379" name="Rectangle 3">
            <a:extLst>
              <a:ext uri="{FF2B5EF4-FFF2-40B4-BE49-F238E27FC236}">
                <a16:creationId xmlns:a16="http://schemas.microsoft.com/office/drawing/2014/main" id="{F0BDE075-A22F-B64C-827B-4198952A13ED}"/>
              </a:ext>
            </a:extLst>
          </p:cNvPr>
          <p:cNvSpPr txBox="1">
            <a:spLocks noChangeArrowheads="1"/>
          </p:cNvSpPr>
          <p:nvPr/>
        </p:nvSpPr>
        <p:spPr>
          <a:xfrm>
            <a:off x="739565" y="3432318"/>
            <a:ext cx="5448733" cy="108917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3) client side of SMTP at mail server opens TCP connection with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0" name="Rectangle 4">
            <a:extLst>
              <a:ext uri="{FF2B5EF4-FFF2-40B4-BE49-F238E27FC236}">
                <a16:creationId xmlns:a16="http://schemas.microsoft.com/office/drawing/2014/main" id="{DFD69930-AC55-F14B-9151-A849CFC023A8}"/>
              </a:ext>
            </a:extLst>
          </p:cNvPr>
          <p:cNvSpPr txBox="1">
            <a:spLocks noChangeArrowheads="1"/>
          </p:cNvSpPr>
          <p:nvPr/>
        </p:nvSpPr>
        <p:spPr>
          <a:xfrm>
            <a:off x="6633422" y="2275557"/>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 places the message in Bob’s mailbox</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381" name="Rectangle 4">
            <a:extLst>
              <a:ext uri="{FF2B5EF4-FFF2-40B4-BE49-F238E27FC236}">
                <a16:creationId xmlns:a16="http://schemas.microsoft.com/office/drawing/2014/main" id="{66D50C27-F2A0-6446-B161-62594C2D18D6}"/>
              </a:ext>
            </a:extLst>
          </p:cNvPr>
          <p:cNvSpPr txBox="1">
            <a:spLocks noChangeArrowheads="1"/>
          </p:cNvSpPr>
          <p:nvPr/>
        </p:nvSpPr>
        <p:spPr>
          <a:xfrm>
            <a:off x="6630762" y="3460095"/>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6) Bob invokes his user agent to read message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2" name="Slide Number Placeholder 2">
            <a:extLst>
              <a:ext uri="{FF2B5EF4-FFF2-40B4-BE49-F238E27FC236}">
                <a16:creationId xmlns:a16="http://schemas.microsoft.com/office/drawing/2014/main" id="{FB96421F-FAF9-4A47-A990-FB1764E1CE10}"/>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50</a:t>
            </a:fld>
            <a:endParaRPr lang="en-US" dirty="0"/>
          </a:p>
        </p:txBody>
      </p:sp>
    </p:spTree>
    <p:extLst>
      <p:ext uri="{BB962C8B-B14F-4D97-AF65-F5344CB8AC3E}">
        <p14:creationId xmlns:p14="http://schemas.microsoft.com/office/powerpoint/2010/main" val="2040540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8"/>
                                        </p:tgtEl>
                                        <p:attrNameLst>
                                          <p:attrName>style.visibility</p:attrName>
                                        </p:attrNameLst>
                                      </p:cBhvr>
                                      <p:to>
                                        <p:strVal val="visible"/>
                                      </p:to>
                                    </p:set>
                                    <p:animEffect transition="in" filter="dissolve">
                                      <p:cBhvr>
                                        <p:cTn id="7" dur="500"/>
                                        <p:tgtEl>
                                          <p:spTgt spid="37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61"/>
                                        </p:tgtEl>
                                        <p:attrNameLst>
                                          <p:attrName>style.visibility</p:attrName>
                                        </p:attrNameLst>
                                      </p:cBhvr>
                                      <p:to>
                                        <p:strVal val="visible"/>
                                      </p:to>
                                    </p:set>
                                    <p:animEffect transition="in" filter="dissolve">
                                      <p:cBhvr>
                                        <p:cTn id="10" dur="500"/>
                                        <p:tgtEl>
                                          <p:spTgt spid="361"/>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65"/>
                                        </p:tgtEl>
                                        <p:attrNameLst>
                                          <p:attrName>style.visibility</p:attrName>
                                        </p:attrNameLst>
                                      </p:cBhvr>
                                      <p:to>
                                        <p:strVal val="visible"/>
                                      </p:to>
                                    </p:set>
                                    <p:animEffect transition="in" filter="dissolve">
                                      <p:cBhvr>
                                        <p:cTn id="13" dur="500"/>
                                        <p:tgtEl>
                                          <p:spTgt spid="36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366"/>
                                        </p:tgtEl>
                                        <p:attrNameLst>
                                          <p:attrName>style.visibility</p:attrName>
                                        </p:attrNameLst>
                                      </p:cBhvr>
                                      <p:to>
                                        <p:strVal val="visible"/>
                                      </p:to>
                                    </p:set>
                                    <p:animEffect transition="in" filter="dissolve">
                                      <p:cBhvr>
                                        <p:cTn id="18" dur="500"/>
                                        <p:tgtEl>
                                          <p:spTgt spid="36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79"/>
                                        </p:tgtEl>
                                        <p:attrNameLst>
                                          <p:attrName>style.visibility</p:attrName>
                                        </p:attrNameLst>
                                      </p:cBhvr>
                                      <p:to>
                                        <p:strVal val="visible"/>
                                      </p:to>
                                    </p:set>
                                    <p:animEffect transition="in" filter="dissolve">
                                      <p:cBhvr>
                                        <p:cTn id="21" dur="500"/>
                                        <p:tgtEl>
                                          <p:spTgt spid="379"/>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79"/>
                                        </p:tgtEl>
                                        <p:attrNameLst>
                                          <p:attrName>style.visibility</p:attrName>
                                        </p:attrNameLst>
                                      </p:cBhvr>
                                      <p:to>
                                        <p:strVal val="visible"/>
                                      </p:to>
                                    </p:set>
                                    <p:animEffect transition="in" filter="dissolve">
                                      <p:cBhvr>
                                        <p:cTn id="26" dur="500"/>
                                        <p:tgtEl>
                                          <p:spTgt spid="7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362"/>
                                        </p:tgtEl>
                                        <p:attrNameLst>
                                          <p:attrName>style.visibility</p:attrName>
                                        </p:attrNameLst>
                                      </p:cBhvr>
                                      <p:to>
                                        <p:strVal val="visible"/>
                                      </p:to>
                                    </p:set>
                                    <p:animEffect transition="in" filter="dissolve">
                                      <p:cBhvr>
                                        <p:cTn id="29" dur="500"/>
                                        <p:tgtEl>
                                          <p:spTgt spid="36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367"/>
                                        </p:tgtEl>
                                        <p:attrNameLst>
                                          <p:attrName>style.visibility</p:attrName>
                                        </p:attrNameLst>
                                      </p:cBhvr>
                                      <p:to>
                                        <p:strVal val="visible"/>
                                      </p:to>
                                    </p:set>
                                    <p:animEffect transition="in" filter="dissolve">
                                      <p:cBhvr>
                                        <p:cTn id="32" dur="500"/>
                                        <p:tgtEl>
                                          <p:spTgt spid="367"/>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368"/>
                                        </p:tgtEl>
                                        <p:attrNameLst>
                                          <p:attrName>style.visibility</p:attrName>
                                        </p:attrNameLst>
                                      </p:cBhvr>
                                      <p:to>
                                        <p:strVal val="visible"/>
                                      </p:to>
                                    </p:set>
                                    <p:animEffect transition="in" filter="dissolve">
                                      <p:cBhvr>
                                        <p:cTn id="37" dur="500"/>
                                        <p:tgtEl>
                                          <p:spTgt spid="368"/>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380"/>
                                        </p:tgtEl>
                                        <p:attrNameLst>
                                          <p:attrName>style.visibility</p:attrName>
                                        </p:attrNameLst>
                                      </p:cBhvr>
                                      <p:to>
                                        <p:strVal val="visible"/>
                                      </p:to>
                                    </p:set>
                                    <p:animEffect transition="in" filter="dissolve">
                                      <p:cBhvr>
                                        <p:cTn id="40" dur="500"/>
                                        <p:tgtEl>
                                          <p:spTgt spid="380"/>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381"/>
                                        </p:tgtEl>
                                        <p:attrNameLst>
                                          <p:attrName>style.visibility</p:attrName>
                                        </p:attrNameLst>
                                      </p:cBhvr>
                                      <p:to>
                                        <p:strVal val="visible"/>
                                      </p:to>
                                    </p:set>
                                    <p:animEffect transition="in" filter="dissolve">
                                      <p:cBhvr>
                                        <p:cTn id="45" dur="500"/>
                                        <p:tgtEl>
                                          <p:spTgt spid="381"/>
                                        </p:tgtEl>
                                      </p:cBhvr>
                                    </p:animEffect>
                                  </p:childTnLst>
                                </p:cTn>
                              </p:par>
                              <p:par>
                                <p:cTn id="46" presetID="9" presetClass="entr" presetSubtype="0" fill="hold" grpId="0" nodeType="withEffect">
                                  <p:stCondLst>
                                    <p:cond delay="0"/>
                                  </p:stCondLst>
                                  <p:childTnLst>
                                    <p:set>
                                      <p:cBhvr>
                                        <p:cTn id="47" dur="1" fill="hold">
                                          <p:stCondLst>
                                            <p:cond delay="0"/>
                                          </p:stCondLst>
                                        </p:cTn>
                                        <p:tgtEl>
                                          <p:spTgt spid="363"/>
                                        </p:tgtEl>
                                        <p:attrNameLst>
                                          <p:attrName>style.visibility</p:attrName>
                                        </p:attrNameLst>
                                      </p:cBhvr>
                                      <p:to>
                                        <p:strVal val="visible"/>
                                      </p:to>
                                    </p:set>
                                    <p:animEffect transition="in" filter="dissolve">
                                      <p:cBhvr>
                                        <p:cTn id="48" dur="500"/>
                                        <p:tgtEl>
                                          <p:spTgt spid="363"/>
                                        </p:tgtEl>
                                      </p:cBhvr>
                                    </p:animEffect>
                                  </p:childTnLst>
                                </p:cTn>
                              </p:par>
                              <p:par>
                                <p:cTn id="49" presetID="9" presetClass="entr" presetSubtype="0" fill="hold" grpId="0" nodeType="withEffect">
                                  <p:stCondLst>
                                    <p:cond delay="0"/>
                                  </p:stCondLst>
                                  <p:childTnLst>
                                    <p:set>
                                      <p:cBhvr>
                                        <p:cTn id="50" dur="1" fill="hold">
                                          <p:stCondLst>
                                            <p:cond delay="0"/>
                                          </p:stCondLst>
                                        </p:cTn>
                                        <p:tgtEl>
                                          <p:spTgt spid="369"/>
                                        </p:tgtEl>
                                        <p:attrNameLst>
                                          <p:attrName>style.visibility</p:attrName>
                                        </p:attrNameLst>
                                      </p:cBhvr>
                                      <p:to>
                                        <p:strVal val="visible"/>
                                      </p:to>
                                    </p:set>
                                    <p:animEffect transition="in" filter="dissolve">
                                      <p:cBhvr>
                                        <p:cTn id="51" dur="500"/>
                                        <p:tgtEl>
                                          <p:spTgt spid="3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361" grpId="0" animBg="1"/>
      <p:bldP spid="362" grpId="0" animBg="1"/>
      <p:bldP spid="363" grpId="0" animBg="1"/>
      <p:bldP spid="365" grpId="0" animBg="1"/>
      <p:bldP spid="366" grpId="0" animBg="1"/>
      <p:bldP spid="367" grpId="0" animBg="1"/>
      <p:bldP spid="368" grpId="0" animBg="1"/>
      <p:bldP spid="369" grpId="0" animBg="1"/>
      <p:bldP spid="378" grpId="0"/>
      <p:bldP spid="379" grpId="0"/>
      <p:bldP spid="380" grpId="0"/>
      <p:bldP spid="381"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Sample SMTP interaction</a:t>
            </a:r>
            <a:endParaRPr lang="en-US" sz="4400" dirty="0"/>
          </a:p>
        </p:txBody>
      </p:sp>
      <p:sp>
        <p:nvSpPr>
          <p:cNvPr id="133" name="Rectangle 3">
            <a:extLst>
              <a:ext uri="{FF2B5EF4-FFF2-40B4-BE49-F238E27FC236}">
                <a16:creationId xmlns:a16="http://schemas.microsoft.com/office/drawing/2014/main" id="{D5CD8C7F-9F1D-3848-BEE3-38D59C4030C6}"/>
              </a:ext>
            </a:extLst>
          </p:cNvPr>
          <p:cNvSpPr>
            <a:spLocks noChangeArrowheads="1"/>
          </p:cNvSpPr>
          <p:nvPr/>
        </p:nvSpPr>
        <p:spPr bwMode="auto">
          <a:xfrm>
            <a:off x="1160995" y="1183947"/>
            <a:ext cx="9870010" cy="5170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220 hamburger.edu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HELO crepes.fr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Hello crepes.fr, pleased to meet you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MAIL FROM: &lt;alice@crepes.fr&gt;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alice@crepes.fr... Sender ok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RCPT TO: &lt;bob@hamburger.edu&gt;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bob@hamburger.edu ... Recipient ok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DATA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354 Enter mail, end with "." on a line by itself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Do you like ketchup?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How about pickles?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Message accepted for delivery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QUIT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221 hamburger.edu closing connection</a:t>
            </a:r>
            <a:endParaRPr kumimoji="0" lang="en-US" altLang="en-US" sz="22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CD537EC8-F0B4-B942-8A93-7FB748DF2F45}"/>
              </a:ext>
            </a:extLst>
          </p:cNvPr>
          <p:cNvSpPr/>
          <p:nvPr/>
        </p:nvSpPr>
        <p:spPr>
          <a:xfrm>
            <a:off x="1978429" y="1587732"/>
            <a:ext cx="8994370" cy="723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F0194776-169D-9F43-BA8B-FB29B42EC638}"/>
              </a:ext>
            </a:extLst>
          </p:cNvPr>
          <p:cNvSpPr/>
          <p:nvPr/>
        </p:nvSpPr>
        <p:spPr>
          <a:xfrm>
            <a:off x="1981200" y="2213956"/>
            <a:ext cx="8994370" cy="761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B7064521-6B03-5B46-A46A-56B82F1B8EC5}"/>
              </a:ext>
            </a:extLst>
          </p:cNvPr>
          <p:cNvSpPr/>
          <p:nvPr/>
        </p:nvSpPr>
        <p:spPr>
          <a:xfrm>
            <a:off x="2000594" y="2931622"/>
            <a:ext cx="8994370" cy="6483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3E38ED0F-A82C-EF4D-B01A-1798192BFFB8}"/>
              </a:ext>
            </a:extLst>
          </p:cNvPr>
          <p:cNvSpPr/>
          <p:nvPr/>
        </p:nvSpPr>
        <p:spPr>
          <a:xfrm>
            <a:off x="2019991" y="3566160"/>
            <a:ext cx="8994370" cy="75645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6C87EB37-81D8-C644-9E7C-178AB0D0876D}"/>
              </a:ext>
            </a:extLst>
          </p:cNvPr>
          <p:cNvSpPr/>
          <p:nvPr/>
        </p:nvSpPr>
        <p:spPr>
          <a:xfrm>
            <a:off x="1956261" y="4283824"/>
            <a:ext cx="8994370" cy="12690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E22AB7A7-0B80-B04C-8B1E-5378A69CED06}"/>
              </a:ext>
            </a:extLst>
          </p:cNvPr>
          <p:cNvSpPr/>
          <p:nvPr/>
        </p:nvSpPr>
        <p:spPr>
          <a:xfrm>
            <a:off x="1856507" y="5469775"/>
            <a:ext cx="8994370" cy="7758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Slide Number Placeholder 2">
            <a:extLst>
              <a:ext uri="{FF2B5EF4-FFF2-40B4-BE49-F238E27FC236}">
                <a16:creationId xmlns:a16="http://schemas.microsoft.com/office/drawing/2014/main" id="{01A32920-24D5-DF48-A91B-0520F9191E7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51</a:t>
            </a:fld>
            <a:endParaRPr lang="en-US" dirty="0"/>
          </a:p>
        </p:txBody>
      </p:sp>
    </p:spTree>
    <p:extLst>
      <p:ext uri="{BB962C8B-B14F-4D97-AF65-F5344CB8AC3E}">
        <p14:creationId xmlns:p14="http://schemas.microsoft.com/office/powerpoint/2010/main" val="4172446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6"/>
                                        </p:tgtEl>
                                      </p:cBhvr>
                                    </p:animEffect>
                                    <p:set>
                                      <p:cBhvr>
                                        <p:cTn id="12" dur="1" fill="hold">
                                          <p:stCondLst>
                                            <p:cond delay="499"/>
                                          </p:stCondLst>
                                        </p:cTn>
                                        <p:tgtEl>
                                          <p:spTgt spid="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7"/>
                                        </p:tgtEl>
                                      </p:cBhvr>
                                    </p:animEffect>
                                    <p:set>
                                      <p:cBhvr>
                                        <p:cTn id="17" dur="1" fill="hold">
                                          <p:stCondLst>
                                            <p:cond delay="499"/>
                                          </p:stCondLst>
                                        </p:cTn>
                                        <p:tgtEl>
                                          <p:spTgt spid="7"/>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8"/>
                                        </p:tgtEl>
                                      </p:cBhvr>
                                    </p:animEffect>
                                    <p:set>
                                      <p:cBhvr>
                                        <p:cTn id="22" dur="1" fill="hold">
                                          <p:stCondLst>
                                            <p:cond delay="499"/>
                                          </p:stCondLst>
                                        </p:cTn>
                                        <p:tgtEl>
                                          <p:spTgt spid="8"/>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grpId="0" nodeType="clickEffect">
                                  <p:stCondLst>
                                    <p:cond delay="0"/>
                                  </p:stCondLst>
                                  <p:childTnLst>
                                    <p:animEffect transition="out" filter="dissolve">
                                      <p:cBhvr>
                                        <p:cTn id="26" dur="500"/>
                                        <p:tgtEl>
                                          <p:spTgt spid="10"/>
                                        </p:tgtEl>
                                      </p:cBhvr>
                                    </p:animEffect>
                                    <p:set>
                                      <p:cBhvr>
                                        <p:cTn id="27" dur="1" fill="hold">
                                          <p:stCondLst>
                                            <p:cond delay="499"/>
                                          </p:stCondLst>
                                        </p:cTn>
                                        <p:tgtEl>
                                          <p:spTgt spid="10"/>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xit" presetSubtype="0" fill="hold" grpId="0" nodeType="clickEffect">
                                  <p:stCondLst>
                                    <p:cond delay="0"/>
                                  </p:stCondLst>
                                  <p:childTnLst>
                                    <p:animEffect transition="out" filter="dissolve">
                                      <p:cBhvr>
                                        <p:cTn id="31" dur="500"/>
                                        <p:tgtEl>
                                          <p:spTgt spid="11"/>
                                        </p:tgtEl>
                                      </p:cBhvr>
                                    </p:animEffect>
                                    <p:set>
                                      <p:cBhvr>
                                        <p:cTn id="32"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7" grpId="0" animBg="1"/>
      <p:bldP spid="8" grpId="0" animBg="1"/>
      <p:bldP spid="10" grpId="0" animBg="1"/>
      <p:bldP spid="11"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SMTP: observations</a:t>
            </a:r>
            <a:endParaRPr lang="en-US" sz="4400" dirty="0">
              <a:cs typeface="Calibri" panose="020F0502020204030204" pitchFamily="34" charset="0"/>
            </a:endParaRPr>
          </a:p>
        </p:txBody>
      </p:sp>
      <p:sp>
        <p:nvSpPr>
          <p:cNvPr id="8" name="Rectangle 3">
            <a:extLst>
              <a:ext uri="{FF2B5EF4-FFF2-40B4-BE49-F238E27FC236}">
                <a16:creationId xmlns:a16="http://schemas.microsoft.com/office/drawing/2014/main" id="{E677454B-F21D-4441-9BDE-50D84F4D93FA}"/>
              </a:ext>
            </a:extLst>
          </p:cNvPr>
          <p:cNvSpPr txBox="1">
            <a:spLocks noChangeArrowheads="1"/>
          </p:cNvSpPr>
          <p:nvPr/>
        </p:nvSpPr>
        <p:spPr>
          <a:xfrm>
            <a:off x="7119664" y="1518446"/>
            <a:ext cx="419462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uses persistent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requires message (header &amp; body) to be in 7-bit ASCII</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server uses CRLF.CRLF to determine end of message</a:t>
            </a:r>
          </a:p>
        </p:txBody>
      </p:sp>
      <p:sp>
        <p:nvSpPr>
          <p:cNvPr id="10" name="Rectangle 4">
            <a:extLst>
              <a:ext uri="{FF2B5EF4-FFF2-40B4-BE49-F238E27FC236}">
                <a16:creationId xmlns:a16="http://schemas.microsoft.com/office/drawing/2014/main" id="{3E733DCA-2522-E341-8697-49ADE10A3FA3}"/>
              </a:ext>
            </a:extLst>
          </p:cNvPr>
          <p:cNvSpPr txBox="1">
            <a:spLocks noChangeArrowheads="1"/>
          </p:cNvSpPr>
          <p:nvPr/>
        </p:nvSpPr>
        <p:spPr>
          <a:xfrm>
            <a:off x="651330" y="1460390"/>
            <a:ext cx="618308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comparison with HTTP:</a:t>
            </a:r>
          </a:p>
          <a:p>
            <a:pPr marL="576263" marR="0" lvl="0" indent="-317500" algn="l" defTabSz="914400" rtl="0" eaLnBrk="1" fontAlgn="auto" latinLnBrk="0" hangingPunct="1">
              <a:lnSpc>
                <a:spcPct val="90000"/>
              </a:lnSpc>
              <a:spcBef>
                <a:spcPct val="50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client pull</a:t>
            </a:r>
          </a:p>
          <a:p>
            <a:pPr marL="576263" marR="0" lvl="0" indent="-317500" algn="l" defTabSz="914400" rtl="0" eaLnBrk="1" fontAlgn="auto" latinLnBrk="0" hangingPunct="1">
              <a:lnSpc>
                <a:spcPct val="90000"/>
              </a:lnSpc>
              <a:spcBef>
                <a:spcPts val="1000"/>
              </a:spcBef>
              <a:spcAft>
                <a:spcPct val="50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client push</a:t>
            </a:r>
          </a:p>
          <a:p>
            <a:pPr marL="576263" marR="0" lvl="0" indent="-317500" algn="l" defTabSz="914400" rtl="0" eaLnBrk="1" fontAlgn="auto" latinLnBrk="0" hangingPunct="1">
              <a:lnSpc>
                <a:spcPct val="90000"/>
              </a:lnSpc>
              <a:spcBef>
                <a:spcPts val="1000"/>
              </a:spcBef>
              <a:spcAft>
                <a:spcPct val="50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both have ASCII command/response interaction, status codes</a:t>
            </a:r>
          </a:p>
          <a:p>
            <a:pPr marL="576263" marR="0" lvl="0" indent="-3175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each object encapsulated in its own response message</a:t>
            </a:r>
          </a:p>
          <a:p>
            <a:pPr marL="576263" marR="0" lvl="0" indent="-3175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multiple objects sent in multipart message</a:t>
            </a:r>
          </a:p>
        </p:txBody>
      </p:sp>
      <p:sp>
        <p:nvSpPr>
          <p:cNvPr id="5" name="Slide Number Placeholder 2">
            <a:extLst>
              <a:ext uri="{FF2B5EF4-FFF2-40B4-BE49-F238E27FC236}">
                <a16:creationId xmlns:a16="http://schemas.microsoft.com/office/drawing/2014/main" id="{80E309B1-D180-4349-82CA-F509C53B0F7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52</a:t>
            </a:fld>
            <a:endParaRPr lang="en-US" dirty="0"/>
          </a:p>
        </p:txBody>
      </p:sp>
    </p:spTree>
    <p:extLst>
      <p:ext uri="{BB962C8B-B14F-4D97-AF65-F5344CB8AC3E}">
        <p14:creationId xmlns:p14="http://schemas.microsoft.com/office/powerpoint/2010/main" val="161754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3" end="3"/>
                                            </p:txEl>
                                          </p:spTgt>
                                        </p:tgtEl>
                                        <p:attrNameLst>
                                          <p:attrName>style.visibility</p:attrName>
                                        </p:attrNameLst>
                                      </p:cBhvr>
                                      <p:to>
                                        <p:strVal val="visible"/>
                                      </p:to>
                                    </p:set>
                                    <p:animEffect transition="in" filter="dissolve">
                                      <p:cBhvr>
                                        <p:cTn id="7" dur="500"/>
                                        <p:tgtEl>
                                          <p:spTgt spid="10">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4" end="4"/>
                                            </p:txEl>
                                          </p:spTgt>
                                        </p:tgtEl>
                                        <p:attrNameLst>
                                          <p:attrName>style.visibility</p:attrName>
                                        </p:attrNameLst>
                                      </p:cBhvr>
                                      <p:to>
                                        <p:strVal val="visible"/>
                                      </p:to>
                                    </p:set>
                                    <p:animEffect transition="in" filter="dissolve">
                                      <p:cBhvr>
                                        <p:cTn id="12" dur="500"/>
                                        <p:tgtEl>
                                          <p:spTgt spid="10">
                                            <p:txEl>
                                              <p:pRg st="4" end="4"/>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0">
                                            <p:txEl>
                                              <p:pRg st="5" end="5"/>
                                            </p:txEl>
                                          </p:spTgt>
                                        </p:tgtEl>
                                        <p:attrNameLst>
                                          <p:attrName>style.visibility</p:attrName>
                                        </p:attrNameLst>
                                      </p:cBhvr>
                                      <p:to>
                                        <p:strVal val="visible"/>
                                      </p:to>
                                    </p:set>
                                    <p:animEffect transition="in" filter="dissolve">
                                      <p:cBhvr>
                                        <p:cTn id="15" dur="500"/>
                                        <p:tgtEl>
                                          <p:spTgt spid="10">
                                            <p:txEl>
                                              <p:pRg st="5" end="5"/>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
                                            <p:txEl>
                                              <p:pRg st="0" end="0"/>
                                            </p:txEl>
                                          </p:spTgt>
                                        </p:tgtEl>
                                        <p:attrNameLst>
                                          <p:attrName>style.visibility</p:attrName>
                                        </p:attrNameLst>
                                      </p:cBhvr>
                                      <p:to>
                                        <p:strVal val="visible"/>
                                      </p:to>
                                    </p:set>
                                    <p:animEffect transition="in" filter="dissolve">
                                      <p:cBhvr>
                                        <p:cTn id="20" dur="500"/>
                                        <p:tgtEl>
                                          <p:spTgt spid="8">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
                                            <p:txEl>
                                              <p:pRg st="1" end="1"/>
                                            </p:txEl>
                                          </p:spTgt>
                                        </p:tgtEl>
                                        <p:attrNameLst>
                                          <p:attrName>style.visibility</p:attrName>
                                        </p:attrNameLst>
                                      </p:cBhvr>
                                      <p:to>
                                        <p:strVal val="visible"/>
                                      </p:to>
                                    </p:set>
                                    <p:animEffect transition="in" filter="dissolve">
                                      <p:cBhvr>
                                        <p:cTn id="23" dur="500"/>
                                        <p:tgtEl>
                                          <p:spTgt spid="8">
                                            <p:txEl>
                                              <p:pRg st="1" end="1"/>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8">
                                            <p:txEl>
                                              <p:pRg st="2" end="2"/>
                                            </p:txEl>
                                          </p:spTgt>
                                        </p:tgtEl>
                                        <p:attrNameLst>
                                          <p:attrName>style.visibility</p:attrName>
                                        </p:attrNameLst>
                                      </p:cBhvr>
                                      <p:to>
                                        <p:strVal val="visible"/>
                                      </p:to>
                                    </p:set>
                                    <p:animEffect transition="in" filter="dissolve">
                                      <p:cBhvr>
                                        <p:cTn id="26" dur="500"/>
                                        <p:tgtEl>
                                          <p:spTgt spid="8">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Mail message format</a:t>
            </a:r>
            <a:endParaRPr lang="en-US" sz="4400" dirty="0">
              <a:cs typeface="Calibri" panose="020F0502020204030204" pitchFamily="34" charset="0"/>
            </a:endParaRPr>
          </a:p>
        </p:txBody>
      </p:sp>
      <p:sp>
        <p:nvSpPr>
          <p:cNvPr id="6" name="Rectangle 3">
            <a:extLst>
              <a:ext uri="{FF2B5EF4-FFF2-40B4-BE49-F238E27FC236}">
                <a16:creationId xmlns:a16="http://schemas.microsoft.com/office/drawing/2014/main" id="{81957B58-E235-B248-9DD8-EB83AEA89A77}"/>
              </a:ext>
            </a:extLst>
          </p:cNvPr>
          <p:cNvSpPr txBox="1">
            <a:spLocks noChangeArrowheads="1"/>
          </p:cNvSpPr>
          <p:nvPr/>
        </p:nvSpPr>
        <p:spPr>
          <a:xfrm>
            <a:off x="819954" y="1518446"/>
            <a:ext cx="10701485" cy="185652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protocol for exchanging e-mail messages, defined in RFC 5321 (like RFC 7231 defines HTTP)</a:t>
            </a:r>
          </a:p>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RFC 2822 defines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syntax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e-mail message itself (like HTML defines syntax for web documents)</a:t>
            </a:r>
          </a:p>
        </p:txBody>
      </p:sp>
      <p:sp>
        <p:nvSpPr>
          <p:cNvPr id="17" name="Rectangle 5">
            <a:extLst>
              <a:ext uri="{FF2B5EF4-FFF2-40B4-BE49-F238E27FC236}">
                <a16:creationId xmlns:a16="http://schemas.microsoft.com/office/drawing/2014/main" id="{90AB71C4-0C4F-CA48-A7D0-41E1DC5A2390}"/>
              </a:ext>
            </a:extLst>
          </p:cNvPr>
          <p:cNvSpPr>
            <a:spLocks noChangeArrowheads="1"/>
          </p:cNvSpPr>
          <p:nvPr/>
        </p:nvSpPr>
        <p:spPr bwMode="auto">
          <a:xfrm>
            <a:off x="8111539" y="3317071"/>
            <a:ext cx="2832100" cy="431800"/>
          </a:xfrm>
          <a:prstGeom prst="rect">
            <a:avLst/>
          </a:prstGeom>
          <a:solidFill>
            <a:srgbClr val="00CC9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header</a:t>
            </a:r>
          </a:p>
        </p:txBody>
      </p:sp>
      <p:sp>
        <p:nvSpPr>
          <p:cNvPr id="18" name="Rectangle 7">
            <a:extLst>
              <a:ext uri="{FF2B5EF4-FFF2-40B4-BE49-F238E27FC236}">
                <a16:creationId xmlns:a16="http://schemas.microsoft.com/office/drawing/2014/main" id="{CDEC6892-2B97-054E-BBD0-0613AB2823BD}"/>
              </a:ext>
            </a:extLst>
          </p:cNvPr>
          <p:cNvSpPr>
            <a:spLocks noChangeArrowheads="1"/>
          </p:cNvSpPr>
          <p:nvPr/>
        </p:nvSpPr>
        <p:spPr bwMode="auto">
          <a:xfrm>
            <a:off x="8111539" y="4129871"/>
            <a:ext cx="2832100" cy="1739900"/>
          </a:xfrm>
          <a:prstGeom prst="rect">
            <a:avLst/>
          </a:prstGeom>
          <a:solidFill>
            <a:srgbClr val="3333CC"/>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body</a:t>
            </a:r>
          </a:p>
        </p:txBody>
      </p:sp>
      <p:sp>
        <p:nvSpPr>
          <p:cNvPr id="19" name="Rectangle 9">
            <a:extLst>
              <a:ext uri="{FF2B5EF4-FFF2-40B4-BE49-F238E27FC236}">
                <a16:creationId xmlns:a16="http://schemas.microsoft.com/office/drawing/2014/main" id="{C0E3FED1-4363-5F4D-B639-F7151E3E3FAF}"/>
              </a:ext>
            </a:extLst>
          </p:cNvPr>
          <p:cNvSpPr>
            <a:spLocks noChangeArrowheads="1"/>
          </p:cNvSpPr>
          <p:nvPr/>
        </p:nvSpPr>
        <p:spPr bwMode="auto">
          <a:xfrm>
            <a:off x="7908339" y="3202771"/>
            <a:ext cx="3238500" cy="3073400"/>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 name="Line 11">
            <a:extLst>
              <a:ext uri="{FF2B5EF4-FFF2-40B4-BE49-F238E27FC236}">
                <a16:creationId xmlns:a16="http://schemas.microsoft.com/office/drawing/2014/main" id="{86B4C984-46A5-C043-8ED7-4BFCACE5EF20}"/>
              </a:ext>
            </a:extLst>
          </p:cNvPr>
          <p:cNvSpPr>
            <a:spLocks noChangeShapeType="1"/>
          </p:cNvSpPr>
          <p:nvPr/>
        </p:nvSpPr>
        <p:spPr bwMode="auto">
          <a:xfrm flipV="1">
            <a:off x="1567314" y="5094521"/>
            <a:ext cx="6544225" cy="812792"/>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sp>
        <p:nvSpPr>
          <p:cNvPr id="22" name="Text Box 13">
            <a:extLst>
              <a:ext uri="{FF2B5EF4-FFF2-40B4-BE49-F238E27FC236}">
                <a16:creationId xmlns:a16="http://schemas.microsoft.com/office/drawing/2014/main" id="{C5431D6F-96A3-734C-8517-99FCE98FAD76}"/>
              </a:ext>
            </a:extLst>
          </p:cNvPr>
          <p:cNvSpPr txBox="1">
            <a:spLocks noChangeArrowheads="1"/>
          </p:cNvSpPr>
          <p:nvPr/>
        </p:nvSpPr>
        <p:spPr bwMode="auto">
          <a:xfrm>
            <a:off x="11272252" y="3537734"/>
            <a:ext cx="792162"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blank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p:txBody>
      </p:sp>
      <p:sp>
        <p:nvSpPr>
          <p:cNvPr id="23" name="Line 14">
            <a:extLst>
              <a:ext uri="{FF2B5EF4-FFF2-40B4-BE49-F238E27FC236}">
                <a16:creationId xmlns:a16="http://schemas.microsoft.com/office/drawing/2014/main" id="{EC853BB6-31B4-4243-A729-4094617E6DF8}"/>
              </a:ext>
            </a:extLst>
          </p:cNvPr>
          <p:cNvSpPr>
            <a:spLocks noChangeShapeType="1"/>
          </p:cNvSpPr>
          <p:nvPr/>
        </p:nvSpPr>
        <p:spPr bwMode="auto">
          <a:xfrm flipH="1">
            <a:off x="10384839" y="3977471"/>
            <a:ext cx="965200" cy="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8B4D68C-13CF-8640-BB04-F138B198C88E}"/>
              </a:ext>
            </a:extLst>
          </p:cNvPr>
          <p:cNvCxnSpPr>
            <a:cxnSpLocks/>
          </p:cNvCxnSpPr>
          <p:nvPr/>
        </p:nvCxnSpPr>
        <p:spPr>
          <a:xfrm>
            <a:off x="3614057" y="3531161"/>
            <a:ext cx="4424912" cy="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3">
            <a:extLst>
              <a:ext uri="{FF2B5EF4-FFF2-40B4-BE49-F238E27FC236}">
                <a16:creationId xmlns:a16="http://schemas.microsoft.com/office/drawing/2014/main" id="{70542D48-C74E-9945-A7DE-1939CC0DD67B}"/>
              </a:ext>
            </a:extLst>
          </p:cNvPr>
          <p:cNvSpPr txBox="1">
            <a:spLocks noChangeArrowheads="1"/>
          </p:cNvSpPr>
          <p:nvPr/>
        </p:nvSpPr>
        <p:spPr>
          <a:xfrm>
            <a:off x="889227" y="3300140"/>
            <a:ext cx="6379126" cy="303415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header lines, e.g.,</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Subject:</a:t>
            </a:r>
          </a:p>
          <a:p>
            <a:pPr marL="403225" marR="0" lvl="1" indent="0"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these lines, within the body of the email message area different from </a:t>
            </a:r>
            <a:r>
              <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MAIL FROM:, RCPT TO:</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commands!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Body: the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ASCII characters only</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Slide Number Placeholder 2">
            <a:extLst>
              <a:ext uri="{FF2B5EF4-FFF2-40B4-BE49-F238E27FC236}">
                <a16:creationId xmlns:a16="http://schemas.microsoft.com/office/drawing/2014/main" id="{ED161916-043B-2B40-A2CD-1EB81D81795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53</a:t>
            </a:fld>
            <a:endParaRPr lang="en-US" dirty="0"/>
          </a:p>
        </p:txBody>
      </p:sp>
    </p:spTree>
    <p:extLst>
      <p:ext uri="{BB962C8B-B14F-4D97-AF65-F5344CB8AC3E}">
        <p14:creationId xmlns:p14="http://schemas.microsoft.com/office/powerpoint/2010/main" val="827701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
                                            <p:txEl>
                                              <p:pRg st="0" end="0"/>
                                            </p:txEl>
                                          </p:spTgt>
                                        </p:tgtEl>
                                        <p:attrNameLst>
                                          <p:attrName>style.visibility</p:attrName>
                                        </p:attrNameLst>
                                      </p:cBhvr>
                                      <p:to>
                                        <p:strVal val="visible"/>
                                      </p:to>
                                    </p:set>
                                    <p:animEffect transition="in" filter="dissolve">
                                      <p:cBhvr>
                                        <p:cTn id="12" dur="500"/>
                                        <p:tgtEl>
                                          <p:spTgt spid="12">
                                            <p:txEl>
                                              <p:pRg st="0" end="0"/>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dissolve">
                                      <p:cBhvr>
                                        <p:cTn id="15" dur="500"/>
                                        <p:tgtEl>
                                          <p:spTgt spid="12">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
                                            <p:txEl>
                                              <p:pRg st="2" end="2"/>
                                            </p:txEl>
                                          </p:spTgt>
                                        </p:tgtEl>
                                        <p:attrNameLst>
                                          <p:attrName>style.visibility</p:attrName>
                                        </p:attrNameLst>
                                      </p:cBhvr>
                                      <p:to>
                                        <p:strVal val="visible"/>
                                      </p:to>
                                    </p:set>
                                    <p:animEffect transition="in" filter="dissolve">
                                      <p:cBhvr>
                                        <p:cTn id="18" dur="500"/>
                                        <p:tgtEl>
                                          <p:spTgt spid="12">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
                                            <p:txEl>
                                              <p:pRg st="3" end="3"/>
                                            </p:txEl>
                                          </p:spTgt>
                                        </p:tgtEl>
                                        <p:attrNameLst>
                                          <p:attrName>style.visibility</p:attrName>
                                        </p:attrNameLst>
                                      </p:cBhvr>
                                      <p:to>
                                        <p:strVal val="visible"/>
                                      </p:to>
                                    </p:set>
                                    <p:animEffect transition="in" filter="dissolve">
                                      <p:cBhvr>
                                        <p:cTn id="21" dur="500"/>
                                        <p:tgtEl>
                                          <p:spTgt spid="12">
                                            <p:txEl>
                                              <p:pRg st="3" end="3"/>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4" end="4"/>
                                            </p:txEl>
                                          </p:spTgt>
                                        </p:tgtEl>
                                        <p:attrNameLst>
                                          <p:attrName>style.visibility</p:attrName>
                                        </p:attrNameLst>
                                      </p:cBhvr>
                                      <p:to>
                                        <p:strVal val="visible"/>
                                      </p:to>
                                    </p:set>
                                    <p:animEffect transition="in" filter="dissolve">
                                      <p:cBhvr>
                                        <p:cTn id="24" dur="500"/>
                                        <p:tgtEl>
                                          <p:spTgt spid="12">
                                            <p:txEl>
                                              <p:pRg st="4" end="4"/>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dissolve">
                                      <p:cBhvr>
                                        <p:cTn id="27" dur="500"/>
                                        <p:tgtEl>
                                          <p:spTgt spid="17"/>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dissolve">
                                      <p:cBhvr>
                                        <p:cTn id="30" dur="500"/>
                                        <p:tgtEl>
                                          <p:spTgt spid="19"/>
                                        </p:tgtEl>
                                      </p:cBhvr>
                                    </p:animEffect>
                                  </p:childTnLst>
                                </p:cTn>
                              </p:par>
                              <p:par>
                                <p:cTn id="31" presetID="9" presetClass="entr" presetSubtype="0" fill="hold"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dissolve">
                                      <p:cBhvr>
                                        <p:cTn id="33" dur="500"/>
                                        <p:tgtEl>
                                          <p:spTgt spid="4"/>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dissolve">
                                      <p:cBhvr>
                                        <p:cTn id="38" dur="500"/>
                                        <p:tgtEl>
                                          <p:spTgt spid="22"/>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dissolv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2">
                                            <p:txEl>
                                              <p:pRg st="5" end="5"/>
                                            </p:txEl>
                                          </p:spTgt>
                                        </p:tgtEl>
                                        <p:attrNameLst>
                                          <p:attrName>style.visibility</p:attrName>
                                        </p:attrNameLst>
                                      </p:cBhvr>
                                      <p:to>
                                        <p:strVal val="visible"/>
                                      </p:to>
                                    </p:set>
                                    <p:animEffect transition="in" filter="dissolve">
                                      <p:cBhvr>
                                        <p:cTn id="46" dur="500"/>
                                        <p:tgtEl>
                                          <p:spTgt spid="12">
                                            <p:txEl>
                                              <p:pRg st="5" end="5"/>
                                            </p:txEl>
                                          </p:spTgt>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dissolve">
                                      <p:cBhvr>
                                        <p:cTn id="49" dur="500"/>
                                        <p:tgtEl>
                                          <p:spTgt spid="18"/>
                                        </p:tgtEl>
                                      </p:cBhvr>
                                    </p:animEffect>
                                  </p:childTnLst>
                                </p:cTn>
                              </p:par>
                              <p:par>
                                <p:cTn id="50" presetID="9" presetClass="entr" presetSubtype="0" fill="hold" grpId="1"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dissolve">
                                      <p:cBhvr>
                                        <p:cTn id="52" dur="500"/>
                                        <p:tgtEl>
                                          <p:spTgt spid="23"/>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dissolve">
                                      <p:cBhvr>
                                        <p:cTn id="5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1" grpId="0" animBg="1"/>
      <p:bldP spid="22" grpId="0"/>
      <p:bldP spid="23" grpId="0" animBg="1"/>
      <p:bldP spid="23" grpId="1"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Retrieving email: mail access protocols</a:t>
            </a:r>
            <a:endParaRPr lang="en-US" sz="4400" dirty="0">
              <a:cs typeface="Calibri" panose="020F0502020204030204" pitchFamily="34" charset="0"/>
            </a:endParaRPr>
          </a:p>
        </p:txBody>
      </p:sp>
      <p:grpSp>
        <p:nvGrpSpPr>
          <p:cNvPr id="262" name="Group 133">
            <a:extLst>
              <a:ext uri="{FF2B5EF4-FFF2-40B4-BE49-F238E27FC236}">
                <a16:creationId xmlns:a16="http://schemas.microsoft.com/office/drawing/2014/main" id="{962D0EED-8EC0-D944-8706-78D65ED758FC}"/>
              </a:ext>
            </a:extLst>
          </p:cNvPr>
          <p:cNvGrpSpPr>
            <a:grpSpLocks/>
          </p:cNvGrpSpPr>
          <p:nvPr/>
        </p:nvGrpSpPr>
        <p:grpSpPr bwMode="auto">
          <a:xfrm>
            <a:off x="4451528" y="1694089"/>
            <a:ext cx="511175" cy="693738"/>
            <a:chOff x="4140" y="429"/>
            <a:chExt cx="1425" cy="2396"/>
          </a:xfrm>
        </p:grpSpPr>
        <p:sp>
          <p:nvSpPr>
            <p:cNvPr id="351" name="Freeform 134">
              <a:extLst>
                <a:ext uri="{FF2B5EF4-FFF2-40B4-BE49-F238E27FC236}">
                  <a16:creationId xmlns:a16="http://schemas.microsoft.com/office/drawing/2014/main" id="{DCB7F2F1-B08C-9D42-9A9B-C0CA8CC2DF5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35">
              <a:extLst>
                <a:ext uri="{FF2B5EF4-FFF2-40B4-BE49-F238E27FC236}">
                  <a16:creationId xmlns:a16="http://schemas.microsoft.com/office/drawing/2014/main" id="{E057BFF5-9E6F-4743-A805-44D1354D720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Freeform 136">
              <a:extLst>
                <a:ext uri="{FF2B5EF4-FFF2-40B4-BE49-F238E27FC236}">
                  <a16:creationId xmlns:a16="http://schemas.microsoft.com/office/drawing/2014/main" id="{794C2025-779C-7143-89C2-171CFB0188B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Freeform 137">
              <a:extLst>
                <a:ext uri="{FF2B5EF4-FFF2-40B4-BE49-F238E27FC236}">
                  <a16:creationId xmlns:a16="http://schemas.microsoft.com/office/drawing/2014/main" id="{A80FAE7D-8D21-BC47-907D-F96620BB907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Rectangle 138">
              <a:extLst>
                <a:ext uri="{FF2B5EF4-FFF2-40B4-BE49-F238E27FC236}">
                  <a16:creationId xmlns:a16="http://schemas.microsoft.com/office/drawing/2014/main" id="{616938A0-6228-6140-BCFA-473AB9A592A8}"/>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6" name="Group 139">
              <a:extLst>
                <a:ext uri="{FF2B5EF4-FFF2-40B4-BE49-F238E27FC236}">
                  <a16:creationId xmlns:a16="http://schemas.microsoft.com/office/drawing/2014/main" id="{87FBA1B9-AC0E-BF4F-A5C2-F38DA460D10C}"/>
                </a:ext>
              </a:extLst>
            </p:cNvPr>
            <p:cNvGrpSpPr>
              <a:grpSpLocks/>
            </p:cNvGrpSpPr>
            <p:nvPr/>
          </p:nvGrpSpPr>
          <p:grpSpPr bwMode="auto">
            <a:xfrm>
              <a:off x="4749" y="668"/>
              <a:ext cx="581" cy="145"/>
              <a:chOff x="614" y="2568"/>
              <a:chExt cx="725" cy="139"/>
            </a:xfrm>
          </p:grpSpPr>
          <p:sp>
            <p:nvSpPr>
              <p:cNvPr id="381" name="AutoShape 140">
                <a:extLst>
                  <a:ext uri="{FF2B5EF4-FFF2-40B4-BE49-F238E27FC236}">
                    <a16:creationId xmlns:a16="http://schemas.microsoft.com/office/drawing/2014/main" id="{84143FD8-E0F9-DF48-B4AF-0D12414A3C0B}"/>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AutoShape 141">
                <a:extLst>
                  <a:ext uri="{FF2B5EF4-FFF2-40B4-BE49-F238E27FC236}">
                    <a16:creationId xmlns:a16="http://schemas.microsoft.com/office/drawing/2014/main" id="{F75D69FA-178C-FF48-AF93-8D22328C7050}"/>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7" name="Rectangle 142">
              <a:extLst>
                <a:ext uri="{FF2B5EF4-FFF2-40B4-BE49-F238E27FC236}">
                  <a16:creationId xmlns:a16="http://schemas.microsoft.com/office/drawing/2014/main" id="{79EE47BA-DDCB-AE42-849E-EAA9A961AC1F}"/>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8" name="Group 143">
              <a:extLst>
                <a:ext uri="{FF2B5EF4-FFF2-40B4-BE49-F238E27FC236}">
                  <a16:creationId xmlns:a16="http://schemas.microsoft.com/office/drawing/2014/main" id="{52DF3659-7462-174D-BF79-583260D64939}"/>
                </a:ext>
              </a:extLst>
            </p:cNvPr>
            <p:cNvGrpSpPr>
              <a:grpSpLocks/>
            </p:cNvGrpSpPr>
            <p:nvPr/>
          </p:nvGrpSpPr>
          <p:grpSpPr bwMode="auto">
            <a:xfrm>
              <a:off x="4747" y="994"/>
              <a:ext cx="581" cy="134"/>
              <a:chOff x="614" y="2568"/>
              <a:chExt cx="725" cy="139"/>
            </a:xfrm>
          </p:grpSpPr>
          <p:sp>
            <p:nvSpPr>
              <p:cNvPr id="379" name="AutoShape 144">
                <a:extLst>
                  <a:ext uri="{FF2B5EF4-FFF2-40B4-BE49-F238E27FC236}">
                    <a16:creationId xmlns:a16="http://schemas.microsoft.com/office/drawing/2014/main" id="{9E1E1420-2718-EE4C-9DB5-D20E625D4DAC}"/>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145">
                <a:extLst>
                  <a:ext uri="{FF2B5EF4-FFF2-40B4-BE49-F238E27FC236}">
                    <a16:creationId xmlns:a16="http://schemas.microsoft.com/office/drawing/2014/main" id="{311E1D1D-C4BA-C14B-AB5E-7D9E9CB99C08}"/>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9" name="Rectangle 146">
              <a:extLst>
                <a:ext uri="{FF2B5EF4-FFF2-40B4-BE49-F238E27FC236}">
                  <a16:creationId xmlns:a16="http://schemas.microsoft.com/office/drawing/2014/main" id="{A208931F-C1D7-4D44-9151-6D63CB811A8B}"/>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147">
              <a:extLst>
                <a:ext uri="{FF2B5EF4-FFF2-40B4-BE49-F238E27FC236}">
                  <a16:creationId xmlns:a16="http://schemas.microsoft.com/office/drawing/2014/main" id="{85597E8B-CF6B-C244-96B8-D967A88BD6FE}"/>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1" name="Group 148">
              <a:extLst>
                <a:ext uri="{FF2B5EF4-FFF2-40B4-BE49-F238E27FC236}">
                  <a16:creationId xmlns:a16="http://schemas.microsoft.com/office/drawing/2014/main" id="{13DDD94F-DFC2-E744-ADF7-A896AEDA93D2}"/>
                </a:ext>
              </a:extLst>
            </p:cNvPr>
            <p:cNvGrpSpPr>
              <a:grpSpLocks/>
            </p:cNvGrpSpPr>
            <p:nvPr/>
          </p:nvGrpSpPr>
          <p:grpSpPr bwMode="auto">
            <a:xfrm>
              <a:off x="4735" y="1627"/>
              <a:ext cx="582" cy="151"/>
              <a:chOff x="614" y="2568"/>
              <a:chExt cx="725" cy="139"/>
            </a:xfrm>
          </p:grpSpPr>
          <p:sp>
            <p:nvSpPr>
              <p:cNvPr id="377" name="AutoShape 149">
                <a:extLst>
                  <a:ext uri="{FF2B5EF4-FFF2-40B4-BE49-F238E27FC236}">
                    <a16:creationId xmlns:a16="http://schemas.microsoft.com/office/drawing/2014/main" id="{3E8C962F-C7BD-B44F-978E-C803F5452586}"/>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AutoShape 150">
                <a:extLst>
                  <a:ext uri="{FF2B5EF4-FFF2-40B4-BE49-F238E27FC236}">
                    <a16:creationId xmlns:a16="http://schemas.microsoft.com/office/drawing/2014/main" id="{E65F62EE-08D0-BF46-9BB6-23FEA82DDB56}"/>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2" name="Freeform 151">
              <a:extLst>
                <a:ext uri="{FF2B5EF4-FFF2-40B4-BE49-F238E27FC236}">
                  <a16:creationId xmlns:a16="http://schemas.microsoft.com/office/drawing/2014/main" id="{60E83399-FCB4-324A-B4BD-B8F23659596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3" name="Group 152">
              <a:extLst>
                <a:ext uri="{FF2B5EF4-FFF2-40B4-BE49-F238E27FC236}">
                  <a16:creationId xmlns:a16="http://schemas.microsoft.com/office/drawing/2014/main" id="{87A9E3BB-3D7B-8247-845C-C0F0EBB963AB}"/>
                </a:ext>
              </a:extLst>
            </p:cNvPr>
            <p:cNvGrpSpPr>
              <a:grpSpLocks/>
            </p:cNvGrpSpPr>
            <p:nvPr/>
          </p:nvGrpSpPr>
          <p:grpSpPr bwMode="auto">
            <a:xfrm>
              <a:off x="4739" y="1327"/>
              <a:ext cx="582" cy="139"/>
              <a:chOff x="614" y="2568"/>
              <a:chExt cx="725" cy="139"/>
            </a:xfrm>
          </p:grpSpPr>
          <p:sp>
            <p:nvSpPr>
              <p:cNvPr id="375" name="AutoShape 153">
                <a:extLst>
                  <a:ext uri="{FF2B5EF4-FFF2-40B4-BE49-F238E27FC236}">
                    <a16:creationId xmlns:a16="http://schemas.microsoft.com/office/drawing/2014/main" id="{7C75A8D8-585C-B74B-A8B7-1BE5B537853B}"/>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AutoShape 154">
                <a:extLst>
                  <a:ext uri="{FF2B5EF4-FFF2-40B4-BE49-F238E27FC236}">
                    <a16:creationId xmlns:a16="http://schemas.microsoft.com/office/drawing/2014/main" id="{22C9496F-6ACA-5348-BD7C-54B2C4BDD199}"/>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4" name="Rectangle 155">
              <a:extLst>
                <a:ext uri="{FF2B5EF4-FFF2-40B4-BE49-F238E27FC236}">
                  <a16:creationId xmlns:a16="http://schemas.microsoft.com/office/drawing/2014/main" id="{3A93ED27-82F2-8540-8D23-33AD2D2EE47A}"/>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156">
              <a:extLst>
                <a:ext uri="{FF2B5EF4-FFF2-40B4-BE49-F238E27FC236}">
                  <a16:creationId xmlns:a16="http://schemas.microsoft.com/office/drawing/2014/main" id="{0292C05A-662A-5445-B8CB-FAA09E805A6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Freeform 157">
              <a:extLst>
                <a:ext uri="{FF2B5EF4-FFF2-40B4-BE49-F238E27FC236}">
                  <a16:creationId xmlns:a16="http://schemas.microsoft.com/office/drawing/2014/main" id="{4AA45BB6-3C27-E64E-8383-C80FAEA53A3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158">
              <a:extLst>
                <a:ext uri="{FF2B5EF4-FFF2-40B4-BE49-F238E27FC236}">
                  <a16:creationId xmlns:a16="http://schemas.microsoft.com/office/drawing/2014/main" id="{95B86A35-1D75-5C49-936B-687C0ACE7FDE}"/>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Freeform 159">
              <a:extLst>
                <a:ext uri="{FF2B5EF4-FFF2-40B4-BE49-F238E27FC236}">
                  <a16:creationId xmlns:a16="http://schemas.microsoft.com/office/drawing/2014/main" id="{1EEE46FE-29EC-9D4E-A9F0-12F15C389E7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AutoShape 160">
              <a:extLst>
                <a:ext uri="{FF2B5EF4-FFF2-40B4-BE49-F238E27FC236}">
                  <a16:creationId xmlns:a16="http://schemas.microsoft.com/office/drawing/2014/main" id="{77C78D76-E4BF-FC4E-85A3-25D74AAE0F1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AutoShape 161">
              <a:extLst>
                <a:ext uri="{FF2B5EF4-FFF2-40B4-BE49-F238E27FC236}">
                  <a16:creationId xmlns:a16="http://schemas.microsoft.com/office/drawing/2014/main" id="{1A647E10-4CD3-9C49-9E7D-932D48250838}"/>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Oval 162">
              <a:extLst>
                <a:ext uri="{FF2B5EF4-FFF2-40B4-BE49-F238E27FC236}">
                  <a16:creationId xmlns:a16="http://schemas.microsoft.com/office/drawing/2014/main" id="{43EFA142-8DAD-3D46-A09E-08B75C8DFF62}"/>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Oval 163">
              <a:extLst>
                <a:ext uri="{FF2B5EF4-FFF2-40B4-BE49-F238E27FC236}">
                  <a16:creationId xmlns:a16="http://schemas.microsoft.com/office/drawing/2014/main" id="{A31EBF34-4197-3041-BA0D-DA86EAB8CBC9}"/>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73" name="Oval 164">
              <a:extLst>
                <a:ext uri="{FF2B5EF4-FFF2-40B4-BE49-F238E27FC236}">
                  <a16:creationId xmlns:a16="http://schemas.microsoft.com/office/drawing/2014/main" id="{C69F2F21-A598-194E-8061-42E20C132913}"/>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65">
              <a:extLst>
                <a:ext uri="{FF2B5EF4-FFF2-40B4-BE49-F238E27FC236}">
                  <a16:creationId xmlns:a16="http://schemas.microsoft.com/office/drawing/2014/main" id="{C6C7B11F-80C5-CE4C-8737-FB4903EEBCB3}"/>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3" name="Group 100">
            <a:extLst>
              <a:ext uri="{FF2B5EF4-FFF2-40B4-BE49-F238E27FC236}">
                <a16:creationId xmlns:a16="http://schemas.microsoft.com/office/drawing/2014/main" id="{425D51F3-48C9-9A40-B992-AE005FAB2C33}"/>
              </a:ext>
            </a:extLst>
          </p:cNvPr>
          <p:cNvGrpSpPr>
            <a:grpSpLocks/>
          </p:cNvGrpSpPr>
          <p:nvPr/>
        </p:nvGrpSpPr>
        <p:grpSpPr bwMode="auto">
          <a:xfrm>
            <a:off x="6137453" y="1703614"/>
            <a:ext cx="511175" cy="693738"/>
            <a:chOff x="4140" y="429"/>
            <a:chExt cx="1425" cy="2396"/>
          </a:xfrm>
        </p:grpSpPr>
        <p:sp>
          <p:nvSpPr>
            <p:cNvPr id="319" name="Freeform 101">
              <a:extLst>
                <a:ext uri="{FF2B5EF4-FFF2-40B4-BE49-F238E27FC236}">
                  <a16:creationId xmlns:a16="http://schemas.microsoft.com/office/drawing/2014/main" id="{4DE11FE1-ABE4-5449-9F07-FF92B120373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102">
              <a:extLst>
                <a:ext uri="{FF2B5EF4-FFF2-40B4-BE49-F238E27FC236}">
                  <a16:creationId xmlns:a16="http://schemas.microsoft.com/office/drawing/2014/main" id="{F28617B4-246C-4142-9D1A-885008483BCB}"/>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Freeform 103">
              <a:extLst>
                <a:ext uri="{FF2B5EF4-FFF2-40B4-BE49-F238E27FC236}">
                  <a16:creationId xmlns:a16="http://schemas.microsoft.com/office/drawing/2014/main" id="{695E4127-E30B-0140-BBC3-EE8AA864D60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Freeform 104">
              <a:extLst>
                <a:ext uri="{FF2B5EF4-FFF2-40B4-BE49-F238E27FC236}">
                  <a16:creationId xmlns:a16="http://schemas.microsoft.com/office/drawing/2014/main" id="{107A5B24-681B-3348-B947-27500FBE7EF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3" name="Rectangle 105">
              <a:extLst>
                <a:ext uri="{FF2B5EF4-FFF2-40B4-BE49-F238E27FC236}">
                  <a16:creationId xmlns:a16="http://schemas.microsoft.com/office/drawing/2014/main" id="{3B9FBC9B-DB47-3440-A3A7-D9397DA36DF3}"/>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4" name="Group 106">
              <a:extLst>
                <a:ext uri="{FF2B5EF4-FFF2-40B4-BE49-F238E27FC236}">
                  <a16:creationId xmlns:a16="http://schemas.microsoft.com/office/drawing/2014/main" id="{D4DB1272-AC30-B740-A818-112B7B016159}"/>
                </a:ext>
              </a:extLst>
            </p:cNvPr>
            <p:cNvGrpSpPr>
              <a:grpSpLocks/>
            </p:cNvGrpSpPr>
            <p:nvPr/>
          </p:nvGrpSpPr>
          <p:grpSpPr bwMode="auto">
            <a:xfrm>
              <a:off x="4749" y="668"/>
              <a:ext cx="581" cy="145"/>
              <a:chOff x="614" y="2568"/>
              <a:chExt cx="725" cy="139"/>
            </a:xfrm>
          </p:grpSpPr>
          <p:sp>
            <p:nvSpPr>
              <p:cNvPr id="349" name="AutoShape 107">
                <a:extLst>
                  <a:ext uri="{FF2B5EF4-FFF2-40B4-BE49-F238E27FC236}">
                    <a16:creationId xmlns:a16="http://schemas.microsoft.com/office/drawing/2014/main" id="{E4E7D8BF-C451-2149-AB56-5952A4BC1EC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AutoShape 108">
                <a:extLst>
                  <a:ext uri="{FF2B5EF4-FFF2-40B4-BE49-F238E27FC236}">
                    <a16:creationId xmlns:a16="http://schemas.microsoft.com/office/drawing/2014/main" id="{CA9F9DDC-D2E0-9445-8E09-E2A450486D51}"/>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5" name="Rectangle 109">
              <a:extLst>
                <a:ext uri="{FF2B5EF4-FFF2-40B4-BE49-F238E27FC236}">
                  <a16:creationId xmlns:a16="http://schemas.microsoft.com/office/drawing/2014/main" id="{8B4A1DB1-B64D-E342-AC38-F13AC2BB24CB}"/>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10">
              <a:extLst>
                <a:ext uri="{FF2B5EF4-FFF2-40B4-BE49-F238E27FC236}">
                  <a16:creationId xmlns:a16="http://schemas.microsoft.com/office/drawing/2014/main" id="{8699E1EB-58F7-EB4A-BE56-52A7A29FB724}"/>
                </a:ext>
              </a:extLst>
            </p:cNvPr>
            <p:cNvGrpSpPr>
              <a:grpSpLocks/>
            </p:cNvGrpSpPr>
            <p:nvPr/>
          </p:nvGrpSpPr>
          <p:grpSpPr bwMode="auto">
            <a:xfrm>
              <a:off x="4747" y="994"/>
              <a:ext cx="581" cy="134"/>
              <a:chOff x="614" y="2568"/>
              <a:chExt cx="725" cy="139"/>
            </a:xfrm>
          </p:grpSpPr>
          <p:sp>
            <p:nvSpPr>
              <p:cNvPr id="347" name="AutoShape 111">
                <a:extLst>
                  <a:ext uri="{FF2B5EF4-FFF2-40B4-BE49-F238E27FC236}">
                    <a16:creationId xmlns:a16="http://schemas.microsoft.com/office/drawing/2014/main" id="{8755B864-D5D9-3F48-B106-5195BC479755}"/>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112">
                <a:extLst>
                  <a:ext uri="{FF2B5EF4-FFF2-40B4-BE49-F238E27FC236}">
                    <a16:creationId xmlns:a16="http://schemas.microsoft.com/office/drawing/2014/main" id="{5EA94929-40C1-1844-A278-8A7EB9C8F32E}"/>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7" name="Rectangle 113">
              <a:extLst>
                <a:ext uri="{FF2B5EF4-FFF2-40B4-BE49-F238E27FC236}">
                  <a16:creationId xmlns:a16="http://schemas.microsoft.com/office/drawing/2014/main" id="{C3CA31E7-43E9-C54B-B13E-E2E8356B1BD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Rectangle 114">
              <a:extLst>
                <a:ext uri="{FF2B5EF4-FFF2-40B4-BE49-F238E27FC236}">
                  <a16:creationId xmlns:a16="http://schemas.microsoft.com/office/drawing/2014/main" id="{70DE4D48-FE2E-9C45-9782-5C8939C4A5DF}"/>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9" name="Group 115">
              <a:extLst>
                <a:ext uri="{FF2B5EF4-FFF2-40B4-BE49-F238E27FC236}">
                  <a16:creationId xmlns:a16="http://schemas.microsoft.com/office/drawing/2014/main" id="{BEDE8AC0-C09D-314C-9CF4-3B49C79D8309}"/>
                </a:ext>
              </a:extLst>
            </p:cNvPr>
            <p:cNvGrpSpPr>
              <a:grpSpLocks/>
            </p:cNvGrpSpPr>
            <p:nvPr/>
          </p:nvGrpSpPr>
          <p:grpSpPr bwMode="auto">
            <a:xfrm>
              <a:off x="4735" y="1627"/>
              <a:ext cx="582" cy="151"/>
              <a:chOff x="614" y="2568"/>
              <a:chExt cx="725" cy="139"/>
            </a:xfrm>
          </p:grpSpPr>
          <p:sp>
            <p:nvSpPr>
              <p:cNvPr id="345" name="AutoShape 116">
                <a:extLst>
                  <a:ext uri="{FF2B5EF4-FFF2-40B4-BE49-F238E27FC236}">
                    <a16:creationId xmlns:a16="http://schemas.microsoft.com/office/drawing/2014/main" id="{53CFCEA6-E422-E24C-91CC-6AB2DA5B984C}"/>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AutoShape 117">
                <a:extLst>
                  <a:ext uri="{FF2B5EF4-FFF2-40B4-BE49-F238E27FC236}">
                    <a16:creationId xmlns:a16="http://schemas.microsoft.com/office/drawing/2014/main" id="{FEFA7192-E9ED-D345-AC92-ED008077B392}"/>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0" name="Freeform 118">
              <a:extLst>
                <a:ext uri="{FF2B5EF4-FFF2-40B4-BE49-F238E27FC236}">
                  <a16:creationId xmlns:a16="http://schemas.microsoft.com/office/drawing/2014/main" id="{5FD6018C-4C2B-5147-9A4D-0850B214BBC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1" name="Group 119">
              <a:extLst>
                <a:ext uri="{FF2B5EF4-FFF2-40B4-BE49-F238E27FC236}">
                  <a16:creationId xmlns:a16="http://schemas.microsoft.com/office/drawing/2014/main" id="{0147FEBF-9B07-DB4D-80F0-28CFAFB17548}"/>
                </a:ext>
              </a:extLst>
            </p:cNvPr>
            <p:cNvGrpSpPr>
              <a:grpSpLocks/>
            </p:cNvGrpSpPr>
            <p:nvPr/>
          </p:nvGrpSpPr>
          <p:grpSpPr bwMode="auto">
            <a:xfrm>
              <a:off x="4739" y="1327"/>
              <a:ext cx="582" cy="139"/>
              <a:chOff x="614" y="2568"/>
              <a:chExt cx="725" cy="139"/>
            </a:xfrm>
          </p:grpSpPr>
          <p:sp>
            <p:nvSpPr>
              <p:cNvPr id="343" name="AutoShape 120">
                <a:extLst>
                  <a:ext uri="{FF2B5EF4-FFF2-40B4-BE49-F238E27FC236}">
                    <a16:creationId xmlns:a16="http://schemas.microsoft.com/office/drawing/2014/main" id="{6BEC5FCB-A0E4-2B4D-99A9-AF75102E8932}"/>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AutoShape 121">
                <a:extLst>
                  <a:ext uri="{FF2B5EF4-FFF2-40B4-BE49-F238E27FC236}">
                    <a16:creationId xmlns:a16="http://schemas.microsoft.com/office/drawing/2014/main" id="{DFB1EE8C-1279-5544-ADC0-B00F802A675B}"/>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2" name="Rectangle 122">
              <a:extLst>
                <a:ext uri="{FF2B5EF4-FFF2-40B4-BE49-F238E27FC236}">
                  <a16:creationId xmlns:a16="http://schemas.microsoft.com/office/drawing/2014/main" id="{24E8BD47-F206-7A48-B906-69B10A9FFC1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Freeform 123">
              <a:extLst>
                <a:ext uri="{FF2B5EF4-FFF2-40B4-BE49-F238E27FC236}">
                  <a16:creationId xmlns:a16="http://schemas.microsoft.com/office/drawing/2014/main" id="{3A63ACAE-F7D6-334D-BAC6-EB19E7953C3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Freeform 124">
              <a:extLst>
                <a:ext uri="{FF2B5EF4-FFF2-40B4-BE49-F238E27FC236}">
                  <a16:creationId xmlns:a16="http://schemas.microsoft.com/office/drawing/2014/main" id="{DBB6882F-25A8-7942-8AB7-E4F1E8EF4C6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Oval 125">
              <a:extLst>
                <a:ext uri="{FF2B5EF4-FFF2-40B4-BE49-F238E27FC236}">
                  <a16:creationId xmlns:a16="http://schemas.microsoft.com/office/drawing/2014/main" id="{1A751CBC-1E6B-3447-89A8-B6CA0042228F}"/>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Freeform 126">
              <a:extLst>
                <a:ext uri="{FF2B5EF4-FFF2-40B4-BE49-F238E27FC236}">
                  <a16:creationId xmlns:a16="http://schemas.microsoft.com/office/drawing/2014/main" id="{EC930019-7A9E-2D4F-9037-E4F5C26D8937}"/>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AutoShape 127">
              <a:extLst>
                <a:ext uri="{FF2B5EF4-FFF2-40B4-BE49-F238E27FC236}">
                  <a16:creationId xmlns:a16="http://schemas.microsoft.com/office/drawing/2014/main" id="{7F4290BB-A0B2-F146-87B4-626DAAD2FA0E}"/>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AutoShape 128">
              <a:extLst>
                <a:ext uri="{FF2B5EF4-FFF2-40B4-BE49-F238E27FC236}">
                  <a16:creationId xmlns:a16="http://schemas.microsoft.com/office/drawing/2014/main" id="{DE6D89A2-6ADB-E042-9FB2-932318D01D7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Oval 129">
              <a:extLst>
                <a:ext uri="{FF2B5EF4-FFF2-40B4-BE49-F238E27FC236}">
                  <a16:creationId xmlns:a16="http://schemas.microsoft.com/office/drawing/2014/main" id="{8747708C-8EE0-5C44-BC67-5ACC5185A5DD}"/>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Oval 130">
              <a:extLst>
                <a:ext uri="{FF2B5EF4-FFF2-40B4-BE49-F238E27FC236}">
                  <a16:creationId xmlns:a16="http://schemas.microsoft.com/office/drawing/2014/main" id="{7C3FDD54-230D-8547-8BCF-E82A9284247B}"/>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41" name="Oval 131">
              <a:extLst>
                <a:ext uri="{FF2B5EF4-FFF2-40B4-BE49-F238E27FC236}">
                  <a16:creationId xmlns:a16="http://schemas.microsoft.com/office/drawing/2014/main" id="{42133DC7-7C21-C149-A374-F81A9E0D91A4}"/>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132">
              <a:extLst>
                <a:ext uri="{FF2B5EF4-FFF2-40B4-BE49-F238E27FC236}">
                  <a16:creationId xmlns:a16="http://schemas.microsoft.com/office/drawing/2014/main" id="{9CA18ACF-5AE2-944A-999A-0A4945D54CB6}"/>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4" name="Group 158">
            <a:extLst>
              <a:ext uri="{FF2B5EF4-FFF2-40B4-BE49-F238E27FC236}">
                <a16:creationId xmlns:a16="http://schemas.microsoft.com/office/drawing/2014/main" id="{989EFA5C-2337-B14C-91A8-83B54EA43E37}"/>
              </a:ext>
            </a:extLst>
          </p:cNvPr>
          <p:cNvGrpSpPr>
            <a:grpSpLocks/>
          </p:cNvGrpSpPr>
          <p:nvPr/>
        </p:nvGrpSpPr>
        <p:grpSpPr bwMode="auto">
          <a:xfrm>
            <a:off x="4159429" y="2103665"/>
            <a:ext cx="1689101" cy="1133476"/>
            <a:chOff x="1716" y="1206"/>
            <a:chExt cx="1064" cy="714"/>
          </a:xfrm>
        </p:grpSpPr>
        <p:sp>
          <p:nvSpPr>
            <p:cNvPr id="303" name="Text Box 95">
              <a:extLst>
                <a:ext uri="{FF2B5EF4-FFF2-40B4-BE49-F238E27FC236}">
                  <a16:creationId xmlns:a16="http://schemas.microsoft.com/office/drawing/2014/main" id="{C009C226-FBA8-DB48-ABF5-333250A76D3C}"/>
                </a:ext>
              </a:extLst>
            </p:cNvPr>
            <p:cNvSpPr txBox="1">
              <a:spLocks noChangeArrowheads="1"/>
            </p:cNvSpPr>
            <p:nvPr/>
          </p:nvSpPr>
          <p:spPr bwMode="auto">
            <a:xfrm>
              <a:off x="1716" y="1583"/>
              <a:ext cx="1064"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4" name="Group 157">
              <a:extLst>
                <a:ext uri="{FF2B5EF4-FFF2-40B4-BE49-F238E27FC236}">
                  <a16:creationId xmlns:a16="http://schemas.microsoft.com/office/drawing/2014/main" id="{619BE879-9F0A-604B-B005-9F7E471C1729}"/>
                </a:ext>
              </a:extLst>
            </p:cNvPr>
            <p:cNvGrpSpPr>
              <a:grpSpLocks/>
            </p:cNvGrpSpPr>
            <p:nvPr/>
          </p:nvGrpSpPr>
          <p:grpSpPr bwMode="auto">
            <a:xfrm>
              <a:off x="1992" y="1206"/>
              <a:ext cx="510" cy="354"/>
              <a:chOff x="2070" y="2004"/>
              <a:chExt cx="510" cy="354"/>
            </a:xfrm>
          </p:grpSpPr>
          <p:sp>
            <p:nvSpPr>
              <p:cNvPr id="305" name="Rectangle 94">
                <a:extLst>
                  <a:ext uri="{FF2B5EF4-FFF2-40B4-BE49-F238E27FC236}">
                    <a16:creationId xmlns:a16="http://schemas.microsoft.com/office/drawing/2014/main" id="{5B36F236-9C70-9F4F-A0BB-DDEC73A67767}"/>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6" name="Rectangle 96">
                <a:extLst>
                  <a:ext uri="{FF2B5EF4-FFF2-40B4-BE49-F238E27FC236}">
                    <a16:creationId xmlns:a16="http://schemas.microsoft.com/office/drawing/2014/main" id="{474FF8AD-41AD-5B4D-B9AF-317E0320017A}"/>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7" name="Line 97">
                <a:extLst>
                  <a:ext uri="{FF2B5EF4-FFF2-40B4-BE49-F238E27FC236}">
                    <a16:creationId xmlns:a16="http://schemas.microsoft.com/office/drawing/2014/main" id="{A863854B-58B3-0746-BB05-4CC473ACCC27}"/>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98">
                <a:extLst>
                  <a:ext uri="{FF2B5EF4-FFF2-40B4-BE49-F238E27FC236}">
                    <a16:creationId xmlns:a16="http://schemas.microsoft.com/office/drawing/2014/main" id="{45A3AD01-9B9C-1044-8CC4-2FA6945C9D88}"/>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Line 99">
                <a:extLst>
                  <a:ext uri="{FF2B5EF4-FFF2-40B4-BE49-F238E27FC236}">
                    <a16:creationId xmlns:a16="http://schemas.microsoft.com/office/drawing/2014/main" id="{A8A7F303-C29D-8048-8A22-5E010224F782}"/>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Line 100">
                <a:extLst>
                  <a:ext uri="{FF2B5EF4-FFF2-40B4-BE49-F238E27FC236}">
                    <a16:creationId xmlns:a16="http://schemas.microsoft.com/office/drawing/2014/main" id="{7423CFF1-7D3B-404B-908C-EF2DF44B8A4F}"/>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Line 101">
                <a:extLst>
                  <a:ext uri="{FF2B5EF4-FFF2-40B4-BE49-F238E27FC236}">
                    <a16:creationId xmlns:a16="http://schemas.microsoft.com/office/drawing/2014/main" id="{9B55CC56-B162-3641-8907-ACAE4544ACEF}"/>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Line 102">
                <a:extLst>
                  <a:ext uri="{FF2B5EF4-FFF2-40B4-BE49-F238E27FC236}">
                    <a16:creationId xmlns:a16="http://schemas.microsoft.com/office/drawing/2014/main" id="{E4EF0706-3A6D-5C49-AA93-B27D0DBD3D28}"/>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Line 103">
                <a:extLst>
                  <a:ext uri="{FF2B5EF4-FFF2-40B4-BE49-F238E27FC236}">
                    <a16:creationId xmlns:a16="http://schemas.microsoft.com/office/drawing/2014/main" id="{43AD1883-A082-A241-BB8E-52956E25AC3E}"/>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104">
                <a:extLst>
                  <a:ext uri="{FF2B5EF4-FFF2-40B4-BE49-F238E27FC236}">
                    <a16:creationId xmlns:a16="http://schemas.microsoft.com/office/drawing/2014/main" id="{CB654EBC-DFE6-7844-BECE-DAF45E418A4E}"/>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5" name="Rectangle 105">
                <a:extLst>
                  <a:ext uri="{FF2B5EF4-FFF2-40B4-BE49-F238E27FC236}">
                    <a16:creationId xmlns:a16="http://schemas.microsoft.com/office/drawing/2014/main" id="{43DD0923-D124-3D47-A27E-DA7522CBC5D6}"/>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6" name="Rectangle 106">
                <a:extLst>
                  <a:ext uri="{FF2B5EF4-FFF2-40B4-BE49-F238E27FC236}">
                    <a16:creationId xmlns:a16="http://schemas.microsoft.com/office/drawing/2014/main" id="{0CC3197A-47DF-3249-89A6-6A5C29D7B5C6}"/>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7" name="Rectangle 107">
                <a:extLst>
                  <a:ext uri="{FF2B5EF4-FFF2-40B4-BE49-F238E27FC236}">
                    <a16:creationId xmlns:a16="http://schemas.microsoft.com/office/drawing/2014/main" id="{B9DC67EE-6FEB-9E4F-91F2-78466630CE2F}"/>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8" name="Rectangle 108">
                <a:extLst>
                  <a:ext uri="{FF2B5EF4-FFF2-40B4-BE49-F238E27FC236}">
                    <a16:creationId xmlns:a16="http://schemas.microsoft.com/office/drawing/2014/main" id="{C7A7D96F-C671-7844-AFFA-9CA6B5108AAA}"/>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265" name="Text Box 121">
            <a:extLst>
              <a:ext uri="{FF2B5EF4-FFF2-40B4-BE49-F238E27FC236}">
                <a16:creationId xmlns:a16="http://schemas.microsoft.com/office/drawing/2014/main" id="{C86F78FC-21D9-8E40-B3EC-9E551DA5CBAD}"/>
              </a:ext>
            </a:extLst>
          </p:cNvPr>
          <p:cNvSpPr txBox="1">
            <a:spLocks noChangeArrowheads="1"/>
          </p:cNvSpPr>
          <p:nvPr/>
        </p:nvSpPr>
        <p:spPr bwMode="auto">
          <a:xfrm>
            <a:off x="3510141" y="1582964"/>
            <a:ext cx="8905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6" name="Rectangle 153">
            <a:extLst>
              <a:ext uri="{FF2B5EF4-FFF2-40B4-BE49-F238E27FC236}">
                <a16:creationId xmlns:a16="http://schemas.microsoft.com/office/drawing/2014/main" id="{C9F65152-882D-5B49-B9E9-532D284A81D5}"/>
              </a:ext>
            </a:extLst>
          </p:cNvPr>
          <p:cNvSpPr>
            <a:spLocks noChangeArrowheads="1"/>
          </p:cNvSpPr>
          <p:nvPr/>
        </p:nvSpPr>
        <p:spPr bwMode="auto">
          <a:xfrm>
            <a:off x="5270678" y="1573439"/>
            <a:ext cx="857250" cy="304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67" name="Text Box 154">
            <a:extLst>
              <a:ext uri="{FF2B5EF4-FFF2-40B4-BE49-F238E27FC236}">
                <a16:creationId xmlns:a16="http://schemas.microsoft.com/office/drawing/2014/main" id="{53E42ABE-038D-0049-93D4-9EC2E3234B13}"/>
              </a:ext>
            </a:extLst>
          </p:cNvPr>
          <p:cNvSpPr txBox="1">
            <a:spLocks noChangeArrowheads="1"/>
          </p:cNvSpPr>
          <p:nvPr/>
        </p:nvSpPr>
        <p:spPr bwMode="auto">
          <a:xfrm>
            <a:off x="5111928" y="1594077"/>
            <a:ext cx="8905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9" name="Text Box 160">
            <a:extLst>
              <a:ext uri="{FF2B5EF4-FFF2-40B4-BE49-F238E27FC236}">
                <a16:creationId xmlns:a16="http://schemas.microsoft.com/office/drawing/2014/main" id="{629C8856-7516-C14B-9215-6EA637A93BF1}"/>
              </a:ext>
            </a:extLst>
          </p:cNvPr>
          <p:cNvSpPr txBox="1">
            <a:spLocks noChangeArrowheads="1"/>
          </p:cNvSpPr>
          <p:nvPr/>
        </p:nvSpPr>
        <p:spPr bwMode="auto">
          <a:xfrm>
            <a:off x="5734133" y="2714852"/>
            <a:ext cx="179247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0" name="Group 161">
            <a:extLst>
              <a:ext uri="{FF2B5EF4-FFF2-40B4-BE49-F238E27FC236}">
                <a16:creationId xmlns:a16="http://schemas.microsoft.com/office/drawing/2014/main" id="{D048FD00-5924-9447-B3B8-0AC35A063FA1}"/>
              </a:ext>
            </a:extLst>
          </p:cNvPr>
          <p:cNvGrpSpPr>
            <a:grpSpLocks/>
          </p:cNvGrpSpPr>
          <p:nvPr/>
        </p:nvGrpSpPr>
        <p:grpSpPr bwMode="auto">
          <a:xfrm>
            <a:off x="6289853" y="2116364"/>
            <a:ext cx="809625" cy="561975"/>
            <a:chOff x="2070" y="2004"/>
            <a:chExt cx="510" cy="354"/>
          </a:xfrm>
        </p:grpSpPr>
        <p:sp>
          <p:nvSpPr>
            <p:cNvPr id="289" name="Rectangle 162">
              <a:extLst>
                <a:ext uri="{FF2B5EF4-FFF2-40B4-BE49-F238E27FC236}">
                  <a16:creationId xmlns:a16="http://schemas.microsoft.com/office/drawing/2014/main" id="{F2A0FCDF-5941-FB4C-9E1D-DFD5B6C69CE5}"/>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0" name="Rectangle 163">
              <a:extLst>
                <a:ext uri="{FF2B5EF4-FFF2-40B4-BE49-F238E27FC236}">
                  <a16:creationId xmlns:a16="http://schemas.microsoft.com/office/drawing/2014/main" id="{A6B8C913-36F9-824E-8C78-BFC7B3CDCFBE}"/>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1" name="Line 164">
              <a:extLst>
                <a:ext uri="{FF2B5EF4-FFF2-40B4-BE49-F238E27FC236}">
                  <a16:creationId xmlns:a16="http://schemas.microsoft.com/office/drawing/2014/main" id="{3013A95D-A281-0C49-810B-3C864F7A46CB}"/>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2" name="Line 165">
              <a:extLst>
                <a:ext uri="{FF2B5EF4-FFF2-40B4-BE49-F238E27FC236}">
                  <a16:creationId xmlns:a16="http://schemas.microsoft.com/office/drawing/2014/main" id="{7277D88A-E3AC-5446-9FCD-10B5C085D77E}"/>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Line 166">
              <a:extLst>
                <a:ext uri="{FF2B5EF4-FFF2-40B4-BE49-F238E27FC236}">
                  <a16:creationId xmlns:a16="http://schemas.microsoft.com/office/drawing/2014/main" id="{04850398-3936-B842-A3EB-78E3F18C8D23}"/>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Line 167">
              <a:extLst>
                <a:ext uri="{FF2B5EF4-FFF2-40B4-BE49-F238E27FC236}">
                  <a16:creationId xmlns:a16="http://schemas.microsoft.com/office/drawing/2014/main" id="{E54B2FAE-3B2C-BA4E-89DE-F17808A8501D}"/>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Line 168">
              <a:extLst>
                <a:ext uri="{FF2B5EF4-FFF2-40B4-BE49-F238E27FC236}">
                  <a16:creationId xmlns:a16="http://schemas.microsoft.com/office/drawing/2014/main" id="{0321206D-71C9-A044-BC0F-A09851EF7838}"/>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169">
              <a:extLst>
                <a:ext uri="{FF2B5EF4-FFF2-40B4-BE49-F238E27FC236}">
                  <a16:creationId xmlns:a16="http://schemas.microsoft.com/office/drawing/2014/main" id="{74EEC85C-DBEF-B746-945E-539B17DF96AF}"/>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Line 170">
              <a:extLst>
                <a:ext uri="{FF2B5EF4-FFF2-40B4-BE49-F238E27FC236}">
                  <a16:creationId xmlns:a16="http://schemas.microsoft.com/office/drawing/2014/main" id="{A1C2C0B2-5E64-FE46-9C1E-5AB91616FB79}"/>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Rectangle 171">
              <a:extLst>
                <a:ext uri="{FF2B5EF4-FFF2-40B4-BE49-F238E27FC236}">
                  <a16:creationId xmlns:a16="http://schemas.microsoft.com/office/drawing/2014/main" id="{18F1DECA-4FA1-D549-80DB-068E1D6FF772}"/>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9" name="Rectangle 172">
              <a:extLst>
                <a:ext uri="{FF2B5EF4-FFF2-40B4-BE49-F238E27FC236}">
                  <a16:creationId xmlns:a16="http://schemas.microsoft.com/office/drawing/2014/main" id="{6B4E18DF-65E1-F447-8367-4528F7700FAA}"/>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0" name="Rectangle 173">
              <a:extLst>
                <a:ext uri="{FF2B5EF4-FFF2-40B4-BE49-F238E27FC236}">
                  <a16:creationId xmlns:a16="http://schemas.microsoft.com/office/drawing/2014/main" id="{BE1B5DC5-88E8-A649-93B6-EBAE42FDEF75}"/>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1" name="Rectangle 174">
              <a:extLst>
                <a:ext uri="{FF2B5EF4-FFF2-40B4-BE49-F238E27FC236}">
                  <a16:creationId xmlns:a16="http://schemas.microsoft.com/office/drawing/2014/main" id="{EEC64261-B933-2A4B-B45A-6E28963DC504}"/>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Rectangle 175">
              <a:extLst>
                <a:ext uri="{FF2B5EF4-FFF2-40B4-BE49-F238E27FC236}">
                  <a16:creationId xmlns:a16="http://schemas.microsoft.com/office/drawing/2014/main" id="{EE1004C2-A311-414F-8E80-B4092CDDCD64}"/>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pic>
        <p:nvPicPr>
          <p:cNvPr id="271" name="Picture 176" descr="Alice">
            <a:extLst>
              <a:ext uri="{FF2B5EF4-FFF2-40B4-BE49-F238E27FC236}">
                <a16:creationId xmlns:a16="http://schemas.microsoft.com/office/drawing/2014/main" id="{D76D5E82-5D05-6842-89F0-A930ADA6FC8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33753" y="1673452"/>
            <a:ext cx="561975" cy="693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2" name="Picture 179" descr="Bob">
            <a:extLst>
              <a:ext uri="{FF2B5EF4-FFF2-40B4-BE49-F238E27FC236}">
                <a16:creationId xmlns:a16="http://schemas.microsoft.com/office/drawing/2014/main" id="{8989F6E0-4E76-1C42-A3BD-A635A4955F0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02953" y="1687739"/>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3" name="Line 94">
            <a:extLst>
              <a:ext uri="{FF2B5EF4-FFF2-40B4-BE49-F238E27FC236}">
                <a16:creationId xmlns:a16="http://schemas.microsoft.com/office/drawing/2014/main" id="{29F99540-FD3E-AE4C-A57E-1A20C6E30EED}"/>
              </a:ext>
            </a:extLst>
          </p:cNvPr>
          <p:cNvSpPr>
            <a:spLocks noChangeShapeType="1"/>
          </p:cNvSpPr>
          <p:nvPr/>
        </p:nvSpPr>
        <p:spPr bwMode="auto">
          <a:xfrm>
            <a:off x="3492678" y="2021114"/>
            <a:ext cx="903288"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Line 95">
            <a:extLst>
              <a:ext uri="{FF2B5EF4-FFF2-40B4-BE49-F238E27FC236}">
                <a16:creationId xmlns:a16="http://schemas.microsoft.com/office/drawing/2014/main" id="{C981B998-3615-AE47-86C8-57BFFA2D7D78}"/>
              </a:ext>
            </a:extLst>
          </p:cNvPr>
          <p:cNvSpPr>
            <a:spLocks noChangeShapeType="1"/>
          </p:cNvSpPr>
          <p:nvPr/>
        </p:nvSpPr>
        <p:spPr bwMode="auto">
          <a:xfrm>
            <a:off x="5123041" y="2017939"/>
            <a:ext cx="903287"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B91F516F-20AF-DB4E-A31F-6C9548243DF2}"/>
              </a:ext>
            </a:extLst>
          </p:cNvPr>
          <p:cNvGrpSpPr/>
          <p:nvPr/>
        </p:nvGrpSpPr>
        <p:grpSpPr>
          <a:xfrm>
            <a:off x="6699252" y="1424214"/>
            <a:ext cx="1816276" cy="1182356"/>
            <a:chOff x="6699252" y="1424214"/>
            <a:chExt cx="1816276" cy="1182356"/>
          </a:xfrm>
        </p:grpSpPr>
        <p:sp>
          <p:nvSpPr>
            <p:cNvPr id="268" name="Text Box 156">
              <a:extLst>
                <a:ext uri="{FF2B5EF4-FFF2-40B4-BE49-F238E27FC236}">
                  <a16:creationId xmlns:a16="http://schemas.microsoft.com/office/drawing/2014/main" id="{7317FD5B-CED0-1249-AB7C-DF94D681537A}"/>
                </a:ext>
              </a:extLst>
            </p:cNvPr>
            <p:cNvSpPr txBox="1">
              <a:spLocks noChangeArrowheads="1"/>
            </p:cNvSpPr>
            <p:nvPr/>
          </p:nvSpPr>
          <p:spPr bwMode="auto">
            <a:xfrm>
              <a:off x="6699252" y="1424214"/>
              <a:ext cx="1786114"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e-mail access</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protocol</a:t>
              </a:r>
              <a:endPar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75" name="Line 96">
              <a:extLst>
                <a:ext uri="{FF2B5EF4-FFF2-40B4-BE49-F238E27FC236}">
                  <a16:creationId xmlns:a16="http://schemas.microsoft.com/office/drawing/2014/main" id="{CF977160-74FD-0442-823B-6C2520914C43}"/>
                </a:ext>
              </a:extLst>
            </p:cNvPr>
            <p:cNvSpPr>
              <a:spLocks noChangeShapeType="1"/>
            </p:cNvSpPr>
            <p:nvPr/>
          </p:nvSpPr>
          <p:spPr bwMode="auto">
            <a:xfrm>
              <a:off x="6742291" y="2014764"/>
              <a:ext cx="1697037" cy="158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Text Box 156">
              <a:extLst>
                <a:ext uri="{FF2B5EF4-FFF2-40B4-BE49-F238E27FC236}">
                  <a16:creationId xmlns:a16="http://schemas.microsoft.com/office/drawing/2014/main" id="{FA9F06E0-5873-0E44-A9D6-E6DD02F2E350}"/>
                </a:ext>
              </a:extLst>
            </p:cNvPr>
            <p:cNvSpPr txBox="1">
              <a:spLocks noChangeArrowheads="1"/>
            </p:cNvSpPr>
            <p:nvPr/>
          </p:nvSpPr>
          <p:spPr bwMode="auto">
            <a:xfrm>
              <a:off x="7064731" y="2043339"/>
              <a:ext cx="1450797" cy="563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(e.g.,</a:t>
              </a: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IMAP, HTTP</a:t>
              </a: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t>
              </a:r>
            </a:p>
          </p:txBody>
        </p:sp>
      </p:grpSp>
      <p:grpSp>
        <p:nvGrpSpPr>
          <p:cNvPr id="277" name="Group 166">
            <a:extLst>
              <a:ext uri="{FF2B5EF4-FFF2-40B4-BE49-F238E27FC236}">
                <a16:creationId xmlns:a16="http://schemas.microsoft.com/office/drawing/2014/main" id="{F8002D43-E860-6845-AF7E-87A1A94D62F3}"/>
              </a:ext>
            </a:extLst>
          </p:cNvPr>
          <p:cNvGrpSpPr>
            <a:grpSpLocks/>
          </p:cNvGrpSpPr>
          <p:nvPr/>
        </p:nvGrpSpPr>
        <p:grpSpPr bwMode="auto">
          <a:xfrm>
            <a:off x="2556053" y="1535339"/>
            <a:ext cx="912813" cy="1054100"/>
            <a:chOff x="3574" y="550"/>
            <a:chExt cx="575" cy="664"/>
          </a:xfrm>
        </p:grpSpPr>
        <p:grpSp>
          <p:nvGrpSpPr>
            <p:cNvPr id="284" name="Group 167">
              <a:extLst>
                <a:ext uri="{FF2B5EF4-FFF2-40B4-BE49-F238E27FC236}">
                  <a16:creationId xmlns:a16="http://schemas.microsoft.com/office/drawing/2014/main" id="{BE8CFCE0-FC41-0748-A6E7-4600DF924D55}"/>
                </a:ext>
              </a:extLst>
            </p:cNvPr>
            <p:cNvGrpSpPr>
              <a:grpSpLocks/>
            </p:cNvGrpSpPr>
            <p:nvPr/>
          </p:nvGrpSpPr>
          <p:grpSpPr bwMode="auto">
            <a:xfrm>
              <a:off x="3588" y="692"/>
              <a:ext cx="561" cy="522"/>
              <a:chOff x="-44" y="1473"/>
              <a:chExt cx="981" cy="1105"/>
            </a:xfrm>
          </p:grpSpPr>
          <p:pic>
            <p:nvPicPr>
              <p:cNvPr id="287" name="Picture 168" descr="desktop_computer_stylized_medium">
                <a:extLst>
                  <a:ext uri="{FF2B5EF4-FFF2-40B4-BE49-F238E27FC236}">
                    <a16:creationId xmlns:a16="http://schemas.microsoft.com/office/drawing/2014/main" id="{C00F7CE5-DF44-7248-ABAB-405A73E21C5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Freeform 169">
                <a:extLst>
                  <a:ext uri="{FF2B5EF4-FFF2-40B4-BE49-F238E27FC236}">
                    <a16:creationId xmlns:a16="http://schemas.microsoft.com/office/drawing/2014/main" id="{B502B1B8-E322-AA40-A3FB-263ECFA0F83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5" name="Rectangle 115">
              <a:extLst>
                <a:ext uri="{FF2B5EF4-FFF2-40B4-BE49-F238E27FC236}">
                  <a16:creationId xmlns:a16="http://schemas.microsoft.com/office/drawing/2014/main" id="{39E4CD50-3462-8441-ACC2-01559D9DDDA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 Box 116">
              <a:extLst>
                <a:ext uri="{FF2B5EF4-FFF2-40B4-BE49-F238E27FC236}">
                  <a16:creationId xmlns:a16="http://schemas.microsoft.com/office/drawing/2014/main" id="{7198B7C8-8E18-3B4E-9F4D-DCC4D4D7D2A6}"/>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172">
            <a:extLst>
              <a:ext uri="{FF2B5EF4-FFF2-40B4-BE49-F238E27FC236}">
                <a16:creationId xmlns:a16="http://schemas.microsoft.com/office/drawing/2014/main" id="{2F25B33E-FEB9-404E-8162-D03D8D9966E3}"/>
              </a:ext>
            </a:extLst>
          </p:cNvPr>
          <p:cNvGrpSpPr>
            <a:grpSpLocks/>
          </p:cNvGrpSpPr>
          <p:nvPr/>
        </p:nvGrpSpPr>
        <p:grpSpPr bwMode="auto">
          <a:xfrm>
            <a:off x="8456791" y="1538514"/>
            <a:ext cx="912812" cy="1054100"/>
            <a:chOff x="3574" y="550"/>
            <a:chExt cx="575" cy="664"/>
          </a:xfrm>
        </p:grpSpPr>
        <p:grpSp>
          <p:nvGrpSpPr>
            <p:cNvPr id="279" name="Group 173">
              <a:extLst>
                <a:ext uri="{FF2B5EF4-FFF2-40B4-BE49-F238E27FC236}">
                  <a16:creationId xmlns:a16="http://schemas.microsoft.com/office/drawing/2014/main" id="{375D5E0D-2C70-F544-89E4-5E4F1AA9FD3A}"/>
                </a:ext>
              </a:extLst>
            </p:cNvPr>
            <p:cNvGrpSpPr>
              <a:grpSpLocks/>
            </p:cNvGrpSpPr>
            <p:nvPr/>
          </p:nvGrpSpPr>
          <p:grpSpPr bwMode="auto">
            <a:xfrm>
              <a:off x="3588" y="692"/>
              <a:ext cx="561" cy="522"/>
              <a:chOff x="-44" y="1473"/>
              <a:chExt cx="981" cy="1105"/>
            </a:xfrm>
          </p:grpSpPr>
          <p:pic>
            <p:nvPicPr>
              <p:cNvPr id="282" name="Picture 174" descr="desktop_computer_stylized_medium">
                <a:extLst>
                  <a:ext uri="{FF2B5EF4-FFF2-40B4-BE49-F238E27FC236}">
                    <a16:creationId xmlns:a16="http://schemas.microsoft.com/office/drawing/2014/main" id="{B288CD06-BF42-AC48-84ED-106FF7671F8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75">
                <a:extLst>
                  <a:ext uri="{FF2B5EF4-FFF2-40B4-BE49-F238E27FC236}">
                    <a16:creationId xmlns:a16="http://schemas.microsoft.com/office/drawing/2014/main" id="{4067DFC9-14ED-1F46-8DB5-99B637F8720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0" name="Rectangle 115">
              <a:extLst>
                <a:ext uri="{FF2B5EF4-FFF2-40B4-BE49-F238E27FC236}">
                  <a16:creationId xmlns:a16="http://schemas.microsoft.com/office/drawing/2014/main" id="{37808C5A-E4DA-234C-AD81-DC4AD2416C75}"/>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Text Box 116">
              <a:extLst>
                <a:ext uri="{FF2B5EF4-FFF2-40B4-BE49-F238E27FC236}">
                  <a16:creationId xmlns:a16="http://schemas.microsoft.com/office/drawing/2014/main" id="{BE906C48-2C97-234D-A7D2-2162D242FA1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4" name="Rectangle 3">
            <a:extLst>
              <a:ext uri="{FF2B5EF4-FFF2-40B4-BE49-F238E27FC236}">
                <a16:creationId xmlns:a16="http://schemas.microsoft.com/office/drawing/2014/main" id="{34528512-2985-154D-9CDE-10220B10DEDE}"/>
              </a:ext>
            </a:extLst>
          </p:cNvPr>
          <p:cNvSpPr txBox="1">
            <a:spLocks noChangeArrowheads="1"/>
          </p:cNvSpPr>
          <p:nvPr/>
        </p:nvSpPr>
        <p:spPr>
          <a:xfrm>
            <a:off x="478971" y="3418624"/>
            <a:ext cx="11248571" cy="31500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delivery/storage of e-mail messages to receiver’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server</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access protocol: retrieval from server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IMAP:</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Internet Mail Access Protocol [RFC 3501]: messages stored on server, IMAP provides retrieval, deletion, folders of stored messages on server</a:t>
            </a:r>
          </a:p>
          <a:p>
            <a:pPr marL="346075" marR="0" lvl="0" indent="-288925"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HTTP: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gmail, Hotmail, Yahoo!Mail, etc. provides web-based interface on top of STMP (to send), IMAP (or POP) to retrieve e-mail messages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6" name="Slide Number Placeholder 2">
            <a:extLst>
              <a:ext uri="{FF2B5EF4-FFF2-40B4-BE49-F238E27FC236}">
                <a16:creationId xmlns:a16="http://schemas.microsoft.com/office/drawing/2014/main" id="{741D895B-EE03-5544-883F-BDFD215AF98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54</a:t>
            </a:fld>
            <a:endParaRPr lang="en-US" dirty="0"/>
          </a:p>
        </p:txBody>
      </p:sp>
    </p:spTree>
    <p:extLst>
      <p:ext uri="{BB962C8B-B14F-4D97-AF65-F5344CB8AC3E}">
        <p14:creationId xmlns:p14="http://schemas.microsoft.com/office/powerpoint/2010/main" val="2858908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384">
                                            <p:txEl>
                                              <p:pRg st="1" end="1"/>
                                            </p:txEl>
                                          </p:spTgt>
                                        </p:tgtEl>
                                        <p:attrNameLst>
                                          <p:attrName>style.visibility</p:attrName>
                                        </p:attrNameLst>
                                      </p:cBhvr>
                                      <p:to>
                                        <p:strVal val="visible"/>
                                      </p:to>
                                    </p:set>
                                    <p:animEffect transition="in" filter="dissolve">
                                      <p:cBhvr>
                                        <p:cTn id="10" dur="500"/>
                                        <p:tgtEl>
                                          <p:spTgt spid="384">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384">
                                            <p:txEl>
                                              <p:pRg st="2" end="2"/>
                                            </p:txEl>
                                          </p:spTgt>
                                        </p:tgtEl>
                                        <p:attrNameLst>
                                          <p:attrName>style.visibility</p:attrName>
                                        </p:attrNameLst>
                                      </p:cBhvr>
                                      <p:to>
                                        <p:strVal val="visible"/>
                                      </p:to>
                                    </p:set>
                                    <p:animEffect transition="in" filter="dissolve">
                                      <p:cBhvr>
                                        <p:cTn id="13" dur="500"/>
                                        <p:tgtEl>
                                          <p:spTgt spid="384">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84">
                                            <p:txEl>
                                              <p:pRg st="3" end="3"/>
                                            </p:txEl>
                                          </p:spTgt>
                                        </p:tgtEl>
                                        <p:attrNameLst>
                                          <p:attrName>style.visibility</p:attrName>
                                        </p:attrNameLst>
                                      </p:cBhvr>
                                      <p:to>
                                        <p:strVal val="visible"/>
                                      </p:to>
                                    </p:set>
                                    <p:animEffect transition="in" filter="dissolve">
                                      <p:cBhvr>
                                        <p:cTn id="18" dur="500"/>
                                        <p:tgtEl>
                                          <p:spTgt spid="38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rgbClr val="0000A8"/>
              </a:buClr>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55</a:t>
            </a:fld>
            <a:endParaRPr lang="en-US" dirty="0"/>
          </a:p>
        </p:txBody>
      </p:sp>
      <p:pic>
        <p:nvPicPr>
          <p:cNvPr id="7" name="Picture 6" descr="Kurose&amp;Ross 8th edition photo">
            <a:extLst>
              <a:ext uri="{FF2B5EF4-FFF2-40B4-BE49-F238E27FC236}">
                <a16:creationId xmlns:a16="http://schemas.microsoft.com/office/drawing/2014/main" id="{0FE4D197-C068-7641-A580-4366899835BC}"/>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131564807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Domain Name System</a:t>
            </a:r>
            <a:endParaRPr lang="en-US" sz="4400" dirty="0">
              <a:cs typeface="Calibri" panose="020F0502020204030204" pitchFamily="34" charset="0"/>
            </a:endParaRPr>
          </a:p>
        </p:txBody>
      </p:sp>
      <p:sp>
        <p:nvSpPr>
          <p:cNvPr id="127" name="Rectangle 3">
            <a:extLst>
              <a:ext uri="{FF2B5EF4-FFF2-40B4-BE49-F238E27FC236}">
                <a16:creationId xmlns:a16="http://schemas.microsoft.com/office/drawing/2014/main" id="{35F7BF1A-0385-C246-9EE3-5E4E54C86490}"/>
              </a:ext>
            </a:extLst>
          </p:cNvPr>
          <p:cNvSpPr txBox="1">
            <a:spLocks noChangeArrowheads="1"/>
          </p:cNvSpPr>
          <p:nvPr/>
        </p:nvSpPr>
        <p:spPr>
          <a:xfrm>
            <a:off x="753721" y="1340962"/>
            <a:ext cx="490197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people: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many identifiers: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SSN, name, passport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Internet hosts,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address (32 bit) - used for addressing datagrams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e.g., cs.umass.edu - used by humans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how to map between IP address and name, and vice versa ?</a:t>
            </a:r>
          </a:p>
        </p:txBody>
      </p:sp>
      <p:sp>
        <p:nvSpPr>
          <p:cNvPr id="128" name="Rectangle 4">
            <a:extLst>
              <a:ext uri="{FF2B5EF4-FFF2-40B4-BE49-F238E27FC236}">
                <a16:creationId xmlns:a16="http://schemas.microsoft.com/office/drawing/2014/main" id="{3851BC29-45CA-8744-BD4D-21254F83A516}"/>
              </a:ext>
            </a:extLst>
          </p:cNvPr>
          <p:cNvSpPr txBox="1">
            <a:spLocks noChangeArrowheads="1"/>
          </p:cNvSpPr>
          <p:nvPr/>
        </p:nvSpPr>
        <p:spPr>
          <a:xfrm>
            <a:off x="5592033" y="1281002"/>
            <a:ext cx="6088112" cy="50069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implemented in hierarchy of many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name servers</a:t>
            </a:r>
            <a:endPar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application-layer protocol: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hosts, DNS servers communicate to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resolve</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names (address/name translation)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core Internet function,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implemented as application-layer protocol</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complexity at 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“edge”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49189B4D-1C2B-F245-A96D-9F110BA47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8561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7">
                                            <p:txEl>
                                              <p:pRg st="2" end="2"/>
                                            </p:txEl>
                                          </p:spTgt>
                                        </p:tgtEl>
                                        <p:attrNameLst>
                                          <p:attrName>style.visibility</p:attrName>
                                        </p:attrNameLst>
                                      </p:cBhvr>
                                      <p:to>
                                        <p:strVal val="visible"/>
                                      </p:to>
                                    </p:set>
                                    <p:animEffect transition="in" filter="dissolve">
                                      <p:cBhvr>
                                        <p:cTn id="7" dur="500"/>
                                        <p:tgtEl>
                                          <p:spTgt spid="12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7">
                                            <p:txEl>
                                              <p:pRg st="3" end="3"/>
                                            </p:txEl>
                                          </p:spTgt>
                                        </p:tgtEl>
                                        <p:attrNameLst>
                                          <p:attrName>style.visibility</p:attrName>
                                        </p:attrNameLst>
                                      </p:cBhvr>
                                      <p:to>
                                        <p:strVal val="visible"/>
                                      </p:to>
                                    </p:set>
                                    <p:animEffect transition="in" filter="dissolve">
                                      <p:cBhvr>
                                        <p:cTn id="10" dur="500"/>
                                        <p:tgtEl>
                                          <p:spTgt spid="127">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7">
                                            <p:txEl>
                                              <p:pRg st="4" end="4"/>
                                            </p:txEl>
                                          </p:spTgt>
                                        </p:tgtEl>
                                        <p:attrNameLst>
                                          <p:attrName>style.visibility</p:attrName>
                                        </p:attrNameLst>
                                      </p:cBhvr>
                                      <p:to>
                                        <p:strVal val="visible"/>
                                      </p:to>
                                    </p:set>
                                    <p:animEffect transition="in" filter="dissolve">
                                      <p:cBhvr>
                                        <p:cTn id="13" dur="500"/>
                                        <p:tgtEl>
                                          <p:spTgt spid="127">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7">
                                            <p:txEl>
                                              <p:pRg st="5" end="5"/>
                                            </p:txEl>
                                          </p:spTgt>
                                        </p:tgtEl>
                                        <p:attrNameLst>
                                          <p:attrName>style.visibility</p:attrName>
                                        </p:attrNameLst>
                                      </p:cBhvr>
                                      <p:to>
                                        <p:strVal val="visible"/>
                                      </p:to>
                                    </p:set>
                                    <p:animEffect transition="in" filter="dissolve">
                                      <p:cBhvr>
                                        <p:cTn id="18" dur="500"/>
                                        <p:tgtEl>
                                          <p:spTgt spid="12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28">
                                            <p:txEl>
                                              <p:pRg st="0" end="0"/>
                                            </p:txEl>
                                          </p:spTgt>
                                        </p:tgtEl>
                                        <p:attrNameLst>
                                          <p:attrName>style.visibility</p:attrName>
                                        </p:attrNameLst>
                                      </p:cBhvr>
                                      <p:to>
                                        <p:strVal val="visible"/>
                                      </p:to>
                                    </p:set>
                                    <p:animEffect transition="in" filter="dissolve">
                                      <p:cBhvr>
                                        <p:cTn id="23" dur="500"/>
                                        <p:tgtEl>
                                          <p:spTgt spid="128">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128">
                                            <p:txEl>
                                              <p:pRg st="1" end="1"/>
                                            </p:txEl>
                                          </p:spTgt>
                                        </p:tgtEl>
                                        <p:attrNameLst>
                                          <p:attrName>style.visibility</p:attrName>
                                        </p:attrNameLst>
                                      </p:cBhvr>
                                      <p:to>
                                        <p:strVal val="visible"/>
                                      </p:to>
                                    </p:set>
                                    <p:animEffect transition="in" filter="dissolve">
                                      <p:cBhvr>
                                        <p:cTn id="28" dur="500"/>
                                        <p:tgtEl>
                                          <p:spTgt spid="128">
                                            <p:txEl>
                                              <p:pRg st="1" end="1"/>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28">
                                            <p:txEl>
                                              <p:pRg st="2" end="2"/>
                                            </p:txEl>
                                          </p:spTgt>
                                        </p:tgtEl>
                                        <p:attrNameLst>
                                          <p:attrName>style.visibility</p:attrName>
                                        </p:attrNameLst>
                                      </p:cBhvr>
                                      <p:to>
                                        <p:strVal val="visible"/>
                                      </p:to>
                                    </p:set>
                                    <p:animEffect transition="in" filter="dissolve">
                                      <p:cBhvr>
                                        <p:cTn id="33" dur="500"/>
                                        <p:tgtEl>
                                          <p:spTgt spid="128">
                                            <p:txEl>
                                              <p:pRg st="2" end="2"/>
                                            </p:txEl>
                                          </p:spTgt>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128">
                                            <p:txEl>
                                              <p:pRg st="3" end="3"/>
                                            </p:txEl>
                                          </p:spTgt>
                                        </p:tgtEl>
                                        <p:attrNameLst>
                                          <p:attrName>style.visibility</p:attrName>
                                        </p:attrNameLst>
                                      </p:cBhvr>
                                      <p:to>
                                        <p:strVal val="visible"/>
                                      </p:to>
                                    </p:set>
                                    <p:animEffect transition="in" filter="dissolve">
                                      <p:cBhvr>
                                        <p:cTn id="36" dur="500"/>
                                        <p:tgtEl>
                                          <p:spTgt spid="128">
                                            <p:txEl>
                                              <p:pRg st="3" end="3"/>
                                            </p:txEl>
                                          </p:spTgt>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128">
                                            <p:txEl>
                                              <p:pRg st="4" end="4"/>
                                            </p:txEl>
                                          </p:spTgt>
                                        </p:tgtEl>
                                        <p:attrNameLst>
                                          <p:attrName>style.visibility</p:attrName>
                                        </p:attrNameLst>
                                      </p:cBhvr>
                                      <p:to>
                                        <p:strVal val="visible"/>
                                      </p:to>
                                    </p:set>
                                    <p:animEffect transition="in" filter="dissolve">
                                      <p:cBhvr>
                                        <p:cTn id="39" dur="500"/>
                                        <p:tgtEl>
                                          <p:spTgt spid="12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build="p"/>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services, structure</a:t>
            </a:r>
            <a:endParaRPr lang="en-US" sz="4400" dirty="0">
              <a:cs typeface="Calibri" panose="020F0502020204030204" pitchFamily="34" charset="0"/>
            </a:endParaRPr>
          </a:p>
        </p:txBody>
      </p:sp>
      <p:sp>
        <p:nvSpPr>
          <p:cNvPr id="6" name="Rectangle 4">
            <a:extLst>
              <a:ext uri="{FF2B5EF4-FFF2-40B4-BE49-F238E27FC236}">
                <a16:creationId xmlns:a16="http://schemas.microsoft.com/office/drawing/2014/main" id="{84A8BD0F-3C0D-E143-B2CB-EB155AB75267}"/>
              </a:ext>
            </a:extLst>
          </p:cNvPr>
          <p:cNvSpPr txBox="1">
            <a:spLocks noChangeArrowheads="1"/>
          </p:cNvSpPr>
          <p:nvPr/>
        </p:nvSpPr>
        <p:spPr>
          <a:xfrm>
            <a:off x="6618515" y="1271135"/>
            <a:ext cx="4978400" cy="2263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Q: Why not centralize DNS?</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single point of failure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traffic volume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distant centralized database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maintenance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580866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services:</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hostname-to-IP-address translation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aliasing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alias names</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aliasing</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load distribution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replicated Web servers: many IP addresses correspond to one name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8" name="Text Box 11">
            <a:extLst>
              <a:ext uri="{FF2B5EF4-FFF2-40B4-BE49-F238E27FC236}">
                <a16:creationId xmlns:a16="http://schemas.microsoft.com/office/drawing/2014/main" id="{53ABE19B-9E03-F747-BF91-159D30C79AFD}"/>
              </a:ext>
            </a:extLst>
          </p:cNvPr>
          <p:cNvSpPr txBox="1">
            <a:spLocks noChangeArrowheads="1"/>
          </p:cNvSpPr>
          <p:nvPr/>
        </p:nvSpPr>
        <p:spPr bwMode="auto">
          <a:xfrm>
            <a:off x="6777862" y="3709428"/>
            <a:ext cx="4956937"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6075" marR="0" lvl="0" indent="-331788"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 </a:t>
            </a: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doesn‘t</a:t>
            </a:r>
            <a:r>
              <a:rPr kumimoji="0" lang="en-US" altLang="ja-JP"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 scale!</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Comcast DNS servers alone: 600B DNS queries/day</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Akamai DNS servers alone: 2.2T DNS queries/day</a:t>
            </a:r>
          </a:p>
        </p:txBody>
      </p:sp>
      <p:sp>
        <p:nvSpPr>
          <p:cNvPr id="10" name="Slide Number Placeholder 2">
            <a:extLst>
              <a:ext uri="{FF2B5EF4-FFF2-40B4-BE49-F238E27FC236}">
                <a16:creationId xmlns:a16="http://schemas.microsoft.com/office/drawing/2014/main" id="{8C5D9A65-B07F-4447-BD43-21050C29FFD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0233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7">
                                            <p:txEl>
                                              <p:pRg st="5" end="5"/>
                                            </p:txEl>
                                          </p:spTgt>
                                        </p:tgtEl>
                                        <p:attrNameLst>
                                          <p:attrName>style.visibility</p:attrName>
                                        </p:attrNameLst>
                                      </p:cBhvr>
                                      <p:to>
                                        <p:strVal val="visible"/>
                                      </p:to>
                                    </p:set>
                                    <p:animEffect transition="in" filter="dissolve">
                                      <p:cBhvr>
                                        <p:cTn id="20" dur="500"/>
                                        <p:tgtEl>
                                          <p:spTgt spid="7">
                                            <p:txEl>
                                              <p:pRg st="5" end="5"/>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dissolv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dissolve">
                                      <p:cBhvr>
                                        <p:cTn id="3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97091" y="306258"/>
            <a:ext cx="10515600" cy="894622"/>
          </a:xfrm>
        </p:spPr>
        <p:txBody>
          <a:bodyPr>
            <a:normAutofit/>
          </a:bodyPr>
          <a:lstStyle/>
          <a:p>
            <a:r>
              <a:rPr lang="en-US" dirty="0">
                <a:ea typeface="ＭＳ Ｐゴシック" panose="020B0600070205080204" pitchFamily="34" charset="-128"/>
                <a:cs typeface="Calibri" panose="020F0502020204030204" pitchFamily="34" charset="0"/>
              </a:rPr>
              <a:t>Thinking about the DNS</a:t>
            </a:r>
            <a:endParaRPr lang="en-US" sz="4400" dirty="0">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6338434" cy="105357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humongous 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350838" marR="0" lvl="0" indent="-234950" algn="l" defTabSz="914400" rtl="0" eaLnBrk="1" fontAlgn="auto" latinLnBrk="0" hangingPunct="1">
              <a:lnSpc>
                <a:spcPct val="90000"/>
              </a:lnSpc>
              <a:spcBef>
                <a:spcPts val="400"/>
              </a:spcBef>
              <a:spcAft>
                <a:spcPts val="0"/>
              </a:spcAft>
              <a:buClr>
                <a:srgbClr val="0000A3"/>
              </a:buClr>
              <a:buSzTx/>
              <a:buFont typeface="Wingdings" pitchFamily="2" charset="2"/>
              <a:buChar char="§"/>
              <a:tabLst>
                <a:tab pos="49213" algn="l"/>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billion records, each simple</a:t>
            </a:r>
          </a:p>
        </p:txBody>
      </p:sp>
      <p:sp>
        <p:nvSpPr>
          <p:cNvPr id="10" name="Rectangle 5">
            <a:extLst>
              <a:ext uri="{FF2B5EF4-FFF2-40B4-BE49-F238E27FC236}">
                <a16:creationId xmlns:a16="http://schemas.microsoft.com/office/drawing/2014/main" id="{D59926F4-E2F6-1848-9764-95A9708A0595}"/>
              </a:ext>
            </a:extLst>
          </p:cNvPr>
          <p:cNvSpPr txBox="1">
            <a:spLocks noChangeArrowheads="1"/>
          </p:cNvSpPr>
          <p:nvPr/>
        </p:nvSpPr>
        <p:spPr>
          <a:xfrm>
            <a:off x="716718" y="2281087"/>
            <a:ext cx="5971949" cy="230784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handles many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trillions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of queries/day:</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reads than writes</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performance matters: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almost every Internet transaction interacts with DNS - msecs count!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E3BA487B-2F58-E448-B437-CA4351F78A23}"/>
              </a:ext>
            </a:extLst>
          </p:cNvPr>
          <p:cNvSpPr txBox="1">
            <a:spLocks noChangeArrowheads="1"/>
          </p:cNvSpPr>
          <p:nvPr/>
        </p:nvSpPr>
        <p:spPr>
          <a:xfrm>
            <a:off x="716717" y="4432300"/>
            <a:ext cx="7038749" cy="135890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organizationally, physically decentralized:</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millions of different organizations responsible for their records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E516052B-584F-8049-894E-365DF65A8B5A}"/>
              </a:ext>
            </a:extLst>
          </p:cNvPr>
          <p:cNvSpPr txBox="1">
            <a:spLocks noChangeArrowheads="1"/>
          </p:cNvSpPr>
          <p:nvPr/>
        </p:nvSpPr>
        <p:spPr>
          <a:xfrm>
            <a:off x="750584" y="5871634"/>
            <a:ext cx="7038749" cy="5630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“bulletproof”: reliability, security</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pic>
        <p:nvPicPr>
          <p:cNvPr id="1026" name="Picture 2" descr="SEC Says That It's Not Easy Determining Whether Teva Whistleblowers Are  Deserving Of A Bounty - FCPA Professor">
            <a:extLst>
              <a:ext uri="{FF2B5EF4-FFF2-40B4-BE49-F238E27FC236}">
                <a16:creationId xmlns:a16="http://schemas.microsoft.com/office/drawing/2014/main" id="{C4E09384-BA5E-E74E-8F77-28797AFC91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07866" y="4143022"/>
            <a:ext cx="2937933" cy="2448278"/>
          </a:xfrm>
          <a:prstGeom prst="rect">
            <a:avLst/>
          </a:prstGeom>
          <a:noFill/>
          <a:extLst>
            <a:ext uri="{909E8E84-426E-40DD-AFC4-6F175D3DCCD1}">
              <a14:hiddenFill xmlns:a14="http://schemas.microsoft.com/office/drawing/2010/main">
                <a:solidFill>
                  <a:srgbClr val="FFFFFF"/>
                </a:solidFill>
              </a14:hiddenFill>
            </a:ext>
          </a:extLst>
        </p:spPr>
      </p:pic>
      <p:sp>
        <p:nvSpPr>
          <p:cNvPr id="8" name="Slide Number Placeholder 2">
            <a:extLst>
              <a:ext uri="{FF2B5EF4-FFF2-40B4-BE49-F238E27FC236}">
                <a16:creationId xmlns:a16="http://schemas.microsoft.com/office/drawing/2014/main" id="{0A6AE1E9-B3D7-7642-9CCD-3E2A0C33B40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0571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dissolv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dissolv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26"/>
                                        </p:tgtEl>
                                        <p:attrNameLst>
                                          <p:attrName>style.visibility</p:attrName>
                                        </p:attrNameLst>
                                      </p:cBhvr>
                                      <p:to>
                                        <p:strVal val="visible"/>
                                      </p:to>
                                    </p:set>
                                    <p:animEffect transition="in" filter="dissolve">
                                      <p:cBhvr>
                                        <p:cTn id="27" dur="5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2" grpId="0"/>
      <p:bldP spid="13"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a distributed, hierarchical </a:t>
            </a:r>
            <a:r>
              <a:rPr lang="en-US" altLang="en-US" dirty="0">
                <a:ea typeface="ＭＳ Ｐゴシック" panose="020B0600070205080204" pitchFamily="34" charset="-128"/>
                <a:cs typeface="Calibri" panose="020F0502020204030204" pitchFamily="34" charset="0"/>
              </a:rPr>
              <a:t>d</a:t>
            </a:r>
            <a:r>
              <a:rPr lang="en-US" altLang="en-US" sz="4400" dirty="0">
                <a:ea typeface="ＭＳ Ｐゴシック" panose="020B0600070205080204" pitchFamily="34" charset="-128"/>
                <a:cs typeface="Calibri" panose="020F0502020204030204" pitchFamily="34" charset="0"/>
              </a:rPr>
              <a:t>atabase</a:t>
            </a:r>
            <a:endParaRPr lang="en-US" sz="4400" dirty="0">
              <a:cs typeface="Calibri" panose="020F0502020204030204" pitchFamily="34" charset="0"/>
            </a:endParaRPr>
          </a:p>
        </p:txBody>
      </p:sp>
      <p:sp>
        <p:nvSpPr>
          <p:cNvPr id="30" name="Rectangle 22">
            <a:extLst>
              <a:ext uri="{FF2B5EF4-FFF2-40B4-BE49-F238E27FC236}">
                <a16:creationId xmlns:a16="http://schemas.microsoft.com/office/drawing/2014/main" id="{A444882F-E18F-DD45-9D52-E80EEEA5B2C4}"/>
              </a:ext>
            </a:extLst>
          </p:cNvPr>
          <p:cNvSpPr txBox="1">
            <a:spLocks noChangeArrowheads="1"/>
          </p:cNvSpPr>
          <p:nvPr/>
        </p:nvSpPr>
        <p:spPr>
          <a:xfrm>
            <a:off x="478971" y="4398565"/>
            <a:ext cx="11713029" cy="2133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Client wants IP address for </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www.amazon.com</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1</a:t>
            </a:r>
            <a:r>
              <a:rPr kumimoji="0" lang="en-US" altLang="en-US" sz="2800" b="0" i="0" u="none" strike="noStrike" kern="1200" cap="none" spc="0" normalizeH="0" baseline="30000" noProof="0" dirty="0">
                <a:ln>
                  <a:noFill/>
                </a:ln>
                <a:solidFill>
                  <a:srgbClr val="000099"/>
                </a:solidFill>
                <a:effectLst/>
                <a:uLnTx/>
                <a:uFillTx/>
                <a:latin typeface="Calibri" panose="020F0502020204030204"/>
                <a:ea typeface="ＭＳ Ｐゴシック" panose="020B0600070205080204" pitchFamily="34" charset="-128"/>
                <a:cs typeface="+mn-cs"/>
              </a:rPr>
              <a:t>st</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approximation: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root server to find .com 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.com DNS server to get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 to get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www.amazon.com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86A00663-77DA-9B4C-A51A-04EBC6FBCCA0}"/>
              </a:ext>
            </a:extLst>
          </p:cNvPr>
          <p:cNvGrpSpPr/>
          <p:nvPr/>
        </p:nvGrpSpPr>
        <p:grpSpPr>
          <a:xfrm>
            <a:off x="1321991" y="1815164"/>
            <a:ext cx="10791292" cy="1046691"/>
            <a:chOff x="1321991" y="1815164"/>
            <a:chExt cx="10791292" cy="1046691"/>
          </a:xfrm>
        </p:grpSpPr>
        <p:sp>
          <p:nvSpPr>
            <p:cNvPr id="12" name="Text Box 4">
              <a:extLst>
                <a:ext uri="{FF2B5EF4-FFF2-40B4-BE49-F238E27FC236}">
                  <a16:creationId xmlns:a16="http://schemas.microsoft.com/office/drawing/2014/main" id="{8DB0E7C3-8033-5949-9183-2915D95A7522}"/>
                </a:ext>
              </a:extLst>
            </p:cNvPr>
            <p:cNvSpPr txBox="1">
              <a:spLocks noChangeArrowheads="1"/>
            </p:cNvSpPr>
            <p:nvPr/>
          </p:nvSpPr>
          <p:spPr bwMode="auto">
            <a:xfrm>
              <a:off x="1321991" y="2431570"/>
              <a:ext cx="205741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.com DNS servers</a:t>
              </a:r>
            </a:p>
          </p:txBody>
        </p:sp>
        <p:sp>
          <p:nvSpPr>
            <p:cNvPr id="13" name="Text Box 5">
              <a:extLst>
                <a:ext uri="{FF2B5EF4-FFF2-40B4-BE49-F238E27FC236}">
                  <a16:creationId xmlns:a16="http://schemas.microsoft.com/office/drawing/2014/main" id="{2E5F716F-8E9B-6F4D-879A-CC62D69D957F}"/>
                </a:ext>
              </a:extLst>
            </p:cNvPr>
            <p:cNvSpPr txBox="1">
              <a:spLocks noChangeArrowheads="1"/>
            </p:cNvSpPr>
            <p:nvPr/>
          </p:nvSpPr>
          <p:spPr bwMode="auto">
            <a:xfrm>
              <a:off x="3969789" y="2432961"/>
              <a:ext cx="195454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 DNS servers</a:t>
              </a:r>
            </a:p>
          </p:txBody>
        </p:sp>
        <p:sp>
          <p:nvSpPr>
            <p:cNvPr id="14" name="Text Box 6">
              <a:extLst>
                <a:ext uri="{FF2B5EF4-FFF2-40B4-BE49-F238E27FC236}">
                  <a16:creationId xmlns:a16="http://schemas.microsoft.com/office/drawing/2014/main" id="{67230760-6F08-C443-A901-7D6991E095B2}"/>
                </a:ext>
              </a:extLst>
            </p:cNvPr>
            <p:cNvSpPr txBox="1">
              <a:spLocks noChangeArrowheads="1"/>
            </p:cNvSpPr>
            <p:nvPr/>
          </p:nvSpPr>
          <p:spPr bwMode="auto">
            <a:xfrm>
              <a:off x="6546026" y="2432961"/>
              <a:ext cx="200523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.edu DNS servers</a:t>
              </a:r>
            </a:p>
          </p:txBody>
        </p:sp>
        <p:sp>
          <p:nvSpPr>
            <p:cNvPr id="15" name="Line 7">
              <a:extLst>
                <a:ext uri="{FF2B5EF4-FFF2-40B4-BE49-F238E27FC236}">
                  <a16:creationId xmlns:a16="http://schemas.microsoft.com/office/drawing/2014/main" id="{BA67319E-9089-5D4D-83FF-3AE2DB5B1314}"/>
                </a:ext>
              </a:extLst>
            </p:cNvPr>
            <p:cNvSpPr>
              <a:spLocks noChangeShapeType="1"/>
            </p:cNvSpPr>
            <p:nvPr/>
          </p:nvSpPr>
          <p:spPr bwMode="auto">
            <a:xfrm flipH="1">
              <a:off x="2538547" y="1831861"/>
              <a:ext cx="2075302" cy="601100"/>
            </a:xfrm>
            <a:prstGeom prst="line">
              <a:avLst/>
            </a:prstGeom>
            <a:noFill/>
            <a:ln w="317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8">
              <a:extLst>
                <a:ext uri="{FF2B5EF4-FFF2-40B4-BE49-F238E27FC236}">
                  <a16:creationId xmlns:a16="http://schemas.microsoft.com/office/drawing/2014/main" id="{64A53551-2118-9045-B6B4-1F713C8B8AD3}"/>
                </a:ext>
              </a:extLst>
            </p:cNvPr>
            <p:cNvSpPr>
              <a:spLocks noChangeShapeType="1"/>
            </p:cNvSpPr>
            <p:nvPr/>
          </p:nvSpPr>
          <p:spPr bwMode="auto">
            <a:xfrm>
              <a:off x="4901588" y="1815164"/>
              <a:ext cx="0" cy="61640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Line 9">
              <a:extLst>
                <a:ext uri="{FF2B5EF4-FFF2-40B4-BE49-F238E27FC236}">
                  <a16:creationId xmlns:a16="http://schemas.microsoft.com/office/drawing/2014/main" id="{B45A6D89-577E-7C44-A516-DED5E6DB81DC}"/>
                </a:ext>
              </a:extLst>
            </p:cNvPr>
            <p:cNvSpPr>
              <a:spLocks noChangeShapeType="1"/>
            </p:cNvSpPr>
            <p:nvPr/>
          </p:nvSpPr>
          <p:spPr bwMode="auto">
            <a:xfrm>
              <a:off x="5257908" y="1831861"/>
              <a:ext cx="2146864" cy="6011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9">
              <a:extLst>
                <a:ext uri="{FF2B5EF4-FFF2-40B4-BE49-F238E27FC236}">
                  <a16:creationId xmlns:a16="http://schemas.microsoft.com/office/drawing/2014/main" id="{B9DABBB2-671A-2742-937B-8D9DEE87BF80}"/>
                </a:ext>
              </a:extLst>
            </p:cNvPr>
            <p:cNvSpPr txBox="1">
              <a:spLocks noChangeArrowheads="1"/>
            </p:cNvSpPr>
            <p:nvPr/>
          </p:nvSpPr>
          <p:spPr bwMode="auto">
            <a:xfrm>
              <a:off x="4066204" y="193485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9" name="Text Box 30">
              <a:extLst>
                <a:ext uri="{FF2B5EF4-FFF2-40B4-BE49-F238E27FC236}">
                  <a16:creationId xmlns:a16="http://schemas.microsoft.com/office/drawing/2014/main" id="{F8EBAC0E-17AF-6147-BA8E-98BDF7436DAD}"/>
                </a:ext>
              </a:extLst>
            </p:cNvPr>
            <p:cNvSpPr txBox="1">
              <a:spLocks noChangeArrowheads="1"/>
            </p:cNvSpPr>
            <p:nvPr/>
          </p:nvSpPr>
          <p:spPr bwMode="auto">
            <a:xfrm>
              <a:off x="5225966" y="1923399"/>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 name="TextBox 1">
              <a:extLst>
                <a:ext uri="{FF2B5EF4-FFF2-40B4-BE49-F238E27FC236}">
                  <a16:creationId xmlns:a16="http://schemas.microsoft.com/office/drawing/2014/main" id="{47834A79-77AF-0047-9901-2474CA5CB805}"/>
                </a:ext>
              </a:extLst>
            </p:cNvPr>
            <p:cNvSpPr txBox="1"/>
            <p:nvPr/>
          </p:nvSpPr>
          <p:spPr>
            <a:xfrm>
              <a:off x="9724296" y="2400190"/>
              <a:ext cx="238898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Top Level Domain</a:t>
              </a:r>
            </a:p>
          </p:txBody>
        </p:sp>
      </p:grpSp>
      <p:grpSp>
        <p:nvGrpSpPr>
          <p:cNvPr id="4" name="Group 3">
            <a:extLst>
              <a:ext uri="{FF2B5EF4-FFF2-40B4-BE49-F238E27FC236}">
                <a16:creationId xmlns:a16="http://schemas.microsoft.com/office/drawing/2014/main" id="{2A62B1BD-DD42-D845-9BBE-BE085C24631D}"/>
              </a:ext>
            </a:extLst>
          </p:cNvPr>
          <p:cNvGrpSpPr/>
          <p:nvPr/>
        </p:nvGrpSpPr>
        <p:grpSpPr>
          <a:xfrm>
            <a:off x="3874373" y="1407648"/>
            <a:ext cx="7294880" cy="461665"/>
            <a:chOff x="3874373" y="1407648"/>
            <a:chExt cx="7294880" cy="461665"/>
          </a:xfrm>
        </p:grpSpPr>
        <p:sp>
          <p:nvSpPr>
            <p:cNvPr id="11" name="Text Box 2">
              <a:extLst>
                <a:ext uri="{FF2B5EF4-FFF2-40B4-BE49-F238E27FC236}">
                  <a16:creationId xmlns:a16="http://schemas.microsoft.com/office/drawing/2014/main" id="{10CE294D-681E-A241-BD53-A34355A36495}"/>
                </a:ext>
              </a:extLst>
            </p:cNvPr>
            <p:cNvSpPr txBox="1">
              <a:spLocks noChangeArrowheads="1"/>
            </p:cNvSpPr>
            <p:nvPr/>
          </p:nvSpPr>
          <p:spPr bwMode="auto">
            <a:xfrm>
              <a:off x="3874373" y="1432519"/>
              <a:ext cx="2064866" cy="367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Root DNS Servers</a:t>
              </a:r>
            </a:p>
          </p:txBody>
        </p:sp>
        <p:sp>
          <p:nvSpPr>
            <p:cNvPr id="31" name="TextBox 30">
              <a:extLst>
                <a:ext uri="{FF2B5EF4-FFF2-40B4-BE49-F238E27FC236}">
                  <a16:creationId xmlns:a16="http://schemas.microsoft.com/office/drawing/2014/main" id="{306AE851-5852-CE4F-8F0F-42EF70A401C4}"/>
                </a:ext>
              </a:extLst>
            </p:cNvPr>
            <p:cNvSpPr txBox="1"/>
            <p:nvPr/>
          </p:nvSpPr>
          <p:spPr>
            <a:xfrm>
              <a:off x="10397760" y="1407648"/>
              <a:ext cx="77149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Root</a:t>
              </a:r>
            </a:p>
          </p:txBody>
        </p:sp>
      </p:grpSp>
      <p:grpSp>
        <p:nvGrpSpPr>
          <p:cNvPr id="7" name="Group 6">
            <a:extLst>
              <a:ext uri="{FF2B5EF4-FFF2-40B4-BE49-F238E27FC236}">
                <a16:creationId xmlns:a16="http://schemas.microsoft.com/office/drawing/2014/main" id="{CC7CCAC6-2E30-B94C-ABE6-16301CFD8E18}"/>
              </a:ext>
            </a:extLst>
          </p:cNvPr>
          <p:cNvGrpSpPr/>
          <p:nvPr/>
        </p:nvGrpSpPr>
        <p:grpSpPr>
          <a:xfrm>
            <a:off x="877709" y="2766905"/>
            <a:ext cx="10877911" cy="1053317"/>
            <a:chOff x="877709" y="2766905"/>
            <a:chExt cx="10877911" cy="1053317"/>
          </a:xfrm>
        </p:grpSpPr>
        <p:sp>
          <p:nvSpPr>
            <p:cNvPr id="18" name="Text Box 10">
              <a:extLst>
                <a:ext uri="{FF2B5EF4-FFF2-40B4-BE49-F238E27FC236}">
                  <a16:creationId xmlns:a16="http://schemas.microsoft.com/office/drawing/2014/main" id="{48A982BB-AB47-3F43-B500-136E591676A0}"/>
                </a:ext>
              </a:extLst>
            </p:cNvPr>
            <p:cNvSpPr txBox="1">
              <a:spLocks noChangeArrowheads="1"/>
            </p:cNvSpPr>
            <p:nvPr/>
          </p:nvSpPr>
          <p:spPr bwMode="auto">
            <a:xfrm>
              <a:off x="6241887"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nyu.edu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19" name="Text Box 11">
              <a:extLst>
                <a:ext uri="{FF2B5EF4-FFF2-40B4-BE49-F238E27FC236}">
                  <a16:creationId xmlns:a16="http://schemas.microsoft.com/office/drawing/2014/main" id="{2B6BDDC7-E847-3847-933D-4C32FCB6E8A4}"/>
                </a:ext>
              </a:extLst>
            </p:cNvPr>
            <p:cNvSpPr txBox="1">
              <a:spLocks noChangeArrowheads="1"/>
            </p:cNvSpPr>
            <p:nvPr/>
          </p:nvSpPr>
          <p:spPr bwMode="auto">
            <a:xfrm>
              <a:off x="7813272"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umass.edu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0" name="Line 12">
              <a:extLst>
                <a:ext uri="{FF2B5EF4-FFF2-40B4-BE49-F238E27FC236}">
                  <a16:creationId xmlns:a16="http://schemas.microsoft.com/office/drawing/2014/main" id="{320DE5FB-B16F-134F-A6AE-3A733BA85D15}"/>
                </a:ext>
              </a:extLst>
            </p:cNvPr>
            <p:cNvSpPr>
              <a:spLocks noChangeShapeType="1"/>
            </p:cNvSpPr>
            <p:nvPr/>
          </p:nvSpPr>
          <p:spPr bwMode="auto">
            <a:xfrm flipH="1">
              <a:off x="6774130" y="2766905"/>
              <a:ext cx="559079"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13">
              <a:extLst>
                <a:ext uri="{FF2B5EF4-FFF2-40B4-BE49-F238E27FC236}">
                  <a16:creationId xmlns:a16="http://schemas.microsoft.com/office/drawing/2014/main" id="{083E8C6B-45A7-4E4F-BE58-4778B3424FF8}"/>
                </a:ext>
              </a:extLst>
            </p:cNvPr>
            <p:cNvSpPr>
              <a:spLocks noChangeShapeType="1"/>
            </p:cNvSpPr>
            <p:nvPr/>
          </p:nvSpPr>
          <p:spPr bwMode="auto">
            <a:xfrm>
              <a:off x="7762582" y="2766905"/>
              <a:ext cx="500935"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 Box 14">
              <a:extLst>
                <a:ext uri="{FF2B5EF4-FFF2-40B4-BE49-F238E27FC236}">
                  <a16:creationId xmlns:a16="http://schemas.microsoft.com/office/drawing/2014/main" id="{36B8F6F2-4690-8E4C-937E-0E9481B1C3A5}"/>
                </a:ext>
              </a:extLst>
            </p:cNvPr>
            <p:cNvSpPr txBox="1">
              <a:spLocks noChangeArrowheads="1"/>
            </p:cNvSpPr>
            <p:nvPr/>
          </p:nvSpPr>
          <p:spPr bwMode="auto">
            <a:xfrm>
              <a:off x="877709" y="3173205"/>
              <a:ext cx="1505787" cy="647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yahoo.com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3" name="Text Box 15">
              <a:extLst>
                <a:ext uri="{FF2B5EF4-FFF2-40B4-BE49-F238E27FC236}">
                  <a16:creationId xmlns:a16="http://schemas.microsoft.com/office/drawing/2014/main" id="{550F9EB0-5008-3D46-90EE-C86931D2002E}"/>
                </a:ext>
              </a:extLst>
            </p:cNvPr>
            <p:cNvSpPr txBox="1">
              <a:spLocks noChangeArrowheads="1"/>
            </p:cNvSpPr>
            <p:nvPr/>
          </p:nvSpPr>
          <p:spPr bwMode="auto">
            <a:xfrm>
              <a:off x="2484875" y="3150942"/>
              <a:ext cx="1492369"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amazon.com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4" name="Line 16">
              <a:extLst>
                <a:ext uri="{FF2B5EF4-FFF2-40B4-BE49-F238E27FC236}">
                  <a16:creationId xmlns:a16="http://schemas.microsoft.com/office/drawing/2014/main" id="{369E9B65-3B7C-454D-AB1F-5B2406B160B6}"/>
                </a:ext>
              </a:extLst>
            </p:cNvPr>
            <p:cNvSpPr>
              <a:spLocks noChangeShapeType="1"/>
            </p:cNvSpPr>
            <p:nvPr/>
          </p:nvSpPr>
          <p:spPr bwMode="auto">
            <a:xfrm flipH="1">
              <a:off x="1666383" y="2773863"/>
              <a:ext cx="369738" cy="41325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D471AC56-09F2-7C4D-B61A-6CCAD59D7CF4}"/>
                </a:ext>
              </a:extLst>
            </p:cNvPr>
            <p:cNvSpPr>
              <a:spLocks noChangeShapeType="1"/>
            </p:cNvSpPr>
            <p:nvPr/>
          </p:nvSpPr>
          <p:spPr bwMode="auto">
            <a:xfrm>
              <a:off x="2538547" y="2773863"/>
              <a:ext cx="429373" cy="42577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 Box 18">
              <a:extLst>
                <a:ext uri="{FF2B5EF4-FFF2-40B4-BE49-F238E27FC236}">
                  <a16:creationId xmlns:a16="http://schemas.microsoft.com/office/drawing/2014/main" id="{1C077A09-1FCB-034D-952A-AD8C28E51F1A}"/>
                </a:ext>
              </a:extLst>
            </p:cNvPr>
            <p:cNvSpPr txBox="1">
              <a:spLocks noChangeArrowheads="1"/>
            </p:cNvSpPr>
            <p:nvPr/>
          </p:nvSpPr>
          <p:spPr bwMode="auto">
            <a:xfrm>
              <a:off x="4312691" y="3132853"/>
              <a:ext cx="1480442"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pbs.org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7" name="Line 19">
              <a:extLst>
                <a:ext uri="{FF2B5EF4-FFF2-40B4-BE49-F238E27FC236}">
                  <a16:creationId xmlns:a16="http://schemas.microsoft.com/office/drawing/2014/main" id="{C40276EB-9757-DA42-B8CE-16A23EEE135D}"/>
                </a:ext>
              </a:extLst>
            </p:cNvPr>
            <p:cNvSpPr>
              <a:spLocks noChangeShapeType="1"/>
            </p:cNvSpPr>
            <p:nvPr/>
          </p:nvSpPr>
          <p:spPr bwMode="auto">
            <a:xfrm>
              <a:off x="4904570" y="2766905"/>
              <a:ext cx="0" cy="417431"/>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A0556E67-E222-8D43-B71A-156691CCA0D4}"/>
                </a:ext>
              </a:extLst>
            </p:cNvPr>
            <p:cNvSpPr txBox="1"/>
            <p:nvPr/>
          </p:nvSpPr>
          <p:spPr>
            <a:xfrm>
              <a:off x="9919925" y="3273362"/>
              <a:ext cx="183569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Authoritative</a:t>
              </a:r>
            </a:p>
          </p:txBody>
        </p:sp>
        <p:sp>
          <p:nvSpPr>
            <p:cNvPr id="33" name="Text Box 30">
              <a:extLst>
                <a:ext uri="{FF2B5EF4-FFF2-40B4-BE49-F238E27FC236}">
                  <a16:creationId xmlns:a16="http://schemas.microsoft.com/office/drawing/2014/main" id="{F5BAA8E7-838D-494A-81C4-58D94A012B59}"/>
                </a:ext>
              </a:extLst>
            </p:cNvPr>
            <p:cNvSpPr txBox="1">
              <a:spLocks noChangeArrowheads="1"/>
            </p:cNvSpPr>
            <p:nvPr/>
          </p:nvSpPr>
          <p:spPr bwMode="auto">
            <a:xfrm>
              <a:off x="7292568" y="2785396"/>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4" name="Text Box 30">
              <a:extLst>
                <a:ext uri="{FF2B5EF4-FFF2-40B4-BE49-F238E27FC236}">
                  <a16:creationId xmlns:a16="http://schemas.microsoft.com/office/drawing/2014/main" id="{2AD59D99-9460-DA4B-AF7A-451CBE5B39FF}"/>
                </a:ext>
              </a:extLst>
            </p:cNvPr>
            <p:cNvSpPr txBox="1">
              <a:spLocks noChangeArrowheads="1"/>
            </p:cNvSpPr>
            <p:nvPr/>
          </p:nvSpPr>
          <p:spPr bwMode="auto">
            <a:xfrm>
              <a:off x="2030793" y="2776330"/>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5" name="Text Box 30">
              <a:extLst>
                <a:ext uri="{FF2B5EF4-FFF2-40B4-BE49-F238E27FC236}">
                  <a16:creationId xmlns:a16="http://schemas.microsoft.com/office/drawing/2014/main" id="{2B85C740-28F8-0449-B6AC-74E686461996}"/>
                </a:ext>
              </a:extLst>
            </p:cNvPr>
            <p:cNvSpPr txBox="1">
              <a:spLocks noChangeArrowheads="1"/>
            </p:cNvSpPr>
            <p:nvPr/>
          </p:nvSpPr>
          <p:spPr bwMode="auto">
            <a:xfrm>
              <a:off x="4390346" y="276874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6" name="Text Box 30">
              <a:extLst>
                <a:ext uri="{FF2B5EF4-FFF2-40B4-BE49-F238E27FC236}">
                  <a16:creationId xmlns:a16="http://schemas.microsoft.com/office/drawing/2014/main" id="{D033AF36-F2BE-7F41-93BB-422A537DEEFF}"/>
                </a:ext>
              </a:extLst>
            </p:cNvPr>
            <p:cNvSpPr txBox="1">
              <a:spLocks noChangeArrowheads="1"/>
            </p:cNvSpPr>
            <p:nvPr/>
          </p:nvSpPr>
          <p:spPr bwMode="auto">
            <a:xfrm>
              <a:off x="4877758" y="2777057"/>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37" name="Slide Number Placeholder 2">
            <a:extLst>
              <a:ext uri="{FF2B5EF4-FFF2-40B4-BE49-F238E27FC236}">
                <a16:creationId xmlns:a16="http://schemas.microsoft.com/office/drawing/2014/main" id="{E1EB010C-42C7-6E42-AA6D-C225E874AD4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6934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1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0">
                                            <p:txEl>
                                              <p:pRg st="0" end="0"/>
                                            </p:txEl>
                                          </p:spTgt>
                                        </p:tgtEl>
                                        <p:attrNameLst>
                                          <p:attrName>style.visibility</p:attrName>
                                        </p:attrNameLst>
                                      </p:cBhvr>
                                      <p:to>
                                        <p:strVal val="visible"/>
                                      </p:to>
                                    </p:set>
                                    <p:animEffect transition="in" filter="dissolve">
                                      <p:cBhvr>
                                        <p:cTn id="17" dur="500"/>
                                        <p:tgtEl>
                                          <p:spTgt spid="30">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0">
                                            <p:txEl>
                                              <p:pRg st="1" end="1"/>
                                            </p:txEl>
                                          </p:spTgt>
                                        </p:tgtEl>
                                        <p:attrNameLst>
                                          <p:attrName>style.visibility</p:attrName>
                                        </p:attrNameLst>
                                      </p:cBhvr>
                                      <p:to>
                                        <p:strVal val="visible"/>
                                      </p:to>
                                    </p:set>
                                    <p:animEffect transition="in" filter="dissolve">
                                      <p:cBhvr>
                                        <p:cTn id="22" dur="500"/>
                                        <p:tgtEl>
                                          <p:spTgt spid="30">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0">
                                            <p:txEl>
                                              <p:pRg st="2" end="2"/>
                                            </p:txEl>
                                          </p:spTgt>
                                        </p:tgtEl>
                                        <p:attrNameLst>
                                          <p:attrName>style.visibility</p:attrName>
                                        </p:attrNameLst>
                                      </p:cBhvr>
                                      <p:to>
                                        <p:strVal val="visible"/>
                                      </p:to>
                                    </p:set>
                                    <p:animEffect transition="in" filter="dissolve">
                                      <p:cBhvr>
                                        <p:cTn id="27" dur="500"/>
                                        <p:tgtEl>
                                          <p:spTgt spid="30">
                                            <p:txEl>
                                              <p:pRg st="2" end="2"/>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30">
                                            <p:txEl>
                                              <p:pRg st="3" end="3"/>
                                            </p:txEl>
                                          </p:spTgt>
                                        </p:tgtEl>
                                        <p:attrNameLst>
                                          <p:attrName>style.visibility</p:attrName>
                                        </p:attrNameLst>
                                      </p:cBhvr>
                                      <p:to>
                                        <p:strVal val="visible"/>
                                      </p:to>
                                    </p:set>
                                    <p:animEffect transition="in" filter="dissolve">
                                      <p:cBhvr>
                                        <p:cTn id="32" dur="500"/>
                                        <p:tgtEl>
                                          <p:spTgt spid="3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FBC02A27-60D0-5B4D-BD6E-00C279F7F4B7}"/>
              </a:ext>
            </a:extLst>
          </p:cNvPr>
          <p:cNvPicPr>
            <a:picLocks noChangeAspect="1"/>
          </p:cNvPicPr>
          <p:nvPr/>
        </p:nvPicPr>
        <p:blipFill>
          <a:blip r:embed="rId3"/>
          <a:stretch>
            <a:fillRect/>
          </a:stretch>
        </p:blipFill>
        <p:spPr>
          <a:xfrm>
            <a:off x="4886464" y="1529543"/>
            <a:ext cx="7122656" cy="2152001"/>
          </a:xfrm>
          <a:prstGeom prst="rect">
            <a:avLst/>
          </a:prstGeom>
        </p:spPr>
      </p:pic>
      <p:sp>
        <p:nvSpPr>
          <p:cNvPr id="10" name="Rectangle 9">
            <a:extLst>
              <a:ext uri="{FF2B5EF4-FFF2-40B4-BE49-F238E27FC236}">
                <a16:creationId xmlns:a16="http://schemas.microsoft.com/office/drawing/2014/main" id="{462E018F-A8B8-D04F-AA86-E98C6072C4D6}"/>
              </a:ext>
            </a:extLst>
          </p:cNvPr>
          <p:cNvSpPr/>
          <p:nvPr/>
        </p:nvSpPr>
        <p:spPr>
          <a:xfrm>
            <a:off x="6940647" y="1546167"/>
            <a:ext cx="2646699" cy="379307"/>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51717" y="1432390"/>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p:txBody>
      </p:sp>
      <p:sp>
        <p:nvSpPr>
          <p:cNvPr id="6" name="Slide Number Placeholder 2">
            <a:extLst>
              <a:ext uri="{FF2B5EF4-FFF2-40B4-BE49-F238E27FC236}">
                <a16:creationId xmlns:a16="http://schemas.microsoft.com/office/drawing/2014/main" id="{AE8EED64-A600-EB43-865F-526592344FF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758348"/>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pic>
        <p:nvPicPr>
          <p:cNvPr id="2" name="Picture 1">
            <a:extLst>
              <a:ext uri="{FF2B5EF4-FFF2-40B4-BE49-F238E27FC236}">
                <a16:creationId xmlns:a16="http://schemas.microsoft.com/office/drawing/2014/main" id="{AF7EF7A5-82F4-A842-BA4B-88DB1EA46A55}"/>
              </a:ext>
            </a:extLst>
          </p:cNvPr>
          <p:cNvPicPr>
            <a:picLocks noChangeAspect="1"/>
          </p:cNvPicPr>
          <p:nvPr/>
        </p:nvPicPr>
        <p:blipFill>
          <a:blip r:embed="rId3"/>
          <a:stretch>
            <a:fillRect/>
          </a:stretch>
        </p:blipFill>
        <p:spPr>
          <a:xfrm>
            <a:off x="5930900" y="2856025"/>
            <a:ext cx="6261100" cy="3200400"/>
          </a:xfrm>
          <a:prstGeom prst="rect">
            <a:avLst/>
          </a:prstGeom>
        </p:spPr>
      </p:pic>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51717" y="1432390"/>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incredibly important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function</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couldn’t function without it!</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DNSSEC – provides security (authentication, message integrity)</a:t>
            </a: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(Internet Corporation for Assigned Names and Numbers)</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manages root DNS domain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20">
            <a:extLst>
              <a:ext uri="{FF2B5EF4-FFF2-40B4-BE49-F238E27FC236}">
                <a16:creationId xmlns:a16="http://schemas.microsoft.com/office/drawing/2014/main" id="{8ADC63BB-C973-3942-8EC6-3C13E2B3867C}"/>
              </a:ext>
            </a:extLst>
          </p:cNvPr>
          <p:cNvSpPr>
            <a:spLocks noChangeArrowheads="1"/>
          </p:cNvSpPr>
          <p:nvPr/>
        </p:nvSpPr>
        <p:spPr bwMode="auto">
          <a:xfrm>
            <a:off x="6423186" y="1752600"/>
            <a:ext cx="5142916" cy="119873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13 logical root name “</a:t>
            </a:r>
            <a:r>
              <a:rPr kumimoji="0" lang="en-US" altLang="ja-JP" sz="24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servers” worldwide each “server” replicated many times (~200 servers in US)</a:t>
            </a:r>
            <a:endParaRPr kumimoji="0" lang="en-US" altLang="ja-JP"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1527D7C4-251C-EC46-94F4-43E46D28257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4005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xEl>
                                              <p:pRg st="1" end="1"/>
                                            </p:txEl>
                                          </p:spTgt>
                                        </p:tgtEl>
                                        <p:attrNameLst>
                                          <p:attrName>style.visibility</p:attrName>
                                        </p:attrNameLst>
                                      </p:cBhvr>
                                      <p:to>
                                        <p:strVal val="visible"/>
                                      </p:to>
                                    </p:set>
                                    <p:animEffect transition="in" filter="dissolve">
                                      <p:cBhvr>
                                        <p:cTn id="7" dur="500"/>
                                        <p:tgtEl>
                                          <p:spTgt spid="3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1">
                                            <p:txEl>
                                              <p:pRg st="2" end="2"/>
                                            </p:txEl>
                                          </p:spTgt>
                                        </p:tgtEl>
                                        <p:attrNameLst>
                                          <p:attrName>style.visibility</p:attrName>
                                        </p:attrNameLst>
                                      </p:cBhvr>
                                      <p:to>
                                        <p:strVal val="visible"/>
                                      </p:to>
                                    </p:set>
                                    <p:animEffect transition="in" filter="dissolve">
                                      <p:cBhvr>
                                        <p:cTn id="10" dur="500"/>
                                        <p:tgtEl>
                                          <p:spTgt spid="31">
                                            <p:txEl>
                                              <p:pRg st="2" end="2"/>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1">
                                            <p:txEl>
                                              <p:pRg st="3" end="3"/>
                                            </p:txEl>
                                          </p:spTgt>
                                        </p:tgtEl>
                                        <p:attrNameLst>
                                          <p:attrName>style.visibility</p:attrName>
                                        </p:attrNameLst>
                                      </p:cBhvr>
                                      <p:to>
                                        <p:strVal val="visible"/>
                                      </p:to>
                                    </p:set>
                                    <p:animEffect transition="in" filter="dissolve">
                                      <p:cBhvr>
                                        <p:cTn id="13" dur="500"/>
                                        <p:tgtEl>
                                          <p:spTgt spid="31">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31">
                                            <p:txEl>
                                              <p:pRg st="4" end="4"/>
                                            </p:txEl>
                                          </p:spTgt>
                                        </p:tgtEl>
                                        <p:attrNameLst>
                                          <p:attrName>style.visibility</p:attrName>
                                        </p:attrNameLst>
                                      </p:cBhvr>
                                      <p:to>
                                        <p:strVal val="visible"/>
                                      </p:to>
                                    </p:set>
                                    <p:animEffect transition="in" filter="dissolve">
                                      <p:cBhvr>
                                        <p:cTn id="18" dur="500"/>
                                        <p:tgtEl>
                                          <p:spTgt spid="31">
                                            <p:txEl>
                                              <p:pRg st="4" end="4"/>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dissolve">
                                      <p:cBhvr>
                                        <p:cTn id="23" dur="500"/>
                                        <p:tgtEl>
                                          <p:spTgt spid="2"/>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dissolve">
                                      <p:cBhvr>
                                        <p:cTn id="2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p"/>
      <p:bldP spid="32"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Top-Level Domain, and </a:t>
            </a:r>
            <a:r>
              <a:rPr lang="en-US" altLang="en-US" dirty="0">
                <a:ea typeface="ＭＳ Ｐゴシック" panose="020B0600070205080204" pitchFamily="34" charset="-128"/>
                <a:cs typeface="Calibri" panose="020F0502020204030204" pitchFamily="34" charset="0"/>
              </a:rPr>
              <a:t>a</a:t>
            </a:r>
            <a:r>
              <a:rPr lang="en-US" altLang="en-US" sz="4400" dirty="0">
                <a:ea typeface="ＭＳ Ｐゴシック" panose="020B0600070205080204" pitchFamily="34" charset="-128"/>
                <a:cs typeface="Calibri" panose="020F0502020204030204" pitchFamily="34" charset="0"/>
              </a:rPr>
              <a:t>uthoritative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7" name="Rectangle 3">
            <a:extLst>
              <a:ext uri="{FF2B5EF4-FFF2-40B4-BE49-F238E27FC236}">
                <a16:creationId xmlns:a16="http://schemas.microsoft.com/office/drawing/2014/main" id="{500E43FE-C520-D344-A4CF-6105B63E22D6}"/>
              </a:ext>
            </a:extLst>
          </p:cNvPr>
          <p:cNvSpPr txBox="1">
            <a:spLocks noChangeArrowheads="1"/>
          </p:cNvSpPr>
          <p:nvPr/>
        </p:nvSpPr>
        <p:spPr>
          <a:xfrm>
            <a:off x="832558" y="1286218"/>
            <a:ext cx="10868375" cy="20327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Top-Level Domain (TLD) servers:</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responsible for .com, .org, .net, .edu, .aero, .jobs, .museums, and all top-level country domains, e.g.: .cn, .uk, .fr, .ca, .jp</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Solutions: authoritative registry for .com, .net TLD</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Educause: .edu TLD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ED24547E-6033-E341-B415-9EEF0C28B3B1}"/>
              </a:ext>
            </a:extLst>
          </p:cNvPr>
          <p:cNvSpPr txBox="1">
            <a:spLocks noChangeArrowheads="1"/>
          </p:cNvSpPr>
          <p:nvPr/>
        </p:nvSpPr>
        <p:spPr>
          <a:xfrm>
            <a:off x="714024" y="4503552"/>
            <a:ext cx="10868375" cy="18295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authoritative DNS servers: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organization’</a:t>
            </a:r>
            <a:r>
              <a:rPr kumimoji="0" lang="en-US" altLang="ja-JP"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own DNS server(s), providing authoritative hostname to IP mappings for organization’s named hosts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can be maintained by organization or service provider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 name="Picture 1">
            <a:extLst>
              <a:ext uri="{FF2B5EF4-FFF2-40B4-BE49-F238E27FC236}">
                <a16:creationId xmlns:a16="http://schemas.microsoft.com/office/drawing/2014/main" id="{0326F0AB-9C7D-C946-94B2-B58E3B0956D7}"/>
              </a:ext>
            </a:extLst>
          </p:cNvPr>
          <p:cNvPicPr>
            <a:picLocks noChangeAspect="1"/>
          </p:cNvPicPr>
          <p:nvPr/>
        </p:nvPicPr>
        <p:blipFill>
          <a:blip r:embed="rId3"/>
          <a:stretch>
            <a:fillRect/>
          </a:stretch>
        </p:blipFill>
        <p:spPr>
          <a:xfrm>
            <a:off x="6265332" y="3122476"/>
            <a:ext cx="5317067" cy="1606470"/>
          </a:xfrm>
          <a:prstGeom prst="rect">
            <a:avLst/>
          </a:prstGeom>
        </p:spPr>
      </p:pic>
      <p:grpSp>
        <p:nvGrpSpPr>
          <p:cNvPr id="12" name="Group 11">
            <a:extLst>
              <a:ext uri="{FF2B5EF4-FFF2-40B4-BE49-F238E27FC236}">
                <a16:creationId xmlns:a16="http://schemas.microsoft.com/office/drawing/2014/main" id="{16353F64-060B-1F4E-AD0A-5FBB20E02BE4}"/>
              </a:ext>
            </a:extLst>
          </p:cNvPr>
          <p:cNvGrpSpPr/>
          <p:nvPr/>
        </p:nvGrpSpPr>
        <p:grpSpPr>
          <a:xfrm>
            <a:off x="4419600" y="1744133"/>
            <a:ext cx="6959600" cy="2235200"/>
            <a:chOff x="4419600" y="1744133"/>
            <a:chExt cx="6959600" cy="2235200"/>
          </a:xfrm>
        </p:grpSpPr>
        <p:sp>
          <p:nvSpPr>
            <p:cNvPr id="4" name="Rectangle 3">
              <a:extLst>
                <a:ext uri="{FF2B5EF4-FFF2-40B4-BE49-F238E27FC236}">
                  <a16:creationId xmlns:a16="http://schemas.microsoft.com/office/drawing/2014/main" id="{6C93592B-610F-B041-9201-B6C557DB96B0}"/>
                </a:ext>
              </a:extLst>
            </p:cNvPr>
            <p:cNvSpPr/>
            <p:nvPr/>
          </p:nvSpPr>
          <p:spPr>
            <a:xfrm>
              <a:off x="6366933" y="3742267"/>
              <a:ext cx="5012267" cy="237066"/>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0259AE09-DC39-F54E-8B9C-A94C202C2543}"/>
                </a:ext>
              </a:extLst>
            </p:cNvPr>
            <p:cNvCxnSpPr/>
            <p:nvPr/>
          </p:nvCxnSpPr>
          <p:spPr>
            <a:xfrm>
              <a:off x="4419600" y="1744133"/>
              <a:ext cx="1998133" cy="1998133"/>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E01D7C10-72B2-BE47-9B8C-600F740CAFCE}"/>
              </a:ext>
            </a:extLst>
          </p:cNvPr>
          <p:cNvGrpSpPr/>
          <p:nvPr/>
        </p:nvGrpSpPr>
        <p:grpSpPr>
          <a:xfrm>
            <a:off x="5249333" y="4233333"/>
            <a:ext cx="6265334" cy="575734"/>
            <a:chOff x="5249333" y="4233333"/>
            <a:chExt cx="6265334" cy="575734"/>
          </a:xfrm>
        </p:grpSpPr>
        <p:sp>
          <p:nvSpPr>
            <p:cNvPr id="8" name="Rectangle 7">
              <a:extLst>
                <a:ext uri="{FF2B5EF4-FFF2-40B4-BE49-F238E27FC236}">
                  <a16:creationId xmlns:a16="http://schemas.microsoft.com/office/drawing/2014/main" id="{5B251AA5-C4FF-7E4A-BCEA-7D8B252E12F3}"/>
                </a:ext>
              </a:extLst>
            </p:cNvPr>
            <p:cNvSpPr/>
            <p:nvPr/>
          </p:nvSpPr>
          <p:spPr>
            <a:xfrm>
              <a:off x="6248400" y="4233333"/>
              <a:ext cx="5266267" cy="372534"/>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491835C5-DBDE-9A48-8554-EF6EB2FAD701}"/>
                </a:ext>
              </a:extLst>
            </p:cNvPr>
            <p:cNvCxnSpPr>
              <a:cxnSpLocks/>
            </p:cNvCxnSpPr>
            <p:nvPr/>
          </p:nvCxnSpPr>
          <p:spPr>
            <a:xfrm flipV="1">
              <a:off x="5249333" y="4267199"/>
              <a:ext cx="999068" cy="541868"/>
            </a:xfrm>
            <a:prstGeom prst="line">
              <a:avLst/>
            </a:prstGeom>
            <a:ln w="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3" name="Slide Number Placeholder 2">
            <a:extLst>
              <a:ext uri="{FF2B5EF4-FFF2-40B4-BE49-F238E27FC236}">
                <a16:creationId xmlns:a16="http://schemas.microsoft.com/office/drawing/2014/main" id="{363187FC-BBBC-984E-BB71-64F11F5AB9A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9174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12"/>
                                        </p:tgtEl>
                                      </p:cBhvr>
                                    </p:animEffect>
                                    <p:set>
                                      <p:cBhvr>
                                        <p:cTn id="7" dur="1" fill="hold">
                                          <p:stCondLst>
                                            <p:cond delay="499"/>
                                          </p:stCondLst>
                                        </p:cTn>
                                        <p:tgtEl>
                                          <p:spTgt spid="12"/>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dissolve">
                                      <p:cBhvr>
                                        <p:cTn id="10" dur="500"/>
                                        <p:tgtEl>
                                          <p:spTgt spid="5">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Effect transition="in" filter="dissolve">
                                      <p:cBhvr>
                                        <p:cTn id="13" dur="500"/>
                                        <p:tgtEl>
                                          <p:spTgt spid="5">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
                                            <p:txEl>
                                              <p:pRg st="2" end="2"/>
                                            </p:txEl>
                                          </p:spTgt>
                                        </p:tgtEl>
                                        <p:attrNameLst>
                                          <p:attrName>style.visibility</p:attrName>
                                        </p:attrNameLst>
                                      </p:cBhvr>
                                      <p:to>
                                        <p:strVal val="visible"/>
                                      </p:to>
                                    </p:set>
                                    <p:animEffect transition="in" filter="dissolve">
                                      <p:cBhvr>
                                        <p:cTn id="16" dur="500"/>
                                        <p:tgtEl>
                                          <p:spTgt spid="5">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dissolve">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Local DNS name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5" name="Rectangle 3">
            <a:extLst>
              <a:ext uri="{FF2B5EF4-FFF2-40B4-BE49-F238E27FC236}">
                <a16:creationId xmlns:a16="http://schemas.microsoft.com/office/drawing/2014/main" id="{2BB20960-3674-7943-92CD-05431EA8487B}"/>
              </a:ext>
            </a:extLst>
          </p:cNvPr>
          <p:cNvSpPr txBox="1">
            <a:spLocks noChangeArrowheads="1"/>
          </p:cNvSpPr>
          <p:nvPr/>
        </p:nvSpPr>
        <p:spPr>
          <a:xfrm>
            <a:off x="798691" y="1489418"/>
            <a:ext cx="109835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host makes DNS query, it is sent to its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DNS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returns reply, answering:</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 its local cache of recent name-to-address translation pairs (possibly out of date!)</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forwarding request into DNS hierarchy for resolution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ISP has local DNS name server; to find yours: </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MacOS: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 scutil --dns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Windows: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&gt;ipconfig /all</a:t>
            </a:r>
          </a:p>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doesn’t strictly belong to hierarchy</a:t>
            </a:r>
          </a:p>
        </p:txBody>
      </p:sp>
      <p:sp>
        <p:nvSpPr>
          <p:cNvPr id="4" name="Slide Number Placeholder 2">
            <a:extLst>
              <a:ext uri="{FF2B5EF4-FFF2-40B4-BE49-F238E27FC236}">
                <a16:creationId xmlns:a16="http://schemas.microsoft.com/office/drawing/2014/main" id="{D9D88440-FC58-A548-AA80-854235DE084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66675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2" end="2"/>
                                            </p:txEl>
                                          </p:spTgt>
                                        </p:tgtEl>
                                        <p:attrNameLst>
                                          <p:attrName>style.visibility</p:attrName>
                                        </p:attrNameLst>
                                      </p:cBhvr>
                                      <p:to>
                                        <p:strVal val="visible"/>
                                      </p:to>
                                    </p:set>
                                    <p:animEffect transition="in" filter="dissolve">
                                      <p:cBhvr>
                                        <p:cTn id="10" dur="500"/>
                                        <p:tgtEl>
                                          <p:spTgt spid="5">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3" end="3"/>
                                            </p:txEl>
                                          </p:spTgt>
                                        </p:tgtEl>
                                        <p:attrNameLst>
                                          <p:attrName>style.visibility</p:attrName>
                                        </p:attrNameLst>
                                      </p:cBhvr>
                                      <p:to>
                                        <p:strVal val="visible"/>
                                      </p:to>
                                    </p:set>
                                    <p:animEffect transition="in" filter="dissolve">
                                      <p:cBhvr>
                                        <p:cTn id="13" dur="500"/>
                                        <p:tgtEl>
                                          <p:spTgt spid="5">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
                                            <p:txEl>
                                              <p:pRg st="4" end="4"/>
                                            </p:txEl>
                                          </p:spTgt>
                                        </p:tgtEl>
                                        <p:attrNameLst>
                                          <p:attrName>style.visibility</p:attrName>
                                        </p:attrNameLst>
                                      </p:cBhvr>
                                      <p:to>
                                        <p:strVal val="visible"/>
                                      </p:to>
                                    </p:set>
                                    <p:animEffect transition="in" filter="dissolve">
                                      <p:cBhvr>
                                        <p:cTn id="18" dur="500"/>
                                        <p:tgtEl>
                                          <p:spTgt spid="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5" end="5"/>
                                            </p:txEl>
                                          </p:spTgt>
                                        </p:tgtEl>
                                        <p:attrNameLst>
                                          <p:attrName>style.visibility</p:attrName>
                                        </p:attrNameLst>
                                      </p:cBhvr>
                                      <p:to>
                                        <p:strVal val="visible"/>
                                      </p:to>
                                    </p:set>
                                    <p:animEffect transition="in" filter="dissolve">
                                      <p:cBhvr>
                                        <p:cTn id="21" dur="500"/>
                                        <p:tgtEl>
                                          <p:spTgt spid="5">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5">
                                            <p:txEl>
                                              <p:pRg st="6" end="6"/>
                                            </p:txEl>
                                          </p:spTgt>
                                        </p:tgtEl>
                                        <p:attrNameLst>
                                          <p:attrName>style.visibility</p:attrName>
                                        </p:attrNameLst>
                                      </p:cBhvr>
                                      <p:to>
                                        <p:strVal val="visible"/>
                                      </p:to>
                                    </p:set>
                                    <p:animEffect transition="in" filter="dissolve">
                                      <p:cBhvr>
                                        <p:cTn id="24" dur="500"/>
                                        <p:tgtEl>
                                          <p:spTgt spid="5">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
                                            <p:txEl>
                                              <p:pRg st="7" end="7"/>
                                            </p:txEl>
                                          </p:spTgt>
                                        </p:tgtEl>
                                        <p:attrNameLst>
                                          <p:attrName>style.visibility</p:attrName>
                                        </p:attrNameLst>
                                      </p:cBhvr>
                                      <p:to>
                                        <p:strVal val="visible"/>
                                      </p:to>
                                    </p:set>
                                    <p:animEffect transition="in" filter="dissolve">
                                      <p:cBhvr>
                                        <p:cTn id="29" dur="500"/>
                                        <p:tgtEl>
                                          <p:spTgt spid="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iterated query</a:t>
            </a:r>
            <a:endParaRPr lang="en-US" sz="4400" dirty="0">
              <a:cs typeface="Calibri" panose="020F0502020204030204" pitchFamily="34" charset="0"/>
            </a:endParaRPr>
          </a:p>
        </p:txBody>
      </p:sp>
      <p:sp>
        <p:nvSpPr>
          <p:cNvPr id="5" name="Rectangle 67">
            <a:extLst>
              <a:ext uri="{FF2B5EF4-FFF2-40B4-BE49-F238E27FC236}">
                <a16:creationId xmlns:a16="http://schemas.microsoft.com/office/drawing/2014/main" id="{B2D75AD3-AD5C-7747-A9C2-6EF45A12CB21}"/>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69">
            <a:extLst>
              <a:ext uri="{FF2B5EF4-FFF2-40B4-BE49-F238E27FC236}">
                <a16:creationId xmlns:a16="http://schemas.microsoft.com/office/drawing/2014/main" id="{EB73751A-16ED-6643-8E9C-1B1DDF5D83E6}"/>
              </a:ext>
            </a:extLst>
          </p:cNvPr>
          <p:cNvSpPr>
            <a:spLocks noChangeArrowheads="1"/>
          </p:cNvSpPr>
          <p:nvPr/>
        </p:nvSpPr>
        <p:spPr bwMode="auto">
          <a:xfrm>
            <a:off x="858433" y="2824122"/>
            <a:ext cx="4093780" cy="2617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Iterated query:</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contacted server replies with name of server to contact</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 don’t know this name, but ask this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953226" y="3848735"/>
            <a:ext cx="185499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182058" y="4237785"/>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8172896"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489235"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968785"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flipV="1">
            <a:off x="8254535" y="3167743"/>
            <a:ext cx="1485900" cy="952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8254535" y="3339193"/>
            <a:ext cx="1419225"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flipH="1">
            <a:off x="8178335" y="2234293"/>
            <a:ext cx="733425" cy="76200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6381511"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759111"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939499"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8108485"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546635" y="24613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8860960" y="28708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8891123" y="3358243"/>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9488023" y="439805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921285"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860960" y="4428218"/>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940022"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a:off x="8187860" y="3499530"/>
            <a:ext cx="1493838" cy="1314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flipV="1">
            <a:off x="8148173" y="3624943"/>
            <a:ext cx="1493837" cy="13017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8974583" y="2608490"/>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659797" y="4619665"/>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483417"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794410"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790985"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945098"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761073"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7" name="Slide Number Placeholder 2">
            <a:extLst>
              <a:ext uri="{FF2B5EF4-FFF2-40B4-BE49-F238E27FC236}">
                <a16:creationId xmlns:a16="http://schemas.microsoft.com/office/drawing/2014/main" id="{0480BCEF-F94C-E34B-B55C-97CE664B5D9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5072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83" grpId="0"/>
      <p:bldP spid="184" grpId="0"/>
      <p:bldP spid="185" grpId="0"/>
      <p:bldP spid="186" grpId="0"/>
      <p:bldP spid="187" grpId="0"/>
      <p:bldP spid="188" grpId="0"/>
      <p:bldP spid="190" grpId="0"/>
      <p:bldP spid="191"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recursive query</a:t>
            </a:r>
            <a:endParaRPr lang="en-US" sz="4400" dirty="0">
              <a:cs typeface="Calibri" panose="020F0502020204030204" pitchFamily="34" charset="0"/>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588154" y="3848735"/>
            <a:ext cx="181652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049161" y="4208147"/>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7788588"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104927"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584477"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a:off x="9672062" y="3760198"/>
            <a:ext cx="2427" cy="702311"/>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9491701" y="3747010"/>
            <a:ext cx="2427" cy="73491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a:off x="9038381" y="2075731"/>
            <a:ext cx="405154" cy="84121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5997203"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374803"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555191"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7724177"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785965" y="2130702"/>
            <a:ext cx="1196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9681511" y="3917024"/>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9130827" y="3968637"/>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8914934" y="268526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536977"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122727" y="2626662"/>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555714"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flipH="1" flipV="1">
            <a:off x="8981775" y="2427554"/>
            <a:ext cx="344289" cy="645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a:off x="7792268" y="2275514"/>
            <a:ext cx="710991" cy="774754"/>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9662504" y="2971557"/>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526900" y="4590027"/>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099109"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410102"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406677"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560790"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376765"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8" name="Rectangle 67">
            <a:extLst>
              <a:ext uri="{FF2B5EF4-FFF2-40B4-BE49-F238E27FC236}">
                <a16:creationId xmlns:a16="http://schemas.microsoft.com/office/drawing/2014/main" id="{7033F479-89A5-0143-B345-2FFB1A7A7F97}"/>
              </a:ext>
            </a:extLst>
          </p:cNvPr>
          <p:cNvSpPr>
            <a:spLocks noChangeArrowheads="1"/>
          </p:cNvSpPr>
          <p:nvPr/>
        </p:nvSpPr>
        <p:spPr bwMode="auto">
          <a:xfrm>
            <a:off x="810552" y="2790656"/>
            <a:ext cx="3704869" cy="324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Recursive query:</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puts burden of name resolution on contacted name server</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heavy load at upper levels of hierarchy</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167" name="Rectangle 67">
            <a:extLst>
              <a:ext uri="{FF2B5EF4-FFF2-40B4-BE49-F238E27FC236}">
                <a16:creationId xmlns:a16="http://schemas.microsoft.com/office/drawing/2014/main" id="{FC920AB6-C679-FB4D-8FB0-F8831E569238}"/>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9" name="Slide Number Placeholder 2">
            <a:extLst>
              <a:ext uri="{FF2B5EF4-FFF2-40B4-BE49-F238E27FC236}">
                <a16:creationId xmlns:a16="http://schemas.microsoft.com/office/drawing/2014/main" id="{A8961CBE-FE41-8D44-9128-97B15DEF4B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2406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8"/>
                                        </p:tgtEl>
                                        <p:attrNameLst>
                                          <p:attrName>style.visibility</p:attrName>
                                        </p:attrNameLst>
                                      </p:cBhvr>
                                      <p:to>
                                        <p:strVal val="visible"/>
                                      </p:to>
                                    </p:set>
                                    <p:animEffect transition="in" filter="dissolve">
                                      <p:cBhvr>
                                        <p:cTn id="7" dur="500"/>
                                        <p:tgtEl>
                                          <p:spTgt spid="16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p:bldP spid="184" grpId="0"/>
      <p:bldP spid="185" grpId="0"/>
      <p:bldP spid="186" grpId="0"/>
      <p:bldP spid="187" grpId="0"/>
      <p:bldP spid="188" grpId="0"/>
      <p:bldP spid="190" grpId="0"/>
      <p:bldP spid="191" grpId="0"/>
      <p:bldP spid="168"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Caching DNS Information</a:t>
            </a:r>
            <a:endParaRPr lang="en-US" sz="4400" dirty="0">
              <a:cs typeface="Calibri" panose="020F0502020204030204" pitchFamily="34" charset="0"/>
            </a:endParaRPr>
          </a:p>
        </p:txBody>
      </p:sp>
      <p:sp>
        <p:nvSpPr>
          <p:cNvPr id="167" name="Rectangle 3">
            <a:extLst>
              <a:ext uri="{FF2B5EF4-FFF2-40B4-BE49-F238E27FC236}">
                <a16:creationId xmlns:a16="http://schemas.microsoft.com/office/drawing/2014/main" id="{796C1A8B-325B-1A4B-BF89-EF3A65965833}"/>
              </a:ext>
            </a:extLst>
          </p:cNvPr>
          <p:cNvSpPr txBox="1">
            <a:spLocks noChangeArrowheads="1"/>
          </p:cNvSpPr>
          <p:nvPr/>
        </p:nvSpPr>
        <p:spPr>
          <a:xfrm>
            <a:off x="952952" y="1446555"/>
            <a:ext cx="10515600" cy="47339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once (any) name server learns mapping, it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caches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mapping, and </a:t>
            </a:r>
            <a:r>
              <a:rPr kumimoji="0" lang="en-US" altLang="en-US" sz="3200" b="0" i="1" u="none" strike="noStrike" kern="1200" cap="none" spc="0" normalizeH="0" baseline="0" noProof="0" dirty="0">
                <a:ln>
                  <a:noFill/>
                </a:ln>
                <a:effectLst/>
                <a:uLnTx/>
                <a:uFillTx/>
                <a:latin typeface="Calibri" panose="020F0502020204030204"/>
                <a:ea typeface="ＭＳ Ｐゴシック" panose="020B0600070205080204" pitchFamily="34" charset="-128"/>
                <a:cs typeface="+mn-cs"/>
              </a:rPr>
              <a:t>immediately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returns a cached mapping in response to a query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caching improves response time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 entries timeout (disappear) after some time (TTL)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TLD servers typically cached in local name servers</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cached entries may be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out-of-date</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named host changes IP address, may not be known Internet-wide until all TTLs expire!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best-effort name-to-address translation!</a:t>
            </a:r>
            <a:endPar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AF23161C-A7AE-1A48-A402-4FD497E9247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94961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7">
                                            <p:txEl>
                                              <p:pRg st="1" end="1"/>
                                            </p:txEl>
                                          </p:spTgt>
                                        </p:tgtEl>
                                        <p:attrNameLst>
                                          <p:attrName>style.visibility</p:attrName>
                                        </p:attrNameLst>
                                      </p:cBhvr>
                                      <p:to>
                                        <p:strVal val="visible"/>
                                      </p:to>
                                    </p:set>
                                    <p:animEffect transition="in" filter="dissolve">
                                      <p:cBhvr>
                                        <p:cTn id="7" dur="500"/>
                                        <p:tgtEl>
                                          <p:spTgt spid="167">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67">
                                            <p:txEl>
                                              <p:pRg st="2" end="2"/>
                                            </p:txEl>
                                          </p:spTgt>
                                        </p:tgtEl>
                                        <p:attrNameLst>
                                          <p:attrName>style.visibility</p:attrName>
                                        </p:attrNameLst>
                                      </p:cBhvr>
                                      <p:to>
                                        <p:strVal val="visible"/>
                                      </p:to>
                                    </p:set>
                                    <p:animEffect transition="in" filter="dissolve">
                                      <p:cBhvr>
                                        <p:cTn id="10" dur="500"/>
                                        <p:tgtEl>
                                          <p:spTgt spid="167">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67">
                                            <p:txEl>
                                              <p:pRg st="3" end="3"/>
                                            </p:txEl>
                                          </p:spTgt>
                                        </p:tgtEl>
                                        <p:attrNameLst>
                                          <p:attrName>style.visibility</p:attrName>
                                        </p:attrNameLst>
                                      </p:cBhvr>
                                      <p:to>
                                        <p:strVal val="visible"/>
                                      </p:to>
                                    </p:set>
                                    <p:animEffect transition="in" filter="dissolve">
                                      <p:cBhvr>
                                        <p:cTn id="13" dur="500"/>
                                        <p:tgtEl>
                                          <p:spTgt spid="167">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67">
                                            <p:txEl>
                                              <p:pRg st="4" end="4"/>
                                            </p:txEl>
                                          </p:spTgt>
                                        </p:tgtEl>
                                        <p:attrNameLst>
                                          <p:attrName>style.visibility</p:attrName>
                                        </p:attrNameLst>
                                      </p:cBhvr>
                                      <p:to>
                                        <p:strVal val="visible"/>
                                      </p:to>
                                    </p:set>
                                    <p:animEffect transition="in" filter="dissolve">
                                      <p:cBhvr>
                                        <p:cTn id="18" dur="500"/>
                                        <p:tgtEl>
                                          <p:spTgt spid="167">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67">
                                            <p:txEl>
                                              <p:pRg st="5" end="5"/>
                                            </p:txEl>
                                          </p:spTgt>
                                        </p:tgtEl>
                                        <p:attrNameLst>
                                          <p:attrName>style.visibility</p:attrName>
                                        </p:attrNameLst>
                                      </p:cBhvr>
                                      <p:to>
                                        <p:strVal val="visible"/>
                                      </p:to>
                                    </p:set>
                                    <p:animEffect transition="in" filter="dissolve">
                                      <p:cBhvr>
                                        <p:cTn id="21" dur="500"/>
                                        <p:tgtEl>
                                          <p:spTgt spid="167">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67">
                                            <p:txEl>
                                              <p:pRg st="6" end="6"/>
                                            </p:txEl>
                                          </p:spTgt>
                                        </p:tgtEl>
                                        <p:attrNameLst>
                                          <p:attrName>style.visibility</p:attrName>
                                        </p:attrNameLst>
                                      </p:cBhvr>
                                      <p:to>
                                        <p:strVal val="visible"/>
                                      </p:to>
                                    </p:set>
                                    <p:animEffect transition="in" filter="dissolve">
                                      <p:cBhvr>
                                        <p:cTn id="24" dur="500"/>
                                        <p:tgtEl>
                                          <p:spTgt spid="167">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records</a:t>
            </a:r>
            <a:endParaRPr lang="en-US" sz="4400" dirty="0">
              <a:cs typeface="Calibri" panose="020F0502020204030204" pitchFamily="34" charset="0"/>
            </a:endParaRPr>
          </a:p>
        </p:txBody>
      </p:sp>
      <p:sp>
        <p:nvSpPr>
          <p:cNvPr id="13" name="Rectangle 3">
            <a:extLst>
              <a:ext uri="{FF2B5EF4-FFF2-40B4-BE49-F238E27FC236}">
                <a16:creationId xmlns:a16="http://schemas.microsoft.com/office/drawing/2014/main" id="{D08588B2-F267-5D46-821D-D0D5A216E8F9}"/>
              </a:ext>
            </a:extLst>
          </p:cNvPr>
          <p:cNvSpPr txBox="1">
            <a:spLocks noChangeArrowheads="1"/>
          </p:cNvSpPr>
          <p:nvPr/>
        </p:nvSpPr>
        <p:spPr>
          <a:xfrm>
            <a:off x="1347787" y="1358900"/>
            <a:ext cx="9574213"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distributed database storing resource records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(RR)</a:t>
            </a:r>
          </a:p>
        </p:txBody>
      </p:sp>
      <p:sp>
        <p:nvSpPr>
          <p:cNvPr id="14" name="Rectangle 4">
            <a:extLst>
              <a:ext uri="{FF2B5EF4-FFF2-40B4-BE49-F238E27FC236}">
                <a16:creationId xmlns:a16="http://schemas.microsoft.com/office/drawing/2014/main" id="{3AF614AE-5EFE-CD4F-98FF-6CA8EFEA6A47}"/>
              </a:ext>
            </a:extLst>
          </p:cNvPr>
          <p:cNvSpPr txBox="1">
            <a:spLocks noChangeArrowheads="1"/>
          </p:cNvSpPr>
          <p:nvPr/>
        </p:nvSpPr>
        <p:spPr>
          <a:xfrm>
            <a:off x="1080534" y="4388077"/>
            <a:ext cx="4547961"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type=NS</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domain (e.g., foo.com)</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hostname of authoritative name server for this domain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6">
            <a:extLst>
              <a:ext uri="{FF2B5EF4-FFF2-40B4-BE49-F238E27FC236}">
                <a16:creationId xmlns:a16="http://schemas.microsoft.com/office/drawing/2014/main" id="{D7409DB2-6342-834D-ABB2-A1B3DA3A957D}"/>
              </a:ext>
            </a:extLst>
          </p:cNvPr>
          <p:cNvSpPr txBox="1">
            <a:spLocks noChangeArrowheads="1"/>
          </p:cNvSpPr>
          <p:nvPr/>
        </p:nvSpPr>
        <p:spPr bwMode="auto">
          <a:xfrm>
            <a:off x="2659064" y="1860128"/>
            <a:ext cx="633253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 format: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value, type, ttl</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 name="Rectangle 8">
            <a:extLst>
              <a:ext uri="{FF2B5EF4-FFF2-40B4-BE49-F238E27FC236}">
                <a16:creationId xmlns:a16="http://schemas.microsoft.com/office/drawing/2014/main" id="{5FF3C084-C8BC-1946-AC92-BACA78ED2659}"/>
              </a:ext>
            </a:extLst>
          </p:cNvPr>
          <p:cNvSpPr>
            <a:spLocks noChangeArrowheads="1"/>
          </p:cNvSpPr>
          <p:nvPr/>
        </p:nvSpPr>
        <p:spPr bwMode="auto">
          <a:xfrm>
            <a:off x="1067384" y="2774950"/>
            <a:ext cx="3810000" cy="130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75000"/>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type=A</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hostname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IP address</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9">
            <a:extLst>
              <a:ext uri="{FF2B5EF4-FFF2-40B4-BE49-F238E27FC236}">
                <a16:creationId xmlns:a16="http://schemas.microsoft.com/office/drawing/2014/main" id="{133ECBD3-7BA2-AC4D-ADED-9C9DE52EAD44}"/>
              </a:ext>
            </a:extLst>
          </p:cNvPr>
          <p:cNvSpPr>
            <a:spLocks noChangeArrowheads="1"/>
          </p:cNvSpPr>
          <p:nvPr/>
        </p:nvSpPr>
        <p:spPr bwMode="auto">
          <a:xfrm>
            <a:off x="6015718" y="2797175"/>
            <a:ext cx="6176282"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type=CNAME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alias name for some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(the real) name</a:t>
            </a:r>
          </a:p>
          <a:p>
            <a:pPr marL="403225" marR="0" lvl="1" indent="-317500" algn="l" defTabSz="914400" rtl="0" eaLnBrk="1" fontAlgn="auto" latinLnBrk="0" hangingPunct="1">
              <a:lnSpc>
                <a:spcPct val="100000"/>
              </a:lnSpc>
              <a:spcBef>
                <a:spcPts val="0"/>
              </a:spcBef>
              <a:spcAft>
                <a:spcPts val="0"/>
              </a:spcAft>
              <a:buClr>
                <a:srgbClr val="000099"/>
              </a:buClr>
              <a:buSzPct val="120000"/>
              <a:buFont typeface="Wingdings" pitchFamily="2" charset="2"/>
              <a:buChar char="§"/>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www.ibm.com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really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servereast.backup2.ibm.com</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canonical 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Rectangle 10">
            <a:extLst>
              <a:ext uri="{FF2B5EF4-FFF2-40B4-BE49-F238E27FC236}">
                <a16:creationId xmlns:a16="http://schemas.microsoft.com/office/drawing/2014/main" id="{B62233DC-6662-1844-8E5F-FDE264813A85}"/>
              </a:ext>
            </a:extLst>
          </p:cNvPr>
          <p:cNvSpPr>
            <a:spLocks noChangeArrowheads="1"/>
          </p:cNvSpPr>
          <p:nvPr/>
        </p:nvSpPr>
        <p:spPr bwMode="auto">
          <a:xfrm>
            <a:off x="6015718" y="4968875"/>
            <a:ext cx="5287866" cy="1309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type=MX</a:t>
            </a:r>
          </a:p>
          <a:p>
            <a:pPr marL="742950" marR="0" lvl="1" indent="-28575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name of SMTP mail server associated with </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434497C-A235-8C46-8A1B-FDC4DB9ACC31}"/>
              </a:ext>
            </a:extLst>
          </p:cNvPr>
          <p:cNvSpPr/>
          <p:nvPr/>
        </p:nvSpPr>
        <p:spPr>
          <a:xfrm>
            <a:off x="1358900" y="1270000"/>
            <a:ext cx="9690100" cy="1155700"/>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Slide Number Placeholder 2">
            <a:extLst>
              <a:ext uri="{FF2B5EF4-FFF2-40B4-BE49-F238E27FC236}">
                <a16:creationId xmlns:a16="http://schemas.microsoft.com/office/drawing/2014/main" id="{E3AF190D-9153-4849-8D73-82E2FC3A405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4161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dissolv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dissolve">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dissolve">
                                      <p:cBhvr>
                                        <p:cTn id="2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p:bldP spid="18" grpId="0"/>
      <p:bldP spid="19" grpId="0"/>
    </p:bldLst>
  </p:timing>
</p:sld>
</file>

<file path=ppt/slides/slide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C9A6680-5220-C94B-B54B-8246CBDC5236}"/>
              </a:ext>
            </a:extLst>
          </p:cNvPr>
          <p:cNvGrpSpPr/>
          <p:nvPr/>
        </p:nvGrpSpPr>
        <p:grpSpPr>
          <a:xfrm>
            <a:off x="6272212" y="1937764"/>
            <a:ext cx="3671888" cy="4505326"/>
            <a:chOff x="6272212" y="1937764"/>
            <a:chExt cx="3671888" cy="4505326"/>
          </a:xfrm>
        </p:grpSpPr>
        <p:sp>
          <p:nvSpPr>
            <p:cNvPr id="20" name="Rectangle 12">
              <a:extLst>
                <a:ext uri="{FF2B5EF4-FFF2-40B4-BE49-F238E27FC236}">
                  <a16:creationId xmlns:a16="http://schemas.microsoft.com/office/drawing/2014/main" id="{99BE727C-D65D-1B40-96AC-483DEC4F567E}"/>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Line 13">
              <a:extLst>
                <a:ext uri="{FF2B5EF4-FFF2-40B4-BE49-F238E27FC236}">
                  <a16:creationId xmlns:a16="http://schemas.microsoft.com/office/drawing/2014/main" id="{D3137C12-F806-3641-A910-12D839D30810}"/>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Line 14">
              <a:extLst>
                <a:ext uri="{FF2B5EF4-FFF2-40B4-BE49-F238E27FC236}">
                  <a16:creationId xmlns:a16="http://schemas.microsoft.com/office/drawing/2014/main" id="{EDBF86F0-1464-CB44-8885-0806AB78A64D}"/>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5">
              <a:extLst>
                <a:ext uri="{FF2B5EF4-FFF2-40B4-BE49-F238E27FC236}">
                  <a16:creationId xmlns:a16="http://schemas.microsoft.com/office/drawing/2014/main" id="{B63A2FA5-43E4-954D-9AB5-1D874BF6FD87}"/>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6">
              <a:extLst>
                <a:ext uri="{FF2B5EF4-FFF2-40B4-BE49-F238E27FC236}">
                  <a16:creationId xmlns:a16="http://schemas.microsoft.com/office/drawing/2014/main" id="{AAF4D57F-AE3F-9647-BE59-19E830D1D27D}"/>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679A37C6-A060-1A4E-9044-88577B96F0A5}"/>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8">
              <a:extLst>
                <a:ext uri="{FF2B5EF4-FFF2-40B4-BE49-F238E27FC236}">
                  <a16:creationId xmlns:a16="http://schemas.microsoft.com/office/drawing/2014/main" id="{673541D1-57E3-2945-9429-F011927643EA}"/>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9">
              <a:extLst>
                <a:ext uri="{FF2B5EF4-FFF2-40B4-BE49-F238E27FC236}">
                  <a16:creationId xmlns:a16="http://schemas.microsoft.com/office/drawing/2014/main" id="{54CFADCD-AE37-1644-BF88-67FE47DB3E96}"/>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0">
              <a:extLst>
                <a:ext uri="{FF2B5EF4-FFF2-40B4-BE49-F238E27FC236}">
                  <a16:creationId xmlns:a16="http://schemas.microsoft.com/office/drawing/2014/main" id="{3D1A7AB7-6B0B-CF47-A475-00A1549B5634}"/>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29" name="Text Box 21">
              <a:extLst>
                <a:ext uri="{FF2B5EF4-FFF2-40B4-BE49-F238E27FC236}">
                  <a16:creationId xmlns:a16="http://schemas.microsoft.com/office/drawing/2014/main" id="{F6CD8852-97C9-AA40-BE0D-939C3F2037C6}"/>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30" name="Text Box 22">
              <a:extLst>
                <a:ext uri="{FF2B5EF4-FFF2-40B4-BE49-F238E27FC236}">
                  <a16:creationId xmlns:a16="http://schemas.microsoft.com/office/drawing/2014/main" id="{8E843694-5A82-3146-BF88-2166E2F008E6}"/>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31" name="Text Box 23">
              <a:extLst>
                <a:ext uri="{FF2B5EF4-FFF2-40B4-BE49-F238E27FC236}">
                  <a16:creationId xmlns:a16="http://schemas.microsoft.com/office/drawing/2014/main" id="{647BB3F6-ABB6-7745-BEE2-09BC405C08B2}"/>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32" name="Text Box 26">
              <a:extLst>
                <a:ext uri="{FF2B5EF4-FFF2-40B4-BE49-F238E27FC236}">
                  <a16:creationId xmlns:a16="http://schemas.microsoft.com/office/drawing/2014/main" id="{43C35098-F1D5-F844-AD59-9E1AB2E6B0E1}"/>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33" name="Text Box 27">
              <a:extLst>
                <a:ext uri="{FF2B5EF4-FFF2-40B4-BE49-F238E27FC236}">
                  <a16:creationId xmlns:a16="http://schemas.microsoft.com/office/drawing/2014/main" id="{C77DED5D-F85E-BD49-A1EA-E279AC50D936}"/>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34" name="Text Box 28">
              <a:extLst>
                <a:ext uri="{FF2B5EF4-FFF2-40B4-BE49-F238E27FC236}">
                  <a16:creationId xmlns:a16="http://schemas.microsoft.com/office/drawing/2014/main" id="{570DB478-D786-3F43-96D9-4A3EFE52D168}"/>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35" name="Text Box 30">
              <a:extLst>
                <a:ext uri="{FF2B5EF4-FFF2-40B4-BE49-F238E27FC236}">
                  <a16:creationId xmlns:a16="http://schemas.microsoft.com/office/drawing/2014/main" id="{EC9CAD9A-2ACC-E841-964A-C51614A31DF5}"/>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36" name="Text Box 31">
              <a:extLst>
                <a:ext uri="{FF2B5EF4-FFF2-40B4-BE49-F238E27FC236}">
                  <a16:creationId xmlns:a16="http://schemas.microsoft.com/office/drawing/2014/main" id="{C50AEEC2-E934-374F-AD10-414E9A36FC33}"/>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37" name="Text Box 32">
              <a:extLst>
                <a:ext uri="{FF2B5EF4-FFF2-40B4-BE49-F238E27FC236}">
                  <a16:creationId xmlns:a16="http://schemas.microsoft.com/office/drawing/2014/main" id="{0F454706-890A-194D-A8B9-1F027F5A53E2}"/>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40" name="Group 60">
              <a:extLst>
                <a:ext uri="{FF2B5EF4-FFF2-40B4-BE49-F238E27FC236}">
                  <a16:creationId xmlns:a16="http://schemas.microsoft.com/office/drawing/2014/main" id="{B20DF2CE-5427-7642-BC04-9D36B08A468C}"/>
                </a:ext>
              </a:extLst>
            </p:cNvPr>
            <p:cNvGrpSpPr>
              <a:grpSpLocks/>
            </p:cNvGrpSpPr>
            <p:nvPr/>
          </p:nvGrpSpPr>
          <p:grpSpPr bwMode="auto">
            <a:xfrm>
              <a:off x="6302375" y="1937764"/>
              <a:ext cx="1747837" cy="274638"/>
              <a:chOff x="2691" y="1194"/>
              <a:chExt cx="1101" cy="173"/>
            </a:xfrm>
          </p:grpSpPr>
          <p:sp>
            <p:nvSpPr>
              <p:cNvPr id="41" name="Text Box 57">
                <a:extLst>
                  <a:ext uri="{FF2B5EF4-FFF2-40B4-BE49-F238E27FC236}">
                    <a16:creationId xmlns:a16="http://schemas.microsoft.com/office/drawing/2014/main" id="{4CC1EC8B-ED8A-534D-B8AB-0E3E39481892}"/>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2" name="Line 58">
                <a:extLst>
                  <a:ext uri="{FF2B5EF4-FFF2-40B4-BE49-F238E27FC236}">
                    <a16:creationId xmlns:a16="http://schemas.microsoft.com/office/drawing/2014/main" id="{FD720698-F5B3-5C47-A102-5E4786459A22}"/>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59">
                <a:extLst>
                  <a:ext uri="{FF2B5EF4-FFF2-40B4-BE49-F238E27FC236}">
                    <a16:creationId xmlns:a16="http://schemas.microsoft.com/office/drawing/2014/main" id="{5FE43354-E99E-6549-837E-529B4A967BBD}"/>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61">
              <a:extLst>
                <a:ext uri="{FF2B5EF4-FFF2-40B4-BE49-F238E27FC236}">
                  <a16:creationId xmlns:a16="http://schemas.microsoft.com/office/drawing/2014/main" id="{7B6CBFB9-B999-324E-91C4-CB7BCE5D8665}"/>
                </a:ext>
              </a:extLst>
            </p:cNvPr>
            <p:cNvGrpSpPr>
              <a:grpSpLocks/>
            </p:cNvGrpSpPr>
            <p:nvPr/>
          </p:nvGrpSpPr>
          <p:grpSpPr bwMode="auto">
            <a:xfrm>
              <a:off x="8077200" y="1937764"/>
              <a:ext cx="1747837" cy="274638"/>
              <a:chOff x="2691" y="1194"/>
              <a:chExt cx="1101" cy="173"/>
            </a:xfrm>
          </p:grpSpPr>
          <p:sp>
            <p:nvSpPr>
              <p:cNvPr id="45" name="Text Box 62">
                <a:extLst>
                  <a:ext uri="{FF2B5EF4-FFF2-40B4-BE49-F238E27FC236}">
                    <a16:creationId xmlns:a16="http://schemas.microsoft.com/office/drawing/2014/main" id="{E2F0F997-6116-0C45-BA9F-CBA730A15961}"/>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6" name="Line 63">
                <a:extLst>
                  <a:ext uri="{FF2B5EF4-FFF2-40B4-BE49-F238E27FC236}">
                    <a16:creationId xmlns:a16="http://schemas.microsoft.com/office/drawing/2014/main" id="{17A912FD-E8A8-8442-8F53-5994F27165BE}"/>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64">
                <a:extLst>
                  <a:ext uri="{FF2B5EF4-FFF2-40B4-BE49-F238E27FC236}">
                    <a16:creationId xmlns:a16="http://schemas.microsoft.com/office/drawing/2014/main" id="{07B7A39C-E852-2B4C-941E-0B488FF8CD3B}"/>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Rectangle 4">
            <a:extLst>
              <a:ext uri="{FF2B5EF4-FFF2-40B4-BE49-F238E27FC236}">
                <a16:creationId xmlns:a16="http://schemas.microsoft.com/office/drawing/2014/main" id="{F978C79B-5602-8E43-829C-44002A5A2D5E}"/>
              </a:ext>
            </a:extLst>
          </p:cNvPr>
          <p:cNvSpPr>
            <a:spLocks noChangeArrowheads="1"/>
          </p:cNvSpPr>
          <p:nvPr/>
        </p:nvSpPr>
        <p:spPr bwMode="auto">
          <a:xfrm>
            <a:off x="1407887" y="2394964"/>
            <a:ext cx="4688114" cy="3838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1" fontAlgn="auto" latinLnBrk="0" hangingPunct="1">
              <a:lnSpc>
                <a:spcPct val="100000"/>
              </a:lnSpc>
              <a:spcBef>
                <a:spcPts val="0"/>
              </a:spcBef>
              <a:spcAft>
                <a:spcPts val="0"/>
              </a:spcAft>
              <a:buClrTx/>
              <a:buSzTx/>
              <a:buFont typeface="ZapfDingbat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message header:</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identification: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16 bit # for query, reply to query uses same #</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flags:</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query or reply</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desired </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available</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reply is authoritative</a:t>
            </a:r>
          </a:p>
        </p:txBody>
      </p:sp>
      <p:sp>
        <p:nvSpPr>
          <p:cNvPr id="38" name="Line 34">
            <a:extLst>
              <a:ext uri="{FF2B5EF4-FFF2-40B4-BE49-F238E27FC236}">
                <a16:creationId xmlns:a16="http://schemas.microsoft.com/office/drawing/2014/main" id="{03A0FB20-73AE-C645-8115-85F6EEA5B5D1}"/>
              </a:ext>
            </a:extLst>
          </p:cNvPr>
          <p:cNvSpPr>
            <a:spLocks noChangeShapeType="1"/>
          </p:cNvSpPr>
          <p:nvPr/>
        </p:nvSpPr>
        <p:spPr bwMode="auto">
          <a:xfrm flipV="1">
            <a:off x="3710672" y="2610864"/>
            <a:ext cx="2902854" cy="295274"/>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35">
            <a:extLst>
              <a:ext uri="{FF2B5EF4-FFF2-40B4-BE49-F238E27FC236}">
                <a16:creationId xmlns:a16="http://schemas.microsoft.com/office/drawing/2014/main" id="{1A55A89B-1CD7-B54F-863D-E99720E03B7C}"/>
              </a:ext>
            </a:extLst>
          </p:cNvPr>
          <p:cNvSpPr>
            <a:spLocks noChangeShapeType="1"/>
          </p:cNvSpPr>
          <p:nvPr/>
        </p:nvSpPr>
        <p:spPr bwMode="auto">
          <a:xfrm flipV="1">
            <a:off x="2352675" y="2590227"/>
            <a:ext cx="6383337" cy="1208088"/>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Slide Number Placeholder 2">
            <a:extLst>
              <a:ext uri="{FF2B5EF4-FFF2-40B4-BE49-F238E27FC236}">
                <a16:creationId xmlns:a16="http://schemas.microsoft.com/office/drawing/2014/main" id="{B83050FC-315F-2544-B90A-1FF8E08E69C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15497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dissolve">
                                      <p:cBhvr>
                                        <p:cTn id="10" dur="500"/>
                                        <p:tgtEl>
                                          <p:spTgt spid="38"/>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1">
                                            <p:txEl>
                                              <p:pRg st="2" end="2"/>
                                            </p:txEl>
                                          </p:spTgt>
                                        </p:tgtEl>
                                        <p:attrNameLst>
                                          <p:attrName>style.visibility</p:attrName>
                                        </p:attrNameLst>
                                      </p:cBhvr>
                                      <p:to>
                                        <p:strVal val="visible"/>
                                      </p:to>
                                    </p:set>
                                    <p:animEffect transition="in" filter="dissolve">
                                      <p:cBhvr>
                                        <p:cTn id="15" dur="500"/>
                                        <p:tgtEl>
                                          <p:spTgt spid="1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1">
                                            <p:txEl>
                                              <p:pRg st="3" end="3"/>
                                            </p:txEl>
                                          </p:spTgt>
                                        </p:tgtEl>
                                        <p:attrNameLst>
                                          <p:attrName>style.visibility</p:attrName>
                                        </p:attrNameLst>
                                      </p:cBhvr>
                                      <p:to>
                                        <p:strVal val="visible"/>
                                      </p:to>
                                    </p:set>
                                    <p:animEffect transition="in" filter="dissolve">
                                      <p:cBhvr>
                                        <p:cTn id="18" dur="500"/>
                                        <p:tgtEl>
                                          <p:spTgt spid="1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4" end="4"/>
                                            </p:txEl>
                                          </p:spTgt>
                                        </p:tgtEl>
                                        <p:attrNameLst>
                                          <p:attrName>style.visibility</p:attrName>
                                        </p:attrNameLst>
                                      </p:cBhvr>
                                      <p:to>
                                        <p:strVal val="visible"/>
                                      </p:to>
                                    </p:set>
                                    <p:animEffect transition="in" filter="dissolve">
                                      <p:cBhvr>
                                        <p:cTn id="21" dur="500"/>
                                        <p:tgtEl>
                                          <p:spTgt spid="1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5" end="5"/>
                                            </p:txEl>
                                          </p:spTgt>
                                        </p:tgtEl>
                                        <p:attrNameLst>
                                          <p:attrName>style.visibility</p:attrName>
                                        </p:attrNameLst>
                                      </p:cBhvr>
                                      <p:to>
                                        <p:strVal val="visible"/>
                                      </p:to>
                                    </p:set>
                                    <p:animEffect transition="in" filter="dissolve">
                                      <p:cBhvr>
                                        <p:cTn id="24" dur="500"/>
                                        <p:tgtEl>
                                          <p:spTgt spid="11">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6" end="6"/>
                                            </p:txEl>
                                          </p:spTgt>
                                        </p:tgtEl>
                                        <p:attrNameLst>
                                          <p:attrName>style.visibility</p:attrName>
                                        </p:attrNameLst>
                                      </p:cBhvr>
                                      <p:to>
                                        <p:strVal val="visible"/>
                                      </p:to>
                                    </p:set>
                                    <p:animEffect transition="in" filter="dissolve">
                                      <p:cBhvr>
                                        <p:cTn id="27" dur="500"/>
                                        <p:tgtEl>
                                          <p:spTgt spid="11">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dissolve">
                                      <p:cBhvr>
                                        <p:cTn id="3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Lst>
  </p:timing>
</p:sld>
</file>

<file path=ppt/slides/slide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57" name="Group 56">
            <a:extLst>
              <a:ext uri="{FF2B5EF4-FFF2-40B4-BE49-F238E27FC236}">
                <a16:creationId xmlns:a16="http://schemas.microsoft.com/office/drawing/2014/main" id="{F3A966D3-2C53-7043-9726-8E5764BD36FD}"/>
              </a:ext>
            </a:extLst>
          </p:cNvPr>
          <p:cNvGrpSpPr/>
          <p:nvPr/>
        </p:nvGrpSpPr>
        <p:grpSpPr>
          <a:xfrm>
            <a:off x="6272212" y="1937764"/>
            <a:ext cx="3671888" cy="4505326"/>
            <a:chOff x="6272212" y="1937764"/>
            <a:chExt cx="3671888" cy="4505326"/>
          </a:xfrm>
        </p:grpSpPr>
        <p:sp>
          <p:nvSpPr>
            <p:cNvPr id="58" name="Rectangle 12">
              <a:extLst>
                <a:ext uri="{FF2B5EF4-FFF2-40B4-BE49-F238E27FC236}">
                  <a16:creationId xmlns:a16="http://schemas.microsoft.com/office/drawing/2014/main" id="{D3568E88-5955-424B-B8F5-A21359D5E540}"/>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 name="Line 13">
              <a:extLst>
                <a:ext uri="{FF2B5EF4-FFF2-40B4-BE49-F238E27FC236}">
                  <a16:creationId xmlns:a16="http://schemas.microsoft.com/office/drawing/2014/main" id="{F1DAA21C-2CC0-F041-B1F7-E5116088076B}"/>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14">
              <a:extLst>
                <a:ext uri="{FF2B5EF4-FFF2-40B4-BE49-F238E27FC236}">
                  <a16:creationId xmlns:a16="http://schemas.microsoft.com/office/drawing/2014/main" id="{507E3301-3AAB-0340-A7F1-6C57515086B5}"/>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
              <a:extLst>
                <a:ext uri="{FF2B5EF4-FFF2-40B4-BE49-F238E27FC236}">
                  <a16:creationId xmlns:a16="http://schemas.microsoft.com/office/drawing/2014/main" id="{C84DEA63-7944-AC4C-88AD-6817D39540D9}"/>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6">
              <a:extLst>
                <a:ext uri="{FF2B5EF4-FFF2-40B4-BE49-F238E27FC236}">
                  <a16:creationId xmlns:a16="http://schemas.microsoft.com/office/drawing/2014/main" id="{DC9B8E6D-9F7D-004C-98A3-75DEEEBD9AD5}"/>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17">
              <a:extLst>
                <a:ext uri="{FF2B5EF4-FFF2-40B4-BE49-F238E27FC236}">
                  <a16:creationId xmlns:a16="http://schemas.microsoft.com/office/drawing/2014/main" id="{306014BE-BC39-824E-9F78-D660CD267573}"/>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18">
              <a:extLst>
                <a:ext uri="{FF2B5EF4-FFF2-40B4-BE49-F238E27FC236}">
                  <a16:creationId xmlns:a16="http://schemas.microsoft.com/office/drawing/2014/main" id="{A42C2C1E-84BD-9743-97E0-09CF9FCFF2BD}"/>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9">
              <a:extLst>
                <a:ext uri="{FF2B5EF4-FFF2-40B4-BE49-F238E27FC236}">
                  <a16:creationId xmlns:a16="http://schemas.microsoft.com/office/drawing/2014/main" id="{A5708C43-6E7B-824A-980E-C5EB81FC2101}"/>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0">
              <a:extLst>
                <a:ext uri="{FF2B5EF4-FFF2-40B4-BE49-F238E27FC236}">
                  <a16:creationId xmlns:a16="http://schemas.microsoft.com/office/drawing/2014/main" id="{B5DFDF92-2319-2549-A363-2E65C1291108}"/>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67" name="Text Box 21">
              <a:extLst>
                <a:ext uri="{FF2B5EF4-FFF2-40B4-BE49-F238E27FC236}">
                  <a16:creationId xmlns:a16="http://schemas.microsoft.com/office/drawing/2014/main" id="{D4E993B8-AE34-384B-8C59-1B56BB128D3A}"/>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68" name="Text Box 22">
              <a:extLst>
                <a:ext uri="{FF2B5EF4-FFF2-40B4-BE49-F238E27FC236}">
                  <a16:creationId xmlns:a16="http://schemas.microsoft.com/office/drawing/2014/main" id="{B3DF818C-F6C8-E14D-A46C-FD30630746B9}"/>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69" name="Text Box 23">
              <a:extLst>
                <a:ext uri="{FF2B5EF4-FFF2-40B4-BE49-F238E27FC236}">
                  <a16:creationId xmlns:a16="http://schemas.microsoft.com/office/drawing/2014/main" id="{9A6A9AC2-926A-8B4E-81B0-9CE0DD3BB5BE}"/>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70" name="Text Box 26">
              <a:extLst>
                <a:ext uri="{FF2B5EF4-FFF2-40B4-BE49-F238E27FC236}">
                  <a16:creationId xmlns:a16="http://schemas.microsoft.com/office/drawing/2014/main" id="{C9071FBC-5A74-7341-A63F-649340BD848A}"/>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71" name="Text Box 27">
              <a:extLst>
                <a:ext uri="{FF2B5EF4-FFF2-40B4-BE49-F238E27FC236}">
                  <a16:creationId xmlns:a16="http://schemas.microsoft.com/office/drawing/2014/main" id="{9513342D-3D82-2446-A7D3-28EDD5EAEE7E}"/>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72" name="Text Box 28">
              <a:extLst>
                <a:ext uri="{FF2B5EF4-FFF2-40B4-BE49-F238E27FC236}">
                  <a16:creationId xmlns:a16="http://schemas.microsoft.com/office/drawing/2014/main" id="{83ED9871-C6FF-8644-98E4-EEE7A5BD0267}"/>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73" name="Text Box 30">
              <a:extLst>
                <a:ext uri="{FF2B5EF4-FFF2-40B4-BE49-F238E27FC236}">
                  <a16:creationId xmlns:a16="http://schemas.microsoft.com/office/drawing/2014/main" id="{646FFA4C-D2F4-804F-BB10-D2E1E711F5DF}"/>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74" name="Text Box 31">
              <a:extLst>
                <a:ext uri="{FF2B5EF4-FFF2-40B4-BE49-F238E27FC236}">
                  <a16:creationId xmlns:a16="http://schemas.microsoft.com/office/drawing/2014/main" id="{F169C7FC-D0F8-9546-93C0-00F4E6E4B0A7}"/>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75" name="Text Box 32">
              <a:extLst>
                <a:ext uri="{FF2B5EF4-FFF2-40B4-BE49-F238E27FC236}">
                  <a16:creationId xmlns:a16="http://schemas.microsoft.com/office/drawing/2014/main" id="{2A810C4D-9EF9-0B42-8366-C238D3FBAE0A}"/>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76" name="Group 60">
              <a:extLst>
                <a:ext uri="{FF2B5EF4-FFF2-40B4-BE49-F238E27FC236}">
                  <a16:creationId xmlns:a16="http://schemas.microsoft.com/office/drawing/2014/main" id="{8BF3E406-CCE3-D64E-8AB4-D91149714F06}"/>
                </a:ext>
              </a:extLst>
            </p:cNvPr>
            <p:cNvGrpSpPr>
              <a:grpSpLocks/>
            </p:cNvGrpSpPr>
            <p:nvPr/>
          </p:nvGrpSpPr>
          <p:grpSpPr bwMode="auto">
            <a:xfrm>
              <a:off x="6302375" y="1937764"/>
              <a:ext cx="1747837" cy="274638"/>
              <a:chOff x="2691" y="1194"/>
              <a:chExt cx="1101" cy="173"/>
            </a:xfrm>
          </p:grpSpPr>
          <p:sp>
            <p:nvSpPr>
              <p:cNvPr id="81" name="Text Box 57">
                <a:extLst>
                  <a:ext uri="{FF2B5EF4-FFF2-40B4-BE49-F238E27FC236}">
                    <a16:creationId xmlns:a16="http://schemas.microsoft.com/office/drawing/2014/main" id="{C33F9937-2680-5C4C-811E-5F9E3D43BD26}"/>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82" name="Line 58">
                <a:extLst>
                  <a:ext uri="{FF2B5EF4-FFF2-40B4-BE49-F238E27FC236}">
                    <a16:creationId xmlns:a16="http://schemas.microsoft.com/office/drawing/2014/main" id="{B39B871F-A818-1B4E-A225-DA01D5EDAC73}"/>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59">
                <a:extLst>
                  <a:ext uri="{FF2B5EF4-FFF2-40B4-BE49-F238E27FC236}">
                    <a16:creationId xmlns:a16="http://schemas.microsoft.com/office/drawing/2014/main" id="{3CB8F9AE-D625-1D4A-8625-28F8772B9B79}"/>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61">
              <a:extLst>
                <a:ext uri="{FF2B5EF4-FFF2-40B4-BE49-F238E27FC236}">
                  <a16:creationId xmlns:a16="http://schemas.microsoft.com/office/drawing/2014/main" id="{711AFC78-9A4A-CD41-A49D-623142A48198}"/>
                </a:ext>
              </a:extLst>
            </p:cNvPr>
            <p:cNvGrpSpPr>
              <a:grpSpLocks/>
            </p:cNvGrpSpPr>
            <p:nvPr/>
          </p:nvGrpSpPr>
          <p:grpSpPr bwMode="auto">
            <a:xfrm>
              <a:off x="8077200" y="1937764"/>
              <a:ext cx="1747837" cy="274638"/>
              <a:chOff x="2691" y="1194"/>
              <a:chExt cx="1101" cy="173"/>
            </a:xfrm>
          </p:grpSpPr>
          <p:sp>
            <p:nvSpPr>
              <p:cNvPr id="78" name="Text Box 62">
                <a:extLst>
                  <a:ext uri="{FF2B5EF4-FFF2-40B4-BE49-F238E27FC236}">
                    <a16:creationId xmlns:a16="http://schemas.microsoft.com/office/drawing/2014/main" id="{D2686047-8DDE-AA4D-88A8-9F0670CBD058}"/>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79" name="Line 63">
                <a:extLst>
                  <a:ext uri="{FF2B5EF4-FFF2-40B4-BE49-F238E27FC236}">
                    <a16:creationId xmlns:a16="http://schemas.microsoft.com/office/drawing/2014/main" id="{A93491FC-3FC2-BA4A-B5FC-8BFED427087D}"/>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64">
                <a:extLst>
                  <a:ext uri="{FF2B5EF4-FFF2-40B4-BE49-F238E27FC236}">
                    <a16:creationId xmlns:a16="http://schemas.microsoft.com/office/drawing/2014/main" id="{B4EF32F5-CEE0-064C-98D1-0B2AED9C53EF}"/>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95042E94-C8A0-BE46-8EB4-39429E2BF4C4}"/>
              </a:ext>
            </a:extLst>
          </p:cNvPr>
          <p:cNvSpPr txBox="1">
            <a:spLocks noChangeArrowheads="1"/>
          </p:cNvSpPr>
          <p:nvPr/>
        </p:nvSpPr>
        <p:spPr bwMode="auto">
          <a:xfrm>
            <a:off x="1027795" y="3882482"/>
            <a:ext cx="3970338"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type fields for a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Text Box 5">
            <a:extLst>
              <a:ext uri="{FF2B5EF4-FFF2-40B4-BE49-F238E27FC236}">
                <a16:creationId xmlns:a16="http://schemas.microsoft.com/office/drawing/2014/main" id="{4E613433-F917-A147-AF5A-4DF4F76E7E09}"/>
              </a:ext>
            </a:extLst>
          </p:cNvPr>
          <p:cNvSpPr txBox="1">
            <a:spLocks noChangeArrowheads="1"/>
          </p:cNvSpPr>
          <p:nvPr/>
        </p:nvSpPr>
        <p:spPr bwMode="auto">
          <a:xfrm>
            <a:off x="998138" y="4604794"/>
            <a:ext cx="400317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RRs in response to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0" name="Text Box 6">
            <a:extLst>
              <a:ext uri="{FF2B5EF4-FFF2-40B4-BE49-F238E27FC236}">
                <a16:creationId xmlns:a16="http://schemas.microsoft.com/office/drawing/2014/main" id="{3FD623A6-A024-6347-B591-DAC5D82FD136}"/>
              </a:ext>
            </a:extLst>
          </p:cNvPr>
          <p:cNvSpPr txBox="1">
            <a:spLocks noChangeArrowheads="1"/>
          </p:cNvSpPr>
          <p:nvPr/>
        </p:nvSpPr>
        <p:spPr bwMode="auto">
          <a:xfrm>
            <a:off x="217715" y="5271771"/>
            <a:ext cx="4801281"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records for authoritative servers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Text Box 7">
            <a:extLst>
              <a:ext uri="{FF2B5EF4-FFF2-40B4-BE49-F238E27FC236}">
                <a16:creationId xmlns:a16="http://schemas.microsoft.com/office/drawing/2014/main" id="{4B8555F6-7100-944F-9974-2E826BBBD80C}"/>
              </a:ext>
            </a:extLst>
          </p:cNvPr>
          <p:cNvSpPr txBox="1">
            <a:spLocks noChangeArrowheads="1"/>
          </p:cNvSpPr>
          <p:nvPr/>
        </p:nvSpPr>
        <p:spPr bwMode="auto">
          <a:xfrm>
            <a:off x="399371" y="5790401"/>
            <a:ext cx="461440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additional “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helpful”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 that may be used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2" name="Line 37">
            <a:extLst>
              <a:ext uri="{FF2B5EF4-FFF2-40B4-BE49-F238E27FC236}">
                <a16:creationId xmlns:a16="http://schemas.microsoft.com/office/drawing/2014/main" id="{F803F024-9C8E-164E-BC96-48776D3FA40F}"/>
              </a:ext>
            </a:extLst>
          </p:cNvPr>
          <p:cNvSpPr>
            <a:spLocks noChangeShapeType="1"/>
          </p:cNvSpPr>
          <p:nvPr/>
        </p:nvSpPr>
        <p:spPr bwMode="auto">
          <a:xfrm flipH="1">
            <a:off x="5070475" y="6126704"/>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8">
            <a:extLst>
              <a:ext uri="{FF2B5EF4-FFF2-40B4-BE49-F238E27FC236}">
                <a16:creationId xmlns:a16="http://schemas.microsoft.com/office/drawing/2014/main" id="{316EAAA0-F793-2043-BFB7-87E6DFAFF73D}"/>
              </a:ext>
            </a:extLst>
          </p:cNvPr>
          <p:cNvSpPr>
            <a:spLocks noChangeShapeType="1"/>
          </p:cNvSpPr>
          <p:nvPr/>
        </p:nvSpPr>
        <p:spPr bwMode="auto">
          <a:xfrm flipH="1">
            <a:off x="5078413" y="54678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9">
            <a:extLst>
              <a:ext uri="{FF2B5EF4-FFF2-40B4-BE49-F238E27FC236}">
                <a16:creationId xmlns:a16="http://schemas.microsoft.com/office/drawing/2014/main" id="{408447E0-07FB-1341-9B44-D1DA4C6774E2}"/>
              </a:ext>
            </a:extLst>
          </p:cNvPr>
          <p:cNvSpPr>
            <a:spLocks noChangeShapeType="1"/>
          </p:cNvSpPr>
          <p:nvPr/>
        </p:nvSpPr>
        <p:spPr bwMode="auto">
          <a:xfrm flipH="1">
            <a:off x="5086350" y="4809079"/>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0">
            <a:extLst>
              <a:ext uri="{FF2B5EF4-FFF2-40B4-BE49-F238E27FC236}">
                <a16:creationId xmlns:a16="http://schemas.microsoft.com/office/drawing/2014/main" id="{F708B0A3-0C69-D745-B00F-2DDF2924D4FD}"/>
              </a:ext>
            </a:extLst>
          </p:cNvPr>
          <p:cNvSpPr>
            <a:spLocks noChangeShapeType="1"/>
          </p:cNvSpPr>
          <p:nvPr/>
        </p:nvSpPr>
        <p:spPr bwMode="auto">
          <a:xfrm flipH="1">
            <a:off x="5072063" y="40835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Title 1">
            <a:extLst>
              <a:ext uri="{FF2B5EF4-FFF2-40B4-BE49-F238E27FC236}">
                <a16:creationId xmlns:a16="http://schemas.microsoft.com/office/drawing/2014/main" id="{95E186ED-4245-C448-9822-1199EA93DC2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39" name="Slide Number Placeholder 2">
            <a:extLst>
              <a:ext uri="{FF2B5EF4-FFF2-40B4-BE49-F238E27FC236}">
                <a16:creationId xmlns:a16="http://schemas.microsoft.com/office/drawing/2014/main" id="{C19D16D8-DC06-E546-AA51-6069613B416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6859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5"/>
                                        </p:tgtEl>
                                        <p:attrNameLst>
                                          <p:attrName>style.visibility</p:attrName>
                                        </p:attrNameLst>
                                      </p:cBhvr>
                                      <p:to>
                                        <p:strVal val="visible"/>
                                      </p:to>
                                    </p:set>
                                    <p:animEffect transition="in" filter="dissolve">
                                      <p:cBhvr>
                                        <p:cTn id="10" dur="500"/>
                                        <p:tgtEl>
                                          <p:spTgt spid="5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dissolve">
                                      <p:cBhvr>
                                        <p:cTn id="15" dur="500"/>
                                        <p:tgtEl>
                                          <p:spTgt spid="49"/>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54"/>
                                        </p:tgtEl>
                                        <p:attrNameLst>
                                          <p:attrName>style.visibility</p:attrName>
                                        </p:attrNameLst>
                                      </p:cBhvr>
                                      <p:to>
                                        <p:strVal val="visible"/>
                                      </p:to>
                                    </p:set>
                                    <p:animEffect transition="in" filter="dissolve">
                                      <p:cBhvr>
                                        <p:cTn id="18" dur="500"/>
                                        <p:tgtEl>
                                          <p:spTgt spid="5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dissolve">
                                      <p:cBhvr>
                                        <p:cTn id="23" dur="500"/>
                                        <p:tgtEl>
                                          <p:spTgt spid="5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1"/>
                                        </p:tgtEl>
                                        <p:attrNameLst>
                                          <p:attrName>style.visibility</p:attrName>
                                        </p:attrNameLst>
                                      </p:cBhvr>
                                      <p:to>
                                        <p:strVal val="visible"/>
                                      </p:to>
                                    </p:set>
                                    <p:animEffect transition="in" filter="dissolve">
                                      <p:cBhvr>
                                        <p:cTn id="26" dur="500"/>
                                        <p:tgtEl>
                                          <p:spTgt spid="51"/>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dissolve">
                                      <p:cBhvr>
                                        <p:cTn id="32"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1" grpId="0"/>
      <p:bldP spid="52" grpId="0" animBg="1"/>
      <p:bldP spid="53" grpId="0" animBg="1"/>
      <p:bldP spid="54" grpId="0" animBg="1"/>
      <p:bldP spid="55" grpId="0" animBg="1"/>
    </p:bldLst>
  </p:timing>
</p:sld>
</file>

<file path=ppt/slides/slide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Getting your info into the DNS</a:t>
            </a:r>
            <a:endParaRPr lang="en-US" sz="4400" dirty="0">
              <a:cs typeface="Calibri" panose="020F0502020204030204" pitchFamily="34" charset="0"/>
            </a:endParaRPr>
          </a:p>
        </p:txBody>
      </p:sp>
      <p:sp>
        <p:nvSpPr>
          <p:cNvPr id="56" name="Rectangle 4">
            <a:extLst>
              <a:ext uri="{FF2B5EF4-FFF2-40B4-BE49-F238E27FC236}">
                <a16:creationId xmlns:a16="http://schemas.microsoft.com/office/drawing/2014/main" id="{3216383A-5EC1-7E47-A0BE-F48A801236CE}"/>
              </a:ext>
            </a:extLst>
          </p:cNvPr>
          <p:cNvSpPr txBox="1">
            <a:spLocks noChangeArrowheads="1"/>
          </p:cNvSpPr>
          <p:nvPr/>
        </p:nvSpPr>
        <p:spPr>
          <a:xfrm>
            <a:off x="838200" y="1404537"/>
            <a:ext cx="1025334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new startup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Utopia”</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register name networkuptopia.com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registrar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(e.g., Network Solutions)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 names, IP addresses of authoritative name server (primary and secondary)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registrar inserts NS, A RRs into .com TLD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(networkutopia.com, dns1.networkutopia.com, NS)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(dns1.networkutopia.com, 212.212.212.1, A)</a:t>
            </a:r>
            <a:endParaRPr kumimoji="0" lang="en-US" altLang="en-US" sz="2200" b="0" i="0" u="none" strike="noStrike" kern="1200" cap="none" spc="0" normalizeH="0" baseline="0" noProof="0" dirty="0">
              <a:ln>
                <a:noFill/>
              </a:ln>
              <a:solidFill>
                <a:srgbClr val="ED7D31"/>
              </a:solidFill>
              <a:effectLst/>
              <a:uLnTx/>
              <a:uFillTx/>
              <a:latin typeface="Courier" pitchFamily="2" charset="0"/>
              <a:ea typeface="ＭＳ Ｐゴシック" panose="020B0600070205080204" pitchFamily="34" charset="-128"/>
              <a:cs typeface="+mn-cs"/>
            </a:endParaRP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create authoritative server locally with IP address </a:t>
            </a:r>
            <a:r>
              <a:rPr kumimoji="0" lang="en-US" altLang="en-US" sz="20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212.212.212.1</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A record for www.networkuptopia.com</a:t>
            </a: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MX record for networkutopia.com</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7792EB6E-923E-9C45-A570-23DE9782A5C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2651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6">
                                            <p:txEl>
                                              <p:pRg st="1" end="1"/>
                                            </p:txEl>
                                          </p:spTgt>
                                        </p:tgtEl>
                                        <p:attrNameLst>
                                          <p:attrName>style.visibility</p:attrName>
                                        </p:attrNameLst>
                                      </p:cBhvr>
                                      <p:to>
                                        <p:strVal val="visible"/>
                                      </p:to>
                                    </p:set>
                                    <p:animEffect transition="in" filter="dissolve">
                                      <p:cBhvr>
                                        <p:cTn id="7" dur="500"/>
                                        <p:tgtEl>
                                          <p:spTgt spid="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6">
                                            <p:txEl>
                                              <p:pRg st="2" end="2"/>
                                            </p:txEl>
                                          </p:spTgt>
                                        </p:tgtEl>
                                        <p:attrNameLst>
                                          <p:attrName>style.visibility</p:attrName>
                                        </p:attrNameLst>
                                      </p:cBhvr>
                                      <p:to>
                                        <p:strVal val="visible"/>
                                      </p:to>
                                    </p:set>
                                    <p:animEffect transition="in" filter="dissolve">
                                      <p:cBhvr>
                                        <p:cTn id="10" dur="500"/>
                                        <p:tgtEl>
                                          <p:spTgt spid="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6">
                                            <p:txEl>
                                              <p:pRg st="3" end="3"/>
                                            </p:txEl>
                                          </p:spTgt>
                                        </p:tgtEl>
                                        <p:attrNameLst>
                                          <p:attrName>style.visibility</p:attrName>
                                        </p:attrNameLst>
                                      </p:cBhvr>
                                      <p:to>
                                        <p:strVal val="visible"/>
                                      </p:to>
                                    </p:set>
                                    <p:animEffect transition="in" filter="dissolve">
                                      <p:cBhvr>
                                        <p:cTn id="13" dur="500"/>
                                        <p:tgtEl>
                                          <p:spTgt spid="56">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6">
                                            <p:txEl>
                                              <p:pRg st="4" end="4"/>
                                            </p:txEl>
                                          </p:spTgt>
                                        </p:tgtEl>
                                        <p:attrNameLst>
                                          <p:attrName>style.visibility</p:attrName>
                                        </p:attrNameLst>
                                      </p:cBhvr>
                                      <p:to>
                                        <p:strVal val="visible"/>
                                      </p:to>
                                    </p:set>
                                    <p:animEffect transition="in" filter="dissolve">
                                      <p:cBhvr>
                                        <p:cTn id="16" dur="500"/>
                                        <p:tgtEl>
                                          <p:spTgt spid="56">
                                            <p:txEl>
                                              <p:pRg st="4" end="4"/>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56">
                                            <p:txEl>
                                              <p:pRg st="5" end="5"/>
                                            </p:txEl>
                                          </p:spTgt>
                                        </p:tgtEl>
                                        <p:attrNameLst>
                                          <p:attrName>style.visibility</p:attrName>
                                        </p:attrNameLst>
                                      </p:cBhvr>
                                      <p:to>
                                        <p:strVal val="visible"/>
                                      </p:to>
                                    </p:set>
                                    <p:animEffect transition="in" filter="dissolve">
                                      <p:cBhvr>
                                        <p:cTn id="19" dur="500"/>
                                        <p:tgtEl>
                                          <p:spTgt spid="56">
                                            <p:txEl>
                                              <p:pRg st="5" end="5"/>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56">
                                            <p:txEl>
                                              <p:pRg st="6" end="6"/>
                                            </p:txEl>
                                          </p:spTgt>
                                        </p:tgtEl>
                                        <p:attrNameLst>
                                          <p:attrName>style.visibility</p:attrName>
                                        </p:attrNameLst>
                                      </p:cBhvr>
                                      <p:to>
                                        <p:strVal val="visible"/>
                                      </p:to>
                                    </p:set>
                                    <p:animEffect transition="in" filter="dissolve">
                                      <p:cBhvr>
                                        <p:cTn id="24" dur="500"/>
                                        <p:tgtEl>
                                          <p:spTgt spid="56">
                                            <p:txEl>
                                              <p:pRg st="6" end="6"/>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56">
                                            <p:txEl>
                                              <p:pRg st="7" end="7"/>
                                            </p:txEl>
                                          </p:spTgt>
                                        </p:tgtEl>
                                        <p:attrNameLst>
                                          <p:attrName>style.visibility</p:attrName>
                                        </p:attrNameLst>
                                      </p:cBhvr>
                                      <p:to>
                                        <p:strVal val="visible"/>
                                      </p:to>
                                    </p:set>
                                    <p:animEffect transition="in" filter="dissolve">
                                      <p:cBhvr>
                                        <p:cTn id="27" dur="500"/>
                                        <p:tgtEl>
                                          <p:spTgt spid="56">
                                            <p:txEl>
                                              <p:pRg st="7" end="7"/>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56">
                                            <p:txEl>
                                              <p:pRg st="8" end="8"/>
                                            </p:txEl>
                                          </p:spTgt>
                                        </p:tgtEl>
                                        <p:attrNameLst>
                                          <p:attrName>style.visibility</p:attrName>
                                        </p:attrNameLst>
                                      </p:cBhvr>
                                      <p:to>
                                        <p:strVal val="visible"/>
                                      </p:to>
                                    </p:set>
                                    <p:animEffect transition="in" filter="dissolve">
                                      <p:cBhvr>
                                        <p:cTn id="30" dur="500"/>
                                        <p:tgtEl>
                                          <p:spTgt spid="5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security</a:t>
            </a:r>
            <a:endParaRPr lang="en-US" sz="4400" dirty="0">
              <a:cs typeface="Calibri" panose="020F0502020204030204" pitchFamily="34" charset="0"/>
            </a:endParaRPr>
          </a:p>
        </p:txBody>
      </p:sp>
      <p:sp>
        <p:nvSpPr>
          <p:cNvPr id="5" name="Content Placeholder 5">
            <a:extLst>
              <a:ext uri="{FF2B5EF4-FFF2-40B4-BE49-F238E27FC236}">
                <a16:creationId xmlns:a16="http://schemas.microsoft.com/office/drawing/2014/main" id="{81829ECA-BDD6-AD44-8D36-9BB88442CDAB}"/>
              </a:ext>
            </a:extLst>
          </p:cNvPr>
          <p:cNvSpPr txBox="1">
            <a:spLocks/>
          </p:cNvSpPr>
          <p:nvPr/>
        </p:nvSpPr>
        <p:spPr>
          <a:xfrm>
            <a:off x="838200" y="1526094"/>
            <a:ext cx="502557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DDoS attacks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root servers with traffic</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successful to date</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traffic filtering</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servers cache IPs of TLD servers, allowing root server bypass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TLD servers</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potentially more dangerous</a:t>
            </a:r>
          </a:p>
          <a:p>
            <a:pPr marL="352425" marR="0" lvl="0" indent="-222250" algn="l" defTabSz="914400" rtl="0" eaLnBrk="1" fontAlgn="auto" latinLnBrk="0" hangingPunct="1">
              <a:lnSpc>
                <a:spcPct val="90000"/>
              </a:lnSpc>
              <a:spcBef>
                <a:spcPts val="1000"/>
              </a:spcBef>
              <a:spcAft>
                <a:spcPts val="0"/>
              </a:spcAft>
              <a:buClr>
                <a:srgbClr val="0000A3"/>
              </a:buClr>
              <a:buSzTx/>
              <a:buFont typeface="Comic Sans MS" panose="030F0902030302020204" pitchFamily="66" charset="0"/>
              <a:buAutoNum type="arabicPeriod"/>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Content Placeholder 6">
            <a:extLst>
              <a:ext uri="{FF2B5EF4-FFF2-40B4-BE49-F238E27FC236}">
                <a16:creationId xmlns:a16="http://schemas.microsoft.com/office/drawing/2014/main" id="{5A84F48D-B139-BA49-B127-5134E112078B}"/>
              </a:ext>
            </a:extLst>
          </p:cNvPr>
          <p:cNvSpPr txBox="1">
            <a:spLocks/>
          </p:cNvSpPr>
          <p:nvPr/>
        </p:nvSpPr>
        <p:spPr bwMode="auto">
          <a:xfrm>
            <a:off x="6096000" y="1526094"/>
            <a:ext cx="4760686"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14288"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3200" b="0" i="0" u="none" strike="noStrike" kern="0" cap="none" spc="0" normalizeH="0" baseline="0" noProof="0" dirty="0">
                <a:ln>
                  <a:noFill/>
                </a:ln>
                <a:solidFill>
                  <a:srgbClr val="2D2DB9">
                    <a:lumMod val="75000"/>
                  </a:srgbClr>
                </a:solidFill>
                <a:effectLst/>
                <a:uLnTx/>
                <a:uFillTx/>
                <a:latin typeface="Calibri" panose="020F0502020204030204"/>
                <a:ea typeface="ＭＳ Ｐゴシック" charset="0"/>
              </a:rPr>
              <a:t>Spoofing  attacks</a:t>
            </a:r>
          </a:p>
          <a:p>
            <a:pPr marL="342900" marR="0" lvl="0" indent="-342900" algn="l" defTabSz="914400" rtl="0" eaLnBrk="0" fontAlgn="base" latinLnBrk="0" hangingPunct="0">
              <a:lnSpc>
                <a:spcPct val="85000"/>
              </a:lnSpc>
              <a:spcBef>
                <a:spcPct val="20000"/>
              </a:spcBef>
              <a:spcAft>
                <a:spcPct val="0"/>
              </a:spcAft>
              <a:buClr>
                <a:srgbClr val="000099"/>
              </a:buClr>
              <a:buSzTx/>
              <a:buFont typeface="Wingdings" pitchFamily="2"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intercept DNS queries, returning bogus replies</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DNS cache poisoning</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RFC 4033: DNSSEC authentication services</a:t>
            </a:r>
          </a:p>
        </p:txBody>
      </p:sp>
      <p:sp>
        <p:nvSpPr>
          <p:cNvPr id="6" name="Slide Number Placeholder 2">
            <a:extLst>
              <a:ext uri="{FF2B5EF4-FFF2-40B4-BE49-F238E27FC236}">
                <a16:creationId xmlns:a16="http://schemas.microsoft.com/office/drawing/2014/main" id="{CEE8551A-CF21-2D4C-B81F-11CF85B7E4F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7063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rgbClr val="0000A8"/>
              </a:buClr>
            </a:pPr>
            <a:r>
              <a:rPr lang="en-US" altLang="en-US" sz="3200" dirty="0">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72</a:t>
            </a:fld>
            <a:endParaRPr lang="en-US" dirty="0"/>
          </a:p>
        </p:txBody>
      </p:sp>
      <p:pic>
        <p:nvPicPr>
          <p:cNvPr id="7" name="Picture 6" descr="Kurose&amp;Ross 8th edition photo">
            <a:extLst>
              <a:ext uri="{FF2B5EF4-FFF2-40B4-BE49-F238E27FC236}">
                <a16:creationId xmlns:a16="http://schemas.microsoft.com/office/drawing/2014/main" id="{B3788763-2714-774C-835A-92370051020B}"/>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416463670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dirty="0">
              <a:solidFill>
                <a:srgbClr val="00CCFF"/>
              </a:solidFill>
              <a:latin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dirty="0"/>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a:extLst>
              <a:ext uri="{FF2B5EF4-FFF2-40B4-BE49-F238E27FC236}">
                <a16:creationId xmlns:a16="http://schemas.microsoft.com/office/drawing/2014/main" id="{084B6293-559E-5D43-AF2B-4CB5E09EC6C5}"/>
              </a:ext>
            </a:extLst>
          </p:cNvPr>
          <p:cNvGrpSpPr/>
          <p:nvPr/>
        </p:nvGrpSpPr>
        <p:grpSpPr>
          <a:xfrm>
            <a:off x="7493518" y="341914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803435" y="332542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Peer-to-peer </a:t>
            </a:r>
            <a:r>
              <a:rPr lang="en-US" altLang="en-US" sz="3600" dirty="0">
                <a:ea typeface="ＭＳ Ｐゴシック" panose="020B0600070205080204" pitchFamily="34" charset="-128"/>
              </a:rPr>
              <a:t>(P2P)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rchitecture</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664326" y="1290326"/>
            <a:ext cx="606784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400"/>
              </a:spcBef>
            </a:pPr>
            <a:r>
              <a:rPr lang="en-US" altLang="en-US" i="1" dirty="0">
                <a:ea typeface="ＭＳ Ｐゴシック" panose="020B0600070205080204" pitchFamily="34" charset="-128"/>
              </a:rPr>
              <a:t>no</a:t>
            </a:r>
            <a:r>
              <a:rPr lang="en-US" altLang="en-US" dirty="0">
                <a:ea typeface="ＭＳ Ｐゴシック" panose="020B0600070205080204" pitchFamily="34" charset="-128"/>
              </a:rPr>
              <a:t> always-on server</a:t>
            </a:r>
          </a:p>
          <a:p>
            <a:pPr>
              <a:spcBef>
                <a:spcPts val="400"/>
              </a:spcBef>
            </a:pPr>
            <a:r>
              <a:rPr lang="en-US" altLang="en-US" dirty="0">
                <a:ea typeface="ＭＳ Ｐゴシック" panose="020B0600070205080204" pitchFamily="34" charset="-128"/>
              </a:rPr>
              <a:t>arbitrary end systems directly communicate</a:t>
            </a:r>
          </a:p>
          <a:p>
            <a:pPr>
              <a:spcBef>
                <a:spcPts val="400"/>
              </a:spcBef>
            </a:pPr>
            <a:r>
              <a:rPr lang="en-US" altLang="en-US" dirty="0">
                <a:ea typeface="ＭＳ Ｐゴシック" panose="020B0600070205080204" pitchFamily="34" charset="-128"/>
              </a:rPr>
              <a:t>peers request service from other peers, provide service in return to other peers</a:t>
            </a:r>
          </a:p>
          <a:p>
            <a:pPr marL="582613" lvl="1" indent="-225425"/>
            <a:r>
              <a:rPr lang="en-US" altLang="en-US" i="1" dirty="0">
                <a:solidFill>
                  <a:srgbClr val="CC0000"/>
                </a:solidFill>
                <a:ea typeface="ＭＳ Ｐゴシック" panose="020B0600070205080204" pitchFamily="34" charset="-128"/>
              </a:rPr>
              <a:t>self scalability</a:t>
            </a:r>
            <a:r>
              <a:rPr lang="en-US" altLang="en-US" dirty="0">
                <a:solidFill>
                  <a:srgbClr val="CC0000"/>
                </a:solidFill>
                <a:ea typeface="ＭＳ Ｐゴシック" panose="020B0600070205080204" pitchFamily="34" charset="-128"/>
              </a:rPr>
              <a:t> – new peers bring new service capacity, and new service demands</a:t>
            </a:r>
          </a:p>
          <a:p>
            <a:pPr>
              <a:spcBef>
                <a:spcPts val="400"/>
              </a:spcBef>
            </a:pPr>
            <a:r>
              <a:rPr lang="en-US" altLang="en-US" dirty="0">
                <a:ea typeface="ＭＳ Ｐゴシック" panose="020B0600070205080204" pitchFamily="34" charset="-128"/>
              </a:rPr>
              <a:t>peers are intermittently connected and change IP addresses</a:t>
            </a:r>
          </a:p>
          <a:p>
            <a:pPr lvl="1">
              <a:spcBef>
                <a:spcPts val="400"/>
              </a:spcBef>
            </a:pPr>
            <a:r>
              <a:rPr lang="en-US" altLang="en-US" dirty="0">
                <a:ea typeface="ＭＳ Ｐゴシック" panose="020B0600070205080204" pitchFamily="34" charset="-128"/>
              </a:rPr>
              <a:t>complex management</a:t>
            </a:r>
          </a:p>
          <a:p>
            <a:pPr>
              <a:spcBef>
                <a:spcPts val="400"/>
              </a:spcBef>
            </a:pPr>
            <a:r>
              <a:rPr lang="en-US" dirty="0"/>
              <a:t>examples: </a:t>
            </a:r>
            <a:r>
              <a:rPr lang="en-US" sz="2400" dirty="0"/>
              <a:t>P2P file sharing (BitTorrent), streaming (KanKan), VoIP (Skype)</a:t>
            </a:r>
            <a:endParaRPr lang="en-US" dirty="0"/>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575" name="Rectangle 574">
            <a:extLst>
              <a:ext uri="{FF2B5EF4-FFF2-40B4-BE49-F238E27FC236}">
                <a16:creationId xmlns:a16="http://schemas.microsoft.com/office/drawing/2014/main" id="{2DA99646-DBA9-0746-9A79-29EAA25D43FE}"/>
              </a:ext>
            </a:extLst>
          </p:cNvPr>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1">
            <a:extLst>
              <a:ext uri="{FF2B5EF4-FFF2-40B4-BE49-F238E27FC236}">
                <a16:creationId xmlns:a16="http://schemas.microsoft.com/office/drawing/2014/main" id="{EF227275-E754-4D43-889C-5A2BD4A21205}"/>
              </a:ext>
            </a:extLst>
          </p:cNvPr>
          <p:cNvGrpSpPr/>
          <p:nvPr/>
        </p:nvGrpSpPr>
        <p:grpSpPr>
          <a:xfrm>
            <a:off x="7680324" y="1814171"/>
            <a:ext cx="1991221" cy="4482411"/>
            <a:chOff x="7680324" y="1814171"/>
            <a:chExt cx="1991221" cy="4482411"/>
          </a:xfrm>
        </p:grpSpPr>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sp>
          <p:nvSpPr>
            <p:cNvPr id="571" name="Oval 570">
              <a:extLst>
                <a:ext uri="{FF2B5EF4-FFF2-40B4-BE49-F238E27FC236}">
                  <a16:creationId xmlns:a16="http://schemas.microsoft.com/office/drawing/2014/main" id="{1E120312-45B0-4C42-82FC-F180847C8246}"/>
                </a:ext>
              </a:extLst>
            </p:cNvPr>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2" name="Oval 571">
              <a:extLst>
                <a:ext uri="{FF2B5EF4-FFF2-40B4-BE49-F238E27FC236}">
                  <a16:creationId xmlns:a16="http://schemas.microsoft.com/office/drawing/2014/main" id="{05394771-B526-F445-85E3-3C2DA3BC4892}"/>
                </a:ext>
              </a:extLst>
            </p:cNvPr>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6" name="Oval 575">
              <a:extLst>
                <a:ext uri="{FF2B5EF4-FFF2-40B4-BE49-F238E27FC236}">
                  <a16:creationId xmlns:a16="http://schemas.microsoft.com/office/drawing/2014/main" id="{01400376-9630-4440-8893-6D129686EE19}"/>
                </a:ext>
              </a:extLst>
            </p:cNvPr>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9" name="Line 913">
              <a:extLst>
                <a:ext uri="{FF2B5EF4-FFF2-40B4-BE49-F238E27FC236}">
                  <a16:creationId xmlns:a16="http://schemas.microsoft.com/office/drawing/2014/main" id="{4FC33EFC-28C4-404D-91B5-F7C18E706442}"/>
                </a:ext>
              </a:extLst>
            </p:cNvPr>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sp>
          <p:nvSpPr>
            <p:cNvPr id="610" name="Line 913">
              <a:extLst>
                <a:ext uri="{FF2B5EF4-FFF2-40B4-BE49-F238E27FC236}">
                  <a16:creationId xmlns:a16="http://schemas.microsoft.com/office/drawing/2014/main" id="{7602507B-BECA-7042-893E-42D6FF9E5D3E}"/>
                </a:ext>
              </a:extLst>
            </p:cNvPr>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grpSp>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91996" y="356714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611" name="Slide Number Placeholder 2">
            <a:extLst>
              <a:ext uri="{FF2B5EF4-FFF2-40B4-BE49-F238E27FC236}">
                <a16:creationId xmlns:a16="http://schemas.microsoft.com/office/drawing/2014/main" id="{033BFF8E-A045-F641-9334-CFBF85BE3F5F}"/>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73</a:t>
            </a:fld>
            <a:endParaRPr lang="en-US" dirty="0"/>
          </a:p>
        </p:txBody>
      </p:sp>
    </p:spTree>
    <p:extLst>
      <p:ext uri="{BB962C8B-B14F-4D97-AF65-F5344CB8AC3E}">
        <p14:creationId xmlns:p14="http://schemas.microsoft.com/office/powerpoint/2010/main" val="321834492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74</a:t>
            </a:fld>
            <a:endParaRPr lang="en-US" dirty="0"/>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File distribution: client-server vs P2P</a:t>
            </a:r>
            <a:endParaRPr lang="en-US" sz="4400" dirty="0"/>
          </a:p>
        </p:txBody>
      </p:sp>
      <p:sp>
        <p:nvSpPr>
          <p:cNvPr id="613" name="Rectangle 3">
            <a:extLst>
              <a:ext uri="{FF2B5EF4-FFF2-40B4-BE49-F238E27FC236}">
                <a16:creationId xmlns:a16="http://schemas.microsoft.com/office/drawing/2014/main" id="{D33C12FB-7815-3541-8A29-9A4570C91901}"/>
              </a:ext>
            </a:extLst>
          </p:cNvPr>
          <p:cNvSpPr txBox="1">
            <a:spLocks noChangeArrowheads="1"/>
          </p:cNvSpPr>
          <p:nvPr/>
        </p:nvSpPr>
        <p:spPr>
          <a:xfrm>
            <a:off x="863043" y="1302088"/>
            <a:ext cx="10515600" cy="1296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08013" indent="-542925">
              <a:buFont typeface="Wingdings" pitchFamily="2" charset="2"/>
              <a:buNone/>
            </a:pPr>
            <a:r>
              <a:rPr lang="en-US" altLang="en-US" sz="3200" i="1" u="sng" dirty="0">
                <a:solidFill>
                  <a:srgbClr val="CC0000"/>
                </a:solidFill>
                <a:ea typeface="ＭＳ Ｐゴシック" panose="020B0600070205080204" pitchFamily="34" charset="-128"/>
              </a:rPr>
              <a:t>Q</a:t>
            </a:r>
            <a:r>
              <a:rPr lang="en-US" altLang="en-US" sz="3200" i="1" dirty="0">
                <a:solidFill>
                  <a:srgbClr val="CC0000"/>
                </a:solidFill>
                <a:ea typeface="ＭＳ Ｐゴシック" panose="020B0600070205080204" pitchFamily="34" charset="-128"/>
              </a:rPr>
              <a:t>:</a:t>
            </a:r>
            <a:r>
              <a:rPr lang="en-US" altLang="en-US" sz="3200" dirty="0">
                <a:ea typeface="ＭＳ Ｐゴシック" panose="020B0600070205080204" pitchFamily="34" charset="-128"/>
              </a:rPr>
              <a:t> how much time to distribute file (size </a:t>
            </a:r>
            <a:r>
              <a:rPr lang="en-US" altLang="en-US" sz="3200" i="1" dirty="0">
                <a:ea typeface="ＭＳ Ｐゴシック" panose="020B0600070205080204" pitchFamily="34" charset="-128"/>
              </a:rPr>
              <a:t>F</a:t>
            </a:r>
            <a:r>
              <a:rPr lang="en-US" altLang="en-US" sz="3200" dirty="0">
                <a:ea typeface="ＭＳ Ｐゴシック" panose="020B0600070205080204" pitchFamily="34" charset="-128"/>
              </a:rPr>
              <a:t>) from one server to  </a:t>
            </a:r>
            <a:r>
              <a:rPr lang="en-US" altLang="en-US" sz="3200" i="1" dirty="0">
                <a:ea typeface="ＭＳ Ｐゴシック" panose="020B0600070205080204" pitchFamily="34" charset="-128"/>
              </a:rPr>
              <a:t>N  peers</a:t>
            </a:r>
            <a:r>
              <a:rPr lang="en-US" altLang="en-US" sz="3200" dirty="0">
                <a:ea typeface="ＭＳ Ｐゴシック" panose="020B0600070205080204" pitchFamily="34" charset="-128"/>
              </a:rPr>
              <a:t>?</a:t>
            </a:r>
          </a:p>
          <a:p>
            <a:pPr marL="858838" lvl="1" indent="-238125"/>
            <a:r>
              <a:rPr lang="en-US" altLang="en-US" dirty="0">
                <a:ea typeface="ＭＳ Ｐゴシック" panose="020B0600070205080204" pitchFamily="34" charset="-128"/>
              </a:rPr>
              <a:t>peer upload/download capacity is limited resource</a:t>
            </a:r>
          </a:p>
        </p:txBody>
      </p:sp>
      <p:sp>
        <p:nvSpPr>
          <p:cNvPr id="749" name="Freeform 4">
            <a:extLst>
              <a:ext uri="{FF2B5EF4-FFF2-40B4-BE49-F238E27FC236}">
                <a16:creationId xmlns:a16="http://schemas.microsoft.com/office/drawing/2014/main" id="{5781B526-D87C-EC44-AD4E-445965AD662B}"/>
              </a:ext>
            </a:extLst>
          </p:cNvPr>
          <p:cNvSpPr>
            <a:spLocks/>
          </p:cNvSpPr>
          <p:nvPr/>
        </p:nvSpPr>
        <p:spPr bwMode="auto">
          <a:xfrm>
            <a:off x="4208462" y="4079079"/>
            <a:ext cx="3775075" cy="17557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sp>
        <p:nvSpPr>
          <p:cNvPr id="750" name="Line 14">
            <a:extLst>
              <a:ext uri="{FF2B5EF4-FFF2-40B4-BE49-F238E27FC236}">
                <a16:creationId xmlns:a16="http://schemas.microsoft.com/office/drawing/2014/main" id="{88305A7F-251D-B74C-8F8E-CCB1F71A8C69}"/>
              </a:ext>
            </a:extLst>
          </p:cNvPr>
          <p:cNvSpPr>
            <a:spLocks noChangeShapeType="1"/>
          </p:cNvSpPr>
          <p:nvPr/>
        </p:nvSpPr>
        <p:spPr bwMode="auto">
          <a:xfrm>
            <a:off x="3743324" y="4042566"/>
            <a:ext cx="803275" cy="3111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1" name="Text Box 15">
            <a:extLst>
              <a:ext uri="{FF2B5EF4-FFF2-40B4-BE49-F238E27FC236}">
                <a16:creationId xmlns:a16="http://schemas.microsoft.com/office/drawing/2014/main" id="{B8157757-C95F-CB42-9942-11A4F3D252C7}"/>
              </a:ext>
            </a:extLst>
          </p:cNvPr>
          <p:cNvSpPr txBox="1">
            <a:spLocks noChangeArrowheads="1"/>
          </p:cNvSpPr>
          <p:nvPr/>
        </p:nvSpPr>
        <p:spPr bwMode="auto">
          <a:xfrm>
            <a:off x="4027487" y="3840954"/>
            <a:ext cx="41229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s</a:t>
            </a:r>
          </a:p>
        </p:txBody>
      </p:sp>
      <p:sp>
        <p:nvSpPr>
          <p:cNvPr id="752" name="Line 39">
            <a:extLst>
              <a:ext uri="{FF2B5EF4-FFF2-40B4-BE49-F238E27FC236}">
                <a16:creationId xmlns:a16="http://schemas.microsoft.com/office/drawing/2014/main" id="{33B391C4-AA6E-EF49-929E-18C688BE0299}"/>
              </a:ext>
            </a:extLst>
          </p:cNvPr>
          <p:cNvSpPr>
            <a:spLocks noChangeShapeType="1"/>
          </p:cNvSpPr>
          <p:nvPr/>
        </p:nvSpPr>
        <p:spPr bwMode="auto">
          <a:xfrm>
            <a:off x="3300412" y="4953791"/>
            <a:ext cx="1016000"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3" name="Line 40">
            <a:extLst>
              <a:ext uri="{FF2B5EF4-FFF2-40B4-BE49-F238E27FC236}">
                <a16:creationId xmlns:a16="http://schemas.microsoft.com/office/drawing/2014/main" id="{55D5EF82-1A60-6045-9491-ACB495A754FE}"/>
              </a:ext>
            </a:extLst>
          </p:cNvPr>
          <p:cNvSpPr>
            <a:spLocks noChangeShapeType="1"/>
          </p:cNvSpPr>
          <p:nvPr/>
        </p:nvSpPr>
        <p:spPr bwMode="auto">
          <a:xfrm flipH="1">
            <a:off x="3355974" y="5101429"/>
            <a:ext cx="1003300"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4" name="Text Box 41">
            <a:extLst>
              <a:ext uri="{FF2B5EF4-FFF2-40B4-BE49-F238E27FC236}">
                <a16:creationId xmlns:a16="http://schemas.microsoft.com/office/drawing/2014/main" id="{551344A9-80D5-6B4D-8C5F-1C743F9C413B}"/>
              </a:ext>
            </a:extLst>
          </p:cNvPr>
          <p:cNvSpPr txBox="1">
            <a:spLocks noChangeArrowheads="1"/>
          </p:cNvSpPr>
          <p:nvPr/>
        </p:nvSpPr>
        <p:spPr bwMode="auto">
          <a:xfrm>
            <a:off x="3589337" y="4564854"/>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N</a:t>
            </a:r>
          </a:p>
        </p:txBody>
      </p:sp>
      <p:sp>
        <p:nvSpPr>
          <p:cNvPr id="755" name="Text Box 42">
            <a:extLst>
              <a:ext uri="{FF2B5EF4-FFF2-40B4-BE49-F238E27FC236}">
                <a16:creationId xmlns:a16="http://schemas.microsoft.com/office/drawing/2014/main" id="{DA13FA8F-3C26-0B46-A3A1-BC7065C4DDF0}"/>
              </a:ext>
            </a:extLst>
          </p:cNvPr>
          <p:cNvSpPr txBox="1">
            <a:spLocks noChangeArrowheads="1"/>
          </p:cNvSpPr>
          <p:nvPr/>
        </p:nvSpPr>
        <p:spPr bwMode="auto">
          <a:xfrm>
            <a:off x="3570287" y="5079204"/>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N</a:t>
            </a:r>
          </a:p>
        </p:txBody>
      </p:sp>
      <p:sp>
        <p:nvSpPr>
          <p:cNvPr id="756" name="Text Box 43">
            <a:extLst>
              <a:ext uri="{FF2B5EF4-FFF2-40B4-BE49-F238E27FC236}">
                <a16:creationId xmlns:a16="http://schemas.microsoft.com/office/drawing/2014/main" id="{1E15BC0C-6AFB-CF4C-B899-707280EA49EB}"/>
              </a:ext>
            </a:extLst>
          </p:cNvPr>
          <p:cNvSpPr txBox="1">
            <a:spLocks noChangeArrowheads="1"/>
          </p:cNvSpPr>
          <p:nvPr/>
        </p:nvSpPr>
        <p:spPr bwMode="auto">
          <a:xfrm>
            <a:off x="3070224" y="4063204"/>
            <a:ext cx="11731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server</a:t>
            </a:r>
            <a:endParaRPr kumimoji="0" lang="en-US" altLang="en-US" b="0" i="0"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7" name="Text Box 44">
            <a:extLst>
              <a:ext uri="{FF2B5EF4-FFF2-40B4-BE49-F238E27FC236}">
                <a16:creationId xmlns:a16="http://schemas.microsoft.com/office/drawing/2014/main" id="{B744D31B-0064-CC4C-813B-2342EBCCC1F3}"/>
              </a:ext>
            </a:extLst>
          </p:cNvPr>
          <p:cNvSpPr txBox="1">
            <a:spLocks noChangeArrowheads="1"/>
          </p:cNvSpPr>
          <p:nvPr/>
        </p:nvSpPr>
        <p:spPr bwMode="auto">
          <a:xfrm>
            <a:off x="4605759" y="4590254"/>
            <a:ext cx="283443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rPr>
              <a:t>network (with abundant</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rPr>
              <a:t> bandwidth)</a:t>
            </a:r>
          </a:p>
        </p:txBody>
      </p:sp>
      <p:sp>
        <p:nvSpPr>
          <p:cNvPr id="758" name="Text Box 47">
            <a:extLst>
              <a:ext uri="{FF2B5EF4-FFF2-40B4-BE49-F238E27FC236}">
                <a16:creationId xmlns:a16="http://schemas.microsoft.com/office/drawing/2014/main" id="{3CFD7627-4852-C14C-83FC-5338E04E251F}"/>
              </a:ext>
            </a:extLst>
          </p:cNvPr>
          <p:cNvSpPr txBox="1">
            <a:spLocks noChangeArrowheads="1"/>
          </p:cNvSpPr>
          <p:nvPr/>
        </p:nvSpPr>
        <p:spPr bwMode="auto">
          <a:xfrm>
            <a:off x="2178049" y="3815554"/>
            <a:ext cx="1397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file, size F</a:t>
            </a:r>
            <a:endParaRPr kumimoji="0" lang="en-US" altLang="en-US" sz="1800"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9" name="Text Box 49">
            <a:extLst>
              <a:ext uri="{FF2B5EF4-FFF2-40B4-BE49-F238E27FC236}">
                <a16:creationId xmlns:a16="http://schemas.microsoft.com/office/drawing/2014/main" id="{59DA6353-13D5-E042-BEEE-6FF767E8640F}"/>
              </a:ext>
            </a:extLst>
          </p:cNvPr>
          <p:cNvSpPr txBox="1">
            <a:spLocks noChangeArrowheads="1"/>
          </p:cNvSpPr>
          <p:nvPr/>
        </p:nvSpPr>
        <p:spPr bwMode="auto">
          <a:xfrm>
            <a:off x="3348953" y="2641737"/>
            <a:ext cx="248651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tabLst/>
              <a:defRPr/>
            </a:pP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u</a:t>
            </a:r>
            <a:r>
              <a:rPr kumimoji="0" lang="en-US" altLang="en-US" sz="2400" b="1" i="1" u="none" strike="noStrike" kern="0" cap="none" spc="0" normalizeH="0" baseline="-25000" noProof="0" dirty="0">
                <a:ln>
                  <a:noFill/>
                </a:ln>
                <a:solidFill>
                  <a:srgbClr val="CC0000"/>
                </a:solidFill>
                <a:effectLst/>
                <a:uLnTx/>
                <a:uFillTx/>
                <a:latin typeface="+mn-lt"/>
                <a:ea typeface="ＭＳ Ｐゴシック" panose="020B0600070205080204" pitchFamily="34" charset="-128"/>
              </a:rPr>
              <a:t>s</a:t>
            </a: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server upload capacity</a:t>
            </a:r>
            <a:endPar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endParaRPr>
          </a:p>
        </p:txBody>
      </p:sp>
      <p:sp>
        <p:nvSpPr>
          <p:cNvPr id="760" name="Text Box 50">
            <a:extLst>
              <a:ext uri="{FF2B5EF4-FFF2-40B4-BE49-F238E27FC236}">
                <a16:creationId xmlns:a16="http://schemas.microsoft.com/office/drawing/2014/main" id="{51F84BDF-7DCA-0A43-ACDB-9BE70839157D}"/>
              </a:ext>
            </a:extLst>
          </p:cNvPr>
          <p:cNvSpPr txBox="1">
            <a:spLocks noChangeArrowheads="1"/>
          </p:cNvSpPr>
          <p:nvPr/>
        </p:nvSpPr>
        <p:spPr bwMode="auto">
          <a:xfrm>
            <a:off x="8201024" y="5482429"/>
            <a:ext cx="259080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tabLst/>
              <a:defRPr/>
            </a:pP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u</a:t>
            </a:r>
            <a:r>
              <a:rPr kumimoji="0" lang="en-US" altLang="en-US" sz="2400" b="1" i="1" u="none" strike="noStrike" kern="0" cap="none" spc="0" normalizeH="0" baseline="-25000" noProof="0" dirty="0">
                <a:ln>
                  <a:noFill/>
                </a:ln>
                <a:solidFill>
                  <a:srgbClr val="CC0000"/>
                </a:solidFill>
                <a:effectLst/>
                <a:uLnTx/>
                <a:uFillTx/>
                <a:latin typeface="+mn-lt"/>
                <a:ea typeface="ＭＳ Ｐゴシック" panose="020B0600070205080204" pitchFamily="34" charset="-128"/>
              </a:rPr>
              <a:t>i</a:t>
            </a: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peer i upload capacity</a:t>
            </a:r>
          </a:p>
        </p:txBody>
      </p:sp>
      <p:sp>
        <p:nvSpPr>
          <p:cNvPr id="761" name="Text Box 51">
            <a:extLst>
              <a:ext uri="{FF2B5EF4-FFF2-40B4-BE49-F238E27FC236}">
                <a16:creationId xmlns:a16="http://schemas.microsoft.com/office/drawing/2014/main" id="{A5D79A43-11C7-6349-BEB0-7438447D9B0E}"/>
              </a:ext>
            </a:extLst>
          </p:cNvPr>
          <p:cNvSpPr txBox="1">
            <a:spLocks noChangeArrowheads="1"/>
          </p:cNvSpPr>
          <p:nvPr/>
        </p:nvSpPr>
        <p:spPr bwMode="auto">
          <a:xfrm>
            <a:off x="8263868" y="3463243"/>
            <a:ext cx="274320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tabLst/>
              <a:defRPr/>
            </a:pP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d</a:t>
            </a:r>
            <a:r>
              <a:rPr kumimoji="0" lang="en-US" altLang="en-US" sz="2400" b="1" i="1" u="none" strike="noStrike" kern="0" cap="none" spc="0" normalizeH="0" baseline="-25000" noProof="0" dirty="0">
                <a:ln>
                  <a:noFill/>
                </a:ln>
                <a:solidFill>
                  <a:srgbClr val="CC0000"/>
                </a:solidFill>
                <a:effectLst/>
                <a:uLnTx/>
                <a:uFillTx/>
                <a:latin typeface="+mn-lt"/>
                <a:ea typeface="ＭＳ Ｐゴシック" panose="020B0600070205080204" pitchFamily="34" charset="-128"/>
              </a:rPr>
              <a:t>i</a:t>
            </a: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peer i download capacity</a:t>
            </a:r>
            <a:endPar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endParaRPr>
          </a:p>
        </p:txBody>
      </p:sp>
      <p:sp>
        <p:nvSpPr>
          <p:cNvPr id="762" name="AutoShape 327">
            <a:extLst>
              <a:ext uri="{FF2B5EF4-FFF2-40B4-BE49-F238E27FC236}">
                <a16:creationId xmlns:a16="http://schemas.microsoft.com/office/drawing/2014/main" id="{369AE872-BFBD-8443-A484-E1FE4F07BC75}"/>
              </a:ext>
            </a:extLst>
          </p:cNvPr>
          <p:cNvSpPr>
            <a:spLocks noChangeArrowheads="1"/>
          </p:cNvSpPr>
          <p:nvPr/>
        </p:nvSpPr>
        <p:spPr bwMode="auto">
          <a:xfrm>
            <a:off x="2687637" y="3261516"/>
            <a:ext cx="592137" cy="581025"/>
          </a:xfrm>
          <a:prstGeom prst="can">
            <a:avLst>
              <a:gd name="adj" fmla="val 20218"/>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grpSp>
        <p:nvGrpSpPr>
          <p:cNvPr id="763" name="Group 76">
            <a:extLst>
              <a:ext uri="{FF2B5EF4-FFF2-40B4-BE49-F238E27FC236}">
                <a16:creationId xmlns:a16="http://schemas.microsoft.com/office/drawing/2014/main" id="{1E070762-6E91-C249-87E6-742CA28F4553}"/>
              </a:ext>
            </a:extLst>
          </p:cNvPr>
          <p:cNvGrpSpPr>
            <a:grpSpLocks/>
          </p:cNvGrpSpPr>
          <p:nvPr/>
        </p:nvGrpSpPr>
        <p:grpSpPr bwMode="auto">
          <a:xfrm>
            <a:off x="5422899" y="3539329"/>
            <a:ext cx="2138363" cy="903287"/>
            <a:chOff x="2204" y="2030"/>
            <a:chExt cx="1347" cy="774"/>
          </a:xfrm>
        </p:grpSpPr>
        <p:sp>
          <p:nvSpPr>
            <p:cNvPr id="764" name="Text Box 19">
              <a:extLst>
                <a:ext uri="{FF2B5EF4-FFF2-40B4-BE49-F238E27FC236}">
                  <a16:creationId xmlns:a16="http://schemas.microsoft.com/office/drawing/2014/main" id="{616B15BE-44B0-0344-B31F-91A938627F51}"/>
                </a:ext>
              </a:extLst>
            </p:cNvPr>
            <p:cNvSpPr txBox="1">
              <a:spLocks noChangeArrowheads="1"/>
            </p:cNvSpPr>
            <p:nvPr/>
          </p:nvSpPr>
          <p:spPr bwMode="auto">
            <a:xfrm>
              <a:off x="2856" y="2271"/>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2</a:t>
              </a:r>
            </a:p>
          </p:txBody>
        </p:sp>
        <p:sp>
          <p:nvSpPr>
            <p:cNvPr id="765" name="Line 22">
              <a:extLst>
                <a:ext uri="{FF2B5EF4-FFF2-40B4-BE49-F238E27FC236}">
                  <a16:creationId xmlns:a16="http://schemas.microsoft.com/office/drawing/2014/main" id="{468AACC5-62A5-624B-8074-C32AC02B5E08}"/>
                </a:ext>
              </a:extLst>
            </p:cNvPr>
            <p:cNvSpPr>
              <a:spLocks noChangeShapeType="1"/>
            </p:cNvSpPr>
            <p:nvPr/>
          </p:nvSpPr>
          <p:spPr bwMode="auto">
            <a:xfrm flipV="1">
              <a:off x="2997" y="2133"/>
              <a:ext cx="200" cy="657"/>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66" name="Line 23">
              <a:extLst>
                <a:ext uri="{FF2B5EF4-FFF2-40B4-BE49-F238E27FC236}">
                  <a16:creationId xmlns:a16="http://schemas.microsoft.com/office/drawing/2014/main" id="{6ADDCF08-0E06-944A-88C1-8C3B5B0B51DC}"/>
                </a:ext>
              </a:extLst>
            </p:cNvPr>
            <p:cNvSpPr>
              <a:spLocks noChangeShapeType="1"/>
            </p:cNvSpPr>
            <p:nvPr/>
          </p:nvSpPr>
          <p:spPr bwMode="auto">
            <a:xfrm flipH="1">
              <a:off x="3082" y="2141"/>
              <a:ext cx="208" cy="663"/>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67" name="Text Box 24">
              <a:extLst>
                <a:ext uri="{FF2B5EF4-FFF2-40B4-BE49-F238E27FC236}">
                  <a16:creationId xmlns:a16="http://schemas.microsoft.com/office/drawing/2014/main" id="{0F3475ED-2A92-4E41-84C3-7C019E7EFEB6}"/>
                </a:ext>
              </a:extLst>
            </p:cNvPr>
            <p:cNvSpPr txBox="1">
              <a:spLocks noChangeArrowheads="1"/>
            </p:cNvSpPr>
            <p:nvPr/>
          </p:nvSpPr>
          <p:spPr bwMode="auto">
            <a:xfrm>
              <a:off x="3167" y="2332"/>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2</a:t>
              </a:r>
            </a:p>
          </p:txBody>
        </p:sp>
        <p:sp>
          <p:nvSpPr>
            <p:cNvPr id="768" name="Text Box 19">
              <a:extLst>
                <a:ext uri="{FF2B5EF4-FFF2-40B4-BE49-F238E27FC236}">
                  <a16:creationId xmlns:a16="http://schemas.microsoft.com/office/drawing/2014/main" id="{0B070290-50F4-544A-8EB8-39FD5D70755B}"/>
                </a:ext>
              </a:extLst>
            </p:cNvPr>
            <p:cNvSpPr txBox="1">
              <a:spLocks noChangeArrowheads="1"/>
            </p:cNvSpPr>
            <p:nvPr/>
          </p:nvSpPr>
          <p:spPr bwMode="auto">
            <a:xfrm>
              <a:off x="2204" y="2167"/>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769" name="Line 22">
              <a:extLst>
                <a:ext uri="{FF2B5EF4-FFF2-40B4-BE49-F238E27FC236}">
                  <a16:creationId xmlns:a16="http://schemas.microsoft.com/office/drawing/2014/main" id="{EDD90978-FEC1-EC4A-9B82-FE08AA882131}"/>
                </a:ext>
              </a:extLst>
            </p:cNvPr>
            <p:cNvSpPr>
              <a:spLocks noChangeShapeType="1"/>
            </p:cNvSpPr>
            <p:nvPr/>
          </p:nvSpPr>
          <p:spPr bwMode="auto">
            <a:xfrm flipV="1">
              <a:off x="2345" y="2030"/>
              <a:ext cx="200" cy="657"/>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0" name="Line 23">
              <a:extLst>
                <a:ext uri="{FF2B5EF4-FFF2-40B4-BE49-F238E27FC236}">
                  <a16:creationId xmlns:a16="http://schemas.microsoft.com/office/drawing/2014/main" id="{D06A7A37-85E1-7F49-8794-07F8D4C654DC}"/>
                </a:ext>
              </a:extLst>
            </p:cNvPr>
            <p:cNvSpPr>
              <a:spLocks noChangeShapeType="1"/>
            </p:cNvSpPr>
            <p:nvPr/>
          </p:nvSpPr>
          <p:spPr bwMode="auto">
            <a:xfrm flipH="1">
              <a:off x="2430" y="2038"/>
              <a:ext cx="208" cy="663"/>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1" name="Text Box 24">
              <a:extLst>
                <a:ext uri="{FF2B5EF4-FFF2-40B4-BE49-F238E27FC236}">
                  <a16:creationId xmlns:a16="http://schemas.microsoft.com/office/drawing/2014/main" id="{EB274E98-7508-9441-B445-9BFA8D56FBF2}"/>
                </a:ext>
              </a:extLst>
            </p:cNvPr>
            <p:cNvSpPr txBox="1">
              <a:spLocks noChangeArrowheads="1"/>
            </p:cNvSpPr>
            <p:nvPr/>
          </p:nvSpPr>
          <p:spPr bwMode="auto">
            <a:xfrm>
              <a:off x="2515" y="2229"/>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grpSp>
      <p:sp>
        <p:nvSpPr>
          <p:cNvPr id="772" name="Line 72">
            <a:extLst>
              <a:ext uri="{FF2B5EF4-FFF2-40B4-BE49-F238E27FC236}">
                <a16:creationId xmlns:a16="http://schemas.microsoft.com/office/drawing/2014/main" id="{47A84A96-E7A3-1843-B72F-6E2E41F4ECFC}"/>
              </a:ext>
            </a:extLst>
          </p:cNvPr>
          <p:cNvSpPr>
            <a:spLocks noChangeShapeType="1"/>
          </p:cNvSpPr>
          <p:nvPr/>
        </p:nvSpPr>
        <p:spPr bwMode="auto">
          <a:xfrm>
            <a:off x="7954962" y="4758529"/>
            <a:ext cx="116522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3" name="Line 73">
            <a:extLst>
              <a:ext uri="{FF2B5EF4-FFF2-40B4-BE49-F238E27FC236}">
                <a16:creationId xmlns:a16="http://schemas.microsoft.com/office/drawing/2014/main" id="{13604104-CB34-D540-BE37-408B7E70081B}"/>
              </a:ext>
            </a:extLst>
          </p:cNvPr>
          <p:cNvSpPr>
            <a:spLocks noChangeShapeType="1"/>
          </p:cNvSpPr>
          <p:nvPr/>
        </p:nvSpPr>
        <p:spPr bwMode="auto">
          <a:xfrm>
            <a:off x="7962899" y="4910929"/>
            <a:ext cx="1165225"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4" name="Text Box 41">
            <a:extLst>
              <a:ext uri="{FF2B5EF4-FFF2-40B4-BE49-F238E27FC236}">
                <a16:creationId xmlns:a16="http://schemas.microsoft.com/office/drawing/2014/main" id="{6AECF13A-63DD-6440-9CEA-60EFAAE2DE1E}"/>
              </a:ext>
            </a:extLst>
          </p:cNvPr>
          <p:cNvSpPr txBox="1">
            <a:spLocks noChangeArrowheads="1"/>
          </p:cNvSpPr>
          <p:nvPr/>
        </p:nvSpPr>
        <p:spPr bwMode="auto">
          <a:xfrm>
            <a:off x="8115299" y="4347366"/>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i</a:t>
            </a:r>
          </a:p>
        </p:txBody>
      </p:sp>
      <p:sp>
        <p:nvSpPr>
          <p:cNvPr id="775" name="Text Box 41">
            <a:extLst>
              <a:ext uri="{FF2B5EF4-FFF2-40B4-BE49-F238E27FC236}">
                <a16:creationId xmlns:a16="http://schemas.microsoft.com/office/drawing/2014/main" id="{B1B85AB8-3F48-6B40-9E0F-095E131ACC5D}"/>
              </a:ext>
            </a:extLst>
          </p:cNvPr>
          <p:cNvSpPr txBox="1">
            <a:spLocks noChangeArrowheads="1"/>
          </p:cNvSpPr>
          <p:nvPr/>
        </p:nvSpPr>
        <p:spPr bwMode="auto">
          <a:xfrm>
            <a:off x="8139112" y="4880766"/>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i</a:t>
            </a:r>
          </a:p>
        </p:txBody>
      </p:sp>
      <p:sp>
        <p:nvSpPr>
          <p:cNvPr id="776" name="Line 77">
            <a:extLst>
              <a:ext uri="{FF2B5EF4-FFF2-40B4-BE49-F238E27FC236}">
                <a16:creationId xmlns:a16="http://schemas.microsoft.com/office/drawing/2014/main" id="{04740FC7-F24A-9E49-ABD5-CC405E4D6CE3}"/>
              </a:ext>
            </a:extLst>
          </p:cNvPr>
          <p:cNvSpPr>
            <a:spLocks noChangeShapeType="1"/>
          </p:cNvSpPr>
          <p:nvPr/>
        </p:nvSpPr>
        <p:spPr bwMode="auto">
          <a:xfrm>
            <a:off x="4189412" y="3223416"/>
            <a:ext cx="0" cy="663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sp>
        <p:nvSpPr>
          <p:cNvPr id="777" name="Line 78">
            <a:extLst>
              <a:ext uri="{FF2B5EF4-FFF2-40B4-BE49-F238E27FC236}">
                <a16:creationId xmlns:a16="http://schemas.microsoft.com/office/drawing/2014/main" id="{644C7641-7528-D04F-B35B-B86B81EEAE45}"/>
              </a:ext>
            </a:extLst>
          </p:cNvPr>
          <p:cNvSpPr>
            <a:spLocks noChangeShapeType="1"/>
          </p:cNvSpPr>
          <p:nvPr/>
        </p:nvSpPr>
        <p:spPr bwMode="auto">
          <a:xfrm flipH="1">
            <a:off x="8402637" y="4137816"/>
            <a:ext cx="369887" cy="4143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sp>
        <p:nvSpPr>
          <p:cNvPr id="778" name="Line 79">
            <a:extLst>
              <a:ext uri="{FF2B5EF4-FFF2-40B4-BE49-F238E27FC236}">
                <a16:creationId xmlns:a16="http://schemas.microsoft.com/office/drawing/2014/main" id="{21210937-40A2-D945-A261-60D041388D1E}"/>
              </a:ext>
            </a:extLst>
          </p:cNvPr>
          <p:cNvSpPr>
            <a:spLocks noChangeShapeType="1"/>
          </p:cNvSpPr>
          <p:nvPr/>
        </p:nvSpPr>
        <p:spPr bwMode="auto">
          <a:xfrm flipH="1" flipV="1">
            <a:off x="8432799" y="5083966"/>
            <a:ext cx="369888" cy="4143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grpSp>
        <p:nvGrpSpPr>
          <p:cNvPr id="779" name="Group 81">
            <a:extLst>
              <a:ext uri="{FF2B5EF4-FFF2-40B4-BE49-F238E27FC236}">
                <a16:creationId xmlns:a16="http://schemas.microsoft.com/office/drawing/2014/main" id="{70E00E57-2D7F-E34A-A62C-8B64AA1FAC60}"/>
              </a:ext>
            </a:extLst>
          </p:cNvPr>
          <p:cNvGrpSpPr>
            <a:grpSpLocks/>
          </p:cNvGrpSpPr>
          <p:nvPr/>
        </p:nvGrpSpPr>
        <p:grpSpPr bwMode="auto">
          <a:xfrm>
            <a:off x="3459162" y="3323429"/>
            <a:ext cx="465137" cy="803275"/>
            <a:chOff x="4140" y="429"/>
            <a:chExt cx="1425" cy="2396"/>
          </a:xfrm>
        </p:grpSpPr>
        <p:sp>
          <p:nvSpPr>
            <p:cNvPr id="780" name="Freeform 82">
              <a:extLst>
                <a:ext uri="{FF2B5EF4-FFF2-40B4-BE49-F238E27FC236}">
                  <a16:creationId xmlns:a16="http://schemas.microsoft.com/office/drawing/2014/main" id="{79E2F9B0-711F-DE4C-965B-924CC303B5A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1" name="Rectangle 83">
              <a:extLst>
                <a:ext uri="{FF2B5EF4-FFF2-40B4-BE49-F238E27FC236}">
                  <a16:creationId xmlns:a16="http://schemas.microsoft.com/office/drawing/2014/main" id="{F06DAE2F-17DE-D941-923C-E70BDCB41B7D}"/>
                </a:ext>
              </a:extLst>
            </p:cNvPr>
            <p:cNvSpPr>
              <a:spLocks noChangeArrowheads="1"/>
            </p:cNvSpPr>
            <p:nvPr/>
          </p:nvSpPr>
          <p:spPr bwMode="auto">
            <a:xfrm>
              <a:off x="4208" y="429"/>
              <a:ext cx="1046" cy="2282"/>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2" name="Freeform 84">
              <a:extLst>
                <a:ext uri="{FF2B5EF4-FFF2-40B4-BE49-F238E27FC236}">
                  <a16:creationId xmlns:a16="http://schemas.microsoft.com/office/drawing/2014/main" id="{946A9E21-9E85-934A-A686-0A8D135B290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3" name="Freeform 85">
              <a:extLst>
                <a:ext uri="{FF2B5EF4-FFF2-40B4-BE49-F238E27FC236}">
                  <a16:creationId xmlns:a16="http://schemas.microsoft.com/office/drawing/2014/main" id="{72BE6A9C-0FBC-364A-A7ED-A2A6F01790A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4" name="Rectangle 86">
              <a:extLst>
                <a:ext uri="{FF2B5EF4-FFF2-40B4-BE49-F238E27FC236}">
                  <a16:creationId xmlns:a16="http://schemas.microsoft.com/office/drawing/2014/main" id="{6408A6CA-7347-8E43-98E8-BCFA0438401E}"/>
                </a:ext>
              </a:extLst>
            </p:cNvPr>
            <p:cNvSpPr>
              <a:spLocks noChangeArrowheads="1"/>
            </p:cNvSpPr>
            <p:nvPr/>
          </p:nvSpPr>
          <p:spPr bwMode="auto">
            <a:xfrm>
              <a:off x="4213" y="694"/>
              <a:ext cx="593"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87" name="Group 87">
              <a:extLst>
                <a:ext uri="{FF2B5EF4-FFF2-40B4-BE49-F238E27FC236}">
                  <a16:creationId xmlns:a16="http://schemas.microsoft.com/office/drawing/2014/main" id="{3BB80181-EFB9-654A-9C2B-37611F58AC52}"/>
                </a:ext>
              </a:extLst>
            </p:cNvPr>
            <p:cNvGrpSpPr>
              <a:grpSpLocks/>
            </p:cNvGrpSpPr>
            <p:nvPr/>
          </p:nvGrpSpPr>
          <p:grpSpPr bwMode="auto">
            <a:xfrm>
              <a:off x="4749" y="668"/>
              <a:ext cx="581" cy="145"/>
              <a:chOff x="614" y="2568"/>
              <a:chExt cx="725" cy="139"/>
            </a:xfrm>
          </p:grpSpPr>
          <p:sp>
            <p:nvSpPr>
              <p:cNvPr id="822" name="AutoShape 88">
                <a:extLst>
                  <a:ext uri="{FF2B5EF4-FFF2-40B4-BE49-F238E27FC236}">
                    <a16:creationId xmlns:a16="http://schemas.microsoft.com/office/drawing/2014/main" id="{755E2639-6DC2-B445-8BA7-4A95A040D34D}"/>
                  </a:ext>
                </a:extLst>
              </p:cNvPr>
              <p:cNvSpPr>
                <a:spLocks noChangeArrowheads="1"/>
              </p:cNvSpPr>
              <p:nvPr/>
            </p:nvSpPr>
            <p:spPr bwMode="auto">
              <a:xfrm>
                <a:off x="613" y="2566"/>
                <a:ext cx="728"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24" name="AutoShape 89">
                <a:extLst>
                  <a:ext uri="{FF2B5EF4-FFF2-40B4-BE49-F238E27FC236}">
                    <a16:creationId xmlns:a16="http://schemas.microsoft.com/office/drawing/2014/main" id="{60B2F854-EFB8-E64E-8D27-5F6F8D396A82}"/>
                  </a:ext>
                </a:extLst>
              </p:cNvPr>
              <p:cNvSpPr>
                <a:spLocks noChangeArrowheads="1"/>
              </p:cNvSpPr>
              <p:nvPr/>
            </p:nvSpPr>
            <p:spPr bwMode="auto">
              <a:xfrm>
                <a:off x="631" y="2584"/>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88" name="Rectangle 90">
              <a:extLst>
                <a:ext uri="{FF2B5EF4-FFF2-40B4-BE49-F238E27FC236}">
                  <a16:creationId xmlns:a16="http://schemas.microsoft.com/office/drawing/2014/main" id="{57F9C28A-1132-144B-9916-B507ADCEDDF3}"/>
                </a:ext>
              </a:extLst>
            </p:cNvPr>
            <p:cNvSpPr>
              <a:spLocks noChangeArrowheads="1"/>
            </p:cNvSpPr>
            <p:nvPr/>
          </p:nvSpPr>
          <p:spPr bwMode="auto">
            <a:xfrm>
              <a:off x="4223" y="1021"/>
              <a:ext cx="598"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89" name="Group 91">
              <a:extLst>
                <a:ext uri="{FF2B5EF4-FFF2-40B4-BE49-F238E27FC236}">
                  <a16:creationId xmlns:a16="http://schemas.microsoft.com/office/drawing/2014/main" id="{5E2EEB51-C433-4146-9A07-B904C9EFB0AE}"/>
                </a:ext>
              </a:extLst>
            </p:cNvPr>
            <p:cNvGrpSpPr>
              <a:grpSpLocks/>
            </p:cNvGrpSpPr>
            <p:nvPr/>
          </p:nvGrpSpPr>
          <p:grpSpPr bwMode="auto">
            <a:xfrm>
              <a:off x="4747" y="994"/>
              <a:ext cx="581" cy="134"/>
              <a:chOff x="614" y="2568"/>
              <a:chExt cx="725" cy="139"/>
            </a:xfrm>
          </p:grpSpPr>
          <p:sp>
            <p:nvSpPr>
              <p:cNvPr id="820" name="AutoShape 92">
                <a:extLst>
                  <a:ext uri="{FF2B5EF4-FFF2-40B4-BE49-F238E27FC236}">
                    <a16:creationId xmlns:a16="http://schemas.microsoft.com/office/drawing/2014/main" id="{3A27EE24-9EA3-5849-AF8B-3DE9ED4D01A9}"/>
                  </a:ext>
                </a:extLst>
              </p:cNvPr>
              <p:cNvSpPr>
                <a:spLocks noChangeArrowheads="1"/>
              </p:cNvSpPr>
              <p:nvPr/>
            </p:nvSpPr>
            <p:spPr bwMode="auto">
              <a:xfrm>
                <a:off x="615" y="2566"/>
                <a:ext cx="722"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21" name="AutoShape 93">
                <a:extLst>
                  <a:ext uri="{FF2B5EF4-FFF2-40B4-BE49-F238E27FC236}">
                    <a16:creationId xmlns:a16="http://schemas.microsoft.com/office/drawing/2014/main" id="{6AFF8567-F6C4-0747-BA7C-1662595446F1}"/>
                  </a:ext>
                </a:extLst>
              </p:cNvPr>
              <p:cNvSpPr>
                <a:spLocks noChangeArrowheads="1"/>
              </p:cNvSpPr>
              <p:nvPr/>
            </p:nvSpPr>
            <p:spPr bwMode="auto">
              <a:xfrm>
                <a:off x="633" y="2581"/>
                <a:ext cx="686"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90" name="Rectangle 94">
              <a:extLst>
                <a:ext uri="{FF2B5EF4-FFF2-40B4-BE49-F238E27FC236}">
                  <a16:creationId xmlns:a16="http://schemas.microsoft.com/office/drawing/2014/main" id="{481071F4-7660-1F49-867C-3C721C3F028A}"/>
                </a:ext>
              </a:extLst>
            </p:cNvPr>
            <p:cNvSpPr>
              <a:spLocks noChangeArrowheads="1"/>
            </p:cNvSpPr>
            <p:nvPr/>
          </p:nvSpPr>
          <p:spPr bwMode="auto">
            <a:xfrm>
              <a:off x="4218" y="1357"/>
              <a:ext cx="593"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91" name="Rectangle 95">
              <a:extLst>
                <a:ext uri="{FF2B5EF4-FFF2-40B4-BE49-F238E27FC236}">
                  <a16:creationId xmlns:a16="http://schemas.microsoft.com/office/drawing/2014/main" id="{F9E573B0-F1E0-0244-84F0-5D9DC86D8E1B}"/>
                </a:ext>
              </a:extLst>
            </p:cNvPr>
            <p:cNvSpPr>
              <a:spLocks noChangeArrowheads="1"/>
            </p:cNvSpPr>
            <p:nvPr/>
          </p:nvSpPr>
          <p:spPr bwMode="auto">
            <a:xfrm>
              <a:off x="4228" y="1655"/>
              <a:ext cx="598"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93" name="Group 96">
              <a:extLst>
                <a:ext uri="{FF2B5EF4-FFF2-40B4-BE49-F238E27FC236}">
                  <a16:creationId xmlns:a16="http://schemas.microsoft.com/office/drawing/2014/main" id="{60F43234-7837-E047-B8D9-B93960C93F0B}"/>
                </a:ext>
              </a:extLst>
            </p:cNvPr>
            <p:cNvGrpSpPr>
              <a:grpSpLocks/>
            </p:cNvGrpSpPr>
            <p:nvPr/>
          </p:nvGrpSpPr>
          <p:grpSpPr bwMode="auto">
            <a:xfrm>
              <a:off x="4735" y="1627"/>
              <a:ext cx="582" cy="151"/>
              <a:chOff x="614" y="2568"/>
              <a:chExt cx="725" cy="139"/>
            </a:xfrm>
          </p:grpSpPr>
          <p:sp>
            <p:nvSpPr>
              <p:cNvPr id="815" name="AutoShape 97">
                <a:extLst>
                  <a:ext uri="{FF2B5EF4-FFF2-40B4-BE49-F238E27FC236}">
                    <a16:creationId xmlns:a16="http://schemas.microsoft.com/office/drawing/2014/main" id="{AA061C9E-39EE-B14D-A8E3-104E2701398E}"/>
                  </a:ext>
                </a:extLst>
              </p:cNvPr>
              <p:cNvSpPr>
                <a:spLocks noChangeArrowheads="1"/>
              </p:cNvSpPr>
              <p:nvPr/>
            </p:nvSpPr>
            <p:spPr bwMode="auto">
              <a:xfrm>
                <a:off x="612" y="2568"/>
                <a:ext cx="727"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17" name="AutoShape 98">
                <a:extLst>
                  <a:ext uri="{FF2B5EF4-FFF2-40B4-BE49-F238E27FC236}">
                    <a16:creationId xmlns:a16="http://schemas.microsoft.com/office/drawing/2014/main" id="{12C304B6-6E69-644F-91BB-9F1C86D1DB78}"/>
                  </a:ext>
                </a:extLst>
              </p:cNvPr>
              <p:cNvSpPr>
                <a:spLocks noChangeArrowheads="1"/>
              </p:cNvSpPr>
              <p:nvPr/>
            </p:nvSpPr>
            <p:spPr bwMode="auto">
              <a:xfrm>
                <a:off x="630" y="2585"/>
                <a:ext cx="691"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94" name="Freeform 99">
              <a:extLst>
                <a:ext uri="{FF2B5EF4-FFF2-40B4-BE49-F238E27FC236}">
                  <a16:creationId xmlns:a16="http://schemas.microsoft.com/office/drawing/2014/main" id="{D5358657-0340-9248-AA9C-2F41E4340AA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96" name="Group 100">
              <a:extLst>
                <a:ext uri="{FF2B5EF4-FFF2-40B4-BE49-F238E27FC236}">
                  <a16:creationId xmlns:a16="http://schemas.microsoft.com/office/drawing/2014/main" id="{87CDCAD0-C1B4-8646-B58D-6CD9FF243261}"/>
                </a:ext>
              </a:extLst>
            </p:cNvPr>
            <p:cNvGrpSpPr>
              <a:grpSpLocks/>
            </p:cNvGrpSpPr>
            <p:nvPr/>
          </p:nvGrpSpPr>
          <p:grpSpPr bwMode="auto">
            <a:xfrm>
              <a:off x="4739" y="1327"/>
              <a:ext cx="582" cy="139"/>
              <a:chOff x="614" y="2568"/>
              <a:chExt cx="725" cy="139"/>
            </a:xfrm>
          </p:grpSpPr>
          <p:sp>
            <p:nvSpPr>
              <p:cNvPr id="812" name="AutoShape 101">
                <a:extLst>
                  <a:ext uri="{FF2B5EF4-FFF2-40B4-BE49-F238E27FC236}">
                    <a16:creationId xmlns:a16="http://schemas.microsoft.com/office/drawing/2014/main" id="{53F473DF-D46D-0345-9F7F-49F5BE50C97A}"/>
                  </a:ext>
                </a:extLst>
              </p:cNvPr>
              <p:cNvSpPr>
                <a:spLocks noChangeArrowheads="1"/>
              </p:cNvSpPr>
              <p:nvPr/>
            </p:nvSpPr>
            <p:spPr bwMode="auto">
              <a:xfrm>
                <a:off x="613" y="2570"/>
                <a:ext cx="727"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14" name="AutoShape 102">
                <a:extLst>
                  <a:ext uri="{FF2B5EF4-FFF2-40B4-BE49-F238E27FC236}">
                    <a16:creationId xmlns:a16="http://schemas.microsoft.com/office/drawing/2014/main" id="{EF047A49-61C2-3A41-8A53-6F24E9E5C014}"/>
                  </a:ext>
                </a:extLst>
              </p:cNvPr>
              <p:cNvSpPr>
                <a:spLocks noChangeArrowheads="1"/>
              </p:cNvSpPr>
              <p:nvPr/>
            </p:nvSpPr>
            <p:spPr bwMode="auto">
              <a:xfrm>
                <a:off x="631" y="2584"/>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97" name="Rectangle 103">
              <a:extLst>
                <a:ext uri="{FF2B5EF4-FFF2-40B4-BE49-F238E27FC236}">
                  <a16:creationId xmlns:a16="http://schemas.microsoft.com/office/drawing/2014/main" id="{0DC41427-3FCF-3949-97B5-7D608D26FCB5}"/>
                </a:ext>
              </a:extLst>
            </p:cNvPr>
            <p:cNvSpPr>
              <a:spLocks noChangeArrowheads="1"/>
            </p:cNvSpPr>
            <p:nvPr/>
          </p:nvSpPr>
          <p:spPr bwMode="auto">
            <a:xfrm>
              <a:off x="5249" y="429"/>
              <a:ext cx="68"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98" name="Freeform 104">
              <a:extLst>
                <a:ext uri="{FF2B5EF4-FFF2-40B4-BE49-F238E27FC236}">
                  <a16:creationId xmlns:a16="http://schemas.microsoft.com/office/drawing/2014/main" id="{8F8A38B2-57F8-E945-BFD5-DF65BDBFA8B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99" name="Freeform 105">
              <a:extLst>
                <a:ext uri="{FF2B5EF4-FFF2-40B4-BE49-F238E27FC236}">
                  <a16:creationId xmlns:a16="http://schemas.microsoft.com/office/drawing/2014/main" id="{0F08B7AC-3180-754D-94CE-9FA5F6748B0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1" name="Oval 106">
              <a:extLst>
                <a:ext uri="{FF2B5EF4-FFF2-40B4-BE49-F238E27FC236}">
                  <a16:creationId xmlns:a16="http://schemas.microsoft.com/office/drawing/2014/main" id="{C5F7D344-4D6F-D646-8C93-A97BAB8C49A2}"/>
                </a:ext>
              </a:extLst>
            </p:cNvPr>
            <p:cNvSpPr>
              <a:spLocks noChangeArrowheads="1"/>
            </p:cNvSpPr>
            <p:nvPr/>
          </p:nvSpPr>
          <p:spPr bwMode="auto">
            <a:xfrm>
              <a:off x="5516" y="2612"/>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2" name="Freeform 107">
              <a:extLst>
                <a:ext uri="{FF2B5EF4-FFF2-40B4-BE49-F238E27FC236}">
                  <a16:creationId xmlns:a16="http://schemas.microsoft.com/office/drawing/2014/main" id="{BE829AA4-D020-7348-B510-9FB2A8536AD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4" name="AutoShape 108">
              <a:extLst>
                <a:ext uri="{FF2B5EF4-FFF2-40B4-BE49-F238E27FC236}">
                  <a16:creationId xmlns:a16="http://schemas.microsoft.com/office/drawing/2014/main" id="{35AAD988-1211-1E40-91C0-3937CD2ECC6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5" name="AutoShape 109">
              <a:extLst>
                <a:ext uri="{FF2B5EF4-FFF2-40B4-BE49-F238E27FC236}">
                  <a16:creationId xmlns:a16="http://schemas.microsoft.com/office/drawing/2014/main" id="{4305931D-5D5C-9D4F-AAD7-AB64D64AD994}"/>
                </a:ext>
              </a:extLst>
            </p:cNvPr>
            <p:cNvSpPr>
              <a:spLocks noChangeArrowheads="1"/>
            </p:cNvSpPr>
            <p:nvPr/>
          </p:nvSpPr>
          <p:spPr bwMode="auto">
            <a:xfrm>
              <a:off x="4208" y="2711"/>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6" name="Oval 110">
              <a:extLst>
                <a:ext uri="{FF2B5EF4-FFF2-40B4-BE49-F238E27FC236}">
                  <a16:creationId xmlns:a16="http://schemas.microsoft.com/office/drawing/2014/main" id="{83363F10-1097-A54D-ADAB-24C8B3E21A0B}"/>
                </a:ext>
              </a:extLst>
            </p:cNvPr>
            <p:cNvSpPr>
              <a:spLocks noChangeArrowheads="1"/>
            </p:cNvSpPr>
            <p:nvPr/>
          </p:nvSpPr>
          <p:spPr bwMode="auto">
            <a:xfrm>
              <a:off x="4310" y="2385"/>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7" name="Oval 111">
              <a:extLst>
                <a:ext uri="{FF2B5EF4-FFF2-40B4-BE49-F238E27FC236}">
                  <a16:creationId xmlns:a16="http://schemas.microsoft.com/office/drawing/2014/main" id="{B44F4B51-7681-9C40-9F0A-A4B645261271}"/>
                </a:ext>
              </a:extLst>
            </p:cNvPr>
            <p:cNvSpPr>
              <a:spLocks noChangeArrowheads="1"/>
            </p:cNvSpPr>
            <p:nvPr/>
          </p:nvSpPr>
          <p:spPr bwMode="auto">
            <a:xfrm>
              <a:off x="4485" y="2385"/>
              <a:ext cx="160"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809" name="Oval 112">
              <a:extLst>
                <a:ext uri="{FF2B5EF4-FFF2-40B4-BE49-F238E27FC236}">
                  <a16:creationId xmlns:a16="http://schemas.microsoft.com/office/drawing/2014/main" id="{5582586B-92B3-3A4A-8CAC-5102119501E2}"/>
                </a:ext>
              </a:extLst>
            </p:cNvPr>
            <p:cNvSpPr>
              <a:spLocks noChangeArrowheads="1"/>
            </p:cNvSpPr>
            <p:nvPr/>
          </p:nvSpPr>
          <p:spPr bwMode="auto">
            <a:xfrm>
              <a:off x="4660" y="2380"/>
              <a:ext cx="160"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10" name="Rectangle 113">
              <a:extLst>
                <a:ext uri="{FF2B5EF4-FFF2-40B4-BE49-F238E27FC236}">
                  <a16:creationId xmlns:a16="http://schemas.microsoft.com/office/drawing/2014/main" id="{5238CEC3-5101-4E45-98C3-C884DC6204FE}"/>
                </a:ext>
              </a:extLst>
            </p:cNvPr>
            <p:cNvSpPr>
              <a:spLocks noChangeArrowheads="1"/>
            </p:cNvSpPr>
            <p:nvPr/>
          </p:nvSpPr>
          <p:spPr bwMode="auto">
            <a:xfrm>
              <a:off x="5064" y="1835"/>
              <a:ext cx="83"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26" name="Group 114">
            <a:extLst>
              <a:ext uri="{FF2B5EF4-FFF2-40B4-BE49-F238E27FC236}">
                <a16:creationId xmlns:a16="http://schemas.microsoft.com/office/drawing/2014/main" id="{CE9E5FE1-98E9-5B4B-A4A4-DFCEF9DD2F2A}"/>
              </a:ext>
            </a:extLst>
          </p:cNvPr>
          <p:cNvGrpSpPr>
            <a:grpSpLocks/>
          </p:cNvGrpSpPr>
          <p:nvPr/>
        </p:nvGrpSpPr>
        <p:grpSpPr bwMode="auto">
          <a:xfrm>
            <a:off x="2368549" y="4626766"/>
            <a:ext cx="925513" cy="795338"/>
            <a:chOff x="-44" y="1473"/>
            <a:chExt cx="981" cy="1105"/>
          </a:xfrm>
        </p:grpSpPr>
        <p:pic>
          <p:nvPicPr>
            <p:cNvPr id="828" name="Picture 115" descr="desktop_computer_stylized_medium">
              <a:extLst>
                <a:ext uri="{FF2B5EF4-FFF2-40B4-BE49-F238E27FC236}">
                  <a16:creationId xmlns:a16="http://schemas.microsoft.com/office/drawing/2014/main" id="{EA6E5654-65B1-E143-93FC-22FF8A007C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 name="Freeform 116">
              <a:extLst>
                <a:ext uri="{FF2B5EF4-FFF2-40B4-BE49-F238E27FC236}">
                  <a16:creationId xmlns:a16="http://schemas.microsoft.com/office/drawing/2014/main" id="{2A3D29B4-8BC4-A546-9C7A-F25B946004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31" name="Group 117">
            <a:extLst>
              <a:ext uri="{FF2B5EF4-FFF2-40B4-BE49-F238E27FC236}">
                <a16:creationId xmlns:a16="http://schemas.microsoft.com/office/drawing/2014/main" id="{9E284045-6147-7B47-BC5C-5CC7FF81FE0A}"/>
              </a:ext>
            </a:extLst>
          </p:cNvPr>
          <p:cNvGrpSpPr>
            <a:grpSpLocks/>
          </p:cNvGrpSpPr>
          <p:nvPr/>
        </p:nvGrpSpPr>
        <p:grpSpPr bwMode="auto">
          <a:xfrm>
            <a:off x="5589587" y="2807491"/>
            <a:ext cx="925512" cy="795338"/>
            <a:chOff x="-44" y="1473"/>
            <a:chExt cx="981" cy="1105"/>
          </a:xfrm>
        </p:grpSpPr>
        <p:pic>
          <p:nvPicPr>
            <p:cNvPr id="832" name="Picture 118" descr="desktop_computer_stylized_medium">
              <a:extLst>
                <a:ext uri="{FF2B5EF4-FFF2-40B4-BE49-F238E27FC236}">
                  <a16:creationId xmlns:a16="http://schemas.microsoft.com/office/drawing/2014/main" id="{ED57643D-213A-0D48-ACB2-47375B1F698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3" name="Freeform 119">
              <a:extLst>
                <a:ext uri="{FF2B5EF4-FFF2-40B4-BE49-F238E27FC236}">
                  <a16:creationId xmlns:a16="http://schemas.microsoft.com/office/drawing/2014/main" id="{C945A6F0-C64A-034A-808B-026CA37D34A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34" name="Group 120">
            <a:extLst>
              <a:ext uri="{FF2B5EF4-FFF2-40B4-BE49-F238E27FC236}">
                <a16:creationId xmlns:a16="http://schemas.microsoft.com/office/drawing/2014/main" id="{DC1F1924-84C9-2D4F-BED7-1D7A99AAAF5D}"/>
              </a:ext>
            </a:extLst>
          </p:cNvPr>
          <p:cNvGrpSpPr>
            <a:grpSpLocks/>
          </p:cNvGrpSpPr>
          <p:nvPr/>
        </p:nvGrpSpPr>
        <p:grpSpPr bwMode="auto">
          <a:xfrm>
            <a:off x="6634162" y="2948779"/>
            <a:ext cx="925512" cy="795337"/>
            <a:chOff x="-44" y="1473"/>
            <a:chExt cx="981" cy="1105"/>
          </a:xfrm>
        </p:grpSpPr>
        <p:pic>
          <p:nvPicPr>
            <p:cNvPr id="835" name="Picture 121" descr="desktop_computer_stylized_medium">
              <a:extLst>
                <a:ext uri="{FF2B5EF4-FFF2-40B4-BE49-F238E27FC236}">
                  <a16:creationId xmlns:a16="http://schemas.microsoft.com/office/drawing/2014/main" id="{5CB3D6E4-1267-BA47-946E-11A72D2BB2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6" name="Freeform 122">
              <a:extLst>
                <a:ext uri="{FF2B5EF4-FFF2-40B4-BE49-F238E27FC236}">
                  <a16:creationId xmlns:a16="http://schemas.microsoft.com/office/drawing/2014/main" id="{0260D56A-2D23-4B40-82DB-9E620FF6E88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37" name="Group 123">
            <a:extLst>
              <a:ext uri="{FF2B5EF4-FFF2-40B4-BE49-F238E27FC236}">
                <a16:creationId xmlns:a16="http://schemas.microsoft.com/office/drawing/2014/main" id="{7F9A075B-9EA6-8048-A759-51935B47F745}"/>
              </a:ext>
            </a:extLst>
          </p:cNvPr>
          <p:cNvGrpSpPr>
            <a:grpSpLocks/>
          </p:cNvGrpSpPr>
          <p:nvPr/>
        </p:nvGrpSpPr>
        <p:grpSpPr bwMode="auto">
          <a:xfrm flipH="1">
            <a:off x="9104312" y="4396579"/>
            <a:ext cx="925512" cy="795337"/>
            <a:chOff x="-44" y="1473"/>
            <a:chExt cx="981" cy="1105"/>
          </a:xfrm>
        </p:grpSpPr>
        <p:pic>
          <p:nvPicPr>
            <p:cNvPr id="838" name="Picture 124" descr="desktop_computer_stylized_medium">
              <a:extLst>
                <a:ext uri="{FF2B5EF4-FFF2-40B4-BE49-F238E27FC236}">
                  <a16:creationId xmlns:a16="http://schemas.microsoft.com/office/drawing/2014/main" id="{BECC09C1-57D5-7847-8F83-B0BFE5CF6A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 name="Freeform 125">
              <a:extLst>
                <a:ext uri="{FF2B5EF4-FFF2-40B4-BE49-F238E27FC236}">
                  <a16:creationId xmlns:a16="http://schemas.microsoft.com/office/drawing/2014/main" id="{7D172349-8EB7-C043-850F-2ACA8BB1C89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Tree>
    <p:extLst>
      <p:ext uri="{BB962C8B-B14F-4D97-AF65-F5344CB8AC3E}">
        <p14:creationId xmlns:p14="http://schemas.microsoft.com/office/powerpoint/2010/main" val="3331817973"/>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75</a:t>
            </a:fld>
            <a:endParaRPr lang="en-US" dirty="0"/>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File distribution time: client-server</a:t>
            </a:r>
            <a:endParaRPr lang="en-US" sz="4400" dirty="0"/>
          </a:p>
        </p:txBody>
      </p:sp>
      <p:sp>
        <p:nvSpPr>
          <p:cNvPr id="80" name="Rectangle 47">
            <a:extLst>
              <a:ext uri="{FF2B5EF4-FFF2-40B4-BE49-F238E27FC236}">
                <a16:creationId xmlns:a16="http://schemas.microsoft.com/office/drawing/2014/main" id="{B88328AA-6216-394D-8D58-0ECC1E0888AE}"/>
              </a:ext>
            </a:extLst>
          </p:cNvPr>
          <p:cNvSpPr txBox="1">
            <a:spLocks noChangeArrowheads="1"/>
          </p:cNvSpPr>
          <p:nvPr/>
        </p:nvSpPr>
        <p:spPr>
          <a:xfrm>
            <a:off x="545123" y="1309462"/>
            <a:ext cx="6098355" cy="20145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i="1" dirty="0">
                <a:solidFill>
                  <a:srgbClr val="CC0000"/>
                </a:solidFill>
                <a:ea typeface="ＭＳ Ｐゴシック" panose="020B0600070205080204" pitchFamily="34" charset="-128"/>
              </a:rPr>
              <a:t>server transmission: </a:t>
            </a:r>
            <a:r>
              <a:rPr lang="en-US" altLang="en-US" dirty="0">
                <a:ea typeface="ＭＳ Ｐゴシック" panose="020B0600070205080204" pitchFamily="34" charset="-128"/>
              </a:rPr>
              <a:t>must</a:t>
            </a:r>
            <a:r>
              <a:rPr lang="en-US" altLang="en-US" i="1" dirty="0">
                <a:solidFill>
                  <a:srgbClr val="CC0000"/>
                </a:solidFill>
                <a:ea typeface="ＭＳ Ｐゴシック" panose="020B0600070205080204" pitchFamily="34" charset="-128"/>
              </a:rPr>
              <a:t> </a:t>
            </a:r>
            <a:r>
              <a:rPr lang="en-US" altLang="en-US" dirty="0">
                <a:ea typeface="ＭＳ Ｐゴシック" panose="020B0600070205080204" pitchFamily="34" charset="-128"/>
              </a:rPr>
              <a:t>sequentially send (upload) </a:t>
            </a:r>
            <a:r>
              <a:rPr lang="en-US" altLang="en-US" i="1" dirty="0">
                <a:ea typeface="ＭＳ Ｐゴシック" panose="020B0600070205080204" pitchFamily="34" charset="-128"/>
              </a:rPr>
              <a:t>N </a:t>
            </a:r>
            <a:r>
              <a:rPr lang="en-US" altLang="en-US" dirty="0">
                <a:ea typeface="ＭＳ Ｐゴシック" panose="020B0600070205080204" pitchFamily="34" charset="-128"/>
              </a:rPr>
              <a:t>file</a:t>
            </a:r>
            <a:r>
              <a:rPr lang="en-US" altLang="en-US" i="1" dirty="0">
                <a:ea typeface="ＭＳ Ｐゴシック" panose="020B0600070205080204" pitchFamily="34" charset="-128"/>
              </a:rPr>
              <a:t> </a:t>
            </a:r>
            <a:r>
              <a:rPr lang="en-US" altLang="en-US" dirty="0">
                <a:ea typeface="ＭＳ Ｐゴシック" panose="020B0600070205080204" pitchFamily="34" charset="-128"/>
              </a:rPr>
              <a:t>copies:</a:t>
            </a:r>
          </a:p>
          <a:p>
            <a:pPr lvl="1">
              <a:lnSpc>
                <a:spcPct val="100000"/>
              </a:lnSpc>
            </a:pPr>
            <a:r>
              <a:rPr lang="en-US" altLang="en-US" dirty="0">
                <a:ea typeface="ＭＳ Ｐゴシック" panose="020B0600070205080204" pitchFamily="34" charset="-128"/>
              </a:rPr>
              <a:t>time to send one copy: </a:t>
            </a:r>
            <a:r>
              <a:rPr lang="en-US" altLang="en-US" i="1" dirty="0">
                <a:ea typeface="ＭＳ Ｐゴシック" panose="020B0600070205080204" pitchFamily="34" charset="-128"/>
              </a:rPr>
              <a:t>F/u</a:t>
            </a:r>
            <a:r>
              <a:rPr lang="en-US" altLang="en-US" i="1" baseline="-25000" dirty="0">
                <a:ea typeface="ＭＳ Ｐゴシック" panose="020B0600070205080204" pitchFamily="34" charset="-128"/>
              </a:rPr>
              <a:t>s </a:t>
            </a:r>
            <a:endParaRPr lang="en-US" altLang="en-US" dirty="0">
              <a:ea typeface="ＭＳ Ｐゴシック" panose="020B0600070205080204" pitchFamily="34" charset="-128"/>
            </a:endParaRPr>
          </a:p>
          <a:p>
            <a:pPr lvl="1">
              <a:lnSpc>
                <a:spcPct val="100000"/>
              </a:lnSpc>
            </a:pPr>
            <a:r>
              <a:rPr lang="en-US" altLang="en-US" dirty="0">
                <a:ea typeface="ＭＳ Ｐゴシック" panose="020B0600070205080204" pitchFamily="34" charset="-128"/>
              </a:rPr>
              <a:t>time to send </a:t>
            </a:r>
            <a:r>
              <a:rPr lang="en-US" altLang="en-US" i="1" dirty="0">
                <a:ea typeface="ＭＳ Ｐゴシック" panose="020B0600070205080204" pitchFamily="34" charset="-128"/>
              </a:rPr>
              <a:t>N</a:t>
            </a:r>
            <a:r>
              <a:rPr lang="en-US" altLang="en-US" dirty="0">
                <a:ea typeface="ＭＳ Ｐゴシック" panose="020B0600070205080204" pitchFamily="34" charset="-128"/>
              </a:rPr>
              <a:t> copies: </a:t>
            </a:r>
            <a:r>
              <a:rPr lang="en-US" altLang="en-US" i="1" dirty="0">
                <a:ea typeface="ＭＳ Ｐゴシック" panose="020B0600070205080204" pitchFamily="34" charset="-128"/>
              </a:rPr>
              <a:t>NF/u</a:t>
            </a:r>
            <a:r>
              <a:rPr lang="en-US" altLang="en-US" i="1" baseline="-25000" dirty="0">
                <a:ea typeface="ＭＳ Ｐゴシック" panose="020B0600070205080204" pitchFamily="34" charset="-128"/>
              </a:rPr>
              <a:t>s</a:t>
            </a:r>
            <a:endParaRPr lang="en-US" altLang="en-US" dirty="0">
              <a:ea typeface="ＭＳ Ｐゴシック" panose="020B0600070205080204" pitchFamily="34" charset="-128"/>
            </a:endParaRPr>
          </a:p>
        </p:txBody>
      </p:sp>
      <p:sp>
        <p:nvSpPr>
          <p:cNvPr id="81" name="Rectangle 47">
            <a:extLst>
              <a:ext uri="{FF2B5EF4-FFF2-40B4-BE49-F238E27FC236}">
                <a16:creationId xmlns:a16="http://schemas.microsoft.com/office/drawing/2014/main" id="{646323ED-CAE9-B942-8F14-B61CB7708E67}"/>
              </a:ext>
            </a:extLst>
          </p:cNvPr>
          <p:cNvSpPr>
            <a:spLocks noChangeArrowheads="1"/>
          </p:cNvSpPr>
          <p:nvPr/>
        </p:nvSpPr>
        <p:spPr bwMode="auto">
          <a:xfrm>
            <a:off x="649899" y="3219848"/>
            <a:ext cx="5773736" cy="2014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800100" indent="-34290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buClr>
                <a:srgbClr val="000099"/>
              </a:buClr>
              <a:buSzPct val="100000"/>
              <a:buFont typeface="Wingdings" pitchFamily="2" charset="2"/>
              <a:buChar char="§"/>
            </a:pPr>
            <a:r>
              <a:rPr lang="en-US" altLang="en-US" sz="2800" i="1" dirty="0">
                <a:solidFill>
                  <a:srgbClr val="CC0000"/>
                </a:solidFill>
                <a:latin typeface="+mn-lt"/>
              </a:rPr>
              <a:t>client: </a:t>
            </a:r>
            <a:r>
              <a:rPr lang="en-US" altLang="en-US" sz="2800" dirty="0">
                <a:latin typeface="+mn-lt"/>
              </a:rPr>
              <a:t>each client must download file copy</a:t>
            </a:r>
          </a:p>
          <a:p>
            <a:pPr lvl="1">
              <a:lnSpc>
                <a:spcPct val="99000"/>
              </a:lnSpc>
              <a:buClr>
                <a:srgbClr val="000099"/>
              </a:buClr>
              <a:buSzTx/>
              <a:buFont typeface="Arial" panose="020B0604020202020204" pitchFamily="34" charset="0"/>
              <a:buChar char="•"/>
            </a:pPr>
            <a:r>
              <a:rPr lang="en-US" altLang="en-US" sz="2400" i="1" dirty="0">
                <a:latin typeface="+mn-lt"/>
              </a:rPr>
              <a:t>d</a:t>
            </a:r>
            <a:r>
              <a:rPr lang="en-US" altLang="en-US" sz="2400" i="1" baseline="-25000" dirty="0">
                <a:latin typeface="+mn-lt"/>
              </a:rPr>
              <a:t>mi</a:t>
            </a:r>
            <a:r>
              <a:rPr lang="en-US" altLang="en-US" sz="2400" baseline="-25000" dirty="0">
                <a:latin typeface="+mn-lt"/>
              </a:rPr>
              <a:t>n</a:t>
            </a:r>
            <a:r>
              <a:rPr lang="en-US" altLang="en-US" sz="2400" dirty="0">
                <a:latin typeface="+mn-lt"/>
              </a:rPr>
              <a:t> = min client download rate</a:t>
            </a:r>
          </a:p>
          <a:p>
            <a:pPr lvl="1">
              <a:lnSpc>
                <a:spcPct val="99000"/>
              </a:lnSpc>
              <a:buClr>
                <a:srgbClr val="000099"/>
              </a:buClr>
              <a:buSzTx/>
              <a:buFont typeface="Arial" panose="020B0604020202020204" pitchFamily="34" charset="0"/>
              <a:buChar char="•"/>
            </a:pPr>
            <a:r>
              <a:rPr lang="en-US" altLang="en-US" sz="2400" dirty="0">
                <a:latin typeface="+mn-lt"/>
              </a:rPr>
              <a:t>min client download time: </a:t>
            </a:r>
            <a:r>
              <a:rPr lang="en-US" altLang="en-US" sz="2400" i="1" dirty="0">
                <a:latin typeface="+mn-lt"/>
              </a:rPr>
              <a:t>F/d</a:t>
            </a:r>
            <a:r>
              <a:rPr lang="en-US" altLang="en-US" sz="2400" i="1" baseline="-25000" dirty="0">
                <a:latin typeface="+mn-lt"/>
              </a:rPr>
              <a:t>min</a:t>
            </a:r>
            <a:r>
              <a:rPr lang="en-US" altLang="en-US" sz="2400" i="1" dirty="0">
                <a:solidFill>
                  <a:srgbClr val="CC0000"/>
                </a:solidFill>
                <a:latin typeface="+mn-lt"/>
              </a:rPr>
              <a:t> </a:t>
            </a:r>
            <a:endParaRPr lang="en-US" altLang="en-US" sz="2400" i="1" dirty="0">
              <a:latin typeface="+mn-lt"/>
            </a:endParaRPr>
          </a:p>
        </p:txBody>
      </p:sp>
      <p:grpSp>
        <p:nvGrpSpPr>
          <p:cNvPr id="83" name="Group 82">
            <a:extLst>
              <a:ext uri="{FF2B5EF4-FFF2-40B4-BE49-F238E27FC236}">
                <a16:creationId xmlns:a16="http://schemas.microsoft.com/office/drawing/2014/main" id="{D193E6F0-6AB2-EC43-BC1A-D75808C2FB26}"/>
              </a:ext>
            </a:extLst>
          </p:cNvPr>
          <p:cNvGrpSpPr/>
          <p:nvPr/>
        </p:nvGrpSpPr>
        <p:grpSpPr>
          <a:xfrm>
            <a:off x="6796266" y="1727769"/>
            <a:ext cx="4518025" cy="2036762"/>
            <a:chOff x="4471988" y="1284288"/>
            <a:chExt cx="4518025" cy="2036762"/>
          </a:xfrm>
        </p:grpSpPr>
        <p:sp>
          <p:nvSpPr>
            <p:cNvPr id="84" name="Freeform 4">
              <a:extLst>
                <a:ext uri="{FF2B5EF4-FFF2-40B4-BE49-F238E27FC236}">
                  <a16:creationId xmlns:a16="http://schemas.microsoft.com/office/drawing/2014/main" id="{64409998-6B21-6843-AEE3-D4B2D80FE5D4}"/>
                </a:ext>
              </a:extLst>
            </p:cNvPr>
            <p:cNvSpPr>
              <a:spLocks/>
            </p:cNvSpPr>
            <p:nvPr/>
          </p:nvSpPr>
          <p:spPr bwMode="auto">
            <a:xfrm>
              <a:off x="5600700" y="2111375"/>
              <a:ext cx="2136775" cy="12096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000" dirty="0"/>
            </a:p>
          </p:txBody>
        </p:sp>
        <p:sp>
          <p:nvSpPr>
            <p:cNvPr id="85" name="Line 14">
              <a:extLst>
                <a:ext uri="{FF2B5EF4-FFF2-40B4-BE49-F238E27FC236}">
                  <a16:creationId xmlns:a16="http://schemas.microsoft.com/office/drawing/2014/main" id="{05D67BD2-8DEF-EC43-87F6-22A4D3E1D772}"/>
                </a:ext>
              </a:extLst>
            </p:cNvPr>
            <p:cNvSpPr>
              <a:spLocks noChangeShapeType="1"/>
            </p:cNvSpPr>
            <p:nvPr/>
          </p:nvSpPr>
          <p:spPr bwMode="auto">
            <a:xfrm>
              <a:off x="5338763" y="2085975"/>
              <a:ext cx="455612" cy="21431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6" name="Text Box 15">
              <a:extLst>
                <a:ext uri="{FF2B5EF4-FFF2-40B4-BE49-F238E27FC236}">
                  <a16:creationId xmlns:a16="http://schemas.microsoft.com/office/drawing/2014/main" id="{B5B6E9F6-DA21-FF49-8DD4-F3C6E1FE662C}"/>
                </a:ext>
              </a:extLst>
            </p:cNvPr>
            <p:cNvSpPr txBox="1">
              <a:spLocks noChangeArrowheads="1"/>
            </p:cNvSpPr>
            <p:nvPr/>
          </p:nvSpPr>
          <p:spPr bwMode="auto">
            <a:xfrm>
              <a:off x="5364163" y="1763713"/>
              <a:ext cx="362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s</a:t>
              </a:r>
            </a:p>
          </p:txBody>
        </p:sp>
        <p:sp>
          <p:nvSpPr>
            <p:cNvPr id="87" name="Line 39">
              <a:extLst>
                <a:ext uri="{FF2B5EF4-FFF2-40B4-BE49-F238E27FC236}">
                  <a16:creationId xmlns:a16="http://schemas.microsoft.com/office/drawing/2014/main" id="{31CED78D-7737-214B-BCE4-DCAB761FE9AA}"/>
                </a:ext>
              </a:extLst>
            </p:cNvPr>
            <p:cNvSpPr>
              <a:spLocks noChangeShapeType="1"/>
            </p:cNvSpPr>
            <p:nvPr/>
          </p:nvSpPr>
          <p:spPr bwMode="auto">
            <a:xfrm>
              <a:off x="5089525" y="2713038"/>
              <a:ext cx="5746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8" name="Line 40">
              <a:extLst>
                <a:ext uri="{FF2B5EF4-FFF2-40B4-BE49-F238E27FC236}">
                  <a16:creationId xmlns:a16="http://schemas.microsoft.com/office/drawing/2014/main" id="{FD1ACD18-F196-1746-9009-0670E710DC08}"/>
                </a:ext>
              </a:extLst>
            </p:cNvPr>
            <p:cNvSpPr>
              <a:spLocks noChangeShapeType="1"/>
            </p:cNvSpPr>
            <p:nvPr/>
          </p:nvSpPr>
          <p:spPr bwMode="auto">
            <a:xfrm flipH="1">
              <a:off x="5119688" y="2814638"/>
              <a:ext cx="5667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9" name="Text Box 44">
              <a:extLst>
                <a:ext uri="{FF2B5EF4-FFF2-40B4-BE49-F238E27FC236}">
                  <a16:creationId xmlns:a16="http://schemas.microsoft.com/office/drawing/2014/main" id="{4F15E7E5-19D5-AE49-B8AC-295EC6160CEB}"/>
                </a:ext>
              </a:extLst>
            </p:cNvPr>
            <p:cNvSpPr txBox="1">
              <a:spLocks noChangeArrowheads="1"/>
            </p:cNvSpPr>
            <p:nvPr/>
          </p:nvSpPr>
          <p:spPr bwMode="auto">
            <a:xfrm>
              <a:off x="6103696" y="2460625"/>
              <a:ext cx="10545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dirty="0">
                  <a:solidFill>
                    <a:schemeClr val="bg1"/>
                  </a:solidFill>
                  <a:latin typeface="+mn-lt"/>
                </a:rPr>
                <a:t>network</a:t>
              </a:r>
              <a:endParaRPr lang="en-US" altLang="en-US" sz="1800" dirty="0">
                <a:solidFill>
                  <a:schemeClr val="bg1"/>
                </a:solidFill>
                <a:latin typeface="+mn-lt"/>
              </a:endParaRPr>
            </a:p>
          </p:txBody>
        </p:sp>
        <p:sp>
          <p:nvSpPr>
            <p:cNvPr id="90" name="AutoShape 327">
              <a:extLst>
                <a:ext uri="{FF2B5EF4-FFF2-40B4-BE49-F238E27FC236}">
                  <a16:creationId xmlns:a16="http://schemas.microsoft.com/office/drawing/2014/main" id="{F1CA6701-3613-AE49-BD0C-998D6498E9E3}"/>
                </a:ext>
              </a:extLst>
            </p:cNvPr>
            <p:cNvSpPr>
              <a:spLocks noChangeArrowheads="1"/>
            </p:cNvSpPr>
            <p:nvPr/>
          </p:nvSpPr>
          <p:spPr bwMode="auto">
            <a:xfrm>
              <a:off x="4740275" y="1562100"/>
              <a:ext cx="334963" cy="401638"/>
            </a:xfrm>
            <a:prstGeom prst="can">
              <a:avLst>
                <a:gd name="adj" fmla="val 24242"/>
              </a:avLst>
            </a:prstGeom>
            <a:gradFill rotWithShape="1">
              <a:gsLst>
                <a:gs pos="0">
                  <a:srgbClr val="000099"/>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buClrTx/>
                <a:buSzTx/>
                <a:buFontTx/>
                <a:buNone/>
              </a:pPr>
              <a:endParaRPr lang="en-US" altLang="en-US" sz="900" dirty="0">
                <a:latin typeface="+mn-lt"/>
                <a:cs typeface="Arial" panose="020B0604020202020204" pitchFamily="34" charset="0"/>
              </a:endParaRPr>
            </a:p>
          </p:txBody>
        </p:sp>
        <p:sp>
          <p:nvSpPr>
            <p:cNvPr id="91" name="Line 22">
              <a:extLst>
                <a:ext uri="{FF2B5EF4-FFF2-40B4-BE49-F238E27FC236}">
                  <a16:creationId xmlns:a16="http://schemas.microsoft.com/office/drawing/2014/main" id="{7769C7C9-ADC5-B848-B48C-F422C7EBE8FB}"/>
                </a:ext>
              </a:extLst>
            </p:cNvPr>
            <p:cNvSpPr>
              <a:spLocks noChangeShapeType="1"/>
            </p:cNvSpPr>
            <p:nvPr/>
          </p:nvSpPr>
          <p:spPr bwMode="auto">
            <a:xfrm flipV="1">
              <a:off x="7000875" y="1819275"/>
              <a:ext cx="180975"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2" name="Line 23">
              <a:extLst>
                <a:ext uri="{FF2B5EF4-FFF2-40B4-BE49-F238E27FC236}">
                  <a16:creationId xmlns:a16="http://schemas.microsoft.com/office/drawing/2014/main" id="{E579FF7F-DE73-E14A-8EE9-65BCC9EF0D0A}"/>
                </a:ext>
              </a:extLst>
            </p:cNvPr>
            <p:cNvSpPr>
              <a:spLocks noChangeShapeType="1"/>
            </p:cNvSpPr>
            <p:nvPr/>
          </p:nvSpPr>
          <p:spPr bwMode="auto">
            <a:xfrm flipH="1">
              <a:off x="7078663" y="1825625"/>
              <a:ext cx="187325"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3" name="Line 22">
              <a:extLst>
                <a:ext uri="{FF2B5EF4-FFF2-40B4-BE49-F238E27FC236}">
                  <a16:creationId xmlns:a16="http://schemas.microsoft.com/office/drawing/2014/main" id="{6407598A-1198-B046-ACD6-89FFBAE9F5D8}"/>
                </a:ext>
              </a:extLst>
            </p:cNvPr>
            <p:cNvSpPr>
              <a:spLocks noChangeShapeType="1"/>
            </p:cNvSpPr>
            <p:nvPr/>
          </p:nvSpPr>
          <p:spPr bwMode="auto">
            <a:xfrm flipV="1">
              <a:off x="6416675" y="1736725"/>
              <a:ext cx="179388"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4" name="Line 23">
              <a:extLst>
                <a:ext uri="{FF2B5EF4-FFF2-40B4-BE49-F238E27FC236}">
                  <a16:creationId xmlns:a16="http://schemas.microsoft.com/office/drawing/2014/main" id="{AA613AE8-B26B-304E-9B36-0E639788D60C}"/>
                </a:ext>
              </a:extLst>
            </p:cNvPr>
            <p:cNvSpPr>
              <a:spLocks noChangeShapeType="1"/>
            </p:cNvSpPr>
            <p:nvPr/>
          </p:nvSpPr>
          <p:spPr bwMode="auto">
            <a:xfrm flipH="1">
              <a:off x="6492875" y="1743075"/>
              <a:ext cx="185738"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5" name="Line 138">
              <a:extLst>
                <a:ext uri="{FF2B5EF4-FFF2-40B4-BE49-F238E27FC236}">
                  <a16:creationId xmlns:a16="http://schemas.microsoft.com/office/drawing/2014/main" id="{6F964BD8-116B-D445-82F9-8C9897E3E733}"/>
                </a:ext>
              </a:extLst>
            </p:cNvPr>
            <p:cNvSpPr>
              <a:spLocks noChangeShapeType="1"/>
            </p:cNvSpPr>
            <p:nvPr/>
          </p:nvSpPr>
          <p:spPr bwMode="auto">
            <a:xfrm>
              <a:off x="7723188" y="2579688"/>
              <a:ext cx="658812"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96" name="Line 139">
              <a:extLst>
                <a:ext uri="{FF2B5EF4-FFF2-40B4-BE49-F238E27FC236}">
                  <a16:creationId xmlns:a16="http://schemas.microsoft.com/office/drawing/2014/main" id="{A562798A-3EC4-1E41-99DB-FA81FB640E5C}"/>
                </a:ext>
              </a:extLst>
            </p:cNvPr>
            <p:cNvSpPr>
              <a:spLocks noChangeShapeType="1"/>
            </p:cNvSpPr>
            <p:nvPr/>
          </p:nvSpPr>
          <p:spPr bwMode="auto">
            <a:xfrm>
              <a:off x="7726363" y="2682875"/>
              <a:ext cx="660400" cy="0"/>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7" name="Text Box 41">
              <a:extLst>
                <a:ext uri="{FF2B5EF4-FFF2-40B4-BE49-F238E27FC236}">
                  <a16:creationId xmlns:a16="http://schemas.microsoft.com/office/drawing/2014/main" id="{FEE3AD0E-92A3-9E48-8C36-9A0805BC837E}"/>
                </a:ext>
              </a:extLst>
            </p:cNvPr>
            <p:cNvSpPr txBox="1">
              <a:spLocks noChangeArrowheads="1"/>
            </p:cNvSpPr>
            <p:nvPr/>
          </p:nvSpPr>
          <p:spPr bwMode="auto">
            <a:xfrm>
              <a:off x="7813675" y="2146300"/>
              <a:ext cx="450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d</a:t>
              </a:r>
              <a:r>
                <a:rPr lang="en-US" altLang="en-US" sz="1800" i="1" baseline="-25000" dirty="0">
                  <a:latin typeface="+mn-lt"/>
                </a:rPr>
                <a:t>i</a:t>
              </a:r>
            </a:p>
          </p:txBody>
        </p:sp>
        <p:sp>
          <p:nvSpPr>
            <p:cNvPr id="98" name="Text Box 41">
              <a:extLst>
                <a:ext uri="{FF2B5EF4-FFF2-40B4-BE49-F238E27FC236}">
                  <a16:creationId xmlns:a16="http://schemas.microsoft.com/office/drawing/2014/main" id="{0D2E1DAB-DBC4-2B41-8914-2E86878AE902}"/>
                </a:ext>
              </a:extLst>
            </p:cNvPr>
            <p:cNvSpPr txBox="1">
              <a:spLocks noChangeArrowheads="1"/>
            </p:cNvSpPr>
            <p:nvPr/>
          </p:nvSpPr>
          <p:spPr bwMode="auto">
            <a:xfrm>
              <a:off x="7829550" y="2663825"/>
              <a:ext cx="50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i</a:t>
              </a:r>
            </a:p>
          </p:txBody>
        </p:sp>
        <p:sp>
          <p:nvSpPr>
            <p:cNvPr id="99" name="Text Box 47">
              <a:extLst>
                <a:ext uri="{FF2B5EF4-FFF2-40B4-BE49-F238E27FC236}">
                  <a16:creationId xmlns:a16="http://schemas.microsoft.com/office/drawing/2014/main" id="{A5050569-3116-8F4C-B19A-31999F9F230E}"/>
                </a:ext>
              </a:extLst>
            </p:cNvPr>
            <p:cNvSpPr txBox="1">
              <a:spLocks noChangeArrowheads="1"/>
            </p:cNvSpPr>
            <p:nvPr/>
          </p:nvSpPr>
          <p:spPr bwMode="auto">
            <a:xfrm>
              <a:off x="4498975" y="1616075"/>
              <a:ext cx="7905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sz="1600" i="1" dirty="0">
                  <a:latin typeface="+mn-lt"/>
                </a:rPr>
                <a:t>F</a:t>
              </a:r>
              <a:endParaRPr lang="en-US" altLang="en-US" sz="1600" i="1" baseline="-25000" dirty="0">
                <a:latin typeface="+mn-lt"/>
              </a:endParaRPr>
            </a:p>
          </p:txBody>
        </p:sp>
        <p:grpSp>
          <p:nvGrpSpPr>
            <p:cNvPr id="100" name="Group 143">
              <a:extLst>
                <a:ext uri="{FF2B5EF4-FFF2-40B4-BE49-F238E27FC236}">
                  <a16:creationId xmlns:a16="http://schemas.microsoft.com/office/drawing/2014/main" id="{479599EE-E0AC-5747-8F3A-66F7F72E864E}"/>
                </a:ext>
              </a:extLst>
            </p:cNvPr>
            <p:cNvGrpSpPr>
              <a:grpSpLocks/>
            </p:cNvGrpSpPr>
            <p:nvPr/>
          </p:nvGrpSpPr>
          <p:grpSpPr bwMode="auto">
            <a:xfrm>
              <a:off x="5114925" y="1690688"/>
              <a:ext cx="292100" cy="517525"/>
              <a:chOff x="4140" y="429"/>
              <a:chExt cx="1425" cy="2396"/>
            </a:xfrm>
          </p:grpSpPr>
          <p:sp>
            <p:nvSpPr>
              <p:cNvPr id="113" name="Freeform 144">
                <a:extLst>
                  <a:ext uri="{FF2B5EF4-FFF2-40B4-BE49-F238E27FC236}">
                    <a16:creationId xmlns:a16="http://schemas.microsoft.com/office/drawing/2014/main" id="{6A822DAE-E587-7E49-A7EE-6F64DAB036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4" name="Rectangle 145">
                <a:extLst>
                  <a:ext uri="{FF2B5EF4-FFF2-40B4-BE49-F238E27FC236}">
                    <a16:creationId xmlns:a16="http://schemas.microsoft.com/office/drawing/2014/main" id="{5A81F0A7-6B44-1748-BC35-BE178F0E179E}"/>
                  </a:ext>
                </a:extLst>
              </p:cNvPr>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15" name="Freeform 146">
                <a:extLst>
                  <a:ext uri="{FF2B5EF4-FFF2-40B4-BE49-F238E27FC236}">
                    <a16:creationId xmlns:a16="http://schemas.microsoft.com/office/drawing/2014/main" id="{918EEC88-C8A9-2846-970B-50B7E983317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6" name="Freeform 147">
                <a:extLst>
                  <a:ext uri="{FF2B5EF4-FFF2-40B4-BE49-F238E27FC236}">
                    <a16:creationId xmlns:a16="http://schemas.microsoft.com/office/drawing/2014/main" id="{AFDAC2FD-EE20-3E45-9DA1-1D9100AA9749}"/>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7" name="Rectangle 148">
                <a:extLst>
                  <a:ext uri="{FF2B5EF4-FFF2-40B4-BE49-F238E27FC236}">
                    <a16:creationId xmlns:a16="http://schemas.microsoft.com/office/drawing/2014/main" id="{E97CC808-FCA7-0341-9D5A-7F9EC0853241}"/>
                  </a:ext>
                </a:extLst>
              </p:cNvPr>
              <p:cNvSpPr>
                <a:spLocks noChangeArrowheads="1"/>
              </p:cNvSpPr>
              <p:nvPr/>
            </p:nvSpPr>
            <p:spPr bwMode="auto">
              <a:xfrm>
                <a:off x="4210" y="694"/>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18" name="Group 149">
                <a:extLst>
                  <a:ext uri="{FF2B5EF4-FFF2-40B4-BE49-F238E27FC236}">
                    <a16:creationId xmlns:a16="http://schemas.microsoft.com/office/drawing/2014/main" id="{FC0B1F07-1C50-E64F-B63B-8D1C420C1EDF}"/>
                  </a:ext>
                </a:extLst>
              </p:cNvPr>
              <p:cNvGrpSpPr>
                <a:grpSpLocks/>
              </p:cNvGrpSpPr>
              <p:nvPr/>
            </p:nvGrpSpPr>
            <p:grpSpPr bwMode="auto">
              <a:xfrm>
                <a:off x="4749" y="668"/>
                <a:ext cx="581" cy="145"/>
                <a:chOff x="614" y="2568"/>
                <a:chExt cx="725" cy="139"/>
              </a:xfrm>
            </p:grpSpPr>
            <p:sp>
              <p:nvSpPr>
                <p:cNvPr id="143" name="AutoShape 150">
                  <a:extLst>
                    <a:ext uri="{FF2B5EF4-FFF2-40B4-BE49-F238E27FC236}">
                      <a16:creationId xmlns:a16="http://schemas.microsoft.com/office/drawing/2014/main" id="{5F68B800-F174-0B4B-9F2F-A2B1F0AC8F99}"/>
                    </a:ext>
                  </a:extLst>
                </p:cNvPr>
                <p:cNvSpPr>
                  <a:spLocks noChangeArrowheads="1"/>
                </p:cNvSpPr>
                <p:nvPr/>
              </p:nvSpPr>
              <p:spPr bwMode="auto">
                <a:xfrm>
                  <a:off x="618" y="2571"/>
                  <a:ext cx="725"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4" name="AutoShape 151">
                  <a:extLst>
                    <a:ext uri="{FF2B5EF4-FFF2-40B4-BE49-F238E27FC236}">
                      <a16:creationId xmlns:a16="http://schemas.microsoft.com/office/drawing/2014/main" id="{66170CD7-30F0-104F-9FDE-D6C6D3ADF1E4}"/>
                    </a:ext>
                  </a:extLst>
                </p:cNvPr>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19" name="Rectangle 152">
                <a:extLst>
                  <a:ext uri="{FF2B5EF4-FFF2-40B4-BE49-F238E27FC236}">
                    <a16:creationId xmlns:a16="http://schemas.microsoft.com/office/drawing/2014/main" id="{D5D7F168-5271-A741-AF1D-3A72BD2B5FBA}"/>
                  </a:ext>
                </a:extLst>
              </p:cNvPr>
              <p:cNvSpPr>
                <a:spLocks noChangeArrowheads="1"/>
              </p:cNvSpPr>
              <p:nvPr/>
            </p:nvSpPr>
            <p:spPr bwMode="auto">
              <a:xfrm>
                <a:off x="4225" y="1017"/>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0" name="Group 153">
                <a:extLst>
                  <a:ext uri="{FF2B5EF4-FFF2-40B4-BE49-F238E27FC236}">
                    <a16:creationId xmlns:a16="http://schemas.microsoft.com/office/drawing/2014/main" id="{9BE27AD1-B49A-CD43-AEEF-1EB19E35FBF3}"/>
                  </a:ext>
                </a:extLst>
              </p:cNvPr>
              <p:cNvGrpSpPr>
                <a:grpSpLocks/>
              </p:cNvGrpSpPr>
              <p:nvPr/>
            </p:nvGrpSpPr>
            <p:grpSpPr bwMode="auto">
              <a:xfrm>
                <a:off x="4747" y="994"/>
                <a:ext cx="581" cy="134"/>
                <a:chOff x="614" y="2568"/>
                <a:chExt cx="725" cy="139"/>
              </a:xfrm>
            </p:grpSpPr>
            <p:sp>
              <p:nvSpPr>
                <p:cNvPr id="141" name="AutoShape 154">
                  <a:extLst>
                    <a:ext uri="{FF2B5EF4-FFF2-40B4-BE49-F238E27FC236}">
                      <a16:creationId xmlns:a16="http://schemas.microsoft.com/office/drawing/2014/main" id="{772812CA-D08B-5644-9C8E-95F457081755}"/>
                    </a:ext>
                  </a:extLst>
                </p:cNvPr>
                <p:cNvSpPr>
                  <a:spLocks noChangeArrowheads="1"/>
                </p:cNvSpPr>
                <p:nvPr/>
              </p:nvSpPr>
              <p:spPr bwMode="auto">
                <a:xfrm>
                  <a:off x="610" y="2569"/>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2" name="AutoShape 155">
                  <a:extLst>
                    <a:ext uri="{FF2B5EF4-FFF2-40B4-BE49-F238E27FC236}">
                      <a16:creationId xmlns:a16="http://schemas.microsoft.com/office/drawing/2014/main" id="{3D32E2F5-24C6-A54D-954E-F3C1A484996D}"/>
                    </a:ext>
                  </a:extLst>
                </p:cNvPr>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1" name="Rectangle 156">
                <a:extLst>
                  <a:ext uri="{FF2B5EF4-FFF2-40B4-BE49-F238E27FC236}">
                    <a16:creationId xmlns:a16="http://schemas.microsoft.com/office/drawing/2014/main" id="{59BDA1ED-A7F9-324D-9FF2-5D9F73B3BB40}"/>
                  </a:ext>
                </a:extLst>
              </p:cNvPr>
              <p:cNvSpPr>
                <a:spLocks noChangeArrowheads="1"/>
              </p:cNvSpPr>
              <p:nvPr/>
            </p:nvSpPr>
            <p:spPr bwMode="auto">
              <a:xfrm>
                <a:off x="4217" y="1355"/>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2" name="Rectangle 157">
                <a:extLst>
                  <a:ext uri="{FF2B5EF4-FFF2-40B4-BE49-F238E27FC236}">
                    <a16:creationId xmlns:a16="http://schemas.microsoft.com/office/drawing/2014/main" id="{C0BFAB3F-AC35-F648-8105-682E59ADBCDE}"/>
                  </a:ext>
                </a:extLst>
              </p:cNvPr>
              <p:cNvSpPr>
                <a:spLocks noChangeArrowheads="1"/>
              </p:cNvSpPr>
              <p:nvPr/>
            </p:nvSpPr>
            <p:spPr bwMode="auto">
              <a:xfrm>
                <a:off x="4225" y="1656"/>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3" name="Group 158">
                <a:extLst>
                  <a:ext uri="{FF2B5EF4-FFF2-40B4-BE49-F238E27FC236}">
                    <a16:creationId xmlns:a16="http://schemas.microsoft.com/office/drawing/2014/main" id="{8FF69078-E28B-AD46-85BF-C0BBF789E7FE}"/>
                  </a:ext>
                </a:extLst>
              </p:cNvPr>
              <p:cNvGrpSpPr>
                <a:grpSpLocks/>
              </p:cNvGrpSpPr>
              <p:nvPr/>
            </p:nvGrpSpPr>
            <p:grpSpPr bwMode="auto">
              <a:xfrm>
                <a:off x="4735" y="1627"/>
                <a:ext cx="582" cy="151"/>
                <a:chOff x="614" y="2568"/>
                <a:chExt cx="725" cy="139"/>
              </a:xfrm>
            </p:grpSpPr>
            <p:sp>
              <p:nvSpPr>
                <p:cNvPr id="139" name="AutoShape 159">
                  <a:extLst>
                    <a:ext uri="{FF2B5EF4-FFF2-40B4-BE49-F238E27FC236}">
                      <a16:creationId xmlns:a16="http://schemas.microsoft.com/office/drawing/2014/main" id="{9B0DD67E-9E17-0249-BE4A-653C3A8D28A3}"/>
                    </a:ext>
                  </a:extLst>
                </p:cNvPr>
                <p:cNvSpPr>
                  <a:spLocks noChangeArrowheads="1"/>
                </p:cNvSpPr>
                <p:nvPr/>
              </p:nvSpPr>
              <p:spPr bwMode="auto">
                <a:xfrm>
                  <a:off x="616" y="2568"/>
                  <a:ext cx="724" cy="142"/>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0" name="AutoShape 160">
                  <a:extLst>
                    <a:ext uri="{FF2B5EF4-FFF2-40B4-BE49-F238E27FC236}">
                      <a16:creationId xmlns:a16="http://schemas.microsoft.com/office/drawing/2014/main" id="{5D2A256B-AF19-C745-A1FF-3A72EC870184}"/>
                    </a:ext>
                  </a:extLst>
                </p:cNvPr>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4" name="Freeform 161">
                <a:extLst>
                  <a:ext uri="{FF2B5EF4-FFF2-40B4-BE49-F238E27FC236}">
                    <a16:creationId xmlns:a16="http://schemas.microsoft.com/office/drawing/2014/main" id="{A83F5805-F3B3-3346-A9B8-FDEF2D105CC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grpSp>
            <p:nvGrpSpPr>
              <p:cNvPr id="125" name="Group 162">
                <a:extLst>
                  <a:ext uri="{FF2B5EF4-FFF2-40B4-BE49-F238E27FC236}">
                    <a16:creationId xmlns:a16="http://schemas.microsoft.com/office/drawing/2014/main" id="{A2204E45-948E-A34A-A108-2294B7FAFA3C}"/>
                  </a:ext>
                </a:extLst>
              </p:cNvPr>
              <p:cNvGrpSpPr>
                <a:grpSpLocks/>
              </p:cNvGrpSpPr>
              <p:nvPr/>
            </p:nvGrpSpPr>
            <p:grpSpPr bwMode="auto">
              <a:xfrm>
                <a:off x="4739" y="1327"/>
                <a:ext cx="582" cy="139"/>
                <a:chOff x="614" y="2568"/>
                <a:chExt cx="725" cy="139"/>
              </a:xfrm>
            </p:grpSpPr>
            <p:sp>
              <p:nvSpPr>
                <p:cNvPr id="137" name="AutoShape 163">
                  <a:extLst>
                    <a:ext uri="{FF2B5EF4-FFF2-40B4-BE49-F238E27FC236}">
                      <a16:creationId xmlns:a16="http://schemas.microsoft.com/office/drawing/2014/main" id="{3CCECF35-2FC0-5E40-B1DA-1DB0D6F7BC2F}"/>
                    </a:ext>
                  </a:extLst>
                </p:cNvPr>
                <p:cNvSpPr>
                  <a:spLocks noChangeArrowheads="1"/>
                </p:cNvSpPr>
                <p:nvPr/>
              </p:nvSpPr>
              <p:spPr bwMode="auto">
                <a:xfrm>
                  <a:off x="611" y="2567"/>
                  <a:ext cx="724"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8" name="AutoShape 164">
                  <a:extLst>
                    <a:ext uri="{FF2B5EF4-FFF2-40B4-BE49-F238E27FC236}">
                      <a16:creationId xmlns:a16="http://schemas.microsoft.com/office/drawing/2014/main" id="{8B74FE84-F46F-BD45-B59C-4B4E221C60D0}"/>
                    </a:ext>
                  </a:extLst>
                </p:cNvPr>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6" name="Rectangle 165">
                <a:extLst>
                  <a:ext uri="{FF2B5EF4-FFF2-40B4-BE49-F238E27FC236}">
                    <a16:creationId xmlns:a16="http://schemas.microsoft.com/office/drawing/2014/main" id="{EFB8CB6A-6447-D24D-BD88-7D176E4102A0}"/>
                  </a:ext>
                </a:extLst>
              </p:cNvPr>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7" name="Freeform 166">
                <a:extLst>
                  <a:ext uri="{FF2B5EF4-FFF2-40B4-BE49-F238E27FC236}">
                    <a16:creationId xmlns:a16="http://schemas.microsoft.com/office/drawing/2014/main" id="{7DA25C04-818C-944B-AA5E-5C80E73C01C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8" name="Freeform 167">
                <a:extLst>
                  <a:ext uri="{FF2B5EF4-FFF2-40B4-BE49-F238E27FC236}">
                    <a16:creationId xmlns:a16="http://schemas.microsoft.com/office/drawing/2014/main" id="{047480B1-08CE-354D-B27C-4B6428A5A82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9" name="Oval 168">
                <a:extLst>
                  <a:ext uri="{FF2B5EF4-FFF2-40B4-BE49-F238E27FC236}">
                    <a16:creationId xmlns:a16="http://schemas.microsoft.com/office/drawing/2014/main" id="{809BB7F4-67B7-B54C-A450-898CD1825B72}"/>
                  </a:ext>
                </a:extLst>
              </p:cNvPr>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0" name="Freeform 169">
                <a:extLst>
                  <a:ext uri="{FF2B5EF4-FFF2-40B4-BE49-F238E27FC236}">
                    <a16:creationId xmlns:a16="http://schemas.microsoft.com/office/drawing/2014/main" id="{DA683EDC-F6BF-7C4C-8A71-32D3320CA39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31" name="AutoShape 170">
                <a:extLst>
                  <a:ext uri="{FF2B5EF4-FFF2-40B4-BE49-F238E27FC236}">
                    <a16:creationId xmlns:a16="http://schemas.microsoft.com/office/drawing/2014/main" id="{96EA98F8-F846-2A44-824F-71FAA477B583}"/>
                  </a:ext>
                </a:extLst>
              </p:cNvPr>
              <p:cNvSpPr>
                <a:spLocks noChangeArrowheads="1"/>
              </p:cNvSpPr>
              <p:nvPr/>
            </p:nvSpPr>
            <p:spPr bwMode="auto">
              <a:xfrm>
                <a:off x="4140" y="2678"/>
                <a:ext cx="1200" cy="147"/>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2" name="AutoShape 171">
                <a:extLst>
                  <a:ext uri="{FF2B5EF4-FFF2-40B4-BE49-F238E27FC236}">
                    <a16:creationId xmlns:a16="http://schemas.microsoft.com/office/drawing/2014/main" id="{23E7F763-52E6-DF40-9EB6-F8624D7B133E}"/>
                  </a:ext>
                </a:extLst>
              </p:cNvPr>
              <p:cNvSpPr>
                <a:spLocks noChangeArrowheads="1"/>
              </p:cNvSpPr>
              <p:nvPr/>
            </p:nvSpPr>
            <p:spPr bwMode="auto">
              <a:xfrm>
                <a:off x="4210" y="2707"/>
                <a:ext cx="1069" cy="8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3" name="Oval 172">
                <a:extLst>
                  <a:ext uri="{FF2B5EF4-FFF2-40B4-BE49-F238E27FC236}">
                    <a16:creationId xmlns:a16="http://schemas.microsoft.com/office/drawing/2014/main" id="{99202063-5BB9-474C-B3CE-B9C1D5A1BFD1}"/>
                  </a:ext>
                </a:extLst>
              </p:cNvPr>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4" name="Oval 173">
                <a:extLst>
                  <a:ext uri="{FF2B5EF4-FFF2-40B4-BE49-F238E27FC236}">
                    <a16:creationId xmlns:a16="http://schemas.microsoft.com/office/drawing/2014/main" id="{B09AE0A9-5898-4647-9779-E5BDE41A54C8}"/>
                  </a:ext>
                </a:extLst>
              </p:cNvPr>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endParaRPr lang="en-US" altLang="en-US" dirty="0">
                  <a:solidFill>
                    <a:srgbClr val="FF0000"/>
                  </a:solidFill>
                  <a:latin typeface="+mn-lt"/>
                  <a:cs typeface="Arial" panose="020B0604020202020204" pitchFamily="34" charset="0"/>
                </a:endParaRPr>
              </a:p>
            </p:txBody>
          </p:sp>
          <p:sp>
            <p:nvSpPr>
              <p:cNvPr id="135" name="Oval 174">
                <a:extLst>
                  <a:ext uri="{FF2B5EF4-FFF2-40B4-BE49-F238E27FC236}">
                    <a16:creationId xmlns:a16="http://schemas.microsoft.com/office/drawing/2014/main" id="{8844CEFC-6420-264F-A5ED-01CEFDBE7986}"/>
                  </a:ext>
                </a:extLst>
              </p:cNvPr>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6" name="Rectangle 175">
                <a:extLst>
                  <a:ext uri="{FF2B5EF4-FFF2-40B4-BE49-F238E27FC236}">
                    <a16:creationId xmlns:a16="http://schemas.microsoft.com/office/drawing/2014/main" id="{C4C6A502-6F38-784C-A809-5E5499386BB6}"/>
                  </a:ext>
                </a:extLst>
              </p:cNvPr>
              <p:cNvSpPr>
                <a:spLocks noChangeArrowheads="1"/>
              </p:cNvSpPr>
              <p:nvPr/>
            </p:nvSpPr>
            <p:spPr bwMode="auto">
              <a:xfrm>
                <a:off x="5062" y="1833"/>
                <a:ext cx="85" cy="764"/>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grpSp>
          <p:nvGrpSpPr>
            <p:cNvPr id="101" name="Group 176">
              <a:extLst>
                <a:ext uri="{FF2B5EF4-FFF2-40B4-BE49-F238E27FC236}">
                  <a16:creationId xmlns:a16="http://schemas.microsoft.com/office/drawing/2014/main" id="{7458836E-953E-904B-914D-ECEC36221A8B}"/>
                </a:ext>
              </a:extLst>
            </p:cNvPr>
            <p:cNvGrpSpPr>
              <a:grpSpLocks/>
            </p:cNvGrpSpPr>
            <p:nvPr/>
          </p:nvGrpSpPr>
          <p:grpSpPr bwMode="auto">
            <a:xfrm>
              <a:off x="4471988" y="2492375"/>
              <a:ext cx="620712" cy="512763"/>
              <a:chOff x="-44" y="1473"/>
              <a:chExt cx="981" cy="1105"/>
            </a:xfrm>
          </p:grpSpPr>
          <p:pic>
            <p:nvPicPr>
              <p:cNvPr id="111" name="Picture 177" descr="desktop_computer_stylized_medium">
                <a:extLst>
                  <a:ext uri="{FF2B5EF4-FFF2-40B4-BE49-F238E27FC236}">
                    <a16:creationId xmlns:a16="http://schemas.microsoft.com/office/drawing/2014/main" id="{176B8344-E22D-204D-807C-E9CE58B1B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Freeform 178">
                <a:extLst>
                  <a:ext uri="{FF2B5EF4-FFF2-40B4-BE49-F238E27FC236}">
                    <a16:creationId xmlns:a16="http://schemas.microsoft.com/office/drawing/2014/main" id="{1A078022-91F2-3F4E-9EA0-44DFCAF22D0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2" name="Group 179">
              <a:extLst>
                <a:ext uri="{FF2B5EF4-FFF2-40B4-BE49-F238E27FC236}">
                  <a16:creationId xmlns:a16="http://schemas.microsoft.com/office/drawing/2014/main" id="{B3CDB5E9-406A-8D48-A50D-C935BF4A5698}"/>
                </a:ext>
              </a:extLst>
            </p:cNvPr>
            <p:cNvGrpSpPr>
              <a:grpSpLocks/>
            </p:cNvGrpSpPr>
            <p:nvPr/>
          </p:nvGrpSpPr>
          <p:grpSpPr bwMode="auto">
            <a:xfrm>
              <a:off x="6300788" y="1284288"/>
              <a:ext cx="620712" cy="512762"/>
              <a:chOff x="-44" y="1473"/>
              <a:chExt cx="981" cy="1105"/>
            </a:xfrm>
          </p:grpSpPr>
          <p:pic>
            <p:nvPicPr>
              <p:cNvPr id="109" name="Picture 180" descr="desktop_computer_stylized_medium">
                <a:extLst>
                  <a:ext uri="{FF2B5EF4-FFF2-40B4-BE49-F238E27FC236}">
                    <a16:creationId xmlns:a16="http://schemas.microsoft.com/office/drawing/2014/main" id="{9E1583F0-4FBC-314F-B2AB-B24E50144F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181">
                <a:extLst>
                  <a:ext uri="{FF2B5EF4-FFF2-40B4-BE49-F238E27FC236}">
                    <a16:creationId xmlns:a16="http://schemas.microsoft.com/office/drawing/2014/main" id="{6E0AAFA3-AC83-6048-B318-2420EC961D5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3" name="Group 182">
              <a:extLst>
                <a:ext uri="{FF2B5EF4-FFF2-40B4-BE49-F238E27FC236}">
                  <a16:creationId xmlns:a16="http://schemas.microsoft.com/office/drawing/2014/main" id="{DCBBB39F-5E4C-C245-BE28-58A83FA44FE0}"/>
                </a:ext>
              </a:extLst>
            </p:cNvPr>
            <p:cNvGrpSpPr>
              <a:grpSpLocks/>
            </p:cNvGrpSpPr>
            <p:nvPr/>
          </p:nvGrpSpPr>
          <p:grpSpPr bwMode="auto">
            <a:xfrm>
              <a:off x="6910388" y="1360488"/>
              <a:ext cx="620712" cy="512762"/>
              <a:chOff x="-44" y="1473"/>
              <a:chExt cx="981" cy="1105"/>
            </a:xfrm>
          </p:grpSpPr>
          <p:pic>
            <p:nvPicPr>
              <p:cNvPr id="107" name="Picture 183" descr="desktop_computer_stylized_medium">
                <a:extLst>
                  <a:ext uri="{FF2B5EF4-FFF2-40B4-BE49-F238E27FC236}">
                    <a16:creationId xmlns:a16="http://schemas.microsoft.com/office/drawing/2014/main" id="{E5D20624-0F1B-4B43-A13C-C75A9292C5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Freeform 184">
                <a:extLst>
                  <a:ext uri="{FF2B5EF4-FFF2-40B4-BE49-F238E27FC236}">
                    <a16:creationId xmlns:a16="http://schemas.microsoft.com/office/drawing/2014/main" id="{35980134-57CB-D848-8F7C-C5F772511B7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4" name="Group 185">
              <a:extLst>
                <a:ext uri="{FF2B5EF4-FFF2-40B4-BE49-F238E27FC236}">
                  <a16:creationId xmlns:a16="http://schemas.microsoft.com/office/drawing/2014/main" id="{CAAE67A0-6730-B94B-A304-CFA3F109B656}"/>
                </a:ext>
              </a:extLst>
            </p:cNvPr>
            <p:cNvGrpSpPr>
              <a:grpSpLocks/>
            </p:cNvGrpSpPr>
            <p:nvPr/>
          </p:nvGrpSpPr>
          <p:grpSpPr bwMode="auto">
            <a:xfrm flipH="1">
              <a:off x="8369300" y="2362200"/>
              <a:ext cx="620713" cy="512763"/>
              <a:chOff x="-44" y="1473"/>
              <a:chExt cx="981" cy="1105"/>
            </a:xfrm>
          </p:grpSpPr>
          <p:pic>
            <p:nvPicPr>
              <p:cNvPr id="105" name="Picture 186" descr="desktop_computer_stylized_medium">
                <a:extLst>
                  <a:ext uri="{FF2B5EF4-FFF2-40B4-BE49-F238E27FC236}">
                    <a16:creationId xmlns:a16="http://schemas.microsoft.com/office/drawing/2014/main" id="{374F131D-15C0-B347-9AFE-5A5EEADA4E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187">
                <a:extLst>
                  <a:ext uri="{FF2B5EF4-FFF2-40B4-BE49-F238E27FC236}">
                    <a16:creationId xmlns:a16="http://schemas.microsoft.com/office/drawing/2014/main" id="{D81A3509-0DD0-1042-A6A3-8C677E9DCC5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sp>
        <p:nvSpPr>
          <p:cNvPr id="145" name="Line 53">
            <a:extLst>
              <a:ext uri="{FF2B5EF4-FFF2-40B4-BE49-F238E27FC236}">
                <a16:creationId xmlns:a16="http://schemas.microsoft.com/office/drawing/2014/main" id="{5B4F3401-24CB-7648-BD89-1A7CFF53418C}"/>
              </a:ext>
            </a:extLst>
          </p:cNvPr>
          <p:cNvSpPr>
            <a:spLocks noChangeShapeType="1"/>
          </p:cNvSpPr>
          <p:nvPr/>
        </p:nvSpPr>
        <p:spPr bwMode="auto">
          <a:xfrm flipV="1">
            <a:off x="7346884" y="5742831"/>
            <a:ext cx="430213" cy="69215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146" name="Text Box 54">
            <a:extLst>
              <a:ext uri="{FF2B5EF4-FFF2-40B4-BE49-F238E27FC236}">
                <a16:creationId xmlns:a16="http://schemas.microsoft.com/office/drawing/2014/main" id="{5BD0C7E9-770D-0B41-BE6E-3ADF84797818}"/>
              </a:ext>
            </a:extLst>
          </p:cNvPr>
          <p:cNvSpPr txBox="1">
            <a:spLocks noChangeArrowheads="1"/>
          </p:cNvSpPr>
          <p:nvPr/>
        </p:nvSpPr>
        <p:spPr bwMode="auto">
          <a:xfrm>
            <a:off x="4493784" y="6271469"/>
            <a:ext cx="2905732"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400" dirty="0">
                <a:latin typeface="+mn-lt"/>
              </a:rPr>
              <a:t>increases linearly in N</a:t>
            </a:r>
          </a:p>
        </p:txBody>
      </p:sp>
      <p:sp>
        <p:nvSpPr>
          <p:cNvPr id="147" name="Text Box 51">
            <a:extLst>
              <a:ext uri="{FF2B5EF4-FFF2-40B4-BE49-F238E27FC236}">
                <a16:creationId xmlns:a16="http://schemas.microsoft.com/office/drawing/2014/main" id="{49B83A0D-0FBE-7E43-85D0-C80B2E74DD2A}"/>
              </a:ext>
            </a:extLst>
          </p:cNvPr>
          <p:cNvSpPr txBox="1">
            <a:spLocks noChangeArrowheads="1"/>
          </p:cNvSpPr>
          <p:nvPr/>
        </p:nvSpPr>
        <p:spPr bwMode="auto">
          <a:xfrm>
            <a:off x="2736226" y="5036394"/>
            <a:ext cx="3049233" cy="1036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r">
              <a:lnSpc>
                <a:spcPct val="80000"/>
              </a:lnSpc>
            </a:pPr>
            <a:r>
              <a:rPr lang="en-US" altLang="en-US" sz="2400" i="1" dirty="0">
                <a:latin typeface="+mn-lt"/>
              </a:rPr>
              <a:t>time to  distribute F </a:t>
            </a:r>
          </a:p>
          <a:p>
            <a:pPr algn="r">
              <a:lnSpc>
                <a:spcPct val="80000"/>
              </a:lnSpc>
            </a:pPr>
            <a:r>
              <a:rPr lang="en-US" altLang="en-US" sz="2400" i="1" dirty="0">
                <a:latin typeface="+mn-lt"/>
              </a:rPr>
              <a:t>to N clients using </a:t>
            </a:r>
          </a:p>
          <a:p>
            <a:pPr algn="r">
              <a:lnSpc>
                <a:spcPct val="80000"/>
              </a:lnSpc>
            </a:pPr>
            <a:r>
              <a:rPr lang="en-US" altLang="en-US" sz="2400" i="1" dirty="0">
                <a:latin typeface="+mn-lt"/>
              </a:rPr>
              <a:t>client-server approach</a:t>
            </a:r>
            <a:r>
              <a:rPr lang="en-US" altLang="en-US" sz="2800" dirty="0">
                <a:latin typeface="+mn-lt"/>
              </a:rPr>
              <a:t> </a:t>
            </a:r>
            <a:endParaRPr lang="en-US" altLang="en-US" sz="3200" dirty="0">
              <a:latin typeface="+mn-lt"/>
            </a:endParaRPr>
          </a:p>
        </p:txBody>
      </p:sp>
      <p:sp>
        <p:nvSpPr>
          <p:cNvPr id="148" name="Rectangle 55">
            <a:extLst>
              <a:ext uri="{FF2B5EF4-FFF2-40B4-BE49-F238E27FC236}">
                <a16:creationId xmlns:a16="http://schemas.microsoft.com/office/drawing/2014/main" id="{01D3C4E1-DA80-A24C-A094-D590BCC34655}"/>
              </a:ext>
            </a:extLst>
          </p:cNvPr>
          <p:cNvSpPr>
            <a:spLocks noChangeArrowheads="1"/>
          </p:cNvSpPr>
          <p:nvPr/>
        </p:nvSpPr>
        <p:spPr bwMode="auto">
          <a:xfrm>
            <a:off x="2518348" y="4964956"/>
            <a:ext cx="7421599" cy="1235075"/>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800" dirty="0">
              <a:latin typeface="+mn-lt"/>
            </a:endParaRPr>
          </a:p>
        </p:txBody>
      </p:sp>
      <p:sp>
        <p:nvSpPr>
          <p:cNvPr id="149" name="Text Box 96">
            <a:extLst>
              <a:ext uri="{FF2B5EF4-FFF2-40B4-BE49-F238E27FC236}">
                <a16:creationId xmlns:a16="http://schemas.microsoft.com/office/drawing/2014/main" id="{11EFB657-3D70-CB41-8FB4-5E358070DDC4}"/>
              </a:ext>
            </a:extLst>
          </p:cNvPr>
          <p:cNvSpPr txBox="1">
            <a:spLocks noChangeArrowheads="1"/>
          </p:cNvSpPr>
          <p:nvPr/>
        </p:nvSpPr>
        <p:spPr bwMode="auto">
          <a:xfrm>
            <a:off x="5696559" y="5279281"/>
            <a:ext cx="434369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3200" i="1" dirty="0">
                <a:latin typeface="+mn-lt"/>
              </a:rPr>
              <a:t> D</a:t>
            </a:r>
            <a:r>
              <a:rPr lang="en-US" altLang="en-US" sz="3200" i="1" baseline="-25000" dirty="0">
                <a:latin typeface="+mn-lt"/>
              </a:rPr>
              <a:t>c-s</a:t>
            </a:r>
            <a:r>
              <a:rPr lang="en-US" altLang="en-US" sz="3200" i="1" dirty="0">
                <a:latin typeface="+mn-lt"/>
              </a:rPr>
              <a:t> &gt; max{NF/u</a:t>
            </a:r>
            <a:r>
              <a:rPr lang="en-US" altLang="en-US" sz="3200" i="1" baseline="-25000" dirty="0">
                <a:latin typeface="+mn-lt"/>
              </a:rPr>
              <a:t>s,</a:t>
            </a:r>
            <a:r>
              <a:rPr lang="en-US" altLang="en-US" sz="3200" i="1" dirty="0">
                <a:latin typeface="+mn-lt"/>
              </a:rPr>
              <a:t>,F/d</a:t>
            </a:r>
            <a:r>
              <a:rPr lang="en-US" altLang="en-US" sz="3200" i="1" baseline="-25000" dirty="0">
                <a:latin typeface="+mn-lt"/>
              </a:rPr>
              <a:t>min</a:t>
            </a:r>
            <a:r>
              <a:rPr lang="en-US" altLang="en-US" sz="3200" i="1" dirty="0">
                <a:latin typeface="+mn-lt"/>
              </a:rPr>
              <a:t>}</a:t>
            </a:r>
            <a:r>
              <a:rPr lang="en-US" altLang="en-US" sz="3200" i="1" dirty="0">
                <a:solidFill>
                  <a:srgbClr val="CC0000"/>
                </a:solidFill>
                <a:latin typeface="+mn-lt"/>
              </a:rPr>
              <a:t> </a:t>
            </a:r>
          </a:p>
        </p:txBody>
      </p:sp>
      <p:sp>
        <p:nvSpPr>
          <p:cNvPr id="150" name="Line 120">
            <a:extLst>
              <a:ext uri="{FF2B5EF4-FFF2-40B4-BE49-F238E27FC236}">
                <a16:creationId xmlns:a16="http://schemas.microsoft.com/office/drawing/2014/main" id="{804EF034-3125-A746-B994-CD76FEE71CF1}"/>
              </a:ext>
            </a:extLst>
          </p:cNvPr>
          <p:cNvSpPr>
            <a:spLocks noChangeShapeType="1"/>
          </p:cNvSpPr>
          <p:nvPr/>
        </p:nvSpPr>
        <p:spPr bwMode="auto">
          <a:xfrm>
            <a:off x="6593497" y="5707906"/>
            <a:ext cx="1746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Tree>
    <p:extLst>
      <p:ext uri="{BB962C8B-B14F-4D97-AF65-F5344CB8AC3E}">
        <p14:creationId xmlns:p14="http://schemas.microsoft.com/office/powerpoint/2010/main" val="831995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File distribution time: P2P</a:t>
            </a:r>
            <a:endParaRPr lang="en-US" sz="4400" dirty="0"/>
          </a:p>
        </p:txBody>
      </p:sp>
      <p:sp>
        <p:nvSpPr>
          <p:cNvPr id="80" name="Rectangle 47">
            <a:extLst>
              <a:ext uri="{FF2B5EF4-FFF2-40B4-BE49-F238E27FC236}">
                <a16:creationId xmlns:a16="http://schemas.microsoft.com/office/drawing/2014/main" id="{B88328AA-6216-394D-8D58-0ECC1E0888AE}"/>
              </a:ext>
            </a:extLst>
          </p:cNvPr>
          <p:cNvSpPr txBox="1">
            <a:spLocks noChangeArrowheads="1"/>
          </p:cNvSpPr>
          <p:nvPr/>
        </p:nvSpPr>
        <p:spPr>
          <a:xfrm>
            <a:off x="755629" y="1323701"/>
            <a:ext cx="6098355" cy="20145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i="1" dirty="0">
                <a:solidFill>
                  <a:srgbClr val="CC0000"/>
                </a:solidFill>
                <a:ea typeface="ＭＳ Ｐゴシック" panose="020B0600070205080204" pitchFamily="34" charset="-128"/>
              </a:rPr>
              <a:t>server transmission: </a:t>
            </a:r>
            <a:r>
              <a:rPr lang="en-US" altLang="en-US" dirty="0">
                <a:ea typeface="ＭＳ Ｐゴシック" panose="020B0600070205080204" pitchFamily="34" charset="-128"/>
              </a:rPr>
              <a:t>must</a:t>
            </a:r>
            <a:r>
              <a:rPr lang="en-US" altLang="en-US" i="1" dirty="0">
                <a:solidFill>
                  <a:srgbClr val="CC0000"/>
                </a:solidFill>
                <a:ea typeface="ＭＳ Ｐゴシック" panose="020B0600070205080204" pitchFamily="34" charset="-128"/>
              </a:rPr>
              <a:t> </a:t>
            </a:r>
            <a:r>
              <a:rPr lang="en-US" altLang="en-US" dirty="0">
                <a:ea typeface="ＭＳ Ｐゴシック" panose="020B0600070205080204" pitchFamily="34" charset="-128"/>
              </a:rPr>
              <a:t>upload at least one copy:</a:t>
            </a:r>
          </a:p>
          <a:p>
            <a:pPr lvl="1">
              <a:lnSpc>
                <a:spcPct val="100000"/>
              </a:lnSpc>
            </a:pPr>
            <a:r>
              <a:rPr lang="en-US" altLang="en-US" dirty="0">
                <a:ea typeface="ＭＳ Ｐゴシック" panose="020B0600070205080204" pitchFamily="34" charset="-128"/>
              </a:rPr>
              <a:t>time to send one copy: </a:t>
            </a:r>
            <a:r>
              <a:rPr lang="en-US" altLang="en-US" i="1" dirty="0">
                <a:ea typeface="ＭＳ Ｐゴシック" panose="020B0600070205080204" pitchFamily="34" charset="-128"/>
              </a:rPr>
              <a:t>F/u</a:t>
            </a:r>
            <a:r>
              <a:rPr lang="en-US" altLang="en-US" i="1" baseline="-25000" dirty="0">
                <a:ea typeface="ＭＳ Ｐゴシック" panose="020B0600070205080204" pitchFamily="34" charset="-128"/>
              </a:rPr>
              <a:t>s </a:t>
            </a:r>
            <a:endParaRPr lang="en-US" altLang="en-US" dirty="0">
              <a:ea typeface="ＭＳ Ｐゴシック" panose="020B0600070205080204" pitchFamily="34" charset="-128"/>
            </a:endParaRPr>
          </a:p>
        </p:txBody>
      </p:sp>
      <p:sp>
        <p:nvSpPr>
          <p:cNvPr id="81" name="Rectangle 47">
            <a:extLst>
              <a:ext uri="{FF2B5EF4-FFF2-40B4-BE49-F238E27FC236}">
                <a16:creationId xmlns:a16="http://schemas.microsoft.com/office/drawing/2014/main" id="{646323ED-CAE9-B942-8F14-B61CB7708E67}"/>
              </a:ext>
            </a:extLst>
          </p:cNvPr>
          <p:cNvSpPr>
            <a:spLocks noChangeArrowheads="1"/>
          </p:cNvSpPr>
          <p:nvPr/>
        </p:nvSpPr>
        <p:spPr bwMode="auto">
          <a:xfrm>
            <a:off x="877866" y="2707749"/>
            <a:ext cx="5773736" cy="1209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800100" indent="-34290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buClr>
                <a:srgbClr val="000099"/>
              </a:buClr>
              <a:buSzPct val="100000"/>
              <a:buFont typeface="Wingdings" pitchFamily="2" charset="2"/>
              <a:buChar char="§"/>
            </a:pPr>
            <a:r>
              <a:rPr lang="en-US" altLang="en-US" sz="2800" i="1" dirty="0">
                <a:solidFill>
                  <a:srgbClr val="CC0000"/>
                </a:solidFill>
                <a:latin typeface="+mn-lt"/>
              </a:rPr>
              <a:t>client: </a:t>
            </a:r>
            <a:r>
              <a:rPr lang="en-US" altLang="en-US" sz="2800" dirty="0">
                <a:latin typeface="+mn-lt"/>
              </a:rPr>
              <a:t>each client must download file copy</a:t>
            </a:r>
          </a:p>
          <a:p>
            <a:pPr lvl="1">
              <a:lnSpc>
                <a:spcPct val="99000"/>
              </a:lnSpc>
              <a:buClr>
                <a:srgbClr val="000099"/>
              </a:buClr>
              <a:buSzTx/>
              <a:buFont typeface="Arial" panose="020B0604020202020204" pitchFamily="34" charset="0"/>
              <a:buChar char="•"/>
            </a:pPr>
            <a:r>
              <a:rPr lang="en-US" altLang="en-US" sz="2400" dirty="0">
                <a:latin typeface="+mn-lt"/>
              </a:rPr>
              <a:t>min client download time: </a:t>
            </a:r>
            <a:r>
              <a:rPr lang="en-US" altLang="en-US" sz="2400" i="1" dirty="0">
                <a:latin typeface="+mn-lt"/>
              </a:rPr>
              <a:t>F/d</a:t>
            </a:r>
            <a:r>
              <a:rPr lang="en-US" altLang="en-US" sz="2400" i="1" baseline="-25000" dirty="0">
                <a:latin typeface="+mn-lt"/>
              </a:rPr>
              <a:t>min</a:t>
            </a:r>
            <a:r>
              <a:rPr lang="en-US" altLang="en-US" sz="2400" i="1" dirty="0">
                <a:solidFill>
                  <a:srgbClr val="CC0000"/>
                </a:solidFill>
                <a:latin typeface="+mn-lt"/>
              </a:rPr>
              <a:t> </a:t>
            </a:r>
            <a:endParaRPr lang="en-US" altLang="en-US" sz="2400" i="1" dirty="0">
              <a:latin typeface="+mn-lt"/>
            </a:endParaRPr>
          </a:p>
        </p:txBody>
      </p:sp>
      <p:grpSp>
        <p:nvGrpSpPr>
          <p:cNvPr id="83" name="Group 82">
            <a:extLst>
              <a:ext uri="{FF2B5EF4-FFF2-40B4-BE49-F238E27FC236}">
                <a16:creationId xmlns:a16="http://schemas.microsoft.com/office/drawing/2014/main" id="{D193E6F0-6AB2-EC43-BC1A-D75808C2FB26}"/>
              </a:ext>
            </a:extLst>
          </p:cNvPr>
          <p:cNvGrpSpPr/>
          <p:nvPr/>
        </p:nvGrpSpPr>
        <p:grpSpPr>
          <a:xfrm>
            <a:off x="7006772" y="1790995"/>
            <a:ext cx="4518025" cy="2036762"/>
            <a:chOff x="4471988" y="1284288"/>
            <a:chExt cx="4518025" cy="2036762"/>
          </a:xfrm>
        </p:grpSpPr>
        <p:sp>
          <p:nvSpPr>
            <p:cNvPr id="84" name="Freeform 4">
              <a:extLst>
                <a:ext uri="{FF2B5EF4-FFF2-40B4-BE49-F238E27FC236}">
                  <a16:creationId xmlns:a16="http://schemas.microsoft.com/office/drawing/2014/main" id="{64409998-6B21-6843-AEE3-D4B2D80FE5D4}"/>
                </a:ext>
              </a:extLst>
            </p:cNvPr>
            <p:cNvSpPr>
              <a:spLocks/>
            </p:cNvSpPr>
            <p:nvPr/>
          </p:nvSpPr>
          <p:spPr bwMode="auto">
            <a:xfrm>
              <a:off x="5600700" y="2111375"/>
              <a:ext cx="2136775" cy="12096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000" dirty="0"/>
            </a:p>
          </p:txBody>
        </p:sp>
        <p:sp>
          <p:nvSpPr>
            <p:cNvPr id="85" name="Line 14">
              <a:extLst>
                <a:ext uri="{FF2B5EF4-FFF2-40B4-BE49-F238E27FC236}">
                  <a16:creationId xmlns:a16="http://schemas.microsoft.com/office/drawing/2014/main" id="{05D67BD2-8DEF-EC43-87F6-22A4D3E1D772}"/>
                </a:ext>
              </a:extLst>
            </p:cNvPr>
            <p:cNvSpPr>
              <a:spLocks noChangeShapeType="1"/>
            </p:cNvSpPr>
            <p:nvPr/>
          </p:nvSpPr>
          <p:spPr bwMode="auto">
            <a:xfrm>
              <a:off x="5338763" y="2085975"/>
              <a:ext cx="455612" cy="21431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6" name="Text Box 15">
              <a:extLst>
                <a:ext uri="{FF2B5EF4-FFF2-40B4-BE49-F238E27FC236}">
                  <a16:creationId xmlns:a16="http://schemas.microsoft.com/office/drawing/2014/main" id="{B5B6E9F6-DA21-FF49-8DD4-F3C6E1FE662C}"/>
                </a:ext>
              </a:extLst>
            </p:cNvPr>
            <p:cNvSpPr txBox="1">
              <a:spLocks noChangeArrowheads="1"/>
            </p:cNvSpPr>
            <p:nvPr/>
          </p:nvSpPr>
          <p:spPr bwMode="auto">
            <a:xfrm>
              <a:off x="5364163" y="1763713"/>
              <a:ext cx="362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s</a:t>
              </a:r>
            </a:p>
          </p:txBody>
        </p:sp>
        <p:sp>
          <p:nvSpPr>
            <p:cNvPr id="87" name="Line 39">
              <a:extLst>
                <a:ext uri="{FF2B5EF4-FFF2-40B4-BE49-F238E27FC236}">
                  <a16:creationId xmlns:a16="http://schemas.microsoft.com/office/drawing/2014/main" id="{31CED78D-7737-214B-BCE4-DCAB761FE9AA}"/>
                </a:ext>
              </a:extLst>
            </p:cNvPr>
            <p:cNvSpPr>
              <a:spLocks noChangeShapeType="1"/>
            </p:cNvSpPr>
            <p:nvPr/>
          </p:nvSpPr>
          <p:spPr bwMode="auto">
            <a:xfrm>
              <a:off x="5089525" y="2713038"/>
              <a:ext cx="5746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8" name="Line 40">
              <a:extLst>
                <a:ext uri="{FF2B5EF4-FFF2-40B4-BE49-F238E27FC236}">
                  <a16:creationId xmlns:a16="http://schemas.microsoft.com/office/drawing/2014/main" id="{FD1ACD18-F196-1746-9009-0670E710DC08}"/>
                </a:ext>
              </a:extLst>
            </p:cNvPr>
            <p:cNvSpPr>
              <a:spLocks noChangeShapeType="1"/>
            </p:cNvSpPr>
            <p:nvPr/>
          </p:nvSpPr>
          <p:spPr bwMode="auto">
            <a:xfrm flipH="1">
              <a:off x="5119688" y="2814638"/>
              <a:ext cx="5667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9" name="Text Box 44">
              <a:extLst>
                <a:ext uri="{FF2B5EF4-FFF2-40B4-BE49-F238E27FC236}">
                  <a16:creationId xmlns:a16="http://schemas.microsoft.com/office/drawing/2014/main" id="{4F15E7E5-19D5-AE49-B8AC-295EC6160CEB}"/>
                </a:ext>
              </a:extLst>
            </p:cNvPr>
            <p:cNvSpPr txBox="1">
              <a:spLocks noChangeArrowheads="1"/>
            </p:cNvSpPr>
            <p:nvPr/>
          </p:nvSpPr>
          <p:spPr bwMode="auto">
            <a:xfrm>
              <a:off x="6103696" y="2460625"/>
              <a:ext cx="10545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dirty="0">
                  <a:solidFill>
                    <a:schemeClr val="bg1"/>
                  </a:solidFill>
                  <a:latin typeface="+mn-lt"/>
                </a:rPr>
                <a:t>network</a:t>
              </a:r>
              <a:endParaRPr lang="en-US" altLang="en-US" sz="1800" dirty="0">
                <a:solidFill>
                  <a:schemeClr val="bg1"/>
                </a:solidFill>
                <a:latin typeface="+mn-lt"/>
              </a:endParaRPr>
            </a:p>
          </p:txBody>
        </p:sp>
        <p:sp>
          <p:nvSpPr>
            <p:cNvPr id="90" name="AutoShape 327">
              <a:extLst>
                <a:ext uri="{FF2B5EF4-FFF2-40B4-BE49-F238E27FC236}">
                  <a16:creationId xmlns:a16="http://schemas.microsoft.com/office/drawing/2014/main" id="{F1CA6701-3613-AE49-BD0C-998D6498E9E3}"/>
                </a:ext>
              </a:extLst>
            </p:cNvPr>
            <p:cNvSpPr>
              <a:spLocks noChangeArrowheads="1"/>
            </p:cNvSpPr>
            <p:nvPr/>
          </p:nvSpPr>
          <p:spPr bwMode="auto">
            <a:xfrm>
              <a:off x="4740275" y="1562100"/>
              <a:ext cx="334963" cy="401638"/>
            </a:xfrm>
            <a:prstGeom prst="can">
              <a:avLst>
                <a:gd name="adj" fmla="val 24242"/>
              </a:avLst>
            </a:prstGeom>
            <a:gradFill rotWithShape="1">
              <a:gsLst>
                <a:gs pos="0">
                  <a:srgbClr val="000099"/>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buClrTx/>
                <a:buSzTx/>
                <a:buFontTx/>
                <a:buNone/>
              </a:pPr>
              <a:endParaRPr lang="en-US" altLang="en-US" sz="900" dirty="0">
                <a:latin typeface="+mn-lt"/>
                <a:cs typeface="Arial" panose="020B0604020202020204" pitchFamily="34" charset="0"/>
              </a:endParaRPr>
            </a:p>
          </p:txBody>
        </p:sp>
        <p:sp>
          <p:nvSpPr>
            <p:cNvPr id="91" name="Line 22">
              <a:extLst>
                <a:ext uri="{FF2B5EF4-FFF2-40B4-BE49-F238E27FC236}">
                  <a16:creationId xmlns:a16="http://schemas.microsoft.com/office/drawing/2014/main" id="{7769C7C9-ADC5-B848-B48C-F422C7EBE8FB}"/>
                </a:ext>
              </a:extLst>
            </p:cNvPr>
            <p:cNvSpPr>
              <a:spLocks noChangeShapeType="1"/>
            </p:cNvSpPr>
            <p:nvPr/>
          </p:nvSpPr>
          <p:spPr bwMode="auto">
            <a:xfrm flipV="1">
              <a:off x="7000875" y="1819275"/>
              <a:ext cx="180975"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2" name="Line 23">
              <a:extLst>
                <a:ext uri="{FF2B5EF4-FFF2-40B4-BE49-F238E27FC236}">
                  <a16:creationId xmlns:a16="http://schemas.microsoft.com/office/drawing/2014/main" id="{E579FF7F-DE73-E14A-8EE9-65BCC9EF0D0A}"/>
                </a:ext>
              </a:extLst>
            </p:cNvPr>
            <p:cNvSpPr>
              <a:spLocks noChangeShapeType="1"/>
            </p:cNvSpPr>
            <p:nvPr/>
          </p:nvSpPr>
          <p:spPr bwMode="auto">
            <a:xfrm flipH="1">
              <a:off x="7078663" y="1825625"/>
              <a:ext cx="187325"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3" name="Line 22">
              <a:extLst>
                <a:ext uri="{FF2B5EF4-FFF2-40B4-BE49-F238E27FC236}">
                  <a16:creationId xmlns:a16="http://schemas.microsoft.com/office/drawing/2014/main" id="{6407598A-1198-B046-ACD6-89FFBAE9F5D8}"/>
                </a:ext>
              </a:extLst>
            </p:cNvPr>
            <p:cNvSpPr>
              <a:spLocks noChangeShapeType="1"/>
            </p:cNvSpPr>
            <p:nvPr/>
          </p:nvSpPr>
          <p:spPr bwMode="auto">
            <a:xfrm flipV="1">
              <a:off x="6416675" y="1736725"/>
              <a:ext cx="179388"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4" name="Line 23">
              <a:extLst>
                <a:ext uri="{FF2B5EF4-FFF2-40B4-BE49-F238E27FC236}">
                  <a16:creationId xmlns:a16="http://schemas.microsoft.com/office/drawing/2014/main" id="{AA613AE8-B26B-304E-9B36-0E639788D60C}"/>
                </a:ext>
              </a:extLst>
            </p:cNvPr>
            <p:cNvSpPr>
              <a:spLocks noChangeShapeType="1"/>
            </p:cNvSpPr>
            <p:nvPr/>
          </p:nvSpPr>
          <p:spPr bwMode="auto">
            <a:xfrm flipH="1">
              <a:off x="6492875" y="1743075"/>
              <a:ext cx="185738"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5" name="Line 138">
              <a:extLst>
                <a:ext uri="{FF2B5EF4-FFF2-40B4-BE49-F238E27FC236}">
                  <a16:creationId xmlns:a16="http://schemas.microsoft.com/office/drawing/2014/main" id="{6F964BD8-116B-D445-82F9-8C9897E3E733}"/>
                </a:ext>
              </a:extLst>
            </p:cNvPr>
            <p:cNvSpPr>
              <a:spLocks noChangeShapeType="1"/>
            </p:cNvSpPr>
            <p:nvPr/>
          </p:nvSpPr>
          <p:spPr bwMode="auto">
            <a:xfrm>
              <a:off x="7723188" y="2579688"/>
              <a:ext cx="658812"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96" name="Line 139">
              <a:extLst>
                <a:ext uri="{FF2B5EF4-FFF2-40B4-BE49-F238E27FC236}">
                  <a16:creationId xmlns:a16="http://schemas.microsoft.com/office/drawing/2014/main" id="{A562798A-3EC4-1E41-99DB-FA81FB640E5C}"/>
                </a:ext>
              </a:extLst>
            </p:cNvPr>
            <p:cNvSpPr>
              <a:spLocks noChangeShapeType="1"/>
            </p:cNvSpPr>
            <p:nvPr/>
          </p:nvSpPr>
          <p:spPr bwMode="auto">
            <a:xfrm>
              <a:off x="7726363" y="2682875"/>
              <a:ext cx="660400" cy="0"/>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7" name="Text Box 41">
              <a:extLst>
                <a:ext uri="{FF2B5EF4-FFF2-40B4-BE49-F238E27FC236}">
                  <a16:creationId xmlns:a16="http://schemas.microsoft.com/office/drawing/2014/main" id="{FEE3AD0E-92A3-9E48-8C36-9A0805BC837E}"/>
                </a:ext>
              </a:extLst>
            </p:cNvPr>
            <p:cNvSpPr txBox="1">
              <a:spLocks noChangeArrowheads="1"/>
            </p:cNvSpPr>
            <p:nvPr/>
          </p:nvSpPr>
          <p:spPr bwMode="auto">
            <a:xfrm>
              <a:off x="7813675" y="2146300"/>
              <a:ext cx="450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d</a:t>
              </a:r>
              <a:r>
                <a:rPr lang="en-US" altLang="en-US" sz="1800" i="1" baseline="-25000" dirty="0">
                  <a:latin typeface="+mn-lt"/>
                </a:rPr>
                <a:t>i</a:t>
              </a:r>
            </a:p>
          </p:txBody>
        </p:sp>
        <p:sp>
          <p:nvSpPr>
            <p:cNvPr id="98" name="Text Box 41">
              <a:extLst>
                <a:ext uri="{FF2B5EF4-FFF2-40B4-BE49-F238E27FC236}">
                  <a16:creationId xmlns:a16="http://schemas.microsoft.com/office/drawing/2014/main" id="{0D2E1DAB-DBC4-2B41-8914-2E86878AE902}"/>
                </a:ext>
              </a:extLst>
            </p:cNvPr>
            <p:cNvSpPr txBox="1">
              <a:spLocks noChangeArrowheads="1"/>
            </p:cNvSpPr>
            <p:nvPr/>
          </p:nvSpPr>
          <p:spPr bwMode="auto">
            <a:xfrm>
              <a:off x="7829550" y="2663825"/>
              <a:ext cx="50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i</a:t>
              </a:r>
            </a:p>
          </p:txBody>
        </p:sp>
        <p:sp>
          <p:nvSpPr>
            <p:cNvPr id="99" name="Text Box 47">
              <a:extLst>
                <a:ext uri="{FF2B5EF4-FFF2-40B4-BE49-F238E27FC236}">
                  <a16:creationId xmlns:a16="http://schemas.microsoft.com/office/drawing/2014/main" id="{A5050569-3116-8F4C-B19A-31999F9F230E}"/>
                </a:ext>
              </a:extLst>
            </p:cNvPr>
            <p:cNvSpPr txBox="1">
              <a:spLocks noChangeArrowheads="1"/>
            </p:cNvSpPr>
            <p:nvPr/>
          </p:nvSpPr>
          <p:spPr bwMode="auto">
            <a:xfrm>
              <a:off x="4498975" y="1616075"/>
              <a:ext cx="7905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sz="1600" i="1" dirty="0">
                  <a:latin typeface="+mn-lt"/>
                </a:rPr>
                <a:t>F</a:t>
              </a:r>
              <a:endParaRPr lang="en-US" altLang="en-US" sz="1600" i="1" baseline="-25000" dirty="0">
                <a:latin typeface="+mn-lt"/>
              </a:endParaRPr>
            </a:p>
          </p:txBody>
        </p:sp>
        <p:grpSp>
          <p:nvGrpSpPr>
            <p:cNvPr id="100" name="Group 143">
              <a:extLst>
                <a:ext uri="{FF2B5EF4-FFF2-40B4-BE49-F238E27FC236}">
                  <a16:creationId xmlns:a16="http://schemas.microsoft.com/office/drawing/2014/main" id="{479599EE-E0AC-5747-8F3A-66F7F72E864E}"/>
                </a:ext>
              </a:extLst>
            </p:cNvPr>
            <p:cNvGrpSpPr>
              <a:grpSpLocks/>
            </p:cNvGrpSpPr>
            <p:nvPr/>
          </p:nvGrpSpPr>
          <p:grpSpPr bwMode="auto">
            <a:xfrm>
              <a:off x="5114925" y="1690688"/>
              <a:ext cx="292100" cy="517525"/>
              <a:chOff x="4140" y="429"/>
              <a:chExt cx="1425" cy="2396"/>
            </a:xfrm>
          </p:grpSpPr>
          <p:sp>
            <p:nvSpPr>
              <p:cNvPr id="113" name="Freeform 144">
                <a:extLst>
                  <a:ext uri="{FF2B5EF4-FFF2-40B4-BE49-F238E27FC236}">
                    <a16:creationId xmlns:a16="http://schemas.microsoft.com/office/drawing/2014/main" id="{6A822DAE-E587-7E49-A7EE-6F64DAB036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4" name="Rectangle 145">
                <a:extLst>
                  <a:ext uri="{FF2B5EF4-FFF2-40B4-BE49-F238E27FC236}">
                    <a16:creationId xmlns:a16="http://schemas.microsoft.com/office/drawing/2014/main" id="{5A81F0A7-6B44-1748-BC35-BE178F0E179E}"/>
                  </a:ext>
                </a:extLst>
              </p:cNvPr>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15" name="Freeform 146">
                <a:extLst>
                  <a:ext uri="{FF2B5EF4-FFF2-40B4-BE49-F238E27FC236}">
                    <a16:creationId xmlns:a16="http://schemas.microsoft.com/office/drawing/2014/main" id="{918EEC88-C8A9-2846-970B-50B7E983317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6" name="Freeform 147">
                <a:extLst>
                  <a:ext uri="{FF2B5EF4-FFF2-40B4-BE49-F238E27FC236}">
                    <a16:creationId xmlns:a16="http://schemas.microsoft.com/office/drawing/2014/main" id="{AFDAC2FD-EE20-3E45-9DA1-1D9100AA9749}"/>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7" name="Rectangle 148">
                <a:extLst>
                  <a:ext uri="{FF2B5EF4-FFF2-40B4-BE49-F238E27FC236}">
                    <a16:creationId xmlns:a16="http://schemas.microsoft.com/office/drawing/2014/main" id="{E97CC808-FCA7-0341-9D5A-7F9EC0853241}"/>
                  </a:ext>
                </a:extLst>
              </p:cNvPr>
              <p:cNvSpPr>
                <a:spLocks noChangeArrowheads="1"/>
              </p:cNvSpPr>
              <p:nvPr/>
            </p:nvSpPr>
            <p:spPr bwMode="auto">
              <a:xfrm>
                <a:off x="4210" y="694"/>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18" name="Group 149">
                <a:extLst>
                  <a:ext uri="{FF2B5EF4-FFF2-40B4-BE49-F238E27FC236}">
                    <a16:creationId xmlns:a16="http://schemas.microsoft.com/office/drawing/2014/main" id="{FC0B1F07-1C50-E64F-B63B-8D1C420C1EDF}"/>
                  </a:ext>
                </a:extLst>
              </p:cNvPr>
              <p:cNvGrpSpPr>
                <a:grpSpLocks/>
              </p:cNvGrpSpPr>
              <p:nvPr/>
            </p:nvGrpSpPr>
            <p:grpSpPr bwMode="auto">
              <a:xfrm>
                <a:off x="4749" y="668"/>
                <a:ext cx="581" cy="145"/>
                <a:chOff x="614" y="2568"/>
                <a:chExt cx="725" cy="139"/>
              </a:xfrm>
            </p:grpSpPr>
            <p:sp>
              <p:nvSpPr>
                <p:cNvPr id="143" name="AutoShape 150">
                  <a:extLst>
                    <a:ext uri="{FF2B5EF4-FFF2-40B4-BE49-F238E27FC236}">
                      <a16:creationId xmlns:a16="http://schemas.microsoft.com/office/drawing/2014/main" id="{5F68B800-F174-0B4B-9F2F-A2B1F0AC8F99}"/>
                    </a:ext>
                  </a:extLst>
                </p:cNvPr>
                <p:cNvSpPr>
                  <a:spLocks noChangeArrowheads="1"/>
                </p:cNvSpPr>
                <p:nvPr/>
              </p:nvSpPr>
              <p:spPr bwMode="auto">
                <a:xfrm>
                  <a:off x="618" y="2571"/>
                  <a:ext cx="725"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4" name="AutoShape 151">
                  <a:extLst>
                    <a:ext uri="{FF2B5EF4-FFF2-40B4-BE49-F238E27FC236}">
                      <a16:creationId xmlns:a16="http://schemas.microsoft.com/office/drawing/2014/main" id="{66170CD7-30F0-104F-9FDE-D6C6D3ADF1E4}"/>
                    </a:ext>
                  </a:extLst>
                </p:cNvPr>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19" name="Rectangle 152">
                <a:extLst>
                  <a:ext uri="{FF2B5EF4-FFF2-40B4-BE49-F238E27FC236}">
                    <a16:creationId xmlns:a16="http://schemas.microsoft.com/office/drawing/2014/main" id="{D5D7F168-5271-A741-AF1D-3A72BD2B5FBA}"/>
                  </a:ext>
                </a:extLst>
              </p:cNvPr>
              <p:cNvSpPr>
                <a:spLocks noChangeArrowheads="1"/>
              </p:cNvSpPr>
              <p:nvPr/>
            </p:nvSpPr>
            <p:spPr bwMode="auto">
              <a:xfrm>
                <a:off x="4225" y="1017"/>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0" name="Group 153">
                <a:extLst>
                  <a:ext uri="{FF2B5EF4-FFF2-40B4-BE49-F238E27FC236}">
                    <a16:creationId xmlns:a16="http://schemas.microsoft.com/office/drawing/2014/main" id="{9BE27AD1-B49A-CD43-AEEF-1EB19E35FBF3}"/>
                  </a:ext>
                </a:extLst>
              </p:cNvPr>
              <p:cNvGrpSpPr>
                <a:grpSpLocks/>
              </p:cNvGrpSpPr>
              <p:nvPr/>
            </p:nvGrpSpPr>
            <p:grpSpPr bwMode="auto">
              <a:xfrm>
                <a:off x="4747" y="994"/>
                <a:ext cx="581" cy="134"/>
                <a:chOff x="614" y="2568"/>
                <a:chExt cx="725" cy="139"/>
              </a:xfrm>
            </p:grpSpPr>
            <p:sp>
              <p:nvSpPr>
                <p:cNvPr id="141" name="AutoShape 154">
                  <a:extLst>
                    <a:ext uri="{FF2B5EF4-FFF2-40B4-BE49-F238E27FC236}">
                      <a16:creationId xmlns:a16="http://schemas.microsoft.com/office/drawing/2014/main" id="{772812CA-D08B-5644-9C8E-95F457081755}"/>
                    </a:ext>
                  </a:extLst>
                </p:cNvPr>
                <p:cNvSpPr>
                  <a:spLocks noChangeArrowheads="1"/>
                </p:cNvSpPr>
                <p:nvPr/>
              </p:nvSpPr>
              <p:spPr bwMode="auto">
                <a:xfrm>
                  <a:off x="610" y="2569"/>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2" name="AutoShape 155">
                  <a:extLst>
                    <a:ext uri="{FF2B5EF4-FFF2-40B4-BE49-F238E27FC236}">
                      <a16:creationId xmlns:a16="http://schemas.microsoft.com/office/drawing/2014/main" id="{3D32E2F5-24C6-A54D-954E-F3C1A484996D}"/>
                    </a:ext>
                  </a:extLst>
                </p:cNvPr>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1" name="Rectangle 156">
                <a:extLst>
                  <a:ext uri="{FF2B5EF4-FFF2-40B4-BE49-F238E27FC236}">
                    <a16:creationId xmlns:a16="http://schemas.microsoft.com/office/drawing/2014/main" id="{59BDA1ED-A7F9-324D-9FF2-5D9F73B3BB40}"/>
                  </a:ext>
                </a:extLst>
              </p:cNvPr>
              <p:cNvSpPr>
                <a:spLocks noChangeArrowheads="1"/>
              </p:cNvSpPr>
              <p:nvPr/>
            </p:nvSpPr>
            <p:spPr bwMode="auto">
              <a:xfrm>
                <a:off x="4217" y="1355"/>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2" name="Rectangle 157">
                <a:extLst>
                  <a:ext uri="{FF2B5EF4-FFF2-40B4-BE49-F238E27FC236}">
                    <a16:creationId xmlns:a16="http://schemas.microsoft.com/office/drawing/2014/main" id="{C0BFAB3F-AC35-F648-8105-682E59ADBCDE}"/>
                  </a:ext>
                </a:extLst>
              </p:cNvPr>
              <p:cNvSpPr>
                <a:spLocks noChangeArrowheads="1"/>
              </p:cNvSpPr>
              <p:nvPr/>
            </p:nvSpPr>
            <p:spPr bwMode="auto">
              <a:xfrm>
                <a:off x="4225" y="1656"/>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3" name="Group 158">
                <a:extLst>
                  <a:ext uri="{FF2B5EF4-FFF2-40B4-BE49-F238E27FC236}">
                    <a16:creationId xmlns:a16="http://schemas.microsoft.com/office/drawing/2014/main" id="{8FF69078-E28B-AD46-85BF-C0BBF789E7FE}"/>
                  </a:ext>
                </a:extLst>
              </p:cNvPr>
              <p:cNvGrpSpPr>
                <a:grpSpLocks/>
              </p:cNvGrpSpPr>
              <p:nvPr/>
            </p:nvGrpSpPr>
            <p:grpSpPr bwMode="auto">
              <a:xfrm>
                <a:off x="4735" y="1627"/>
                <a:ext cx="582" cy="151"/>
                <a:chOff x="614" y="2568"/>
                <a:chExt cx="725" cy="139"/>
              </a:xfrm>
            </p:grpSpPr>
            <p:sp>
              <p:nvSpPr>
                <p:cNvPr id="139" name="AutoShape 159">
                  <a:extLst>
                    <a:ext uri="{FF2B5EF4-FFF2-40B4-BE49-F238E27FC236}">
                      <a16:creationId xmlns:a16="http://schemas.microsoft.com/office/drawing/2014/main" id="{9B0DD67E-9E17-0249-BE4A-653C3A8D28A3}"/>
                    </a:ext>
                  </a:extLst>
                </p:cNvPr>
                <p:cNvSpPr>
                  <a:spLocks noChangeArrowheads="1"/>
                </p:cNvSpPr>
                <p:nvPr/>
              </p:nvSpPr>
              <p:spPr bwMode="auto">
                <a:xfrm>
                  <a:off x="616" y="2568"/>
                  <a:ext cx="724" cy="142"/>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0" name="AutoShape 160">
                  <a:extLst>
                    <a:ext uri="{FF2B5EF4-FFF2-40B4-BE49-F238E27FC236}">
                      <a16:creationId xmlns:a16="http://schemas.microsoft.com/office/drawing/2014/main" id="{5D2A256B-AF19-C745-A1FF-3A72EC870184}"/>
                    </a:ext>
                  </a:extLst>
                </p:cNvPr>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4" name="Freeform 161">
                <a:extLst>
                  <a:ext uri="{FF2B5EF4-FFF2-40B4-BE49-F238E27FC236}">
                    <a16:creationId xmlns:a16="http://schemas.microsoft.com/office/drawing/2014/main" id="{A83F5805-F3B3-3346-A9B8-FDEF2D105CC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grpSp>
            <p:nvGrpSpPr>
              <p:cNvPr id="125" name="Group 162">
                <a:extLst>
                  <a:ext uri="{FF2B5EF4-FFF2-40B4-BE49-F238E27FC236}">
                    <a16:creationId xmlns:a16="http://schemas.microsoft.com/office/drawing/2014/main" id="{A2204E45-948E-A34A-A108-2294B7FAFA3C}"/>
                  </a:ext>
                </a:extLst>
              </p:cNvPr>
              <p:cNvGrpSpPr>
                <a:grpSpLocks/>
              </p:cNvGrpSpPr>
              <p:nvPr/>
            </p:nvGrpSpPr>
            <p:grpSpPr bwMode="auto">
              <a:xfrm>
                <a:off x="4739" y="1327"/>
                <a:ext cx="582" cy="139"/>
                <a:chOff x="614" y="2568"/>
                <a:chExt cx="725" cy="139"/>
              </a:xfrm>
            </p:grpSpPr>
            <p:sp>
              <p:nvSpPr>
                <p:cNvPr id="137" name="AutoShape 163">
                  <a:extLst>
                    <a:ext uri="{FF2B5EF4-FFF2-40B4-BE49-F238E27FC236}">
                      <a16:creationId xmlns:a16="http://schemas.microsoft.com/office/drawing/2014/main" id="{3CCECF35-2FC0-5E40-B1DA-1DB0D6F7BC2F}"/>
                    </a:ext>
                  </a:extLst>
                </p:cNvPr>
                <p:cNvSpPr>
                  <a:spLocks noChangeArrowheads="1"/>
                </p:cNvSpPr>
                <p:nvPr/>
              </p:nvSpPr>
              <p:spPr bwMode="auto">
                <a:xfrm>
                  <a:off x="611" y="2567"/>
                  <a:ext cx="724"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8" name="AutoShape 164">
                  <a:extLst>
                    <a:ext uri="{FF2B5EF4-FFF2-40B4-BE49-F238E27FC236}">
                      <a16:creationId xmlns:a16="http://schemas.microsoft.com/office/drawing/2014/main" id="{8B74FE84-F46F-BD45-B59C-4B4E221C60D0}"/>
                    </a:ext>
                  </a:extLst>
                </p:cNvPr>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6" name="Rectangle 165">
                <a:extLst>
                  <a:ext uri="{FF2B5EF4-FFF2-40B4-BE49-F238E27FC236}">
                    <a16:creationId xmlns:a16="http://schemas.microsoft.com/office/drawing/2014/main" id="{EFB8CB6A-6447-D24D-BD88-7D176E4102A0}"/>
                  </a:ext>
                </a:extLst>
              </p:cNvPr>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7" name="Freeform 166">
                <a:extLst>
                  <a:ext uri="{FF2B5EF4-FFF2-40B4-BE49-F238E27FC236}">
                    <a16:creationId xmlns:a16="http://schemas.microsoft.com/office/drawing/2014/main" id="{7DA25C04-818C-944B-AA5E-5C80E73C01C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8" name="Freeform 167">
                <a:extLst>
                  <a:ext uri="{FF2B5EF4-FFF2-40B4-BE49-F238E27FC236}">
                    <a16:creationId xmlns:a16="http://schemas.microsoft.com/office/drawing/2014/main" id="{047480B1-08CE-354D-B27C-4B6428A5A82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9" name="Oval 168">
                <a:extLst>
                  <a:ext uri="{FF2B5EF4-FFF2-40B4-BE49-F238E27FC236}">
                    <a16:creationId xmlns:a16="http://schemas.microsoft.com/office/drawing/2014/main" id="{809BB7F4-67B7-B54C-A450-898CD1825B72}"/>
                  </a:ext>
                </a:extLst>
              </p:cNvPr>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0" name="Freeform 169">
                <a:extLst>
                  <a:ext uri="{FF2B5EF4-FFF2-40B4-BE49-F238E27FC236}">
                    <a16:creationId xmlns:a16="http://schemas.microsoft.com/office/drawing/2014/main" id="{DA683EDC-F6BF-7C4C-8A71-32D3320CA39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31" name="AutoShape 170">
                <a:extLst>
                  <a:ext uri="{FF2B5EF4-FFF2-40B4-BE49-F238E27FC236}">
                    <a16:creationId xmlns:a16="http://schemas.microsoft.com/office/drawing/2014/main" id="{96EA98F8-F846-2A44-824F-71FAA477B583}"/>
                  </a:ext>
                </a:extLst>
              </p:cNvPr>
              <p:cNvSpPr>
                <a:spLocks noChangeArrowheads="1"/>
              </p:cNvSpPr>
              <p:nvPr/>
            </p:nvSpPr>
            <p:spPr bwMode="auto">
              <a:xfrm>
                <a:off x="4140" y="2678"/>
                <a:ext cx="1200" cy="147"/>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2" name="AutoShape 171">
                <a:extLst>
                  <a:ext uri="{FF2B5EF4-FFF2-40B4-BE49-F238E27FC236}">
                    <a16:creationId xmlns:a16="http://schemas.microsoft.com/office/drawing/2014/main" id="{23E7F763-52E6-DF40-9EB6-F8624D7B133E}"/>
                  </a:ext>
                </a:extLst>
              </p:cNvPr>
              <p:cNvSpPr>
                <a:spLocks noChangeArrowheads="1"/>
              </p:cNvSpPr>
              <p:nvPr/>
            </p:nvSpPr>
            <p:spPr bwMode="auto">
              <a:xfrm>
                <a:off x="4210" y="2707"/>
                <a:ext cx="1069" cy="8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3" name="Oval 172">
                <a:extLst>
                  <a:ext uri="{FF2B5EF4-FFF2-40B4-BE49-F238E27FC236}">
                    <a16:creationId xmlns:a16="http://schemas.microsoft.com/office/drawing/2014/main" id="{99202063-5BB9-474C-B3CE-B9C1D5A1BFD1}"/>
                  </a:ext>
                </a:extLst>
              </p:cNvPr>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4" name="Oval 173">
                <a:extLst>
                  <a:ext uri="{FF2B5EF4-FFF2-40B4-BE49-F238E27FC236}">
                    <a16:creationId xmlns:a16="http://schemas.microsoft.com/office/drawing/2014/main" id="{B09AE0A9-5898-4647-9779-E5BDE41A54C8}"/>
                  </a:ext>
                </a:extLst>
              </p:cNvPr>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endParaRPr lang="en-US" altLang="en-US" dirty="0">
                  <a:solidFill>
                    <a:srgbClr val="FF0000"/>
                  </a:solidFill>
                  <a:latin typeface="+mn-lt"/>
                  <a:cs typeface="Arial" panose="020B0604020202020204" pitchFamily="34" charset="0"/>
                </a:endParaRPr>
              </a:p>
            </p:txBody>
          </p:sp>
          <p:sp>
            <p:nvSpPr>
              <p:cNvPr id="135" name="Oval 174">
                <a:extLst>
                  <a:ext uri="{FF2B5EF4-FFF2-40B4-BE49-F238E27FC236}">
                    <a16:creationId xmlns:a16="http://schemas.microsoft.com/office/drawing/2014/main" id="{8844CEFC-6420-264F-A5ED-01CEFDBE7986}"/>
                  </a:ext>
                </a:extLst>
              </p:cNvPr>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6" name="Rectangle 175">
                <a:extLst>
                  <a:ext uri="{FF2B5EF4-FFF2-40B4-BE49-F238E27FC236}">
                    <a16:creationId xmlns:a16="http://schemas.microsoft.com/office/drawing/2014/main" id="{C4C6A502-6F38-784C-A809-5E5499386BB6}"/>
                  </a:ext>
                </a:extLst>
              </p:cNvPr>
              <p:cNvSpPr>
                <a:spLocks noChangeArrowheads="1"/>
              </p:cNvSpPr>
              <p:nvPr/>
            </p:nvSpPr>
            <p:spPr bwMode="auto">
              <a:xfrm>
                <a:off x="5062" y="1833"/>
                <a:ext cx="85" cy="764"/>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grpSp>
          <p:nvGrpSpPr>
            <p:cNvPr id="101" name="Group 176">
              <a:extLst>
                <a:ext uri="{FF2B5EF4-FFF2-40B4-BE49-F238E27FC236}">
                  <a16:creationId xmlns:a16="http://schemas.microsoft.com/office/drawing/2014/main" id="{7458836E-953E-904B-914D-ECEC36221A8B}"/>
                </a:ext>
              </a:extLst>
            </p:cNvPr>
            <p:cNvGrpSpPr>
              <a:grpSpLocks/>
            </p:cNvGrpSpPr>
            <p:nvPr/>
          </p:nvGrpSpPr>
          <p:grpSpPr bwMode="auto">
            <a:xfrm>
              <a:off x="4471988" y="2492375"/>
              <a:ext cx="620712" cy="512763"/>
              <a:chOff x="-44" y="1473"/>
              <a:chExt cx="981" cy="1105"/>
            </a:xfrm>
          </p:grpSpPr>
          <p:pic>
            <p:nvPicPr>
              <p:cNvPr id="111" name="Picture 177" descr="desktop_computer_stylized_medium">
                <a:extLst>
                  <a:ext uri="{FF2B5EF4-FFF2-40B4-BE49-F238E27FC236}">
                    <a16:creationId xmlns:a16="http://schemas.microsoft.com/office/drawing/2014/main" id="{176B8344-E22D-204D-807C-E9CE58B1B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Freeform 178">
                <a:extLst>
                  <a:ext uri="{FF2B5EF4-FFF2-40B4-BE49-F238E27FC236}">
                    <a16:creationId xmlns:a16="http://schemas.microsoft.com/office/drawing/2014/main" id="{1A078022-91F2-3F4E-9EA0-44DFCAF22D0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2" name="Group 179">
              <a:extLst>
                <a:ext uri="{FF2B5EF4-FFF2-40B4-BE49-F238E27FC236}">
                  <a16:creationId xmlns:a16="http://schemas.microsoft.com/office/drawing/2014/main" id="{B3CDB5E9-406A-8D48-A50D-C935BF4A5698}"/>
                </a:ext>
              </a:extLst>
            </p:cNvPr>
            <p:cNvGrpSpPr>
              <a:grpSpLocks/>
            </p:cNvGrpSpPr>
            <p:nvPr/>
          </p:nvGrpSpPr>
          <p:grpSpPr bwMode="auto">
            <a:xfrm>
              <a:off x="6300788" y="1284288"/>
              <a:ext cx="620712" cy="512762"/>
              <a:chOff x="-44" y="1473"/>
              <a:chExt cx="981" cy="1105"/>
            </a:xfrm>
          </p:grpSpPr>
          <p:pic>
            <p:nvPicPr>
              <p:cNvPr id="109" name="Picture 180" descr="desktop_computer_stylized_medium">
                <a:extLst>
                  <a:ext uri="{FF2B5EF4-FFF2-40B4-BE49-F238E27FC236}">
                    <a16:creationId xmlns:a16="http://schemas.microsoft.com/office/drawing/2014/main" id="{9E1583F0-4FBC-314F-B2AB-B24E50144F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181">
                <a:extLst>
                  <a:ext uri="{FF2B5EF4-FFF2-40B4-BE49-F238E27FC236}">
                    <a16:creationId xmlns:a16="http://schemas.microsoft.com/office/drawing/2014/main" id="{6E0AAFA3-AC83-6048-B318-2420EC961D5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3" name="Group 182">
              <a:extLst>
                <a:ext uri="{FF2B5EF4-FFF2-40B4-BE49-F238E27FC236}">
                  <a16:creationId xmlns:a16="http://schemas.microsoft.com/office/drawing/2014/main" id="{DCBBB39F-5E4C-C245-BE28-58A83FA44FE0}"/>
                </a:ext>
              </a:extLst>
            </p:cNvPr>
            <p:cNvGrpSpPr>
              <a:grpSpLocks/>
            </p:cNvGrpSpPr>
            <p:nvPr/>
          </p:nvGrpSpPr>
          <p:grpSpPr bwMode="auto">
            <a:xfrm>
              <a:off x="6910388" y="1360488"/>
              <a:ext cx="620712" cy="512762"/>
              <a:chOff x="-44" y="1473"/>
              <a:chExt cx="981" cy="1105"/>
            </a:xfrm>
          </p:grpSpPr>
          <p:pic>
            <p:nvPicPr>
              <p:cNvPr id="107" name="Picture 183" descr="desktop_computer_stylized_medium">
                <a:extLst>
                  <a:ext uri="{FF2B5EF4-FFF2-40B4-BE49-F238E27FC236}">
                    <a16:creationId xmlns:a16="http://schemas.microsoft.com/office/drawing/2014/main" id="{E5D20624-0F1B-4B43-A13C-C75A9292C5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Freeform 184">
                <a:extLst>
                  <a:ext uri="{FF2B5EF4-FFF2-40B4-BE49-F238E27FC236}">
                    <a16:creationId xmlns:a16="http://schemas.microsoft.com/office/drawing/2014/main" id="{35980134-57CB-D848-8F7C-C5F772511B7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4" name="Group 185">
              <a:extLst>
                <a:ext uri="{FF2B5EF4-FFF2-40B4-BE49-F238E27FC236}">
                  <a16:creationId xmlns:a16="http://schemas.microsoft.com/office/drawing/2014/main" id="{CAAE67A0-6730-B94B-A304-CFA3F109B656}"/>
                </a:ext>
              </a:extLst>
            </p:cNvPr>
            <p:cNvGrpSpPr>
              <a:grpSpLocks/>
            </p:cNvGrpSpPr>
            <p:nvPr/>
          </p:nvGrpSpPr>
          <p:grpSpPr bwMode="auto">
            <a:xfrm flipH="1">
              <a:off x="8369300" y="2362200"/>
              <a:ext cx="620713" cy="512763"/>
              <a:chOff x="-44" y="1473"/>
              <a:chExt cx="981" cy="1105"/>
            </a:xfrm>
          </p:grpSpPr>
          <p:pic>
            <p:nvPicPr>
              <p:cNvPr id="105" name="Picture 186" descr="desktop_computer_stylized_medium">
                <a:extLst>
                  <a:ext uri="{FF2B5EF4-FFF2-40B4-BE49-F238E27FC236}">
                    <a16:creationId xmlns:a16="http://schemas.microsoft.com/office/drawing/2014/main" id="{374F131D-15C0-B347-9AFE-5A5EEADA4E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187">
                <a:extLst>
                  <a:ext uri="{FF2B5EF4-FFF2-40B4-BE49-F238E27FC236}">
                    <a16:creationId xmlns:a16="http://schemas.microsoft.com/office/drawing/2014/main" id="{D81A3509-0DD0-1042-A6A3-8C677E9DCC5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sp>
        <p:nvSpPr>
          <p:cNvPr id="74" name="Rectangle 47">
            <a:extLst>
              <a:ext uri="{FF2B5EF4-FFF2-40B4-BE49-F238E27FC236}">
                <a16:creationId xmlns:a16="http://schemas.microsoft.com/office/drawing/2014/main" id="{26E15167-D083-564B-BF0B-913CAA6175CE}"/>
              </a:ext>
            </a:extLst>
          </p:cNvPr>
          <p:cNvSpPr>
            <a:spLocks noChangeArrowheads="1"/>
          </p:cNvSpPr>
          <p:nvPr/>
        </p:nvSpPr>
        <p:spPr bwMode="auto">
          <a:xfrm>
            <a:off x="865984" y="3876829"/>
            <a:ext cx="8524160" cy="1252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buClr>
                <a:srgbClr val="000099"/>
              </a:buClr>
              <a:buSzPct val="100000"/>
              <a:buFont typeface="Wingdings" pitchFamily="2" charset="2"/>
              <a:buChar char="§"/>
            </a:pPr>
            <a:r>
              <a:rPr lang="en-US" altLang="en-US" sz="2800" i="1" dirty="0">
                <a:solidFill>
                  <a:srgbClr val="CC0000"/>
                </a:solidFill>
                <a:latin typeface="+mn-lt"/>
              </a:rPr>
              <a:t>clients: </a:t>
            </a:r>
            <a:r>
              <a:rPr lang="en-US" altLang="en-US" sz="2800" dirty="0">
                <a:latin typeface="+mn-lt"/>
              </a:rPr>
              <a:t>as aggregate must download </a:t>
            </a:r>
            <a:r>
              <a:rPr lang="en-US" altLang="en-US" sz="2800" i="1" dirty="0">
                <a:latin typeface="+mn-lt"/>
              </a:rPr>
              <a:t>NF</a:t>
            </a:r>
            <a:r>
              <a:rPr lang="en-US" altLang="en-US" sz="2800" dirty="0">
                <a:latin typeface="+mn-lt"/>
              </a:rPr>
              <a:t> bits</a:t>
            </a:r>
          </a:p>
          <a:p>
            <a:pPr lvl="1">
              <a:lnSpc>
                <a:spcPct val="85000"/>
              </a:lnSpc>
              <a:buClr>
                <a:srgbClr val="000099"/>
              </a:buClr>
              <a:buSzTx/>
              <a:buFont typeface="Arial" panose="020B0604020202020204" pitchFamily="34" charset="0"/>
              <a:buChar char="•"/>
            </a:pPr>
            <a:r>
              <a:rPr lang="en-US" altLang="en-US" sz="2400" dirty="0">
                <a:latin typeface="+mn-lt"/>
              </a:rPr>
              <a:t>max upload rate (limiting max download rate) is </a:t>
            </a:r>
            <a:r>
              <a:rPr lang="en-US" altLang="en-US" sz="2400" i="1" dirty="0">
                <a:latin typeface="+mn-lt"/>
              </a:rPr>
              <a:t>u</a:t>
            </a:r>
            <a:r>
              <a:rPr lang="en-US" altLang="en-US" sz="2400" i="1" baseline="-25000" dirty="0">
                <a:latin typeface="+mn-lt"/>
              </a:rPr>
              <a:t>s</a:t>
            </a:r>
            <a:r>
              <a:rPr lang="en-US" altLang="en-US" sz="2400" i="1" dirty="0">
                <a:latin typeface="+mn-lt"/>
              </a:rPr>
              <a:t> + </a:t>
            </a:r>
            <a:r>
              <a:rPr lang="en-US" altLang="en-US" sz="2800" i="1" dirty="0">
                <a:latin typeface="Symbol" pitchFamily="2" charset="2"/>
              </a:rPr>
              <a:t>S</a:t>
            </a:r>
            <a:r>
              <a:rPr lang="en-US" altLang="en-US" sz="2400" i="1" dirty="0">
                <a:latin typeface="+mn-lt"/>
              </a:rPr>
              <a:t>u</a:t>
            </a:r>
            <a:r>
              <a:rPr lang="en-US" altLang="en-US" sz="2400" i="1" baseline="-25000" dirty="0">
                <a:latin typeface="+mn-lt"/>
              </a:rPr>
              <a:t>i</a:t>
            </a:r>
          </a:p>
        </p:txBody>
      </p:sp>
      <p:sp>
        <p:nvSpPr>
          <p:cNvPr id="75" name="Text Box 51">
            <a:extLst>
              <a:ext uri="{FF2B5EF4-FFF2-40B4-BE49-F238E27FC236}">
                <a16:creationId xmlns:a16="http://schemas.microsoft.com/office/drawing/2014/main" id="{6898F8CA-12DA-BE4E-B99B-FD50E8479F39}"/>
              </a:ext>
            </a:extLst>
          </p:cNvPr>
          <p:cNvSpPr txBox="1">
            <a:spLocks noChangeArrowheads="1"/>
          </p:cNvSpPr>
          <p:nvPr/>
        </p:nvSpPr>
        <p:spPr bwMode="auto">
          <a:xfrm>
            <a:off x="1496934" y="5088499"/>
            <a:ext cx="2267800" cy="887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r">
              <a:lnSpc>
                <a:spcPct val="80000"/>
              </a:lnSpc>
            </a:pPr>
            <a:r>
              <a:rPr lang="en-US" altLang="en-US" i="1" dirty="0">
                <a:latin typeface="+mn-lt"/>
              </a:rPr>
              <a:t>time to  distribute F </a:t>
            </a:r>
          </a:p>
          <a:p>
            <a:pPr algn="r">
              <a:lnSpc>
                <a:spcPct val="80000"/>
              </a:lnSpc>
            </a:pPr>
            <a:r>
              <a:rPr lang="en-US" altLang="en-US" i="1" dirty="0">
                <a:latin typeface="+mn-lt"/>
              </a:rPr>
              <a:t>to N clients using </a:t>
            </a:r>
          </a:p>
          <a:p>
            <a:pPr algn="r">
              <a:lnSpc>
                <a:spcPct val="80000"/>
              </a:lnSpc>
            </a:pPr>
            <a:r>
              <a:rPr lang="en-US" altLang="en-US" i="1" dirty="0">
                <a:latin typeface="+mn-lt"/>
              </a:rPr>
              <a:t>P2P approach</a:t>
            </a:r>
            <a:r>
              <a:rPr lang="en-US" altLang="en-US" sz="2400" dirty="0">
                <a:latin typeface="+mn-lt"/>
              </a:rPr>
              <a:t> </a:t>
            </a:r>
            <a:endParaRPr lang="en-US" altLang="en-US" sz="2800" dirty="0">
              <a:latin typeface="+mn-lt"/>
            </a:endParaRPr>
          </a:p>
        </p:txBody>
      </p:sp>
      <p:sp>
        <p:nvSpPr>
          <p:cNvPr id="76" name="Rectangle 55">
            <a:extLst>
              <a:ext uri="{FF2B5EF4-FFF2-40B4-BE49-F238E27FC236}">
                <a16:creationId xmlns:a16="http://schemas.microsoft.com/office/drawing/2014/main" id="{07D73A35-ECF9-A74A-AC62-7DA2D51708AB}"/>
              </a:ext>
            </a:extLst>
          </p:cNvPr>
          <p:cNvSpPr>
            <a:spLocks noChangeArrowheads="1"/>
          </p:cNvSpPr>
          <p:nvPr/>
        </p:nvSpPr>
        <p:spPr bwMode="auto">
          <a:xfrm>
            <a:off x="1336619" y="4991768"/>
            <a:ext cx="9155099" cy="1006589"/>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800" dirty="0">
              <a:latin typeface="+mn-lt"/>
            </a:endParaRPr>
          </a:p>
        </p:txBody>
      </p:sp>
      <p:sp>
        <p:nvSpPr>
          <p:cNvPr id="77" name="Text Box 31">
            <a:extLst>
              <a:ext uri="{FF2B5EF4-FFF2-40B4-BE49-F238E27FC236}">
                <a16:creationId xmlns:a16="http://schemas.microsoft.com/office/drawing/2014/main" id="{1DD5EA55-8934-0448-A71E-1044D6D26535}"/>
              </a:ext>
            </a:extLst>
          </p:cNvPr>
          <p:cNvSpPr txBox="1">
            <a:spLocks noChangeArrowheads="1"/>
          </p:cNvSpPr>
          <p:nvPr/>
        </p:nvSpPr>
        <p:spPr bwMode="auto">
          <a:xfrm>
            <a:off x="4214018" y="5202837"/>
            <a:ext cx="626209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3200" i="1" dirty="0">
                <a:latin typeface="+mn-lt"/>
              </a:rPr>
              <a:t> D</a:t>
            </a:r>
            <a:r>
              <a:rPr lang="en-US" altLang="en-US" sz="3200" i="1" baseline="-25000" dirty="0">
                <a:latin typeface="+mn-lt"/>
              </a:rPr>
              <a:t>P2P</a:t>
            </a:r>
            <a:r>
              <a:rPr lang="en-US" altLang="en-US" sz="3200" i="1" dirty="0">
                <a:latin typeface="+mn-lt"/>
              </a:rPr>
              <a:t> &gt; max{F/u</a:t>
            </a:r>
            <a:r>
              <a:rPr lang="en-US" altLang="en-US" sz="3200" i="1" baseline="-25000" dirty="0">
                <a:latin typeface="+mn-lt"/>
              </a:rPr>
              <a:t>s,</a:t>
            </a:r>
            <a:r>
              <a:rPr lang="en-US" altLang="en-US" sz="3200" i="1" dirty="0">
                <a:latin typeface="+mn-lt"/>
              </a:rPr>
              <a:t>,F/d</a:t>
            </a:r>
            <a:r>
              <a:rPr lang="en-US" altLang="en-US" sz="3200" i="1" baseline="-25000" dirty="0">
                <a:latin typeface="+mn-lt"/>
              </a:rPr>
              <a:t>min,</a:t>
            </a:r>
            <a:r>
              <a:rPr lang="en-US" altLang="en-US" sz="3200" i="1" dirty="0">
                <a:latin typeface="+mn-lt"/>
              </a:rPr>
              <a:t>,NF/(</a:t>
            </a:r>
            <a:r>
              <a:rPr lang="en-US" altLang="en-US" sz="2800" i="1" dirty="0">
                <a:latin typeface="+mn-lt"/>
              </a:rPr>
              <a:t>u</a:t>
            </a:r>
            <a:r>
              <a:rPr lang="en-US" altLang="en-US" sz="2800" i="1" baseline="-25000" dirty="0">
                <a:latin typeface="+mn-lt"/>
              </a:rPr>
              <a:t>s</a:t>
            </a:r>
            <a:r>
              <a:rPr lang="en-US" altLang="en-US" sz="2800" i="1" dirty="0">
                <a:latin typeface="+mn-lt"/>
              </a:rPr>
              <a:t> + </a:t>
            </a:r>
            <a:r>
              <a:rPr lang="en-US" altLang="en-US" sz="3200" i="1" dirty="0">
                <a:latin typeface="Symbol" pitchFamily="2" charset="2"/>
              </a:rPr>
              <a:t>S</a:t>
            </a:r>
            <a:r>
              <a:rPr lang="en-US" altLang="en-US" sz="2800" i="1" dirty="0">
                <a:latin typeface="+mn-lt"/>
              </a:rPr>
              <a:t>u</a:t>
            </a:r>
            <a:r>
              <a:rPr lang="en-US" altLang="en-US" sz="2800" i="1" baseline="-25000" dirty="0">
                <a:latin typeface="+mn-lt"/>
              </a:rPr>
              <a:t>i</a:t>
            </a:r>
            <a:r>
              <a:rPr lang="en-US" altLang="en-US" sz="3200" dirty="0">
                <a:latin typeface="+mn-lt"/>
              </a:rPr>
              <a:t>)</a:t>
            </a:r>
            <a:r>
              <a:rPr lang="en-US" altLang="en-US" sz="3200" i="1" dirty="0">
                <a:latin typeface="+mn-lt"/>
              </a:rPr>
              <a:t>}</a:t>
            </a:r>
            <a:r>
              <a:rPr lang="en-US" altLang="en-US" sz="3200" i="1" dirty="0">
                <a:solidFill>
                  <a:srgbClr val="CC0000"/>
                </a:solidFill>
                <a:latin typeface="+mn-lt"/>
              </a:rPr>
              <a:t> </a:t>
            </a:r>
          </a:p>
        </p:txBody>
      </p:sp>
      <p:grpSp>
        <p:nvGrpSpPr>
          <p:cNvPr id="2" name="Group 1">
            <a:extLst>
              <a:ext uri="{FF2B5EF4-FFF2-40B4-BE49-F238E27FC236}">
                <a16:creationId xmlns:a16="http://schemas.microsoft.com/office/drawing/2014/main" id="{2ECD18A4-3D93-C746-80BB-B1FC987C2D33}"/>
              </a:ext>
            </a:extLst>
          </p:cNvPr>
          <p:cNvGrpSpPr/>
          <p:nvPr/>
        </p:nvGrpSpPr>
        <p:grpSpPr>
          <a:xfrm>
            <a:off x="3027135" y="5637812"/>
            <a:ext cx="7034618" cy="1072227"/>
            <a:chOff x="3027135" y="5637812"/>
            <a:chExt cx="7034618" cy="1072227"/>
          </a:xfrm>
        </p:grpSpPr>
        <p:sp>
          <p:nvSpPr>
            <p:cNvPr id="78" name="Line 33">
              <a:extLst>
                <a:ext uri="{FF2B5EF4-FFF2-40B4-BE49-F238E27FC236}">
                  <a16:creationId xmlns:a16="http://schemas.microsoft.com/office/drawing/2014/main" id="{9C4B1B80-0BB4-8F40-8465-4FD53B2DEEF4}"/>
                </a:ext>
              </a:extLst>
            </p:cNvPr>
            <p:cNvSpPr>
              <a:spLocks noChangeShapeType="1"/>
            </p:cNvSpPr>
            <p:nvPr/>
          </p:nvSpPr>
          <p:spPr bwMode="auto">
            <a:xfrm>
              <a:off x="5247481" y="5669562"/>
              <a:ext cx="1746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79" name="Line 53">
              <a:extLst>
                <a:ext uri="{FF2B5EF4-FFF2-40B4-BE49-F238E27FC236}">
                  <a16:creationId xmlns:a16="http://schemas.microsoft.com/office/drawing/2014/main" id="{79E64125-C1DB-B546-9439-BAE60A04A25F}"/>
                </a:ext>
              </a:extLst>
            </p:cNvPr>
            <p:cNvSpPr>
              <a:spLocks noChangeShapeType="1"/>
            </p:cNvSpPr>
            <p:nvPr/>
          </p:nvSpPr>
          <p:spPr bwMode="auto">
            <a:xfrm flipV="1">
              <a:off x="9282594" y="5731183"/>
              <a:ext cx="376235" cy="57991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82" name="Text Box 54">
              <a:extLst>
                <a:ext uri="{FF2B5EF4-FFF2-40B4-BE49-F238E27FC236}">
                  <a16:creationId xmlns:a16="http://schemas.microsoft.com/office/drawing/2014/main" id="{8D508472-5111-9543-8884-ADE493736001}"/>
                </a:ext>
              </a:extLst>
            </p:cNvPr>
            <p:cNvSpPr txBox="1">
              <a:spLocks noChangeArrowheads="1"/>
            </p:cNvSpPr>
            <p:nvPr/>
          </p:nvSpPr>
          <p:spPr bwMode="auto">
            <a:xfrm>
              <a:off x="3027135" y="6314866"/>
              <a:ext cx="7034618"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400" dirty="0">
                  <a:latin typeface="+mn-lt"/>
                </a:rPr>
                <a:t>… but so does this, as each peer brings service capacity</a:t>
              </a:r>
            </a:p>
          </p:txBody>
        </p:sp>
        <p:sp>
          <p:nvSpPr>
            <p:cNvPr id="151" name="Line 53">
              <a:extLst>
                <a:ext uri="{FF2B5EF4-FFF2-40B4-BE49-F238E27FC236}">
                  <a16:creationId xmlns:a16="http://schemas.microsoft.com/office/drawing/2014/main" id="{C2E61335-33C5-8040-B976-4A6DABA4E40E}"/>
                </a:ext>
              </a:extLst>
            </p:cNvPr>
            <p:cNvSpPr>
              <a:spLocks noChangeShapeType="1"/>
            </p:cNvSpPr>
            <p:nvPr/>
          </p:nvSpPr>
          <p:spPr bwMode="auto">
            <a:xfrm flipV="1">
              <a:off x="7935121" y="5637812"/>
              <a:ext cx="376235" cy="46253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152" name="Text Box 54">
              <a:extLst>
                <a:ext uri="{FF2B5EF4-FFF2-40B4-BE49-F238E27FC236}">
                  <a16:creationId xmlns:a16="http://schemas.microsoft.com/office/drawing/2014/main" id="{5FCFA7D9-F5C4-B849-A76B-A54251B68BDC}"/>
                </a:ext>
              </a:extLst>
            </p:cNvPr>
            <p:cNvSpPr txBox="1">
              <a:spLocks noChangeArrowheads="1"/>
            </p:cNvSpPr>
            <p:nvPr/>
          </p:nvSpPr>
          <p:spPr bwMode="auto">
            <a:xfrm>
              <a:off x="5084684" y="6045728"/>
              <a:ext cx="3187860"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400" dirty="0">
                  <a:latin typeface="+mn-lt"/>
                </a:rPr>
                <a:t>increases linearly in </a:t>
              </a:r>
              <a:r>
                <a:rPr lang="en-US" altLang="en-US" sz="2400" i="1" dirty="0">
                  <a:latin typeface="+mn-lt"/>
                </a:rPr>
                <a:t>N</a:t>
              </a:r>
              <a:r>
                <a:rPr lang="en-US" altLang="en-US" sz="2400" dirty="0">
                  <a:latin typeface="+mn-lt"/>
                </a:rPr>
                <a:t> …</a:t>
              </a:r>
            </a:p>
          </p:txBody>
        </p:sp>
      </p:grpSp>
      <p:sp>
        <p:nvSpPr>
          <p:cNvPr id="145" name="Slide Number Placeholder 2">
            <a:extLst>
              <a:ext uri="{FF2B5EF4-FFF2-40B4-BE49-F238E27FC236}">
                <a16:creationId xmlns:a16="http://schemas.microsoft.com/office/drawing/2014/main" id="{BC91CBC4-36C0-F74A-BE01-5502315631E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76</a:t>
            </a:fld>
            <a:endParaRPr lang="en-US" dirty="0"/>
          </a:p>
        </p:txBody>
      </p:sp>
    </p:spTree>
    <p:extLst>
      <p:ext uri="{BB962C8B-B14F-4D97-AF65-F5344CB8AC3E}">
        <p14:creationId xmlns:p14="http://schemas.microsoft.com/office/powerpoint/2010/main" val="4241198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Client-server vs. P2P: example</a:t>
            </a:r>
          </a:p>
        </p:txBody>
      </p:sp>
      <p:sp>
        <p:nvSpPr>
          <p:cNvPr id="145" name="Text Box 5">
            <a:extLst>
              <a:ext uri="{FF2B5EF4-FFF2-40B4-BE49-F238E27FC236}">
                <a16:creationId xmlns:a16="http://schemas.microsoft.com/office/drawing/2014/main" id="{EEB38FFC-0E85-9543-BFA8-AC6EA14AA840}"/>
              </a:ext>
            </a:extLst>
          </p:cNvPr>
          <p:cNvSpPr txBox="1">
            <a:spLocks noChangeArrowheads="1"/>
          </p:cNvSpPr>
          <p:nvPr/>
        </p:nvSpPr>
        <p:spPr bwMode="auto">
          <a:xfrm>
            <a:off x="2752045" y="1362602"/>
            <a:ext cx="7481468" cy="474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2400" dirty="0">
                <a:latin typeface="+mn-lt"/>
              </a:rPr>
              <a:t>client upload rate =</a:t>
            </a:r>
            <a:r>
              <a:rPr lang="en-US" altLang="en-US" sz="2400" i="1" dirty="0">
                <a:latin typeface="+mn-lt"/>
              </a:rPr>
              <a:t> u</a:t>
            </a:r>
            <a:r>
              <a:rPr lang="en-US" altLang="en-US" sz="2400" dirty="0">
                <a:latin typeface="+mn-lt"/>
              </a:rPr>
              <a:t>,  </a:t>
            </a:r>
            <a:r>
              <a:rPr lang="en-US" altLang="en-US" sz="2400" i="1" dirty="0">
                <a:latin typeface="+mn-lt"/>
              </a:rPr>
              <a:t>F/u </a:t>
            </a:r>
            <a:r>
              <a:rPr lang="en-US" altLang="en-US" sz="2400" dirty="0">
                <a:latin typeface="+mn-lt"/>
              </a:rPr>
              <a:t>= 1 hour,  </a:t>
            </a:r>
            <a:r>
              <a:rPr lang="en-US" altLang="en-US" sz="2400" i="1" dirty="0">
                <a:latin typeface="+mn-lt"/>
              </a:rPr>
              <a:t>u</a:t>
            </a:r>
            <a:r>
              <a:rPr lang="en-US" altLang="en-US" sz="2400" i="1" baseline="-25000" dirty="0">
                <a:latin typeface="+mn-lt"/>
              </a:rPr>
              <a:t>s</a:t>
            </a:r>
            <a:r>
              <a:rPr lang="en-US" altLang="en-US" sz="2400" i="1" dirty="0">
                <a:latin typeface="+mn-lt"/>
              </a:rPr>
              <a:t> = 10u,  d</a:t>
            </a:r>
            <a:r>
              <a:rPr lang="en-US" altLang="en-US" sz="2400" i="1" baseline="-25000" dirty="0">
                <a:latin typeface="+mn-lt"/>
              </a:rPr>
              <a:t>min</a:t>
            </a:r>
            <a:r>
              <a:rPr lang="en-US" altLang="en-US" sz="2400" i="1" dirty="0">
                <a:latin typeface="+mn-lt"/>
              </a:rPr>
              <a:t> ≥ u</a:t>
            </a:r>
            <a:r>
              <a:rPr lang="en-US" altLang="en-US" sz="2400" i="1" baseline="-25000" dirty="0">
                <a:latin typeface="+mn-lt"/>
              </a:rPr>
              <a:t>s</a:t>
            </a:r>
          </a:p>
        </p:txBody>
      </p:sp>
      <p:graphicFrame>
        <p:nvGraphicFramePr>
          <p:cNvPr id="146" name="Object 2">
            <a:extLst>
              <a:ext uri="{FF2B5EF4-FFF2-40B4-BE49-F238E27FC236}">
                <a16:creationId xmlns:a16="http://schemas.microsoft.com/office/drawing/2014/main" id="{DA2A3735-C6EA-E243-957F-9D948479EA07}"/>
              </a:ext>
            </a:extLst>
          </p:cNvPr>
          <p:cNvGraphicFramePr>
            <a:graphicFrameLocks noChangeAspect="1"/>
          </p:cNvGraphicFramePr>
          <p:nvPr>
            <p:extLst>
              <p:ext uri="{D42A27DB-BD31-4B8C-83A1-F6EECF244321}">
                <p14:modId xmlns:p14="http://schemas.microsoft.com/office/powerpoint/2010/main" val="210384578"/>
              </p:ext>
            </p:extLst>
          </p:nvPr>
        </p:nvGraphicFramePr>
        <p:xfrm>
          <a:off x="2976864" y="1835409"/>
          <a:ext cx="7031830" cy="4790242"/>
        </p:xfrm>
        <a:graphic>
          <a:graphicData uri="http://schemas.openxmlformats.org/presentationml/2006/ole">
            <mc:AlternateContent xmlns:mc="http://schemas.openxmlformats.org/markup-compatibility/2006">
              <mc:Choice xmlns:v="urn:schemas-microsoft-com:vml" Requires="v">
                <p:oleObj spid="_x0000_s1027" name="Chart" r:id="rId4" imgW="7734300" imgH="5295900" progId="Excel.Chart.8">
                  <p:embed/>
                </p:oleObj>
              </mc:Choice>
              <mc:Fallback>
                <p:oleObj name="Chart" r:id="rId4" imgW="7734300" imgH="5295900" progId="Excel.Chart.8">
                  <p:embed/>
                  <p:pic>
                    <p:nvPicPr>
                      <p:cNvPr id="183299" name="Object 2">
                        <a:extLst>
                          <a:ext uri="{FF2B5EF4-FFF2-40B4-BE49-F238E27FC236}">
                            <a16:creationId xmlns:a16="http://schemas.microsoft.com/office/drawing/2014/main" id="{F67C7379-8D4A-BD48-9EB7-BE18F0022F3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76864" y="1835409"/>
                        <a:ext cx="7031830" cy="4790242"/>
                      </a:xfrm>
                      <a:prstGeom prst="rect">
                        <a:avLst/>
                      </a:prstGeom>
                      <a:noFill/>
                      <a:ln>
                        <a:noFill/>
                      </a:ln>
                      <a:effectLst/>
                    </p:spPr>
                  </p:pic>
                </p:oleObj>
              </mc:Fallback>
            </mc:AlternateContent>
          </a:graphicData>
        </a:graphic>
      </p:graphicFrame>
      <p:sp>
        <p:nvSpPr>
          <p:cNvPr id="7" name="Slide Number Placeholder 2">
            <a:extLst>
              <a:ext uri="{FF2B5EF4-FFF2-40B4-BE49-F238E27FC236}">
                <a16:creationId xmlns:a16="http://schemas.microsoft.com/office/drawing/2014/main" id="{97AAACF9-A4E2-714C-A130-30E3EF5AB88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77</a:t>
            </a:fld>
            <a:endParaRPr lang="en-US" dirty="0"/>
          </a:p>
        </p:txBody>
      </p:sp>
    </p:spTree>
    <p:extLst>
      <p:ext uri="{BB962C8B-B14F-4D97-AF65-F5344CB8AC3E}">
        <p14:creationId xmlns:p14="http://schemas.microsoft.com/office/powerpoint/2010/main" val="1802745351"/>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P2P file distribution: BitTorrent </a:t>
            </a:r>
          </a:p>
        </p:txBody>
      </p:sp>
      <p:sp>
        <p:nvSpPr>
          <p:cNvPr id="8" name="Rectangle 43">
            <a:extLst>
              <a:ext uri="{FF2B5EF4-FFF2-40B4-BE49-F238E27FC236}">
                <a16:creationId xmlns:a16="http://schemas.microsoft.com/office/drawing/2014/main" id="{9F70DCCB-36C3-394B-AA08-EB0F698CB2D1}"/>
              </a:ext>
            </a:extLst>
          </p:cNvPr>
          <p:cNvSpPr>
            <a:spLocks noChangeArrowheads="1"/>
          </p:cNvSpPr>
          <p:nvPr/>
        </p:nvSpPr>
        <p:spPr bwMode="auto">
          <a:xfrm>
            <a:off x="745784" y="1260022"/>
            <a:ext cx="7124700" cy="100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buClr>
                <a:srgbClr val="000099"/>
              </a:buClr>
              <a:buSzPct val="100000"/>
              <a:buFont typeface="Wingdings" pitchFamily="2" charset="2"/>
              <a:buChar char="§"/>
            </a:pPr>
            <a:r>
              <a:rPr lang="en-US" altLang="en-US" sz="2800" dirty="0">
                <a:latin typeface="+mn-lt"/>
              </a:rPr>
              <a:t>file divided into 256Kb chunks</a:t>
            </a:r>
          </a:p>
          <a:p>
            <a:pPr>
              <a:buClr>
                <a:srgbClr val="000099"/>
              </a:buClr>
              <a:buSzPct val="100000"/>
              <a:buFont typeface="Wingdings" pitchFamily="2" charset="2"/>
              <a:buChar char="§"/>
            </a:pPr>
            <a:r>
              <a:rPr lang="en-US" altLang="en-US" sz="2800" dirty="0">
                <a:latin typeface="+mn-lt"/>
              </a:rPr>
              <a:t>peers in torrent send/receive file chunks</a:t>
            </a:r>
            <a:endParaRPr lang="en-US" altLang="en-US" sz="3200" dirty="0">
              <a:latin typeface="+mn-lt"/>
            </a:endParaRPr>
          </a:p>
        </p:txBody>
      </p:sp>
      <p:sp>
        <p:nvSpPr>
          <p:cNvPr id="9" name="Text Box 37">
            <a:extLst>
              <a:ext uri="{FF2B5EF4-FFF2-40B4-BE49-F238E27FC236}">
                <a16:creationId xmlns:a16="http://schemas.microsoft.com/office/drawing/2014/main" id="{5650BC65-B000-EC4F-B4E6-547C48D655DC}"/>
              </a:ext>
            </a:extLst>
          </p:cNvPr>
          <p:cNvSpPr txBox="1">
            <a:spLocks noChangeArrowheads="1"/>
          </p:cNvSpPr>
          <p:nvPr/>
        </p:nvSpPr>
        <p:spPr bwMode="auto">
          <a:xfrm>
            <a:off x="1812096" y="2371997"/>
            <a:ext cx="3018775" cy="775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spcBef>
                <a:spcPct val="0"/>
              </a:spcBef>
              <a:buClrTx/>
              <a:buSzTx/>
              <a:buFontTx/>
              <a:buNone/>
            </a:pPr>
            <a:r>
              <a:rPr lang="en-US" altLang="en-US" sz="2800" i="1" dirty="0">
                <a:solidFill>
                  <a:srgbClr val="CC0000"/>
                </a:solidFill>
                <a:latin typeface="+mn-lt"/>
              </a:rPr>
              <a:t>tracker:</a:t>
            </a:r>
            <a:r>
              <a:rPr lang="en-US" altLang="en-US" sz="2800" dirty="0">
                <a:latin typeface="+mn-lt"/>
              </a:rPr>
              <a:t> </a:t>
            </a:r>
            <a:r>
              <a:rPr lang="en-US" altLang="en-US" sz="2400" dirty="0">
                <a:latin typeface="+mn-lt"/>
              </a:rPr>
              <a:t>tracks peers </a:t>
            </a:r>
          </a:p>
          <a:p>
            <a:pPr eaLnBrk="1" hangingPunct="1">
              <a:lnSpc>
                <a:spcPct val="85000"/>
              </a:lnSpc>
              <a:spcBef>
                <a:spcPct val="0"/>
              </a:spcBef>
              <a:buClrTx/>
              <a:buSzTx/>
              <a:buFontTx/>
              <a:buNone/>
            </a:pPr>
            <a:r>
              <a:rPr lang="en-US" altLang="en-US" sz="2400" dirty="0">
                <a:latin typeface="+mn-lt"/>
              </a:rPr>
              <a:t>participating in torrent</a:t>
            </a:r>
          </a:p>
        </p:txBody>
      </p:sp>
      <p:sp>
        <p:nvSpPr>
          <p:cNvPr id="10" name="Text Box 41">
            <a:extLst>
              <a:ext uri="{FF2B5EF4-FFF2-40B4-BE49-F238E27FC236}">
                <a16:creationId xmlns:a16="http://schemas.microsoft.com/office/drawing/2014/main" id="{2814A19F-08C5-434B-8DB2-D40537539D75}"/>
              </a:ext>
            </a:extLst>
          </p:cNvPr>
          <p:cNvSpPr txBox="1">
            <a:spLocks noChangeArrowheads="1"/>
          </p:cNvSpPr>
          <p:nvPr/>
        </p:nvSpPr>
        <p:spPr bwMode="auto">
          <a:xfrm>
            <a:off x="7124019" y="2385559"/>
            <a:ext cx="4044723" cy="775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2800" i="1" dirty="0">
                <a:solidFill>
                  <a:srgbClr val="CC0000"/>
                </a:solidFill>
                <a:latin typeface="+mn-lt"/>
              </a:rPr>
              <a:t>torrent:</a:t>
            </a:r>
            <a:r>
              <a:rPr lang="en-US" altLang="en-US" sz="2800" dirty="0">
                <a:latin typeface="+mn-lt"/>
              </a:rPr>
              <a:t> </a:t>
            </a:r>
            <a:r>
              <a:rPr lang="en-US" altLang="en-US" sz="2400" dirty="0">
                <a:latin typeface="+mn-lt"/>
              </a:rPr>
              <a:t>group of peers exchanging  chunks of a file</a:t>
            </a:r>
          </a:p>
        </p:txBody>
      </p:sp>
      <p:sp>
        <p:nvSpPr>
          <p:cNvPr id="11" name="Line 21">
            <a:extLst>
              <a:ext uri="{FF2B5EF4-FFF2-40B4-BE49-F238E27FC236}">
                <a16:creationId xmlns:a16="http://schemas.microsoft.com/office/drawing/2014/main" id="{91218428-BF18-064C-AC6D-09C6F280B6C1}"/>
              </a:ext>
            </a:extLst>
          </p:cNvPr>
          <p:cNvSpPr>
            <a:spLocks noChangeShapeType="1"/>
          </p:cNvSpPr>
          <p:nvPr/>
        </p:nvSpPr>
        <p:spPr bwMode="auto">
          <a:xfrm>
            <a:off x="4149045" y="3765096"/>
            <a:ext cx="1587" cy="536575"/>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2" name="Line 25">
            <a:extLst>
              <a:ext uri="{FF2B5EF4-FFF2-40B4-BE49-F238E27FC236}">
                <a16:creationId xmlns:a16="http://schemas.microsoft.com/office/drawing/2014/main" id="{83D9B80D-0209-4147-9E8B-F917A5CACC46}"/>
              </a:ext>
            </a:extLst>
          </p:cNvPr>
          <p:cNvSpPr>
            <a:spLocks noChangeShapeType="1"/>
          </p:cNvSpPr>
          <p:nvPr/>
        </p:nvSpPr>
        <p:spPr bwMode="auto">
          <a:xfrm>
            <a:off x="5495245" y="3493634"/>
            <a:ext cx="2551112" cy="14097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3" name="Line 26">
            <a:extLst>
              <a:ext uri="{FF2B5EF4-FFF2-40B4-BE49-F238E27FC236}">
                <a16:creationId xmlns:a16="http://schemas.microsoft.com/office/drawing/2014/main" id="{F9471077-2BA5-5449-84C5-497550D1A88E}"/>
              </a:ext>
            </a:extLst>
          </p:cNvPr>
          <p:cNvSpPr>
            <a:spLocks noChangeShapeType="1"/>
          </p:cNvSpPr>
          <p:nvPr/>
        </p:nvSpPr>
        <p:spPr bwMode="auto">
          <a:xfrm>
            <a:off x="5292045" y="3644446"/>
            <a:ext cx="247650" cy="18161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4" name="Line 27">
            <a:extLst>
              <a:ext uri="{FF2B5EF4-FFF2-40B4-BE49-F238E27FC236}">
                <a16:creationId xmlns:a16="http://schemas.microsoft.com/office/drawing/2014/main" id="{10E079A5-4F27-9043-ABC7-F13963D847DE}"/>
              </a:ext>
            </a:extLst>
          </p:cNvPr>
          <p:cNvSpPr>
            <a:spLocks noChangeShapeType="1"/>
          </p:cNvSpPr>
          <p:nvPr/>
        </p:nvSpPr>
        <p:spPr bwMode="auto">
          <a:xfrm flipH="1" flipV="1">
            <a:off x="6931932" y="3404734"/>
            <a:ext cx="1168400" cy="3063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5" name="Line 28">
            <a:extLst>
              <a:ext uri="{FF2B5EF4-FFF2-40B4-BE49-F238E27FC236}">
                <a16:creationId xmlns:a16="http://schemas.microsoft.com/office/drawing/2014/main" id="{5691CE8D-190A-8F4F-81D8-DA20F9A0255C}"/>
              </a:ext>
            </a:extLst>
          </p:cNvPr>
          <p:cNvSpPr>
            <a:spLocks noChangeShapeType="1"/>
          </p:cNvSpPr>
          <p:nvPr/>
        </p:nvSpPr>
        <p:spPr bwMode="auto">
          <a:xfrm flipH="1">
            <a:off x="6115957" y="3941309"/>
            <a:ext cx="2039938" cy="198755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6" name="Line 29">
            <a:extLst>
              <a:ext uri="{FF2B5EF4-FFF2-40B4-BE49-F238E27FC236}">
                <a16:creationId xmlns:a16="http://schemas.microsoft.com/office/drawing/2014/main" id="{0B716A5B-3226-9240-889D-C421A6779BC9}"/>
              </a:ext>
            </a:extLst>
          </p:cNvPr>
          <p:cNvSpPr>
            <a:spLocks noChangeShapeType="1"/>
          </p:cNvSpPr>
          <p:nvPr/>
        </p:nvSpPr>
        <p:spPr bwMode="auto">
          <a:xfrm flipH="1">
            <a:off x="6203270" y="5906634"/>
            <a:ext cx="739775" cy="163512"/>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7" name="Line 30">
            <a:extLst>
              <a:ext uri="{FF2B5EF4-FFF2-40B4-BE49-F238E27FC236}">
                <a16:creationId xmlns:a16="http://schemas.microsoft.com/office/drawing/2014/main" id="{CB541843-3E52-6849-8C3D-ACA1E8B0A9DC}"/>
              </a:ext>
            </a:extLst>
          </p:cNvPr>
          <p:cNvSpPr>
            <a:spLocks noChangeShapeType="1"/>
          </p:cNvSpPr>
          <p:nvPr/>
        </p:nvSpPr>
        <p:spPr bwMode="auto">
          <a:xfrm flipH="1">
            <a:off x="5722257" y="3603171"/>
            <a:ext cx="900113" cy="16764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8" name="Line 31">
            <a:extLst>
              <a:ext uri="{FF2B5EF4-FFF2-40B4-BE49-F238E27FC236}">
                <a16:creationId xmlns:a16="http://schemas.microsoft.com/office/drawing/2014/main" id="{52216A70-C583-4540-BB2D-CF1771FB2AD5}"/>
              </a:ext>
            </a:extLst>
          </p:cNvPr>
          <p:cNvSpPr>
            <a:spLocks noChangeShapeType="1"/>
          </p:cNvSpPr>
          <p:nvPr/>
        </p:nvSpPr>
        <p:spPr bwMode="auto">
          <a:xfrm flipV="1">
            <a:off x="5887357" y="4989059"/>
            <a:ext cx="2120900" cy="4826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9" name="Line 32">
            <a:extLst>
              <a:ext uri="{FF2B5EF4-FFF2-40B4-BE49-F238E27FC236}">
                <a16:creationId xmlns:a16="http://schemas.microsoft.com/office/drawing/2014/main" id="{F807AF1E-A5B9-A540-A172-58D4029FDE3C}"/>
              </a:ext>
            </a:extLst>
          </p:cNvPr>
          <p:cNvSpPr>
            <a:spLocks noChangeShapeType="1"/>
          </p:cNvSpPr>
          <p:nvPr/>
        </p:nvSpPr>
        <p:spPr bwMode="auto">
          <a:xfrm>
            <a:off x="6887482" y="3547609"/>
            <a:ext cx="1182688" cy="127635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0" name="Line 33">
            <a:extLst>
              <a:ext uri="{FF2B5EF4-FFF2-40B4-BE49-F238E27FC236}">
                <a16:creationId xmlns:a16="http://schemas.microsoft.com/office/drawing/2014/main" id="{57AE3ACE-B172-774D-A007-D1E10D3347F5}"/>
              </a:ext>
            </a:extLst>
          </p:cNvPr>
          <p:cNvSpPr>
            <a:spLocks noChangeShapeType="1"/>
          </p:cNvSpPr>
          <p:nvPr/>
        </p:nvSpPr>
        <p:spPr bwMode="auto">
          <a:xfrm>
            <a:off x="7330395" y="5928859"/>
            <a:ext cx="376237" cy="2174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1" name="Line 34">
            <a:extLst>
              <a:ext uri="{FF2B5EF4-FFF2-40B4-BE49-F238E27FC236}">
                <a16:creationId xmlns:a16="http://schemas.microsoft.com/office/drawing/2014/main" id="{AD1B36D1-84DC-F74A-AFE8-CA1FD75FB991}"/>
              </a:ext>
            </a:extLst>
          </p:cNvPr>
          <p:cNvSpPr>
            <a:spLocks noChangeShapeType="1"/>
          </p:cNvSpPr>
          <p:nvPr/>
        </p:nvSpPr>
        <p:spPr bwMode="auto">
          <a:xfrm>
            <a:off x="6215970" y="6224134"/>
            <a:ext cx="1490662" cy="15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2" name="Text Box 35">
            <a:extLst>
              <a:ext uri="{FF2B5EF4-FFF2-40B4-BE49-F238E27FC236}">
                <a16:creationId xmlns:a16="http://schemas.microsoft.com/office/drawing/2014/main" id="{4EFE36E1-3543-7248-A7C0-2AC7D4F78F38}"/>
              </a:ext>
            </a:extLst>
          </p:cNvPr>
          <p:cNvSpPr txBox="1">
            <a:spLocks noChangeArrowheads="1"/>
          </p:cNvSpPr>
          <p:nvPr/>
        </p:nvSpPr>
        <p:spPr bwMode="auto">
          <a:xfrm>
            <a:off x="2380570" y="4766809"/>
            <a:ext cx="15850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dirty="0">
                <a:latin typeface="+mn-lt"/>
              </a:rPr>
              <a:t>Alice arrives  …</a:t>
            </a:r>
          </a:p>
        </p:txBody>
      </p:sp>
      <p:sp>
        <p:nvSpPr>
          <p:cNvPr id="23" name="Line 38">
            <a:extLst>
              <a:ext uri="{FF2B5EF4-FFF2-40B4-BE49-F238E27FC236}">
                <a16:creationId xmlns:a16="http://schemas.microsoft.com/office/drawing/2014/main" id="{E123A252-D37E-4649-B66C-7F9C1DB6CC0B}"/>
              </a:ext>
            </a:extLst>
          </p:cNvPr>
          <p:cNvSpPr>
            <a:spLocks noChangeShapeType="1"/>
          </p:cNvSpPr>
          <p:nvPr/>
        </p:nvSpPr>
        <p:spPr bwMode="auto">
          <a:xfrm flipH="1">
            <a:off x="7881257" y="5163684"/>
            <a:ext cx="263525" cy="9398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pic>
        <p:nvPicPr>
          <p:cNvPr id="24" name="Picture 39" descr="Alice">
            <a:extLst>
              <a:ext uri="{FF2B5EF4-FFF2-40B4-BE49-F238E27FC236}">
                <a16:creationId xmlns:a16="http://schemas.microsoft.com/office/drawing/2014/main" id="{6F308F82-9362-FC4F-921E-2715C3D3E7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36270" y="4284209"/>
            <a:ext cx="474662" cy="51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Line 42">
            <a:extLst>
              <a:ext uri="{FF2B5EF4-FFF2-40B4-BE49-F238E27FC236}">
                <a16:creationId xmlns:a16="http://schemas.microsoft.com/office/drawing/2014/main" id="{3C11B289-FD57-9D4E-9E24-3A266C61D954}"/>
              </a:ext>
            </a:extLst>
          </p:cNvPr>
          <p:cNvSpPr>
            <a:spLocks noChangeShapeType="1"/>
          </p:cNvSpPr>
          <p:nvPr/>
        </p:nvSpPr>
        <p:spPr bwMode="auto">
          <a:xfrm>
            <a:off x="3364820" y="3122159"/>
            <a:ext cx="476250" cy="258762"/>
          </a:xfrm>
          <a:prstGeom prst="line">
            <a:avLst/>
          </a:prstGeom>
          <a:noFill/>
          <a:ln w="9525">
            <a:solidFill>
              <a:srgbClr val="FF3300"/>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6" name="Text Box 35">
            <a:extLst>
              <a:ext uri="{FF2B5EF4-FFF2-40B4-BE49-F238E27FC236}">
                <a16:creationId xmlns:a16="http://schemas.microsoft.com/office/drawing/2014/main" id="{927C2D32-6615-3F4A-95AB-84426525C9F9}"/>
              </a:ext>
            </a:extLst>
          </p:cNvPr>
          <p:cNvSpPr txBox="1">
            <a:spLocks noChangeArrowheads="1"/>
          </p:cNvSpPr>
          <p:nvPr/>
        </p:nvSpPr>
        <p:spPr bwMode="auto">
          <a:xfrm>
            <a:off x="2394857" y="5027159"/>
            <a:ext cx="216052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dirty="0">
                <a:latin typeface="+mn-lt"/>
              </a:rPr>
              <a:t>… obtains list</a:t>
            </a:r>
          </a:p>
          <a:p>
            <a:pPr eaLnBrk="1" hangingPunct="1">
              <a:spcBef>
                <a:spcPct val="0"/>
              </a:spcBef>
              <a:buClrTx/>
              <a:buSzTx/>
              <a:buFontTx/>
              <a:buNone/>
            </a:pPr>
            <a:r>
              <a:rPr lang="en-US" altLang="en-US" sz="1800" dirty="0">
                <a:latin typeface="+mn-lt"/>
              </a:rPr>
              <a:t>of peers from tracker</a:t>
            </a:r>
          </a:p>
        </p:txBody>
      </p:sp>
      <p:grpSp>
        <p:nvGrpSpPr>
          <p:cNvPr id="27" name="Group 68">
            <a:extLst>
              <a:ext uri="{FF2B5EF4-FFF2-40B4-BE49-F238E27FC236}">
                <a16:creationId xmlns:a16="http://schemas.microsoft.com/office/drawing/2014/main" id="{0CB0B1F3-FC8E-0A48-BF34-45F53DE7FC53}"/>
              </a:ext>
            </a:extLst>
          </p:cNvPr>
          <p:cNvGrpSpPr>
            <a:grpSpLocks/>
          </p:cNvGrpSpPr>
          <p:nvPr/>
        </p:nvGrpSpPr>
        <p:grpSpPr bwMode="auto">
          <a:xfrm>
            <a:off x="4528457" y="3571421"/>
            <a:ext cx="3492500" cy="2163763"/>
            <a:chOff x="1752" y="2166"/>
            <a:chExt cx="2200" cy="1363"/>
          </a:xfrm>
        </p:grpSpPr>
        <p:sp>
          <p:nvSpPr>
            <p:cNvPr id="28" name="Line 22">
              <a:extLst>
                <a:ext uri="{FF2B5EF4-FFF2-40B4-BE49-F238E27FC236}">
                  <a16:creationId xmlns:a16="http://schemas.microsoft.com/office/drawing/2014/main" id="{07CCED51-0858-B14F-BA5F-7B3C851D3C7C}"/>
                </a:ext>
              </a:extLst>
            </p:cNvPr>
            <p:cNvSpPr>
              <a:spLocks noChangeShapeType="1"/>
            </p:cNvSpPr>
            <p:nvPr/>
          </p:nvSpPr>
          <p:spPr bwMode="auto">
            <a:xfrm flipV="1">
              <a:off x="1752" y="2166"/>
              <a:ext cx="361" cy="53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9" name="Line 23">
              <a:extLst>
                <a:ext uri="{FF2B5EF4-FFF2-40B4-BE49-F238E27FC236}">
                  <a16:creationId xmlns:a16="http://schemas.microsoft.com/office/drawing/2014/main" id="{AE1CB49D-CE6D-D143-95DB-E659615A3630}"/>
                </a:ext>
              </a:extLst>
            </p:cNvPr>
            <p:cNvSpPr>
              <a:spLocks noChangeShapeType="1"/>
            </p:cNvSpPr>
            <p:nvPr/>
          </p:nvSpPr>
          <p:spPr bwMode="auto">
            <a:xfrm flipV="1">
              <a:off x="1770" y="2352"/>
              <a:ext cx="2182" cy="4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30" name="Line 24">
              <a:extLst>
                <a:ext uri="{FF2B5EF4-FFF2-40B4-BE49-F238E27FC236}">
                  <a16:creationId xmlns:a16="http://schemas.microsoft.com/office/drawing/2014/main" id="{327E99FD-0AAB-E84D-845A-9A6E34919AAE}"/>
                </a:ext>
              </a:extLst>
            </p:cNvPr>
            <p:cNvSpPr>
              <a:spLocks noChangeShapeType="1"/>
            </p:cNvSpPr>
            <p:nvPr/>
          </p:nvSpPr>
          <p:spPr bwMode="auto">
            <a:xfrm>
              <a:off x="1786" y="2820"/>
              <a:ext cx="1550" cy="709"/>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grpSp>
      <p:sp>
        <p:nvSpPr>
          <p:cNvPr id="31" name="Text Box 35">
            <a:extLst>
              <a:ext uri="{FF2B5EF4-FFF2-40B4-BE49-F238E27FC236}">
                <a16:creationId xmlns:a16="http://schemas.microsoft.com/office/drawing/2014/main" id="{41FA99F8-69D2-FB4B-B615-224F5CEB2B2D}"/>
              </a:ext>
            </a:extLst>
          </p:cNvPr>
          <p:cNvSpPr txBox="1">
            <a:spLocks noChangeArrowheads="1"/>
          </p:cNvSpPr>
          <p:nvPr/>
        </p:nvSpPr>
        <p:spPr bwMode="auto">
          <a:xfrm>
            <a:off x="2355170" y="5568496"/>
            <a:ext cx="317202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dirty="0">
                <a:latin typeface="+mn-lt"/>
              </a:rPr>
              <a:t>… and begins exchanging </a:t>
            </a:r>
          </a:p>
          <a:p>
            <a:pPr eaLnBrk="1" hangingPunct="1">
              <a:spcBef>
                <a:spcPct val="0"/>
              </a:spcBef>
              <a:buClrTx/>
              <a:buSzTx/>
              <a:buFontTx/>
              <a:buNone/>
            </a:pPr>
            <a:r>
              <a:rPr lang="en-US" altLang="en-US" sz="1800" dirty="0">
                <a:latin typeface="+mn-lt"/>
              </a:rPr>
              <a:t>file chunks with peers in torrent</a:t>
            </a:r>
          </a:p>
        </p:txBody>
      </p:sp>
      <p:grpSp>
        <p:nvGrpSpPr>
          <p:cNvPr id="32" name="Group 71">
            <a:extLst>
              <a:ext uri="{FF2B5EF4-FFF2-40B4-BE49-F238E27FC236}">
                <a16:creationId xmlns:a16="http://schemas.microsoft.com/office/drawing/2014/main" id="{A0FCD1EA-5119-B341-A835-E304CBD33AC4}"/>
              </a:ext>
            </a:extLst>
          </p:cNvPr>
          <p:cNvGrpSpPr>
            <a:grpSpLocks/>
          </p:cNvGrpSpPr>
          <p:nvPr/>
        </p:nvGrpSpPr>
        <p:grpSpPr bwMode="auto">
          <a:xfrm>
            <a:off x="3931557" y="3080884"/>
            <a:ext cx="379413" cy="604837"/>
            <a:chOff x="4140" y="429"/>
            <a:chExt cx="1425" cy="2396"/>
          </a:xfrm>
        </p:grpSpPr>
        <p:sp>
          <p:nvSpPr>
            <p:cNvPr id="33" name="Freeform 72">
              <a:extLst>
                <a:ext uri="{FF2B5EF4-FFF2-40B4-BE49-F238E27FC236}">
                  <a16:creationId xmlns:a16="http://schemas.microsoft.com/office/drawing/2014/main" id="{36B6D999-1302-CA4C-9CFD-B5CDD5323C9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4" name="Rectangle 73">
              <a:extLst>
                <a:ext uri="{FF2B5EF4-FFF2-40B4-BE49-F238E27FC236}">
                  <a16:creationId xmlns:a16="http://schemas.microsoft.com/office/drawing/2014/main" id="{AE763A03-0DD4-834A-B674-79B066627380}"/>
                </a:ext>
              </a:extLst>
            </p:cNvPr>
            <p:cNvSpPr>
              <a:spLocks noChangeArrowheads="1"/>
            </p:cNvSpPr>
            <p:nvPr/>
          </p:nvSpPr>
          <p:spPr bwMode="auto">
            <a:xfrm>
              <a:off x="4206" y="429"/>
              <a:ext cx="1049"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35" name="Freeform 74">
              <a:extLst>
                <a:ext uri="{FF2B5EF4-FFF2-40B4-BE49-F238E27FC236}">
                  <a16:creationId xmlns:a16="http://schemas.microsoft.com/office/drawing/2014/main" id="{1AF22850-A524-C34B-9648-D7E113A51511}"/>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6" name="Freeform 75">
              <a:extLst>
                <a:ext uri="{FF2B5EF4-FFF2-40B4-BE49-F238E27FC236}">
                  <a16:creationId xmlns:a16="http://schemas.microsoft.com/office/drawing/2014/main" id="{E1031A0C-C898-9240-84A5-5DF224E406F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7" name="Rectangle 76">
              <a:extLst>
                <a:ext uri="{FF2B5EF4-FFF2-40B4-BE49-F238E27FC236}">
                  <a16:creationId xmlns:a16="http://schemas.microsoft.com/office/drawing/2014/main" id="{FE7D0B4D-AB22-7349-A08A-69B9AFDFEEA0}"/>
                </a:ext>
              </a:extLst>
            </p:cNvPr>
            <p:cNvSpPr>
              <a:spLocks noChangeArrowheads="1"/>
            </p:cNvSpPr>
            <p:nvPr/>
          </p:nvSpPr>
          <p:spPr bwMode="auto">
            <a:xfrm>
              <a:off x="4212" y="693"/>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nvGrpSpPr>
            <p:cNvPr id="38" name="Group 77">
              <a:extLst>
                <a:ext uri="{FF2B5EF4-FFF2-40B4-BE49-F238E27FC236}">
                  <a16:creationId xmlns:a16="http://schemas.microsoft.com/office/drawing/2014/main" id="{4BEA5B83-9C56-7E41-BD11-39235643453A}"/>
                </a:ext>
              </a:extLst>
            </p:cNvPr>
            <p:cNvGrpSpPr>
              <a:grpSpLocks/>
            </p:cNvGrpSpPr>
            <p:nvPr/>
          </p:nvGrpSpPr>
          <p:grpSpPr bwMode="auto">
            <a:xfrm>
              <a:off x="4749" y="668"/>
              <a:ext cx="581" cy="145"/>
              <a:chOff x="614" y="2568"/>
              <a:chExt cx="725" cy="139"/>
            </a:xfrm>
          </p:grpSpPr>
          <p:sp>
            <p:nvSpPr>
              <p:cNvPr id="63" name="AutoShape 78">
                <a:extLst>
                  <a:ext uri="{FF2B5EF4-FFF2-40B4-BE49-F238E27FC236}">
                    <a16:creationId xmlns:a16="http://schemas.microsoft.com/office/drawing/2014/main" id="{A1F98537-39E1-5140-824E-666C1A8D188B}"/>
                  </a:ext>
                </a:extLst>
              </p:cNvPr>
              <p:cNvSpPr>
                <a:spLocks noChangeArrowheads="1"/>
              </p:cNvSpPr>
              <p:nvPr/>
            </p:nvSpPr>
            <p:spPr bwMode="auto">
              <a:xfrm>
                <a:off x="613" y="2568"/>
                <a:ext cx="729"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64" name="AutoShape 79">
                <a:extLst>
                  <a:ext uri="{FF2B5EF4-FFF2-40B4-BE49-F238E27FC236}">
                    <a16:creationId xmlns:a16="http://schemas.microsoft.com/office/drawing/2014/main" id="{3E630405-7E91-474D-81B7-5BE15C86F4F9}"/>
                  </a:ext>
                </a:extLst>
              </p:cNvPr>
              <p:cNvSpPr>
                <a:spLocks noChangeArrowheads="1"/>
              </p:cNvSpPr>
              <p:nvPr/>
            </p:nvSpPr>
            <p:spPr bwMode="auto">
              <a:xfrm>
                <a:off x="628" y="2586"/>
                <a:ext cx="699"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39" name="Rectangle 80">
              <a:extLst>
                <a:ext uri="{FF2B5EF4-FFF2-40B4-BE49-F238E27FC236}">
                  <a16:creationId xmlns:a16="http://schemas.microsoft.com/office/drawing/2014/main" id="{B81937BA-7B8F-934F-9886-304C1E0FE0D8}"/>
                </a:ext>
              </a:extLst>
            </p:cNvPr>
            <p:cNvSpPr>
              <a:spLocks noChangeArrowheads="1"/>
            </p:cNvSpPr>
            <p:nvPr/>
          </p:nvSpPr>
          <p:spPr bwMode="auto">
            <a:xfrm>
              <a:off x="4223" y="1020"/>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nvGrpSpPr>
            <p:cNvPr id="40" name="Group 81">
              <a:extLst>
                <a:ext uri="{FF2B5EF4-FFF2-40B4-BE49-F238E27FC236}">
                  <a16:creationId xmlns:a16="http://schemas.microsoft.com/office/drawing/2014/main" id="{EB47381C-540F-D44E-B9A6-D96D60900C1B}"/>
                </a:ext>
              </a:extLst>
            </p:cNvPr>
            <p:cNvGrpSpPr>
              <a:grpSpLocks/>
            </p:cNvGrpSpPr>
            <p:nvPr/>
          </p:nvGrpSpPr>
          <p:grpSpPr bwMode="auto">
            <a:xfrm>
              <a:off x="4747" y="994"/>
              <a:ext cx="581" cy="134"/>
              <a:chOff x="614" y="2568"/>
              <a:chExt cx="725" cy="139"/>
            </a:xfrm>
          </p:grpSpPr>
          <p:sp>
            <p:nvSpPr>
              <p:cNvPr id="61" name="AutoShape 82">
                <a:extLst>
                  <a:ext uri="{FF2B5EF4-FFF2-40B4-BE49-F238E27FC236}">
                    <a16:creationId xmlns:a16="http://schemas.microsoft.com/office/drawing/2014/main" id="{CB241153-BE70-A046-A468-0E9F962F2F1A}"/>
                  </a:ext>
                </a:extLst>
              </p:cNvPr>
              <p:cNvSpPr>
                <a:spLocks noChangeArrowheads="1"/>
              </p:cNvSpPr>
              <p:nvPr/>
            </p:nvSpPr>
            <p:spPr bwMode="auto">
              <a:xfrm>
                <a:off x="615" y="2569"/>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62" name="AutoShape 83">
                <a:extLst>
                  <a:ext uri="{FF2B5EF4-FFF2-40B4-BE49-F238E27FC236}">
                    <a16:creationId xmlns:a16="http://schemas.microsoft.com/office/drawing/2014/main" id="{AE4F9DC7-0CE7-224E-AC2E-7172DE8E4525}"/>
                  </a:ext>
                </a:extLst>
              </p:cNvPr>
              <p:cNvSpPr>
                <a:spLocks noChangeArrowheads="1"/>
              </p:cNvSpPr>
              <p:nvPr/>
            </p:nvSpPr>
            <p:spPr bwMode="auto">
              <a:xfrm>
                <a:off x="630" y="2582"/>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41" name="Rectangle 84">
              <a:extLst>
                <a:ext uri="{FF2B5EF4-FFF2-40B4-BE49-F238E27FC236}">
                  <a16:creationId xmlns:a16="http://schemas.microsoft.com/office/drawing/2014/main" id="{8C5EDE9F-7A54-8E4C-9F85-07C13C5C2FA0}"/>
                </a:ext>
              </a:extLst>
            </p:cNvPr>
            <p:cNvSpPr>
              <a:spLocks noChangeArrowheads="1"/>
            </p:cNvSpPr>
            <p:nvPr/>
          </p:nvSpPr>
          <p:spPr bwMode="auto">
            <a:xfrm>
              <a:off x="4218" y="1360"/>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42" name="Rectangle 85">
              <a:extLst>
                <a:ext uri="{FF2B5EF4-FFF2-40B4-BE49-F238E27FC236}">
                  <a16:creationId xmlns:a16="http://schemas.microsoft.com/office/drawing/2014/main" id="{6FEC7A6E-AAC2-3842-B9A4-935F2060DA79}"/>
                </a:ext>
              </a:extLst>
            </p:cNvPr>
            <p:cNvSpPr>
              <a:spLocks noChangeArrowheads="1"/>
            </p:cNvSpPr>
            <p:nvPr/>
          </p:nvSpPr>
          <p:spPr bwMode="auto">
            <a:xfrm>
              <a:off x="4229" y="1655"/>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nvGrpSpPr>
            <p:cNvPr id="43" name="Group 86">
              <a:extLst>
                <a:ext uri="{FF2B5EF4-FFF2-40B4-BE49-F238E27FC236}">
                  <a16:creationId xmlns:a16="http://schemas.microsoft.com/office/drawing/2014/main" id="{CAC1B168-07EE-3C44-9AEE-5914C1B8DC36}"/>
                </a:ext>
              </a:extLst>
            </p:cNvPr>
            <p:cNvGrpSpPr>
              <a:grpSpLocks/>
            </p:cNvGrpSpPr>
            <p:nvPr/>
          </p:nvGrpSpPr>
          <p:grpSpPr bwMode="auto">
            <a:xfrm>
              <a:off x="4735" y="1627"/>
              <a:ext cx="582" cy="151"/>
              <a:chOff x="614" y="2568"/>
              <a:chExt cx="725" cy="139"/>
            </a:xfrm>
          </p:grpSpPr>
          <p:sp>
            <p:nvSpPr>
              <p:cNvPr id="59" name="AutoShape 87">
                <a:extLst>
                  <a:ext uri="{FF2B5EF4-FFF2-40B4-BE49-F238E27FC236}">
                    <a16:creationId xmlns:a16="http://schemas.microsoft.com/office/drawing/2014/main" id="{F49F383C-F941-F64A-8DDE-13A4D8D164EC}"/>
                  </a:ext>
                </a:extLst>
              </p:cNvPr>
              <p:cNvSpPr>
                <a:spLocks noChangeArrowheads="1"/>
              </p:cNvSpPr>
              <p:nvPr/>
            </p:nvSpPr>
            <p:spPr bwMode="auto">
              <a:xfrm>
                <a:off x="616" y="2582"/>
                <a:ext cx="720"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60" name="AutoShape 88">
                <a:extLst>
                  <a:ext uri="{FF2B5EF4-FFF2-40B4-BE49-F238E27FC236}">
                    <a16:creationId xmlns:a16="http://schemas.microsoft.com/office/drawing/2014/main" id="{E3456229-948B-9C4F-B503-DD55D3230823}"/>
                  </a:ext>
                </a:extLst>
              </p:cNvPr>
              <p:cNvSpPr>
                <a:spLocks noChangeArrowheads="1"/>
              </p:cNvSpPr>
              <p:nvPr/>
            </p:nvSpPr>
            <p:spPr bwMode="auto">
              <a:xfrm>
                <a:off x="630" y="2588"/>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44" name="Freeform 89">
              <a:extLst>
                <a:ext uri="{FF2B5EF4-FFF2-40B4-BE49-F238E27FC236}">
                  <a16:creationId xmlns:a16="http://schemas.microsoft.com/office/drawing/2014/main" id="{3234093D-FE87-774F-B1CC-0588229AEC82}"/>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45" name="Group 90">
              <a:extLst>
                <a:ext uri="{FF2B5EF4-FFF2-40B4-BE49-F238E27FC236}">
                  <a16:creationId xmlns:a16="http://schemas.microsoft.com/office/drawing/2014/main" id="{BA746CA5-383B-584C-B3CE-776F388C942C}"/>
                </a:ext>
              </a:extLst>
            </p:cNvPr>
            <p:cNvGrpSpPr>
              <a:grpSpLocks/>
            </p:cNvGrpSpPr>
            <p:nvPr/>
          </p:nvGrpSpPr>
          <p:grpSpPr bwMode="auto">
            <a:xfrm>
              <a:off x="4739" y="1327"/>
              <a:ext cx="582" cy="139"/>
              <a:chOff x="614" y="2568"/>
              <a:chExt cx="725" cy="139"/>
            </a:xfrm>
          </p:grpSpPr>
          <p:sp>
            <p:nvSpPr>
              <p:cNvPr id="57" name="AutoShape 91">
                <a:extLst>
                  <a:ext uri="{FF2B5EF4-FFF2-40B4-BE49-F238E27FC236}">
                    <a16:creationId xmlns:a16="http://schemas.microsoft.com/office/drawing/2014/main" id="{68AEEFFF-F3C4-BE40-8529-27EE2B357488}"/>
                  </a:ext>
                </a:extLst>
              </p:cNvPr>
              <p:cNvSpPr>
                <a:spLocks noChangeArrowheads="1"/>
              </p:cNvSpPr>
              <p:nvPr/>
            </p:nvSpPr>
            <p:spPr bwMode="auto">
              <a:xfrm>
                <a:off x="611" y="2569"/>
                <a:ext cx="728"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8" name="AutoShape 92">
                <a:extLst>
                  <a:ext uri="{FF2B5EF4-FFF2-40B4-BE49-F238E27FC236}">
                    <a16:creationId xmlns:a16="http://schemas.microsoft.com/office/drawing/2014/main" id="{A5A04A8A-7369-354C-9B2B-CE0C0C5721C2}"/>
                  </a:ext>
                </a:extLst>
              </p:cNvPr>
              <p:cNvSpPr>
                <a:spLocks noChangeArrowheads="1"/>
              </p:cNvSpPr>
              <p:nvPr/>
            </p:nvSpPr>
            <p:spPr bwMode="auto">
              <a:xfrm>
                <a:off x="618" y="2588"/>
                <a:ext cx="706"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46" name="Rectangle 93">
              <a:extLst>
                <a:ext uri="{FF2B5EF4-FFF2-40B4-BE49-F238E27FC236}">
                  <a16:creationId xmlns:a16="http://schemas.microsoft.com/office/drawing/2014/main" id="{618A0788-435C-8042-AA0E-E94601F03015}"/>
                </a:ext>
              </a:extLst>
            </p:cNvPr>
            <p:cNvSpPr>
              <a:spLocks noChangeArrowheads="1"/>
            </p:cNvSpPr>
            <p:nvPr/>
          </p:nvSpPr>
          <p:spPr bwMode="auto">
            <a:xfrm>
              <a:off x="5249" y="429"/>
              <a:ext cx="72"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47" name="Freeform 94">
              <a:extLst>
                <a:ext uri="{FF2B5EF4-FFF2-40B4-BE49-F238E27FC236}">
                  <a16:creationId xmlns:a16="http://schemas.microsoft.com/office/drawing/2014/main" id="{25054F67-2153-544C-AC14-FB9950D7202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8" name="Freeform 95">
              <a:extLst>
                <a:ext uri="{FF2B5EF4-FFF2-40B4-BE49-F238E27FC236}">
                  <a16:creationId xmlns:a16="http://schemas.microsoft.com/office/drawing/2014/main" id="{F3155E84-B2BA-A749-84BE-14633D97E89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9" name="Oval 96">
              <a:extLst>
                <a:ext uri="{FF2B5EF4-FFF2-40B4-BE49-F238E27FC236}">
                  <a16:creationId xmlns:a16="http://schemas.microsoft.com/office/drawing/2014/main" id="{CA182219-7AC0-E240-972C-91BD56BAF1EB}"/>
                </a:ext>
              </a:extLst>
            </p:cNvPr>
            <p:cNvSpPr>
              <a:spLocks noChangeArrowheads="1"/>
            </p:cNvSpPr>
            <p:nvPr/>
          </p:nvSpPr>
          <p:spPr bwMode="auto">
            <a:xfrm>
              <a:off x="5517" y="2611"/>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0" name="Freeform 97">
              <a:extLst>
                <a:ext uri="{FF2B5EF4-FFF2-40B4-BE49-F238E27FC236}">
                  <a16:creationId xmlns:a16="http://schemas.microsoft.com/office/drawing/2014/main" id="{85F80E33-0DDA-284C-9587-26BBD9164AE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 name="AutoShape 98">
              <a:extLst>
                <a:ext uri="{FF2B5EF4-FFF2-40B4-BE49-F238E27FC236}">
                  <a16:creationId xmlns:a16="http://schemas.microsoft.com/office/drawing/2014/main" id="{882E6AD3-0779-D044-AD1D-25D362270922}"/>
                </a:ext>
              </a:extLst>
            </p:cNvPr>
            <p:cNvSpPr>
              <a:spLocks noChangeArrowheads="1"/>
            </p:cNvSpPr>
            <p:nvPr/>
          </p:nvSpPr>
          <p:spPr bwMode="auto">
            <a:xfrm>
              <a:off x="4140" y="2680"/>
              <a:ext cx="1198"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2" name="AutoShape 99">
              <a:extLst>
                <a:ext uri="{FF2B5EF4-FFF2-40B4-BE49-F238E27FC236}">
                  <a16:creationId xmlns:a16="http://schemas.microsoft.com/office/drawing/2014/main" id="{7B40A6F7-0BA7-7E46-8BEC-61560B69323D}"/>
                </a:ext>
              </a:extLst>
            </p:cNvPr>
            <p:cNvSpPr>
              <a:spLocks noChangeArrowheads="1"/>
            </p:cNvSpPr>
            <p:nvPr/>
          </p:nvSpPr>
          <p:spPr bwMode="auto">
            <a:xfrm>
              <a:off x="4206" y="2712"/>
              <a:ext cx="1073"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3" name="Oval 100">
              <a:extLst>
                <a:ext uri="{FF2B5EF4-FFF2-40B4-BE49-F238E27FC236}">
                  <a16:creationId xmlns:a16="http://schemas.microsoft.com/office/drawing/2014/main" id="{F7339661-C71C-C74D-AC1D-5ED32FE9B9D4}"/>
                </a:ext>
              </a:extLst>
            </p:cNvPr>
            <p:cNvSpPr>
              <a:spLocks noChangeArrowheads="1"/>
            </p:cNvSpPr>
            <p:nvPr/>
          </p:nvSpPr>
          <p:spPr bwMode="auto">
            <a:xfrm>
              <a:off x="4307" y="2385"/>
              <a:ext cx="161" cy="13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4" name="Oval 101">
              <a:extLst>
                <a:ext uri="{FF2B5EF4-FFF2-40B4-BE49-F238E27FC236}">
                  <a16:creationId xmlns:a16="http://schemas.microsoft.com/office/drawing/2014/main" id="{B23B5791-AF12-DF45-86A6-EECA1ABBE598}"/>
                </a:ext>
              </a:extLst>
            </p:cNvPr>
            <p:cNvSpPr>
              <a:spLocks noChangeArrowheads="1"/>
            </p:cNvSpPr>
            <p:nvPr/>
          </p:nvSpPr>
          <p:spPr bwMode="auto">
            <a:xfrm>
              <a:off x="4486" y="2385"/>
              <a:ext cx="161"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endParaRPr lang="en-US" altLang="en-US" sz="1800" dirty="0">
                <a:solidFill>
                  <a:srgbClr val="FF0000"/>
                </a:solidFill>
                <a:latin typeface="+mn-lt"/>
                <a:cs typeface="Arial" panose="020B0604020202020204" pitchFamily="34" charset="0"/>
              </a:endParaRPr>
            </a:p>
          </p:txBody>
        </p:sp>
        <p:sp>
          <p:nvSpPr>
            <p:cNvPr id="55" name="Oval 102">
              <a:extLst>
                <a:ext uri="{FF2B5EF4-FFF2-40B4-BE49-F238E27FC236}">
                  <a16:creationId xmlns:a16="http://schemas.microsoft.com/office/drawing/2014/main" id="{276ECC61-535B-904F-A386-35EBB8EC4328}"/>
                </a:ext>
              </a:extLst>
            </p:cNvPr>
            <p:cNvSpPr>
              <a:spLocks noChangeArrowheads="1"/>
            </p:cNvSpPr>
            <p:nvPr/>
          </p:nvSpPr>
          <p:spPr bwMode="auto">
            <a:xfrm>
              <a:off x="4665" y="2379"/>
              <a:ext cx="155"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6" name="Rectangle 103">
              <a:extLst>
                <a:ext uri="{FF2B5EF4-FFF2-40B4-BE49-F238E27FC236}">
                  <a16:creationId xmlns:a16="http://schemas.microsoft.com/office/drawing/2014/main" id="{EA9915CD-687B-DC45-B384-ED68394FB0E3}"/>
                </a:ext>
              </a:extLst>
            </p:cNvPr>
            <p:cNvSpPr>
              <a:spLocks noChangeArrowheads="1"/>
            </p:cNvSpPr>
            <p:nvPr/>
          </p:nvSpPr>
          <p:spPr bwMode="auto">
            <a:xfrm>
              <a:off x="5064" y="1838"/>
              <a:ext cx="83" cy="761"/>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grpSp>
        <p:nvGrpSpPr>
          <p:cNvPr id="65" name="Group 104">
            <a:extLst>
              <a:ext uri="{FF2B5EF4-FFF2-40B4-BE49-F238E27FC236}">
                <a16:creationId xmlns:a16="http://schemas.microsoft.com/office/drawing/2014/main" id="{A1CC28AD-9104-D040-9B79-0D23AB0DAD5C}"/>
              </a:ext>
            </a:extLst>
          </p:cNvPr>
          <p:cNvGrpSpPr>
            <a:grpSpLocks/>
          </p:cNvGrpSpPr>
          <p:nvPr/>
        </p:nvGrpSpPr>
        <p:grpSpPr bwMode="auto">
          <a:xfrm>
            <a:off x="3825195" y="4320721"/>
            <a:ext cx="685800" cy="588963"/>
            <a:chOff x="-44" y="1473"/>
            <a:chExt cx="981" cy="1105"/>
          </a:xfrm>
        </p:grpSpPr>
        <p:pic>
          <p:nvPicPr>
            <p:cNvPr id="66" name="Picture 105" descr="desktop_computer_stylized_medium">
              <a:extLst>
                <a:ext uri="{FF2B5EF4-FFF2-40B4-BE49-F238E27FC236}">
                  <a16:creationId xmlns:a16="http://schemas.microsoft.com/office/drawing/2014/main" id="{AAA9C191-A724-DE4E-A0DA-AF600AE1B4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Freeform 106">
              <a:extLst>
                <a:ext uri="{FF2B5EF4-FFF2-40B4-BE49-F238E27FC236}">
                  <a16:creationId xmlns:a16="http://schemas.microsoft.com/office/drawing/2014/main" id="{E6FC85B1-48F0-1149-9E86-28C220903AB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68" name="Group 107">
            <a:extLst>
              <a:ext uri="{FF2B5EF4-FFF2-40B4-BE49-F238E27FC236}">
                <a16:creationId xmlns:a16="http://schemas.microsoft.com/office/drawing/2014/main" id="{291F0955-3988-7649-881A-FC89468189F9}"/>
              </a:ext>
            </a:extLst>
          </p:cNvPr>
          <p:cNvGrpSpPr>
            <a:grpSpLocks/>
          </p:cNvGrpSpPr>
          <p:nvPr/>
        </p:nvGrpSpPr>
        <p:grpSpPr bwMode="auto">
          <a:xfrm>
            <a:off x="5195207" y="5333546"/>
            <a:ext cx="728663" cy="620713"/>
            <a:chOff x="-44" y="1473"/>
            <a:chExt cx="981" cy="1105"/>
          </a:xfrm>
        </p:grpSpPr>
        <p:pic>
          <p:nvPicPr>
            <p:cNvPr id="69" name="Picture 108" descr="desktop_computer_stylized_medium">
              <a:extLst>
                <a:ext uri="{FF2B5EF4-FFF2-40B4-BE49-F238E27FC236}">
                  <a16:creationId xmlns:a16="http://schemas.microsoft.com/office/drawing/2014/main" id="{A5B37F88-7E58-784C-A670-1879282E526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 name="Freeform 109">
              <a:extLst>
                <a:ext uri="{FF2B5EF4-FFF2-40B4-BE49-F238E27FC236}">
                  <a16:creationId xmlns:a16="http://schemas.microsoft.com/office/drawing/2014/main" id="{36940F9B-2451-784C-B12A-984CF4F8731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71" name="Group 110">
            <a:extLst>
              <a:ext uri="{FF2B5EF4-FFF2-40B4-BE49-F238E27FC236}">
                <a16:creationId xmlns:a16="http://schemas.microsoft.com/office/drawing/2014/main" id="{7F424135-822E-074D-8C17-2A6D6E4ECAFC}"/>
              </a:ext>
            </a:extLst>
          </p:cNvPr>
          <p:cNvGrpSpPr>
            <a:grpSpLocks/>
          </p:cNvGrpSpPr>
          <p:nvPr/>
        </p:nvGrpSpPr>
        <p:grpSpPr bwMode="auto">
          <a:xfrm>
            <a:off x="5477782" y="5911396"/>
            <a:ext cx="728663" cy="620713"/>
            <a:chOff x="-44" y="1473"/>
            <a:chExt cx="981" cy="1105"/>
          </a:xfrm>
        </p:grpSpPr>
        <p:pic>
          <p:nvPicPr>
            <p:cNvPr id="72" name="Picture 111" descr="desktop_computer_stylized_medium">
              <a:extLst>
                <a:ext uri="{FF2B5EF4-FFF2-40B4-BE49-F238E27FC236}">
                  <a16:creationId xmlns:a16="http://schemas.microsoft.com/office/drawing/2014/main" id="{34FC5600-17A3-934E-9068-3B83CAC0C35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Freeform 112">
              <a:extLst>
                <a:ext uri="{FF2B5EF4-FFF2-40B4-BE49-F238E27FC236}">
                  <a16:creationId xmlns:a16="http://schemas.microsoft.com/office/drawing/2014/main" id="{1F97F168-3D00-8E46-92E2-721EC7E48C6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74" name="Group 113">
            <a:extLst>
              <a:ext uri="{FF2B5EF4-FFF2-40B4-BE49-F238E27FC236}">
                <a16:creationId xmlns:a16="http://schemas.microsoft.com/office/drawing/2014/main" id="{C0B69BA7-0A27-7147-8AE9-1235C7C2A05B}"/>
              </a:ext>
            </a:extLst>
          </p:cNvPr>
          <p:cNvGrpSpPr>
            <a:grpSpLocks/>
          </p:cNvGrpSpPr>
          <p:nvPr/>
        </p:nvGrpSpPr>
        <p:grpSpPr bwMode="auto">
          <a:xfrm flipH="1">
            <a:off x="8111445" y="4757284"/>
            <a:ext cx="728662" cy="620712"/>
            <a:chOff x="-44" y="1473"/>
            <a:chExt cx="981" cy="1105"/>
          </a:xfrm>
        </p:grpSpPr>
        <p:pic>
          <p:nvPicPr>
            <p:cNvPr id="75" name="Picture 114" descr="desktop_computer_stylized_medium">
              <a:extLst>
                <a:ext uri="{FF2B5EF4-FFF2-40B4-BE49-F238E27FC236}">
                  <a16:creationId xmlns:a16="http://schemas.microsoft.com/office/drawing/2014/main" id="{F68E7B52-0A00-E34D-9DA2-D7620DF995E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Freeform 115">
              <a:extLst>
                <a:ext uri="{FF2B5EF4-FFF2-40B4-BE49-F238E27FC236}">
                  <a16:creationId xmlns:a16="http://schemas.microsoft.com/office/drawing/2014/main" id="{CE23A1DF-EAD7-2749-B795-7C811DC2D39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77" name="Group 116">
            <a:extLst>
              <a:ext uri="{FF2B5EF4-FFF2-40B4-BE49-F238E27FC236}">
                <a16:creationId xmlns:a16="http://schemas.microsoft.com/office/drawing/2014/main" id="{C526BB6F-CCDA-0147-8FD0-0F99323F14AB}"/>
              </a:ext>
            </a:extLst>
          </p:cNvPr>
          <p:cNvGrpSpPr>
            <a:grpSpLocks/>
          </p:cNvGrpSpPr>
          <p:nvPr/>
        </p:nvGrpSpPr>
        <p:grpSpPr bwMode="auto">
          <a:xfrm flipH="1">
            <a:off x="7763782" y="6095546"/>
            <a:ext cx="728663" cy="620713"/>
            <a:chOff x="-44" y="1473"/>
            <a:chExt cx="981" cy="1105"/>
          </a:xfrm>
        </p:grpSpPr>
        <p:pic>
          <p:nvPicPr>
            <p:cNvPr id="78" name="Picture 117" descr="desktop_computer_stylized_medium">
              <a:extLst>
                <a:ext uri="{FF2B5EF4-FFF2-40B4-BE49-F238E27FC236}">
                  <a16:creationId xmlns:a16="http://schemas.microsoft.com/office/drawing/2014/main" id="{CDFEDAF9-00CE-D646-8AE3-A7056CD30CD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Freeform 118">
              <a:extLst>
                <a:ext uri="{FF2B5EF4-FFF2-40B4-BE49-F238E27FC236}">
                  <a16:creationId xmlns:a16="http://schemas.microsoft.com/office/drawing/2014/main" id="{3D90A292-9B8F-C447-9D79-AE8C9EFF482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0" name="Group 119">
            <a:extLst>
              <a:ext uri="{FF2B5EF4-FFF2-40B4-BE49-F238E27FC236}">
                <a16:creationId xmlns:a16="http://schemas.microsoft.com/office/drawing/2014/main" id="{EBC84D0D-5129-DF4C-A746-CE2C76A20F2E}"/>
              </a:ext>
            </a:extLst>
          </p:cNvPr>
          <p:cNvGrpSpPr>
            <a:grpSpLocks/>
          </p:cNvGrpSpPr>
          <p:nvPr/>
        </p:nvGrpSpPr>
        <p:grpSpPr bwMode="auto">
          <a:xfrm flipH="1">
            <a:off x="8165420" y="3569834"/>
            <a:ext cx="728662" cy="620712"/>
            <a:chOff x="-44" y="1473"/>
            <a:chExt cx="981" cy="1105"/>
          </a:xfrm>
        </p:grpSpPr>
        <p:pic>
          <p:nvPicPr>
            <p:cNvPr id="81" name="Picture 120" descr="desktop_computer_stylized_medium">
              <a:extLst>
                <a:ext uri="{FF2B5EF4-FFF2-40B4-BE49-F238E27FC236}">
                  <a16:creationId xmlns:a16="http://schemas.microsoft.com/office/drawing/2014/main" id="{2B752977-E9AF-8448-A2A8-48B1A471FE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Freeform 121">
              <a:extLst>
                <a:ext uri="{FF2B5EF4-FFF2-40B4-BE49-F238E27FC236}">
                  <a16:creationId xmlns:a16="http://schemas.microsoft.com/office/drawing/2014/main" id="{2274D970-5334-1C44-8D20-95FD2587ECE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3" name="Group 122">
            <a:extLst>
              <a:ext uri="{FF2B5EF4-FFF2-40B4-BE49-F238E27FC236}">
                <a16:creationId xmlns:a16="http://schemas.microsoft.com/office/drawing/2014/main" id="{62B3C8B1-8466-CB42-A6EE-7A22909BC2AD}"/>
              </a:ext>
            </a:extLst>
          </p:cNvPr>
          <p:cNvGrpSpPr>
            <a:grpSpLocks/>
          </p:cNvGrpSpPr>
          <p:nvPr/>
        </p:nvGrpSpPr>
        <p:grpSpPr bwMode="auto">
          <a:xfrm flipH="1">
            <a:off x="6368370" y="3036434"/>
            <a:ext cx="641350" cy="620712"/>
            <a:chOff x="-44" y="1473"/>
            <a:chExt cx="981" cy="1105"/>
          </a:xfrm>
        </p:grpSpPr>
        <p:pic>
          <p:nvPicPr>
            <p:cNvPr id="84" name="Picture 123" descr="desktop_computer_stylized_medium">
              <a:extLst>
                <a:ext uri="{FF2B5EF4-FFF2-40B4-BE49-F238E27FC236}">
                  <a16:creationId xmlns:a16="http://schemas.microsoft.com/office/drawing/2014/main" id="{AD943130-CC29-0E45-BFE5-3AE7F2348B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124">
              <a:extLst>
                <a:ext uri="{FF2B5EF4-FFF2-40B4-BE49-F238E27FC236}">
                  <a16:creationId xmlns:a16="http://schemas.microsoft.com/office/drawing/2014/main" id="{D17179B0-F425-1A49-8872-7CDBB0C5274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6" name="Group 125">
            <a:extLst>
              <a:ext uri="{FF2B5EF4-FFF2-40B4-BE49-F238E27FC236}">
                <a16:creationId xmlns:a16="http://schemas.microsoft.com/office/drawing/2014/main" id="{E26E3FBF-E723-C040-AEE6-20EB441E8176}"/>
              </a:ext>
            </a:extLst>
          </p:cNvPr>
          <p:cNvGrpSpPr>
            <a:grpSpLocks/>
          </p:cNvGrpSpPr>
          <p:nvPr/>
        </p:nvGrpSpPr>
        <p:grpSpPr bwMode="auto">
          <a:xfrm>
            <a:off x="4758645" y="3026909"/>
            <a:ext cx="728662" cy="620712"/>
            <a:chOff x="-44" y="1473"/>
            <a:chExt cx="981" cy="1105"/>
          </a:xfrm>
        </p:grpSpPr>
        <p:pic>
          <p:nvPicPr>
            <p:cNvPr id="87" name="Picture 126" descr="desktop_computer_stylized_medium">
              <a:extLst>
                <a:ext uri="{FF2B5EF4-FFF2-40B4-BE49-F238E27FC236}">
                  <a16:creationId xmlns:a16="http://schemas.microsoft.com/office/drawing/2014/main" id="{CF1B6F22-9E2D-1944-A52E-E77715BBD7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Freeform 127">
              <a:extLst>
                <a:ext uri="{FF2B5EF4-FFF2-40B4-BE49-F238E27FC236}">
                  <a16:creationId xmlns:a16="http://schemas.microsoft.com/office/drawing/2014/main" id="{22CD730C-689A-E44A-91FA-E8E769CE6D9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9" name="Group 129">
            <a:extLst>
              <a:ext uri="{FF2B5EF4-FFF2-40B4-BE49-F238E27FC236}">
                <a16:creationId xmlns:a16="http://schemas.microsoft.com/office/drawing/2014/main" id="{A7C3F63D-74FF-7040-B1D2-88A6E501954B}"/>
              </a:ext>
            </a:extLst>
          </p:cNvPr>
          <p:cNvGrpSpPr>
            <a:grpSpLocks/>
          </p:cNvGrpSpPr>
          <p:nvPr/>
        </p:nvGrpSpPr>
        <p:grpSpPr bwMode="auto">
          <a:xfrm>
            <a:off x="6858907" y="5639934"/>
            <a:ext cx="490538" cy="412750"/>
            <a:chOff x="-44" y="1473"/>
            <a:chExt cx="981" cy="1105"/>
          </a:xfrm>
        </p:grpSpPr>
        <p:pic>
          <p:nvPicPr>
            <p:cNvPr id="90" name="Picture 130" descr="desktop_computer_stylized_medium">
              <a:extLst>
                <a:ext uri="{FF2B5EF4-FFF2-40B4-BE49-F238E27FC236}">
                  <a16:creationId xmlns:a16="http://schemas.microsoft.com/office/drawing/2014/main" id="{45B574F8-532C-7A46-A7F4-34C6C8EBE1D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131">
              <a:extLst>
                <a:ext uri="{FF2B5EF4-FFF2-40B4-BE49-F238E27FC236}">
                  <a16:creationId xmlns:a16="http://schemas.microsoft.com/office/drawing/2014/main" id="{AA7D8503-5853-054D-99AB-15405424F7A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sp>
        <p:nvSpPr>
          <p:cNvPr id="92" name="Slide Number Placeholder 2">
            <a:extLst>
              <a:ext uri="{FF2B5EF4-FFF2-40B4-BE49-F238E27FC236}">
                <a16:creationId xmlns:a16="http://schemas.microsoft.com/office/drawing/2014/main" id="{D180C486-5822-2A45-9DAC-775AB430BAD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78</a:t>
            </a:fld>
            <a:endParaRPr lang="en-US" dirty="0"/>
          </a:p>
        </p:txBody>
      </p:sp>
    </p:spTree>
    <p:extLst>
      <p:ext uri="{BB962C8B-B14F-4D97-AF65-F5344CB8AC3E}">
        <p14:creationId xmlns:p14="http://schemas.microsoft.com/office/powerpoint/2010/main" val="117287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dissolve">
                                      <p:cBhvr>
                                        <p:cTn id="7" dur="1000"/>
                                        <p:tgtEl>
                                          <p:spTgt spid="22"/>
                                        </p:tgtEl>
                                      </p:cBhvr>
                                    </p:animEffect>
                                  </p:childTnLst>
                                </p:cTn>
                              </p:par>
                              <p:par>
                                <p:cTn id="8" presetID="9" presetClass="entr" presetSubtype="0" fill="hold" nodeType="with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dissolve">
                                      <p:cBhvr>
                                        <p:cTn id="10" dur="500"/>
                                        <p:tgtEl>
                                          <p:spTgt spid="24"/>
                                        </p:tgtEl>
                                      </p:cBhvr>
                                    </p:animEffect>
                                  </p:childTnLst>
                                </p:cTn>
                              </p:par>
                              <p:par>
                                <p:cTn id="11" presetID="9" presetClass="entr" presetSubtype="0" fill="hold" nodeType="withEffect">
                                  <p:stCondLst>
                                    <p:cond delay="0"/>
                                  </p:stCondLst>
                                  <p:childTnLst>
                                    <p:set>
                                      <p:cBhvr>
                                        <p:cTn id="12" dur="1" fill="hold">
                                          <p:stCondLst>
                                            <p:cond delay="0"/>
                                          </p:stCondLst>
                                        </p:cTn>
                                        <p:tgtEl>
                                          <p:spTgt spid="65"/>
                                        </p:tgtEl>
                                        <p:attrNameLst>
                                          <p:attrName>style.visibility</p:attrName>
                                        </p:attrNameLst>
                                      </p:cBhvr>
                                      <p:to>
                                        <p:strVal val="visible"/>
                                      </p:to>
                                    </p:set>
                                    <p:animEffect transition="in" filter="dissolve">
                                      <p:cBhvr>
                                        <p:cTn id="13" dur="500"/>
                                        <p:tgtEl>
                                          <p:spTgt spid="6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dissolve">
                                      <p:cBhvr>
                                        <p:cTn id="18" dur="1000"/>
                                        <p:tgtEl>
                                          <p:spTgt spid="26"/>
                                        </p:tgtEl>
                                      </p:cBhvr>
                                    </p:animEffec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7"/>
                                        </p:tgtEl>
                                        <p:attrNameLst>
                                          <p:attrName>style.visibility</p:attrName>
                                        </p:attrNameLst>
                                      </p:cBhvr>
                                      <p:to>
                                        <p:strVal val="visible"/>
                                      </p:to>
                                    </p:set>
                                    <p:animEffect transition="in" filter="dissolve">
                                      <p:cBhvr>
                                        <p:cTn id="26" dur="1000"/>
                                        <p:tgtEl>
                                          <p:spTgt spid="27"/>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dissolve">
                                      <p:cBhvr>
                                        <p:cTn id="29" dur="1000"/>
                                        <p:tgtEl>
                                          <p:spTgt spid="31"/>
                                        </p:tgtEl>
                                      </p:cBhvr>
                                    </p:animEffect>
                                  </p:childTnLst>
                                </p:cTn>
                              </p:par>
                              <p:par>
                                <p:cTn id="30" presetID="9" presetClass="exit" presetSubtype="0" fill="hold" nodeType="withEffect">
                                  <p:stCondLst>
                                    <p:cond delay="0"/>
                                  </p:stCondLst>
                                  <p:childTnLst>
                                    <p:animEffect transition="out" filter="dissolve">
                                      <p:cBhvr>
                                        <p:cTn id="31" dur="500"/>
                                        <p:tgtEl>
                                          <p:spTgt spid="11"/>
                                        </p:tgtEl>
                                      </p:cBhvr>
                                    </p:animEffect>
                                    <p:set>
                                      <p:cBhvr>
                                        <p:cTn id="32"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6" grpId="0"/>
      <p:bldP spid="31"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P2P file distribution: BitTorrent </a:t>
            </a:r>
          </a:p>
        </p:txBody>
      </p:sp>
      <p:sp>
        <p:nvSpPr>
          <p:cNvPr id="170" name="Rectangle 3">
            <a:extLst>
              <a:ext uri="{FF2B5EF4-FFF2-40B4-BE49-F238E27FC236}">
                <a16:creationId xmlns:a16="http://schemas.microsoft.com/office/drawing/2014/main" id="{BE01B437-A61A-9B44-A8C0-5BAD0C5014B4}"/>
              </a:ext>
            </a:extLst>
          </p:cNvPr>
          <p:cNvSpPr txBox="1">
            <a:spLocks noChangeArrowheads="1"/>
          </p:cNvSpPr>
          <p:nvPr/>
        </p:nvSpPr>
        <p:spPr bwMode="auto">
          <a:xfrm>
            <a:off x="672727" y="1548887"/>
            <a:ext cx="5988276" cy="245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287338" indent="-287338"/>
            <a:r>
              <a:rPr lang="en-US" altLang="en-US" kern="0" dirty="0">
                <a:latin typeface="+mn-lt"/>
                <a:ea typeface="ＭＳ Ｐゴシック" panose="020B0600070205080204" pitchFamily="34" charset="-128"/>
              </a:rPr>
              <a:t>peer joining torrent: </a:t>
            </a:r>
          </a:p>
          <a:p>
            <a:pPr marL="681038" lvl="1" indent="-223838"/>
            <a:r>
              <a:rPr lang="en-US" altLang="en-US" kern="0" dirty="0">
                <a:latin typeface="+mn-lt"/>
                <a:ea typeface="ＭＳ Ｐゴシック" panose="020B0600070205080204" pitchFamily="34" charset="-128"/>
              </a:rPr>
              <a:t>has no chunks, but will accumulate them over time from other peers</a:t>
            </a:r>
          </a:p>
          <a:p>
            <a:pPr marL="681038" lvl="1" indent="-223838"/>
            <a:r>
              <a:rPr lang="en-US" altLang="en-US" kern="0" dirty="0">
                <a:latin typeface="+mn-lt"/>
                <a:ea typeface="ＭＳ Ｐゴシック" panose="020B0600070205080204" pitchFamily="34" charset="-128"/>
              </a:rPr>
              <a:t>registers with tracker to get list of peers, connects to subset of peers (</a:t>
            </a:r>
            <a:r>
              <a:rPr lang="ja-JP" altLang="en-US" kern="0">
                <a:latin typeface="+mn-lt"/>
                <a:ea typeface="ＭＳ Ｐゴシック" panose="020B0600070205080204" pitchFamily="34" charset="-128"/>
              </a:rPr>
              <a:t>“</a:t>
            </a:r>
            <a:r>
              <a:rPr lang="en-US" altLang="ja-JP" kern="0" dirty="0">
                <a:latin typeface="+mn-lt"/>
                <a:ea typeface="ＭＳ Ｐゴシック" panose="020B0600070205080204" pitchFamily="34" charset="-128"/>
              </a:rPr>
              <a:t>neighbors</a:t>
            </a:r>
            <a:r>
              <a:rPr lang="ja-JP" altLang="en-US" kern="0">
                <a:latin typeface="+mn-lt"/>
                <a:ea typeface="ＭＳ Ｐゴシック" panose="020B0600070205080204" pitchFamily="34" charset="-128"/>
              </a:rPr>
              <a:t>”</a:t>
            </a:r>
            <a:r>
              <a:rPr lang="en-US" altLang="ja-JP" kern="0" dirty="0">
                <a:latin typeface="+mn-lt"/>
                <a:ea typeface="ＭＳ Ｐゴシック" panose="020B0600070205080204" pitchFamily="34" charset="-128"/>
              </a:rPr>
              <a:t>)</a:t>
            </a:r>
            <a:endParaRPr lang="en-US" altLang="en-US" kern="0" dirty="0">
              <a:latin typeface="+mn-lt"/>
              <a:ea typeface="ＭＳ Ｐゴシック" panose="020B0600070205080204" pitchFamily="34" charset="-128"/>
            </a:endParaRPr>
          </a:p>
        </p:txBody>
      </p:sp>
      <p:sp>
        <p:nvSpPr>
          <p:cNvPr id="171" name="Rectangle 3">
            <a:extLst>
              <a:ext uri="{FF2B5EF4-FFF2-40B4-BE49-F238E27FC236}">
                <a16:creationId xmlns:a16="http://schemas.microsoft.com/office/drawing/2014/main" id="{5C2EB95A-93B0-5840-9C4D-A1762DAEA759}"/>
              </a:ext>
            </a:extLst>
          </p:cNvPr>
          <p:cNvSpPr>
            <a:spLocks noChangeArrowheads="1"/>
          </p:cNvSpPr>
          <p:nvPr/>
        </p:nvSpPr>
        <p:spPr bwMode="auto">
          <a:xfrm>
            <a:off x="689056" y="3728719"/>
            <a:ext cx="10987087" cy="2338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338" indent="-287338">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dirty="0">
                <a:solidFill>
                  <a:srgbClr val="000000"/>
                </a:solidFill>
                <a:latin typeface="+mn-lt"/>
              </a:rPr>
              <a:t>while downloading, peer uploads chunks to other peers</a:t>
            </a:r>
          </a:p>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dirty="0">
                <a:solidFill>
                  <a:srgbClr val="000000"/>
                </a:solidFill>
                <a:latin typeface="+mn-lt"/>
              </a:rPr>
              <a:t>peer may change peers with whom it exchanges chunks</a:t>
            </a:r>
          </a:p>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i="1" dirty="0">
                <a:solidFill>
                  <a:srgbClr val="CC0000"/>
                </a:solidFill>
                <a:latin typeface="+mn-lt"/>
              </a:rPr>
              <a:t>churn:</a:t>
            </a:r>
            <a:r>
              <a:rPr lang="en-US" altLang="en-US" sz="2800" dirty="0">
                <a:solidFill>
                  <a:srgbClr val="000000"/>
                </a:solidFill>
                <a:latin typeface="+mn-lt"/>
              </a:rPr>
              <a:t> peers may come and go</a:t>
            </a:r>
          </a:p>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dirty="0">
                <a:solidFill>
                  <a:srgbClr val="000000"/>
                </a:solidFill>
                <a:latin typeface="+mn-lt"/>
              </a:rPr>
              <a:t>once peer has entire file, it may (selfishly) leave or (altruistically) remain in torrent</a:t>
            </a:r>
          </a:p>
        </p:txBody>
      </p:sp>
      <p:grpSp>
        <p:nvGrpSpPr>
          <p:cNvPr id="2" name="Group 1">
            <a:extLst>
              <a:ext uri="{FF2B5EF4-FFF2-40B4-BE49-F238E27FC236}">
                <a16:creationId xmlns:a16="http://schemas.microsoft.com/office/drawing/2014/main" id="{8DCC6C24-30FA-4B4E-A269-8C92EE25BC46}"/>
              </a:ext>
            </a:extLst>
          </p:cNvPr>
          <p:cNvGrpSpPr/>
          <p:nvPr/>
        </p:nvGrpSpPr>
        <p:grpSpPr>
          <a:xfrm>
            <a:off x="7622267" y="1307114"/>
            <a:ext cx="3567113" cy="2233613"/>
            <a:chOff x="4911725" y="1368425"/>
            <a:chExt cx="3567113" cy="2233613"/>
          </a:xfrm>
        </p:grpSpPr>
        <p:sp>
          <p:nvSpPr>
            <p:cNvPr id="172" name="Line 25">
              <a:extLst>
                <a:ext uri="{FF2B5EF4-FFF2-40B4-BE49-F238E27FC236}">
                  <a16:creationId xmlns:a16="http://schemas.microsoft.com/office/drawing/2014/main" id="{14C1BFA3-2422-AC40-9443-EBE4B0BA4E51}"/>
                </a:ext>
              </a:extLst>
            </p:cNvPr>
            <p:cNvSpPr>
              <a:spLocks noChangeShapeType="1"/>
            </p:cNvSpPr>
            <p:nvPr/>
          </p:nvSpPr>
          <p:spPr bwMode="auto">
            <a:xfrm>
              <a:off x="6245225" y="1646238"/>
              <a:ext cx="1736725" cy="87947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Line 26">
              <a:extLst>
                <a:ext uri="{FF2B5EF4-FFF2-40B4-BE49-F238E27FC236}">
                  <a16:creationId xmlns:a16="http://schemas.microsoft.com/office/drawing/2014/main" id="{858C722B-AFD5-3E4D-9F07-FC6900AAFE1D}"/>
                </a:ext>
              </a:extLst>
            </p:cNvPr>
            <p:cNvSpPr>
              <a:spLocks noChangeShapeType="1"/>
            </p:cNvSpPr>
            <p:nvPr/>
          </p:nvSpPr>
          <p:spPr bwMode="auto">
            <a:xfrm>
              <a:off x="6107113" y="1739900"/>
              <a:ext cx="168275" cy="113347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4" name="Line 27">
              <a:extLst>
                <a:ext uri="{FF2B5EF4-FFF2-40B4-BE49-F238E27FC236}">
                  <a16:creationId xmlns:a16="http://schemas.microsoft.com/office/drawing/2014/main" id="{BE071C26-5E10-4944-8BF4-10C7EC327E51}"/>
                </a:ext>
              </a:extLst>
            </p:cNvPr>
            <p:cNvSpPr>
              <a:spLocks noChangeShapeType="1"/>
            </p:cNvSpPr>
            <p:nvPr/>
          </p:nvSpPr>
          <p:spPr bwMode="auto">
            <a:xfrm flipH="1" flipV="1">
              <a:off x="7223125" y="1590675"/>
              <a:ext cx="795338" cy="1905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5" name="Line 28">
              <a:extLst>
                <a:ext uri="{FF2B5EF4-FFF2-40B4-BE49-F238E27FC236}">
                  <a16:creationId xmlns:a16="http://schemas.microsoft.com/office/drawing/2014/main" id="{75CAFCCB-E9E5-7E49-A3F5-4958D9F89A19}"/>
                </a:ext>
              </a:extLst>
            </p:cNvPr>
            <p:cNvSpPr>
              <a:spLocks noChangeShapeType="1"/>
            </p:cNvSpPr>
            <p:nvPr/>
          </p:nvSpPr>
          <p:spPr bwMode="auto">
            <a:xfrm flipH="1">
              <a:off x="6667500" y="1925638"/>
              <a:ext cx="1389063" cy="1239837"/>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29">
              <a:extLst>
                <a:ext uri="{FF2B5EF4-FFF2-40B4-BE49-F238E27FC236}">
                  <a16:creationId xmlns:a16="http://schemas.microsoft.com/office/drawing/2014/main" id="{1D50DE5F-310E-1E44-85DE-D65DD48DF2AF}"/>
                </a:ext>
              </a:extLst>
            </p:cNvPr>
            <p:cNvSpPr>
              <a:spLocks noChangeShapeType="1"/>
            </p:cNvSpPr>
            <p:nvPr/>
          </p:nvSpPr>
          <p:spPr bwMode="auto">
            <a:xfrm flipH="1">
              <a:off x="6726238" y="3152775"/>
              <a:ext cx="504825" cy="1016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30">
              <a:extLst>
                <a:ext uri="{FF2B5EF4-FFF2-40B4-BE49-F238E27FC236}">
                  <a16:creationId xmlns:a16="http://schemas.microsoft.com/office/drawing/2014/main" id="{FCC71024-B200-2142-949F-7D4A1B58CB77}"/>
                </a:ext>
              </a:extLst>
            </p:cNvPr>
            <p:cNvSpPr>
              <a:spLocks noChangeShapeType="1"/>
            </p:cNvSpPr>
            <p:nvPr/>
          </p:nvSpPr>
          <p:spPr bwMode="auto">
            <a:xfrm flipH="1">
              <a:off x="6399213" y="1714500"/>
              <a:ext cx="612775" cy="1046163"/>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8" name="Line 31">
              <a:extLst>
                <a:ext uri="{FF2B5EF4-FFF2-40B4-BE49-F238E27FC236}">
                  <a16:creationId xmlns:a16="http://schemas.microsoft.com/office/drawing/2014/main" id="{1790AC52-1931-A649-B99C-E0E7A089EC28}"/>
                </a:ext>
              </a:extLst>
            </p:cNvPr>
            <p:cNvSpPr>
              <a:spLocks noChangeShapeType="1"/>
            </p:cNvSpPr>
            <p:nvPr/>
          </p:nvSpPr>
          <p:spPr bwMode="auto">
            <a:xfrm flipV="1">
              <a:off x="6511925" y="2579688"/>
              <a:ext cx="1443038" cy="3016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9" name="Line 32">
              <a:extLst>
                <a:ext uri="{FF2B5EF4-FFF2-40B4-BE49-F238E27FC236}">
                  <a16:creationId xmlns:a16="http://schemas.microsoft.com/office/drawing/2014/main" id="{89975C97-C827-D24A-B1B2-BA5EA5D13E31}"/>
                </a:ext>
              </a:extLst>
            </p:cNvPr>
            <p:cNvSpPr>
              <a:spLocks noChangeShapeType="1"/>
            </p:cNvSpPr>
            <p:nvPr/>
          </p:nvSpPr>
          <p:spPr bwMode="auto">
            <a:xfrm>
              <a:off x="7192963" y="1679575"/>
              <a:ext cx="804862" cy="7969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0" name="Line 33">
              <a:extLst>
                <a:ext uri="{FF2B5EF4-FFF2-40B4-BE49-F238E27FC236}">
                  <a16:creationId xmlns:a16="http://schemas.microsoft.com/office/drawing/2014/main" id="{955D94CA-F543-6C42-A481-B95EE01861CD}"/>
                </a:ext>
              </a:extLst>
            </p:cNvPr>
            <p:cNvSpPr>
              <a:spLocks noChangeShapeType="1"/>
            </p:cNvSpPr>
            <p:nvPr/>
          </p:nvSpPr>
          <p:spPr bwMode="auto">
            <a:xfrm>
              <a:off x="7494588" y="3165475"/>
              <a:ext cx="255587" cy="1365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1" name="Line 34">
              <a:extLst>
                <a:ext uri="{FF2B5EF4-FFF2-40B4-BE49-F238E27FC236}">
                  <a16:creationId xmlns:a16="http://schemas.microsoft.com/office/drawing/2014/main" id="{951F72DA-656A-D04D-A6C4-F256EFF9FBBB}"/>
                </a:ext>
              </a:extLst>
            </p:cNvPr>
            <p:cNvSpPr>
              <a:spLocks noChangeShapeType="1"/>
            </p:cNvSpPr>
            <p:nvPr/>
          </p:nvSpPr>
          <p:spPr bwMode="auto">
            <a:xfrm>
              <a:off x="6735763" y="3351213"/>
              <a:ext cx="1014412"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2" name="Line 38">
              <a:extLst>
                <a:ext uri="{FF2B5EF4-FFF2-40B4-BE49-F238E27FC236}">
                  <a16:creationId xmlns:a16="http://schemas.microsoft.com/office/drawing/2014/main" id="{ADF91B87-973E-B548-B697-7A4079F1C792}"/>
                </a:ext>
              </a:extLst>
            </p:cNvPr>
            <p:cNvSpPr>
              <a:spLocks noChangeShapeType="1"/>
            </p:cNvSpPr>
            <p:nvPr/>
          </p:nvSpPr>
          <p:spPr bwMode="auto">
            <a:xfrm flipH="1">
              <a:off x="7869238" y="2689225"/>
              <a:ext cx="179387" cy="585788"/>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pic>
          <p:nvPicPr>
            <p:cNvPr id="183" name="Picture 39" descr="Alice">
              <a:extLst>
                <a:ext uri="{FF2B5EF4-FFF2-40B4-BE49-F238E27FC236}">
                  <a16:creationId xmlns:a16="http://schemas.microsoft.com/office/drawing/2014/main" id="{6B053B54-9371-384F-AA52-C17465B4D3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11725" y="2139950"/>
              <a:ext cx="323850" cy="319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4" name="Group 70">
              <a:extLst>
                <a:ext uri="{FF2B5EF4-FFF2-40B4-BE49-F238E27FC236}">
                  <a16:creationId xmlns:a16="http://schemas.microsoft.com/office/drawing/2014/main" id="{C2114C23-66BC-A94F-90FC-3D02C545B220}"/>
                </a:ext>
              </a:extLst>
            </p:cNvPr>
            <p:cNvGrpSpPr>
              <a:grpSpLocks/>
            </p:cNvGrpSpPr>
            <p:nvPr/>
          </p:nvGrpSpPr>
          <p:grpSpPr bwMode="auto">
            <a:xfrm>
              <a:off x="5586413" y="1693863"/>
              <a:ext cx="2378075" cy="1350962"/>
              <a:chOff x="1752" y="2166"/>
              <a:chExt cx="2200" cy="1363"/>
            </a:xfrm>
          </p:grpSpPr>
          <p:sp>
            <p:nvSpPr>
              <p:cNvPr id="185" name="Line 22">
                <a:extLst>
                  <a:ext uri="{FF2B5EF4-FFF2-40B4-BE49-F238E27FC236}">
                    <a16:creationId xmlns:a16="http://schemas.microsoft.com/office/drawing/2014/main" id="{1EE108AC-8EA8-9E4A-8B60-F03F959667AE}"/>
                  </a:ext>
                </a:extLst>
              </p:cNvPr>
              <p:cNvSpPr>
                <a:spLocks noChangeShapeType="1"/>
              </p:cNvSpPr>
              <p:nvPr/>
            </p:nvSpPr>
            <p:spPr bwMode="auto">
              <a:xfrm flipV="1">
                <a:off x="1752" y="2166"/>
                <a:ext cx="361" cy="53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6" name="Line 23">
                <a:extLst>
                  <a:ext uri="{FF2B5EF4-FFF2-40B4-BE49-F238E27FC236}">
                    <a16:creationId xmlns:a16="http://schemas.microsoft.com/office/drawing/2014/main" id="{94D6AFB9-0FA7-C54C-9273-1A9C925AB8F0}"/>
                  </a:ext>
                </a:extLst>
              </p:cNvPr>
              <p:cNvSpPr>
                <a:spLocks noChangeShapeType="1"/>
              </p:cNvSpPr>
              <p:nvPr/>
            </p:nvSpPr>
            <p:spPr bwMode="auto">
              <a:xfrm flipV="1">
                <a:off x="1770" y="2352"/>
                <a:ext cx="2182" cy="4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7" name="Line 24">
                <a:extLst>
                  <a:ext uri="{FF2B5EF4-FFF2-40B4-BE49-F238E27FC236}">
                    <a16:creationId xmlns:a16="http://schemas.microsoft.com/office/drawing/2014/main" id="{5EF4CD56-8EA9-104D-8536-971136B66A3E}"/>
                  </a:ext>
                </a:extLst>
              </p:cNvPr>
              <p:cNvSpPr>
                <a:spLocks noChangeShapeType="1"/>
              </p:cNvSpPr>
              <p:nvPr/>
            </p:nvSpPr>
            <p:spPr bwMode="auto">
              <a:xfrm>
                <a:off x="1786" y="2820"/>
                <a:ext cx="1550" cy="70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88" name="Group 74">
              <a:extLst>
                <a:ext uri="{FF2B5EF4-FFF2-40B4-BE49-F238E27FC236}">
                  <a16:creationId xmlns:a16="http://schemas.microsoft.com/office/drawing/2014/main" id="{6DD06914-3CEB-5944-8E89-2281584DCD9B}"/>
                </a:ext>
              </a:extLst>
            </p:cNvPr>
            <p:cNvGrpSpPr>
              <a:grpSpLocks/>
            </p:cNvGrpSpPr>
            <p:nvPr/>
          </p:nvGrpSpPr>
          <p:grpSpPr bwMode="auto">
            <a:xfrm>
              <a:off x="5245100" y="1374775"/>
              <a:ext cx="292100" cy="517525"/>
              <a:chOff x="4140" y="429"/>
              <a:chExt cx="1425" cy="2396"/>
            </a:xfrm>
          </p:grpSpPr>
          <p:sp>
            <p:nvSpPr>
              <p:cNvPr id="189" name="Freeform 75">
                <a:extLst>
                  <a:ext uri="{FF2B5EF4-FFF2-40B4-BE49-F238E27FC236}">
                    <a16:creationId xmlns:a16="http://schemas.microsoft.com/office/drawing/2014/main" id="{F5672D96-1DC0-8542-9E0B-AF784B6A0C4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0" name="Rectangle 76">
                <a:extLst>
                  <a:ext uri="{FF2B5EF4-FFF2-40B4-BE49-F238E27FC236}">
                    <a16:creationId xmlns:a16="http://schemas.microsoft.com/office/drawing/2014/main" id="{C336E614-D216-1B4B-9137-3DC6CF7E4949}"/>
                  </a:ext>
                </a:extLst>
              </p:cNvPr>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1" name="Freeform 77">
                <a:extLst>
                  <a:ext uri="{FF2B5EF4-FFF2-40B4-BE49-F238E27FC236}">
                    <a16:creationId xmlns:a16="http://schemas.microsoft.com/office/drawing/2014/main" id="{CF30086E-5442-B544-9BE6-2A8083677BA3}"/>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2" name="Freeform 78">
                <a:extLst>
                  <a:ext uri="{FF2B5EF4-FFF2-40B4-BE49-F238E27FC236}">
                    <a16:creationId xmlns:a16="http://schemas.microsoft.com/office/drawing/2014/main" id="{6218844C-628C-9547-A930-560D56E3C7B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3" name="Rectangle 79">
                <a:extLst>
                  <a:ext uri="{FF2B5EF4-FFF2-40B4-BE49-F238E27FC236}">
                    <a16:creationId xmlns:a16="http://schemas.microsoft.com/office/drawing/2014/main" id="{78F96A30-FAB7-9144-8F42-1A1B06A335B9}"/>
                  </a:ext>
                </a:extLst>
              </p:cNvPr>
              <p:cNvSpPr>
                <a:spLocks noChangeArrowheads="1"/>
              </p:cNvSpPr>
              <p:nvPr/>
            </p:nvSpPr>
            <p:spPr bwMode="auto">
              <a:xfrm>
                <a:off x="4210" y="694"/>
                <a:ext cx="596"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94" name="Group 80">
                <a:extLst>
                  <a:ext uri="{FF2B5EF4-FFF2-40B4-BE49-F238E27FC236}">
                    <a16:creationId xmlns:a16="http://schemas.microsoft.com/office/drawing/2014/main" id="{CECE58F7-7C4A-6F4D-B141-662B63F4AA86}"/>
                  </a:ext>
                </a:extLst>
              </p:cNvPr>
              <p:cNvGrpSpPr>
                <a:grpSpLocks/>
              </p:cNvGrpSpPr>
              <p:nvPr/>
            </p:nvGrpSpPr>
            <p:grpSpPr bwMode="auto">
              <a:xfrm>
                <a:off x="4749" y="668"/>
                <a:ext cx="581" cy="145"/>
                <a:chOff x="614" y="2568"/>
                <a:chExt cx="725" cy="139"/>
              </a:xfrm>
            </p:grpSpPr>
            <p:sp>
              <p:nvSpPr>
                <p:cNvPr id="219" name="AutoShape 81">
                  <a:extLst>
                    <a:ext uri="{FF2B5EF4-FFF2-40B4-BE49-F238E27FC236}">
                      <a16:creationId xmlns:a16="http://schemas.microsoft.com/office/drawing/2014/main" id="{D6885AAA-38B2-874F-868F-D00AB0AE0D26}"/>
                    </a:ext>
                  </a:extLst>
                </p:cNvPr>
                <p:cNvSpPr>
                  <a:spLocks noChangeArrowheads="1"/>
                </p:cNvSpPr>
                <p:nvPr/>
              </p:nvSpPr>
              <p:spPr bwMode="auto">
                <a:xfrm>
                  <a:off x="618" y="2571"/>
                  <a:ext cx="725"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0" name="AutoShape 82">
                  <a:extLst>
                    <a:ext uri="{FF2B5EF4-FFF2-40B4-BE49-F238E27FC236}">
                      <a16:creationId xmlns:a16="http://schemas.microsoft.com/office/drawing/2014/main" id="{D61DCFC9-1720-7344-ADE6-5BD09A2BF12B}"/>
                    </a:ext>
                  </a:extLst>
                </p:cNvPr>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95" name="Rectangle 83">
                <a:extLst>
                  <a:ext uri="{FF2B5EF4-FFF2-40B4-BE49-F238E27FC236}">
                    <a16:creationId xmlns:a16="http://schemas.microsoft.com/office/drawing/2014/main" id="{00D3BEA9-BA94-4044-B1D5-60A03C5C5821}"/>
                  </a:ext>
                </a:extLst>
              </p:cNvPr>
              <p:cNvSpPr>
                <a:spLocks noChangeArrowheads="1"/>
              </p:cNvSpPr>
              <p:nvPr/>
            </p:nvSpPr>
            <p:spPr bwMode="auto">
              <a:xfrm>
                <a:off x="4225" y="1017"/>
                <a:ext cx="596" cy="51"/>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96" name="Group 84">
                <a:extLst>
                  <a:ext uri="{FF2B5EF4-FFF2-40B4-BE49-F238E27FC236}">
                    <a16:creationId xmlns:a16="http://schemas.microsoft.com/office/drawing/2014/main" id="{641C2446-7A8F-504B-A8D3-FFEE0A9F637A}"/>
                  </a:ext>
                </a:extLst>
              </p:cNvPr>
              <p:cNvGrpSpPr>
                <a:grpSpLocks/>
              </p:cNvGrpSpPr>
              <p:nvPr/>
            </p:nvGrpSpPr>
            <p:grpSpPr bwMode="auto">
              <a:xfrm>
                <a:off x="4747" y="994"/>
                <a:ext cx="581" cy="134"/>
                <a:chOff x="614" y="2568"/>
                <a:chExt cx="725" cy="139"/>
              </a:xfrm>
            </p:grpSpPr>
            <p:sp>
              <p:nvSpPr>
                <p:cNvPr id="217" name="AutoShape 85">
                  <a:extLst>
                    <a:ext uri="{FF2B5EF4-FFF2-40B4-BE49-F238E27FC236}">
                      <a16:creationId xmlns:a16="http://schemas.microsoft.com/office/drawing/2014/main" id="{C1F8A523-4462-AA4E-A2CA-29700E5DA9B6}"/>
                    </a:ext>
                  </a:extLst>
                </p:cNvPr>
                <p:cNvSpPr>
                  <a:spLocks noChangeArrowheads="1"/>
                </p:cNvSpPr>
                <p:nvPr/>
              </p:nvSpPr>
              <p:spPr bwMode="auto">
                <a:xfrm>
                  <a:off x="610" y="2569"/>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8" name="AutoShape 86">
                  <a:extLst>
                    <a:ext uri="{FF2B5EF4-FFF2-40B4-BE49-F238E27FC236}">
                      <a16:creationId xmlns:a16="http://schemas.microsoft.com/office/drawing/2014/main" id="{A7658F20-DB1E-464F-B607-89092583FB5B}"/>
                    </a:ext>
                  </a:extLst>
                </p:cNvPr>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97" name="Rectangle 87">
                <a:extLst>
                  <a:ext uri="{FF2B5EF4-FFF2-40B4-BE49-F238E27FC236}">
                    <a16:creationId xmlns:a16="http://schemas.microsoft.com/office/drawing/2014/main" id="{FF6AAAAA-212A-7640-8D6B-0B6EBD377D7F}"/>
                  </a:ext>
                </a:extLst>
              </p:cNvPr>
              <p:cNvSpPr>
                <a:spLocks noChangeArrowheads="1"/>
              </p:cNvSpPr>
              <p:nvPr/>
            </p:nvSpPr>
            <p:spPr bwMode="auto">
              <a:xfrm>
                <a:off x="4217" y="1355"/>
                <a:ext cx="596" cy="51"/>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8" name="Rectangle 88">
                <a:extLst>
                  <a:ext uri="{FF2B5EF4-FFF2-40B4-BE49-F238E27FC236}">
                    <a16:creationId xmlns:a16="http://schemas.microsoft.com/office/drawing/2014/main" id="{634123E3-AB71-9F41-AD39-43B0691F13F6}"/>
                  </a:ext>
                </a:extLst>
              </p:cNvPr>
              <p:cNvSpPr>
                <a:spLocks noChangeArrowheads="1"/>
              </p:cNvSpPr>
              <p:nvPr/>
            </p:nvSpPr>
            <p:spPr bwMode="auto">
              <a:xfrm>
                <a:off x="4225" y="1656"/>
                <a:ext cx="596"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99" name="Group 89">
                <a:extLst>
                  <a:ext uri="{FF2B5EF4-FFF2-40B4-BE49-F238E27FC236}">
                    <a16:creationId xmlns:a16="http://schemas.microsoft.com/office/drawing/2014/main" id="{DC8E4BD8-4B64-1943-9731-721699A50BDF}"/>
                  </a:ext>
                </a:extLst>
              </p:cNvPr>
              <p:cNvGrpSpPr>
                <a:grpSpLocks/>
              </p:cNvGrpSpPr>
              <p:nvPr/>
            </p:nvGrpSpPr>
            <p:grpSpPr bwMode="auto">
              <a:xfrm>
                <a:off x="4735" y="1627"/>
                <a:ext cx="582" cy="151"/>
                <a:chOff x="614" y="2568"/>
                <a:chExt cx="725" cy="139"/>
              </a:xfrm>
            </p:grpSpPr>
            <p:sp>
              <p:nvSpPr>
                <p:cNvPr id="215" name="AutoShape 90">
                  <a:extLst>
                    <a:ext uri="{FF2B5EF4-FFF2-40B4-BE49-F238E27FC236}">
                      <a16:creationId xmlns:a16="http://schemas.microsoft.com/office/drawing/2014/main" id="{9D762048-3A14-564D-8D32-3584214E9D4D}"/>
                    </a:ext>
                  </a:extLst>
                </p:cNvPr>
                <p:cNvSpPr>
                  <a:spLocks noChangeArrowheads="1"/>
                </p:cNvSpPr>
                <p:nvPr/>
              </p:nvSpPr>
              <p:spPr bwMode="auto">
                <a:xfrm>
                  <a:off x="616" y="2568"/>
                  <a:ext cx="724"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6" name="AutoShape 91">
                  <a:extLst>
                    <a:ext uri="{FF2B5EF4-FFF2-40B4-BE49-F238E27FC236}">
                      <a16:creationId xmlns:a16="http://schemas.microsoft.com/office/drawing/2014/main" id="{70B9E041-38D0-8A42-BB42-D0980C10A86A}"/>
                    </a:ext>
                  </a:extLst>
                </p:cNvPr>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00" name="Freeform 92">
                <a:extLst>
                  <a:ext uri="{FF2B5EF4-FFF2-40B4-BE49-F238E27FC236}">
                    <a16:creationId xmlns:a16="http://schemas.microsoft.com/office/drawing/2014/main" id="{A2F57490-585D-EB4E-AE3D-BCA33E2C5CC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01" name="Group 93">
                <a:extLst>
                  <a:ext uri="{FF2B5EF4-FFF2-40B4-BE49-F238E27FC236}">
                    <a16:creationId xmlns:a16="http://schemas.microsoft.com/office/drawing/2014/main" id="{E23C7B19-F840-FC48-9713-9AD00E8223E6}"/>
                  </a:ext>
                </a:extLst>
              </p:cNvPr>
              <p:cNvGrpSpPr>
                <a:grpSpLocks/>
              </p:cNvGrpSpPr>
              <p:nvPr/>
            </p:nvGrpSpPr>
            <p:grpSpPr bwMode="auto">
              <a:xfrm>
                <a:off x="4739" y="1327"/>
                <a:ext cx="582" cy="139"/>
                <a:chOff x="614" y="2568"/>
                <a:chExt cx="725" cy="139"/>
              </a:xfrm>
            </p:grpSpPr>
            <p:sp>
              <p:nvSpPr>
                <p:cNvPr id="213" name="AutoShape 94">
                  <a:extLst>
                    <a:ext uri="{FF2B5EF4-FFF2-40B4-BE49-F238E27FC236}">
                      <a16:creationId xmlns:a16="http://schemas.microsoft.com/office/drawing/2014/main" id="{BF66CD5C-FF99-7742-A14E-2BF2A67A6C17}"/>
                    </a:ext>
                  </a:extLst>
                </p:cNvPr>
                <p:cNvSpPr>
                  <a:spLocks noChangeArrowheads="1"/>
                </p:cNvSpPr>
                <p:nvPr/>
              </p:nvSpPr>
              <p:spPr bwMode="auto">
                <a:xfrm>
                  <a:off x="611" y="2567"/>
                  <a:ext cx="724"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4" name="AutoShape 95">
                  <a:extLst>
                    <a:ext uri="{FF2B5EF4-FFF2-40B4-BE49-F238E27FC236}">
                      <a16:creationId xmlns:a16="http://schemas.microsoft.com/office/drawing/2014/main" id="{F9BFFD59-AD2B-894C-819C-8D0DB9F2B538}"/>
                    </a:ext>
                  </a:extLst>
                </p:cNvPr>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02" name="Rectangle 96">
                <a:extLst>
                  <a:ext uri="{FF2B5EF4-FFF2-40B4-BE49-F238E27FC236}">
                    <a16:creationId xmlns:a16="http://schemas.microsoft.com/office/drawing/2014/main" id="{136171A0-1A0E-8D4C-968B-D17501670E1F}"/>
                  </a:ext>
                </a:extLst>
              </p:cNvPr>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3" name="Freeform 97">
                <a:extLst>
                  <a:ext uri="{FF2B5EF4-FFF2-40B4-BE49-F238E27FC236}">
                    <a16:creationId xmlns:a16="http://schemas.microsoft.com/office/drawing/2014/main" id="{C874C361-C380-FC49-8D1C-E30AEEA3FFC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4" name="Freeform 98">
                <a:extLst>
                  <a:ext uri="{FF2B5EF4-FFF2-40B4-BE49-F238E27FC236}">
                    <a16:creationId xmlns:a16="http://schemas.microsoft.com/office/drawing/2014/main" id="{69C7F287-7595-D94A-87BF-95ED49C48A2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5" name="Oval 99">
                <a:extLst>
                  <a:ext uri="{FF2B5EF4-FFF2-40B4-BE49-F238E27FC236}">
                    <a16:creationId xmlns:a16="http://schemas.microsoft.com/office/drawing/2014/main" id="{B6E84AB5-17E1-1D48-BB79-04D2F00750E0}"/>
                  </a:ext>
                </a:extLst>
              </p:cNvPr>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6" name="Freeform 100">
                <a:extLst>
                  <a:ext uri="{FF2B5EF4-FFF2-40B4-BE49-F238E27FC236}">
                    <a16:creationId xmlns:a16="http://schemas.microsoft.com/office/drawing/2014/main" id="{AF0BF05C-4E38-CD4D-AAFA-E3493B155287}"/>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7" name="AutoShape 101">
                <a:extLst>
                  <a:ext uri="{FF2B5EF4-FFF2-40B4-BE49-F238E27FC236}">
                    <a16:creationId xmlns:a16="http://schemas.microsoft.com/office/drawing/2014/main" id="{3BB53BC2-8678-8446-A21F-7F33E9E59671}"/>
                  </a:ext>
                </a:extLst>
              </p:cNvPr>
              <p:cNvSpPr>
                <a:spLocks noChangeArrowheads="1"/>
              </p:cNvSpPr>
              <p:nvPr/>
            </p:nvSpPr>
            <p:spPr bwMode="auto">
              <a:xfrm>
                <a:off x="4140" y="2678"/>
                <a:ext cx="1200" cy="147"/>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8" name="AutoShape 102">
                <a:extLst>
                  <a:ext uri="{FF2B5EF4-FFF2-40B4-BE49-F238E27FC236}">
                    <a16:creationId xmlns:a16="http://schemas.microsoft.com/office/drawing/2014/main" id="{FA369464-AABC-BC43-830F-4E4F32FF70D7}"/>
                  </a:ext>
                </a:extLst>
              </p:cNvPr>
              <p:cNvSpPr>
                <a:spLocks noChangeArrowheads="1"/>
              </p:cNvSpPr>
              <p:nvPr/>
            </p:nvSpPr>
            <p:spPr bwMode="auto">
              <a:xfrm>
                <a:off x="4210" y="2707"/>
                <a:ext cx="1069" cy="8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9" name="Oval 103">
                <a:extLst>
                  <a:ext uri="{FF2B5EF4-FFF2-40B4-BE49-F238E27FC236}">
                    <a16:creationId xmlns:a16="http://schemas.microsoft.com/office/drawing/2014/main" id="{0447F744-AF3E-9645-978F-EF1BDF0F8284}"/>
                  </a:ext>
                </a:extLst>
              </p:cNvPr>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0" name="Oval 104">
                <a:extLst>
                  <a:ext uri="{FF2B5EF4-FFF2-40B4-BE49-F238E27FC236}">
                    <a16:creationId xmlns:a16="http://schemas.microsoft.com/office/drawing/2014/main" id="{F3C8D210-BF7D-C848-B9FD-FC1172BBD07F}"/>
                  </a:ext>
                </a:extLst>
              </p:cNvPr>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1" name="Oval 105">
                <a:extLst>
                  <a:ext uri="{FF2B5EF4-FFF2-40B4-BE49-F238E27FC236}">
                    <a16:creationId xmlns:a16="http://schemas.microsoft.com/office/drawing/2014/main" id="{1162ED20-6D4D-2B4D-84EF-299FDEE0E91E}"/>
                  </a:ext>
                </a:extLst>
              </p:cNvPr>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2" name="Rectangle 106">
                <a:extLst>
                  <a:ext uri="{FF2B5EF4-FFF2-40B4-BE49-F238E27FC236}">
                    <a16:creationId xmlns:a16="http://schemas.microsoft.com/office/drawing/2014/main" id="{922CF934-873F-EE4F-8726-E969CD36EACF}"/>
                  </a:ext>
                </a:extLst>
              </p:cNvPr>
              <p:cNvSpPr>
                <a:spLocks noChangeArrowheads="1"/>
              </p:cNvSpPr>
              <p:nvPr/>
            </p:nvSpPr>
            <p:spPr bwMode="auto">
              <a:xfrm>
                <a:off x="5062" y="1833"/>
                <a:ext cx="85" cy="764"/>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1" name="Group 107">
              <a:extLst>
                <a:ext uri="{FF2B5EF4-FFF2-40B4-BE49-F238E27FC236}">
                  <a16:creationId xmlns:a16="http://schemas.microsoft.com/office/drawing/2014/main" id="{C09F8334-EB5D-B748-8BA6-989D939E72C2}"/>
                </a:ext>
              </a:extLst>
            </p:cNvPr>
            <p:cNvGrpSpPr>
              <a:grpSpLocks/>
            </p:cNvGrpSpPr>
            <p:nvPr/>
          </p:nvGrpSpPr>
          <p:grpSpPr bwMode="auto">
            <a:xfrm>
              <a:off x="6311900" y="3176588"/>
              <a:ext cx="434975" cy="349250"/>
              <a:chOff x="-44" y="1473"/>
              <a:chExt cx="981" cy="1105"/>
            </a:xfrm>
          </p:grpSpPr>
          <p:pic>
            <p:nvPicPr>
              <p:cNvPr id="222" name="Picture 108" descr="desktop_computer_stylized_medium">
                <a:extLst>
                  <a:ext uri="{FF2B5EF4-FFF2-40B4-BE49-F238E27FC236}">
                    <a16:creationId xmlns:a16="http://schemas.microsoft.com/office/drawing/2014/main" id="{7B90278E-E343-294D-95CB-02DB24F6F55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3" name="Freeform 109">
                <a:extLst>
                  <a:ext uri="{FF2B5EF4-FFF2-40B4-BE49-F238E27FC236}">
                    <a16:creationId xmlns:a16="http://schemas.microsoft.com/office/drawing/2014/main" id="{C59628E1-7338-E340-96DD-685A37B0462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10">
              <a:extLst>
                <a:ext uri="{FF2B5EF4-FFF2-40B4-BE49-F238E27FC236}">
                  <a16:creationId xmlns:a16="http://schemas.microsoft.com/office/drawing/2014/main" id="{698F5DBF-2E9C-2B40-817E-23F3F51AF6C5}"/>
                </a:ext>
              </a:extLst>
            </p:cNvPr>
            <p:cNvGrpSpPr>
              <a:grpSpLocks/>
            </p:cNvGrpSpPr>
            <p:nvPr/>
          </p:nvGrpSpPr>
          <p:grpSpPr bwMode="auto">
            <a:xfrm flipH="1">
              <a:off x="7716838" y="3252788"/>
              <a:ext cx="434975" cy="349250"/>
              <a:chOff x="-44" y="1473"/>
              <a:chExt cx="981" cy="1105"/>
            </a:xfrm>
          </p:grpSpPr>
          <p:pic>
            <p:nvPicPr>
              <p:cNvPr id="225" name="Picture 111" descr="desktop_computer_stylized_medium">
                <a:extLst>
                  <a:ext uri="{FF2B5EF4-FFF2-40B4-BE49-F238E27FC236}">
                    <a16:creationId xmlns:a16="http://schemas.microsoft.com/office/drawing/2014/main" id="{A569F870-B03B-2547-AF54-2C7AB5CBA0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Freeform 112">
                <a:extLst>
                  <a:ext uri="{FF2B5EF4-FFF2-40B4-BE49-F238E27FC236}">
                    <a16:creationId xmlns:a16="http://schemas.microsoft.com/office/drawing/2014/main" id="{FE964CAF-BEB0-BB4E-AFC5-27ADA2EB8BD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7" name="Group 113">
              <a:extLst>
                <a:ext uri="{FF2B5EF4-FFF2-40B4-BE49-F238E27FC236}">
                  <a16:creationId xmlns:a16="http://schemas.microsoft.com/office/drawing/2014/main" id="{87763CBB-3A99-594D-9997-C76D56E76D3C}"/>
                </a:ext>
              </a:extLst>
            </p:cNvPr>
            <p:cNvGrpSpPr>
              <a:grpSpLocks/>
            </p:cNvGrpSpPr>
            <p:nvPr/>
          </p:nvGrpSpPr>
          <p:grpSpPr bwMode="auto">
            <a:xfrm flipH="1">
              <a:off x="7988300" y="2457450"/>
              <a:ext cx="434975" cy="349250"/>
              <a:chOff x="-44" y="1473"/>
              <a:chExt cx="981" cy="1105"/>
            </a:xfrm>
          </p:grpSpPr>
          <p:pic>
            <p:nvPicPr>
              <p:cNvPr id="228" name="Picture 114" descr="desktop_computer_stylized_medium">
                <a:extLst>
                  <a:ext uri="{FF2B5EF4-FFF2-40B4-BE49-F238E27FC236}">
                    <a16:creationId xmlns:a16="http://schemas.microsoft.com/office/drawing/2014/main" id="{3267E1E1-F140-B44D-B892-C5FED1C277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 name="Freeform 115">
                <a:extLst>
                  <a:ext uri="{FF2B5EF4-FFF2-40B4-BE49-F238E27FC236}">
                    <a16:creationId xmlns:a16="http://schemas.microsoft.com/office/drawing/2014/main" id="{4F25EA7B-20CB-6C44-8B62-34CDC776210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0" name="Group 116">
              <a:extLst>
                <a:ext uri="{FF2B5EF4-FFF2-40B4-BE49-F238E27FC236}">
                  <a16:creationId xmlns:a16="http://schemas.microsoft.com/office/drawing/2014/main" id="{169372BE-08CD-7743-8E5E-EC2549832F55}"/>
                </a:ext>
              </a:extLst>
            </p:cNvPr>
            <p:cNvGrpSpPr>
              <a:grpSpLocks/>
            </p:cNvGrpSpPr>
            <p:nvPr/>
          </p:nvGrpSpPr>
          <p:grpSpPr bwMode="auto">
            <a:xfrm flipH="1">
              <a:off x="8043863" y="1706563"/>
              <a:ext cx="434975" cy="349250"/>
              <a:chOff x="-44" y="1473"/>
              <a:chExt cx="981" cy="1105"/>
            </a:xfrm>
          </p:grpSpPr>
          <p:pic>
            <p:nvPicPr>
              <p:cNvPr id="231" name="Picture 117" descr="desktop_computer_stylized_medium">
                <a:extLst>
                  <a:ext uri="{FF2B5EF4-FFF2-40B4-BE49-F238E27FC236}">
                    <a16:creationId xmlns:a16="http://schemas.microsoft.com/office/drawing/2014/main" id="{5232EB59-D06A-CC48-8C1F-E6DAC4976BC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18">
                <a:extLst>
                  <a:ext uri="{FF2B5EF4-FFF2-40B4-BE49-F238E27FC236}">
                    <a16:creationId xmlns:a16="http://schemas.microsoft.com/office/drawing/2014/main" id="{7E7C9F9D-CF89-7545-A1F6-153E2A098F8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3" name="Group 119">
              <a:extLst>
                <a:ext uri="{FF2B5EF4-FFF2-40B4-BE49-F238E27FC236}">
                  <a16:creationId xmlns:a16="http://schemas.microsoft.com/office/drawing/2014/main" id="{6869CE49-D074-8547-B1D6-1F3B5B649CF4}"/>
                </a:ext>
              </a:extLst>
            </p:cNvPr>
            <p:cNvGrpSpPr>
              <a:grpSpLocks/>
            </p:cNvGrpSpPr>
            <p:nvPr/>
          </p:nvGrpSpPr>
          <p:grpSpPr bwMode="auto">
            <a:xfrm flipH="1">
              <a:off x="6911975" y="1368425"/>
              <a:ext cx="434975" cy="349250"/>
              <a:chOff x="-44" y="1473"/>
              <a:chExt cx="981" cy="1105"/>
            </a:xfrm>
          </p:grpSpPr>
          <p:pic>
            <p:nvPicPr>
              <p:cNvPr id="234" name="Picture 120" descr="desktop_computer_stylized_medium">
                <a:extLst>
                  <a:ext uri="{FF2B5EF4-FFF2-40B4-BE49-F238E27FC236}">
                    <a16:creationId xmlns:a16="http://schemas.microsoft.com/office/drawing/2014/main" id="{CE44033F-D4B7-7D46-9D32-0960EEB7B5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21">
                <a:extLst>
                  <a:ext uri="{FF2B5EF4-FFF2-40B4-BE49-F238E27FC236}">
                    <a16:creationId xmlns:a16="http://schemas.microsoft.com/office/drawing/2014/main" id="{45A28D47-C9B3-0346-8D70-361E7A4895B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6" name="Group 123">
              <a:extLst>
                <a:ext uri="{FF2B5EF4-FFF2-40B4-BE49-F238E27FC236}">
                  <a16:creationId xmlns:a16="http://schemas.microsoft.com/office/drawing/2014/main" id="{4E1A9762-2C71-9742-9958-EB2D29E68E6E}"/>
                </a:ext>
              </a:extLst>
            </p:cNvPr>
            <p:cNvGrpSpPr>
              <a:grpSpLocks/>
            </p:cNvGrpSpPr>
            <p:nvPr/>
          </p:nvGrpSpPr>
          <p:grpSpPr bwMode="auto">
            <a:xfrm>
              <a:off x="5824538" y="1411288"/>
              <a:ext cx="434975" cy="349250"/>
              <a:chOff x="-44" y="1473"/>
              <a:chExt cx="981" cy="1105"/>
            </a:xfrm>
          </p:grpSpPr>
          <p:pic>
            <p:nvPicPr>
              <p:cNvPr id="237" name="Picture 124" descr="desktop_computer_stylized_medium">
                <a:extLst>
                  <a:ext uri="{FF2B5EF4-FFF2-40B4-BE49-F238E27FC236}">
                    <a16:creationId xmlns:a16="http://schemas.microsoft.com/office/drawing/2014/main" id="{55B1C28D-66D6-DE4E-ADB5-D53BE1D2A0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25">
                <a:extLst>
                  <a:ext uri="{FF2B5EF4-FFF2-40B4-BE49-F238E27FC236}">
                    <a16:creationId xmlns:a16="http://schemas.microsoft.com/office/drawing/2014/main" id="{4765CFB0-3F34-B94A-BC7F-EA339FAACF4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9" name="Group 126">
              <a:extLst>
                <a:ext uri="{FF2B5EF4-FFF2-40B4-BE49-F238E27FC236}">
                  <a16:creationId xmlns:a16="http://schemas.microsoft.com/office/drawing/2014/main" id="{BE7F0DCF-B627-C847-8279-68A197C89CAF}"/>
                </a:ext>
              </a:extLst>
            </p:cNvPr>
            <p:cNvGrpSpPr>
              <a:grpSpLocks/>
            </p:cNvGrpSpPr>
            <p:nvPr/>
          </p:nvGrpSpPr>
          <p:grpSpPr bwMode="auto">
            <a:xfrm>
              <a:off x="5159375" y="2162175"/>
              <a:ext cx="434975" cy="349250"/>
              <a:chOff x="-44" y="1473"/>
              <a:chExt cx="981" cy="1105"/>
            </a:xfrm>
          </p:grpSpPr>
          <p:pic>
            <p:nvPicPr>
              <p:cNvPr id="240" name="Picture 127" descr="desktop_computer_stylized_medium">
                <a:extLst>
                  <a:ext uri="{FF2B5EF4-FFF2-40B4-BE49-F238E27FC236}">
                    <a16:creationId xmlns:a16="http://schemas.microsoft.com/office/drawing/2014/main" id="{BA3AF685-5B1F-CC40-BCAF-7158B2390D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28">
                <a:extLst>
                  <a:ext uri="{FF2B5EF4-FFF2-40B4-BE49-F238E27FC236}">
                    <a16:creationId xmlns:a16="http://schemas.microsoft.com/office/drawing/2014/main" id="{1A33777F-82DA-EC46-B881-5C25C2D626A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42" name="Group 129">
              <a:extLst>
                <a:ext uri="{FF2B5EF4-FFF2-40B4-BE49-F238E27FC236}">
                  <a16:creationId xmlns:a16="http://schemas.microsoft.com/office/drawing/2014/main" id="{A4323D8E-CD7F-4742-B00D-A10D592D03EA}"/>
                </a:ext>
              </a:extLst>
            </p:cNvPr>
            <p:cNvGrpSpPr>
              <a:grpSpLocks/>
            </p:cNvGrpSpPr>
            <p:nvPr/>
          </p:nvGrpSpPr>
          <p:grpSpPr bwMode="auto">
            <a:xfrm>
              <a:off x="6129338" y="2749550"/>
              <a:ext cx="434975" cy="349250"/>
              <a:chOff x="-44" y="1473"/>
              <a:chExt cx="981" cy="1105"/>
            </a:xfrm>
          </p:grpSpPr>
          <p:pic>
            <p:nvPicPr>
              <p:cNvPr id="243" name="Picture 130" descr="desktop_computer_stylized_medium">
                <a:extLst>
                  <a:ext uri="{FF2B5EF4-FFF2-40B4-BE49-F238E27FC236}">
                    <a16:creationId xmlns:a16="http://schemas.microsoft.com/office/drawing/2014/main" id="{39C6AFB3-E3B3-AA47-9771-00781B94A96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4" name="Freeform 131">
                <a:extLst>
                  <a:ext uri="{FF2B5EF4-FFF2-40B4-BE49-F238E27FC236}">
                    <a16:creationId xmlns:a16="http://schemas.microsoft.com/office/drawing/2014/main" id="{4679D4E0-5A0A-B34D-AA7C-D7A6E8AE3F8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45" name="Group 132">
              <a:extLst>
                <a:ext uri="{FF2B5EF4-FFF2-40B4-BE49-F238E27FC236}">
                  <a16:creationId xmlns:a16="http://schemas.microsoft.com/office/drawing/2014/main" id="{73C52904-5489-6E4E-8226-879A262911C4}"/>
                </a:ext>
              </a:extLst>
            </p:cNvPr>
            <p:cNvGrpSpPr>
              <a:grpSpLocks/>
            </p:cNvGrpSpPr>
            <p:nvPr/>
          </p:nvGrpSpPr>
          <p:grpSpPr bwMode="auto">
            <a:xfrm>
              <a:off x="7185025" y="2989263"/>
              <a:ext cx="325438" cy="261937"/>
              <a:chOff x="-44" y="1473"/>
              <a:chExt cx="981" cy="1105"/>
            </a:xfrm>
          </p:grpSpPr>
          <p:pic>
            <p:nvPicPr>
              <p:cNvPr id="246" name="Picture 133" descr="desktop_computer_stylized_medium">
                <a:extLst>
                  <a:ext uri="{FF2B5EF4-FFF2-40B4-BE49-F238E27FC236}">
                    <a16:creationId xmlns:a16="http://schemas.microsoft.com/office/drawing/2014/main" id="{E7C23640-AF67-8245-9B29-88C1A9B166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 name="Freeform 134">
                <a:extLst>
                  <a:ext uri="{FF2B5EF4-FFF2-40B4-BE49-F238E27FC236}">
                    <a16:creationId xmlns:a16="http://schemas.microsoft.com/office/drawing/2014/main" id="{CDD2AFE9-4A15-5147-897C-7BE6039DB5A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sp>
        <p:nvSpPr>
          <p:cNvPr id="83" name="Slide Number Placeholder 2">
            <a:extLst>
              <a:ext uri="{FF2B5EF4-FFF2-40B4-BE49-F238E27FC236}">
                <a16:creationId xmlns:a16="http://schemas.microsoft.com/office/drawing/2014/main" id="{4878E67F-D509-FD42-BE8D-29D25C1A4FC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79</a:t>
            </a:fld>
            <a:endParaRPr lang="en-US" dirty="0"/>
          </a:p>
        </p:txBody>
      </p:sp>
    </p:spTree>
    <p:extLst>
      <p:ext uri="{BB962C8B-B14F-4D97-AF65-F5344CB8AC3E}">
        <p14:creationId xmlns:p14="http://schemas.microsoft.com/office/powerpoint/2010/main" val="1506141398"/>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BitTorrent: requesting, sending file chunks</a:t>
            </a:r>
          </a:p>
        </p:txBody>
      </p:sp>
      <p:sp>
        <p:nvSpPr>
          <p:cNvPr id="85" name="Rectangle 4">
            <a:extLst>
              <a:ext uri="{FF2B5EF4-FFF2-40B4-BE49-F238E27FC236}">
                <a16:creationId xmlns:a16="http://schemas.microsoft.com/office/drawing/2014/main" id="{ABE3BA82-1C3D-064A-9166-C67DC2170C39}"/>
              </a:ext>
            </a:extLst>
          </p:cNvPr>
          <p:cNvSpPr txBox="1">
            <a:spLocks noChangeArrowheads="1"/>
          </p:cNvSpPr>
          <p:nvPr/>
        </p:nvSpPr>
        <p:spPr>
          <a:xfrm>
            <a:off x="798691" y="1510619"/>
            <a:ext cx="4521200" cy="41179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indent="0">
              <a:buFont typeface="Wingdings" charset="0"/>
              <a:buNone/>
              <a:defRPr/>
            </a:pPr>
            <a:r>
              <a:rPr lang="en-US" sz="3200" dirty="0">
                <a:solidFill>
                  <a:srgbClr val="CC0000"/>
                </a:solidFill>
              </a:rPr>
              <a:t>Requesting chunks:</a:t>
            </a:r>
          </a:p>
          <a:p>
            <a:pPr marL="406400" indent="-276225">
              <a:buFont typeface="Wingdings" charset="2"/>
              <a:buChar char="§"/>
              <a:defRPr/>
            </a:pPr>
            <a:r>
              <a:rPr lang="en-US" dirty="0"/>
              <a:t>at any given time, different peers have different subsets of file chunks</a:t>
            </a:r>
          </a:p>
          <a:p>
            <a:pPr marL="406400" indent="-276225">
              <a:buFont typeface="Wingdings" charset="2"/>
              <a:buChar char="§"/>
              <a:defRPr/>
            </a:pPr>
            <a:r>
              <a:rPr lang="en-US" dirty="0"/>
              <a:t>periodically, Alice asks each peer for list of chunks that they have</a:t>
            </a:r>
          </a:p>
          <a:p>
            <a:pPr marL="406400" indent="-276225">
              <a:buFont typeface="Wingdings" charset="2"/>
              <a:buChar char="§"/>
              <a:defRPr/>
            </a:pPr>
            <a:r>
              <a:rPr lang="en-US" dirty="0"/>
              <a:t>Alice requests missing chunks from peers, rarest first</a:t>
            </a:r>
          </a:p>
        </p:txBody>
      </p:sp>
      <p:sp>
        <p:nvSpPr>
          <p:cNvPr id="86" name="Rectangle 6">
            <a:extLst>
              <a:ext uri="{FF2B5EF4-FFF2-40B4-BE49-F238E27FC236}">
                <a16:creationId xmlns:a16="http://schemas.microsoft.com/office/drawing/2014/main" id="{5CFA8E56-2FAA-FC49-B7B7-8A06FD9D16BD}"/>
              </a:ext>
            </a:extLst>
          </p:cNvPr>
          <p:cNvSpPr>
            <a:spLocks noChangeArrowheads="1"/>
          </p:cNvSpPr>
          <p:nvPr/>
        </p:nvSpPr>
        <p:spPr bwMode="auto">
          <a:xfrm>
            <a:off x="5927271" y="1412473"/>
            <a:ext cx="5714999" cy="503900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15875" indent="0"/>
            <a:r>
              <a:rPr lang="en-US" altLang="en-US" sz="3200" dirty="0">
                <a:solidFill>
                  <a:srgbClr val="CC0000"/>
                </a:solidFill>
                <a:latin typeface="+mn-lt"/>
              </a:rPr>
              <a:t>Sending chunks: tit-for-tat</a:t>
            </a:r>
          </a:p>
          <a:p>
            <a:pPr marL="406400" indent="-341313">
              <a:lnSpc>
                <a:spcPct val="90000"/>
              </a:lnSpc>
              <a:spcBef>
                <a:spcPts val="400"/>
              </a:spcBef>
              <a:buClr>
                <a:srgbClr val="000099"/>
              </a:buClr>
              <a:buSzPct val="100000"/>
              <a:buFont typeface="Wingdings" pitchFamily="2" charset="2"/>
              <a:buChar char="§"/>
            </a:pPr>
            <a:r>
              <a:rPr lang="en-US" altLang="en-US" sz="2800" dirty="0">
                <a:latin typeface="+mn-lt"/>
              </a:rPr>
              <a:t>Alice sends chunks to those four peers currently sending her chunks </a:t>
            </a:r>
            <a:r>
              <a:rPr lang="en-US" altLang="en-US" sz="2800" i="1" dirty="0">
                <a:latin typeface="+mn-lt"/>
              </a:rPr>
              <a:t>at highest rate</a:t>
            </a:r>
            <a:r>
              <a:rPr lang="en-US" altLang="en-US" sz="2800" dirty="0">
                <a:latin typeface="+mn-lt"/>
              </a:rPr>
              <a:t> </a:t>
            </a: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other peers are choked by Alice (do not receive chunks from her)</a:t>
            </a: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re-evaluate top 4 every10 secs</a:t>
            </a:r>
          </a:p>
          <a:p>
            <a:pPr marL="471488" indent="-341313">
              <a:lnSpc>
                <a:spcPct val="90000"/>
              </a:lnSpc>
              <a:spcBef>
                <a:spcPts val="400"/>
              </a:spcBef>
              <a:buClr>
                <a:srgbClr val="000099"/>
              </a:buClr>
              <a:buSzPct val="100000"/>
              <a:buFont typeface="Wingdings" pitchFamily="2" charset="2"/>
              <a:buChar char="§"/>
            </a:pPr>
            <a:r>
              <a:rPr lang="en-US" altLang="en-US" sz="2800" dirty="0">
                <a:latin typeface="+mn-lt"/>
              </a:rPr>
              <a:t>every 30 secs: randomly select another peer, starts sending chunks</a:t>
            </a:r>
          </a:p>
          <a:p>
            <a:pPr lvl="1">
              <a:lnSpc>
                <a:spcPct val="90000"/>
              </a:lnSpc>
              <a:spcBef>
                <a:spcPts val="400"/>
              </a:spcBef>
              <a:buClr>
                <a:srgbClr val="000099"/>
              </a:buClr>
              <a:buSzTx/>
              <a:buFont typeface="Arial" panose="020B0604020202020204" pitchFamily="34" charset="0"/>
              <a:buChar char="•"/>
            </a:pPr>
            <a:r>
              <a:rPr lang="en-US" altLang="ja-JP" sz="2400" dirty="0">
                <a:latin typeface="+mn-lt"/>
              </a:rPr>
              <a:t>“optimistically unchoke” this peer</a:t>
            </a: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newly chosen peer may join top 4</a:t>
            </a:r>
          </a:p>
          <a:p>
            <a:pPr>
              <a:buClr>
                <a:srgbClr val="000099"/>
              </a:buClr>
              <a:buSzTx/>
              <a:buFont typeface="Wingdings" pitchFamily="2" charset="2"/>
              <a:buChar char="§"/>
            </a:pPr>
            <a:endParaRPr lang="en-US" altLang="en-US" dirty="0">
              <a:latin typeface="Gill Sans MT" panose="020B0502020104020203" pitchFamily="34" charset="77"/>
            </a:endParaRPr>
          </a:p>
        </p:txBody>
      </p:sp>
      <p:sp>
        <p:nvSpPr>
          <p:cNvPr id="7" name="Slide Number Placeholder 2">
            <a:extLst>
              <a:ext uri="{FF2B5EF4-FFF2-40B4-BE49-F238E27FC236}">
                <a16:creationId xmlns:a16="http://schemas.microsoft.com/office/drawing/2014/main" id="{CEB65444-34EE-4547-8616-7800EB55C6FE}"/>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80</a:t>
            </a:fld>
            <a:endParaRPr lang="en-US" dirty="0"/>
          </a:p>
        </p:txBody>
      </p:sp>
    </p:spTree>
    <p:extLst>
      <p:ext uri="{BB962C8B-B14F-4D97-AF65-F5344CB8AC3E}">
        <p14:creationId xmlns:p14="http://schemas.microsoft.com/office/powerpoint/2010/main" val="3440658915"/>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BitTorrent: tit-for-tat</a:t>
            </a:r>
          </a:p>
        </p:txBody>
      </p:sp>
      <p:pic>
        <p:nvPicPr>
          <p:cNvPr id="7" name="Picture 13" descr="Alice">
            <a:extLst>
              <a:ext uri="{FF2B5EF4-FFF2-40B4-BE49-F238E27FC236}">
                <a16:creationId xmlns:a16="http://schemas.microsoft.com/office/drawing/2014/main" id="{8741BF70-C5D5-9A4F-93C1-15959E9CE00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69027" y="5178425"/>
            <a:ext cx="561975" cy="69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Line 15">
            <a:extLst>
              <a:ext uri="{FF2B5EF4-FFF2-40B4-BE49-F238E27FC236}">
                <a16:creationId xmlns:a16="http://schemas.microsoft.com/office/drawing/2014/main" id="{EC6F316B-7159-F14D-8C61-058945C987B9}"/>
              </a:ext>
            </a:extLst>
          </p:cNvPr>
          <p:cNvSpPr>
            <a:spLocks noChangeShapeType="1"/>
          </p:cNvSpPr>
          <p:nvPr/>
        </p:nvSpPr>
        <p:spPr bwMode="auto">
          <a:xfrm flipH="1" flipV="1">
            <a:off x="2452914" y="4184650"/>
            <a:ext cx="1473200" cy="5969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9" name="Line 16">
            <a:extLst>
              <a:ext uri="{FF2B5EF4-FFF2-40B4-BE49-F238E27FC236}">
                <a16:creationId xmlns:a16="http://schemas.microsoft.com/office/drawing/2014/main" id="{85312597-E60F-8D4C-A9EB-F6893D485124}"/>
              </a:ext>
            </a:extLst>
          </p:cNvPr>
          <p:cNvSpPr>
            <a:spLocks noChangeShapeType="1"/>
          </p:cNvSpPr>
          <p:nvPr/>
        </p:nvSpPr>
        <p:spPr bwMode="auto">
          <a:xfrm flipH="1">
            <a:off x="2933927" y="5010150"/>
            <a:ext cx="965200" cy="3810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0" name="Line 17">
            <a:extLst>
              <a:ext uri="{FF2B5EF4-FFF2-40B4-BE49-F238E27FC236}">
                <a16:creationId xmlns:a16="http://schemas.microsoft.com/office/drawing/2014/main" id="{792D9181-0B03-BC4F-899D-82D2EA8580FC}"/>
              </a:ext>
            </a:extLst>
          </p:cNvPr>
          <p:cNvSpPr>
            <a:spLocks noChangeShapeType="1"/>
          </p:cNvSpPr>
          <p:nvPr/>
        </p:nvSpPr>
        <p:spPr bwMode="auto">
          <a:xfrm flipH="1">
            <a:off x="3608614" y="5124450"/>
            <a:ext cx="596900" cy="10414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1" name="Line 18">
            <a:extLst>
              <a:ext uri="{FF2B5EF4-FFF2-40B4-BE49-F238E27FC236}">
                <a16:creationId xmlns:a16="http://schemas.microsoft.com/office/drawing/2014/main" id="{2D784DE7-BFF3-9C40-B976-5BA78149FDDA}"/>
              </a:ext>
            </a:extLst>
          </p:cNvPr>
          <p:cNvSpPr>
            <a:spLocks noChangeShapeType="1"/>
          </p:cNvSpPr>
          <p:nvPr/>
        </p:nvSpPr>
        <p:spPr bwMode="auto">
          <a:xfrm flipV="1">
            <a:off x="6491514" y="3308350"/>
            <a:ext cx="419100" cy="6477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2" name="Line 20">
            <a:extLst>
              <a:ext uri="{FF2B5EF4-FFF2-40B4-BE49-F238E27FC236}">
                <a16:creationId xmlns:a16="http://schemas.microsoft.com/office/drawing/2014/main" id="{A1C1198D-163B-9148-9612-0787A145D324}"/>
              </a:ext>
            </a:extLst>
          </p:cNvPr>
          <p:cNvSpPr>
            <a:spLocks noChangeShapeType="1"/>
          </p:cNvSpPr>
          <p:nvPr/>
        </p:nvSpPr>
        <p:spPr bwMode="auto">
          <a:xfrm flipV="1">
            <a:off x="6593114" y="3892550"/>
            <a:ext cx="787400" cy="3048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3" name="Line 21">
            <a:extLst>
              <a:ext uri="{FF2B5EF4-FFF2-40B4-BE49-F238E27FC236}">
                <a16:creationId xmlns:a16="http://schemas.microsoft.com/office/drawing/2014/main" id="{C2DCB036-D113-5443-8F3C-DF1496779B07}"/>
              </a:ext>
            </a:extLst>
          </p:cNvPr>
          <p:cNvSpPr>
            <a:spLocks noChangeShapeType="1"/>
          </p:cNvSpPr>
          <p:nvPr/>
        </p:nvSpPr>
        <p:spPr bwMode="auto">
          <a:xfrm>
            <a:off x="6593114" y="4362450"/>
            <a:ext cx="596900" cy="3175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pic>
        <p:nvPicPr>
          <p:cNvPr id="14" name="Picture 22" descr="Bob">
            <a:extLst>
              <a:ext uri="{FF2B5EF4-FFF2-40B4-BE49-F238E27FC236}">
                <a16:creationId xmlns:a16="http://schemas.microsoft.com/office/drawing/2014/main" id="{A84998C7-BF5D-E24D-8A4A-8765DDF4B28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59702" y="4606925"/>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Line 23">
            <a:extLst>
              <a:ext uri="{FF2B5EF4-FFF2-40B4-BE49-F238E27FC236}">
                <a16:creationId xmlns:a16="http://schemas.microsoft.com/office/drawing/2014/main" id="{26116A51-4E13-DE4D-96FD-9486C5FBFE51}"/>
              </a:ext>
            </a:extLst>
          </p:cNvPr>
          <p:cNvSpPr>
            <a:spLocks noChangeShapeType="1"/>
          </p:cNvSpPr>
          <p:nvPr/>
        </p:nvSpPr>
        <p:spPr bwMode="auto">
          <a:xfrm flipV="1">
            <a:off x="4510314" y="4159250"/>
            <a:ext cx="1435100" cy="482600"/>
          </a:xfrm>
          <a:prstGeom prst="line">
            <a:avLst/>
          </a:prstGeom>
          <a:noFill/>
          <a:ln w="25400">
            <a:solidFill>
              <a:srgbClr val="CC0000"/>
            </a:solidFill>
            <a:prstDash val="sysDot"/>
            <a:round/>
            <a:headEn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6" name="Line 24">
            <a:extLst>
              <a:ext uri="{FF2B5EF4-FFF2-40B4-BE49-F238E27FC236}">
                <a16:creationId xmlns:a16="http://schemas.microsoft.com/office/drawing/2014/main" id="{5E5EFBCB-9F3E-F141-A779-E04A3C86C956}"/>
              </a:ext>
            </a:extLst>
          </p:cNvPr>
          <p:cNvSpPr>
            <a:spLocks noChangeShapeType="1"/>
          </p:cNvSpPr>
          <p:nvPr/>
        </p:nvSpPr>
        <p:spPr bwMode="auto">
          <a:xfrm flipH="1">
            <a:off x="4523014" y="4248150"/>
            <a:ext cx="1397000" cy="46990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lIns="0" tIns="0" rIns="0" bIns="0">
            <a:spAutoFit/>
          </a:bodyPr>
          <a:lstStyle/>
          <a:p>
            <a:endParaRPr lang="en-US" sz="2000" dirty="0"/>
          </a:p>
        </p:txBody>
      </p:sp>
      <p:sp>
        <p:nvSpPr>
          <p:cNvPr id="17" name="Line 25">
            <a:extLst>
              <a:ext uri="{FF2B5EF4-FFF2-40B4-BE49-F238E27FC236}">
                <a16:creationId xmlns:a16="http://schemas.microsoft.com/office/drawing/2014/main" id="{FD13D6CC-D7F1-884F-8F51-9C41948304DD}"/>
              </a:ext>
            </a:extLst>
          </p:cNvPr>
          <p:cNvSpPr>
            <a:spLocks noChangeShapeType="1"/>
          </p:cNvSpPr>
          <p:nvPr/>
        </p:nvSpPr>
        <p:spPr bwMode="auto">
          <a:xfrm flipV="1">
            <a:off x="4561114" y="4349750"/>
            <a:ext cx="1371600" cy="48260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lIns="0" tIns="0" rIns="0" bIns="0">
            <a:spAutoFit/>
          </a:bodyPr>
          <a:lstStyle/>
          <a:p>
            <a:endParaRPr lang="en-US" sz="2000" dirty="0"/>
          </a:p>
        </p:txBody>
      </p:sp>
      <p:sp>
        <p:nvSpPr>
          <p:cNvPr id="18" name="Text Box 26">
            <a:extLst>
              <a:ext uri="{FF2B5EF4-FFF2-40B4-BE49-F238E27FC236}">
                <a16:creationId xmlns:a16="http://schemas.microsoft.com/office/drawing/2014/main" id="{DACC5EA5-F1C3-BD42-A042-51775E5F6684}"/>
              </a:ext>
            </a:extLst>
          </p:cNvPr>
          <p:cNvSpPr txBox="1">
            <a:spLocks noChangeArrowheads="1"/>
          </p:cNvSpPr>
          <p:nvPr/>
        </p:nvSpPr>
        <p:spPr bwMode="auto">
          <a:xfrm>
            <a:off x="825046" y="1288142"/>
            <a:ext cx="47891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dirty="0">
                <a:latin typeface="+mn-lt"/>
              </a:rPr>
              <a:t>(1) Alice “</a:t>
            </a:r>
            <a:r>
              <a:rPr lang="en-US" altLang="ja-JP" sz="2400" dirty="0">
                <a:latin typeface="+mn-lt"/>
              </a:rPr>
              <a:t>optimistically unchokes” Bob</a:t>
            </a:r>
            <a:endParaRPr lang="en-US" altLang="en-US" sz="2400" dirty="0">
              <a:latin typeface="+mn-lt"/>
            </a:endParaRPr>
          </a:p>
        </p:txBody>
      </p:sp>
      <p:sp>
        <p:nvSpPr>
          <p:cNvPr id="19" name="Text Box 27">
            <a:extLst>
              <a:ext uri="{FF2B5EF4-FFF2-40B4-BE49-F238E27FC236}">
                <a16:creationId xmlns:a16="http://schemas.microsoft.com/office/drawing/2014/main" id="{DE11FF06-2EB6-DE4E-9955-89EC60B6108D}"/>
              </a:ext>
            </a:extLst>
          </p:cNvPr>
          <p:cNvSpPr txBox="1">
            <a:spLocks noChangeArrowheads="1"/>
          </p:cNvSpPr>
          <p:nvPr/>
        </p:nvSpPr>
        <p:spPr bwMode="auto">
          <a:xfrm>
            <a:off x="822327" y="1711330"/>
            <a:ext cx="84967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dirty="0">
                <a:latin typeface="+mn-lt"/>
              </a:rPr>
              <a:t>(2) Alice becomes one of Bob’</a:t>
            </a:r>
            <a:r>
              <a:rPr lang="en-US" altLang="ja-JP" sz="2400" dirty="0">
                <a:latin typeface="+mn-lt"/>
              </a:rPr>
              <a:t>s top-four providers; Bob reciprocates</a:t>
            </a:r>
            <a:endParaRPr lang="en-US" altLang="en-US" sz="2400" dirty="0">
              <a:latin typeface="+mn-lt"/>
            </a:endParaRPr>
          </a:p>
        </p:txBody>
      </p:sp>
      <p:sp>
        <p:nvSpPr>
          <p:cNvPr id="20" name="Text Box 28">
            <a:extLst>
              <a:ext uri="{FF2B5EF4-FFF2-40B4-BE49-F238E27FC236}">
                <a16:creationId xmlns:a16="http://schemas.microsoft.com/office/drawing/2014/main" id="{16606440-1C32-3D4E-A1E4-E55876C8B16A}"/>
              </a:ext>
            </a:extLst>
          </p:cNvPr>
          <p:cNvSpPr txBox="1">
            <a:spLocks noChangeArrowheads="1"/>
          </p:cNvSpPr>
          <p:nvPr/>
        </p:nvSpPr>
        <p:spPr bwMode="auto">
          <a:xfrm>
            <a:off x="814389" y="2124086"/>
            <a:ext cx="62574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dirty="0">
                <a:latin typeface="+mn-lt"/>
              </a:rPr>
              <a:t>(3) Bob becomes one of Alice’</a:t>
            </a:r>
            <a:r>
              <a:rPr lang="en-US" altLang="ja-JP" sz="2400" dirty="0">
                <a:latin typeface="+mn-lt"/>
              </a:rPr>
              <a:t>s top-four providers</a:t>
            </a:r>
            <a:endParaRPr lang="en-US" altLang="en-US" sz="2400" dirty="0">
              <a:latin typeface="+mn-lt"/>
            </a:endParaRPr>
          </a:p>
        </p:txBody>
      </p:sp>
      <p:sp>
        <p:nvSpPr>
          <p:cNvPr id="21" name="Text Box 29">
            <a:extLst>
              <a:ext uri="{FF2B5EF4-FFF2-40B4-BE49-F238E27FC236}">
                <a16:creationId xmlns:a16="http://schemas.microsoft.com/office/drawing/2014/main" id="{F65951EA-D399-4948-A91F-C888B7CDFD68}"/>
              </a:ext>
            </a:extLst>
          </p:cNvPr>
          <p:cNvSpPr txBox="1">
            <a:spLocks noChangeArrowheads="1"/>
          </p:cNvSpPr>
          <p:nvPr/>
        </p:nvSpPr>
        <p:spPr bwMode="auto">
          <a:xfrm>
            <a:off x="6416902" y="5338537"/>
            <a:ext cx="4897389" cy="830997"/>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i="1" dirty="0">
                <a:latin typeface="+mn-lt"/>
              </a:rPr>
              <a:t>higher upload rate:</a:t>
            </a:r>
            <a:r>
              <a:rPr lang="en-US" altLang="en-US" sz="2400" dirty="0">
                <a:latin typeface="+mn-lt"/>
              </a:rPr>
              <a:t> find better trading partners, get file faster !</a:t>
            </a:r>
          </a:p>
        </p:txBody>
      </p:sp>
      <p:grpSp>
        <p:nvGrpSpPr>
          <p:cNvPr id="22" name="Group 52">
            <a:extLst>
              <a:ext uri="{FF2B5EF4-FFF2-40B4-BE49-F238E27FC236}">
                <a16:creationId xmlns:a16="http://schemas.microsoft.com/office/drawing/2014/main" id="{65490274-4BA6-774A-B416-07955688B60F}"/>
              </a:ext>
            </a:extLst>
          </p:cNvPr>
          <p:cNvGrpSpPr>
            <a:grpSpLocks/>
          </p:cNvGrpSpPr>
          <p:nvPr/>
        </p:nvGrpSpPr>
        <p:grpSpPr bwMode="auto">
          <a:xfrm>
            <a:off x="2194152" y="5014913"/>
            <a:ext cx="762000" cy="752475"/>
            <a:chOff x="-44" y="1473"/>
            <a:chExt cx="981" cy="1105"/>
          </a:xfrm>
        </p:grpSpPr>
        <p:pic>
          <p:nvPicPr>
            <p:cNvPr id="23" name="Picture 53" descr="desktop_computer_stylized_medium">
              <a:extLst>
                <a:ext uri="{FF2B5EF4-FFF2-40B4-BE49-F238E27FC236}">
                  <a16:creationId xmlns:a16="http://schemas.microsoft.com/office/drawing/2014/main" id="{72C8D70E-1AE3-CB40-AFD6-460B7618288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Freeform 54">
              <a:extLst>
                <a:ext uri="{FF2B5EF4-FFF2-40B4-BE49-F238E27FC236}">
                  <a16:creationId xmlns:a16="http://schemas.microsoft.com/office/drawing/2014/main" id="{E4AA1D2E-1517-8A4B-AB9B-C7191BBEA3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25" name="Group 55">
            <a:extLst>
              <a:ext uri="{FF2B5EF4-FFF2-40B4-BE49-F238E27FC236}">
                <a16:creationId xmlns:a16="http://schemas.microsoft.com/office/drawing/2014/main" id="{B5877426-113E-4645-9901-821F444D3C78}"/>
              </a:ext>
            </a:extLst>
          </p:cNvPr>
          <p:cNvGrpSpPr>
            <a:grpSpLocks/>
          </p:cNvGrpSpPr>
          <p:nvPr/>
        </p:nvGrpSpPr>
        <p:grpSpPr bwMode="auto">
          <a:xfrm>
            <a:off x="2889477" y="5776913"/>
            <a:ext cx="762000" cy="752475"/>
            <a:chOff x="-44" y="1473"/>
            <a:chExt cx="981" cy="1105"/>
          </a:xfrm>
        </p:grpSpPr>
        <p:pic>
          <p:nvPicPr>
            <p:cNvPr id="26" name="Picture 56" descr="desktop_computer_stylized_medium">
              <a:extLst>
                <a:ext uri="{FF2B5EF4-FFF2-40B4-BE49-F238E27FC236}">
                  <a16:creationId xmlns:a16="http://schemas.microsoft.com/office/drawing/2014/main" id="{ED1A5E6B-965E-454E-9989-4DEC33639DD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Freeform 57">
              <a:extLst>
                <a:ext uri="{FF2B5EF4-FFF2-40B4-BE49-F238E27FC236}">
                  <a16:creationId xmlns:a16="http://schemas.microsoft.com/office/drawing/2014/main" id="{DD6D3C44-22E2-B449-9FDA-221947FA5E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28" name="Group 58">
            <a:extLst>
              <a:ext uri="{FF2B5EF4-FFF2-40B4-BE49-F238E27FC236}">
                <a16:creationId xmlns:a16="http://schemas.microsoft.com/office/drawing/2014/main" id="{0E9167DB-CB01-E04A-946E-D0BD377ECA5A}"/>
              </a:ext>
            </a:extLst>
          </p:cNvPr>
          <p:cNvGrpSpPr>
            <a:grpSpLocks/>
          </p:cNvGrpSpPr>
          <p:nvPr/>
        </p:nvGrpSpPr>
        <p:grpSpPr bwMode="auto">
          <a:xfrm>
            <a:off x="1708377" y="3894138"/>
            <a:ext cx="762000" cy="752475"/>
            <a:chOff x="-44" y="1473"/>
            <a:chExt cx="981" cy="1105"/>
          </a:xfrm>
        </p:grpSpPr>
        <p:pic>
          <p:nvPicPr>
            <p:cNvPr id="29" name="Picture 59" descr="desktop_computer_stylized_medium">
              <a:extLst>
                <a:ext uri="{FF2B5EF4-FFF2-40B4-BE49-F238E27FC236}">
                  <a16:creationId xmlns:a16="http://schemas.microsoft.com/office/drawing/2014/main" id="{3FC86540-2AE3-6C45-A57C-8C7A57DEE81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Freeform 60">
              <a:extLst>
                <a:ext uri="{FF2B5EF4-FFF2-40B4-BE49-F238E27FC236}">
                  <a16:creationId xmlns:a16="http://schemas.microsoft.com/office/drawing/2014/main" id="{7D582964-4BDA-5043-B12E-8CB52E1A4AA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31" name="Group 61">
            <a:extLst>
              <a:ext uri="{FF2B5EF4-FFF2-40B4-BE49-F238E27FC236}">
                <a16:creationId xmlns:a16="http://schemas.microsoft.com/office/drawing/2014/main" id="{AC057CF7-B165-FC49-A311-D35170CD591D}"/>
              </a:ext>
            </a:extLst>
          </p:cNvPr>
          <p:cNvGrpSpPr>
            <a:grpSpLocks/>
          </p:cNvGrpSpPr>
          <p:nvPr/>
        </p:nvGrpSpPr>
        <p:grpSpPr bwMode="auto">
          <a:xfrm>
            <a:off x="3672114" y="4427538"/>
            <a:ext cx="762000" cy="752475"/>
            <a:chOff x="-44" y="1473"/>
            <a:chExt cx="981" cy="1105"/>
          </a:xfrm>
        </p:grpSpPr>
        <p:pic>
          <p:nvPicPr>
            <p:cNvPr id="32" name="Picture 62" descr="desktop_computer_stylized_medium">
              <a:extLst>
                <a:ext uri="{FF2B5EF4-FFF2-40B4-BE49-F238E27FC236}">
                  <a16:creationId xmlns:a16="http://schemas.microsoft.com/office/drawing/2014/main" id="{18C1044E-BABC-1349-9269-834754B6865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Freeform 63">
              <a:extLst>
                <a:ext uri="{FF2B5EF4-FFF2-40B4-BE49-F238E27FC236}">
                  <a16:creationId xmlns:a16="http://schemas.microsoft.com/office/drawing/2014/main" id="{78C58B97-061E-EA4D-AA38-0150EABAFC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34" name="Group 64">
            <a:extLst>
              <a:ext uri="{FF2B5EF4-FFF2-40B4-BE49-F238E27FC236}">
                <a16:creationId xmlns:a16="http://schemas.microsoft.com/office/drawing/2014/main" id="{8374CADC-5475-174C-A033-E425F815732C}"/>
              </a:ext>
            </a:extLst>
          </p:cNvPr>
          <p:cNvGrpSpPr>
            <a:grpSpLocks/>
          </p:cNvGrpSpPr>
          <p:nvPr/>
        </p:nvGrpSpPr>
        <p:grpSpPr bwMode="auto">
          <a:xfrm flipH="1">
            <a:off x="7199539" y="4351338"/>
            <a:ext cx="762000" cy="752475"/>
            <a:chOff x="-44" y="1473"/>
            <a:chExt cx="981" cy="1105"/>
          </a:xfrm>
        </p:grpSpPr>
        <p:pic>
          <p:nvPicPr>
            <p:cNvPr id="35" name="Picture 65" descr="desktop_computer_stylized_medium">
              <a:extLst>
                <a:ext uri="{FF2B5EF4-FFF2-40B4-BE49-F238E27FC236}">
                  <a16:creationId xmlns:a16="http://schemas.microsoft.com/office/drawing/2014/main" id="{E829CC9A-8A66-4B4E-9FF3-CEAE73497DD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Freeform 66">
              <a:extLst>
                <a:ext uri="{FF2B5EF4-FFF2-40B4-BE49-F238E27FC236}">
                  <a16:creationId xmlns:a16="http://schemas.microsoft.com/office/drawing/2014/main" id="{BE509D07-5156-594C-9BF4-2A36E639DBD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37" name="Group 67">
            <a:extLst>
              <a:ext uri="{FF2B5EF4-FFF2-40B4-BE49-F238E27FC236}">
                <a16:creationId xmlns:a16="http://schemas.microsoft.com/office/drawing/2014/main" id="{BFB32E89-5273-0E4F-AB0A-3A5BD8870626}"/>
              </a:ext>
            </a:extLst>
          </p:cNvPr>
          <p:cNvGrpSpPr>
            <a:grpSpLocks/>
          </p:cNvGrpSpPr>
          <p:nvPr/>
        </p:nvGrpSpPr>
        <p:grpSpPr bwMode="auto">
          <a:xfrm flipH="1">
            <a:off x="7350352" y="3513138"/>
            <a:ext cx="762000" cy="752475"/>
            <a:chOff x="-44" y="1473"/>
            <a:chExt cx="981" cy="1105"/>
          </a:xfrm>
        </p:grpSpPr>
        <p:pic>
          <p:nvPicPr>
            <p:cNvPr id="38" name="Picture 68" descr="desktop_computer_stylized_medium">
              <a:extLst>
                <a:ext uri="{FF2B5EF4-FFF2-40B4-BE49-F238E27FC236}">
                  <a16:creationId xmlns:a16="http://schemas.microsoft.com/office/drawing/2014/main" id="{7E65096A-F8A7-654C-9729-36316DFF5B2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Freeform 69">
              <a:extLst>
                <a:ext uri="{FF2B5EF4-FFF2-40B4-BE49-F238E27FC236}">
                  <a16:creationId xmlns:a16="http://schemas.microsoft.com/office/drawing/2014/main" id="{FE95B6B4-20A8-EF43-BAAF-C599F2F3BC1E}"/>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40" name="Group 70">
            <a:extLst>
              <a:ext uri="{FF2B5EF4-FFF2-40B4-BE49-F238E27FC236}">
                <a16:creationId xmlns:a16="http://schemas.microsoft.com/office/drawing/2014/main" id="{C47D9ABE-3F3C-2147-9673-332BCE8C2E7A}"/>
              </a:ext>
            </a:extLst>
          </p:cNvPr>
          <p:cNvGrpSpPr>
            <a:grpSpLocks/>
          </p:cNvGrpSpPr>
          <p:nvPr/>
        </p:nvGrpSpPr>
        <p:grpSpPr bwMode="auto">
          <a:xfrm flipH="1">
            <a:off x="6958239" y="2892425"/>
            <a:ext cx="762000" cy="752475"/>
            <a:chOff x="-44" y="1473"/>
            <a:chExt cx="981" cy="1105"/>
          </a:xfrm>
        </p:grpSpPr>
        <p:pic>
          <p:nvPicPr>
            <p:cNvPr id="41" name="Picture 71" descr="desktop_computer_stylized_medium">
              <a:extLst>
                <a:ext uri="{FF2B5EF4-FFF2-40B4-BE49-F238E27FC236}">
                  <a16:creationId xmlns:a16="http://schemas.microsoft.com/office/drawing/2014/main" id="{E0B0EA6D-DC65-F345-866C-FF8D43D273A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Freeform 72">
              <a:extLst>
                <a:ext uri="{FF2B5EF4-FFF2-40B4-BE49-F238E27FC236}">
                  <a16:creationId xmlns:a16="http://schemas.microsoft.com/office/drawing/2014/main" id="{4B8179CA-F544-1947-AB02-D4AFC3D0110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43" name="Group 74">
            <a:extLst>
              <a:ext uri="{FF2B5EF4-FFF2-40B4-BE49-F238E27FC236}">
                <a16:creationId xmlns:a16="http://schemas.microsoft.com/office/drawing/2014/main" id="{3AAB7190-C86B-6B40-A2D8-F0FAFE0A2599}"/>
              </a:ext>
            </a:extLst>
          </p:cNvPr>
          <p:cNvGrpSpPr>
            <a:grpSpLocks/>
          </p:cNvGrpSpPr>
          <p:nvPr/>
        </p:nvGrpSpPr>
        <p:grpSpPr bwMode="auto">
          <a:xfrm flipH="1">
            <a:off x="6035902" y="3883025"/>
            <a:ext cx="762000" cy="752475"/>
            <a:chOff x="-44" y="1473"/>
            <a:chExt cx="981" cy="1105"/>
          </a:xfrm>
        </p:grpSpPr>
        <p:pic>
          <p:nvPicPr>
            <p:cNvPr id="44" name="Picture 75" descr="desktop_computer_stylized_medium">
              <a:extLst>
                <a:ext uri="{FF2B5EF4-FFF2-40B4-BE49-F238E27FC236}">
                  <a16:creationId xmlns:a16="http://schemas.microsoft.com/office/drawing/2014/main" id="{E10FCAF4-5DCA-C147-944D-68091F53F3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76">
              <a:extLst>
                <a:ext uri="{FF2B5EF4-FFF2-40B4-BE49-F238E27FC236}">
                  <a16:creationId xmlns:a16="http://schemas.microsoft.com/office/drawing/2014/main" id="{ED9B8D15-5F2D-AE4E-95C9-E1F0A26E1BFE}"/>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46" name="Group 80">
            <a:extLst>
              <a:ext uri="{FF2B5EF4-FFF2-40B4-BE49-F238E27FC236}">
                <a16:creationId xmlns:a16="http://schemas.microsoft.com/office/drawing/2014/main" id="{76F60E48-C369-D742-9AC3-453C2EB2296B}"/>
              </a:ext>
            </a:extLst>
          </p:cNvPr>
          <p:cNvGrpSpPr>
            <a:grpSpLocks/>
          </p:cNvGrpSpPr>
          <p:nvPr/>
        </p:nvGrpSpPr>
        <p:grpSpPr bwMode="auto">
          <a:xfrm>
            <a:off x="5815239" y="2717800"/>
            <a:ext cx="762000" cy="1177925"/>
            <a:chOff x="4746" y="1528"/>
            <a:chExt cx="480" cy="742"/>
          </a:xfrm>
        </p:grpSpPr>
        <p:sp>
          <p:nvSpPr>
            <p:cNvPr id="47" name="Line 50">
              <a:extLst>
                <a:ext uri="{FF2B5EF4-FFF2-40B4-BE49-F238E27FC236}">
                  <a16:creationId xmlns:a16="http://schemas.microsoft.com/office/drawing/2014/main" id="{713595DD-629E-964F-90C7-0E04B74B20F3}"/>
                </a:ext>
              </a:extLst>
            </p:cNvPr>
            <p:cNvSpPr>
              <a:spLocks noChangeShapeType="1"/>
            </p:cNvSpPr>
            <p:nvPr/>
          </p:nvSpPr>
          <p:spPr bwMode="auto">
            <a:xfrm>
              <a:off x="4964" y="1962"/>
              <a:ext cx="2" cy="308"/>
            </a:xfrm>
            <a:prstGeom prst="line">
              <a:avLst/>
            </a:prstGeom>
            <a:noFill/>
            <a:ln w="2857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sz="2000" dirty="0"/>
            </a:p>
          </p:txBody>
        </p:sp>
        <p:grpSp>
          <p:nvGrpSpPr>
            <p:cNvPr id="48" name="Group 77">
              <a:extLst>
                <a:ext uri="{FF2B5EF4-FFF2-40B4-BE49-F238E27FC236}">
                  <a16:creationId xmlns:a16="http://schemas.microsoft.com/office/drawing/2014/main" id="{AD97E688-C674-9D46-B533-DA6C65ECA57D}"/>
                </a:ext>
              </a:extLst>
            </p:cNvPr>
            <p:cNvGrpSpPr>
              <a:grpSpLocks/>
            </p:cNvGrpSpPr>
            <p:nvPr/>
          </p:nvGrpSpPr>
          <p:grpSpPr bwMode="auto">
            <a:xfrm flipH="1">
              <a:off x="4746" y="1528"/>
              <a:ext cx="480" cy="474"/>
              <a:chOff x="-44" y="1473"/>
              <a:chExt cx="981" cy="1105"/>
            </a:xfrm>
          </p:grpSpPr>
          <p:pic>
            <p:nvPicPr>
              <p:cNvPr id="49" name="Picture 78" descr="desktop_computer_stylized_medium">
                <a:extLst>
                  <a:ext uri="{FF2B5EF4-FFF2-40B4-BE49-F238E27FC236}">
                    <a16:creationId xmlns:a16="http://schemas.microsoft.com/office/drawing/2014/main" id="{A710A2EC-D64C-6A4F-A921-3C453CCA3D9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79">
                <a:extLst>
                  <a:ext uri="{FF2B5EF4-FFF2-40B4-BE49-F238E27FC236}">
                    <a16:creationId xmlns:a16="http://schemas.microsoft.com/office/drawing/2014/main" id="{AEBDADBC-EFC3-B643-B7C3-E2DB8819FDC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grpSp>
        <p:nvGrpSpPr>
          <p:cNvPr id="51" name="Group 87">
            <a:extLst>
              <a:ext uri="{FF2B5EF4-FFF2-40B4-BE49-F238E27FC236}">
                <a16:creationId xmlns:a16="http://schemas.microsoft.com/office/drawing/2014/main" id="{C55F25CE-5FFF-CB47-A09A-CEBC929646BA}"/>
              </a:ext>
            </a:extLst>
          </p:cNvPr>
          <p:cNvGrpSpPr>
            <a:grpSpLocks/>
          </p:cNvGrpSpPr>
          <p:nvPr/>
        </p:nvGrpSpPr>
        <p:grpSpPr bwMode="auto">
          <a:xfrm>
            <a:off x="2905352" y="3206750"/>
            <a:ext cx="1112837" cy="1219200"/>
            <a:chOff x="4779" y="2386"/>
            <a:chExt cx="701" cy="768"/>
          </a:xfrm>
        </p:grpSpPr>
        <p:sp>
          <p:nvSpPr>
            <p:cNvPr id="52" name="Line 46">
              <a:extLst>
                <a:ext uri="{FF2B5EF4-FFF2-40B4-BE49-F238E27FC236}">
                  <a16:creationId xmlns:a16="http://schemas.microsoft.com/office/drawing/2014/main" id="{8CEC77D4-CDB3-A04E-93BD-09A60C76B09A}"/>
                </a:ext>
              </a:extLst>
            </p:cNvPr>
            <p:cNvSpPr>
              <a:spLocks noChangeShapeType="1"/>
            </p:cNvSpPr>
            <p:nvPr/>
          </p:nvSpPr>
          <p:spPr bwMode="auto">
            <a:xfrm>
              <a:off x="5239" y="2812"/>
              <a:ext cx="241" cy="342"/>
            </a:xfrm>
            <a:prstGeom prst="line">
              <a:avLst/>
            </a:prstGeom>
            <a:noFill/>
            <a:ln w="2857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sz="2000" dirty="0"/>
            </a:p>
          </p:txBody>
        </p:sp>
        <p:grpSp>
          <p:nvGrpSpPr>
            <p:cNvPr id="53" name="Group 84">
              <a:extLst>
                <a:ext uri="{FF2B5EF4-FFF2-40B4-BE49-F238E27FC236}">
                  <a16:creationId xmlns:a16="http://schemas.microsoft.com/office/drawing/2014/main" id="{39CD941B-F7CC-0249-91C8-8CDBC2238570}"/>
                </a:ext>
              </a:extLst>
            </p:cNvPr>
            <p:cNvGrpSpPr>
              <a:grpSpLocks/>
            </p:cNvGrpSpPr>
            <p:nvPr/>
          </p:nvGrpSpPr>
          <p:grpSpPr bwMode="auto">
            <a:xfrm>
              <a:off x="4779" y="2386"/>
              <a:ext cx="480" cy="474"/>
              <a:chOff x="-44" y="1473"/>
              <a:chExt cx="981" cy="1105"/>
            </a:xfrm>
          </p:grpSpPr>
          <p:pic>
            <p:nvPicPr>
              <p:cNvPr id="54" name="Picture 85" descr="desktop_computer_stylized_medium">
                <a:extLst>
                  <a:ext uri="{FF2B5EF4-FFF2-40B4-BE49-F238E27FC236}">
                    <a16:creationId xmlns:a16="http://schemas.microsoft.com/office/drawing/2014/main" id="{0384D9E6-2AF2-1444-833F-1ACDCE8105E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Freeform 86">
                <a:extLst>
                  <a:ext uri="{FF2B5EF4-FFF2-40B4-BE49-F238E27FC236}">
                    <a16:creationId xmlns:a16="http://schemas.microsoft.com/office/drawing/2014/main" id="{140BEEB3-51A1-3146-AD4E-D014FC9826D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sp>
        <p:nvSpPr>
          <p:cNvPr id="56" name="Slide Number Placeholder 2">
            <a:extLst>
              <a:ext uri="{FF2B5EF4-FFF2-40B4-BE49-F238E27FC236}">
                <a16:creationId xmlns:a16="http://schemas.microsoft.com/office/drawing/2014/main" id="{E1ED86EA-C149-2945-9786-9D3CB50C6D10}"/>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81</a:t>
            </a:fld>
            <a:endParaRPr lang="en-US" dirty="0"/>
          </a:p>
        </p:txBody>
      </p:sp>
    </p:spTree>
    <p:extLst>
      <p:ext uri="{BB962C8B-B14F-4D97-AF65-F5344CB8AC3E}">
        <p14:creationId xmlns:p14="http://schemas.microsoft.com/office/powerpoint/2010/main" val="235507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dissolve">
                                      <p:cBhvr>
                                        <p:cTn id="10" dur="500"/>
                                        <p:tgtEl>
                                          <p:spTgt spid="1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dissolve">
                                      <p:cBhvr>
                                        <p:cTn id="15" dur="500"/>
                                        <p:tgtEl>
                                          <p:spTgt spid="19"/>
                                        </p:tgtEl>
                                      </p:cBhvr>
                                    </p:animEffect>
                                  </p:childTnLst>
                                </p:cTn>
                              </p:par>
                              <p:par>
                                <p:cTn id="16" presetID="9" presetClass="exit" presetSubtype="0" fill="hold" nodeType="withEffect">
                                  <p:stCondLst>
                                    <p:cond delay="0"/>
                                  </p:stCondLst>
                                  <p:childTnLst>
                                    <p:animEffect transition="out" filter="dissolve">
                                      <p:cBhvr>
                                        <p:cTn id="17" dur="500"/>
                                        <p:tgtEl>
                                          <p:spTgt spid="46"/>
                                        </p:tgtEl>
                                      </p:cBhvr>
                                    </p:animEffect>
                                    <p:set>
                                      <p:cBhvr>
                                        <p:cTn id="18" dur="1" fill="hold">
                                          <p:stCondLst>
                                            <p:cond delay="499"/>
                                          </p:stCondLst>
                                        </p:cTn>
                                        <p:tgtEl>
                                          <p:spTgt spid="46"/>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dissolve">
                                      <p:cBhvr>
                                        <p:cTn id="21" dur="50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dissolve">
                                      <p:cBhvr>
                                        <p:cTn id="26" dur="500"/>
                                        <p:tgtEl>
                                          <p:spTgt spid="20"/>
                                        </p:tgtEl>
                                      </p:cBhvr>
                                    </p:animEffect>
                                  </p:childTnLst>
                                </p:cTn>
                              </p:par>
                              <p:par>
                                <p:cTn id="27" presetID="9" presetClass="exit" presetSubtype="0" fill="hold" nodeType="withEffect">
                                  <p:stCondLst>
                                    <p:cond delay="0"/>
                                  </p:stCondLst>
                                  <p:childTnLst>
                                    <p:animEffect transition="out" filter="dissolve">
                                      <p:cBhvr>
                                        <p:cTn id="28" dur="500"/>
                                        <p:tgtEl>
                                          <p:spTgt spid="51"/>
                                        </p:tgtEl>
                                      </p:cBhvr>
                                    </p:animEffect>
                                    <p:set>
                                      <p:cBhvr>
                                        <p:cTn id="29" dur="1" fill="hold">
                                          <p:stCondLst>
                                            <p:cond delay="499"/>
                                          </p:stCondLst>
                                        </p:cTn>
                                        <p:tgtEl>
                                          <p:spTgt spid="51"/>
                                        </p:tgtEl>
                                        <p:attrNameLst>
                                          <p:attrName>style.visibility</p:attrName>
                                        </p:attrNameLst>
                                      </p:cBhvr>
                                      <p:to>
                                        <p:strVal val="hidden"/>
                                      </p:to>
                                    </p:set>
                                  </p:childTnLst>
                                </p:cTn>
                              </p:par>
                              <p:par>
                                <p:cTn id="30" presetID="9"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dissolve">
                                      <p:cBhvr>
                                        <p:cTn id="32" dur="500"/>
                                        <p:tgtEl>
                                          <p:spTgt spid="17"/>
                                        </p:tgtEl>
                                      </p:cBhvr>
                                    </p:animEffect>
                                  </p:childTnLst>
                                </p:cTn>
                              </p:par>
                              <p:par>
                                <p:cTn id="33" presetID="3" presetClass="exit" presetSubtype="10" fill="hold" nodeType="withEffect">
                                  <p:stCondLst>
                                    <p:cond delay="0"/>
                                  </p:stCondLst>
                                  <p:childTnLst>
                                    <p:animEffect transition="out" filter="blinds(horizontal)">
                                      <p:cBhvr>
                                        <p:cTn id="34" dur="500"/>
                                        <p:tgtEl>
                                          <p:spTgt spid="15"/>
                                        </p:tgtEl>
                                      </p:cBhvr>
                                    </p:animEffect>
                                    <p:set>
                                      <p:cBhvr>
                                        <p:cTn id="35" dur="1" fill="hold">
                                          <p:stCondLst>
                                            <p:cond delay="499"/>
                                          </p:stCondLst>
                                        </p:cTn>
                                        <p:tgtEl>
                                          <p:spTgt spid="15"/>
                                        </p:tgtEl>
                                        <p:attrNameLst>
                                          <p:attrName>style.visibility</p:attrName>
                                        </p:attrNameLst>
                                      </p:cBhvr>
                                      <p:to>
                                        <p:strVal val="hidden"/>
                                      </p:to>
                                    </p:se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dissolve">
                                      <p:cBhvr>
                                        <p:cTn id="40"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rgbClr val="0000A8"/>
              </a:buClr>
            </a:pPr>
            <a:r>
              <a:rPr lang="en-US" altLang="en-US" sz="3200" dirty="0">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82</a:t>
            </a:fld>
            <a:endParaRPr lang="en-US" dirty="0"/>
          </a:p>
        </p:txBody>
      </p:sp>
      <p:pic>
        <p:nvPicPr>
          <p:cNvPr id="7" name="Picture 6" descr="Kurose&amp;Ross 8th edition photo">
            <a:extLst>
              <a:ext uri="{FF2B5EF4-FFF2-40B4-BE49-F238E27FC236}">
                <a16:creationId xmlns:a16="http://schemas.microsoft.com/office/drawing/2014/main" id="{1916A9E8-0AFB-C84D-84BA-FF165A7B2C38}"/>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219081926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Video Streaming and CDNs: context</a:t>
            </a:r>
          </a:p>
        </p:txBody>
      </p:sp>
      <p:sp>
        <p:nvSpPr>
          <p:cNvPr id="83" name="Rectangle 43">
            <a:extLst>
              <a:ext uri="{FF2B5EF4-FFF2-40B4-BE49-F238E27FC236}">
                <a16:creationId xmlns:a16="http://schemas.microsoft.com/office/drawing/2014/main" id="{314CB26F-FC68-EA47-A348-5C2202E9DB00}"/>
              </a:ext>
            </a:extLst>
          </p:cNvPr>
          <p:cNvSpPr>
            <a:spLocks noChangeArrowheads="1"/>
          </p:cNvSpPr>
          <p:nvPr/>
        </p:nvSpPr>
        <p:spPr bwMode="auto">
          <a:xfrm>
            <a:off x="703683" y="1457742"/>
            <a:ext cx="8448901" cy="894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Rectangle 43">
            <a:extLst>
              <a:ext uri="{FF2B5EF4-FFF2-40B4-BE49-F238E27FC236}">
                <a16:creationId xmlns:a16="http://schemas.microsoft.com/office/drawing/2014/main" id="{429AF3E8-B41E-F946-8623-A777210624D6}"/>
              </a:ext>
            </a:extLst>
          </p:cNvPr>
          <p:cNvSpPr>
            <a:spLocks noChangeArrowheads="1"/>
          </p:cNvSpPr>
          <p:nvPr/>
        </p:nvSpPr>
        <p:spPr bwMode="auto">
          <a:xfrm>
            <a:off x="799123" y="1492538"/>
            <a:ext cx="6164385" cy="48212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7188" marR="0" lvl="0" indent="-341313" algn="l" defTabSz="914400" rtl="0" eaLnBrk="1" fontAlgn="auto" latinLnBrk="0" hangingPunct="1">
              <a:lnSpc>
                <a:spcPct val="100000"/>
              </a:lnSpc>
              <a:spcBef>
                <a:spcPts val="0"/>
              </a:spcBef>
              <a:spcAft>
                <a:spcPts val="0"/>
              </a:spcAft>
              <a:buClr>
                <a:srgbClr val="0000A3"/>
              </a:buClr>
              <a:buSzPct val="100000"/>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 video traffic: major consumer of Internet bandwidth</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Netflix, YouTube, Amazon Prime: 80% of residential ISP traffic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(2020)</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scale - how to reach ~1B users?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6665E308-402E-4042-A40D-C589192435C8}"/>
              </a:ext>
            </a:extLst>
          </p:cNvPr>
          <p:cNvGrpSpPr/>
          <p:nvPr/>
        </p:nvGrpSpPr>
        <p:grpSpPr>
          <a:xfrm>
            <a:off x="8502619" y="3784268"/>
            <a:ext cx="3689381" cy="2624305"/>
            <a:chOff x="8502619" y="4539639"/>
            <a:chExt cx="3689381" cy="2624305"/>
          </a:xfrm>
        </p:grpSpPr>
        <p:pic>
          <p:nvPicPr>
            <p:cNvPr id="86" name="Picture 2">
              <a:extLst>
                <a:ext uri="{FF2B5EF4-FFF2-40B4-BE49-F238E27FC236}">
                  <a16:creationId xmlns:a16="http://schemas.microsoft.com/office/drawing/2014/main" id="{4DE1A959-4B7D-1A4F-80C4-8A52E85610D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930975" y="6101881"/>
              <a:ext cx="1710592" cy="1062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5">
              <a:extLst>
                <a:ext uri="{FF2B5EF4-FFF2-40B4-BE49-F238E27FC236}">
                  <a16:creationId xmlns:a16="http://schemas.microsoft.com/office/drawing/2014/main" id="{8CD6D4B6-6A4F-D142-9B0C-0E622DB3E5F1}"/>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520238" y="4539639"/>
              <a:ext cx="2671762"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3">
              <a:extLst>
                <a:ext uri="{FF2B5EF4-FFF2-40B4-BE49-F238E27FC236}">
                  <a16:creationId xmlns:a16="http://schemas.microsoft.com/office/drawing/2014/main" id="{F2FB8318-CA96-2746-94FD-3A5ACA1FDC2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502619" y="4874389"/>
              <a:ext cx="1227138"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6">
              <a:extLst>
                <a:ext uri="{FF2B5EF4-FFF2-40B4-BE49-F238E27FC236}">
                  <a16:creationId xmlns:a16="http://schemas.microsoft.com/office/drawing/2014/main" id="{4FD2F200-10A9-4643-8C58-A3B6FC3409FA}"/>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9972122" y="5629397"/>
              <a:ext cx="15017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 name="Rectangle 43">
            <a:extLst>
              <a:ext uri="{FF2B5EF4-FFF2-40B4-BE49-F238E27FC236}">
                <a16:creationId xmlns:a16="http://schemas.microsoft.com/office/drawing/2014/main" id="{4D8B542F-9DF5-C749-A79E-89811A1F4831}"/>
              </a:ext>
            </a:extLst>
          </p:cNvPr>
          <p:cNvSpPr>
            <a:spLocks noChangeArrowheads="1"/>
          </p:cNvSpPr>
          <p:nvPr/>
        </p:nvSpPr>
        <p:spPr bwMode="auto">
          <a:xfrm>
            <a:off x="857738" y="4177497"/>
            <a:ext cx="9341339" cy="2133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heterogeneity</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users have different capabilities (e.g., wired versus mobile; bandwidth rich versus bandwidth poor)</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solution: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distributed, application-level infrastructure</a:t>
            </a:r>
          </a:p>
        </p:txBody>
      </p:sp>
      <p:sp>
        <p:nvSpPr>
          <p:cNvPr id="12" name="Slide Number Placeholder 2">
            <a:extLst>
              <a:ext uri="{FF2B5EF4-FFF2-40B4-BE49-F238E27FC236}">
                <a16:creationId xmlns:a16="http://schemas.microsoft.com/office/drawing/2014/main" id="{18329690-E6B4-B94C-B527-578B12C7EAE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400422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4">
                                            <p:txEl>
                                              <p:pRg st="2" end="2"/>
                                            </p:txEl>
                                          </p:spTgt>
                                        </p:tgtEl>
                                        <p:attrNameLst>
                                          <p:attrName>style.visibility</p:attrName>
                                        </p:attrNameLst>
                                      </p:cBhvr>
                                      <p:to>
                                        <p:strVal val="visible"/>
                                      </p:to>
                                    </p:set>
                                    <p:animEffect transition="in" filter="dissolve">
                                      <p:cBhvr>
                                        <p:cTn id="7" dur="500"/>
                                        <p:tgtEl>
                                          <p:spTgt spid="84">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0" end="0"/>
                                            </p:txEl>
                                          </p:spTgt>
                                        </p:tgtEl>
                                        <p:attrNameLst>
                                          <p:attrName>style.visibility</p:attrName>
                                        </p:attrNameLst>
                                      </p:cBhvr>
                                      <p:to>
                                        <p:strVal val="visible"/>
                                      </p:to>
                                    </p:set>
                                    <p:animEffect transition="in" filter="dissolve">
                                      <p:cBhvr>
                                        <p:cTn id="10" dur="500"/>
                                        <p:tgtEl>
                                          <p:spTgt spid="11">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1" end="1"/>
                                            </p:txEl>
                                          </p:spTgt>
                                        </p:tgtEl>
                                        <p:attrNameLst>
                                          <p:attrName>style.visibility</p:attrName>
                                        </p:attrNameLst>
                                      </p:cBhvr>
                                      <p:to>
                                        <p:strVal val="visible"/>
                                      </p:to>
                                    </p:set>
                                    <p:animEffect transition="in" filter="dissolve">
                                      <p:cBhvr>
                                        <p:cTn id="13" dur="500"/>
                                        <p:tgtEl>
                                          <p:spTgt spid="11">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2" end="2"/>
                                            </p:txEl>
                                          </p:spTgt>
                                        </p:tgtEl>
                                        <p:attrNameLst>
                                          <p:attrName>style.visibility</p:attrName>
                                        </p:attrNameLst>
                                      </p:cBhvr>
                                      <p:to>
                                        <p:strVal val="visible"/>
                                      </p:to>
                                    </p:set>
                                    <p:animEffect transition="in" filter="dissolve">
                                      <p:cBhvr>
                                        <p:cTn id="16" dur="500"/>
                                        <p:tgtEl>
                                          <p:spTgt spid="11">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dissolve">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Multimedia: video</a:t>
            </a:r>
          </a:p>
        </p:txBody>
      </p:sp>
      <p:sp>
        <p:nvSpPr>
          <p:cNvPr id="12" name="Rectangle 3">
            <a:extLst>
              <a:ext uri="{FF2B5EF4-FFF2-40B4-BE49-F238E27FC236}">
                <a16:creationId xmlns:a16="http://schemas.microsoft.com/office/drawing/2014/main" id="{A0D96511-8EAA-9E47-AC3E-FE198A32EB27}"/>
              </a:ext>
            </a:extLst>
          </p:cNvPr>
          <p:cNvSpPr txBox="1">
            <a:spLocks noChangeArrowheads="1"/>
          </p:cNvSpPr>
          <p:nvPr/>
        </p:nvSpPr>
        <p:spPr>
          <a:xfrm>
            <a:off x="864007" y="1452894"/>
            <a:ext cx="5710237" cy="49085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sequence of images displayed at constant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24 images/sec</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digital image: array of pixels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pixel represented by bits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coding: use redundancy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within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between</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images to decrease # bits used to encode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spatial (within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temporal (from one image to next)</a:t>
            </a:r>
          </a:p>
        </p:txBody>
      </p:sp>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71760" y="2016918"/>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7728905" y="562768"/>
            <a:ext cx="3274430"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7707517" y="3922158"/>
            <a:ext cx="93328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9435347" y="5878584"/>
            <a:ext cx="119676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grpSp>
        <p:nvGrpSpPr>
          <p:cNvPr id="2" name="Group 1">
            <a:extLst>
              <a:ext uri="{FF2B5EF4-FFF2-40B4-BE49-F238E27FC236}">
                <a16:creationId xmlns:a16="http://schemas.microsoft.com/office/drawing/2014/main" id="{A6970339-7C15-1D44-9D1C-0D1C2D58B670}"/>
              </a:ext>
            </a:extLst>
          </p:cNvPr>
          <p:cNvGrpSpPr/>
          <p:nvPr/>
        </p:nvGrpSpPr>
        <p:grpSpPr>
          <a:xfrm>
            <a:off x="6722609" y="4288938"/>
            <a:ext cx="2646470" cy="2006293"/>
            <a:chOff x="6722609" y="4288938"/>
            <a:chExt cx="2646470" cy="2006293"/>
          </a:xfrm>
        </p:grpSpPr>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6722609" y="5125243"/>
              <a:ext cx="2277657"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8356199" y="4288938"/>
              <a:ext cx="101288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496363" y="4074213"/>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Slide Number Placeholder 2">
            <a:extLst>
              <a:ext uri="{FF2B5EF4-FFF2-40B4-BE49-F238E27FC236}">
                <a16:creationId xmlns:a16="http://schemas.microsoft.com/office/drawing/2014/main" id="{6403B6E8-FB16-964A-85D2-C2E978C0F6D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94973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
                                            <p:txEl>
                                              <p:pRg st="2" end="2"/>
                                            </p:txEl>
                                          </p:spTgt>
                                        </p:tgtEl>
                                        <p:attrNameLst>
                                          <p:attrName>style.visibility</p:attrName>
                                        </p:attrNameLst>
                                      </p:cBhvr>
                                      <p:to>
                                        <p:strVal val="visible"/>
                                      </p:to>
                                    </p:set>
                                    <p:animEffect transition="in" filter="dissolve">
                                      <p:cBhvr>
                                        <p:cTn id="7" dur="500"/>
                                        <p:tgtEl>
                                          <p:spTgt spid="1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
                                            <p:txEl>
                                              <p:pRg st="3" end="3"/>
                                            </p:txEl>
                                          </p:spTgt>
                                        </p:tgtEl>
                                        <p:attrNameLst>
                                          <p:attrName>style.visibility</p:attrName>
                                        </p:attrNameLst>
                                      </p:cBhvr>
                                      <p:to>
                                        <p:strVal val="visible"/>
                                      </p:to>
                                    </p:set>
                                    <p:animEffect transition="in" filter="dissolve">
                                      <p:cBhvr>
                                        <p:cTn id="10" dur="500"/>
                                        <p:tgtEl>
                                          <p:spTgt spid="1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2">
                                            <p:txEl>
                                              <p:pRg st="4" end="4"/>
                                            </p:txEl>
                                          </p:spTgt>
                                        </p:tgtEl>
                                        <p:attrNameLst>
                                          <p:attrName>style.visibility</p:attrName>
                                        </p:attrNameLst>
                                      </p:cBhvr>
                                      <p:to>
                                        <p:strVal val="visible"/>
                                      </p:to>
                                    </p:set>
                                    <p:animEffect transition="in" filter="dissolve">
                                      <p:cBhvr>
                                        <p:cTn id="15" dur="500"/>
                                        <p:tgtEl>
                                          <p:spTgt spid="1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
                                            <p:txEl>
                                              <p:pRg st="5" end="5"/>
                                            </p:txEl>
                                          </p:spTgt>
                                        </p:tgtEl>
                                        <p:attrNameLst>
                                          <p:attrName>style.visibility</p:attrName>
                                        </p:attrNameLst>
                                      </p:cBhvr>
                                      <p:to>
                                        <p:strVal val="visible"/>
                                      </p:to>
                                    </p:set>
                                    <p:animEffect transition="in" filter="dissolve">
                                      <p:cBhvr>
                                        <p:cTn id="18" dur="500"/>
                                        <p:tgtEl>
                                          <p:spTgt spid="12">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dissolve">
                                      <p:cBhvr>
                                        <p:cTn id="21" dur="500"/>
                                        <p:tgtEl>
                                          <p:spTgt spid="15"/>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6" end="6"/>
                                            </p:txEl>
                                          </p:spTgt>
                                        </p:tgtEl>
                                        <p:attrNameLst>
                                          <p:attrName>style.visibility</p:attrName>
                                        </p:attrNameLst>
                                      </p:cBhvr>
                                      <p:to>
                                        <p:strVal val="visible"/>
                                      </p:to>
                                    </p:set>
                                    <p:animEffect transition="in" filter="dissolve">
                                      <p:cBhvr>
                                        <p:cTn id="24" dur="500"/>
                                        <p:tgtEl>
                                          <p:spTgt spid="12">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dissolve">
                                      <p:cBhvr>
                                        <p:cTn id="2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Multimedia: video</a:t>
            </a:r>
          </a:p>
        </p:txBody>
      </p:sp>
      <p:grpSp>
        <p:nvGrpSpPr>
          <p:cNvPr id="13" name="Group 18">
            <a:extLst>
              <a:ext uri="{FF2B5EF4-FFF2-40B4-BE49-F238E27FC236}">
                <a16:creationId xmlns:a16="http://schemas.microsoft.com/office/drawing/2014/main" id="{98FBBA2F-969E-0D47-BE6F-DB3DDC40CD64}"/>
              </a:ext>
            </a:extLst>
          </p:cNvPr>
          <p:cNvGrpSpPr>
            <a:grpSpLocks/>
          </p:cNvGrpSpPr>
          <p:nvPr/>
        </p:nvGrpSpPr>
        <p:grpSpPr bwMode="auto">
          <a:xfrm>
            <a:off x="6722609" y="562768"/>
            <a:ext cx="4416425" cy="5732463"/>
            <a:chOff x="4338638" y="295275"/>
            <a:chExt cx="4417210" cy="5732463"/>
          </a:xfrm>
        </p:grpSpPr>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387975" y="1749425"/>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5345113" y="295275"/>
              <a:ext cx="3275012"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5323721" y="3654665"/>
              <a:ext cx="9334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7051858" y="5611091"/>
              <a:ext cx="11969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4338638" y="4857750"/>
              <a:ext cx="2278062"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5972518" y="4021445"/>
              <a:ext cx="101306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112885" y="3806720"/>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Rectangle 4">
            <a:extLst>
              <a:ext uri="{FF2B5EF4-FFF2-40B4-BE49-F238E27FC236}">
                <a16:creationId xmlns:a16="http://schemas.microsoft.com/office/drawing/2014/main" id="{8C8D6FF8-065E-9B45-9C85-04117FC6D7D9}"/>
              </a:ext>
            </a:extLst>
          </p:cNvPr>
          <p:cNvSpPr txBox="1">
            <a:spLocks noChangeArrowheads="1"/>
          </p:cNvSpPr>
          <p:nvPr/>
        </p:nvSpPr>
        <p:spPr bwMode="auto">
          <a:xfrm>
            <a:off x="1033466" y="1458684"/>
            <a:ext cx="5254061" cy="4908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CBR: (constant bit rate):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encoding rate fixed</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VBR:  (variable bit rate):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encoding rate changes as amount of spatial, temporal coding changes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examples: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 1 (CD-ROM) 1.5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MPEG2 (DVD) 3-6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MPEG4 (often used in Internet,  64Kbps – 12 Mbps)</a:t>
            </a:r>
          </a:p>
        </p:txBody>
      </p:sp>
      <p:sp>
        <p:nvSpPr>
          <p:cNvPr id="26" name="Slide Number Placeholder 2">
            <a:extLst>
              <a:ext uri="{FF2B5EF4-FFF2-40B4-BE49-F238E27FC236}">
                <a16:creationId xmlns:a16="http://schemas.microsoft.com/office/drawing/2014/main" id="{410CB071-0A91-C647-A7D5-67DAB10B439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513319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xEl>
                                              <p:pRg st="1" end="1"/>
                                            </p:txEl>
                                          </p:spTgt>
                                        </p:tgtEl>
                                        <p:attrNameLst>
                                          <p:attrName>style.visibility</p:attrName>
                                        </p:attrNameLst>
                                      </p:cBhvr>
                                      <p:to>
                                        <p:strVal val="visible"/>
                                      </p:to>
                                    </p:set>
                                    <p:animEffect transition="in" filter="dissolve">
                                      <p:cBhvr>
                                        <p:cTn id="7" dur="500"/>
                                        <p:tgtEl>
                                          <p:spTgt spid="2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xEl>
                                              <p:pRg st="2" end="2"/>
                                            </p:txEl>
                                          </p:spTgt>
                                        </p:tgtEl>
                                        <p:attrNameLst>
                                          <p:attrName>style.visibility</p:attrName>
                                        </p:attrNameLst>
                                      </p:cBhvr>
                                      <p:to>
                                        <p:strVal val="visible"/>
                                      </p:to>
                                    </p:set>
                                    <p:animEffect transition="in" filter="dissolve">
                                      <p:cBhvr>
                                        <p:cTn id="12" dur="500"/>
                                        <p:tgtEl>
                                          <p:spTgt spid="25">
                                            <p:txEl>
                                              <p:pRg st="2"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5">
                                            <p:txEl>
                                              <p:pRg st="3" end="3"/>
                                            </p:txEl>
                                          </p:spTgt>
                                        </p:tgtEl>
                                        <p:attrNameLst>
                                          <p:attrName>style.visibility</p:attrName>
                                        </p:attrNameLst>
                                      </p:cBhvr>
                                      <p:to>
                                        <p:strVal val="visible"/>
                                      </p:to>
                                    </p:set>
                                    <p:animEffect transition="in" filter="dissolve">
                                      <p:cBhvr>
                                        <p:cTn id="15" dur="500"/>
                                        <p:tgtEl>
                                          <p:spTgt spid="25">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5">
                                            <p:txEl>
                                              <p:pRg st="4" end="4"/>
                                            </p:txEl>
                                          </p:spTgt>
                                        </p:tgtEl>
                                        <p:attrNameLst>
                                          <p:attrName>style.visibility</p:attrName>
                                        </p:attrNameLst>
                                      </p:cBhvr>
                                      <p:to>
                                        <p:strVal val="visible"/>
                                      </p:to>
                                    </p:set>
                                    <p:animEffect transition="in" filter="dissolve">
                                      <p:cBhvr>
                                        <p:cTn id="18" dur="500"/>
                                        <p:tgtEl>
                                          <p:spTgt spid="2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5">
                                            <p:txEl>
                                              <p:pRg st="5" end="5"/>
                                            </p:txEl>
                                          </p:spTgt>
                                        </p:tgtEl>
                                        <p:attrNameLst>
                                          <p:attrName>style.visibility</p:attrName>
                                        </p:attrNameLst>
                                      </p:cBhvr>
                                      <p:to>
                                        <p:strVal val="visible"/>
                                      </p:to>
                                    </p:set>
                                    <p:animEffect transition="in" filter="dissolve">
                                      <p:cBhvr>
                                        <p:cTn id="21" dur="500"/>
                                        <p:tgtEl>
                                          <p:spTgt spid="2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C013BA9B-C174-AD4D-AD19-58B7018D2814}"/>
              </a:ext>
            </a:extLst>
          </p:cNvPr>
          <p:cNvSpPr>
            <a:spLocks noGrp="1"/>
          </p:cNvSpPr>
          <p:nvPr>
            <p:ph idx="1"/>
          </p:nvPr>
        </p:nvSpPr>
        <p:spPr>
          <a:xfrm>
            <a:off x="847142" y="4099627"/>
            <a:ext cx="10923837" cy="2543879"/>
          </a:xfrm>
        </p:spPr>
        <p:txBody>
          <a:bodyPr>
            <a:normAutofit lnSpcReduction="10000"/>
          </a:bodyPr>
          <a:lstStyle/>
          <a:p>
            <a:pPr marL="15875" indent="0">
              <a:buNone/>
            </a:pPr>
            <a:r>
              <a:rPr lang="en-US" sz="3000" dirty="0"/>
              <a:t>Main challenges: </a:t>
            </a:r>
          </a:p>
          <a:p>
            <a:pPr marL="471488" indent="-293688"/>
            <a:r>
              <a:rPr lang="en-US" dirty="0"/>
              <a:t>server-to-client bandwidth will </a:t>
            </a:r>
            <a:r>
              <a:rPr lang="en-US" i="1" dirty="0">
                <a:solidFill>
                  <a:srgbClr val="C00000"/>
                </a:solidFill>
              </a:rPr>
              <a:t>vary</a:t>
            </a:r>
            <a:r>
              <a:rPr lang="en-US" dirty="0"/>
              <a:t> over time, with changing network congestion levels (in house, access network, network core, video server)</a:t>
            </a:r>
          </a:p>
          <a:p>
            <a:pPr marL="471488" indent="-293688"/>
            <a:r>
              <a:rPr lang="en-US" dirty="0"/>
              <a:t>packet loss, delay due to congestion will delay playout, or result in poor video quality</a:t>
            </a: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sp>
        <p:nvSpPr>
          <p:cNvPr id="72" name="TextBox 1">
            <a:extLst>
              <a:ext uri="{FF2B5EF4-FFF2-40B4-BE49-F238E27FC236}">
                <a16:creationId xmlns:a16="http://schemas.microsoft.com/office/drawing/2014/main" id="{4CC3C510-CDC9-9A45-BB56-DAF1C3969DC3}"/>
              </a:ext>
            </a:extLst>
          </p:cNvPr>
          <p:cNvSpPr txBox="1">
            <a:spLocks noChangeArrowheads="1"/>
          </p:cNvSpPr>
          <p:nvPr/>
        </p:nvSpPr>
        <p:spPr bwMode="auto">
          <a:xfrm>
            <a:off x="885242" y="1331912"/>
            <a:ext cx="27495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simple scenario</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6" name="TextBox 64">
            <a:extLst>
              <a:ext uri="{FF2B5EF4-FFF2-40B4-BE49-F238E27FC236}">
                <a16:creationId xmlns:a16="http://schemas.microsoft.com/office/drawing/2014/main" id="{E7D816E0-AEC6-6141-B74F-CA3A687B8273}"/>
              </a:ext>
            </a:extLst>
          </p:cNvPr>
          <p:cNvSpPr txBox="1">
            <a:spLocks noChangeArrowheads="1"/>
          </p:cNvSpPr>
          <p:nvPr/>
        </p:nvSpPr>
        <p:spPr bwMode="auto">
          <a:xfrm>
            <a:off x="923341" y="3132138"/>
            <a:ext cx="1652588"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video server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(stored video)</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6" name="Group 2">
            <a:extLst>
              <a:ext uri="{FF2B5EF4-FFF2-40B4-BE49-F238E27FC236}">
                <a16:creationId xmlns:a16="http://schemas.microsoft.com/office/drawing/2014/main" id="{ABD16E8C-A39C-0341-8FF0-29E0FC72AA0F}"/>
              </a:ext>
            </a:extLst>
          </p:cNvPr>
          <p:cNvGrpSpPr>
            <a:grpSpLocks/>
          </p:cNvGrpSpPr>
          <p:nvPr/>
        </p:nvGrpSpPr>
        <p:grpSpPr bwMode="auto">
          <a:xfrm>
            <a:off x="4485341" y="1757362"/>
            <a:ext cx="1815446" cy="1481575"/>
            <a:chOff x="1842724" y="2867233"/>
            <a:chExt cx="5649912" cy="3416300"/>
          </a:xfrm>
        </p:grpSpPr>
        <p:sp>
          <p:nvSpPr>
            <p:cNvPr id="27" name="AutoShape 99">
              <a:extLst>
                <a:ext uri="{FF2B5EF4-FFF2-40B4-BE49-F238E27FC236}">
                  <a16:creationId xmlns:a16="http://schemas.microsoft.com/office/drawing/2014/main" id="{5F39FB43-6F0D-8346-B384-FE3F906F5C2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Rectangle 87">
              <a:extLst>
                <a:ext uri="{FF2B5EF4-FFF2-40B4-BE49-F238E27FC236}">
                  <a16:creationId xmlns:a16="http://schemas.microsoft.com/office/drawing/2014/main" id="{B4A52C97-C542-D645-B17C-5AD21E358C2F}"/>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9" name="Group 249">
            <a:extLst>
              <a:ext uri="{FF2B5EF4-FFF2-40B4-BE49-F238E27FC236}">
                <a16:creationId xmlns:a16="http://schemas.microsoft.com/office/drawing/2014/main" id="{39ED9F48-D95A-6F4F-BDE3-A1E8105C4698}"/>
              </a:ext>
            </a:extLst>
          </p:cNvPr>
          <p:cNvGrpSpPr>
            <a:grpSpLocks/>
          </p:cNvGrpSpPr>
          <p:nvPr/>
        </p:nvGrpSpPr>
        <p:grpSpPr bwMode="auto">
          <a:xfrm>
            <a:off x="1538452" y="2381945"/>
            <a:ext cx="367460" cy="735587"/>
            <a:chOff x="4140" y="429"/>
            <a:chExt cx="1425" cy="2396"/>
          </a:xfrm>
        </p:grpSpPr>
        <p:sp>
          <p:nvSpPr>
            <p:cNvPr id="30" name="Freeform 250">
              <a:extLst>
                <a:ext uri="{FF2B5EF4-FFF2-40B4-BE49-F238E27FC236}">
                  <a16:creationId xmlns:a16="http://schemas.microsoft.com/office/drawing/2014/main" id="{76646FC7-F29F-1A45-9514-B09BE347ADB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251">
              <a:extLst>
                <a:ext uri="{FF2B5EF4-FFF2-40B4-BE49-F238E27FC236}">
                  <a16:creationId xmlns:a16="http://schemas.microsoft.com/office/drawing/2014/main" id="{88A356D3-831C-D347-994A-F65A950894F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 name="Freeform 252">
              <a:extLst>
                <a:ext uri="{FF2B5EF4-FFF2-40B4-BE49-F238E27FC236}">
                  <a16:creationId xmlns:a16="http://schemas.microsoft.com/office/drawing/2014/main" id="{CE7B2044-F42D-C44D-8632-D955A3E6AAE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53">
              <a:extLst>
                <a:ext uri="{FF2B5EF4-FFF2-40B4-BE49-F238E27FC236}">
                  <a16:creationId xmlns:a16="http://schemas.microsoft.com/office/drawing/2014/main" id="{722C4379-BF5B-0445-B9AE-9F5F717C02CA}"/>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254">
              <a:extLst>
                <a:ext uri="{FF2B5EF4-FFF2-40B4-BE49-F238E27FC236}">
                  <a16:creationId xmlns:a16="http://schemas.microsoft.com/office/drawing/2014/main" id="{2C79221E-12AF-B24F-BB52-5E6E39C089B4}"/>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5" name="Group 255">
              <a:extLst>
                <a:ext uri="{FF2B5EF4-FFF2-40B4-BE49-F238E27FC236}">
                  <a16:creationId xmlns:a16="http://schemas.microsoft.com/office/drawing/2014/main" id="{BD880B28-AD46-9941-A2DF-357290A7C937}"/>
                </a:ext>
              </a:extLst>
            </p:cNvPr>
            <p:cNvGrpSpPr>
              <a:grpSpLocks/>
            </p:cNvGrpSpPr>
            <p:nvPr/>
          </p:nvGrpSpPr>
          <p:grpSpPr bwMode="auto">
            <a:xfrm>
              <a:off x="4749" y="668"/>
              <a:ext cx="581" cy="145"/>
              <a:chOff x="614" y="2568"/>
              <a:chExt cx="725" cy="139"/>
            </a:xfrm>
          </p:grpSpPr>
          <p:sp>
            <p:nvSpPr>
              <p:cNvPr id="60" name="AutoShape 256">
                <a:extLst>
                  <a:ext uri="{FF2B5EF4-FFF2-40B4-BE49-F238E27FC236}">
                    <a16:creationId xmlns:a16="http://schemas.microsoft.com/office/drawing/2014/main" id="{598FB7B1-3D02-6A46-8155-0C53677AC9B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1" name="AutoShape 257">
                <a:extLst>
                  <a:ext uri="{FF2B5EF4-FFF2-40B4-BE49-F238E27FC236}">
                    <a16:creationId xmlns:a16="http://schemas.microsoft.com/office/drawing/2014/main" id="{95A6D50F-AA40-5E46-82D5-85FFB86B88E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6" name="Rectangle 258">
              <a:extLst>
                <a:ext uri="{FF2B5EF4-FFF2-40B4-BE49-F238E27FC236}">
                  <a16:creationId xmlns:a16="http://schemas.microsoft.com/office/drawing/2014/main" id="{3BBED6A9-E122-884A-BFCB-917467B1702A}"/>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7" name="Group 259">
              <a:extLst>
                <a:ext uri="{FF2B5EF4-FFF2-40B4-BE49-F238E27FC236}">
                  <a16:creationId xmlns:a16="http://schemas.microsoft.com/office/drawing/2014/main" id="{69E8B4EF-424D-7A4C-984C-DCF79BB34A72}"/>
                </a:ext>
              </a:extLst>
            </p:cNvPr>
            <p:cNvGrpSpPr>
              <a:grpSpLocks/>
            </p:cNvGrpSpPr>
            <p:nvPr/>
          </p:nvGrpSpPr>
          <p:grpSpPr bwMode="auto">
            <a:xfrm>
              <a:off x="4747" y="994"/>
              <a:ext cx="581" cy="134"/>
              <a:chOff x="614" y="2568"/>
              <a:chExt cx="725" cy="139"/>
            </a:xfrm>
          </p:grpSpPr>
          <p:sp>
            <p:nvSpPr>
              <p:cNvPr id="58" name="AutoShape 260">
                <a:extLst>
                  <a:ext uri="{FF2B5EF4-FFF2-40B4-BE49-F238E27FC236}">
                    <a16:creationId xmlns:a16="http://schemas.microsoft.com/office/drawing/2014/main" id="{E3C4D787-982A-0649-9FCF-FBC6AFF8D7A1}"/>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9" name="AutoShape 261">
                <a:extLst>
                  <a:ext uri="{FF2B5EF4-FFF2-40B4-BE49-F238E27FC236}">
                    <a16:creationId xmlns:a16="http://schemas.microsoft.com/office/drawing/2014/main" id="{D631F2FF-3CDB-FD4A-A123-AC04BDA7B6EF}"/>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8" name="Rectangle 262">
              <a:extLst>
                <a:ext uri="{FF2B5EF4-FFF2-40B4-BE49-F238E27FC236}">
                  <a16:creationId xmlns:a16="http://schemas.microsoft.com/office/drawing/2014/main" id="{481E9B3A-8C3E-DF4C-AB1C-C85480804E42}"/>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9" name="Rectangle 263">
              <a:extLst>
                <a:ext uri="{FF2B5EF4-FFF2-40B4-BE49-F238E27FC236}">
                  <a16:creationId xmlns:a16="http://schemas.microsoft.com/office/drawing/2014/main" id="{7B14BE57-C773-FD48-9B13-9F6F0BF7B278}"/>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40" name="Group 264">
              <a:extLst>
                <a:ext uri="{FF2B5EF4-FFF2-40B4-BE49-F238E27FC236}">
                  <a16:creationId xmlns:a16="http://schemas.microsoft.com/office/drawing/2014/main" id="{9DF03BCD-626B-D94B-BE2A-09BBF3DAE6BA}"/>
                </a:ext>
              </a:extLst>
            </p:cNvPr>
            <p:cNvGrpSpPr>
              <a:grpSpLocks/>
            </p:cNvGrpSpPr>
            <p:nvPr/>
          </p:nvGrpSpPr>
          <p:grpSpPr bwMode="auto">
            <a:xfrm>
              <a:off x="4735" y="1627"/>
              <a:ext cx="582" cy="151"/>
              <a:chOff x="614" y="2568"/>
              <a:chExt cx="725" cy="139"/>
            </a:xfrm>
          </p:grpSpPr>
          <p:sp>
            <p:nvSpPr>
              <p:cNvPr id="56" name="AutoShape 265">
                <a:extLst>
                  <a:ext uri="{FF2B5EF4-FFF2-40B4-BE49-F238E27FC236}">
                    <a16:creationId xmlns:a16="http://schemas.microsoft.com/office/drawing/2014/main" id="{1F479030-4D4B-E443-ABFA-C981D61926E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7" name="AutoShape 266">
                <a:extLst>
                  <a:ext uri="{FF2B5EF4-FFF2-40B4-BE49-F238E27FC236}">
                    <a16:creationId xmlns:a16="http://schemas.microsoft.com/office/drawing/2014/main" id="{FB0BC1AA-3E7B-FE44-A49C-699A1336647E}"/>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1" name="Freeform 267">
              <a:extLst>
                <a:ext uri="{FF2B5EF4-FFF2-40B4-BE49-F238E27FC236}">
                  <a16:creationId xmlns:a16="http://schemas.microsoft.com/office/drawing/2014/main" id="{240F983A-C024-2946-A153-DCA336EE384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2" name="Group 268">
              <a:extLst>
                <a:ext uri="{FF2B5EF4-FFF2-40B4-BE49-F238E27FC236}">
                  <a16:creationId xmlns:a16="http://schemas.microsoft.com/office/drawing/2014/main" id="{AF71A7D5-DA6A-5A40-B62A-70C26F937E42}"/>
                </a:ext>
              </a:extLst>
            </p:cNvPr>
            <p:cNvGrpSpPr>
              <a:grpSpLocks/>
            </p:cNvGrpSpPr>
            <p:nvPr/>
          </p:nvGrpSpPr>
          <p:grpSpPr bwMode="auto">
            <a:xfrm>
              <a:off x="4739" y="1327"/>
              <a:ext cx="582" cy="139"/>
              <a:chOff x="614" y="2568"/>
              <a:chExt cx="725" cy="139"/>
            </a:xfrm>
          </p:grpSpPr>
          <p:sp>
            <p:nvSpPr>
              <p:cNvPr id="54" name="AutoShape 269">
                <a:extLst>
                  <a:ext uri="{FF2B5EF4-FFF2-40B4-BE49-F238E27FC236}">
                    <a16:creationId xmlns:a16="http://schemas.microsoft.com/office/drawing/2014/main" id="{710A4673-BCCB-3C45-BADB-4394A01ED0B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5" name="AutoShape 270">
                <a:extLst>
                  <a:ext uri="{FF2B5EF4-FFF2-40B4-BE49-F238E27FC236}">
                    <a16:creationId xmlns:a16="http://schemas.microsoft.com/office/drawing/2014/main" id="{36881B2D-0EAD-6843-B634-4D64F4537D8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3" name="Rectangle 271">
              <a:extLst>
                <a:ext uri="{FF2B5EF4-FFF2-40B4-BE49-F238E27FC236}">
                  <a16:creationId xmlns:a16="http://schemas.microsoft.com/office/drawing/2014/main" id="{71D6C8F5-67D3-CE4E-B214-A0025B0EDFE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4" name="Freeform 272">
              <a:extLst>
                <a:ext uri="{FF2B5EF4-FFF2-40B4-BE49-F238E27FC236}">
                  <a16:creationId xmlns:a16="http://schemas.microsoft.com/office/drawing/2014/main" id="{658C6ACF-A2F8-3543-AD55-FBD673207D35}"/>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273">
              <a:extLst>
                <a:ext uri="{FF2B5EF4-FFF2-40B4-BE49-F238E27FC236}">
                  <a16:creationId xmlns:a16="http://schemas.microsoft.com/office/drawing/2014/main" id="{4000ABDF-9E28-2C48-9455-466517C6CF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274">
              <a:extLst>
                <a:ext uri="{FF2B5EF4-FFF2-40B4-BE49-F238E27FC236}">
                  <a16:creationId xmlns:a16="http://schemas.microsoft.com/office/drawing/2014/main" id="{20856062-F77E-B241-A4D9-A61D5EE11C7B}"/>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7" name="Freeform 275">
              <a:extLst>
                <a:ext uri="{FF2B5EF4-FFF2-40B4-BE49-F238E27FC236}">
                  <a16:creationId xmlns:a16="http://schemas.microsoft.com/office/drawing/2014/main" id="{2D221150-9A1E-9241-BFF6-B9E305FBB614}"/>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AutoShape 276">
              <a:extLst>
                <a:ext uri="{FF2B5EF4-FFF2-40B4-BE49-F238E27FC236}">
                  <a16:creationId xmlns:a16="http://schemas.microsoft.com/office/drawing/2014/main" id="{ED49DD6F-7587-3A47-9598-505CAEC071AB}"/>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9" name="AutoShape 277">
              <a:extLst>
                <a:ext uri="{FF2B5EF4-FFF2-40B4-BE49-F238E27FC236}">
                  <a16:creationId xmlns:a16="http://schemas.microsoft.com/office/drawing/2014/main" id="{4D6E82C4-7463-5243-A940-AEED3C72BB7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0" name="Oval 278">
              <a:extLst>
                <a:ext uri="{FF2B5EF4-FFF2-40B4-BE49-F238E27FC236}">
                  <a16:creationId xmlns:a16="http://schemas.microsoft.com/office/drawing/2014/main" id="{899B1CB5-B227-724F-9170-358019617B6F}"/>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1" name="Oval 279">
              <a:extLst>
                <a:ext uri="{FF2B5EF4-FFF2-40B4-BE49-F238E27FC236}">
                  <a16:creationId xmlns:a16="http://schemas.microsoft.com/office/drawing/2014/main" id="{C8289CCE-CFB0-374C-96C9-F65B1BC1AEC0}"/>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52" name="Oval 280">
              <a:extLst>
                <a:ext uri="{FF2B5EF4-FFF2-40B4-BE49-F238E27FC236}">
                  <a16:creationId xmlns:a16="http://schemas.microsoft.com/office/drawing/2014/main" id="{4587FD07-E1CE-7141-A608-1A7A0985482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3" name="Rectangle 281">
              <a:extLst>
                <a:ext uri="{FF2B5EF4-FFF2-40B4-BE49-F238E27FC236}">
                  <a16:creationId xmlns:a16="http://schemas.microsoft.com/office/drawing/2014/main" id="{D5AE84CC-F42F-2C44-82F4-7AE6F437189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62" name="Group 134">
            <a:extLst>
              <a:ext uri="{FF2B5EF4-FFF2-40B4-BE49-F238E27FC236}">
                <a16:creationId xmlns:a16="http://schemas.microsoft.com/office/drawing/2014/main" id="{261DAB2A-DE55-0E45-811B-AB29DEB3F9C5}"/>
              </a:ext>
            </a:extLst>
          </p:cNvPr>
          <p:cNvGrpSpPr>
            <a:grpSpLocks/>
          </p:cNvGrpSpPr>
          <p:nvPr/>
        </p:nvGrpSpPr>
        <p:grpSpPr bwMode="auto">
          <a:xfrm>
            <a:off x="1170991" y="2037185"/>
            <a:ext cx="1102382" cy="340302"/>
            <a:chOff x="3621" y="3265"/>
            <a:chExt cx="1776" cy="744"/>
          </a:xfrm>
        </p:grpSpPr>
        <p:pic>
          <p:nvPicPr>
            <p:cNvPr id="63" name="Picture 135" descr="reellogo">
              <a:extLst>
                <a:ext uri="{FF2B5EF4-FFF2-40B4-BE49-F238E27FC236}">
                  <a16:creationId xmlns:a16="http://schemas.microsoft.com/office/drawing/2014/main" id="{086D2B7E-1DCC-AB4D-9969-323F964B3E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Freeform 136">
              <a:extLst>
                <a:ext uri="{FF2B5EF4-FFF2-40B4-BE49-F238E27FC236}">
                  <a16:creationId xmlns:a16="http://schemas.microsoft.com/office/drawing/2014/main" id="{488D2B7B-AD72-6A4E-98F1-F409AF553E2F}"/>
                </a:ext>
              </a:extLst>
            </p:cNvPr>
            <p:cNvSpPr>
              <a:spLocks/>
            </p:cNvSpPr>
            <p:nvPr/>
          </p:nvSpPr>
          <p:spPr bwMode="auto">
            <a:xfrm>
              <a:off x="3971" y="3288"/>
              <a:ext cx="1402" cy="439"/>
            </a:xfrm>
            <a:custGeom>
              <a:avLst/>
              <a:gdLst>
                <a:gd name="T0" fmla="*/ 0 w 1401"/>
                <a:gd name="T1" fmla="*/ 6 h 438"/>
                <a:gd name="T2" fmla="*/ 27 w 1401"/>
                <a:gd name="T3" fmla="*/ 385 h 438"/>
                <a:gd name="T4" fmla="*/ 114 w 1401"/>
                <a:gd name="T5" fmla="*/ 382 h 438"/>
                <a:gd name="T6" fmla="*/ 132 w 1401"/>
                <a:gd name="T7" fmla="*/ 358 h 438"/>
                <a:gd name="T8" fmla="*/ 210 w 1401"/>
                <a:gd name="T9" fmla="*/ 403 h 438"/>
                <a:gd name="T10" fmla="*/ 450 w 1401"/>
                <a:gd name="T11" fmla="*/ 385 h 438"/>
                <a:gd name="T12" fmla="*/ 486 w 1401"/>
                <a:gd name="T13" fmla="*/ 394 h 438"/>
                <a:gd name="T14" fmla="*/ 690 w 1401"/>
                <a:gd name="T15" fmla="*/ 418 h 438"/>
                <a:gd name="T16" fmla="*/ 1075 w 1401"/>
                <a:gd name="T17" fmla="*/ 439 h 438"/>
                <a:gd name="T18" fmla="*/ 1402 w 1401"/>
                <a:gd name="T19" fmla="*/ 421 h 438"/>
                <a:gd name="T20" fmla="*/ 1393 w 1401"/>
                <a:gd name="T21" fmla="*/ 165 h 438"/>
                <a:gd name="T22" fmla="*/ 291 w 1401"/>
                <a:gd name="T23" fmla="*/ 0 h 438"/>
                <a:gd name="T24" fmla="*/ 0 w 1401"/>
                <a:gd name="T25" fmla="*/ 6 h 4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37">
              <a:extLst>
                <a:ext uri="{FF2B5EF4-FFF2-40B4-BE49-F238E27FC236}">
                  <a16:creationId xmlns:a16="http://schemas.microsoft.com/office/drawing/2014/main" id="{5940D471-4A2E-EC49-9A0A-534664113F8C}"/>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5 h 123"/>
                <a:gd name="T6" fmla="*/ 801 w 999"/>
                <a:gd name="T7" fmla="*/ 41 h 123"/>
                <a:gd name="T8" fmla="*/ 876 w 999"/>
                <a:gd name="T9" fmla="*/ 6 h 123"/>
                <a:gd name="T10" fmla="*/ 933 w 999"/>
                <a:gd name="T11" fmla="*/ 0 h 123"/>
                <a:gd name="T12" fmla="*/ 981 w 999"/>
                <a:gd name="T13" fmla="*/ 15 h 123"/>
                <a:gd name="T14" fmla="*/ 999 w 999"/>
                <a:gd name="T15" fmla="*/ 50 h 123"/>
                <a:gd name="T16" fmla="*/ 987 w 999"/>
                <a:gd name="T17" fmla="*/ 120 h 123"/>
                <a:gd name="T18" fmla="*/ 18 w 999"/>
                <a:gd name="T19" fmla="*/ 117 h 123"/>
                <a:gd name="T20" fmla="*/ 0 w 999"/>
                <a:gd name="T21" fmla="*/ 6 h 1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6" name="Picture 138" descr="video1">
              <a:extLst>
                <a:ext uri="{FF2B5EF4-FFF2-40B4-BE49-F238E27FC236}">
                  <a16:creationId xmlns:a16="http://schemas.microsoft.com/office/drawing/2014/main" id="{B2DF913B-0088-D047-8E12-A578FC3D38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7" name="Group 349">
            <a:extLst>
              <a:ext uri="{FF2B5EF4-FFF2-40B4-BE49-F238E27FC236}">
                <a16:creationId xmlns:a16="http://schemas.microsoft.com/office/drawing/2014/main" id="{A8D2D0E4-8A9D-5F41-B48D-FC769689ADFF}"/>
              </a:ext>
            </a:extLst>
          </p:cNvPr>
          <p:cNvGrpSpPr>
            <a:grpSpLocks/>
          </p:cNvGrpSpPr>
          <p:nvPr/>
        </p:nvGrpSpPr>
        <p:grpSpPr bwMode="auto">
          <a:xfrm>
            <a:off x="5138301" y="2487004"/>
            <a:ext cx="583292" cy="621162"/>
            <a:chOff x="4437" y="1472"/>
            <a:chExt cx="427" cy="418"/>
          </a:xfrm>
        </p:grpSpPr>
        <p:sp>
          <p:nvSpPr>
            <p:cNvPr id="68" name="Rectangle 350">
              <a:extLst>
                <a:ext uri="{FF2B5EF4-FFF2-40B4-BE49-F238E27FC236}">
                  <a16:creationId xmlns:a16="http://schemas.microsoft.com/office/drawing/2014/main" id="{7C696386-B7C3-484A-867B-0D97C3E295A9}"/>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69" name="Rectangle 351">
              <a:extLst>
                <a:ext uri="{FF2B5EF4-FFF2-40B4-BE49-F238E27FC236}">
                  <a16:creationId xmlns:a16="http://schemas.microsoft.com/office/drawing/2014/main" id="{80E64DF2-CAD9-D44B-A4E7-34F5E1C0928E}"/>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2">
              <a:extLst>
                <a:ext uri="{FF2B5EF4-FFF2-40B4-BE49-F238E27FC236}">
                  <a16:creationId xmlns:a16="http://schemas.microsoft.com/office/drawing/2014/main" id="{1D8E5D70-F00A-BE4D-BC86-BB934A06978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3">
              <a:extLst>
                <a:ext uri="{FF2B5EF4-FFF2-40B4-BE49-F238E27FC236}">
                  <a16:creationId xmlns:a16="http://schemas.microsoft.com/office/drawing/2014/main" id="{7D6F4F20-44DD-6543-9079-83C96AAAE6B4}"/>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73" name="Freeform 1287">
            <a:extLst>
              <a:ext uri="{FF2B5EF4-FFF2-40B4-BE49-F238E27FC236}">
                <a16:creationId xmlns:a16="http://schemas.microsoft.com/office/drawing/2014/main" id="{BE3F4D34-D002-FF47-ADC9-CAFBBDBBD046}"/>
              </a:ext>
            </a:extLst>
          </p:cNvPr>
          <p:cNvSpPr>
            <a:spLocks/>
          </p:cNvSpPr>
          <p:nvPr/>
        </p:nvSpPr>
        <p:spPr bwMode="auto">
          <a:xfrm>
            <a:off x="2405877" y="2063933"/>
            <a:ext cx="1997127" cy="115019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4" name="Straight Connector 45">
            <a:extLst>
              <a:ext uri="{FF2B5EF4-FFF2-40B4-BE49-F238E27FC236}">
                <a16:creationId xmlns:a16="http://schemas.microsoft.com/office/drawing/2014/main" id="{8A8560CF-513B-B545-88A5-17807275F8B2}"/>
              </a:ext>
            </a:extLst>
          </p:cNvPr>
          <p:cNvCxnSpPr>
            <a:cxnSpLocks noChangeShapeType="1"/>
          </p:cNvCxnSpPr>
          <p:nvPr/>
        </p:nvCxnSpPr>
        <p:spPr bwMode="auto">
          <a:xfrm>
            <a:off x="2097155" y="2592961"/>
            <a:ext cx="1068231"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46">
            <a:extLst>
              <a:ext uri="{FF2B5EF4-FFF2-40B4-BE49-F238E27FC236}">
                <a16:creationId xmlns:a16="http://schemas.microsoft.com/office/drawing/2014/main" id="{49DD2A4D-3F1C-7743-9C44-C80C99333ACF}"/>
              </a:ext>
            </a:extLst>
          </p:cNvPr>
          <p:cNvCxnSpPr>
            <a:cxnSpLocks noChangeShapeType="1"/>
          </p:cNvCxnSpPr>
          <p:nvPr/>
        </p:nvCxnSpPr>
        <p:spPr bwMode="auto">
          <a:xfrm>
            <a:off x="3827908" y="2621196"/>
            <a:ext cx="1044130"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7" name="TextBox 64">
            <a:extLst>
              <a:ext uri="{FF2B5EF4-FFF2-40B4-BE49-F238E27FC236}">
                <a16:creationId xmlns:a16="http://schemas.microsoft.com/office/drawing/2014/main" id="{7B2A481B-313E-CB4A-BBF3-C6B1CD4E98E9}"/>
              </a:ext>
            </a:extLst>
          </p:cNvPr>
          <p:cNvSpPr txBox="1">
            <a:spLocks noChangeArrowheads="1"/>
          </p:cNvSpPr>
          <p:nvPr/>
        </p:nvSpPr>
        <p:spPr bwMode="auto">
          <a:xfrm>
            <a:off x="5065901" y="3249340"/>
            <a:ext cx="659790" cy="344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8" name="TextBox 64">
            <a:extLst>
              <a:ext uri="{FF2B5EF4-FFF2-40B4-BE49-F238E27FC236}">
                <a16:creationId xmlns:a16="http://schemas.microsoft.com/office/drawing/2014/main" id="{8EF78B8E-FFDC-3842-BA26-33E096491BB0}"/>
              </a:ext>
            </a:extLst>
          </p:cNvPr>
          <p:cNvSpPr txBox="1">
            <a:spLocks noChangeArrowheads="1"/>
          </p:cNvSpPr>
          <p:nvPr/>
        </p:nvSpPr>
        <p:spPr bwMode="auto">
          <a:xfrm>
            <a:off x="2968679" y="2839643"/>
            <a:ext cx="790928" cy="316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Internet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9" name="Slide Number Placeholder 2">
            <a:extLst>
              <a:ext uri="{FF2B5EF4-FFF2-40B4-BE49-F238E27FC236}">
                <a16:creationId xmlns:a16="http://schemas.microsoft.com/office/drawing/2014/main" id="{E59B6253-15F0-6B43-92F4-CFCEFA7140A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894771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dissolve">
                                      <p:cBhvr>
                                        <p:cTn id="7" dur="500"/>
                                        <p:tgtEl>
                                          <p:spTgt spid="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xEl>
                                              <p:pRg st="2" end="2"/>
                                            </p:txEl>
                                          </p:spTgt>
                                        </p:tgtEl>
                                        <p:attrNameLst>
                                          <p:attrName>style.visibility</p:attrName>
                                        </p:attrNameLst>
                                      </p:cBhvr>
                                      <p:to>
                                        <p:strVal val="visible"/>
                                      </p:to>
                                    </p:set>
                                    <p:animEffect transition="in" filter="dissolve">
                                      <p:cBhvr>
                                        <p:cTn id="10" dur="500"/>
                                        <p:tgtEl>
                                          <p:spTgt spid="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grpSp>
        <p:nvGrpSpPr>
          <p:cNvPr id="266" name="Group 249">
            <a:extLst>
              <a:ext uri="{FF2B5EF4-FFF2-40B4-BE49-F238E27FC236}">
                <a16:creationId xmlns:a16="http://schemas.microsoft.com/office/drawing/2014/main" id="{AEF99E4D-FC62-9E44-84B6-19BBBFEFF1DB}"/>
              </a:ext>
            </a:extLst>
          </p:cNvPr>
          <p:cNvGrpSpPr>
            <a:grpSpLocks/>
          </p:cNvGrpSpPr>
          <p:nvPr/>
        </p:nvGrpSpPr>
        <p:grpSpPr bwMode="auto">
          <a:xfrm>
            <a:off x="3788806" y="4809551"/>
            <a:ext cx="427037" cy="785812"/>
            <a:chOff x="4140" y="429"/>
            <a:chExt cx="1425" cy="2396"/>
          </a:xfrm>
        </p:grpSpPr>
        <p:sp>
          <p:nvSpPr>
            <p:cNvPr id="267" name="Freeform 250">
              <a:extLst>
                <a:ext uri="{FF2B5EF4-FFF2-40B4-BE49-F238E27FC236}">
                  <a16:creationId xmlns:a16="http://schemas.microsoft.com/office/drawing/2014/main" id="{152BA2F1-00EA-F348-896B-A5C53F1E6F40}"/>
                </a:ext>
              </a:extLst>
            </p:cNvPr>
            <p:cNvSpPr>
              <a:spLocks/>
            </p:cNvSpPr>
            <p:nvPr/>
          </p:nvSpPr>
          <p:spPr bwMode="auto">
            <a:xfrm>
              <a:off x="5268" y="433"/>
              <a:ext cx="283" cy="2286"/>
            </a:xfrm>
            <a:custGeom>
              <a:avLst/>
              <a:gdLst>
                <a:gd name="T0" fmla="*/ 26 w 354"/>
                <a:gd name="T1" fmla="*/ 0 h 2742"/>
                <a:gd name="T2" fmla="*/ 145 w 354"/>
                <a:gd name="T3" fmla="*/ 164 h 2742"/>
                <a:gd name="T4" fmla="*/ 142 w 354"/>
                <a:gd name="T5" fmla="*/ 1268 h 2742"/>
                <a:gd name="T6" fmla="*/ 0 w 354"/>
                <a:gd name="T7" fmla="*/ 1325 h 2742"/>
                <a:gd name="T8" fmla="*/ 26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51">
              <a:extLst>
                <a:ext uri="{FF2B5EF4-FFF2-40B4-BE49-F238E27FC236}">
                  <a16:creationId xmlns:a16="http://schemas.microsoft.com/office/drawing/2014/main" id="{300E6F11-612F-A14C-87F7-A8851BB4FEF1}"/>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69" name="Freeform 252">
              <a:extLst>
                <a:ext uri="{FF2B5EF4-FFF2-40B4-BE49-F238E27FC236}">
                  <a16:creationId xmlns:a16="http://schemas.microsoft.com/office/drawing/2014/main" id="{826227F8-DADF-1E4A-9A6E-834CD4D3F0AB}"/>
                </a:ext>
              </a:extLst>
            </p:cNvPr>
            <p:cNvSpPr>
              <a:spLocks/>
            </p:cNvSpPr>
            <p:nvPr/>
          </p:nvSpPr>
          <p:spPr bwMode="auto">
            <a:xfrm>
              <a:off x="5321" y="570"/>
              <a:ext cx="169" cy="2115"/>
            </a:xfrm>
            <a:custGeom>
              <a:avLst/>
              <a:gdLst>
                <a:gd name="T0" fmla="*/ 3 w 211"/>
                <a:gd name="T1" fmla="*/ 0 h 2537"/>
                <a:gd name="T2" fmla="*/ 87 w 211"/>
                <a:gd name="T3" fmla="*/ 106 h 2537"/>
                <a:gd name="T4" fmla="*/ 3 w 211"/>
                <a:gd name="T5" fmla="*/ 1208 h 2537"/>
                <a:gd name="T6" fmla="*/ 3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253">
              <a:extLst>
                <a:ext uri="{FF2B5EF4-FFF2-40B4-BE49-F238E27FC236}">
                  <a16:creationId xmlns:a16="http://schemas.microsoft.com/office/drawing/2014/main" id="{D7185AF3-6DE0-EB40-87C6-269CBC3D782F}"/>
                </a:ext>
              </a:extLst>
            </p:cNvPr>
            <p:cNvSpPr>
              <a:spLocks/>
            </p:cNvSpPr>
            <p:nvPr/>
          </p:nvSpPr>
          <p:spPr bwMode="auto">
            <a:xfrm>
              <a:off x="5284" y="1640"/>
              <a:ext cx="263" cy="189"/>
            </a:xfrm>
            <a:custGeom>
              <a:avLst/>
              <a:gdLst>
                <a:gd name="T0" fmla="*/ 2 w 328"/>
                <a:gd name="T1" fmla="*/ 0 h 226"/>
                <a:gd name="T2" fmla="*/ 136 w 328"/>
                <a:gd name="T3" fmla="*/ 62 h 226"/>
                <a:gd name="T4" fmla="*/ 135 w 328"/>
                <a:gd name="T5" fmla="*/ 110 h 226"/>
                <a:gd name="T6" fmla="*/ 0 w 328"/>
                <a:gd name="T7" fmla="*/ 4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Rectangle 254">
              <a:extLst>
                <a:ext uri="{FF2B5EF4-FFF2-40B4-BE49-F238E27FC236}">
                  <a16:creationId xmlns:a16="http://schemas.microsoft.com/office/drawing/2014/main" id="{2B2FED80-6596-EF4F-BE23-37718C861526}"/>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2" name="Group 255">
              <a:extLst>
                <a:ext uri="{FF2B5EF4-FFF2-40B4-BE49-F238E27FC236}">
                  <a16:creationId xmlns:a16="http://schemas.microsoft.com/office/drawing/2014/main" id="{A9BE197D-0488-3C45-8D78-A04741AC7C7F}"/>
                </a:ext>
              </a:extLst>
            </p:cNvPr>
            <p:cNvGrpSpPr>
              <a:grpSpLocks/>
            </p:cNvGrpSpPr>
            <p:nvPr/>
          </p:nvGrpSpPr>
          <p:grpSpPr bwMode="auto">
            <a:xfrm>
              <a:off x="4749" y="668"/>
              <a:ext cx="581" cy="145"/>
              <a:chOff x="614" y="2568"/>
              <a:chExt cx="725" cy="139"/>
            </a:xfrm>
          </p:grpSpPr>
          <p:sp>
            <p:nvSpPr>
              <p:cNvPr id="297" name="AutoShape 256">
                <a:extLst>
                  <a:ext uri="{FF2B5EF4-FFF2-40B4-BE49-F238E27FC236}">
                    <a16:creationId xmlns:a16="http://schemas.microsoft.com/office/drawing/2014/main" id="{8AEACE4E-2F2E-074E-944A-FD899A8CC13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8" name="AutoShape 257">
                <a:extLst>
                  <a:ext uri="{FF2B5EF4-FFF2-40B4-BE49-F238E27FC236}">
                    <a16:creationId xmlns:a16="http://schemas.microsoft.com/office/drawing/2014/main" id="{47728FA0-225D-FB46-B5EE-A1020878589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3" name="Rectangle 258">
              <a:extLst>
                <a:ext uri="{FF2B5EF4-FFF2-40B4-BE49-F238E27FC236}">
                  <a16:creationId xmlns:a16="http://schemas.microsoft.com/office/drawing/2014/main" id="{5835E575-F49C-344B-9FDD-DA2C3607B7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4" name="Group 259">
              <a:extLst>
                <a:ext uri="{FF2B5EF4-FFF2-40B4-BE49-F238E27FC236}">
                  <a16:creationId xmlns:a16="http://schemas.microsoft.com/office/drawing/2014/main" id="{AA22B6E8-7F7A-CB4E-8291-401102CED349}"/>
                </a:ext>
              </a:extLst>
            </p:cNvPr>
            <p:cNvGrpSpPr>
              <a:grpSpLocks/>
            </p:cNvGrpSpPr>
            <p:nvPr/>
          </p:nvGrpSpPr>
          <p:grpSpPr bwMode="auto">
            <a:xfrm>
              <a:off x="4747" y="994"/>
              <a:ext cx="581" cy="134"/>
              <a:chOff x="614" y="2568"/>
              <a:chExt cx="725" cy="139"/>
            </a:xfrm>
          </p:grpSpPr>
          <p:sp>
            <p:nvSpPr>
              <p:cNvPr id="295" name="AutoShape 260">
                <a:extLst>
                  <a:ext uri="{FF2B5EF4-FFF2-40B4-BE49-F238E27FC236}">
                    <a16:creationId xmlns:a16="http://schemas.microsoft.com/office/drawing/2014/main" id="{C1C77C6E-EED3-394E-B167-C41757211F84}"/>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6" name="AutoShape 261">
                <a:extLst>
                  <a:ext uri="{FF2B5EF4-FFF2-40B4-BE49-F238E27FC236}">
                    <a16:creationId xmlns:a16="http://schemas.microsoft.com/office/drawing/2014/main" id="{AA09AEA7-1D87-B24F-B374-BDBF7482BD35}"/>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5" name="Rectangle 262">
              <a:extLst>
                <a:ext uri="{FF2B5EF4-FFF2-40B4-BE49-F238E27FC236}">
                  <a16:creationId xmlns:a16="http://schemas.microsoft.com/office/drawing/2014/main" id="{3F42A0BC-CF2E-E24A-A739-845C15ECFE3C}"/>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76" name="Rectangle 263">
              <a:extLst>
                <a:ext uri="{FF2B5EF4-FFF2-40B4-BE49-F238E27FC236}">
                  <a16:creationId xmlns:a16="http://schemas.microsoft.com/office/drawing/2014/main" id="{E64B3966-F003-C44C-9B00-0FD0B4E8C88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7" name="Group 264">
              <a:extLst>
                <a:ext uri="{FF2B5EF4-FFF2-40B4-BE49-F238E27FC236}">
                  <a16:creationId xmlns:a16="http://schemas.microsoft.com/office/drawing/2014/main" id="{EF07E87F-184A-DE45-8C7F-573AF2537DC9}"/>
                </a:ext>
              </a:extLst>
            </p:cNvPr>
            <p:cNvGrpSpPr>
              <a:grpSpLocks/>
            </p:cNvGrpSpPr>
            <p:nvPr/>
          </p:nvGrpSpPr>
          <p:grpSpPr bwMode="auto">
            <a:xfrm>
              <a:off x="4735" y="1627"/>
              <a:ext cx="582" cy="151"/>
              <a:chOff x="614" y="2568"/>
              <a:chExt cx="725" cy="139"/>
            </a:xfrm>
          </p:grpSpPr>
          <p:sp>
            <p:nvSpPr>
              <p:cNvPr id="293" name="AutoShape 265">
                <a:extLst>
                  <a:ext uri="{FF2B5EF4-FFF2-40B4-BE49-F238E27FC236}">
                    <a16:creationId xmlns:a16="http://schemas.microsoft.com/office/drawing/2014/main" id="{E5E61D30-25AE-8741-9618-75C55AD79D78}"/>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4" name="AutoShape 266">
                <a:extLst>
                  <a:ext uri="{FF2B5EF4-FFF2-40B4-BE49-F238E27FC236}">
                    <a16:creationId xmlns:a16="http://schemas.microsoft.com/office/drawing/2014/main" id="{CF8FF070-F087-7840-9F19-7200142BF40A}"/>
                  </a:ext>
                </a:extLst>
              </p:cNvPr>
              <p:cNvSpPr>
                <a:spLocks noChangeArrowheads="1"/>
              </p:cNvSpPr>
              <p:nvPr/>
            </p:nvSpPr>
            <p:spPr bwMode="auto">
              <a:xfrm>
                <a:off x="625"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8" name="Freeform 267">
              <a:extLst>
                <a:ext uri="{FF2B5EF4-FFF2-40B4-BE49-F238E27FC236}">
                  <a16:creationId xmlns:a16="http://schemas.microsoft.com/office/drawing/2014/main" id="{4672D609-04BB-4646-8153-6950398068BE}"/>
                </a:ext>
              </a:extLst>
            </p:cNvPr>
            <p:cNvSpPr>
              <a:spLocks/>
            </p:cNvSpPr>
            <p:nvPr/>
          </p:nvSpPr>
          <p:spPr bwMode="auto">
            <a:xfrm>
              <a:off x="5288" y="1354"/>
              <a:ext cx="263" cy="188"/>
            </a:xfrm>
            <a:custGeom>
              <a:avLst/>
              <a:gdLst>
                <a:gd name="T0" fmla="*/ 2 w 328"/>
                <a:gd name="T1" fmla="*/ 0 h 226"/>
                <a:gd name="T2" fmla="*/ 136 w 328"/>
                <a:gd name="T3" fmla="*/ 61 h 226"/>
                <a:gd name="T4" fmla="*/ 135 w 328"/>
                <a:gd name="T5" fmla="*/ 108 h 226"/>
                <a:gd name="T6" fmla="*/ 0 w 328"/>
                <a:gd name="T7" fmla="*/ 47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9" name="Group 268">
              <a:extLst>
                <a:ext uri="{FF2B5EF4-FFF2-40B4-BE49-F238E27FC236}">
                  <a16:creationId xmlns:a16="http://schemas.microsoft.com/office/drawing/2014/main" id="{521FCA2B-F1A7-DA40-B114-6914827409D9}"/>
                </a:ext>
              </a:extLst>
            </p:cNvPr>
            <p:cNvGrpSpPr>
              <a:grpSpLocks/>
            </p:cNvGrpSpPr>
            <p:nvPr/>
          </p:nvGrpSpPr>
          <p:grpSpPr bwMode="auto">
            <a:xfrm>
              <a:off x="4739" y="1327"/>
              <a:ext cx="582" cy="139"/>
              <a:chOff x="614" y="2568"/>
              <a:chExt cx="725" cy="139"/>
            </a:xfrm>
          </p:grpSpPr>
          <p:sp>
            <p:nvSpPr>
              <p:cNvPr id="291" name="AutoShape 269">
                <a:extLst>
                  <a:ext uri="{FF2B5EF4-FFF2-40B4-BE49-F238E27FC236}">
                    <a16:creationId xmlns:a16="http://schemas.microsoft.com/office/drawing/2014/main" id="{9DDABA87-8024-3345-81DC-B285EC1C099A}"/>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2" name="AutoShape 270">
                <a:extLst>
                  <a:ext uri="{FF2B5EF4-FFF2-40B4-BE49-F238E27FC236}">
                    <a16:creationId xmlns:a16="http://schemas.microsoft.com/office/drawing/2014/main" id="{314CD0E5-F403-E245-A748-507AF5E0B084}"/>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80" name="Rectangle 271">
              <a:extLst>
                <a:ext uri="{FF2B5EF4-FFF2-40B4-BE49-F238E27FC236}">
                  <a16:creationId xmlns:a16="http://schemas.microsoft.com/office/drawing/2014/main" id="{B559F645-7351-C144-9AE2-DCA74DB20790}"/>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1" name="Freeform 272">
              <a:extLst>
                <a:ext uri="{FF2B5EF4-FFF2-40B4-BE49-F238E27FC236}">
                  <a16:creationId xmlns:a16="http://schemas.microsoft.com/office/drawing/2014/main" id="{BDBAE511-74F9-3244-94BC-D6E8C23A419C}"/>
                </a:ext>
              </a:extLst>
            </p:cNvPr>
            <p:cNvSpPr>
              <a:spLocks/>
            </p:cNvSpPr>
            <p:nvPr/>
          </p:nvSpPr>
          <p:spPr bwMode="auto">
            <a:xfrm>
              <a:off x="5312" y="1007"/>
              <a:ext cx="237" cy="213"/>
            </a:xfrm>
            <a:custGeom>
              <a:avLst/>
              <a:gdLst>
                <a:gd name="T0" fmla="*/ 2 w 296"/>
                <a:gd name="T1" fmla="*/ 0 h 256"/>
                <a:gd name="T2" fmla="*/ 120 w 296"/>
                <a:gd name="T3" fmla="*/ 69 h 256"/>
                <a:gd name="T4" fmla="*/ 122 w 296"/>
                <a:gd name="T5" fmla="*/ 122 h 256"/>
                <a:gd name="T6" fmla="*/ 0 w 296"/>
                <a:gd name="T7" fmla="*/ 47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273">
              <a:extLst>
                <a:ext uri="{FF2B5EF4-FFF2-40B4-BE49-F238E27FC236}">
                  <a16:creationId xmlns:a16="http://schemas.microsoft.com/office/drawing/2014/main" id="{F24246BA-27AC-EC49-8B17-EBFCCF1ECD36}"/>
                </a:ext>
              </a:extLst>
            </p:cNvPr>
            <p:cNvSpPr>
              <a:spLocks/>
            </p:cNvSpPr>
            <p:nvPr/>
          </p:nvSpPr>
          <p:spPr bwMode="auto">
            <a:xfrm>
              <a:off x="5315" y="680"/>
              <a:ext cx="244" cy="240"/>
            </a:xfrm>
            <a:custGeom>
              <a:avLst/>
              <a:gdLst>
                <a:gd name="T0" fmla="*/ 0 w 304"/>
                <a:gd name="T1" fmla="*/ 0 h 288"/>
                <a:gd name="T2" fmla="*/ 126 w 304"/>
                <a:gd name="T3" fmla="*/ 79 h 288"/>
                <a:gd name="T4" fmla="*/ 118 w 304"/>
                <a:gd name="T5" fmla="*/ 139 h 288"/>
                <a:gd name="T6" fmla="*/ 3 w 304"/>
                <a:gd name="T7" fmla="*/ 6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Oval 274">
              <a:extLst>
                <a:ext uri="{FF2B5EF4-FFF2-40B4-BE49-F238E27FC236}">
                  <a16:creationId xmlns:a16="http://schemas.microsoft.com/office/drawing/2014/main" id="{AE61D6B1-7441-3042-851B-64FDF1B98A86}"/>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4" name="Freeform 275">
              <a:extLst>
                <a:ext uri="{FF2B5EF4-FFF2-40B4-BE49-F238E27FC236}">
                  <a16:creationId xmlns:a16="http://schemas.microsoft.com/office/drawing/2014/main" id="{949FFF87-993A-424E-B000-F5B7857D897A}"/>
                </a:ext>
              </a:extLst>
            </p:cNvPr>
            <p:cNvSpPr>
              <a:spLocks/>
            </p:cNvSpPr>
            <p:nvPr/>
          </p:nvSpPr>
          <p:spPr bwMode="auto">
            <a:xfrm>
              <a:off x="5302" y="2614"/>
              <a:ext cx="245" cy="200"/>
            </a:xfrm>
            <a:custGeom>
              <a:avLst/>
              <a:gdLst>
                <a:gd name="T0" fmla="*/ 0 w 306"/>
                <a:gd name="T1" fmla="*/ 51 h 240"/>
                <a:gd name="T2" fmla="*/ 2 w 306"/>
                <a:gd name="T3" fmla="*/ 116 h 240"/>
                <a:gd name="T4" fmla="*/ 126 w 306"/>
                <a:gd name="T5" fmla="*/ 53 h 240"/>
                <a:gd name="T6" fmla="*/ 123 w 306"/>
                <a:gd name="T7" fmla="*/ 0 h 240"/>
                <a:gd name="T8" fmla="*/ 0 w 306"/>
                <a:gd name="T9" fmla="*/ 5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AutoShape 276">
              <a:extLst>
                <a:ext uri="{FF2B5EF4-FFF2-40B4-BE49-F238E27FC236}">
                  <a16:creationId xmlns:a16="http://schemas.microsoft.com/office/drawing/2014/main" id="{4730E002-A069-AD40-BDAF-BCE034E211C8}"/>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6" name="AutoShape 277">
              <a:extLst>
                <a:ext uri="{FF2B5EF4-FFF2-40B4-BE49-F238E27FC236}">
                  <a16:creationId xmlns:a16="http://schemas.microsoft.com/office/drawing/2014/main" id="{6A5BF613-0ADA-FE48-97C8-629542574ED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7" name="Oval 278">
              <a:extLst>
                <a:ext uri="{FF2B5EF4-FFF2-40B4-BE49-F238E27FC236}">
                  <a16:creationId xmlns:a16="http://schemas.microsoft.com/office/drawing/2014/main" id="{93CD8B37-7AC2-934F-A6E3-3F0FBCB01462}"/>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8" name="Oval 279">
              <a:extLst>
                <a:ext uri="{FF2B5EF4-FFF2-40B4-BE49-F238E27FC236}">
                  <a16:creationId xmlns:a16="http://schemas.microsoft.com/office/drawing/2014/main" id="{51EF5D37-9B48-6343-A5F5-69AB8533707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Arial" charset="0"/>
              </a:endParaRPr>
            </a:p>
          </p:txBody>
        </p:sp>
        <p:sp>
          <p:nvSpPr>
            <p:cNvPr id="289" name="Oval 280">
              <a:extLst>
                <a:ext uri="{FF2B5EF4-FFF2-40B4-BE49-F238E27FC236}">
                  <a16:creationId xmlns:a16="http://schemas.microsoft.com/office/drawing/2014/main" id="{6B00B086-5270-394E-9B40-A976F059EDB3}"/>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0" name="Rectangle 281">
              <a:extLst>
                <a:ext uri="{FF2B5EF4-FFF2-40B4-BE49-F238E27FC236}">
                  <a16:creationId xmlns:a16="http://schemas.microsoft.com/office/drawing/2014/main" id="{14B0BF53-3A29-964D-B23D-474036984371}"/>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grpSp>
        <p:nvGrpSpPr>
          <p:cNvPr id="299" name="Group 134">
            <a:extLst>
              <a:ext uri="{FF2B5EF4-FFF2-40B4-BE49-F238E27FC236}">
                <a16:creationId xmlns:a16="http://schemas.microsoft.com/office/drawing/2014/main" id="{035EEFA2-3531-EF4E-A6EF-BC8C83C2B5B5}"/>
              </a:ext>
            </a:extLst>
          </p:cNvPr>
          <p:cNvGrpSpPr>
            <a:grpSpLocks/>
          </p:cNvGrpSpPr>
          <p:nvPr/>
        </p:nvGrpSpPr>
        <p:grpSpPr bwMode="auto">
          <a:xfrm>
            <a:off x="3361768" y="4441251"/>
            <a:ext cx="1281113" cy="363537"/>
            <a:chOff x="3621" y="3265"/>
            <a:chExt cx="1776" cy="744"/>
          </a:xfrm>
        </p:grpSpPr>
        <p:pic>
          <p:nvPicPr>
            <p:cNvPr id="300" name="Picture 135" descr="reellogo">
              <a:extLst>
                <a:ext uri="{FF2B5EF4-FFF2-40B4-BE49-F238E27FC236}">
                  <a16:creationId xmlns:a16="http://schemas.microsoft.com/office/drawing/2014/main" id="{14DC10E9-52C9-8142-A6BD-FA98F27C71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1" name="Freeform 136">
              <a:extLst>
                <a:ext uri="{FF2B5EF4-FFF2-40B4-BE49-F238E27FC236}">
                  <a16:creationId xmlns:a16="http://schemas.microsoft.com/office/drawing/2014/main" id="{E8A0CF9D-AEF9-274D-8B33-ACF3DD6B2372}"/>
                </a:ext>
              </a:extLst>
            </p:cNvPr>
            <p:cNvSpPr>
              <a:spLocks/>
            </p:cNvSpPr>
            <p:nvPr/>
          </p:nvSpPr>
          <p:spPr bwMode="auto">
            <a:xfrm>
              <a:off x="3971" y="3288"/>
              <a:ext cx="1402" cy="439"/>
            </a:xfrm>
            <a:custGeom>
              <a:avLst/>
              <a:gdLst>
                <a:gd name="T0" fmla="*/ 0 w 1401"/>
                <a:gd name="T1" fmla="*/ 6 h 438"/>
                <a:gd name="T2" fmla="*/ 27 w 1401"/>
                <a:gd name="T3" fmla="*/ 384 h 438"/>
                <a:gd name="T4" fmla="*/ 114 w 1401"/>
                <a:gd name="T5" fmla="*/ 381 h 438"/>
                <a:gd name="T6" fmla="*/ 132 w 1401"/>
                <a:gd name="T7" fmla="*/ 357 h 438"/>
                <a:gd name="T8" fmla="*/ 210 w 1401"/>
                <a:gd name="T9" fmla="*/ 402 h 438"/>
                <a:gd name="T10" fmla="*/ 450 w 1401"/>
                <a:gd name="T11" fmla="*/ 384 h 438"/>
                <a:gd name="T12" fmla="*/ 486 w 1401"/>
                <a:gd name="T13" fmla="*/ 393 h 438"/>
                <a:gd name="T14" fmla="*/ 690 w 1401"/>
                <a:gd name="T15" fmla="*/ 417 h 438"/>
                <a:gd name="T16" fmla="*/ 1074 w 1401"/>
                <a:gd name="T17" fmla="*/ 438 h 438"/>
                <a:gd name="T18" fmla="*/ 1401 w 1401"/>
                <a:gd name="T19" fmla="*/ 420 h 438"/>
                <a:gd name="T20" fmla="*/ 1392 w 1401"/>
                <a:gd name="T21" fmla="*/ 165 h 438"/>
                <a:gd name="T22" fmla="*/ 291 w 1401"/>
                <a:gd name="T23" fmla="*/ 0 h 438"/>
                <a:gd name="T24" fmla="*/ 0 w 1401"/>
                <a:gd name="T25" fmla="*/ 6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2" name="Freeform 137">
              <a:extLst>
                <a:ext uri="{FF2B5EF4-FFF2-40B4-BE49-F238E27FC236}">
                  <a16:creationId xmlns:a16="http://schemas.microsoft.com/office/drawing/2014/main" id="{DE9583DA-16F1-2D4B-929C-271789F62D5E}"/>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6 h 123"/>
                <a:gd name="T6" fmla="*/ 801 w 999"/>
                <a:gd name="T7" fmla="*/ 42 h 123"/>
                <a:gd name="T8" fmla="*/ 876 w 999"/>
                <a:gd name="T9" fmla="*/ 6 h 123"/>
                <a:gd name="T10" fmla="*/ 933 w 999"/>
                <a:gd name="T11" fmla="*/ 0 h 123"/>
                <a:gd name="T12" fmla="*/ 981 w 999"/>
                <a:gd name="T13" fmla="*/ 15 h 123"/>
                <a:gd name="T14" fmla="*/ 999 w 999"/>
                <a:gd name="T15" fmla="*/ 51 h 123"/>
                <a:gd name="T16" fmla="*/ 987 w 999"/>
                <a:gd name="T17" fmla="*/ 123 h 123"/>
                <a:gd name="T18" fmla="*/ 18 w 999"/>
                <a:gd name="T19" fmla="*/ 120 h 123"/>
                <a:gd name="T20" fmla="*/ 0 w 999"/>
                <a:gd name="T21" fmla="*/ 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pic>
          <p:nvPicPr>
            <p:cNvPr id="303" name="Picture 138" descr="video1">
              <a:extLst>
                <a:ext uri="{FF2B5EF4-FFF2-40B4-BE49-F238E27FC236}">
                  <a16:creationId xmlns:a16="http://schemas.microsoft.com/office/drawing/2014/main" id="{34AB05AF-3A1D-5E4A-AF17-1A795E8C628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304" name="Line 168">
            <a:extLst>
              <a:ext uri="{FF2B5EF4-FFF2-40B4-BE49-F238E27FC236}">
                <a16:creationId xmlns:a16="http://schemas.microsoft.com/office/drawing/2014/main" id="{482428A4-15BB-F740-B74C-16D5589A557B}"/>
              </a:ext>
            </a:extLst>
          </p:cNvPr>
          <p:cNvSpPr>
            <a:spLocks noChangeShapeType="1"/>
          </p:cNvSpPr>
          <p:nvPr/>
        </p:nvSpPr>
        <p:spPr bwMode="auto">
          <a:xfrm>
            <a:off x="1396443" y="1371026"/>
            <a:ext cx="0" cy="2852737"/>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305" name="Group 357">
            <a:extLst>
              <a:ext uri="{FF2B5EF4-FFF2-40B4-BE49-F238E27FC236}">
                <a16:creationId xmlns:a16="http://schemas.microsoft.com/office/drawing/2014/main" id="{581A8529-F504-3846-8B36-89B971CA7477}"/>
              </a:ext>
            </a:extLst>
          </p:cNvPr>
          <p:cNvGrpSpPr>
            <a:grpSpLocks/>
          </p:cNvGrpSpPr>
          <p:nvPr/>
        </p:nvGrpSpPr>
        <p:grpSpPr bwMode="auto">
          <a:xfrm>
            <a:off x="2056843" y="3347465"/>
            <a:ext cx="1662113" cy="1489076"/>
            <a:chOff x="944" y="2184"/>
            <a:chExt cx="1047" cy="938"/>
          </a:xfrm>
        </p:grpSpPr>
        <p:sp>
          <p:nvSpPr>
            <p:cNvPr id="306" name="Freeform 207">
              <a:extLst>
                <a:ext uri="{FF2B5EF4-FFF2-40B4-BE49-F238E27FC236}">
                  <a16:creationId xmlns:a16="http://schemas.microsoft.com/office/drawing/2014/main" id="{FB5DBF6C-CEEB-DA4C-8661-582EC861951C}"/>
                </a:ext>
              </a:extLst>
            </p:cNvPr>
            <p:cNvSpPr>
              <a:spLocks/>
            </p:cNvSpPr>
            <p:nvPr/>
          </p:nvSpPr>
          <p:spPr bwMode="auto">
            <a:xfrm>
              <a:off x="1278" y="2184"/>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chemeClr val="tx1"/>
              </a:solidFill>
              <a:prstDash val="solid"/>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7" name="Text Box 208">
              <a:extLst>
                <a:ext uri="{FF2B5EF4-FFF2-40B4-BE49-F238E27FC236}">
                  <a16:creationId xmlns:a16="http://schemas.microsoft.com/office/drawing/2014/main" id="{814C88A0-3287-EB46-9C41-FEA42D1AC9FB}"/>
                </a:ext>
              </a:extLst>
            </p:cNvPr>
            <p:cNvSpPr txBox="1">
              <a:spLocks noChangeArrowheads="1"/>
            </p:cNvSpPr>
            <p:nvPr/>
          </p:nvSpPr>
          <p:spPr bwMode="auto">
            <a:xfrm>
              <a:off x="944" y="2366"/>
              <a:ext cx="1047" cy="75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342900" marR="0" lvl="0" indent="-342900" algn="l" defTabSz="914400" rtl="0" eaLnBrk="1" fontAlgn="auto" latinLnBrk="0" hangingPunct="1">
                <a:lnSpc>
                  <a:spcPct val="90000"/>
                </a:lnSpc>
                <a:spcBef>
                  <a:spcPts val="0"/>
                </a:spcBef>
                <a:spcAft>
                  <a:spcPts val="0"/>
                </a:spcAft>
                <a:buClrTx/>
                <a:buSzTx/>
                <a:buFontTx/>
                <a:buAutoNum type="arabicPeriod"/>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recorded (e.g., 30 frames/sec)</a:t>
              </a:r>
            </a:p>
          </p:txBody>
        </p:sp>
      </p:grpSp>
      <p:grpSp>
        <p:nvGrpSpPr>
          <p:cNvPr id="308" name="Group 262">
            <a:extLst>
              <a:ext uri="{FF2B5EF4-FFF2-40B4-BE49-F238E27FC236}">
                <a16:creationId xmlns:a16="http://schemas.microsoft.com/office/drawing/2014/main" id="{CECCA62F-4456-C34B-9177-029B14A96C8F}"/>
              </a:ext>
            </a:extLst>
          </p:cNvPr>
          <p:cNvGrpSpPr>
            <a:grpSpLocks/>
          </p:cNvGrpSpPr>
          <p:nvPr/>
        </p:nvGrpSpPr>
        <p:grpSpPr bwMode="auto">
          <a:xfrm>
            <a:off x="1586943" y="1691701"/>
            <a:ext cx="2552700" cy="2525712"/>
            <a:chOff x="648" y="1147"/>
            <a:chExt cx="1608" cy="1591"/>
          </a:xfrm>
        </p:grpSpPr>
        <p:grpSp>
          <p:nvGrpSpPr>
            <p:cNvPr id="309" name="Group 206">
              <a:extLst>
                <a:ext uri="{FF2B5EF4-FFF2-40B4-BE49-F238E27FC236}">
                  <a16:creationId xmlns:a16="http://schemas.microsoft.com/office/drawing/2014/main" id="{C77333BA-89DD-5D42-B008-4B67B599CF2A}"/>
                </a:ext>
              </a:extLst>
            </p:cNvPr>
            <p:cNvGrpSpPr>
              <a:grpSpLocks/>
            </p:cNvGrpSpPr>
            <p:nvPr/>
          </p:nvGrpSpPr>
          <p:grpSpPr bwMode="auto">
            <a:xfrm>
              <a:off x="648" y="1725"/>
              <a:ext cx="1024" cy="1013"/>
              <a:chOff x="672" y="1071"/>
              <a:chExt cx="1024" cy="1013"/>
            </a:xfrm>
          </p:grpSpPr>
          <p:grpSp>
            <p:nvGrpSpPr>
              <p:cNvPr id="325" name="Group 189">
                <a:extLst>
                  <a:ext uri="{FF2B5EF4-FFF2-40B4-BE49-F238E27FC236}">
                    <a16:creationId xmlns:a16="http://schemas.microsoft.com/office/drawing/2014/main" id="{8A85A2D3-A990-8B41-B23F-258454EAAF2E}"/>
                  </a:ext>
                </a:extLst>
              </p:cNvPr>
              <p:cNvGrpSpPr>
                <a:grpSpLocks/>
              </p:cNvGrpSpPr>
              <p:nvPr/>
            </p:nvGrpSpPr>
            <p:grpSpPr bwMode="auto">
              <a:xfrm>
                <a:off x="672" y="1506"/>
                <a:ext cx="583" cy="578"/>
                <a:chOff x="672" y="1486"/>
                <a:chExt cx="583" cy="578"/>
              </a:xfrm>
            </p:grpSpPr>
            <p:grpSp>
              <p:nvGrpSpPr>
                <p:cNvPr id="336" name="Group 181">
                  <a:extLst>
                    <a:ext uri="{FF2B5EF4-FFF2-40B4-BE49-F238E27FC236}">
                      <a16:creationId xmlns:a16="http://schemas.microsoft.com/office/drawing/2014/main" id="{7BDB39B8-53B4-9640-A017-C997019C6946}"/>
                    </a:ext>
                  </a:extLst>
                </p:cNvPr>
                <p:cNvGrpSpPr>
                  <a:grpSpLocks/>
                </p:cNvGrpSpPr>
                <p:nvPr/>
              </p:nvGrpSpPr>
              <p:grpSpPr bwMode="auto">
                <a:xfrm>
                  <a:off x="672" y="1776"/>
                  <a:ext cx="291" cy="288"/>
                  <a:chOff x="672" y="1776"/>
                  <a:chExt cx="291" cy="288"/>
                </a:xfrm>
              </p:grpSpPr>
              <p:grpSp>
                <p:nvGrpSpPr>
                  <p:cNvPr id="344" name="Group 177">
                    <a:extLst>
                      <a:ext uri="{FF2B5EF4-FFF2-40B4-BE49-F238E27FC236}">
                        <a16:creationId xmlns:a16="http://schemas.microsoft.com/office/drawing/2014/main" id="{8EEE6973-A2DA-CC47-BBFC-6F5DF3C18203}"/>
                      </a:ext>
                    </a:extLst>
                  </p:cNvPr>
                  <p:cNvGrpSpPr>
                    <a:grpSpLocks/>
                  </p:cNvGrpSpPr>
                  <p:nvPr/>
                </p:nvGrpSpPr>
                <p:grpSpPr bwMode="auto">
                  <a:xfrm>
                    <a:off x="672" y="1920"/>
                    <a:ext cx="145" cy="144"/>
                    <a:chOff x="672" y="1920"/>
                    <a:chExt cx="145" cy="144"/>
                  </a:xfrm>
                </p:grpSpPr>
                <p:sp>
                  <p:nvSpPr>
                    <p:cNvPr id="348" name="Line 173">
                      <a:extLst>
                        <a:ext uri="{FF2B5EF4-FFF2-40B4-BE49-F238E27FC236}">
                          <a16:creationId xmlns:a16="http://schemas.microsoft.com/office/drawing/2014/main" id="{EA80EC66-00D7-FA43-A803-FB245F2B604D}"/>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9" name="Line 176">
                      <a:extLst>
                        <a:ext uri="{FF2B5EF4-FFF2-40B4-BE49-F238E27FC236}">
                          <a16:creationId xmlns:a16="http://schemas.microsoft.com/office/drawing/2014/main" id="{F568A800-6A4E-6E4C-A167-13E4AE46AF8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45" name="Group 178">
                    <a:extLst>
                      <a:ext uri="{FF2B5EF4-FFF2-40B4-BE49-F238E27FC236}">
                        <a16:creationId xmlns:a16="http://schemas.microsoft.com/office/drawing/2014/main" id="{302EE25B-7A88-5F4B-B370-A03D1B2E52E9}"/>
                      </a:ext>
                    </a:extLst>
                  </p:cNvPr>
                  <p:cNvGrpSpPr>
                    <a:grpSpLocks/>
                  </p:cNvGrpSpPr>
                  <p:nvPr/>
                </p:nvGrpSpPr>
                <p:grpSpPr bwMode="auto">
                  <a:xfrm>
                    <a:off x="818" y="1776"/>
                    <a:ext cx="145" cy="144"/>
                    <a:chOff x="672" y="1920"/>
                    <a:chExt cx="145" cy="144"/>
                  </a:xfrm>
                </p:grpSpPr>
                <p:sp>
                  <p:nvSpPr>
                    <p:cNvPr id="346" name="Line 179">
                      <a:extLst>
                        <a:ext uri="{FF2B5EF4-FFF2-40B4-BE49-F238E27FC236}">
                          <a16:creationId xmlns:a16="http://schemas.microsoft.com/office/drawing/2014/main" id="{40C6F382-C5D0-DC4C-9C98-5B6A9F97A116}"/>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7" name="Line 180">
                      <a:extLst>
                        <a:ext uri="{FF2B5EF4-FFF2-40B4-BE49-F238E27FC236}">
                          <a16:creationId xmlns:a16="http://schemas.microsoft.com/office/drawing/2014/main" id="{8060F88C-6D9A-F042-9854-C307CF9849B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37" name="Group 182">
                  <a:extLst>
                    <a:ext uri="{FF2B5EF4-FFF2-40B4-BE49-F238E27FC236}">
                      <a16:creationId xmlns:a16="http://schemas.microsoft.com/office/drawing/2014/main" id="{D0EB01A1-2EA5-0244-A29B-7580513BED09}"/>
                    </a:ext>
                  </a:extLst>
                </p:cNvPr>
                <p:cNvGrpSpPr>
                  <a:grpSpLocks/>
                </p:cNvGrpSpPr>
                <p:nvPr/>
              </p:nvGrpSpPr>
              <p:grpSpPr bwMode="auto">
                <a:xfrm>
                  <a:off x="964" y="1486"/>
                  <a:ext cx="291" cy="288"/>
                  <a:chOff x="672" y="1776"/>
                  <a:chExt cx="291" cy="288"/>
                </a:xfrm>
              </p:grpSpPr>
              <p:grpSp>
                <p:nvGrpSpPr>
                  <p:cNvPr id="338" name="Group 183">
                    <a:extLst>
                      <a:ext uri="{FF2B5EF4-FFF2-40B4-BE49-F238E27FC236}">
                        <a16:creationId xmlns:a16="http://schemas.microsoft.com/office/drawing/2014/main" id="{DBF9543B-F39B-274E-978C-E4A708F0B5DE}"/>
                      </a:ext>
                    </a:extLst>
                  </p:cNvPr>
                  <p:cNvGrpSpPr>
                    <a:grpSpLocks/>
                  </p:cNvGrpSpPr>
                  <p:nvPr/>
                </p:nvGrpSpPr>
                <p:grpSpPr bwMode="auto">
                  <a:xfrm>
                    <a:off x="672" y="1920"/>
                    <a:ext cx="145" cy="144"/>
                    <a:chOff x="672" y="1920"/>
                    <a:chExt cx="145" cy="144"/>
                  </a:xfrm>
                </p:grpSpPr>
                <p:sp>
                  <p:nvSpPr>
                    <p:cNvPr id="342" name="Line 184">
                      <a:extLst>
                        <a:ext uri="{FF2B5EF4-FFF2-40B4-BE49-F238E27FC236}">
                          <a16:creationId xmlns:a16="http://schemas.microsoft.com/office/drawing/2014/main" id="{F7E287B9-5EBA-D74E-B700-9B84F2EC573B}"/>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3" name="Line 185">
                      <a:extLst>
                        <a:ext uri="{FF2B5EF4-FFF2-40B4-BE49-F238E27FC236}">
                          <a16:creationId xmlns:a16="http://schemas.microsoft.com/office/drawing/2014/main" id="{C9CC3AA3-BDCE-0744-85DB-208F60B23ACD}"/>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9" name="Group 186">
                    <a:extLst>
                      <a:ext uri="{FF2B5EF4-FFF2-40B4-BE49-F238E27FC236}">
                        <a16:creationId xmlns:a16="http://schemas.microsoft.com/office/drawing/2014/main" id="{8734C907-441E-C244-A935-5A9EB6ADD3D2}"/>
                      </a:ext>
                    </a:extLst>
                  </p:cNvPr>
                  <p:cNvGrpSpPr>
                    <a:grpSpLocks/>
                  </p:cNvGrpSpPr>
                  <p:nvPr/>
                </p:nvGrpSpPr>
                <p:grpSpPr bwMode="auto">
                  <a:xfrm>
                    <a:off x="818" y="1776"/>
                    <a:ext cx="145" cy="144"/>
                    <a:chOff x="672" y="1920"/>
                    <a:chExt cx="145" cy="144"/>
                  </a:xfrm>
                </p:grpSpPr>
                <p:sp>
                  <p:nvSpPr>
                    <p:cNvPr id="340" name="Line 187">
                      <a:extLst>
                        <a:ext uri="{FF2B5EF4-FFF2-40B4-BE49-F238E27FC236}">
                          <a16:creationId xmlns:a16="http://schemas.microsoft.com/office/drawing/2014/main" id="{AC34B541-4E74-6E49-BE49-13688810373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1" name="Line 188">
                      <a:extLst>
                        <a:ext uri="{FF2B5EF4-FFF2-40B4-BE49-F238E27FC236}">
                          <a16:creationId xmlns:a16="http://schemas.microsoft.com/office/drawing/2014/main" id="{C37337D0-1B0B-F845-B482-8E0EF9CEDC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26" name="Group 191">
                <a:extLst>
                  <a:ext uri="{FF2B5EF4-FFF2-40B4-BE49-F238E27FC236}">
                    <a16:creationId xmlns:a16="http://schemas.microsoft.com/office/drawing/2014/main" id="{7BAA7828-347D-144C-A484-CBD99CA1A112}"/>
                  </a:ext>
                </a:extLst>
              </p:cNvPr>
              <p:cNvGrpSpPr>
                <a:grpSpLocks/>
              </p:cNvGrpSpPr>
              <p:nvPr/>
            </p:nvGrpSpPr>
            <p:grpSpPr bwMode="auto">
              <a:xfrm>
                <a:off x="1259" y="1217"/>
                <a:ext cx="291" cy="288"/>
                <a:chOff x="672" y="1776"/>
                <a:chExt cx="291" cy="288"/>
              </a:xfrm>
            </p:grpSpPr>
            <p:grpSp>
              <p:nvGrpSpPr>
                <p:cNvPr id="330" name="Group 192">
                  <a:extLst>
                    <a:ext uri="{FF2B5EF4-FFF2-40B4-BE49-F238E27FC236}">
                      <a16:creationId xmlns:a16="http://schemas.microsoft.com/office/drawing/2014/main" id="{080D745B-F776-FE43-B32E-EC1B13E0B739}"/>
                    </a:ext>
                  </a:extLst>
                </p:cNvPr>
                <p:cNvGrpSpPr>
                  <a:grpSpLocks/>
                </p:cNvGrpSpPr>
                <p:nvPr/>
              </p:nvGrpSpPr>
              <p:grpSpPr bwMode="auto">
                <a:xfrm>
                  <a:off x="672" y="1920"/>
                  <a:ext cx="145" cy="144"/>
                  <a:chOff x="672" y="1920"/>
                  <a:chExt cx="145" cy="144"/>
                </a:xfrm>
              </p:grpSpPr>
              <p:sp>
                <p:nvSpPr>
                  <p:cNvPr id="334" name="Line 193">
                    <a:extLst>
                      <a:ext uri="{FF2B5EF4-FFF2-40B4-BE49-F238E27FC236}">
                        <a16:creationId xmlns:a16="http://schemas.microsoft.com/office/drawing/2014/main" id="{F073E972-0C07-B94E-84EB-F8A969E5451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5" name="Line 194">
                    <a:extLst>
                      <a:ext uri="{FF2B5EF4-FFF2-40B4-BE49-F238E27FC236}">
                        <a16:creationId xmlns:a16="http://schemas.microsoft.com/office/drawing/2014/main" id="{BF80B266-F6B9-2A4A-AD3E-D1EF434B78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1" name="Group 195">
                  <a:extLst>
                    <a:ext uri="{FF2B5EF4-FFF2-40B4-BE49-F238E27FC236}">
                      <a16:creationId xmlns:a16="http://schemas.microsoft.com/office/drawing/2014/main" id="{BEFF0755-D770-E64E-BB14-71631F6530A2}"/>
                    </a:ext>
                  </a:extLst>
                </p:cNvPr>
                <p:cNvGrpSpPr>
                  <a:grpSpLocks/>
                </p:cNvGrpSpPr>
                <p:nvPr/>
              </p:nvGrpSpPr>
              <p:grpSpPr bwMode="auto">
                <a:xfrm>
                  <a:off x="818" y="1776"/>
                  <a:ext cx="145" cy="144"/>
                  <a:chOff x="672" y="1920"/>
                  <a:chExt cx="145" cy="144"/>
                </a:xfrm>
              </p:grpSpPr>
              <p:sp>
                <p:nvSpPr>
                  <p:cNvPr id="332" name="Line 196">
                    <a:extLst>
                      <a:ext uri="{FF2B5EF4-FFF2-40B4-BE49-F238E27FC236}">
                        <a16:creationId xmlns:a16="http://schemas.microsoft.com/office/drawing/2014/main" id="{9970CA13-0D4D-6C45-B64C-ECA2953D292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3" name="Line 197">
                    <a:extLst>
                      <a:ext uri="{FF2B5EF4-FFF2-40B4-BE49-F238E27FC236}">
                        <a16:creationId xmlns:a16="http://schemas.microsoft.com/office/drawing/2014/main" id="{544A36AB-3BBC-2940-8CEB-E11FCED7C09A}"/>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27" name="Group 199">
                <a:extLst>
                  <a:ext uri="{FF2B5EF4-FFF2-40B4-BE49-F238E27FC236}">
                    <a16:creationId xmlns:a16="http://schemas.microsoft.com/office/drawing/2014/main" id="{55C303CA-BC99-6643-8004-D37635DAFB18}"/>
                  </a:ext>
                </a:extLst>
              </p:cNvPr>
              <p:cNvGrpSpPr>
                <a:grpSpLocks/>
              </p:cNvGrpSpPr>
              <p:nvPr/>
            </p:nvGrpSpPr>
            <p:grpSpPr bwMode="auto">
              <a:xfrm>
                <a:off x="1551" y="1071"/>
                <a:ext cx="145" cy="144"/>
                <a:chOff x="672" y="1920"/>
                <a:chExt cx="145" cy="144"/>
              </a:xfrm>
            </p:grpSpPr>
            <p:sp>
              <p:nvSpPr>
                <p:cNvPr id="328" name="Line 200">
                  <a:extLst>
                    <a:ext uri="{FF2B5EF4-FFF2-40B4-BE49-F238E27FC236}">
                      <a16:creationId xmlns:a16="http://schemas.microsoft.com/office/drawing/2014/main" id="{D7E3913D-9FDC-F340-A052-D88746D1247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9" name="Line 201">
                  <a:extLst>
                    <a:ext uri="{FF2B5EF4-FFF2-40B4-BE49-F238E27FC236}">
                      <a16:creationId xmlns:a16="http://schemas.microsoft.com/office/drawing/2014/main" id="{142EF7B4-50D8-2943-AD1B-C3350098128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0" name="Group 237">
              <a:extLst>
                <a:ext uri="{FF2B5EF4-FFF2-40B4-BE49-F238E27FC236}">
                  <a16:creationId xmlns:a16="http://schemas.microsoft.com/office/drawing/2014/main" id="{9B34BEB4-4FF9-8B40-B66D-4EDCA35D74FF}"/>
                </a:ext>
              </a:extLst>
            </p:cNvPr>
            <p:cNvGrpSpPr>
              <a:grpSpLocks/>
            </p:cNvGrpSpPr>
            <p:nvPr/>
          </p:nvGrpSpPr>
          <p:grpSpPr bwMode="auto">
            <a:xfrm>
              <a:off x="1673" y="1147"/>
              <a:ext cx="583" cy="578"/>
              <a:chOff x="672" y="1486"/>
              <a:chExt cx="583" cy="578"/>
            </a:xfrm>
          </p:grpSpPr>
          <p:grpSp>
            <p:nvGrpSpPr>
              <p:cNvPr id="311" name="Group 238">
                <a:extLst>
                  <a:ext uri="{FF2B5EF4-FFF2-40B4-BE49-F238E27FC236}">
                    <a16:creationId xmlns:a16="http://schemas.microsoft.com/office/drawing/2014/main" id="{0D1959A2-DB88-6F4B-8C5B-3061C8A94FEE}"/>
                  </a:ext>
                </a:extLst>
              </p:cNvPr>
              <p:cNvGrpSpPr>
                <a:grpSpLocks/>
              </p:cNvGrpSpPr>
              <p:nvPr/>
            </p:nvGrpSpPr>
            <p:grpSpPr bwMode="auto">
              <a:xfrm>
                <a:off x="672" y="1776"/>
                <a:ext cx="291" cy="288"/>
                <a:chOff x="672" y="1776"/>
                <a:chExt cx="291" cy="288"/>
              </a:xfrm>
            </p:grpSpPr>
            <p:grpSp>
              <p:nvGrpSpPr>
                <p:cNvPr id="319" name="Group 239">
                  <a:extLst>
                    <a:ext uri="{FF2B5EF4-FFF2-40B4-BE49-F238E27FC236}">
                      <a16:creationId xmlns:a16="http://schemas.microsoft.com/office/drawing/2014/main" id="{3C6F65E0-86EC-1641-A410-19EF0049575E}"/>
                    </a:ext>
                  </a:extLst>
                </p:cNvPr>
                <p:cNvGrpSpPr>
                  <a:grpSpLocks/>
                </p:cNvGrpSpPr>
                <p:nvPr/>
              </p:nvGrpSpPr>
              <p:grpSpPr bwMode="auto">
                <a:xfrm>
                  <a:off x="672" y="1920"/>
                  <a:ext cx="145" cy="144"/>
                  <a:chOff x="672" y="1920"/>
                  <a:chExt cx="145" cy="144"/>
                </a:xfrm>
              </p:grpSpPr>
              <p:sp>
                <p:nvSpPr>
                  <p:cNvPr id="323" name="Line 240">
                    <a:extLst>
                      <a:ext uri="{FF2B5EF4-FFF2-40B4-BE49-F238E27FC236}">
                        <a16:creationId xmlns:a16="http://schemas.microsoft.com/office/drawing/2014/main" id="{A4A03A53-563D-2E4E-B447-0601F752DEE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4" name="Line 241">
                    <a:extLst>
                      <a:ext uri="{FF2B5EF4-FFF2-40B4-BE49-F238E27FC236}">
                        <a16:creationId xmlns:a16="http://schemas.microsoft.com/office/drawing/2014/main" id="{4272D3B1-5096-A24D-9784-DFE7C5ED0001}"/>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20" name="Group 242">
                  <a:extLst>
                    <a:ext uri="{FF2B5EF4-FFF2-40B4-BE49-F238E27FC236}">
                      <a16:creationId xmlns:a16="http://schemas.microsoft.com/office/drawing/2014/main" id="{B2D22486-FFD1-1042-8AF1-5A878A82D102}"/>
                    </a:ext>
                  </a:extLst>
                </p:cNvPr>
                <p:cNvGrpSpPr>
                  <a:grpSpLocks/>
                </p:cNvGrpSpPr>
                <p:nvPr/>
              </p:nvGrpSpPr>
              <p:grpSpPr bwMode="auto">
                <a:xfrm>
                  <a:off x="818" y="1776"/>
                  <a:ext cx="145" cy="144"/>
                  <a:chOff x="672" y="1920"/>
                  <a:chExt cx="145" cy="144"/>
                </a:xfrm>
              </p:grpSpPr>
              <p:sp>
                <p:nvSpPr>
                  <p:cNvPr id="321" name="Line 243">
                    <a:extLst>
                      <a:ext uri="{FF2B5EF4-FFF2-40B4-BE49-F238E27FC236}">
                        <a16:creationId xmlns:a16="http://schemas.microsoft.com/office/drawing/2014/main" id="{597BFF9E-F6C6-C84E-8FFA-8CFC0406DBC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2" name="Line 244">
                    <a:extLst>
                      <a:ext uri="{FF2B5EF4-FFF2-40B4-BE49-F238E27FC236}">
                        <a16:creationId xmlns:a16="http://schemas.microsoft.com/office/drawing/2014/main" id="{964E8744-6FF4-724B-A203-2418454DE579}"/>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2" name="Group 245">
                <a:extLst>
                  <a:ext uri="{FF2B5EF4-FFF2-40B4-BE49-F238E27FC236}">
                    <a16:creationId xmlns:a16="http://schemas.microsoft.com/office/drawing/2014/main" id="{47D01BA6-9852-834A-B5F1-D93F8DCE2CD3}"/>
                  </a:ext>
                </a:extLst>
              </p:cNvPr>
              <p:cNvGrpSpPr>
                <a:grpSpLocks/>
              </p:cNvGrpSpPr>
              <p:nvPr/>
            </p:nvGrpSpPr>
            <p:grpSpPr bwMode="auto">
              <a:xfrm>
                <a:off x="964" y="1486"/>
                <a:ext cx="291" cy="288"/>
                <a:chOff x="672" y="1776"/>
                <a:chExt cx="291" cy="288"/>
              </a:xfrm>
            </p:grpSpPr>
            <p:grpSp>
              <p:nvGrpSpPr>
                <p:cNvPr id="313" name="Group 246">
                  <a:extLst>
                    <a:ext uri="{FF2B5EF4-FFF2-40B4-BE49-F238E27FC236}">
                      <a16:creationId xmlns:a16="http://schemas.microsoft.com/office/drawing/2014/main" id="{A27FE7C3-AFCC-BD42-B31C-4050EDEC47B6}"/>
                    </a:ext>
                  </a:extLst>
                </p:cNvPr>
                <p:cNvGrpSpPr>
                  <a:grpSpLocks/>
                </p:cNvGrpSpPr>
                <p:nvPr/>
              </p:nvGrpSpPr>
              <p:grpSpPr bwMode="auto">
                <a:xfrm>
                  <a:off x="672" y="1920"/>
                  <a:ext cx="145" cy="144"/>
                  <a:chOff x="672" y="1920"/>
                  <a:chExt cx="145" cy="144"/>
                </a:xfrm>
              </p:grpSpPr>
              <p:sp>
                <p:nvSpPr>
                  <p:cNvPr id="317" name="Line 247">
                    <a:extLst>
                      <a:ext uri="{FF2B5EF4-FFF2-40B4-BE49-F238E27FC236}">
                        <a16:creationId xmlns:a16="http://schemas.microsoft.com/office/drawing/2014/main" id="{C9007E8A-3559-C441-BD8C-B8D23A4202A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8" name="Line 248">
                    <a:extLst>
                      <a:ext uri="{FF2B5EF4-FFF2-40B4-BE49-F238E27FC236}">
                        <a16:creationId xmlns:a16="http://schemas.microsoft.com/office/drawing/2014/main" id="{79923FA7-D368-3A45-9EB3-81814AFFCB33}"/>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14" name="Group 249">
                  <a:extLst>
                    <a:ext uri="{FF2B5EF4-FFF2-40B4-BE49-F238E27FC236}">
                      <a16:creationId xmlns:a16="http://schemas.microsoft.com/office/drawing/2014/main" id="{59663083-2325-5045-AACD-16293E50CA91}"/>
                    </a:ext>
                  </a:extLst>
                </p:cNvPr>
                <p:cNvGrpSpPr>
                  <a:grpSpLocks/>
                </p:cNvGrpSpPr>
                <p:nvPr/>
              </p:nvGrpSpPr>
              <p:grpSpPr bwMode="auto">
                <a:xfrm>
                  <a:off x="818" y="1776"/>
                  <a:ext cx="145" cy="144"/>
                  <a:chOff x="672" y="1920"/>
                  <a:chExt cx="145" cy="144"/>
                </a:xfrm>
              </p:grpSpPr>
              <p:sp>
                <p:nvSpPr>
                  <p:cNvPr id="315" name="Line 250">
                    <a:extLst>
                      <a:ext uri="{FF2B5EF4-FFF2-40B4-BE49-F238E27FC236}">
                        <a16:creationId xmlns:a16="http://schemas.microsoft.com/office/drawing/2014/main" id="{3DA93C20-E9D3-5F48-8A08-30C0C6E0D0F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6" name="Line 251">
                    <a:extLst>
                      <a:ext uri="{FF2B5EF4-FFF2-40B4-BE49-F238E27FC236}">
                        <a16:creationId xmlns:a16="http://schemas.microsoft.com/office/drawing/2014/main" id="{E7B69FBE-F697-5843-A2CF-1BC0FB43C51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350" name="Group 358">
            <a:extLst>
              <a:ext uri="{FF2B5EF4-FFF2-40B4-BE49-F238E27FC236}">
                <a16:creationId xmlns:a16="http://schemas.microsoft.com/office/drawing/2014/main" id="{B1A75650-3CD8-7F42-A19F-FB22F9C5426D}"/>
              </a:ext>
            </a:extLst>
          </p:cNvPr>
          <p:cNvGrpSpPr>
            <a:grpSpLocks/>
          </p:cNvGrpSpPr>
          <p:nvPr/>
        </p:nvGrpSpPr>
        <p:grpSpPr bwMode="auto">
          <a:xfrm>
            <a:off x="3723718" y="3122038"/>
            <a:ext cx="1373188" cy="1296988"/>
            <a:chOff x="1994" y="2042"/>
            <a:chExt cx="865" cy="817"/>
          </a:xfrm>
        </p:grpSpPr>
        <p:sp>
          <p:nvSpPr>
            <p:cNvPr id="351" name="Freeform 209">
              <a:extLst>
                <a:ext uri="{FF2B5EF4-FFF2-40B4-BE49-F238E27FC236}">
                  <a16:creationId xmlns:a16="http://schemas.microsoft.com/office/drawing/2014/main" id="{726DD585-FDAA-D146-A36E-E461C4F3AF00}"/>
                </a:ext>
              </a:extLst>
            </p:cNvPr>
            <p:cNvSpPr>
              <a:spLocks/>
            </p:cNvSpPr>
            <p:nvPr/>
          </p:nvSpPr>
          <p:spPr bwMode="auto">
            <a:xfrm rot="-5400000">
              <a:off x="2196" y="2196"/>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rgbClr val="CC0000"/>
              </a:solidFill>
              <a:prstDash val="solid"/>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2" name="Text Box 305">
              <a:extLst>
                <a:ext uri="{FF2B5EF4-FFF2-40B4-BE49-F238E27FC236}">
                  <a16:creationId xmlns:a16="http://schemas.microsoft.com/office/drawing/2014/main" id="{0ADC53BD-DC1E-0447-B68F-69D1E40B8EBB}"/>
                </a:ext>
              </a:extLst>
            </p:cNvPr>
            <p:cNvSpPr txBox="1">
              <a:spLocks noChangeArrowheads="1"/>
            </p:cNvSpPr>
            <p:nvPr/>
          </p:nvSpPr>
          <p:spPr bwMode="auto">
            <a:xfrm>
              <a:off x="1994" y="2042"/>
              <a:ext cx="638" cy="44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C0000"/>
                  </a:solidFill>
                  <a:effectLst/>
                  <a:uLnTx/>
                  <a:uFillTx/>
                  <a:latin typeface="Calibri" panose="020F0502020204030204"/>
                  <a:ea typeface="+mn-ea"/>
                  <a:cs typeface="Arial"/>
                </a:rPr>
                <a:t>2. </a:t>
              </a: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video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sent</a:t>
              </a:r>
            </a:p>
          </p:txBody>
        </p:sp>
      </p:grpSp>
      <p:sp>
        <p:nvSpPr>
          <p:cNvPr id="353" name="Text Box 354">
            <a:extLst>
              <a:ext uri="{FF2B5EF4-FFF2-40B4-BE49-F238E27FC236}">
                <a16:creationId xmlns:a16="http://schemas.microsoft.com/office/drawing/2014/main" id="{42A079BA-138E-2D44-8617-F62E7B879731}"/>
              </a:ext>
            </a:extLst>
          </p:cNvPr>
          <p:cNvSpPr txBox="1">
            <a:spLocks noChangeArrowheads="1"/>
          </p:cNvSpPr>
          <p:nvPr/>
        </p:nvSpPr>
        <p:spPr bwMode="auto">
          <a:xfrm rot="-5433387">
            <a:off x="145493" y="2518789"/>
            <a:ext cx="1957387" cy="3667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Cumulative data</a:t>
            </a:r>
          </a:p>
        </p:txBody>
      </p:sp>
      <p:grpSp>
        <p:nvGrpSpPr>
          <p:cNvPr id="354" name="Group 365">
            <a:extLst>
              <a:ext uri="{FF2B5EF4-FFF2-40B4-BE49-F238E27FC236}">
                <a16:creationId xmlns:a16="http://schemas.microsoft.com/office/drawing/2014/main" id="{9B87CE31-DB37-9A44-A229-BC284C3E993B}"/>
              </a:ext>
            </a:extLst>
          </p:cNvPr>
          <p:cNvGrpSpPr>
            <a:grpSpLocks/>
          </p:cNvGrpSpPr>
          <p:nvPr/>
        </p:nvGrpSpPr>
        <p:grpSpPr bwMode="auto">
          <a:xfrm>
            <a:off x="5009593" y="1507551"/>
            <a:ext cx="5768976" cy="4732339"/>
            <a:chOff x="2804" y="903"/>
            <a:chExt cx="3634" cy="2981"/>
          </a:xfrm>
        </p:grpSpPr>
        <p:sp>
          <p:nvSpPr>
            <p:cNvPr id="355" name="Line 360">
              <a:extLst>
                <a:ext uri="{FF2B5EF4-FFF2-40B4-BE49-F238E27FC236}">
                  <a16:creationId xmlns:a16="http://schemas.microsoft.com/office/drawing/2014/main" id="{F2FACE5B-2598-2B4B-A1C2-C2BAFF668547}"/>
                </a:ext>
              </a:extLst>
            </p:cNvPr>
            <p:cNvSpPr>
              <a:spLocks noChangeShapeType="1"/>
            </p:cNvSpPr>
            <p:nvPr/>
          </p:nvSpPr>
          <p:spPr bwMode="auto">
            <a:xfrm>
              <a:off x="3852" y="903"/>
              <a:ext cx="0" cy="2291"/>
            </a:xfrm>
            <a:prstGeom prst="line">
              <a:avLst/>
            </a:prstGeom>
            <a:noFill/>
            <a:ln w="19050">
              <a:solidFill>
                <a:schemeClr val="tx1"/>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6" name="Text Box 361">
              <a:extLst>
                <a:ext uri="{FF2B5EF4-FFF2-40B4-BE49-F238E27FC236}">
                  <a16:creationId xmlns:a16="http://schemas.microsoft.com/office/drawing/2014/main" id="{D1AB6A8D-7F02-5641-A31E-07D5852A462C}"/>
                </a:ext>
              </a:extLst>
            </p:cNvPr>
            <p:cNvSpPr txBox="1">
              <a:spLocks noChangeArrowheads="1"/>
            </p:cNvSpPr>
            <p:nvPr/>
          </p:nvSpPr>
          <p:spPr bwMode="auto">
            <a:xfrm>
              <a:off x="2804" y="3198"/>
              <a:ext cx="3634" cy="686"/>
            </a:xfrm>
            <a:prstGeom prst="rect">
              <a:avLst/>
            </a:prstGeom>
            <a:noFill/>
            <a:ln w="19050">
              <a:solidFill>
                <a:schemeClr val="tx1"/>
              </a:solidFill>
              <a:prstDash val="sysDot"/>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Arial"/>
                </a:rPr>
                <a:t>streaming</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Arial"/>
                </a:rPr>
                <a:t>: at this time, client  playing out early part of video, while server still sending later part of video</a:t>
              </a:r>
            </a:p>
          </p:txBody>
        </p:sp>
      </p:grpSp>
      <p:sp>
        <p:nvSpPr>
          <p:cNvPr id="360" name="Text Box 366">
            <a:extLst>
              <a:ext uri="{FF2B5EF4-FFF2-40B4-BE49-F238E27FC236}">
                <a16:creationId xmlns:a16="http://schemas.microsoft.com/office/drawing/2014/main" id="{58466624-90AF-9D42-9091-9FAEB77AA665}"/>
              </a:ext>
            </a:extLst>
          </p:cNvPr>
          <p:cNvSpPr txBox="1">
            <a:spLocks noChangeArrowheads="1"/>
          </p:cNvSpPr>
          <p:nvPr/>
        </p:nvSpPr>
        <p:spPr bwMode="auto">
          <a:xfrm>
            <a:off x="8657668" y="4236463"/>
            <a:ext cx="620713" cy="36988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time</a:t>
            </a:r>
          </a:p>
        </p:txBody>
      </p:sp>
      <p:grpSp>
        <p:nvGrpSpPr>
          <p:cNvPr id="362" name="Group 263">
            <a:extLst>
              <a:ext uri="{FF2B5EF4-FFF2-40B4-BE49-F238E27FC236}">
                <a16:creationId xmlns:a16="http://schemas.microsoft.com/office/drawing/2014/main" id="{EA56C58B-56AC-834F-849E-EA54C767221C}"/>
              </a:ext>
            </a:extLst>
          </p:cNvPr>
          <p:cNvGrpSpPr>
            <a:grpSpLocks/>
          </p:cNvGrpSpPr>
          <p:nvPr/>
        </p:nvGrpSpPr>
        <p:grpSpPr bwMode="auto">
          <a:xfrm>
            <a:off x="4478338" y="1693820"/>
            <a:ext cx="2552700" cy="2525713"/>
            <a:chOff x="648" y="1147"/>
            <a:chExt cx="1608" cy="1591"/>
          </a:xfrm>
        </p:grpSpPr>
        <p:grpSp>
          <p:nvGrpSpPr>
            <p:cNvPr id="411" name="Group 264">
              <a:extLst>
                <a:ext uri="{FF2B5EF4-FFF2-40B4-BE49-F238E27FC236}">
                  <a16:creationId xmlns:a16="http://schemas.microsoft.com/office/drawing/2014/main" id="{A10C73EE-575B-0448-A214-6B59FB271FD7}"/>
                </a:ext>
              </a:extLst>
            </p:cNvPr>
            <p:cNvGrpSpPr>
              <a:grpSpLocks/>
            </p:cNvGrpSpPr>
            <p:nvPr/>
          </p:nvGrpSpPr>
          <p:grpSpPr bwMode="auto">
            <a:xfrm>
              <a:off x="648" y="1725"/>
              <a:ext cx="1024" cy="1013"/>
              <a:chOff x="672" y="1071"/>
              <a:chExt cx="1024" cy="1013"/>
            </a:xfrm>
          </p:grpSpPr>
          <p:grpSp>
            <p:nvGrpSpPr>
              <p:cNvPr id="427" name="Group 265">
                <a:extLst>
                  <a:ext uri="{FF2B5EF4-FFF2-40B4-BE49-F238E27FC236}">
                    <a16:creationId xmlns:a16="http://schemas.microsoft.com/office/drawing/2014/main" id="{F163D769-B2B9-5944-B2D0-4C48E895A9D5}"/>
                  </a:ext>
                </a:extLst>
              </p:cNvPr>
              <p:cNvGrpSpPr>
                <a:grpSpLocks/>
              </p:cNvGrpSpPr>
              <p:nvPr/>
            </p:nvGrpSpPr>
            <p:grpSpPr bwMode="auto">
              <a:xfrm>
                <a:off x="672" y="1506"/>
                <a:ext cx="583" cy="578"/>
                <a:chOff x="672" y="1486"/>
                <a:chExt cx="583" cy="578"/>
              </a:xfrm>
            </p:grpSpPr>
            <p:grpSp>
              <p:nvGrpSpPr>
                <p:cNvPr id="438" name="Group 266">
                  <a:extLst>
                    <a:ext uri="{FF2B5EF4-FFF2-40B4-BE49-F238E27FC236}">
                      <a16:creationId xmlns:a16="http://schemas.microsoft.com/office/drawing/2014/main" id="{47CE18EE-DF25-8F4A-9956-7FA1F500B11C}"/>
                    </a:ext>
                  </a:extLst>
                </p:cNvPr>
                <p:cNvGrpSpPr>
                  <a:grpSpLocks/>
                </p:cNvGrpSpPr>
                <p:nvPr/>
              </p:nvGrpSpPr>
              <p:grpSpPr bwMode="auto">
                <a:xfrm>
                  <a:off x="672" y="1776"/>
                  <a:ext cx="291" cy="288"/>
                  <a:chOff x="672" y="1776"/>
                  <a:chExt cx="291" cy="288"/>
                </a:xfrm>
              </p:grpSpPr>
              <p:grpSp>
                <p:nvGrpSpPr>
                  <p:cNvPr id="446" name="Group 267">
                    <a:extLst>
                      <a:ext uri="{FF2B5EF4-FFF2-40B4-BE49-F238E27FC236}">
                        <a16:creationId xmlns:a16="http://schemas.microsoft.com/office/drawing/2014/main" id="{3BB4504D-1A2B-9343-8787-5B23B1213677}"/>
                      </a:ext>
                    </a:extLst>
                  </p:cNvPr>
                  <p:cNvGrpSpPr>
                    <a:grpSpLocks/>
                  </p:cNvGrpSpPr>
                  <p:nvPr/>
                </p:nvGrpSpPr>
                <p:grpSpPr bwMode="auto">
                  <a:xfrm>
                    <a:off x="672" y="1920"/>
                    <a:ext cx="145" cy="144"/>
                    <a:chOff x="672" y="1920"/>
                    <a:chExt cx="145" cy="144"/>
                  </a:xfrm>
                </p:grpSpPr>
                <p:sp>
                  <p:nvSpPr>
                    <p:cNvPr id="450" name="Line 268">
                      <a:extLst>
                        <a:ext uri="{FF2B5EF4-FFF2-40B4-BE49-F238E27FC236}">
                          <a16:creationId xmlns:a16="http://schemas.microsoft.com/office/drawing/2014/main" id="{47C9C95F-7187-0B4A-8496-E31A38F679B9}"/>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51" name="Line 269">
                      <a:extLst>
                        <a:ext uri="{FF2B5EF4-FFF2-40B4-BE49-F238E27FC236}">
                          <a16:creationId xmlns:a16="http://schemas.microsoft.com/office/drawing/2014/main" id="{33A91F87-4A1F-2D40-8D8C-B09DE015907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7" name="Group 270">
                    <a:extLst>
                      <a:ext uri="{FF2B5EF4-FFF2-40B4-BE49-F238E27FC236}">
                        <a16:creationId xmlns:a16="http://schemas.microsoft.com/office/drawing/2014/main" id="{500194A4-54C5-0641-B353-57816A036364}"/>
                      </a:ext>
                    </a:extLst>
                  </p:cNvPr>
                  <p:cNvGrpSpPr>
                    <a:grpSpLocks/>
                  </p:cNvGrpSpPr>
                  <p:nvPr/>
                </p:nvGrpSpPr>
                <p:grpSpPr bwMode="auto">
                  <a:xfrm>
                    <a:off x="818" y="1776"/>
                    <a:ext cx="145" cy="144"/>
                    <a:chOff x="672" y="1920"/>
                    <a:chExt cx="145" cy="144"/>
                  </a:xfrm>
                </p:grpSpPr>
                <p:sp>
                  <p:nvSpPr>
                    <p:cNvPr id="448" name="Line 271">
                      <a:extLst>
                        <a:ext uri="{FF2B5EF4-FFF2-40B4-BE49-F238E27FC236}">
                          <a16:creationId xmlns:a16="http://schemas.microsoft.com/office/drawing/2014/main" id="{1FDA36DA-2649-534C-B0C6-3320116F465D}"/>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9" name="Line 272">
                      <a:extLst>
                        <a:ext uri="{FF2B5EF4-FFF2-40B4-BE49-F238E27FC236}">
                          <a16:creationId xmlns:a16="http://schemas.microsoft.com/office/drawing/2014/main" id="{ED38F4B9-ADDD-1740-ACAD-6B7D2291F3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39" name="Group 273">
                  <a:extLst>
                    <a:ext uri="{FF2B5EF4-FFF2-40B4-BE49-F238E27FC236}">
                      <a16:creationId xmlns:a16="http://schemas.microsoft.com/office/drawing/2014/main" id="{DBA0E83F-92A1-3B41-828B-8B2BBBBAA69E}"/>
                    </a:ext>
                  </a:extLst>
                </p:cNvPr>
                <p:cNvGrpSpPr>
                  <a:grpSpLocks/>
                </p:cNvGrpSpPr>
                <p:nvPr/>
              </p:nvGrpSpPr>
              <p:grpSpPr bwMode="auto">
                <a:xfrm>
                  <a:off x="964" y="1486"/>
                  <a:ext cx="291" cy="288"/>
                  <a:chOff x="672" y="1776"/>
                  <a:chExt cx="291" cy="288"/>
                </a:xfrm>
              </p:grpSpPr>
              <p:grpSp>
                <p:nvGrpSpPr>
                  <p:cNvPr id="440" name="Group 274">
                    <a:extLst>
                      <a:ext uri="{FF2B5EF4-FFF2-40B4-BE49-F238E27FC236}">
                        <a16:creationId xmlns:a16="http://schemas.microsoft.com/office/drawing/2014/main" id="{ADE50871-4E66-4249-9CD5-5873E4222FC0}"/>
                      </a:ext>
                    </a:extLst>
                  </p:cNvPr>
                  <p:cNvGrpSpPr>
                    <a:grpSpLocks/>
                  </p:cNvGrpSpPr>
                  <p:nvPr/>
                </p:nvGrpSpPr>
                <p:grpSpPr bwMode="auto">
                  <a:xfrm>
                    <a:off x="672" y="1920"/>
                    <a:ext cx="145" cy="144"/>
                    <a:chOff x="672" y="1920"/>
                    <a:chExt cx="145" cy="144"/>
                  </a:xfrm>
                </p:grpSpPr>
                <p:sp>
                  <p:nvSpPr>
                    <p:cNvPr id="444" name="Line 275">
                      <a:extLst>
                        <a:ext uri="{FF2B5EF4-FFF2-40B4-BE49-F238E27FC236}">
                          <a16:creationId xmlns:a16="http://schemas.microsoft.com/office/drawing/2014/main" id="{6105385D-B8C1-9E47-B0C5-FD41228A2B3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5" name="Line 276">
                      <a:extLst>
                        <a:ext uri="{FF2B5EF4-FFF2-40B4-BE49-F238E27FC236}">
                          <a16:creationId xmlns:a16="http://schemas.microsoft.com/office/drawing/2014/main" id="{E47EBE3F-A869-2749-9EBA-837F378EC1B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1" name="Group 277">
                    <a:extLst>
                      <a:ext uri="{FF2B5EF4-FFF2-40B4-BE49-F238E27FC236}">
                        <a16:creationId xmlns:a16="http://schemas.microsoft.com/office/drawing/2014/main" id="{C321EA68-449A-194D-B714-57BECE87067E}"/>
                      </a:ext>
                    </a:extLst>
                  </p:cNvPr>
                  <p:cNvGrpSpPr>
                    <a:grpSpLocks/>
                  </p:cNvGrpSpPr>
                  <p:nvPr/>
                </p:nvGrpSpPr>
                <p:grpSpPr bwMode="auto">
                  <a:xfrm>
                    <a:off x="818" y="1776"/>
                    <a:ext cx="145" cy="144"/>
                    <a:chOff x="672" y="1920"/>
                    <a:chExt cx="145" cy="144"/>
                  </a:xfrm>
                </p:grpSpPr>
                <p:sp>
                  <p:nvSpPr>
                    <p:cNvPr id="442" name="Line 278">
                      <a:extLst>
                        <a:ext uri="{FF2B5EF4-FFF2-40B4-BE49-F238E27FC236}">
                          <a16:creationId xmlns:a16="http://schemas.microsoft.com/office/drawing/2014/main" id="{0BC1D629-7CBF-4947-BBB5-DF0E6A1B00D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3" name="Line 279">
                      <a:extLst>
                        <a:ext uri="{FF2B5EF4-FFF2-40B4-BE49-F238E27FC236}">
                          <a16:creationId xmlns:a16="http://schemas.microsoft.com/office/drawing/2014/main" id="{E702AD42-70DB-5441-87E9-BC7872AFFF3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428" name="Group 280">
                <a:extLst>
                  <a:ext uri="{FF2B5EF4-FFF2-40B4-BE49-F238E27FC236}">
                    <a16:creationId xmlns:a16="http://schemas.microsoft.com/office/drawing/2014/main" id="{BE071EE1-B986-0248-B7C6-E944D585DA33}"/>
                  </a:ext>
                </a:extLst>
              </p:cNvPr>
              <p:cNvGrpSpPr>
                <a:grpSpLocks/>
              </p:cNvGrpSpPr>
              <p:nvPr/>
            </p:nvGrpSpPr>
            <p:grpSpPr bwMode="auto">
              <a:xfrm>
                <a:off x="1259" y="1217"/>
                <a:ext cx="291" cy="288"/>
                <a:chOff x="672" y="1776"/>
                <a:chExt cx="291" cy="288"/>
              </a:xfrm>
            </p:grpSpPr>
            <p:grpSp>
              <p:nvGrpSpPr>
                <p:cNvPr id="432" name="Group 281">
                  <a:extLst>
                    <a:ext uri="{FF2B5EF4-FFF2-40B4-BE49-F238E27FC236}">
                      <a16:creationId xmlns:a16="http://schemas.microsoft.com/office/drawing/2014/main" id="{7229A489-CAC6-274F-AF69-A101419B763B}"/>
                    </a:ext>
                  </a:extLst>
                </p:cNvPr>
                <p:cNvGrpSpPr>
                  <a:grpSpLocks/>
                </p:cNvGrpSpPr>
                <p:nvPr/>
              </p:nvGrpSpPr>
              <p:grpSpPr bwMode="auto">
                <a:xfrm>
                  <a:off x="672" y="1920"/>
                  <a:ext cx="145" cy="144"/>
                  <a:chOff x="672" y="1920"/>
                  <a:chExt cx="145" cy="144"/>
                </a:xfrm>
              </p:grpSpPr>
              <p:sp>
                <p:nvSpPr>
                  <p:cNvPr id="436" name="Line 282">
                    <a:extLst>
                      <a:ext uri="{FF2B5EF4-FFF2-40B4-BE49-F238E27FC236}">
                        <a16:creationId xmlns:a16="http://schemas.microsoft.com/office/drawing/2014/main" id="{74E31333-2568-0642-8D3B-1650F159FCF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7" name="Line 283">
                    <a:extLst>
                      <a:ext uri="{FF2B5EF4-FFF2-40B4-BE49-F238E27FC236}">
                        <a16:creationId xmlns:a16="http://schemas.microsoft.com/office/drawing/2014/main" id="{98BA3F1E-08EE-4746-B16D-A5A2FB8E92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33" name="Group 284">
                  <a:extLst>
                    <a:ext uri="{FF2B5EF4-FFF2-40B4-BE49-F238E27FC236}">
                      <a16:creationId xmlns:a16="http://schemas.microsoft.com/office/drawing/2014/main" id="{199D0F45-97C2-344B-85F5-3E8B9657CFE9}"/>
                    </a:ext>
                  </a:extLst>
                </p:cNvPr>
                <p:cNvGrpSpPr>
                  <a:grpSpLocks/>
                </p:cNvGrpSpPr>
                <p:nvPr/>
              </p:nvGrpSpPr>
              <p:grpSpPr bwMode="auto">
                <a:xfrm>
                  <a:off x="818" y="1776"/>
                  <a:ext cx="145" cy="144"/>
                  <a:chOff x="672" y="1920"/>
                  <a:chExt cx="145" cy="144"/>
                </a:xfrm>
              </p:grpSpPr>
              <p:sp>
                <p:nvSpPr>
                  <p:cNvPr id="434" name="Line 285">
                    <a:extLst>
                      <a:ext uri="{FF2B5EF4-FFF2-40B4-BE49-F238E27FC236}">
                        <a16:creationId xmlns:a16="http://schemas.microsoft.com/office/drawing/2014/main" id="{B2664896-9A99-934B-910D-7193C0DAD308}"/>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5" name="Line 286">
                    <a:extLst>
                      <a:ext uri="{FF2B5EF4-FFF2-40B4-BE49-F238E27FC236}">
                        <a16:creationId xmlns:a16="http://schemas.microsoft.com/office/drawing/2014/main" id="{E43C55B4-FF96-6947-854C-72D13A10754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29" name="Group 287">
                <a:extLst>
                  <a:ext uri="{FF2B5EF4-FFF2-40B4-BE49-F238E27FC236}">
                    <a16:creationId xmlns:a16="http://schemas.microsoft.com/office/drawing/2014/main" id="{E773068B-72AF-1E4E-805C-FB886AD66408}"/>
                  </a:ext>
                </a:extLst>
              </p:cNvPr>
              <p:cNvGrpSpPr>
                <a:grpSpLocks/>
              </p:cNvGrpSpPr>
              <p:nvPr/>
            </p:nvGrpSpPr>
            <p:grpSpPr bwMode="auto">
              <a:xfrm>
                <a:off x="1551" y="1071"/>
                <a:ext cx="145" cy="144"/>
                <a:chOff x="672" y="1920"/>
                <a:chExt cx="145" cy="144"/>
              </a:xfrm>
            </p:grpSpPr>
            <p:sp>
              <p:nvSpPr>
                <p:cNvPr id="430" name="Line 288">
                  <a:extLst>
                    <a:ext uri="{FF2B5EF4-FFF2-40B4-BE49-F238E27FC236}">
                      <a16:creationId xmlns:a16="http://schemas.microsoft.com/office/drawing/2014/main" id="{016DE7C6-744C-CF4D-9603-B9B0567975A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1" name="Line 289">
                  <a:extLst>
                    <a:ext uri="{FF2B5EF4-FFF2-40B4-BE49-F238E27FC236}">
                      <a16:creationId xmlns:a16="http://schemas.microsoft.com/office/drawing/2014/main" id="{3936F322-2E52-8A48-98FB-C4941C484F3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2" name="Group 290">
              <a:extLst>
                <a:ext uri="{FF2B5EF4-FFF2-40B4-BE49-F238E27FC236}">
                  <a16:creationId xmlns:a16="http://schemas.microsoft.com/office/drawing/2014/main" id="{F68B663C-2198-094C-B28B-2828EAAB82D1}"/>
                </a:ext>
              </a:extLst>
            </p:cNvPr>
            <p:cNvGrpSpPr>
              <a:grpSpLocks/>
            </p:cNvGrpSpPr>
            <p:nvPr/>
          </p:nvGrpSpPr>
          <p:grpSpPr bwMode="auto">
            <a:xfrm>
              <a:off x="1673" y="1147"/>
              <a:ext cx="583" cy="578"/>
              <a:chOff x="672" y="1486"/>
              <a:chExt cx="583" cy="578"/>
            </a:xfrm>
          </p:grpSpPr>
          <p:grpSp>
            <p:nvGrpSpPr>
              <p:cNvPr id="413" name="Group 291">
                <a:extLst>
                  <a:ext uri="{FF2B5EF4-FFF2-40B4-BE49-F238E27FC236}">
                    <a16:creationId xmlns:a16="http://schemas.microsoft.com/office/drawing/2014/main" id="{5A97AB60-18EF-0243-A1FF-2BF42CBB2F77}"/>
                  </a:ext>
                </a:extLst>
              </p:cNvPr>
              <p:cNvGrpSpPr>
                <a:grpSpLocks/>
              </p:cNvGrpSpPr>
              <p:nvPr/>
            </p:nvGrpSpPr>
            <p:grpSpPr bwMode="auto">
              <a:xfrm>
                <a:off x="672" y="1776"/>
                <a:ext cx="291" cy="288"/>
                <a:chOff x="672" y="1776"/>
                <a:chExt cx="291" cy="288"/>
              </a:xfrm>
            </p:grpSpPr>
            <p:grpSp>
              <p:nvGrpSpPr>
                <p:cNvPr id="421" name="Group 292">
                  <a:extLst>
                    <a:ext uri="{FF2B5EF4-FFF2-40B4-BE49-F238E27FC236}">
                      <a16:creationId xmlns:a16="http://schemas.microsoft.com/office/drawing/2014/main" id="{2B4B77F7-854F-F143-9436-9C80F22387D4}"/>
                    </a:ext>
                  </a:extLst>
                </p:cNvPr>
                <p:cNvGrpSpPr>
                  <a:grpSpLocks/>
                </p:cNvGrpSpPr>
                <p:nvPr/>
              </p:nvGrpSpPr>
              <p:grpSpPr bwMode="auto">
                <a:xfrm>
                  <a:off x="672" y="1920"/>
                  <a:ext cx="145" cy="144"/>
                  <a:chOff x="672" y="1920"/>
                  <a:chExt cx="145" cy="144"/>
                </a:xfrm>
              </p:grpSpPr>
              <p:sp>
                <p:nvSpPr>
                  <p:cNvPr id="425" name="Line 293">
                    <a:extLst>
                      <a:ext uri="{FF2B5EF4-FFF2-40B4-BE49-F238E27FC236}">
                        <a16:creationId xmlns:a16="http://schemas.microsoft.com/office/drawing/2014/main" id="{2FF0E93C-F1F9-7B49-8B1B-8BAD10F67ABF}"/>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6" name="Line 294">
                    <a:extLst>
                      <a:ext uri="{FF2B5EF4-FFF2-40B4-BE49-F238E27FC236}">
                        <a16:creationId xmlns:a16="http://schemas.microsoft.com/office/drawing/2014/main" id="{44E6EFCD-AE01-414D-8B02-800D0BCBAB27}"/>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22" name="Group 295">
                  <a:extLst>
                    <a:ext uri="{FF2B5EF4-FFF2-40B4-BE49-F238E27FC236}">
                      <a16:creationId xmlns:a16="http://schemas.microsoft.com/office/drawing/2014/main" id="{F14A7FE1-7840-A04E-8A45-1602A0A5CBC0}"/>
                    </a:ext>
                  </a:extLst>
                </p:cNvPr>
                <p:cNvGrpSpPr>
                  <a:grpSpLocks/>
                </p:cNvGrpSpPr>
                <p:nvPr/>
              </p:nvGrpSpPr>
              <p:grpSpPr bwMode="auto">
                <a:xfrm>
                  <a:off x="818" y="1776"/>
                  <a:ext cx="145" cy="144"/>
                  <a:chOff x="672" y="1920"/>
                  <a:chExt cx="145" cy="144"/>
                </a:xfrm>
              </p:grpSpPr>
              <p:sp>
                <p:nvSpPr>
                  <p:cNvPr id="423" name="Line 296">
                    <a:extLst>
                      <a:ext uri="{FF2B5EF4-FFF2-40B4-BE49-F238E27FC236}">
                        <a16:creationId xmlns:a16="http://schemas.microsoft.com/office/drawing/2014/main" id="{0C44817A-8DE7-E74C-8DEF-886B482227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4" name="Line 297">
                    <a:extLst>
                      <a:ext uri="{FF2B5EF4-FFF2-40B4-BE49-F238E27FC236}">
                        <a16:creationId xmlns:a16="http://schemas.microsoft.com/office/drawing/2014/main" id="{C7FE7A0E-E74D-E840-B1B1-ED9C2641F67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4" name="Group 298">
                <a:extLst>
                  <a:ext uri="{FF2B5EF4-FFF2-40B4-BE49-F238E27FC236}">
                    <a16:creationId xmlns:a16="http://schemas.microsoft.com/office/drawing/2014/main" id="{BAE76EE8-D72E-7B46-9B65-1BDDB924335F}"/>
                  </a:ext>
                </a:extLst>
              </p:cNvPr>
              <p:cNvGrpSpPr>
                <a:grpSpLocks/>
              </p:cNvGrpSpPr>
              <p:nvPr/>
            </p:nvGrpSpPr>
            <p:grpSpPr bwMode="auto">
              <a:xfrm>
                <a:off x="964" y="1486"/>
                <a:ext cx="291" cy="288"/>
                <a:chOff x="672" y="1776"/>
                <a:chExt cx="291" cy="288"/>
              </a:xfrm>
            </p:grpSpPr>
            <p:grpSp>
              <p:nvGrpSpPr>
                <p:cNvPr id="415" name="Group 299">
                  <a:extLst>
                    <a:ext uri="{FF2B5EF4-FFF2-40B4-BE49-F238E27FC236}">
                      <a16:creationId xmlns:a16="http://schemas.microsoft.com/office/drawing/2014/main" id="{83CD0457-8AD2-E843-AAF8-B0F1829FB9DD}"/>
                    </a:ext>
                  </a:extLst>
                </p:cNvPr>
                <p:cNvGrpSpPr>
                  <a:grpSpLocks/>
                </p:cNvGrpSpPr>
                <p:nvPr/>
              </p:nvGrpSpPr>
              <p:grpSpPr bwMode="auto">
                <a:xfrm>
                  <a:off x="672" y="1920"/>
                  <a:ext cx="145" cy="144"/>
                  <a:chOff x="672" y="1920"/>
                  <a:chExt cx="145" cy="144"/>
                </a:xfrm>
              </p:grpSpPr>
              <p:sp>
                <p:nvSpPr>
                  <p:cNvPr id="419" name="Line 300">
                    <a:extLst>
                      <a:ext uri="{FF2B5EF4-FFF2-40B4-BE49-F238E27FC236}">
                        <a16:creationId xmlns:a16="http://schemas.microsoft.com/office/drawing/2014/main" id="{A755790D-3242-B64C-B9BA-B6E2166A56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0" name="Line 301">
                    <a:extLst>
                      <a:ext uri="{FF2B5EF4-FFF2-40B4-BE49-F238E27FC236}">
                        <a16:creationId xmlns:a16="http://schemas.microsoft.com/office/drawing/2014/main" id="{EE069ECB-9B06-9247-8CA7-98D070E6CE5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16" name="Group 302">
                  <a:extLst>
                    <a:ext uri="{FF2B5EF4-FFF2-40B4-BE49-F238E27FC236}">
                      <a16:creationId xmlns:a16="http://schemas.microsoft.com/office/drawing/2014/main" id="{65323115-99B2-2B48-9A17-90D66814A4D0}"/>
                    </a:ext>
                  </a:extLst>
                </p:cNvPr>
                <p:cNvGrpSpPr>
                  <a:grpSpLocks/>
                </p:cNvGrpSpPr>
                <p:nvPr/>
              </p:nvGrpSpPr>
              <p:grpSpPr bwMode="auto">
                <a:xfrm>
                  <a:off x="818" y="1776"/>
                  <a:ext cx="145" cy="144"/>
                  <a:chOff x="672" y="1920"/>
                  <a:chExt cx="145" cy="144"/>
                </a:xfrm>
              </p:grpSpPr>
              <p:sp>
                <p:nvSpPr>
                  <p:cNvPr id="417" name="Line 303">
                    <a:extLst>
                      <a:ext uri="{FF2B5EF4-FFF2-40B4-BE49-F238E27FC236}">
                        <a16:creationId xmlns:a16="http://schemas.microsoft.com/office/drawing/2014/main" id="{19BED610-B77A-0442-981F-B9C075A7899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8" name="Line 304">
                    <a:extLst>
                      <a:ext uri="{FF2B5EF4-FFF2-40B4-BE49-F238E27FC236}">
                        <a16:creationId xmlns:a16="http://schemas.microsoft.com/office/drawing/2014/main" id="{66FBF5F5-B319-504D-8CF7-D8606838AD43}"/>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2" name="Group 1">
            <a:extLst>
              <a:ext uri="{FF2B5EF4-FFF2-40B4-BE49-F238E27FC236}">
                <a16:creationId xmlns:a16="http://schemas.microsoft.com/office/drawing/2014/main" id="{B26649D5-E4EE-4F43-8952-3DE73D1995E6}"/>
              </a:ext>
            </a:extLst>
          </p:cNvPr>
          <p:cNvGrpSpPr/>
          <p:nvPr/>
        </p:nvGrpSpPr>
        <p:grpSpPr>
          <a:xfrm>
            <a:off x="6369579" y="1703345"/>
            <a:ext cx="4535488" cy="2581276"/>
            <a:chOff x="7656512" y="-921322"/>
            <a:chExt cx="4535488" cy="2581276"/>
          </a:xfrm>
        </p:grpSpPr>
        <p:grpSp>
          <p:nvGrpSpPr>
            <p:cNvPr id="363" name="Group 306">
              <a:extLst>
                <a:ext uri="{FF2B5EF4-FFF2-40B4-BE49-F238E27FC236}">
                  <a16:creationId xmlns:a16="http://schemas.microsoft.com/office/drawing/2014/main" id="{0516F032-FE9D-2B4F-8986-B4FAAF3F0169}"/>
                </a:ext>
              </a:extLst>
            </p:cNvPr>
            <p:cNvGrpSpPr>
              <a:grpSpLocks/>
            </p:cNvGrpSpPr>
            <p:nvPr/>
          </p:nvGrpSpPr>
          <p:grpSpPr bwMode="auto">
            <a:xfrm>
              <a:off x="7656512" y="-921322"/>
              <a:ext cx="2552700" cy="2525713"/>
              <a:chOff x="648" y="1147"/>
              <a:chExt cx="1608" cy="1591"/>
            </a:xfrm>
          </p:grpSpPr>
          <p:grpSp>
            <p:nvGrpSpPr>
              <p:cNvPr id="370" name="Group 307">
                <a:extLst>
                  <a:ext uri="{FF2B5EF4-FFF2-40B4-BE49-F238E27FC236}">
                    <a16:creationId xmlns:a16="http://schemas.microsoft.com/office/drawing/2014/main" id="{FCE877C4-30B2-B143-B2B5-3F9FC5C2065D}"/>
                  </a:ext>
                </a:extLst>
              </p:cNvPr>
              <p:cNvGrpSpPr>
                <a:grpSpLocks/>
              </p:cNvGrpSpPr>
              <p:nvPr/>
            </p:nvGrpSpPr>
            <p:grpSpPr bwMode="auto">
              <a:xfrm>
                <a:off x="648" y="1725"/>
                <a:ext cx="1024" cy="1013"/>
                <a:chOff x="672" y="1071"/>
                <a:chExt cx="1024" cy="1013"/>
              </a:xfrm>
            </p:grpSpPr>
            <p:grpSp>
              <p:nvGrpSpPr>
                <p:cNvPr id="386" name="Group 308">
                  <a:extLst>
                    <a:ext uri="{FF2B5EF4-FFF2-40B4-BE49-F238E27FC236}">
                      <a16:creationId xmlns:a16="http://schemas.microsoft.com/office/drawing/2014/main" id="{FAA05A91-979A-6E4C-A6D3-AF67FC046527}"/>
                    </a:ext>
                  </a:extLst>
                </p:cNvPr>
                <p:cNvGrpSpPr>
                  <a:grpSpLocks/>
                </p:cNvGrpSpPr>
                <p:nvPr/>
              </p:nvGrpSpPr>
              <p:grpSpPr bwMode="auto">
                <a:xfrm>
                  <a:off x="672" y="1506"/>
                  <a:ext cx="583" cy="578"/>
                  <a:chOff x="672" y="1486"/>
                  <a:chExt cx="583" cy="578"/>
                </a:xfrm>
              </p:grpSpPr>
              <p:grpSp>
                <p:nvGrpSpPr>
                  <p:cNvPr id="397" name="Group 309">
                    <a:extLst>
                      <a:ext uri="{FF2B5EF4-FFF2-40B4-BE49-F238E27FC236}">
                        <a16:creationId xmlns:a16="http://schemas.microsoft.com/office/drawing/2014/main" id="{6021DC4E-9A45-C14C-A354-9C1D3F32B88E}"/>
                      </a:ext>
                    </a:extLst>
                  </p:cNvPr>
                  <p:cNvGrpSpPr>
                    <a:grpSpLocks/>
                  </p:cNvGrpSpPr>
                  <p:nvPr/>
                </p:nvGrpSpPr>
                <p:grpSpPr bwMode="auto">
                  <a:xfrm>
                    <a:off x="672" y="1776"/>
                    <a:ext cx="291" cy="288"/>
                    <a:chOff x="672" y="1776"/>
                    <a:chExt cx="291" cy="288"/>
                  </a:xfrm>
                </p:grpSpPr>
                <p:grpSp>
                  <p:nvGrpSpPr>
                    <p:cNvPr id="405" name="Group 310">
                      <a:extLst>
                        <a:ext uri="{FF2B5EF4-FFF2-40B4-BE49-F238E27FC236}">
                          <a16:creationId xmlns:a16="http://schemas.microsoft.com/office/drawing/2014/main" id="{47E1CFDB-4FDB-1C44-93F6-7ABDF732EA83}"/>
                        </a:ext>
                      </a:extLst>
                    </p:cNvPr>
                    <p:cNvGrpSpPr>
                      <a:grpSpLocks/>
                    </p:cNvGrpSpPr>
                    <p:nvPr/>
                  </p:nvGrpSpPr>
                  <p:grpSpPr bwMode="auto">
                    <a:xfrm>
                      <a:off x="672" y="1920"/>
                      <a:ext cx="145" cy="144"/>
                      <a:chOff x="672" y="1920"/>
                      <a:chExt cx="145" cy="144"/>
                    </a:xfrm>
                  </p:grpSpPr>
                  <p:sp>
                    <p:nvSpPr>
                      <p:cNvPr id="409" name="Line 311">
                        <a:extLst>
                          <a:ext uri="{FF2B5EF4-FFF2-40B4-BE49-F238E27FC236}">
                            <a16:creationId xmlns:a16="http://schemas.microsoft.com/office/drawing/2014/main" id="{52426066-BE78-FA40-BA19-55914C827C4A}"/>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0" name="Line 312">
                        <a:extLst>
                          <a:ext uri="{FF2B5EF4-FFF2-40B4-BE49-F238E27FC236}">
                            <a16:creationId xmlns:a16="http://schemas.microsoft.com/office/drawing/2014/main" id="{E2F7B2B2-36A4-CA4B-A8CF-83716F4F674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6" name="Group 313">
                      <a:extLst>
                        <a:ext uri="{FF2B5EF4-FFF2-40B4-BE49-F238E27FC236}">
                          <a16:creationId xmlns:a16="http://schemas.microsoft.com/office/drawing/2014/main" id="{4755E447-E81B-0944-A9A7-DF6C99CDB035}"/>
                        </a:ext>
                      </a:extLst>
                    </p:cNvPr>
                    <p:cNvGrpSpPr>
                      <a:grpSpLocks/>
                    </p:cNvGrpSpPr>
                    <p:nvPr/>
                  </p:nvGrpSpPr>
                  <p:grpSpPr bwMode="auto">
                    <a:xfrm>
                      <a:off x="818" y="1776"/>
                      <a:ext cx="145" cy="144"/>
                      <a:chOff x="672" y="1920"/>
                      <a:chExt cx="145" cy="144"/>
                    </a:xfrm>
                  </p:grpSpPr>
                  <p:sp>
                    <p:nvSpPr>
                      <p:cNvPr id="407" name="Line 314">
                        <a:extLst>
                          <a:ext uri="{FF2B5EF4-FFF2-40B4-BE49-F238E27FC236}">
                            <a16:creationId xmlns:a16="http://schemas.microsoft.com/office/drawing/2014/main" id="{F1EF30CE-F055-0149-B8A3-9DEF6EF73A8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8" name="Line 315">
                        <a:extLst>
                          <a:ext uri="{FF2B5EF4-FFF2-40B4-BE49-F238E27FC236}">
                            <a16:creationId xmlns:a16="http://schemas.microsoft.com/office/drawing/2014/main" id="{0BB5EB04-9952-174C-99CD-3427A06864B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98" name="Group 316">
                    <a:extLst>
                      <a:ext uri="{FF2B5EF4-FFF2-40B4-BE49-F238E27FC236}">
                        <a16:creationId xmlns:a16="http://schemas.microsoft.com/office/drawing/2014/main" id="{58F1F43C-1F32-F443-BAEB-492023EFC885}"/>
                      </a:ext>
                    </a:extLst>
                  </p:cNvPr>
                  <p:cNvGrpSpPr>
                    <a:grpSpLocks/>
                  </p:cNvGrpSpPr>
                  <p:nvPr/>
                </p:nvGrpSpPr>
                <p:grpSpPr bwMode="auto">
                  <a:xfrm>
                    <a:off x="964" y="1486"/>
                    <a:ext cx="291" cy="288"/>
                    <a:chOff x="672" y="1776"/>
                    <a:chExt cx="291" cy="288"/>
                  </a:xfrm>
                </p:grpSpPr>
                <p:grpSp>
                  <p:nvGrpSpPr>
                    <p:cNvPr id="399" name="Group 317">
                      <a:extLst>
                        <a:ext uri="{FF2B5EF4-FFF2-40B4-BE49-F238E27FC236}">
                          <a16:creationId xmlns:a16="http://schemas.microsoft.com/office/drawing/2014/main" id="{90824723-F5D4-E244-8DF6-AE09CB2E7FE1}"/>
                        </a:ext>
                      </a:extLst>
                    </p:cNvPr>
                    <p:cNvGrpSpPr>
                      <a:grpSpLocks/>
                    </p:cNvGrpSpPr>
                    <p:nvPr/>
                  </p:nvGrpSpPr>
                  <p:grpSpPr bwMode="auto">
                    <a:xfrm>
                      <a:off x="672" y="1920"/>
                      <a:ext cx="145" cy="144"/>
                      <a:chOff x="672" y="1920"/>
                      <a:chExt cx="145" cy="144"/>
                    </a:xfrm>
                  </p:grpSpPr>
                  <p:sp>
                    <p:nvSpPr>
                      <p:cNvPr id="403" name="Line 318">
                        <a:extLst>
                          <a:ext uri="{FF2B5EF4-FFF2-40B4-BE49-F238E27FC236}">
                            <a16:creationId xmlns:a16="http://schemas.microsoft.com/office/drawing/2014/main" id="{ACB7FC2A-303F-4648-9F38-4CCCB1BB39B9}"/>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4" name="Line 319">
                        <a:extLst>
                          <a:ext uri="{FF2B5EF4-FFF2-40B4-BE49-F238E27FC236}">
                            <a16:creationId xmlns:a16="http://schemas.microsoft.com/office/drawing/2014/main" id="{09ABC1E4-7543-A340-914F-466169FB484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0" name="Group 320">
                      <a:extLst>
                        <a:ext uri="{FF2B5EF4-FFF2-40B4-BE49-F238E27FC236}">
                          <a16:creationId xmlns:a16="http://schemas.microsoft.com/office/drawing/2014/main" id="{D7DAEDF4-8339-8F41-B87B-88131AEDDC54}"/>
                        </a:ext>
                      </a:extLst>
                    </p:cNvPr>
                    <p:cNvGrpSpPr>
                      <a:grpSpLocks/>
                    </p:cNvGrpSpPr>
                    <p:nvPr/>
                  </p:nvGrpSpPr>
                  <p:grpSpPr bwMode="auto">
                    <a:xfrm>
                      <a:off x="818" y="1776"/>
                      <a:ext cx="145" cy="144"/>
                      <a:chOff x="672" y="1920"/>
                      <a:chExt cx="145" cy="144"/>
                    </a:xfrm>
                  </p:grpSpPr>
                  <p:sp>
                    <p:nvSpPr>
                      <p:cNvPr id="401" name="Line 321">
                        <a:extLst>
                          <a:ext uri="{FF2B5EF4-FFF2-40B4-BE49-F238E27FC236}">
                            <a16:creationId xmlns:a16="http://schemas.microsoft.com/office/drawing/2014/main" id="{E0F86CC7-DAB8-AD47-9235-069B9F5E298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2" name="Line 322">
                        <a:extLst>
                          <a:ext uri="{FF2B5EF4-FFF2-40B4-BE49-F238E27FC236}">
                            <a16:creationId xmlns:a16="http://schemas.microsoft.com/office/drawing/2014/main" id="{8BE66779-1A50-884A-851D-35266CBCC86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87" name="Group 323">
                  <a:extLst>
                    <a:ext uri="{FF2B5EF4-FFF2-40B4-BE49-F238E27FC236}">
                      <a16:creationId xmlns:a16="http://schemas.microsoft.com/office/drawing/2014/main" id="{BE59FF33-CDA5-7244-B201-8AAE14DC6D5D}"/>
                    </a:ext>
                  </a:extLst>
                </p:cNvPr>
                <p:cNvGrpSpPr>
                  <a:grpSpLocks/>
                </p:cNvGrpSpPr>
                <p:nvPr/>
              </p:nvGrpSpPr>
              <p:grpSpPr bwMode="auto">
                <a:xfrm>
                  <a:off x="1259" y="1217"/>
                  <a:ext cx="291" cy="288"/>
                  <a:chOff x="672" y="1776"/>
                  <a:chExt cx="291" cy="288"/>
                </a:xfrm>
              </p:grpSpPr>
              <p:grpSp>
                <p:nvGrpSpPr>
                  <p:cNvPr id="391" name="Group 324">
                    <a:extLst>
                      <a:ext uri="{FF2B5EF4-FFF2-40B4-BE49-F238E27FC236}">
                        <a16:creationId xmlns:a16="http://schemas.microsoft.com/office/drawing/2014/main" id="{3E3B7537-9F96-EE42-A049-F8C1ACA68B58}"/>
                      </a:ext>
                    </a:extLst>
                  </p:cNvPr>
                  <p:cNvGrpSpPr>
                    <a:grpSpLocks/>
                  </p:cNvGrpSpPr>
                  <p:nvPr/>
                </p:nvGrpSpPr>
                <p:grpSpPr bwMode="auto">
                  <a:xfrm>
                    <a:off x="672" y="1920"/>
                    <a:ext cx="145" cy="144"/>
                    <a:chOff x="672" y="1920"/>
                    <a:chExt cx="145" cy="144"/>
                  </a:xfrm>
                </p:grpSpPr>
                <p:sp>
                  <p:nvSpPr>
                    <p:cNvPr id="395" name="Line 325">
                      <a:extLst>
                        <a:ext uri="{FF2B5EF4-FFF2-40B4-BE49-F238E27FC236}">
                          <a16:creationId xmlns:a16="http://schemas.microsoft.com/office/drawing/2014/main" id="{E1F9D205-0879-BF4E-BAAF-622A6E7051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6" name="Line 326">
                      <a:extLst>
                        <a:ext uri="{FF2B5EF4-FFF2-40B4-BE49-F238E27FC236}">
                          <a16:creationId xmlns:a16="http://schemas.microsoft.com/office/drawing/2014/main" id="{2EE9D9A7-6728-744E-806D-B66ED0F1538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92" name="Group 327">
                    <a:extLst>
                      <a:ext uri="{FF2B5EF4-FFF2-40B4-BE49-F238E27FC236}">
                        <a16:creationId xmlns:a16="http://schemas.microsoft.com/office/drawing/2014/main" id="{CF99EC66-E905-E94E-9D9A-19C9F943BBAD}"/>
                      </a:ext>
                    </a:extLst>
                  </p:cNvPr>
                  <p:cNvGrpSpPr>
                    <a:grpSpLocks/>
                  </p:cNvGrpSpPr>
                  <p:nvPr/>
                </p:nvGrpSpPr>
                <p:grpSpPr bwMode="auto">
                  <a:xfrm>
                    <a:off x="818" y="1776"/>
                    <a:ext cx="145" cy="144"/>
                    <a:chOff x="672" y="1920"/>
                    <a:chExt cx="145" cy="144"/>
                  </a:xfrm>
                </p:grpSpPr>
                <p:sp>
                  <p:nvSpPr>
                    <p:cNvPr id="393" name="Line 328">
                      <a:extLst>
                        <a:ext uri="{FF2B5EF4-FFF2-40B4-BE49-F238E27FC236}">
                          <a16:creationId xmlns:a16="http://schemas.microsoft.com/office/drawing/2014/main" id="{F9B5BC5E-33FB-D349-A3DD-AE03FB3C1E1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4" name="Line 329">
                      <a:extLst>
                        <a:ext uri="{FF2B5EF4-FFF2-40B4-BE49-F238E27FC236}">
                          <a16:creationId xmlns:a16="http://schemas.microsoft.com/office/drawing/2014/main" id="{CBD9259E-F38C-E54B-B7E4-98FDD08A9110}"/>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88" name="Group 330">
                  <a:extLst>
                    <a:ext uri="{FF2B5EF4-FFF2-40B4-BE49-F238E27FC236}">
                      <a16:creationId xmlns:a16="http://schemas.microsoft.com/office/drawing/2014/main" id="{5323BDFE-0961-3146-B4B4-FC0E9736C88B}"/>
                    </a:ext>
                  </a:extLst>
                </p:cNvPr>
                <p:cNvGrpSpPr>
                  <a:grpSpLocks/>
                </p:cNvGrpSpPr>
                <p:nvPr/>
              </p:nvGrpSpPr>
              <p:grpSpPr bwMode="auto">
                <a:xfrm>
                  <a:off x="1551" y="1071"/>
                  <a:ext cx="145" cy="144"/>
                  <a:chOff x="672" y="1920"/>
                  <a:chExt cx="145" cy="144"/>
                </a:xfrm>
              </p:grpSpPr>
              <p:sp>
                <p:nvSpPr>
                  <p:cNvPr id="389" name="Line 331">
                    <a:extLst>
                      <a:ext uri="{FF2B5EF4-FFF2-40B4-BE49-F238E27FC236}">
                        <a16:creationId xmlns:a16="http://schemas.microsoft.com/office/drawing/2014/main" id="{6115D713-81B5-6747-96FA-0F9C8C6035B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0" name="Line 332">
                    <a:extLst>
                      <a:ext uri="{FF2B5EF4-FFF2-40B4-BE49-F238E27FC236}">
                        <a16:creationId xmlns:a16="http://schemas.microsoft.com/office/drawing/2014/main" id="{B9642549-AB85-A04B-8EC5-ADCFF9097C0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1" name="Group 333">
                <a:extLst>
                  <a:ext uri="{FF2B5EF4-FFF2-40B4-BE49-F238E27FC236}">
                    <a16:creationId xmlns:a16="http://schemas.microsoft.com/office/drawing/2014/main" id="{CAC31C7D-05D6-2F4D-A00D-F83483273BA0}"/>
                  </a:ext>
                </a:extLst>
              </p:cNvPr>
              <p:cNvGrpSpPr>
                <a:grpSpLocks/>
              </p:cNvGrpSpPr>
              <p:nvPr/>
            </p:nvGrpSpPr>
            <p:grpSpPr bwMode="auto">
              <a:xfrm>
                <a:off x="1673" y="1147"/>
                <a:ext cx="583" cy="578"/>
                <a:chOff x="672" y="1486"/>
                <a:chExt cx="583" cy="578"/>
              </a:xfrm>
            </p:grpSpPr>
            <p:grpSp>
              <p:nvGrpSpPr>
                <p:cNvPr id="372" name="Group 334">
                  <a:extLst>
                    <a:ext uri="{FF2B5EF4-FFF2-40B4-BE49-F238E27FC236}">
                      <a16:creationId xmlns:a16="http://schemas.microsoft.com/office/drawing/2014/main" id="{71C7249F-3067-1F4D-8F66-1B5B1094A3C0}"/>
                    </a:ext>
                  </a:extLst>
                </p:cNvPr>
                <p:cNvGrpSpPr>
                  <a:grpSpLocks/>
                </p:cNvGrpSpPr>
                <p:nvPr/>
              </p:nvGrpSpPr>
              <p:grpSpPr bwMode="auto">
                <a:xfrm>
                  <a:off x="672" y="1776"/>
                  <a:ext cx="291" cy="288"/>
                  <a:chOff x="672" y="1776"/>
                  <a:chExt cx="291" cy="288"/>
                </a:xfrm>
              </p:grpSpPr>
              <p:grpSp>
                <p:nvGrpSpPr>
                  <p:cNvPr id="380" name="Group 335">
                    <a:extLst>
                      <a:ext uri="{FF2B5EF4-FFF2-40B4-BE49-F238E27FC236}">
                        <a16:creationId xmlns:a16="http://schemas.microsoft.com/office/drawing/2014/main" id="{C5A6F622-F154-BF45-9F94-C3B10DC0A855}"/>
                      </a:ext>
                    </a:extLst>
                  </p:cNvPr>
                  <p:cNvGrpSpPr>
                    <a:grpSpLocks/>
                  </p:cNvGrpSpPr>
                  <p:nvPr/>
                </p:nvGrpSpPr>
                <p:grpSpPr bwMode="auto">
                  <a:xfrm>
                    <a:off x="672" y="1920"/>
                    <a:ext cx="145" cy="144"/>
                    <a:chOff x="672" y="1920"/>
                    <a:chExt cx="145" cy="144"/>
                  </a:xfrm>
                </p:grpSpPr>
                <p:sp>
                  <p:nvSpPr>
                    <p:cNvPr id="384" name="Line 336">
                      <a:extLst>
                        <a:ext uri="{FF2B5EF4-FFF2-40B4-BE49-F238E27FC236}">
                          <a16:creationId xmlns:a16="http://schemas.microsoft.com/office/drawing/2014/main" id="{DD57CCE3-92DB-3247-9E4F-34ADAD46C15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5" name="Line 337">
                      <a:extLst>
                        <a:ext uri="{FF2B5EF4-FFF2-40B4-BE49-F238E27FC236}">
                          <a16:creationId xmlns:a16="http://schemas.microsoft.com/office/drawing/2014/main" id="{CCEF5726-C82F-2140-91D2-989A78841E5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81" name="Group 338">
                    <a:extLst>
                      <a:ext uri="{FF2B5EF4-FFF2-40B4-BE49-F238E27FC236}">
                        <a16:creationId xmlns:a16="http://schemas.microsoft.com/office/drawing/2014/main" id="{A14C6AF9-8449-1549-B8F5-37FD02854EDA}"/>
                      </a:ext>
                    </a:extLst>
                  </p:cNvPr>
                  <p:cNvGrpSpPr>
                    <a:grpSpLocks/>
                  </p:cNvGrpSpPr>
                  <p:nvPr/>
                </p:nvGrpSpPr>
                <p:grpSpPr bwMode="auto">
                  <a:xfrm>
                    <a:off x="818" y="1776"/>
                    <a:ext cx="145" cy="144"/>
                    <a:chOff x="672" y="1920"/>
                    <a:chExt cx="145" cy="144"/>
                  </a:xfrm>
                </p:grpSpPr>
                <p:sp>
                  <p:nvSpPr>
                    <p:cNvPr id="382" name="Line 339">
                      <a:extLst>
                        <a:ext uri="{FF2B5EF4-FFF2-40B4-BE49-F238E27FC236}">
                          <a16:creationId xmlns:a16="http://schemas.microsoft.com/office/drawing/2014/main" id="{E22E39A0-17D3-5348-8C6E-A704BE850B0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3" name="Line 340">
                      <a:extLst>
                        <a:ext uri="{FF2B5EF4-FFF2-40B4-BE49-F238E27FC236}">
                          <a16:creationId xmlns:a16="http://schemas.microsoft.com/office/drawing/2014/main" id="{5846B49D-0E13-4949-B39E-580AB2FACA2A}"/>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3" name="Group 341">
                  <a:extLst>
                    <a:ext uri="{FF2B5EF4-FFF2-40B4-BE49-F238E27FC236}">
                      <a16:creationId xmlns:a16="http://schemas.microsoft.com/office/drawing/2014/main" id="{4D3495D5-9154-054B-BBB9-65F4FEE5F5C3}"/>
                    </a:ext>
                  </a:extLst>
                </p:cNvPr>
                <p:cNvGrpSpPr>
                  <a:grpSpLocks/>
                </p:cNvGrpSpPr>
                <p:nvPr/>
              </p:nvGrpSpPr>
              <p:grpSpPr bwMode="auto">
                <a:xfrm>
                  <a:off x="964" y="1486"/>
                  <a:ext cx="291" cy="288"/>
                  <a:chOff x="672" y="1776"/>
                  <a:chExt cx="291" cy="288"/>
                </a:xfrm>
              </p:grpSpPr>
              <p:grpSp>
                <p:nvGrpSpPr>
                  <p:cNvPr id="374" name="Group 342">
                    <a:extLst>
                      <a:ext uri="{FF2B5EF4-FFF2-40B4-BE49-F238E27FC236}">
                        <a16:creationId xmlns:a16="http://schemas.microsoft.com/office/drawing/2014/main" id="{E8975124-5DEB-2042-8ABB-BA0BC8FC6E65}"/>
                      </a:ext>
                    </a:extLst>
                  </p:cNvPr>
                  <p:cNvGrpSpPr>
                    <a:grpSpLocks/>
                  </p:cNvGrpSpPr>
                  <p:nvPr/>
                </p:nvGrpSpPr>
                <p:grpSpPr bwMode="auto">
                  <a:xfrm>
                    <a:off x="672" y="1920"/>
                    <a:ext cx="145" cy="144"/>
                    <a:chOff x="672" y="1920"/>
                    <a:chExt cx="145" cy="144"/>
                  </a:xfrm>
                </p:grpSpPr>
                <p:sp>
                  <p:nvSpPr>
                    <p:cNvPr id="378" name="Line 343">
                      <a:extLst>
                        <a:ext uri="{FF2B5EF4-FFF2-40B4-BE49-F238E27FC236}">
                          <a16:creationId xmlns:a16="http://schemas.microsoft.com/office/drawing/2014/main" id="{ADD7229B-D47C-E645-BBB5-A8204AC76F3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9" name="Line 344">
                      <a:extLst>
                        <a:ext uri="{FF2B5EF4-FFF2-40B4-BE49-F238E27FC236}">
                          <a16:creationId xmlns:a16="http://schemas.microsoft.com/office/drawing/2014/main" id="{93FA844C-058B-B945-9BEC-1FC4A08EC3A6}"/>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75" name="Group 345">
                    <a:extLst>
                      <a:ext uri="{FF2B5EF4-FFF2-40B4-BE49-F238E27FC236}">
                        <a16:creationId xmlns:a16="http://schemas.microsoft.com/office/drawing/2014/main" id="{936A7715-A350-CD4E-AD3B-646C2FC0EB73}"/>
                      </a:ext>
                    </a:extLst>
                  </p:cNvPr>
                  <p:cNvGrpSpPr>
                    <a:grpSpLocks/>
                  </p:cNvGrpSpPr>
                  <p:nvPr/>
                </p:nvGrpSpPr>
                <p:grpSpPr bwMode="auto">
                  <a:xfrm>
                    <a:off x="818" y="1776"/>
                    <a:ext cx="145" cy="144"/>
                    <a:chOff x="672" y="1920"/>
                    <a:chExt cx="145" cy="144"/>
                  </a:xfrm>
                </p:grpSpPr>
                <p:sp>
                  <p:nvSpPr>
                    <p:cNvPr id="376" name="Line 346">
                      <a:extLst>
                        <a:ext uri="{FF2B5EF4-FFF2-40B4-BE49-F238E27FC236}">
                          <a16:creationId xmlns:a16="http://schemas.microsoft.com/office/drawing/2014/main" id="{45FC6DFA-C931-4E4B-9342-F3BF4820A7F5}"/>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7" name="Line 347">
                      <a:extLst>
                        <a:ext uri="{FF2B5EF4-FFF2-40B4-BE49-F238E27FC236}">
                          <a16:creationId xmlns:a16="http://schemas.microsoft.com/office/drawing/2014/main" id="{1ABA2EAC-0A2B-D945-84F7-2973AB6D7D2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sp>
          <p:nvSpPr>
            <p:cNvPr id="364" name="Text Box 348">
              <a:extLst>
                <a:ext uri="{FF2B5EF4-FFF2-40B4-BE49-F238E27FC236}">
                  <a16:creationId xmlns:a16="http://schemas.microsoft.com/office/drawing/2014/main" id="{1EE074AD-465E-A046-A879-EADCFBBADE8B}"/>
                </a:ext>
              </a:extLst>
            </p:cNvPr>
            <p:cNvSpPr txBox="1">
              <a:spLocks noChangeArrowheads="1"/>
            </p:cNvSpPr>
            <p:nvPr/>
          </p:nvSpPr>
          <p:spPr bwMode="auto">
            <a:xfrm>
              <a:off x="8126412" y="951929"/>
              <a:ext cx="4065588" cy="70802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99"/>
                  </a:solidFill>
                  <a:effectLst/>
                  <a:uLnTx/>
                  <a:uFillTx/>
                  <a:latin typeface="Calibri" panose="020F0502020204030204"/>
                  <a:ea typeface="+mn-ea"/>
                  <a:cs typeface="Arial"/>
                </a:rPr>
                <a:t>3. </a:t>
              </a: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video received, played out at client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(30 frames/sec)</a:t>
              </a:r>
              <a:endParaRPr kumimoji="0" lang="en-US" sz="1800" b="0" i="0" u="none" strike="noStrike" kern="1200" cap="none" spc="0" normalizeH="0" baseline="0" noProof="0" dirty="0">
                <a:ln>
                  <a:noFill/>
                </a:ln>
                <a:solidFill>
                  <a:srgbClr val="000099"/>
                </a:solidFill>
                <a:effectLst/>
                <a:uLnTx/>
                <a:uFillTx/>
                <a:latin typeface="Calibri" panose="020F0502020204030204"/>
                <a:ea typeface="+mn-ea"/>
                <a:cs typeface="Arial"/>
              </a:endParaRPr>
            </a:p>
          </p:txBody>
        </p:sp>
        <p:grpSp>
          <p:nvGrpSpPr>
            <p:cNvPr id="365" name="Group 349">
              <a:extLst>
                <a:ext uri="{FF2B5EF4-FFF2-40B4-BE49-F238E27FC236}">
                  <a16:creationId xmlns:a16="http://schemas.microsoft.com/office/drawing/2014/main" id="{0388287B-726E-2B4E-A59D-B016F4430D49}"/>
                </a:ext>
              </a:extLst>
            </p:cNvPr>
            <p:cNvGrpSpPr>
              <a:grpSpLocks/>
            </p:cNvGrpSpPr>
            <p:nvPr/>
          </p:nvGrpSpPr>
          <p:grpSpPr bwMode="auto">
            <a:xfrm>
              <a:off x="9312275" y="210566"/>
              <a:ext cx="677863" cy="663575"/>
              <a:chOff x="4437" y="1472"/>
              <a:chExt cx="427" cy="418"/>
            </a:xfrm>
          </p:grpSpPr>
          <p:sp>
            <p:nvSpPr>
              <p:cNvPr id="366" name="Rectangle 350">
                <a:extLst>
                  <a:ext uri="{FF2B5EF4-FFF2-40B4-BE49-F238E27FC236}">
                    <a16:creationId xmlns:a16="http://schemas.microsoft.com/office/drawing/2014/main" id="{BFCF8F0E-EC75-D24F-AAFC-E0B1D5278CBE}"/>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7" name="Rectangle 351">
                <a:extLst>
                  <a:ext uri="{FF2B5EF4-FFF2-40B4-BE49-F238E27FC236}">
                    <a16:creationId xmlns:a16="http://schemas.microsoft.com/office/drawing/2014/main" id="{14E93C87-60E1-B54D-BE05-A6BA7A645DE0}"/>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8" name="Rectangle 352">
                <a:extLst>
                  <a:ext uri="{FF2B5EF4-FFF2-40B4-BE49-F238E27FC236}">
                    <a16:creationId xmlns:a16="http://schemas.microsoft.com/office/drawing/2014/main" id="{F78CE801-66E6-3847-8195-5DFE1E22B30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9" name="Rectangle 353">
                <a:extLst>
                  <a:ext uri="{FF2B5EF4-FFF2-40B4-BE49-F238E27FC236}">
                    <a16:creationId xmlns:a16="http://schemas.microsoft.com/office/drawing/2014/main" id="{28642E6F-604C-1A49-B871-85987CBF86C0}"/>
                  </a:ext>
                </a:extLst>
              </p:cNvPr>
              <p:cNvSpPr>
                <a:spLocks noChangeArrowheads="1"/>
              </p:cNvSpPr>
              <p:nvPr/>
            </p:nvSpPr>
            <p:spPr bwMode="auto">
              <a:xfrm>
                <a:off x="4437" y="1472"/>
                <a:ext cx="423" cy="356"/>
              </a:xfrm>
              <a:prstGeom prst="rect">
                <a:avLst/>
              </a:prstGeom>
              <a:noFill/>
              <a:ln w="19050">
                <a:solidFill>
                  <a:srgbClr val="0000A3"/>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sp>
        <p:nvSpPr>
          <p:cNvPr id="452" name="Line 169">
            <a:extLst>
              <a:ext uri="{FF2B5EF4-FFF2-40B4-BE49-F238E27FC236}">
                <a16:creationId xmlns:a16="http://schemas.microsoft.com/office/drawing/2014/main" id="{DA225847-8F7D-9F44-BA01-7DC68D99A9B7}"/>
              </a:ext>
            </a:extLst>
          </p:cNvPr>
          <p:cNvSpPr>
            <a:spLocks noChangeShapeType="1"/>
          </p:cNvSpPr>
          <p:nvPr/>
        </p:nvSpPr>
        <p:spPr bwMode="auto">
          <a:xfrm flipH="1">
            <a:off x="1386918" y="4214238"/>
            <a:ext cx="7815263" cy="14288"/>
          </a:xfrm>
          <a:prstGeom prst="line">
            <a:avLst/>
          </a:prstGeom>
          <a:noFill/>
          <a:ln w="2857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11" name="Group 10">
            <a:extLst>
              <a:ext uri="{FF2B5EF4-FFF2-40B4-BE49-F238E27FC236}">
                <a16:creationId xmlns:a16="http://schemas.microsoft.com/office/drawing/2014/main" id="{BE0D6503-9562-024F-BE70-62D92EDC5180}"/>
              </a:ext>
            </a:extLst>
          </p:cNvPr>
          <p:cNvGrpSpPr/>
          <p:nvPr/>
        </p:nvGrpSpPr>
        <p:grpSpPr>
          <a:xfrm>
            <a:off x="3779783" y="4034727"/>
            <a:ext cx="249757" cy="291754"/>
            <a:chOff x="9055510" y="606165"/>
            <a:chExt cx="249757" cy="291754"/>
          </a:xfrm>
        </p:grpSpPr>
        <p:sp>
          <p:nvSpPr>
            <p:cNvPr id="10" name="Rectangle 9">
              <a:extLst>
                <a:ext uri="{FF2B5EF4-FFF2-40B4-BE49-F238E27FC236}">
                  <a16:creationId xmlns:a16="http://schemas.microsoft.com/office/drawing/2014/main" id="{88B913BD-3831-124B-83EB-5B289E761C4D}"/>
                </a:ext>
              </a:extLst>
            </p:cNvPr>
            <p:cNvSpPr/>
            <p:nvPr/>
          </p:nvSpPr>
          <p:spPr>
            <a:xfrm rot="1596992">
              <a:off x="9109854" y="606165"/>
              <a:ext cx="133240" cy="2917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9" name="Straight Connector 8">
              <a:extLst>
                <a:ext uri="{FF2B5EF4-FFF2-40B4-BE49-F238E27FC236}">
                  <a16:creationId xmlns:a16="http://schemas.microsoft.com/office/drawing/2014/main" id="{417BA7FC-5B58-E045-9862-35230DAF716C}"/>
                </a:ext>
              </a:extLst>
            </p:cNvPr>
            <p:cNvCxnSpPr/>
            <p:nvPr/>
          </p:nvCxnSpPr>
          <p:spPr>
            <a:xfrm flipH="1">
              <a:off x="9055510" y="634181"/>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3989452D-2D4A-884A-9775-581E405FF2DD}"/>
                </a:ext>
              </a:extLst>
            </p:cNvPr>
            <p:cNvCxnSpPr/>
            <p:nvPr/>
          </p:nvCxnSpPr>
          <p:spPr>
            <a:xfrm flipH="1">
              <a:off x="9176862" y="638677"/>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0DFDC198-9A1E-FB42-8983-6DE13CE8C154}"/>
              </a:ext>
            </a:extLst>
          </p:cNvPr>
          <p:cNvGrpSpPr/>
          <p:nvPr/>
        </p:nvGrpSpPr>
        <p:grpSpPr>
          <a:xfrm>
            <a:off x="4470401" y="4318000"/>
            <a:ext cx="1930400" cy="869908"/>
            <a:chOff x="6858000" y="237067"/>
            <a:chExt cx="1930400" cy="869908"/>
          </a:xfrm>
        </p:grpSpPr>
        <p:sp>
          <p:nvSpPr>
            <p:cNvPr id="358" name="Text Box 362">
              <a:extLst>
                <a:ext uri="{FF2B5EF4-FFF2-40B4-BE49-F238E27FC236}">
                  <a16:creationId xmlns:a16="http://schemas.microsoft.com/office/drawing/2014/main" id="{33CCCA46-E288-AE45-B982-2DDD8E2B00D0}"/>
                </a:ext>
              </a:extLst>
            </p:cNvPr>
            <p:cNvSpPr txBox="1">
              <a:spLocks noChangeArrowheads="1"/>
            </p:cNvSpPr>
            <p:nvPr/>
          </p:nvSpPr>
          <p:spPr bwMode="auto">
            <a:xfrm>
              <a:off x="6999260" y="267187"/>
              <a:ext cx="1616075" cy="839788"/>
            </a:xfrm>
            <a:prstGeom prst="rect">
              <a:avLst/>
            </a:prstGeom>
            <a:solidFill>
              <a:schemeClr val="bg1"/>
            </a:solidFill>
            <a:ln>
              <a:noFill/>
            </a:ln>
            <a:effectLst/>
            <a:extLst>
              <a:ext uri="{91240B29-F687-4f45-9708-019B960494DF}">
                <a14:hiddenLine xmlns:a14="http://schemas.microsoft.com/office/drawing/2010/main" xmlns="" w="19050">
                  <a:solidFill>
                    <a:schemeClr val="tx1"/>
                  </a:solidFill>
                  <a:prstDash val="sysDot"/>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network delay</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(fixed in this example)</a:t>
              </a:r>
            </a:p>
          </p:txBody>
        </p:sp>
        <p:cxnSp>
          <p:nvCxnSpPr>
            <p:cNvPr id="6" name="Straight Arrow Connector 5">
              <a:extLst>
                <a:ext uri="{FF2B5EF4-FFF2-40B4-BE49-F238E27FC236}">
                  <a16:creationId xmlns:a16="http://schemas.microsoft.com/office/drawing/2014/main" id="{4638F084-4052-604E-8890-A35DAF4397B3}"/>
                </a:ext>
              </a:extLst>
            </p:cNvPr>
            <p:cNvCxnSpPr/>
            <p:nvPr/>
          </p:nvCxnSpPr>
          <p:spPr>
            <a:xfrm>
              <a:off x="6858000" y="237067"/>
              <a:ext cx="1930400"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194" name="Slide Number Placeholder 2">
            <a:extLst>
              <a:ext uri="{FF2B5EF4-FFF2-40B4-BE49-F238E27FC236}">
                <a16:creationId xmlns:a16="http://schemas.microsoft.com/office/drawing/2014/main" id="{200F8D35-5C8A-854F-A1A3-1381940E7394}"/>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353547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500"/>
                                        <p:tgtEl>
                                          <p:spTgt spid="30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305"/>
                                        </p:tgtEl>
                                        <p:attrNameLst>
                                          <p:attrName>style.visibility</p:attrName>
                                        </p:attrNameLst>
                                      </p:cBhvr>
                                      <p:to>
                                        <p:strVal val="visible"/>
                                      </p:to>
                                    </p:set>
                                    <p:animEffect transition="in" filter="dissolve">
                                      <p:cBhvr>
                                        <p:cTn id="11" dur="500"/>
                                        <p:tgtEl>
                                          <p:spTgt spid="305"/>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50"/>
                                        </p:tgtEl>
                                        <p:attrNameLst>
                                          <p:attrName>style.visibility</p:attrName>
                                        </p:attrNameLst>
                                      </p:cBhvr>
                                      <p:to>
                                        <p:strVal val="visible"/>
                                      </p:to>
                                    </p:set>
                                    <p:animEffect transition="in" filter="dissolve">
                                      <p:cBhvr>
                                        <p:cTn id="16" dur="500"/>
                                        <p:tgtEl>
                                          <p:spTgt spid="35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362"/>
                                        </p:tgtEl>
                                        <p:attrNameLst>
                                          <p:attrName>style.visibility</p:attrName>
                                        </p:attrNameLst>
                                      </p:cBhvr>
                                      <p:to>
                                        <p:strVal val="visible"/>
                                      </p:to>
                                    </p:set>
                                    <p:animEffect transition="in" filter="dissolve">
                                      <p:cBhvr>
                                        <p:cTn id="21" dur="500"/>
                                        <p:tgtEl>
                                          <p:spTgt spid="362"/>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dissolve">
                                      <p:cBhvr>
                                        <p:cTn id="26" dur="500"/>
                                        <p:tgtEl>
                                          <p:spTgt spid="7"/>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dissolve">
                                      <p:cBhvr>
                                        <p:cTn id="31" dur="500"/>
                                        <p:tgtEl>
                                          <p:spTgt spid="2"/>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354"/>
                                        </p:tgtEl>
                                        <p:attrNameLst>
                                          <p:attrName>style.visibility</p:attrName>
                                        </p:attrNameLst>
                                      </p:cBhvr>
                                      <p:to>
                                        <p:strVal val="visible"/>
                                      </p:to>
                                    </p:set>
                                    <p:animEffect transition="in" filter="dissolve">
                                      <p:cBhvr>
                                        <p:cTn id="36" dur="500"/>
                                        <p:tgtEl>
                                          <p:spTgt spid="3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challenges</a:t>
            </a:r>
          </a:p>
        </p:txBody>
      </p:sp>
      <p:sp>
        <p:nvSpPr>
          <p:cNvPr id="195" name="Rectangle 153">
            <a:extLst>
              <a:ext uri="{FF2B5EF4-FFF2-40B4-BE49-F238E27FC236}">
                <a16:creationId xmlns:a16="http://schemas.microsoft.com/office/drawing/2014/main" id="{F0360033-494E-BF42-811C-9015EDCF8F40}"/>
              </a:ext>
            </a:extLst>
          </p:cNvPr>
          <p:cNvSpPr>
            <a:spLocks noChangeArrowheads="1"/>
          </p:cNvSpPr>
          <p:nvPr/>
        </p:nvSpPr>
        <p:spPr bwMode="auto">
          <a:xfrm>
            <a:off x="1047801" y="1389828"/>
            <a:ext cx="8553400" cy="4488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continuous playout constraint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during client video playout, playout timing must match original timing </a:t>
            </a:r>
          </a:p>
          <a:p>
            <a:pPr marL="682625" marR="0" lvl="1" indent="-225425" algn="l" defTabSz="914400" rtl="0" eaLnBrk="1" fontAlgn="auto" latinLnBrk="0" hangingPunct="1">
              <a:lnSpc>
                <a:spcPct val="9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but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network delays are variable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(jitter), so will need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client-side buffer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 match continuous playout constraint</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4034" name="Picture 2" descr="Image result for netflix rebuffering">
            <a:extLst>
              <a:ext uri="{FF2B5EF4-FFF2-40B4-BE49-F238E27FC236}">
                <a16:creationId xmlns:a16="http://schemas.microsoft.com/office/drawing/2014/main" id="{781B3964-3F60-B74D-87BD-9FF56B024D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35393" y="3044149"/>
            <a:ext cx="2124226" cy="1180125"/>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153">
            <a:extLst>
              <a:ext uri="{FF2B5EF4-FFF2-40B4-BE49-F238E27FC236}">
                <a16:creationId xmlns:a16="http://schemas.microsoft.com/office/drawing/2014/main" id="{2D8ACF56-1254-EA43-AF00-B0937780F21B}"/>
              </a:ext>
            </a:extLst>
          </p:cNvPr>
          <p:cNvSpPr>
            <a:spLocks noChangeArrowheads="1"/>
          </p:cNvSpPr>
          <p:nvPr/>
        </p:nvSpPr>
        <p:spPr bwMode="auto">
          <a:xfrm>
            <a:off x="1047801" y="4167220"/>
            <a:ext cx="8171815" cy="11664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other challenges:</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interactivity: pause, fast-forward, rewind, jump through video</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video packets may be lost, retransmitted</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2">
            <a:extLst>
              <a:ext uri="{FF2B5EF4-FFF2-40B4-BE49-F238E27FC236}">
                <a16:creationId xmlns:a16="http://schemas.microsoft.com/office/drawing/2014/main" id="{A5D2AE2C-F374-234F-A82C-47425405A1C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566424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1" end="1"/>
                                            </p:txEl>
                                          </p:spTgt>
                                        </p:tgtEl>
                                        <p:attrNameLst>
                                          <p:attrName>style.visibility</p:attrName>
                                        </p:attrNameLst>
                                      </p:cBhvr>
                                      <p:to>
                                        <p:strVal val="visible"/>
                                      </p:to>
                                    </p:set>
                                    <p:animEffect transition="in" filter="dissolve">
                                      <p:cBhvr>
                                        <p:cTn id="10" dur="500"/>
                                        <p:tgtEl>
                                          <p:spTgt spid="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7">
                                            <p:txEl>
                                              <p:pRg st="2" end="2"/>
                                            </p:txEl>
                                          </p:spTgt>
                                        </p:tgtEl>
                                        <p:attrNameLst>
                                          <p:attrName>style.visibility</p:attrName>
                                        </p:attrNameLst>
                                      </p:cBhvr>
                                      <p:to>
                                        <p:strVal val="visible"/>
                                      </p:to>
                                    </p:set>
                                    <p:animEffect transition="in" filter="dissolve">
                                      <p:cBhvr>
                                        <p:cTn id="1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playout buffering</a:t>
            </a:r>
          </a:p>
        </p:txBody>
      </p:sp>
      <p:sp>
        <p:nvSpPr>
          <p:cNvPr id="195" name="Line 9">
            <a:extLst>
              <a:ext uri="{FF2B5EF4-FFF2-40B4-BE49-F238E27FC236}">
                <a16:creationId xmlns:a16="http://schemas.microsoft.com/office/drawing/2014/main" id="{A2879A06-676B-2645-9200-7687B4C31E56}"/>
              </a:ext>
            </a:extLst>
          </p:cNvPr>
          <p:cNvSpPr>
            <a:spLocks noChangeShapeType="1"/>
          </p:cNvSpPr>
          <p:nvPr/>
        </p:nvSpPr>
        <p:spPr bwMode="auto">
          <a:xfrm>
            <a:off x="2445774" y="1667644"/>
            <a:ext cx="0" cy="2852737"/>
          </a:xfrm>
          <a:prstGeom prst="line">
            <a:avLst/>
          </a:prstGeom>
          <a:noFill/>
          <a:ln w="2857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6" name="Line 10">
            <a:extLst>
              <a:ext uri="{FF2B5EF4-FFF2-40B4-BE49-F238E27FC236}">
                <a16:creationId xmlns:a16="http://schemas.microsoft.com/office/drawing/2014/main" id="{0C277100-E592-BE4A-81BB-FCEE0F16D6D6}"/>
              </a:ext>
            </a:extLst>
          </p:cNvPr>
          <p:cNvSpPr>
            <a:spLocks noChangeShapeType="1"/>
          </p:cNvSpPr>
          <p:nvPr/>
        </p:nvSpPr>
        <p:spPr bwMode="auto">
          <a:xfrm flipH="1">
            <a:off x="2436249" y="4510856"/>
            <a:ext cx="7815263" cy="14288"/>
          </a:xfrm>
          <a:prstGeom prst="line">
            <a:avLst/>
          </a:prstGeom>
          <a:noFill/>
          <a:ln w="28575">
            <a:solidFill>
              <a:schemeClr val="tx1"/>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7" name="Text Box 58">
            <a:extLst>
              <a:ext uri="{FF2B5EF4-FFF2-40B4-BE49-F238E27FC236}">
                <a16:creationId xmlns:a16="http://schemas.microsoft.com/office/drawing/2014/main" id="{28926672-6078-6B4D-A3A9-0F8C03FF1153}"/>
              </a:ext>
            </a:extLst>
          </p:cNvPr>
          <p:cNvSpPr txBox="1">
            <a:spLocks noChangeArrowheads="1"/>
          </p:cNvSpPr>
          <p:nvPr/>
        </p:nvSpPr>
        <p:spPr bwMode="auto">
          <a:xfrm>
            <a:off x="3077599" y="1770831"/>
            <a:ext cx="1884555" cy="92333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transmission</a:t>
            </a:r>
          </a:p>
        </p:txBody>
      </p:sp>
      <p:grpSp>
        <p:nvGrpSpPr>
          <p:cNvPr id="198" name="Group 60">
            <a:extLst>
              <a:ext uri="{FF2B5EF4-FFF2-40B4-BE49-F238E27FC236}">
                <a16:creationId xmlns:a16="http://schemas.microsoft.com/office/drawing/2014/main" id="{6210DD39-CD82-1A47-A671-C6E1E92DF70E}"/>
              </a:ext>
            </a:extLst>
          </p:cNvPr>
          <p:cNvGrpSpPr>
            <a:grpSpLocks/>
          </p:cNvGrpSpPr>
          <p:nvPr/>
        </p:nvGrpSpPr>
        <p:grpSpPr bwMode="auto">
          <a:xfrm>
            <a:off x="2826774" y="1997844"/>
            <a:ext cx="2552700" cy="2525712"/>
            <a:chOff x="648" y="1147"/>
            <a:chExt cx="1608" cy="1591"/>
          </a:xfrm>
        </p:grpSpPr>
        <p:grpSp>
          <p:nvGrpSpPr>
            <p:cNvPr id="199" name="Group 61">
              <a:extLst>
                <a:ext uri="{FF2B5EF4-FFF2-40B4-BE49-F238E27FC236}">
                  <a16:creationId xmlns:a16="http://schemas.microsoft.com/office/drawing/2014/main" id="{ABD85516-4FF1-C344-BFB9-73A3F6FA6D96}"/>
                </a:ext>
              </a:extLst>
            </p:cNvPr>
            <p:cNvGrpSpPr>
              <a:grpSpLocks/>
            </p:cNvGrpSpPr>
            <p:nvPr/>
          </p:nvGrpSpPr>
          <p:grpSpPr bwMode="auto">
            <a:xfrm>
              <a:off x="648" y="1725"/>
              <a:ext cx="1024" cy="1013"/>
              <a:chOff x="672" y="1071"/>
              <a:chExt cx="1024" cy="1013"/>
            </a:xfrm>
          </p:grpSpPr>
          <p:grpSp>
            <p:nvGrpSpPr>
              <p:cNvPr id="215" name="Group 62">
                <a:extLst>
                  <a:ext uri="{FF2B5EF4-FFF2-40B4-BE49-F238E27FC236}">
                    <a16:creationId xmlns:a16="http://schemas.microsoft.com/office/drawing/2014/main" id="{086027DC-6B25-C241-B8C9-FEBDD311ABAA}"/>
                  </a:ext>
                </a:extLst>
              </p:cNvPr>
              <p:cNvGrpSpPr>
                <a:grpSpLocks/>
              </p:cNvGrpSpPr>
              <p:nvPr/>
            </p:nvGrpSpPr>
            <p:grpSpPr bwMode="auto">
              <a:xfrm>
                <a:off x="672" y="1506"/>
                <a:ext cx="583" cy="578"/>
                <a:chOff x="672" y="1486"/>
                <a:chExt cx="583" cy="578"/>
              </a:xfrm>
            </p:grpSpPr>
            <p:grpSp>
              <p:nvGrpSpPr>
                <p:cNvPr id="226" name="Group 63">
                  <a:extLst>
                    <a:ext uri="{FF2B5EF4-FFF2-40B4-BE49-F238E27FC236}">
                      <a16:creationId xmlns:a16="http://schemas.microsoft.com/office/drawing/2014/main" id="{28E8BE44-A8E6-2B43-940A-815DCEC4C397}"/>
                    </a:ext>
                  </a:extLst>
                </p:cNvPr>
                <p:cNvGrpSpPr>
                  <a:grpSpLocks/>
                </p:cNvGrpSpPr>
                <p:nvPr/>
              </p:nvGrpSpPr>
              <p:grpSpPr bwMode="auto">
                <a:xfrm>
                  <a:off x="672" y="1776"/>
                  <a:ext cx="291" cy="288"/>
                  <a:chOff x="672" y="1776"/>
                  <a:chExt cx="291" cy="288"/>
                </a:xfrm>
              </p:grpSpPr>
              <p:grpSp>
                <p:nvGrpSpPr>
                  <p:cNvPr id="234" name="Group 64">
                    <a:extLst>
                      <a:ext uri="{FF2B5EF4-FFF2-40B4-BE49-F238E27FC236}">
                        <a16:creationId xmlns:a16="http://schemas.microsoft.com/office/drawing/2014/main" id="{6B9BE568-EF77-CD4A-9005-22142300C860}"/>
                      </a:ext>
                    </a:extLst>
                  </p:cNvPr>
                  <p:cNvGrpSpPr>
                    <a:grpSpLocks/>
                  </p:cNvGrpSpPr>
                  <p:nvPr/>
                </p:nvGrpSpPr>
                <p:grpSpPr bwMode="auto">
                  <a:xfrm>
                    <a:off x="672" y="1920"/>
                    <a:ext cx="145" cy="144"/>
                    <a:chOff x="672" y="1920"/>
                    <a:chExt cx="145" cy="144"/>
                  </a:xfrm>
                </p:grpSpPr>
                <p:sp>
                  <p:nvSpPr>
                    <p:cNvPr id="238" name="Line 65">
                      <a:extLst>
                        <a:ext uri="{FF2B5EF4-FFF2-40B4-BE49-F238E27FC236}">
                          <a16:creationId xmlns:a16="http://schemas.microsoft.com/office/drawing/2014/main" id="{0687693B-9E3C-F04D-9053-65D5D8F93D3C}"/>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9" name="Line 66">
                      <a:extLst>
                        <a:ext uri="{FF2B5EF4-FFF2-40B4-BE49-F238E27FC236}">
                          <a16:creationId xmlns:a16="http://schemas.microsoft.com/office/drawing/2014/main" id="{DD417D04-76E1-A948-AC8A-D4CA4D6CB3C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35" name="Group 67">
                    <a:extLst>
                      <a:ext uri="{FF2B5EF4-FFF2-40B4-BE49-F238E27FC236}">
                        <a16:creationId xmlns:a16="http://schemas.microsoft.com/office/drawing/2014/main" id="{A7A42189-5DDA-0545-BE4F-EFA25AAF3F86}"/>
                      </a:ext>
                    </a:extLst>
                  </p:cNvPr>
                  <p:cNvGrpSpPr>
                    <a:grpSpLocks/>
                  </p:cNvGrpSpPr>
                  <p:nvPr/>
                </p:nvGrpSpPr>
                <p:grpSpPr bwMode="auto">
                  <a:xfrm>
                    <a:off x="818" y="1776"/>
                    <a:ext cx="145" cy="144"/>
                    <a:chOff x="672" y="1920"/>
                    <a:chExt cx="145" cy="144"/>
                  </a:xfrm>
                </p:grpSpPr>
                <p:sp>
                  <p:nvSpPr>
                    <p:cNvPr id="236" name="Line 68">
                      <a:extLst>
                        <a:ext uri="{FF2B5EF4-FFF2-40B4-BE49-F238E27FC236}">
                          <a16:creationId xmlns:a16="http://schemas.microsoft.com/office/drawing/2014/main" id="{50AC0BCB-A3E3-AB4C-A202-1D77C93E171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7" name="Line 69">
                      <a:extLst>
                        <a:ext uri="{FF2B5EF4-FFF2-40B4-BE49-F238E27FC236}">
                          <a16:creationId xmlns:a16="http://schemas.microsoft.com/office/drawing/2014/main" id="{BE6AC399-19AF-C649-B200-4C0B9FF6422D}"/>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27" name="Group 70">
                  <a:extLst>
                    <a:ext uri="{FF2B5EF4-FFF2-40B4-BE49-F238E27FC236}">
                      <a16:creationId xmlns:a16="http://schemas.microsoft.com/office/drawing/2014/main" id="{2CB93727-C3F2-764D-92C8-69C0B80B2932}"/>
                    </a:ext>
                  </a:extLst>
                </p:cNvPr>
                <p:cNvGrpSpPr>
                  <a:grpSpLocks/>
                </p:cNvGrpSpPr>
                <p:nvPr/>
              </p:nvGrpSpPr>
              <p:grpSpPr bwMode="auto">
                <a:xfrm>
                  <a:off x="964" y="1486"/>
                  <a:ext cx="291" cy="288"/>
                  <a:chOff x="672" y="1776"/>
                  <a:chExt cx="291" cy="288"/>
                </a:xfrm>
              </p:grpSpPr>
              <p:grpSp>
                <p:nvGrpSpPr>
                  <p:cNvPr id="228" name="Group 71">
                    <a:extLst>
                      <a:ext uri="{FF2B5EF4-FFF2-40B4-BE49-F238E27FC236}">
                        <a16:creationId xmlns:a16="http://schemas.microsoft.com/office/drawing/2014/main" id="{A186A73E-EB20-7248-8BB6-E12926A2D07C}"/>
                      </a:ext>
                    </a:extLst>
                  </p:cNvPr>
                  <p:cNvGrpSpPr>
                    <a:grpSpLocks/>
                  </p:cNvGrpSpPr>
                  <p:nvPr/>
                </p:nvGrpSpPr>
                <p:grpSpPr bwMode="auto">
                  <a:xfrm>
                    <a:off x="672" y="1920"/>
                    <a:ext cx="145" cy="144"/>
                    <a:chOff x="672" y="1920"/>
                    <a:chExt cx="145" cy="144"/>
                  </a:xfrm>
                </p:grpSpPr>
                <p:sp>
                  <p:nvSpPr>
                    <p:cNvPr id="232" name="Line 72">
                      <a:extLst>
                        <a:ext uri="{FF2B5EF4-FFF2-40B4-BE49-F238E27FC236}">
                          <a16:creationId xmlns:a16="http://schemas.microsoft.com/office/drawing/2014/main" id="{294595A7-42B6-F544-BABC-C613EC721840}"/>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3" name="Line 73">
                      <a:extLst>
                        <a:ext uri="{FF2B5EF4-FFF2-40B4-BE49-F238E27FC236}">
                          <a16:creationId xmlns:a16="http://schemas.microsoft.com/office/drawing/2014/main" id="{103FB363-2880-8749-B505-920611921950}"/>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9" name="Group 74">
                    <a:extLst>
                      <a:ext uri="{FF2B5EF4-FFF2-40B4-BE49-F238E27FC236}">
                        <a16:creationId xmlns:a16="http://schemas.microsoft.com/office/drawing/2014/main" id="{0C2A5C19-D154-BA4B-B77F-BAC13B85C42C}"/>
                      </a:ext>
                    </a:extLst>
                  </p:cNvPr>
                  <p:cNvGrpSpPr>
                    <a:grpSpLocks/>
                  </p:cNvGrpSpPr>
                  <p:nvPr/>
                </p:nvGrpSpPr>
                <p:grpSpPr bwMode="auto">
                  <a:xfrm>
                    <a:off x="818" y="1776"/>
                    <a:ext cx="145" cy="144"/>
                    <a:chOff x="672" y="1920"/>
                    <a:chExt cx="145" cy="144"/>
                  </a:xfrm>
                </p:grpSpPr>
                <p:sp>
                  <p:nvSpPr>
                    <p:cNvPr id="230" name="Line 75">
                      <a:extLst>
                        <a:ext uri="{FF2B5EF4-FFF2-40B4-BE49-F238E27FC236}">
                          <a16:creationId xmlns:a16="http://schemas.microsoft.com/office/drawing/2014/main" id="{AA436D38-A4BD-9F48-ACB6-71E3584679B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1" name="Line 76">
                      <a:extLst>
                        <a:ext uri="{FF2B5EF4-FFF2-40B4-BE49-F238E27FC236}">
                          <a16:creationId xmlns:a16="http://schemas.microsoft.com/office/drawing/2014/main" id="{AD5E16CE-9C60-924E-AEA8-771C8F7BE91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216" name="Group 77">
                <a:extLst>
                  <a:ext uri="{FF2B5EF4-FFF2-40B4-BE49-F238E27FC236}">
                    <a16:creationId xmlns:a16="http://schemas.microsoft.com/office/drawing/2014/main" id="{590906C3-8438-564F-A18A-B01F4CBACB22}"/>
                  </a:ext>
                </a:extLst>
              </p:cNvPr>
              <p:cNvGrpSpPr>
                <a:grpSpLocks/>
              </p:cNvGrpSpPr>
              <p:nvPr/>
            </p:nvGrpSpPr>
            <p:grpSpPr bwMode="auto">
              <a:xfrm>
                <a:off x="1259" y="1217"/>
                <a:ext cx="291" cy="288"/>
                <a:chOff x="672" y="1776"/>
                <a:chExt cx="291" cy="288"/>
              </a:xfrm>
            </p:grpSpPr>
            <p:grpSp>
              <p:nvGrpSpPr>
                <p:cNvPr id="220" name="Group 78">
                  <a:extLst>
                    <a:ext uri="{FF2B5EF4-FFF2-40B4-BE49-F238E27FC236}">
                      <a16:creationId xmlns:a16="http://schemas.microsoft.com/office/drawing/2014/main" id="{90B7B172-FE74-474A-860F-950A4E5E2FBB}"/>
                    </a:ext>
                  </a:extLst>
                </p:cNvPr>
                <p:cNvGrpSpPr>
                  <a:grpSpLocks/>
                </p:cNvGrpSpPr>
                <p:nvPr/>
              </p:nvGrpSpPr>
              <p:grpSpPr bwMode="auto">
                <a:xfrm>
                  <a:off x="672" y="1920"/>
                  <a:ext cx="145" cy="144"/>
                  <a:chOff x="672" y="1920"/>
                  <a:chExt cx="145" cy="144"/>
                </a:xfrm>
              </p:grpSpPr>
              <p:sp>
                <p:nvSpPr>
                  <p:cNvPr id="224" name="Line 79">
                    <a:extLst>
                      <a:ext uri="{FF2B5EF4-FFF2-40B4-BE49-F238E27FC236}">
                        <a16:creationId xmlns:a16="http://schemas.microsoft.com/office/drawing/2014/main" id="{DA98A219-B383-CD4D-8C19-E7062BA1CB8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5" name="Line 80">
                    <a:extLst>
                      <a:ext uri="{FF2B5EF4-FFF2-40B4-BE49-F238E27FC236}">
                        <a16:creationId xmlns:a16="http://schemas.microsoft.com/office/drawing/2014/main" id="{99DDF2C7-4BB4-444F-88C9-EC97B73784D8}"/>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1" name="Group 81">
                  <a:extLst>
                    <a:ext uri="{FF2B5EF4-FFF2-40B4-BE49-F238E27FC236}">
                      <a16:creationId xmlns:a16="http://schemas.microsoft.com/office/drawing/2014/main" id="{9E407ECB-B0DD-2542-84E4-67E112276A0C}"/>
                    </a:ext>
                  </a:extLst>
                </p:cNvPr>
                <p:cNvGrpSpPr>
                  <a:grpSpLocks/>
                </p:cNvGrpSpPr>
                <p:nvPr/>
              </p:nvGrpSpPr>
              <p:grpSpPr bwMode="auto">
                <a:xfrm>
                  <a:off x="818" y="1776"/>
                  <a:ext cx="145" cy="144"/>
                  <a:chOff x="672" y="1920"/>
                  <a:chExt cx="145" cy="144"/>
                </a:xfrm>
              </p:grpSpPr>
              <p:sp>
                <p:nvSpPr>
                  <p:cNvPr id="222" name="Line 82">
                    <a:extLst>
                      <a:ext uri="{FF2B5EF4-FFF2-40B4-BE49-F238E27FC236}">
                        <a16:creationId xmlns:a16="http://schemas.microsoft.com/office/drawing/2014/main" id="{7A966565-D20D-BC4D-BFEF-684E75D8237A}"/>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3" name="Line 83">
                    <a:extLst>
                      <a:ext uri="{FF2B5EF4-FFF2-40B4-BE49-F238E27FC236}">
                        <a16:creationId xmlns:a16="http://schemas.microsoft.com/office/drawing/2014/main" id="{DE790389-F96F-3645-8B5C-56C99B7A623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17" name="Group 84">
                <a:extLst>
                  <a:ext uri="{FF2B5EF4-FFF2-40B4-BE49-F238E27FC236}">
                    <a16:creationId xmlns:a16="http://schemas.microsoft.com/office/drawing/2014/main" id="{B44615B9-9107-AE4B-B6B2-5C8842A57D65}"/>
                  </a:ext>
                </a:extLst>
              </p:cNvPr>
              <p:cNvGrpSpPr>
                <a:grpSpLocks/>
              </p:cNvGrpSpPr>
              <p:nvPr/>
            </p:nvGrpSpPr>
            <p:grpSpPr bwMode="auto">
              <a:xfrm>
                <a:off x="1551" y="1071"/>
                <a:ext cx="145" cy="144"/>
                <a:chOff x="672" y="1920"/>
                <a:chExt cx="145" cy="144"/>
              </a:xfrm>
            </p:grpSpPr>
            <p:sp>
              <p:nvSpPr>
                <p:cNvPr id="218" name="Line 85">
                  <a:extLst>
                    <a:ext uri="{FF2B5EF4-FFF2-40B4-BE49-F238E27FC236}">
                      <a16:creationId xmlns:a16="http://schemas.microsoft.com/office/drawing/2014/main" id="{3A621BC4-A685-9B4E-914E-9C7F23251DF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9" name="Line 86">
                  <a:extLst>
                    <a:ext uri="{FF2B5EF4-FFF2-40B4-BE49-F238E27FC236}">
                      <a16:creationId xmlns:a16="http://schemas.microsoft.com/office/drawing/2014/main" id="{71296EA3-B1E3-434E-B779-CC6E8E61265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0" name="Group 87">
              <a:extLst>
                <a:ext uri="{FF2B5EF4-FFF2-40B4-BE49-F238E27FC236}">
                  <a16:creationId xmlns:a16="http://schemas.microsoft.com/office/drawing/2014/main" id="{B2EFB5FC-1592-8042-A1C0-0B36516D6C71}"/>
                </a:ext>
              </a:extLst>
            </p:cNvPr>
            <p:cNvGrpSpPr>
              <a:grpSpLocks/>
            </p:cNvGrpSpPr>
            <p:nvPr/>
          </p:nvGrpSpPr>
          <p:grpSpPr bwMode="auto">
            <a:xfrm>
              <a:off x="1673" y="1147"/>
              <a:ext cx="583" cy="578"/>
              <a:chOff x="672" y="1486"/>
              <a:chExt cx="583" cy="578"/>
            </a:xfrm>
          </p:grpSpPr>
          <p:grpSp>
            <p:nvGrpSpPr>
              <p:cNvPr id="201" name="Group 88">
                <a:extLst>
                  <a:ext uri="{FF2B5EF4-FFF2-40B4-BE49-F238E27FC236}">
                    <a16:creationId xmlns:a16="http://schemas.microsoft.com/office/drawing/2014/main" id="{32E73C25-B702-224F-854F-9E057ECBEDE5}"/>
                  </a:ext>
                </a:extLst>
              </p:cNvPr>
              <p:cNvGrpSpPr>
                <a:grpSpLocks/>
              </p:cNvGrpSpPr>
              <p:nvPr/>
            </p:nvGrpSpPr>
            <p:grpSpPr bwMode="auto">
              <a:xfrm>
                <a:off x="672" y="1776"/>
                <a:ext cx="291" cy="288"/>
                <a:chOff x="672" y="1776"/>
                <a:chExt cx="291" cy="288"/>
              </a:xfrm>
            </p:grpSpPr>
            <p:grpSp>
              <p:nvGrpSpPr>
                <p:cNvPr id="209" name="Group 89">
                  <a:extLst>
                    <a:ext uri="{FF2B5EF4-FFF2-40B4-BE49-F238E27FC236}">
                      <a16:creationId xmlns:a16="http://schemas.microsoft.com/office/drawing/2014/main" id="{1B7CB7E1-B153-E14D-8D8A-11207424B680}"/>
                    </a:ext>
                  </a:extLst>
                </p:cNvPr>
                <p:cNvGrpSpPr>
                  <a:grpSpLocks/>
                </p:cNvGrpSpPr>
                <p:nvPr/>
              </p:nvGrpSpPr>
              <p:grpSpPr bwMode="auto">
                <a:xfrm>
                  <a:off x="672" y="1920"/>
                  <a:ext cx="145" cy="144"/>
                  <a:chOff x="672" y="1920"/>
                  <a:chExt cx="145" cy="144"/>
                </a:xfrm>
              </p:grpSpPr>
              <p:sp>
                <p:nvSpPr>
                  <p:cNvPr id="213" name="Line 90">
                    <a:extLst>
                      <a:ext uri="{FF2B5EF4-FFF2-40B4-BE49-F238E27FC236}">
                        <a16:creationId xmlns:a16="http://schemas.microsoft.com/office/drawing/2014/main" id="{27A6C125-E096-AC4A-9964-A49099132803}"/>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4" name="Line 91">
                    <a:extLst>
                      <a:ext uri="{FF2B5EF4-FFF2-40B4-BE49-F238E27FC236}">
                        <a16:creationId xmlns:a16="http://schemas.microsoft.com/office/drawing/2014/main" id="{DE0BE3B6-14E9-DF42-B4CC-2E8405F58F2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10" name="Group 92">
                  <a:extLst>
                    <a:ext uri="{FF2B5EF4-FFF2-40B4-BE49-F238E27FC236}">
                      <a16:creationId xmlns:a16="http://schemas.microsoft.com/office/drawing/2014/main" id="{877C2484-7A5E-604F-9B08-1724B41CACC8}"/>
                    </a:ext>
                  </a:extLst>
                </p:cNvPr>
                <p:cNvGrpSpPr>
                  <a:grpSpLocks/>
                </p:cNvGrpSpPr>
                <p:nvPr/>
              </p:nvGrpSpPr>
              <p:grpSpPr bwMode="auto">
                <a:xfrm>
                  <a:off x="818" y="1776"/>
                  <a:ext cx="145" cy="144"/>
                  <a:chOff x="672" y="1920"/>
                  <a:chExt cx="145" cy="144"/>
                </a:xfrm>
              </p:grpSpPr>
              <p:sp>
                <p:nvSpPr>
                  <p:cNvPr id="211" name="Line 93">
                    <a:extLst>
                      <a:ext uri="{FF2B5EF4-FFF2-40B4-BE49-F238E27FC236}">
                        <a16:creationId xmlns:a16="http://schemas.microsoft.com/office/drawing/2014/main" id="{D9C04E3F-D0AB-1745-91FE-A097CA11D78E}"/>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2" name="Line 94">
                    <a:extLst>
                      <a:ext uri="{FF2B5EF4-FFF2-40B4-BE49-F238E27FC236}">
                        <a16:creationId xmlns:a16="http://schemas.microsoft.com/office/drawing/2014/main" id="{EDC1866B-DE17-3A44-A7FF-A42ACFA6A19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2" name="Group 95">
                <a:extLst>
                  <a:ext uri="{FF2B5EF4-FFF2-40B4-BE49-F238E27FC236}">
                    <a16:creationId xmlns:a16="http://schemas.microsoft.com/office/drawing/2014/main" id="{B3FD2508-1A3B-F545-BB35-F836D08E571D}"/>
                  </a:ext>
                </a:extLst>
              </p:cNvPr>
              <p:cNvGrpSpPr>
                <a:grpSpLocks/>
              </p:cNvGrpSpPr>
              <p:nvPr/>
            </p:nvGrpSpPr>
            <p:grpSpPr bwMode="auto">
              <a:xfrm>
                <a:off x="964" y="1486"/>
                <a:ext cx="291" cy="288"/>
                <a:chOff x="672" y="1776"/>
                <a:chExt cx="291" cy="288"/>
              </a:xfrm>
            </p:grpSpPr>
            <p:grpSp>
              <p:nvGrpSpPr>
                <p:cNvPr id="203" name="Group 96">
                  <a:extLst>
                    <a:ext uri="{FF2B5EF4-FFF2-40B4-BE49-F238E27FC236}">
                      <a16:creationId xmlns:a16="http://schemas.microsoft.com/office/drawing/2014/main" id="{63FA1812-A241-CA46-94C2-4E003FA31FF1}"/>
                    </a:ext>
                  </a:extLst>
                </p:cNvPr>
                <p:cNvGrpSpPr>
                  <a:grpSpLocks/>
                </p:cNvGrpSpPr>
                <p:nvPr/>
              </p:nvGrpSpPr>
              <p:grpSpPr bwMode="auto">
                <a:xfrm>
                  <a:off x="672" y="1920"/>
                  <a:ext cx="145" cy="144"/>
                  <a:chOff x="672" y="1920"/>
                  <a:chExt cx="145" cy="144"/>
                </a:xfrm>
              </p:grpSpPr>
              <p:sp>
                <p:nvSpPr>
                  <p:cNvPr id="207" name="Line 97">
                    <a:extLst>
                      <a:ext uri="{FF2B5EF4-FFF2-40B4-BE49-F238E27FC236}">
                        <a16:creationId xmlns:a16="http://schemas.microsoft.com/office/drawing/2014/main" id="{5DD14580-BC6A-434D-9D65-4334BD0BCF1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8" name="Line 98">
                    <a:extLst>
                      <a:ext uri="{FF2B5EF4-FFF2-40B4-BE49-F238E27FC236}">
                        <a16:creationId xmlns:a16="http://schemas.microsoft.com/office/drawing/2014/main" id="{A48F997B-99F2-154D-9314-2BC629216B1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04" name="Group 99">
                  <a:extLst>
                    <a:ext uri="{FF2B5EF4-FFF2-40B4-BE49-F238E27FC236}">
                      <a16:creationId xmlns:a16="http://schemas.microsoft.com/office/drawing/2014/main" id="{F8264A2E-19A3-B54A-AAE8-CE725258FFD6}"/>
                    </a:ext>
                  </a:extLst>
                </p:cNvPr>
                <p:cNvGrpSpPr>
                  <a:grpSpLocks/>
                </p:cNvGrpSpPr>
                <p:nvPr/>
              </p:nvGrpSpPr>
              <p:grpSpPr bwMode="auto">
                <a:xfrm>
                  <a:off x="818" y="1776"/>
                  <a:ext cx="145" cy="144"/>
                  <a:chOff x="672" y="1920"/>
                  <a:chExt cx="145" cy="144"/>
                </a:xfrm>
              </p:grpSpPr>
              <p:sp>
                <p:nvSpPr>
                  <p:cNvPr id="205" name="Line 100">
                    <a:extLst>
                      <a:ext uri="{FF2B5EF4-FFF2-40B4-BE49-F238E27FC236}">
                        <a16:creationId xmlns:a16="http://schemas.microsoft.com/office/drawing/2014/main" id="{BF8CE0C4-18BD-2D42-A867-062C10FB608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6" name="Line 101">
                    <a:extLst>
                      <a:ext uri="{FF2B5EF4-FFF2-40B4-BE49-F238E27FC236}">
                        <a16:creationId xmlns:a16="http://schemas.microsoft.com/office/drawing/2014/main" id="{1417D3B3-BCF8-4444-B762-8DA06CB37774}"/>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240" name="Text Box 150">
            <a:extLst>
              <a:ext uri="{FF2B5EF4-FFF2-40B4-BE49-F238E27FC236}">
                <a16:creationId xmlns:a16="http://schemas.microsoft.com/office/drawing/2014/main" id="{F48E0A72-EE06-8747-9412-C085A5FC1DC0}"/>
              </a:ext>
            </a:extLst>
          </p:cNvPr>
          <p:cNvSpPr txBox="1">
            <a:spLocks noChangeArrowheads="1"/>
          </p:cNvSpPr>
          <p:nvPr/>
        </p:nvSpPr>
        <p:spPr bwMode="auto">
          <a:xfrm rot="-5433387">
            <a:off x="1194824" y="2814097"/>
            <a:ext cx="1957387" cy="36933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Cumulative data</a:t>
            </a:r>
          </a:p>
        </p:txBody>
      </p:sp>
      <p:sp>
        <p:nvSpPr>
          <p:cNvPr id="241" name="Text Box 154">
            <a:extLst>
              <a:ext uri="{FF2B5EF4-FFF2-40B4-BE49-F238E27FC236}">
                <a16:creationId xmlns:a16="http://schemas.microsoft.com/office/drawing/2014/main" id="{8132C866-C3A3-F54B-8107-0983C1BB47A7}"/>
              </a:ext>
            </a:extLst>
          </p:cNvPr>
          <p:cNvSpPr txBox="1">
            <a:spLocks noChangeArrowheads="1"/>
          </p:cNvSpPr>
          <p:nvPr/>
        </p:nvSpPr>
        <p:spPr bwMode="auto">
          <a:xfrm>
            <a:off x="9706999" y="4533081"/>
            <a:ext cx="663964"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time</a:t>
            </a:r>
          </a:p>
        </p:txBody>
      </p:sp>
      <p:grpSp>
        <p:nvGrpSpPr>
          <p:cNvPr id="242" name="Group 201">
            <a:extLst>
              <a:ext uri="{FF2B5EF4-FFF2-40B4-BE49-F238E27FC236}">
                <a16:creationId xmlns:a16="http://schemas.microsoft.com/office/drawing/2014/main" id="{98B35B39-6845-B44A-A9E2-DDF3A24FBA05}"/>
              </a:ext>
            </a:extLst>
          </p:cNvPr>
          <p:cNvGrpSpPr>
            <a:grpSpLocks/>
          </p:cNvGrpSpPr>
          <p:nvPr/>
        </p:nvGrpSpPr>
        <p:grpSpPr bwMode="auto">
          <a:xfrm>
            <a:off x="4103124" y="2012131"/>
            <a:ext cx="3500438" cy="2520950"/>
            <a:chOff x="1572" y="1156"/>
            <a:chExt cx="2205" cy="1588"/>
          </a:xfrm>
        </p:grpSpPr>
        <p:grpSp>
          <p:nvGrpSpPr>
            <p:cNvPr id="243" name="Group 198">
              <a:extLst>
                <a:ext uri="{FF2B5EF4-FFF2-40B4-BE49-F238E27FC236}">
                  <a16:creationId xmlns:a16="http://schemas.microsoft.com/office/drawing/2014/main" id="{03EED693-FDB3-0940-BE24-338512144BD8}"/>
                </a:ext>
              </a:extLst>
            </p:cNvPr>
            <p:cNvGrpSpPr>
              <a:grpSpLocks/>
            </p:cNvGrpSpPr>
            <p:nvPr/>
          </p:nvGrpSpPr>
          <p:grpSpPr bwMode="auto">
            <a:xfrm>
              <a:off x="1938" y="1156"/>
              <a:ext cx="1839" cy="1588"/>
              <a:chOff x="1938" y="1156"/>
              <a:chExt cx="1839" cy="1588"/>
            </a:xfrm>
          </p:grpSpPr>
          <p:grpSp>
            <p:nvGrpSpPr>
              <p:cNvPr id="247" name="Group 106">
                <a:extLst>
                  <a:ext uri="{FF2B5EF4-FFF2-40B4-BE49-F238E27FC236}">
                    <a16:creationId xmlns:a16="http://schemas.microsoft.com/office/drawing/2014/main" id="{249BAAF5-FA7A-D147-ABC6-E05F52DB1CF7}"/>
                  </a:ext>
                </a:extLst>
              </p:cNvPr>
              <p:cNvGrpSpPr>
                <a:grpSpLocks/>
              </p:cNvGrpSpPr>
              <p:nvPr/>
            </p:nvGrpSpPr>
            <p:grpSpPr bwMode="auto">
              <a:xfrm>
                <a:off x="1938" y="2600"/>
                <a:ext cx="319" cy="144"/>
                <a:chOff x="672" y="1920"/>
                <a:chExt cx="145" cy="144"/>
              </a:xfrm>
            </p:grpSpPr>
            <p:sp>
              <p:nvSpPr>
                <p:cNvPr id="469" name="Line 107">
                  <a:extLst>
                    <a:ext uri="{FF2B5EF4-FFF2-40B4-BE49-F238E27FC236}">
                      <a16:creationId xmlns:a16="http://schemas.microsoft.com/office/drawing/2014/main" id="{BCEB014D-84F6-CC4F-B058-2BB9795CA9E5}"/>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70" name="Line 108">
                  <a:extLst>
                    <a:ext uri="{FF2B5EF4-FFF2-40B4-BE49-F238E27FC236}">
                      <a16:creationId xmlns:a16="http://schemas.microsoft.com/office/drawing/2014/main" id="{A731394B-CB70-DC48-82B7-B15FFCD67E28}"/>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8" name="Group 109">
                <a:extLst>
                  <a:ext uri="{FF2B5EF4-FFF2-40B4-BE49-F238E27FC236}">
                    <a16:creationId xmlns:a16="http://schemas.microsoft.com/office/drawing/2014/main" id="{ABBCE7F6-E0A4-9C46-85D9-7B00EE2A1D27}"/>
                  </a:ext>
                </a:extLst>
              </p:cNvPr>
              <p:cNvGrpSpPr>
                <a:grpSpLocks/>
              </p:cNvGrpSpPr>
              <p:nvPr/>
            </p:nvGrpSpPr>
            <p:grpSpPr bwMode="auto">
              <a:xfrm>
                <a:off x="2252" y="2456"/>
                <a:ext cx="73" cy="144"/>
                <a:chOff x="672" y="1920"/>
                <a:chExt cx="145" cy="144"/>
              </a:xfrm>
            </p:grpSpPr>
            <p:sp>
              <p:nvSpPr>
                <p:cNvPr id="467" name="Line 110">
                  <a:extLst>
                    <a:ext uri="{FF2B5EF4-FFF2-40B4-BE49-F238E27FC236}">
                      <a16:creationId xmlns:a16="http://schemas.microsoft.com/office/drawing/2014/main" id="{413794F4-A4DC-BA41-B5A9-710F6654FBDC}"/>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8" name="Line 111">
                  <a:extLst>
                    <a:ext uri="{FF2B5EF4-FFF2-40B4-BE49-F238E27FC236}">
                      <a16:creationId xmlns:a16="http://schemas.microsoft.com/office/drawing/2014/main" id="{C1AA099D-2573-154E-82E2-DCE650510841}"/>
                    </a:ext>
                  </a:extLst>
                </p:cNvPr>
                <p:cNvSpPr>
                  <a:spLocks noChangeShapeType="1"/>
                </p:cNvSpPr>
                <p:nvPr/>
              </p:nvSpPr>
              <p:spPr bwMode="auto">
                <a:xfrm rot="5400000">
                  <a:off x="745" y="1849"/>
                  <a:ext cx="0" cy="141"/>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9" name="Group 112">
                <a:extLst>
                  <a:ext uri="{FF2B5EF4-FFF2-40B4-BE49-F238E27FC236}">
                    <a16:creationId xmlns:a16="http://schemas.microsoft.com/office/drawing/2014/main" id="{C42BB911-E80C-A34F-974F-1C46657BBAD0}"/>
                  </a:ext>
                </a:extLst>
              </p:cNvPr>
              <p:cNvGrpSpPr>
                <a:grpSpLocks/>
              </p:cNvGrpSpPr>
              <p:nvPr/>
            </p:nvGrpSpPr>
            <p:grpSpPr bwMode="auto">
              <a:xfrm>
                <a:off x="2317" y="2169"/>
                <a:ext cx="126" cy="288"/>
                <a:chOff x="672" y="1776"/>
                <a:chExt cx="291" cy="288"/>
              </a:xfrm>
            </p:grpSpPr>
            <p:grpSp>
              <p:nvGrpSpPr>
                <p:cNvPr id="461" name="Group 113">
                  <a:extLst>
                    <a:ext uri="{FF2B5EF4-FFF2-40B4-BE49-F238E27FC236}">
                      <a16:creationId xmlns:a16="http://schemas.microsoft.com/office/drawing/2014/main" id="{0DFA3004-ECFE-DC44-A8A1-99A4A7737F84}"/>
                    </a:ext>
                  </a:extLst>
                </p:cNvPr>
                <p:cNvGrpSpPr>
                  <a:grpSpLocks/>
                </p:cNvGrpSpPr>
                <p:nvPr/>
              </p:nvGrpSpPr>
              <p:grpSpPr bwMode="auto">
                <a:xfrm>
                  <a:off x="672" y="1920"/>
                  <a:ext cx="145" cy="144"/>
                  <a:chOff x="672" y="1920"/>
                  <a:chExt cx="145" cy="144"/>
                </a:xfrm>
              </p:grpSpPr>
              <p:sp>
                <p:nvSpPr>
                  <p:cNvPr id="465" name="Line 114">
                    <a:extLst>
                      <a:ext uri="{FF2B5EF4-FFF2-40B4-BE49-F238E27FC236}">
                        <a16:creationId xmlns:a16="http://schemas.microsoft.com/office/drawing/2014/main" id="{3DEB4882-8A2F-A547-B051-38774E31380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6" name="Line 115">
                    <a:extLst>
                      <a:ext uri="{FF2B5EF4-FFF2-40B4-BE49-F238E27FC236}">
                        <a16:creationId xmlns:a16="http://schemas.microsoft.com/office/drawing/2014/main" id="{B6148270-BC4A-FE49-89B7-92782BEE0211}"/>
                      </a:ext>
                    </a:extLst>
                  </p:cNvPr>
                  <p:cNvSpPr>
                    <a:spLocks noChangeShapeType="1"/>
                  </p:cNvSpPr>
                  <p:nvPr/>
                </p:nvSpPr>
                <p:spPr bwMode="auto">
                  <a:xfrm rot="5400000">
                    <a:off x="745" y="1847"/>
                    <a:ext cx="0" cy="145"/>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62" name="Group 116">
                  <a:extLst>
                    <a:ext uri="{FF2B5EF4-FFF2-40B4-BE49-F238E27FC236}">
                      <a16:creationId xmlns:a16="http://schemas.microsoft.com/office/drawing/2014/main" id="{8586C9B8-424B-834D-869E-BC829A7C589E}"/>
                    </a:ext>
                  </a:extLst>
                </p:cNvPr>
                <p:cNvGrpSpPr>
                  <a:grpSpLocks/>
                </p:cNvGrpSpPr>
                <p:nvPr/>
              </p:nvGrpSpPr>
              <p:grpSpPr bwMode="auto">
                <a:xfrm>
                  <a:off x="818" y="1776"/>
                  <a:ext cx="145" cy="144"/>
                  <a:chOff x="672" y="1920"/>
                  <a:chExt cx="145" cy="144"/>
                </a:xfrm>
              </p:grpSpPr>
              <p:sp>
                <p:nvSpPr>
                  <p:cNvPr id="463" name="Line 117">
                    <a:extLst>
                      <a:ext uri="{FF2B5EF4-FFF2-40B4-BE49-F238E27FC236}">
                        <a16:creationId xmlns:a16="http://schemas.microsoft.com/office/drawing/2014/main" id="{1FD5AE65-BCFC-EC43-865A-187EBD2DD214}"/>
                      </a:ext>
                    </a:extLst>
                  </p:cNvPr>
                  <p:cNvSpPr>
                    <a:spLocks noChangeShapeType="1"/>
                  </p:cNvSpPr>
                  <p:nvPr/>
                </p:nvSpPr>
                <p:spPr bwMode="auto">
                  <a:xfrm>
                    <a:off x="671"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4" name="Line 118">
                    <a:extLst>
                      <a:ext uri="{FF2B5EF4-FFF2-40B4-BE49-F238E27FC236}">
                        <a16:creationId xmlns:a16="http://schemas.microsoft.com/office/drawing/2014/main" id="{33DFFECE-C171-2749-A0BE-91786BD55307}"/>
                      </a:ext>
                    </a:extLst>
                  </p:cNvPr>
                  <p:cNvSpPr>
                    <a:spLocks noChangeShapeType="1"/>
                  </p:cNvSpPr>
                  <p:nvPr/>
                </p:nvSpPr>
                <p:spPr bwMode="auto">
                  <a:xfrm rot="5400000">
                    <a:off x="744" y="1847"/>
                    <a:ext cx="0" cy="146"/>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0" name="Group 119">
                <a:extLst>
                  <a:ext uri="{FF2B5EF4-FFF2-40B4-BE49-F238E27FC236}">
                    <a16:creationId xmlns:a16="http://schemas.microsoft.com/office/drawing/2014/main" id="{1F5518E3-719F-B14E-B055-6113FFA0D4F8}"/>
                  </a:ext>
                </a:extLst>
              </p:cNvPr>
              <p:cNvGrpSpPr>
                <a:grpSpLocks/>
              </p:cNvGrpSpPr>
              <p:nvPr/>
            </p:nvGrpSpPr>
            <p:grpSpPr bwMode="auto">
              <a:xfrm>
                <a:off x="2441" y="1877"/>
                <a:ext cx="609" cy="288"/>
                <a:chOff x="672" y="1776"/>
                <a:chExt cx="291" cy="288"/>
              </a:xfrm>
            </p:grpSpPr>
            <p:grpSp>
              <p:nvGrpSpPr>
                <p:cNvPr id="455" name="Group 120">
                  <a:extLst>
                    <a:ext uri="{FF2B5EF4-FFF2-40B4-BE49-F238E27FC236}">
                      <a16:creationId xmlns:a16="http://schemas.microsoft.com/office/drawing/2014/main" id="{20B31051-705E-9542-AFFC-72559BB0F9A8}"/>
                    </a:ext>
                  </a:extLst>
                </p:cNvPr>
                <p:cNvGrpSpPr>
                  <a:grpSpLocks/>
                </p:cNvGrpSpPr>
                <p:nvPr/>
              </p:nvGrpSpPr>
              <p:grpSpPr bwMode="auto">
                <a:xfrm>
                  <a:off x="672" y="1920"/>
                  <a:ext cx="145" cy="144"/>
                  <a:chOff x="672" y="1920"/>
                  <a:chExt cx="145" cy="144"/>
                </a:xfrm>
              </p:grpSpPr>
              <p:sp>
                <p:nvSpPr>
                  <p:cNvPr id="459" name="Line 121">
                    <a:extLst>
                      <a:ext uri="{FF2B5EF4-FFF2-40B4-BE49-F238E27FC236}">
                        <a16:creationId xmlns:a16="http://schemas.microsoft.com/office/drawing/2014/main" id="{01BB5816-7204-6647-BB2C-26310485E1B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0" name="Line 122">
                    <a:extLst>
                      <a:ext uri="{FF2B5EF4-FFF2-40B4-BE49-F238E27FC236}">
                        <a16:creationId xmlns:a16="http://schemas.microsoft.com/office/drawing/2014/main" id="{4F4B0D82-EAE7-2242-8DF1-F7B4FFACA8B7}"/>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56" name="Group 123">
                  <a:extLst>
                    <a:ext uri="{FF2B5EF4-FFF2-40B4-BE49-F238E27FC236}">
                      <a16:creationId xmlns:a16="http://schemas.microsoft.com/office/drawing/2014/main" id="{83006F75-5500-5748-938E-5D5C5F1A944F}"/>
                    </a:ext>
                  </a:extLst>
                </p:cNvPr>
                <p:cNvGrpSpPr>
                  <a:grpSpLocks/>
                </p:cNvGrpSpPr>
                <p:nvPr/>
              </p:nvGrpSpPr>
              <p:grpSpPr bwMode="auto">
                <a:xfrm>
                  <a:off x="818" y="1776"/>
                  <a:ext cx="145" cy="144"/>
                  <a:chOff x="672" y="1920"/>
                  <a:chExt cx="145" cy="144"/>
                </a:xfrm>
              </p:grpSpPr>
              <p:sp>
                <p:nvSpPr>
                  <p:cNvPr id="457" name="Line 124">
                    <a:extLst>
                      <a:ext uri="{FF2B5EF4-FFF2-40B4-BE49-F238E27FC236}">
                        <a16:creationId xmlns:a16="http://schemas.microsoft.com/office/drawing/2014/main" id="{A2CE2AD8-EED8-BB46-AAA0-229AB680F9E4}"/>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8" name="Line 125">
                    <a:extLst>
                      <a:ext uri="{FF2B5EF4-FFF2-40B4-BE49-F238E27FC236}">
                        <a16:creationId xmlns:a16="http://schemas.microsoft.com/office/drawing/2014/main" id="{9CA3C61B-AAE4-644C-902C-0FB0031DD00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1" name="Group 126">
                <a:extLst>
                  <a:ext uri="{FF2B5EF4-FFF2-40B4-BE49-F238E27FC236}">
                    <a16:creationId xmlns:a16="http://schemas.microsoft.com/office/drawing/2014/main" id="{0D5BD217-3E68-D04C-A046-D2DF3EC87AC2}"/>
                  </a:ext>
                </a:extLst>
              </p:cNvPr>
              <p:cNvGrpSpPr>
                <a:grpSpLocks/>
              </p:cNvGrpSpPr>
              <p:nvPr/>
            </p:nvGrpSpPr>
            <p:grpSpPr bwMode="auto">
              <a:xfrm>
                <a:off x="3045" y="1740"/>
                <a:ext cx="52" cy="144"/>
                <a:chOff x="672" y="1920"/>
                <a:chExt cx="145" cy="144"/>
              </a:xfrm>
            </p:grpSpPr>
            <p:sp>
              <p:nvSpPr>
                <p:cNvPr id="265" name="Line 127">
                  <a:extLst>
                    <a:ext uri="{FF2B5EF4-FFF2-40B4-BE49-F238E27FC236}">
                      <a16:creationId xmlns:a16="http://schemas.microsoft.com/office/drawing/2014/main" id="{63421A91-A260-604C-B7EF-CE53173E9262}"/>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4" name="Line 128">
                  <a:extLst>
                    <a:ext uri="{FF2B5EF4-FFF2-40B4-BE49-F238E27FC236}">
                      <a16:creationId xmlns:a16="http://schemas.microsoft.com/office/drawing/2014/main" id="{5ACCDE26-4AE7-474C-B0E6-D4317E90F076}"/>
                    </a:ext>
                  </a:extLst>
                </p:cNvPr>
                <p:cNvSpPr>
                  <a:spLocks noChangeShapeType="1"/>
                </p:cNvSpPr>
                <p:nvPr/>
              </p:nvSpPr>
              <p:spPr bwMode="auto">
                <a:xfrm rot="5400000">
                  <a:off x="745" y="1849"/>
                  <a:ext cx="0" cy="145"/>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2" name="Group 131">
                <a:extLst>
                  <a:ext uri="{FF2B5EF4-FFF2-40B4-BE49-F238E27FC236}">
                    <a16:creationId xmlns:a16="http://schemas.microsoft.com/office/drawing/2014/main" id="{C1AC9525-5797-124E-A677-A0A962D77858}"/>
                  </a:ext>
                </a:extLst>
              </p:cNvPr>
              <p:cNvGrpSpPr>
                <a:grpSpLocks/>
              </p:cNvGrpSpPr>
              <p:nvPr/>
            </p:nvGrpSpPr>
            <p:grpSpPr bwMode="auto">
              <a:xfrm>
                <a:off x="3092" y="1590"/>
                <a:ext cx="469" cy="144"/>
                <a:chOff x="672" y="1920"/>
                <a:chExt cx="145" cy="144"/>
              </a:xfrm>
            </p:grpSpPr>
            <p:sp>
              <p:nvSpPr>
                <p:cNvPr id="263" name="Line 132">
                  <a:extLst>
                    <a:ext uri="{FF2B5EF4-FFF2-40B4-BE49-F238E27FC236}">
                      <a16:creationId xmlns:a16="http://schemas.microsoft.com/office/drawing/2014/main" id="{1B85E59A-4AA2-5647-9EEB-87D45C3C98E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4" name="Line 133">
                  <a:extLst>
                    <a:ext uri="{FF2B5EF4-FFF2-40B4-BE49-F238E27FC236}">
                      <a16:creationId xmlns:a16="http://schemas.microsoft.com/office/drawing/2014/main" id="{82EE49D4-A79D-D041-AF79-59F7DB573960}"/>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3" name="Group 134">
                <a:extLst>
                  <a:ext uri="{FF2B5EF4-FFF2-40B4-BE49-F238E27FC236}">
                    <a16:creationId xmlns:a16="http://schemas.microsoft.com/office/drawing/2014/main" id="{514EDBAD-45E8-C341-9B6D-21A7A489FB39}"/>
                  </a:ext>
                </a:extLst>
              </p:cNvPr>
              <p:cNvGrpSpPr>
                <a:grpSpLocks/>
              </p:cNvGrpSpPr>
              <p:nvPr/>
            </p:nvGrpSpPr>
            <p:grpSpPr bwMode="auto">
              <a:xfrm>
                <a:off x="3550" y="1446"/>
                <a:ext cx="145" cy="144"/>
                <a:chOff x="672" y="1920"/>
                <a:chExt cx="145" cy="144"/>
              </a:xfrm>
            </p:grpSpPr>
            <p:sp>
              <p:nvSpPr>
                <p:cNvPr id="261" name="Line 135">
                  <a:extLst>
                    <a:ext uri="{FF2B5EF4-FFF2-40B4-BE49-F238E27FC236}">
                      <a16:creationId xmlns:a16="http://schemas.microsoft.com/office/drawing/2014/main" id="{C48631F1-3B13-5F46-8A45-26547347B97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2" name="Line 136">
                  <a:extLst>
                    <a:ext uri="{FF2B5EF4-FFF2-40B4-BE49-F238E27FC236}">
                      <a16:creationId xmlns:a16="http://schemas.microsoft.com/office/drawing/2014/main" id="{2650A6FC-C4D0-F54D-8D69-65B6EC19FF3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4" name="Group 137">
                <a:extLst>
                  <a:ext uri="{FF2B5EF4-FFF2-40B4-BE49-F238E27FC236}">
                    <a16:creationId xmlns:a16="http://schemas.microsoft.com/office/drawing/2014/main" id="{E11AEF40-3AE5-6745-964C-3A95695364E8}"/>
                  </a:ext>
                </a:extLst>
              </p:cNvPr>
              <p:cNvGrpSpPr>
                <a:grpSpLocks/>
              </p:cNvGrpSpPr>
              <p:nvPr/>
            </p:nvGrpSpPr>
            <p:grpSpPr bwMode="auto">
              <a:xfrm>
                <a:off x="3690" y="1156"/>
                <a:ext cx="87" cy="288"/>
                <a:chOff x="672" y="1776"/>
                <a:chExt cx="291" cy="288"/>
              </a:xfrm>
            </p:grpSpPr>
            <p:grpSp>
              <p:nvGrpSpPr>
                <p:cNvPr id="255" name="Group 138">
                  <a:extLst>
                    <a:ext uri="{FF2B5EF4-FFF2-40B4-BE49-F238E27FC236}">
                      <a16:creationId xmlns:a16="http://schemas.microsoft.com/office/drawing/2014/main" id="{1A362898-74D2-1544-8CB1-95EA79C25F8B}"/>
                    </a:ext>
                  </a:extLst>
                </p:cNvPr>
                <p:cNvGrpSpPr>
                  <a:grpSpLocks/>
                </p:cNvGrpSpPr>
                <p:nvPr/>
              </p:nvGrpSpPr>
              <p:grpSpPr bwMode="auto">
                <a:xfrm>
                  <a:off x="672" y="1920"/>
                  <a:ext cx="145" cy="144"/>
                  <a:chOff x="672" y="1920"/>
                  <a:chExt cx="145" cy="144"/>
                </a:xfrm>
              </p:grpSpPr>
              <p:sp>
                <p:nvSpPr>
                  <p:cNvPr id="259" name="Line 139">
                    <a:extLst>
                      <a:ext uri="{FF2B5EF4-FFF2-40B4-BE49-F238E27FC236}">
                        <a16:creationId xmlns:a16="http://schemas.microsoft.com/office/drawing/2014/main" id="{5C955EC5-AEF2-C840-94BF-ECDF7E721E3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0" name="Line 140">
                    <a:extLst>
                      <a:ext uri="{FF2B5EF4-FFF2-40B4-BE49-F238E27FC236}">
                        <a16:creationId xmlns:a16="http://schemas.microsoft.com/office/drawing/2014/main" id="{6DD8161A-D076-C84B-81F0-0A52F1549D55}"/>
                      </a:ext>
                    </a:extLst>
                  </p:cNvPr>
                  <p:cNvSpPr>
                    <a:spLocks noChangeShapeType="1"/>
                  </p:cNvSpPr>
                  <p:nvPr/>
                </p:nvSpPr>
                <p:spPr bwMode="auto">
                  <a:xfrm rot="5400000">
                    <a:off x="744"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6" name="Group 141">
                  <a:extLst>
                    <a:ext uri="{FF2B5EF4-FFF2-40B4-BE49-F238E27FC236}">
                      <a16:creationId xmlns:a16="http://schemas.microsoft.com/office/drawing/2014/main" id="{C22A4CBA-7C11-AD40-BFCC-9555A0FC6E95}"/>
                    </a:ext>
                  </a:extLst>
                </p:cNvPr>
                <p:cNvGrpSpPr>
                  <a:grpSpLocks/>
                </p:cNvGrpSpPr>
                <p:nvPr/>
              </p:nvGrpSpPr>
              <p:grpSpPr bwMode="auto">
                <a:xfrm>
                  <a:off x="818" y="1776"/>
                  <a:ext cx="145" cy="144"/>
                  <a:chOff x="672" y="1920"/>
                  <a:chExt cx="145" cy="144"/>
                </a:xfrm>
              </p:grpSpPr>
              <p:sp>
                <p:nvSpPr>
                  <p:cNvPr id="257" name="Line 142">
                    <a:extLst>
                      <a:ext uri="{FF2B5EF4-FFF2-40B4-BE49-F238E27FC236}">
                        <a16:creationId xmlns:a16="http://schemas.microsoft.com/office/drawing/2014/main" id="{D34B9002-AD10-5D4B-93B9-4CB7E3CFC3F9}"/>
                      </a:ext>
                    </a:extLst>
                  </p:cNvPr>
                  <p:cNvSpPr>
                    <a:spLocks noChangeShapeType="1"/>
                  </p:cNvSpPr>
                  <p:nvPr/>
                </p:nvSpPr>
                <p:spPr bwMode="auto">
                  <a:xfrm>
                    <a:off x="673"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58" name="Line 143">
                    <a:extLst>
                      <a:ext uri="{FF2B5EF4-FFF2-40B4-BE49-F238E27FC236}">
                        <a16:creationId xmlns:a16="http://schemas.microsoft.com/office/drawing/2014/main" id="{80DF59F4-160E-D045-8986-77B568B3A67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sp>
          <p:nvSpPr>
            <p:cNvPr id="244" name="Text Box 152">
              <a:extLst>
                <a:ext uri="{FF2B5EF4-FFF2-40B4-BE49-F238E27FC236}">
                  <a16:creationId xmlns:a16="http://schemas.microsoft.com/office/drawing/2014/main" id="{7EB75F6E-9A0B-7248-957A-DF95A2A9F96B}"/>
                </a:ext>
              </a:extLst>
            </p:cNvPr>
            <p:cNvSpPr txBox="1">
              <a:spLocks noChangeArrowheads="1"/>
            </p:cNvSpPr>
            <p:nvPr/>
          </p:nvSpPr>
          <p:spPr bwMode="auto">
            <a:xfrm>
              <a:off x="1737" y="1724"/>
              <a:ext cx="664" cy="58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19050">
                  <a:solidFill>
                    <a:schemeClr val="tx1"/>
                  </a:solidFill>
                  <a:prstDash val="sysDot"/>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variable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network</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delay</a:t>
              </a:r>
            </a:p>
          </p:txBody>
        </p:sp>
        <p:sp>
          <p:nvSpPr>
            <p:cNvPr id="245" name="Line 153">
              <a:extLst>
                <a:ext uri="{FF2B5EF4-FFF2-40B4-BE49-F238E27FC236}">
                  <a16:creationId xmlns:a16="http://schemas.microsoft.com/office/drawing/2014/main" id="{A758800A-7C03-9644-8754-5F8514AC77B8}"/>
                </a:ext>
              </a:extLst>
            </p:cNvPr>
            <p:cNvSpPr>
              <a:spLocks noChangeShapeType="1"/>
            </p:cNvSpPr>
            <p:nvPr/>
          </p:nvSpPr>
          <p:spPr bwMode="auto">
            <a:xfrm>
              <a:off x="1572" y="1938"/>
              <a:ext cx="1098" cy="0"/>
            </a:xfrm>
            <a:prstGeom prst="line">
              <a:avLst/>
            </a:prstGeom>
            <a:noFill/>
            <a:ln w="19050">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46" name="Text Box 197">
              <a:extLst>
                <a:ext uri="{FF2B5EF4-FFF2-40B4-BE49-F238E27FC236}">
                  <a16:creationId xmlns:a16="http://schemas.microsoft.com/office/drawing/2014/main" id="{E2D57BCC-95D4-B846-8D60-5061813600C5}"/>
                </a:ext>
              </a:extLst>
            </p:cNvPr>
            <p:cNvSpPr txBox="1">
              <a:spLocks noChangeArrowheads="1"/>
            </p:cNvSpPr>
            <p:nvPr/>
          </p:nvSpPr>
          <p:spPr bwMode="auto">
            <a:xfrm>
              <a:off x="2651" y="1196"/>
              <a:ext cx="875" cy="407"/>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client video</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reception</a:t>
              </a:r>
            </a:p>
          </p:txBody>
        </p:sp>
      </p:grpSp>
      <p:grpSp>
        <p:nvGrpSpPr>
          <p:cNvPr id="471" name="Group 203">
            <a:extLst>
              <a:ext uri="{FF2B5EF4-FFF2-40B4-BE49-F238E27FC236}">
                <a16:creationId xmlns:a16="http://schemas.microsoft.com/office/drawing/2014/main" id="{0A5D4D99-D2D3-5145-8C99-4359533C8DB5}"/>
              </a:ext>
            </a:extLst>
          </p:cNvPr>
          <p:cNvGrpSpPr>
            <a:grpSpLocks/>
          </p:cNvGrpSpPr>
          <p:nvPr/>
        </p:nvGrpSpPr>
        <p:grpSpPr bwMode="auto">
          <a:xfrm>
            <a:off x="4582549" y="1983556"/>
            <a:ext cx="5226054" cy="3214688"/>
            <a:chOff x="1874" y="1138"/>
            <a:chExt cx="3292" cy="2025"/>
          </a:xfrm>
        </p:grpSpPr>
        <p:grpSp>
          <p:nvGrpSpPr>
            <p:cNvPr id="472" name="Group 155">
              <a:extLst>
                <a:ext uri="{FF2B5EF4-FFF2-40B4-BE49-F238E27FC236}">
                  <a16:creationId xmlns:a16="http://schemas.microsoft.com/office/drawing/2014/main" id="{07264358-3F6F-F34E-A331-1214EAB8088F}"/>
                </a:ext>
              </a:extLst>
            </p:cNvPr>
            <p:cNvGrpSpPr>
              <a:grpSpLocks/>
            </p:cNvGrpSpPr>
            <p:nvPr/>
          </p:nvGrpSpPr>
          <p:grpSpPr bwMode="auto">
            <a:xfrm>
              <a:off x="2784" y="1138"/>
              <a:ext cx="1608" cy="1591"/>
              <a:chOff x="648" y="1147"/>
              <a:chExt cx="1608" cy="1591"/>
            </a:xfrm>
          </p:grpSpPr>
          <p:grpSp>
            <p:nvGrpSpPr>
              <p:cNvPr id="477" name="Group 156">
                <a:extLst>
                  <a:ext uri="{FF2B5EF4-FFF2-40B4-BE49-F238E27FC236}">
                    <a16:creationId xmlns:a16="http://schemas.microsoft.com/office/drawing/2014/main" id="{E2731D05-9C4A-504E-ADE0-6F211B66B536}"/>
                  </a:ext>
                </a:extLst>
              </p:cNvPr>
              <p:cNvGrpSpPr>
                <a:grpSpLocks/>
              </p:cNvGrpSpPr>
              <p:nvPr/>
            </p:nvGrpSpPr>
            <p:grpSpPr bwMode="auto">
              <a:xfrm>
                <a:off x="648" y="1725"/>
                <a:ext cx="1024" cy="1013"/>
                <a:chOff x="672" y="1071"/>
                <a:chExt cx="1024" cy="1013"/>
              </a:xfrm>
            </p:grpSpPr>
            <p:grpSp>
              <p:nvGrpSpPr>
                <p:cNvPr id="493" name="Group 157">
                  <a:extLst>
                    <a:ext uri="{FF2B5EF4-FFF2-40B4-BE49-F238E27FC236}">
                      <a16:creationId xmlns:a16="http://schemas.microsoft.com/office/drawing/2014/main" id="{7FC78464-051F-134D-8FAE-FBAF0F550A82}"/>
                    </a:ext>
                  </a:extLst>
                </p:cNvPr>
                <p:cNvGrpSpPr>
                  <a:grpSpLocks/>
                </p:cNvGrpSpPr>
                <p:nvPr/>
              </p:nvGrpSpPr>
              <p:grpSpPr bwMode="auto">
                <a:xfrm>
                  <a:off x="672" y="1506"/>
                  <a:ext cx="583" cy="578"/>
                  <a:chOff x="672" y="1486"/>
                  <a:chExt cx="583" cy="578"/>
                </a:xfrm>
              </p:grpSpPr>
              <p:grpSp>
                <p:nvGrpSpPr>
                  <p:cNvPr id="504" name="Group 158">
                    <a:extLst>
                      <a:ext uri="{FF2B5EF4-FFF2-40B4-BE49-F238E27FC236}">
                        <a16:creationId xmlns:a16="http://schemas.microsoft.com/office/drawing/2014/main" id="{3F92BA0B-BE53-FA46-BC59-59D252B71F86}"/>
                      </a:ext>
                    </a:extLst>
                  </p:cNvPr>
                  <p:cNvGrpSpPr>
                    <a:grpSpLocks/>
                  </p:cNvGrpSpPr>
                  <p:nvPr/>
                </p:nvGrpSpPr>
                <p:grpSpPr bwMode="auto">
                  <a:xfrm>
                    <a:off x="672" y="1776"/>
                    <a:ext cx="291" cy="288"/>
                    <a:chOff x="672" y="1776"/>
                    <a:chExt cx="291" cy="288"/>
                  </a:xfrm>
                </p:grpSpPr>
                <p:grpSp>
                  <p:nvGrpSpPr>
                    <p:cNvPr id="512" name="Group 159">
                      <a:extLst>
                        <a:ext uri="{FF2B5EF4-FFF2-40B4-BE49-F238E27FC236}">
                          <a16:creationId xmlns:a16="http://schemas.microsoft.com/office/drawing/2014/main" id="{085B4E92-95EE-3643-A0DC-D7033658CC4A}"/>
                        </a:ext>
                      </a:extLst>
                    </p:cNvPr>
                    <p:cNvGrpSpPr>
                      <a:grpSpLocks/>
                    </p:cNvGrpSpPr>
                    <p:nvPr/>
                  </p:nvGrpSpPr>
                  <p:grpSpPr bwMode="auto">
                    <a:xfrm>
                      <a:off x="672" y="1920"/>
                      <a:ext cx="145" cy="144"/>
                      <a:chOff x="672" y="1920"/>
                      <a:chExt cx="145" cy="144"/>
                    </a:xfrm>
                  </p:grpSpPr>
                  <p:sp>
                    <p:nvSpPr>
                      <p:cNvPr id="516" name="Line 160">
                        <a:extLst>
                          <a:ext uri="{FF2B5EF4-FFF2-40B4-BE49-F238E27FC236}">
                            <a16:creationId xmlns:a16="http://schemas.microsoft.com/office/drawing/2014/main" id="{4CCBADDF-3AAD-244C-84F2-955713D33B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7" name="Line 161">
                        <a:extLst>
                          <a:ext uri="{FF2B5EF4-FFF2-40B4-BE49-F238E27FC236}">
                            <a16:creationId xmlns:a16="http://schemas.microsoft.com/office/drawing/2014/main" id="{60DD74BD-68A2-D642-9D61-2E97298246D9}"/>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13" name="Group 162">
                      <a:extLst>
                        <a:ext uri="{FF2B5EF4-FFF2-40B4-BE49-F238E27FC236}">
                          <a16:creationId xmlns:a16="http://schemas.microsoft.com/office/drawing/2014/main" id="{C1989A72-D268-824D-9875-979E1F6D2191}"/>
                        </a:ext>
                      </a:extLst>
                    </p:cNvPr>
                    <p:cNvGrpSpPr>
                      <a:grpSpLocks/>
                    </p:cNvGrpSpPr>
                    <p:nvPr/>
                  </p:nvGrpSpPr>
                  <p:grpSpPr bwMode="auto">
                    <a:xfrm>
                      <a:off x="818" y="1776"/>
                      <a:ext cx="145" cy="144"/>
                      <a:chOff x="672" y="1920"/>
                      <a:chExt cx="145" cy="144"/>
                    </a:xfrm>
                  </p:grpSpPr>
                  <p:sp>
                    <p:nvSpPr>
                      <p:cNvPr id="514" name="Line 163">
                        <a:extLst>
                          <a:ext uri="{FF2B5EF4-FFF2-40B4-BE49-F238E27FC236}">
                            <a16:creationId xmlns:a16="http://schemas.microsoft.com/office/drawing/2014/main" id="{E2822205-D42B-A942-A638-4E9E35216C0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5" name="Line 164">
                        <a:extLst>
                          <a:ext uri="{FF2B5EF4-FFF2-40B4-BE49-F238E27FC236}">
                            <a16:creationId xmlns:a16="http://schemas.microsoft.com/office/drawing/2014/main" id="{CBDD1753-3892-2E48-9E57-9DF5FF1106E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05" name="Group 165">
                    <a:extLst>
                      <a:ext uri="{FF2B5EF4-FFF2-40B4-BE49-F238E27FC236}">
                        <a16:creationId xmlns:a16="http://schemas.microsoft.com/office/drawing/2014/main" id="{E13E93F8-7EEA-CD42-AF90-CE67AC1026A4}"/>
                      </a:ext>
                    </a:extLst>
                  </p:cNvPr>
                  <p:cNvGrpSpPr>
                    <a:grpSpLocks/>
                  </p:cNvGrpSpPr>
                  <p:nvPr/>
                </p:nvGrpSpPr>
                <p:grpSpPr bwMode="auto">
                  <a:xfrm>
                    <a:off x="964" y="1486"/>
                    <a:ext cx="291" cy="288"/>
                    <a:chOff x="672" y="1776"/>
                    <a:chExt cx="291" cy="288"/>
                  </a:xfrm>
                </p:grpSpPr>
                <p:grpSp>
                  <p:nvGrpSpPr>
                    <p:cNvPr id="506" name="Group 166">
                      <a:extLst>
                        <a:ext uri="{FF2B5EF4-FFF2-40B4-BE49-F238E27FC236}">
                          <a16:creationId xmlns:a16="http://schemas.microsoft.com/office/drawing/2014/main" id="{40324903-D84E-FE42-8880-F5D6F8A53F34}"/>
                        </a:ext>
                      </a:extLst>
                    </p:cNvPr>
                    <p:cNvGrpSpPr>
                      <a:grpSpLocks/>
                    </p:cNvGrpSpPr>
                    <p:nvPr/>
                  </p:nvGrpSpPr>
                  <p:grpSpPr bwMode="auto">
                    <a:xfrm>
                      <a:off x="672" y="1920"/>
                      <a:ext cx="145" cy="144"/>
                      <a:chOff x="672" y="1920"/>
                      <a:chExt cx="145" cy="144"/>
                    </a:xfrm>
                  </p:grpSpPr>
                  <p:sp>
                    <p:nvSpPr>
                      <p:cNvPr id="510" name="Line 167">
                        <a:extLst>
                          <a:ext uri="{FF2B5EF4-FFF2-40B4-BE49-F238E27FC236}">
                            <a16:creationId xmlns:a16="http://schemas.microsoft.com/office/drawing/2014/main" id="{B3E7679D-902C-D144-A1D7-B871E1CE6AC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1" name="Line 168">
                        <a:extLst>
                          <a:ext uri="{FF2B5EF4-FFF2-40B4-BE49-F238E27FC236}">
                            <a16:creationId xmlns:a16="http://schemas.microsoft.com/office/drawing/2014/main" id="{3CDD5500-6D60-1041-B4A6-4098D994E12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07" name="Group 169">
                      <a:extLst>
                        <a:ext uri="{FF2B5EF4-FFF2-40B4-BE49-F238E27FC236}">
                          <a16:creationId xmlns:a16="http://schemas.microsoft.com/office/drawing/2014/main" id="{9B075E85-842D-8943-A399-F54A797ECE6E}"/>
                        </a:ext>
                      </a:extLst>
                    </p:cNvPr>
                    <p:cNvGrpSpPr>
                      <a:grpSpLocks/>
                    </p:cNvGrpSpPr>
                    <p:nvPr/>
                  </p:nvGrpSpPr>
                  <p:grpSpPr bwMode="auto">
                    <a:xfrm>
                      <a:off x="818" y="1776"/>
                      <a:ext cx="145" cy="144"/>
                      <a:chOff x="672" y="1920"/>
                      <a:chExt cx="145" cy="144"/>
                    </a:xfrm>
                  </p:grpSpPr>
                  <p:sp>
                    <p:nvSpPr>
                      <p:cNvPr id="508" name="Line 170">
                        <a:extLst>
                          <a:ext uri="{FF2B5EF4-FFF2-40B4-BE49-F238E27FC236}">
                            <a16:creationId xmlns:a16="http://schemas.microsoft.com/office/drawing/2014/main" id="{9D762FA7-59F0-DA45-9D27-B2CF3B8BA56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9" name="Line 171">
                        <a:extLst>
                          <a:ext uri="{FF2B5EF4-FFF2-40B4-BE49-F238E27FC236}">
                            <a16:creationId xmlns:a16="http://schemas.microsoft.com/office/drawing/2014/main" id="{087EFDEE-BDC8-064C-88E6-C6513D297CE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494" name="Group 172">
                  <a:extLst>
                    <a:ext uri="{FF2B5EF4-FFF2-40B4-BE49-F238E27FC236}">
                      <a16:creationId xmlns:a16="http://schemas.microsoft.com/office/drawing/2014/main" id="{647341C8-FCBB-8240-BABA-9DA1ABC3B5DE}"/>
                    </a:ext>
                  </a:extLst>
                </p:cNvPr>
                <p:cNvGrpSpPr>
                  <a:grpSpLocks/>
                </p:cNvGrpSpPr>
                <p:nvPr/>
              </p:nvGrpSpPr>
              <p:grpSpPr bwMode="auto">
                <a:xfrm>
                  <a:off x="1259" y="1217"/>
                  <a:ext cx="291" cy="288"/>
                  <a:chOff x="672" y="1776"/>
                  <a:chExt cx="291" cy="288"/>
                </a:xfrm>
              </p:grpSpPr>
              <p:grpSp>
                <p:nvGrpSpPr>
                  <p:cNvPr id="498" name="Group 173">
                    <a:extLst>
                      <a:ext uri="{FF2B5EF4-FFF2-40B4-BE49-F238E27FC236}">
                        <a16:creationId xmlns:a16="http://schemas.microsoft.com/office/drawing/2014/main" id="{99A07B8A-25DE-DB4F-B10F-551AD5751153}"/>
                      </a:ext>
                    </a:extLst>
                  </p:cNvPr>
                  <p:cNvGrpSpPr>
                    <a:grpSpLocks/>
                  </p:cNvGrpSpPr>
                  <p:nvPr/>
                </p:nvGrpSpPr>
                <p:grpSpPr bwMode="auto">
                  <a:xfrm>
                    <a:off x="672" y="1920"/>
                    <a:ext cx="145" cy="144"/>
                    <a:chOff x="672" y="1920"/>
                    <a:chExt cx="145" cy="144"/>
                  </a:xfrm>
                </p:grpSpPr>
                <p:sp>
                  <p:nvSpPr>
                    <p:cNvPr id="502" name="Line 174">
                      <a:extLst>
                        <a:ext uri="{FF2B5EF4-FFF2-40B4-BE49-F238E27FC236}">
                          <a16:creationId xmlns:a16="http://schemas.microsoft.com/office/drawing/2014/main" id="{459607AA-BBEC-A64A-A370-920FB0AA6660}"/>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3" name="Line 175">
                      <a:extLst>
                        <a:ext uri="{FF2B5EF4-FFF2-40B4-BE49-F238E27FC236}">
                          <a16:creationId xmlns:a16="http://schemas.microsoft.com/office/drawing/2014/main" id="{A9BA5078-706D-CA40-8B4F-E87C7F4DEDB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99" name="Group 176">
                    <a:extLst>
                      <a:ext uri="{FF2B5EF4-FFF2-40B4-BE49-F238E27FC236}">
                        <a16:creationId xmlns:a16="http://schemas.microsoft.com/office/drawing/2014/main" id="{C5B29228-B2C4-104D-8F6E-776223508277}"/>
                      </a:ext>
                    </a:extLst>
                  </p:cNvPr>
                  <p:cNvGrpSpPr>
                    <a:grpSpLocks/>
                  </p:cNvGrpSpPr>
                  <p:nvPr/>
                </p:nvGrpSpPr>
                <p:grpSpPr bwMode="auto">
                  <a:xfrm>
                    <a:off x="818" y="1776"/>
                    <a:ext cx="145" cy="144"/>
                    <a:chOff x="672" y="1920"/>
                    <a:chExt cx="145" cy="144"/>
                  </a:xfrm>
                </p:grpSpPr>
                <p:sp>
                  <p:nvSpPr>
                    <p:cNvPr id="500" name="Line 177">
                      <a:extLst>
                        <a:ext uri="{FF2B5EF4-FFF2-40B4-BE49-F238E27FC236}">
                          <a16:creationId xmlns:a16="http://schemas.microsoft.com/office/drawing/2014/main" id="{AB6FB84E-6945-224D-9263-1A3379FADD9B}"/>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1" name="Line 178">
                      <a:extLst>
                        <a:ext uri="{FF2B5EF4-FFF2-40B4-BE49-F238E27FC236}">
                          <a16:creationId xmlns:a16="http://schemas.microsoft.com/office/drawing/2014/main" id="{EACF4AEF-2DA0-BF4C-860B-B166C57159C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95" name="Group 179">
                  <a:extLst>
                    <a:ext uri="{FF2B5EF4-FFF2-40B4-BE49-F238E27FC236}">
                      <a16:creationId xmlns:a16="http://schemas.microsoft.com/office/drawing/2014/main" id="{B94E0988-88DB-A949-B923-553FDE2D79CB}"/>
                    </a:ext>
                  </a:extLst>
                </p:cNvPr>
                <p:cNvGrpSpPr>
                  <a:grpSpLocks/>
                </p:cNvGrpSpPr>
                <p:nvPr/>
              </p:nvGrpSpPr>
              <p:grpSpPr bwMode="auto">
                <a:xfrm>
                  <a:off x="1551" y="1071"/>
                  <a:ext cx="145" cy="144"/>
                  <a:chOff x="672" y="1920"/>
                  <a:chExt cx="145" cy="144"/>
                </a:xfrm>
              </p:grpSpPr>
              <p:sp>
                <p:nvSpPr>
                  <p:cNvPr id="496" name="Line 180">
                    <a:extLst>
                      <a:ext uri="{FF2B5EF4-FFF2-40B4-BE49-F238E27FC236}">
                        <a16:creationId xmlns:a16="http://schemas.microsoft.com/office/drawing/2014/main" id="{7610B0EF-3671-9B47-8937-955B079514F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7" name="Line 181">
                    <a:extLst>
                      <a:ext uri="{FF2B5EF4-FFF2-40B4-BE49-F238E27FC236}">
                        <a16:creationId xmlns:a16="http://schemas.microsoft.com/office/drawing/2014/main" id="{1BD97D86-FC68-8941-AE16-6F13A0D4BED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78" name="Group 182">
                <a:extLst>
                  <a:ext uri="{FF2B5EF4-FFF2-40B4-BE49-F238E27FC236}">
                    <a16:creationId xmlns:a16="http://schemas.microsoft.com/office/drawing/2014/main" id="{91BD84F8-614F-EE49-8B30-EB628E008C68}"/>
                  </a:ext>
                </a:extLst>
              </p:cNvPr>
              <p:cNvGrpSpPr>
                <a:grpSpLocks/>
              </p:cNvGrpSpPr>
              <p:nvPr/>
            </p:nvGrpSpPr>
            <p:grpSpPr bwMode="auto">
              <a:xfrm>
                <a:off x="1673" y="1147"/>
                <a:ext cx="583" cy="578"/>
                <a:chOff x="672" y="1486"/>
                <a:chExt cx="583" cy="578"/>
              </a:xfrm>
            </p:grpSpPr>
            <p:grpSp>
              <p:nvGrpSpPr>
                <p:cNvPr id="479" name="Group 183">
                  <a:extLst>
                    <a:ext uri="{FF2B5EF4-FFF2-40B4-BE49-F238E27FC236}">
                      <a16:creationId xmlns:a16="http://schemas.microsoft.com/office/drawing/2014/main" id="{6B3D007C-D887-E846-ABE5-9D65BE55F5F3}"/>
                    </a:ext>
                  </a:extLst>
                </p:cNvPr>
                <p:cNvGrpSpPr>
                  <a:grpSpLocks/>
                </p:cNvGrpSpPr>
                <p:nvPr/>
              </p:nvGrpSpPr>
              <p:grpSpPr bwMode="auto">
                <a:xfrm>
                  <a:off x="672" y="1776"/>
                  <a:ext cx="291" cy="288"/>
                  <a:chOff x="672" y="1776"/>
                  <a:chExt cx="291" cy="288"/>
                </a:xfrm>
              </p:grpSpPr>
              <p:grpSp>
                <p:nvGrpSpPr>
                  <p:cNvPr id="487" name="Group 184">
                    <a:extLst>
                      <a:ext uri="{FF2B5EF4-FFF2-40B4-BE49-F238E27FC236}">
                        <a16:creationId xmlns:a16="http://schemas.microsoft.com/office/drawing/2014/main" id="{0F4A8FB1-234D-A74B-A92E-F105987D2A82}"/>
                      </a:ext>
                    </a:extLst>
                  </p:cNvPr>
                  <p:cNvGrpSpPr>
                    <a:grpSpLocks/>
                  </p:cNvGrpSpPr>
                  <p:nvPr/>
                </p:nvGrpSpPr>
                <p:grpSpPr bwMode="auto">
                  <a:xfrm>
                    <a:off x="672" y="1920"/>
                    <a:ext cx="145" cy="144"/>
                    <a:chOff x="672" y="1920"/>
                    <a:chExt cx="145" cy="144"/>
                  </a:xfrm>
                </p:grpSpPr>
                <p:sp>
                  <p:nvSpPr>
                    <p:cNvPr id="491" name="Line 185">
                      <a:extLst>
                        <a:ext uri="{FF2B5EF4-FFF2-40B4-BE49-F238E27FC236}">
                          <a16:creationId xmlns:a16="http://schemas.microsoft.com/office/drawing/2014/main" id="{D952B360-FBAF-2741-81A1-732D48B651B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2" name="Line 186">
                      <a:extLst>
                        <a:ext uri="{FF2B5EF4-FFF2-40B4-BE49-F238E27FC236}">
                          <a16:creationId xmlns:a16="http://schemas.microsoft.com/office/drawing/2014/main" id="{AEAD8438-5EA8-234A-A2B5-555235A30D9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8" name="Group 187">
                    <a:extLst>
                      <a:ext uri="{FF2B5EF4-FFF2-40B4-BE49-F238E27FC236}">
                        <a16:creationId xmlns:a16="http://schemas.microsoft.com/office/drawing/2014/main" id="{577925E6-FFEB-3A40-9E76-8B98C0C87A0C}"/>
                      </a:ext>
                    </a:extLst>
                  </p:cNvPr>
                  <p:cNvGrpSpPr>
                    <a:grpSpLocks/>
                  </p:cNvGrpSpPr>
                  <p:nvPr/>
                </p:nvGrpSpPr>
                <p:grpSpPr bwMode="auto">
                  <a:xfrm>
                    <a:off x="818" y="1776"/>
                    <a:ext cx="145" cy="144"/>
                    <a:chOff x="672" y="1920"/>
                    <a:chExt cx="145" cy="144"/>
                  </a:xfrm>
                </p:grpSpPr>
                <p:sp>
                  <p:nvSpPr>
                    <p:cNvPr id="489" name="Line 188">
                      <a:extLst>
                        <a:ext uri="{FF2B5EF4-FFF2-40B4-BE49-F238E27FC236}">
                          <a16:creationId xmlns:a16="http://schemas.microsoft.com/office/drawing/2014/main" id="{2E6E6815-69E5-D04B-9ABA-E40A83C8821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0" name="Line 189">
                      <a:extLst>
                        <a:ext uri="{FF2B5EF4-FFF2-40B4-BE49-F238E27FC236}">
                          <a16:creationId xmlns:a16="http://schemas.microsoft.com/office/drawing/2014/main" id="{8BCCFECC-5324-5845-A48C-BB1D60CCAC6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80" name="Group 190">
                  <a:extLst>
                    <a:ext uri="{FF2B5EF4-FFF2-40B4-BE49-F238E27FC236}">
                      <a16:creationId xmlns:a16="http://schemas.microsoft.com/office/drawing/2014/main" id="{61B305A6-EEB9-964C-9E04-C9D42306C3A3}"/>
                    </a:ext>
                  </a:extLst>
                </p:cNvPr>
                <p:cNvGrpSpPr>
                  <a:grpSpLocks/>
                </p:cNvGrpSpPr>
                <p:nvPr/>
              </p:nvGrpSpPr>
              <p:grpSpPr bwMode="auto">
                <a:xfrm>
                  <a:off x="964" y="1486"/>
                  <a:ext cx="291" cy="288"/>
                  <a:chOff x="672" y="1776"/>
                  <a:chExt cx="291" cy="288"/>
                </a:xfrm>
              </p:grpSpPr>
              <p:grpSp>
                <p:nvGrpSpPr>
                  <p:cNvPr id="481" name="Group 191">
                    <a:extLst>
                      <a:ext uri="{FF2B5EF4-FFF2-40B4-BE49-F238E27FC236}">
                        <a16:creationId xmlns:a16="http://schemas.microsoft.com/office/drawing/2014/main" id="{FCF6C6CD-53CA-294C-9163-FFBDA5D874D0}"/>
                      </a:ext>
                    </a:extLst>
                  </p:cNvPr>
                  <p:cNvGrpSpPr>
                    <a:grpSpLocks/>
                  </p:cNvGrpSpPr>
                  <p:nvPr/>
                </p:nvGrpSpPr>
                <p:grpSpPr bwMode="auto">
                  <a:xfrm>
                    <a:off x="672" y="1920"/>
                    <a:ext cx="145" cy="144"/>
                    <a:chOff x="672" y="1920"/>
                    <a:chExt cx="145" cy="144"/>
                  </a:xfrm>
                </p:grpSpPr>
                <p:sp>
                  <p:nvSpPr>
                    <p:cNvPr id="485" name="Line 192">
                      <a:extLst>
                        <a:ext uri="{FF2B5EF4-FFF2-40B4-BE49-F238E27FC236}">
                          <a16:creationId xmlns:a16="http://schemas.microsoft.com/office/drawing/2014/main" id="{710DA281-9270-3141-831A-EF64A8D11BD1}"/>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6" name="Line 193">
                      <a:extLst>
                        <a:ext uri="{FF2B5EF4-FFF2-40B4-BE49-F238E27FC236}">
                          <a16:creationId xmlns:a16="http://schemas.microsoft.com/office/drawing/2014/main" id="{D28C55A7-2B25-F842-9E06-6A5686B46B6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2" name="Group 194">
                    <a:extLst>
                      <a:ext uri="{FF2B5EF4-FFF2-40B4-BE49-F238E27FC236}">
                        <a16:creationId xmlns:a16="http://schemas.microsoft.com/office/drawing/2014/main" id="{DEEA721B-C219-8245-A0C0-33633AEDE757}"/>
                      </a:ext>
                    </a:extLst>
                  </p:cNvPr>
                  <p:cNvGrpSpPr>
                    <a:grpSpLocks/>
                  </p:cNvGrpSpPr>
                  <p:nvPr/>
                </p:nvGrpSpPr>
                <p:grpSpPr bwMode="auto">
                  <a:xfrm>
                    <a:off x="818" y="1776"/>
                    <a:ext cx="145" cy="144"/>
                    <a:chOff x="672" y="1920"/>
                    <a:chExt cx="145" cy="144"/>
                  </a:xfrm>
                </p:grpSpPr>
                <p:sp>
                  <p:nvSpPr>
                    <p:cNvPr id="483" name="Line 195">
                      <a:extLst>
                        <a:ext uri="{FF2B5EF4-FFF2-40B4-BE49-F238E27FC236}">
                          <a16:creationId xmlns:a16="http://schemas.microsoft.com/office/drawing/2014/main" id="{0A50F111-740E-7940-AB52-4CFF0F471D8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4" name="Line 196">
                      <a:extLst>
                        <a:ext uri="{FF2B5EF4-FFF2-40B4-BE49-F238E27FC236}">
                          <a16:creationId xmlns:a16="http://schemas.microsoft.com/office/drawing/2014/main" id="{90766983-5BAF-F14B-8DDD-484D026ADE37}"/>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473" name="Text Box 199">
              <a:extLst>
                <a:ext uri="{FF2B5EF4-FFF2-40B4-BE49-F238E27FC236}">
                  <a16:creationId xmlns:a16="http://schemas.microsoft.com/office/drawing/2014/main" id="{3A6E3EE9-BAAF-5B45-BD91-B018F71B86FF}"/>
                </a:ext>
              </a:extLst>
            </p:cNvPr>
            <p:cNvSpPr txBox="1">
              <a:spLocks noChangeArrowheads="1"/>
            </p:cNvSpPr>
            <p:nvPr/>
          </p:nvSpPr>
          <p:spPr bwMode="auto">
            <a:xfrm>
              <a:off x="3956" y="1225"/>
              <a:ext cx="1210" cy="58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playout at client</a:t>
              </a:r>
            </a:p>
          </p:txBody>
        </p:sp>
        <p:grpSp>
          <p:nvGrpSpPr>
            <p:cNvPr id="474" name="Group 202">
              <a:extLst>
                <a:ext uri="{FF2B5EF4-FFF2-40B4-BE49-F238E27FC236}">
                  <a16:creationId xmlns:a16="http://schemas.microsoft.com/office/drawing/2014/main" id="{B198ACDA-9CD7-7242-AB89-3C394AE5E3CF}"/>
                </a:ext>
              </a:extLst>
            </p:cNvPr>
            <p:cNvGrpSpPr>
              <a:grpSpLocks/>
            </p:cNvGrpSpPr>
            <p:nvPr/>
          </p:nvGrpSpPr>
          <p:grpSpPr bwMode="auto">
            <a:xfrm>
              <a:off x="1874" y="2756"/>
              <a:ext cx="1059" cy="407"/>
              <a:chOff x="1874" y="2756"/>
              <a:chExt cx="1059" cy="407"/>
            </a:xfrm>
          </p:grpSpPr>
          <p:sp>
            <p:nvSpPr>
              <p:cNvPr id="475" name="Text Box 144">
                <a:extLst>
                  <a:ext uri="{FF2B5EF4-FFF2-40B4-BE49-F238E27FC236}">
                    <a16:creationId xmlns:a16="http://schemas.microsoft.com/office/drawing/2014/main" id="{42AFCD94-B607-E042-AA0B-D3DA3754807A}"/>
                  </a:ext>
                </a:extLst>
              </p:cNvPr>
              <p:cNvSpPr txBox="1">
                <a:spLocks noChangeArrowheads="1"/>
              </p:cNvSpPr>
              <p:nvPr/>
            </p:nvSpPr>
            <p:spPr bwMode="auto">
              <a:xfrm>
                <a:off x="1874" y="2756"/>
                <a:ext cx="1059" cy="407"/>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client playout</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delay</a:t>
                </a:r>
              </a:p>
            </p:txBody>
          </p:sp>
          <p:sp>
            <p:nvSpPr>
              <p:cNvPr id="476" name="Line 200">
                <a:extLst>
                  <a:ext uri="{FF2B5EF4-FFF2-40B4-BE49-F238E27FC236}">
                    <a16:creationId xmlns:a16="http://schemas.microsoft.com/office/drawing/2014/main" id="{B2F37120-6CC9-8B41-A98D-BBB28D8C424F}"/>
                  </a:ext>
                </a:extLst>
              </p:cNvPr>
              <p:cNvSpPr>
                <a:spLocks noChangeShapeType="1"/>
              </p:cNvSpPr>
              <p:nvPr/>
            </p:nvSpPr>
            <p:spPr bwMode="auto">
              <a:xfrm>
                <a:off x="1938" y="2952"/>
                <a:ext cx="905" cy="0"/>
              </a:xfrm>
              <a:prstGeom prst="line">
                <a:avLst/>
              </a:prstGeom>
              <a:noFill/>
              <a:ln w="19050">
                <a:solidFill>
                  <a:srgbClr val="010086"/>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18" name="Group 206">
            <a:extLst>
              <a:ext uri="{FF2B5EF4-FFF2-40B4-BE49-F238E27FC236}">
                <a16:creationId xmlns:a16="http://schemas.microsoft.com/office/drawing/2014/main" id="{1D57C5D2-2C50-2F46-9BEF-96B0205E9727}"/>
              </a:ext>
            </a:extLst>
          </p:cNvPr>
          <p:cNvGrpSpPr>
            <a:grpSpLocks/>
          </p:cNvGrpSpPr>
          <p:nvPr/>
        </p:nvGrpSpPr>
        <p:grpSpPr bwMode="auto">
          <a:xfrm>
            <a:off x="6060511" y="3126165"/>
            <a:ext cx="534988" cy="923926"/>
            <a:chOff x="2822" y="1854"/>
            <a:chExt cx="337" cy="582"/>
          </a:xfrm>
        </p:grpSpPr>
        <p:sp>
          <p:nvSpPr>
            <p:cNvPr id="519" name="Line 204">
              <a:extLst>
                <a:ext uri="{FF2B5EF4-FFF2-40B4-BE49-F238E27FC236}">
                  <a16:creationId xmlns:a16="http://schemas.microsoft.com/office/drawing/2014/main" id="{2A631B38-97FE-2F4B-B874-714F6ADE1351}"/>
                </a:ext>
              </a:extLst>
            </p:cNvPr>
            <p:cNvSpPr>
              <a:spLocks noChangeShapeType="1"/>
            </p:cNvSpPr>
            <p:nvPr/>
          </p:nvSpPr>
          <p:spPr bwMode="auto">
            <a:xfrm flipV="1">
              <a:off x="2988" y="1872"/>
              <a:ext cx="0" cy="564"/>
            </a:xfrm>
            <a:prstGeom prst="line">
              <a:avLst/>
            </a:prstGeom>
            <a:noFill/>
            <a:ln w="19050">
              <a:solidFill>
                <a:srgbClr val="0000A3"/>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20" name="Text Box 205">
              <a:extLst>
                <a:ext uri="{FF2B5EF4-FFF2-40B4-BE49-F238E27FC236}">
                  <a16:creationId xmlns:a16="http://schemas.microsoft.com/office/drawing/2014/main" id="{F78B503E-7C5A-E04D-917B-32B040F9BABA}"/>
                </a:ext>
              </a:extLst>
            </p:cNvPr>
            <p:cNvSpPr txBox="1">
              <a:spLocks noChangeArrowheads="1"/>
            </p:cNvSpPr>
            <p:nvPr/>
          </p:nvSpPr>
          <p:spPr bwMode="auto">
            <a:xfrm rot="16200000">
              <a:off x="2707" y="1969"/>
              <a:ext cx="567" cy="33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buffered</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video</a:t>
              </a:r>
              <a:endPar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Arial"/>
              </a:endParaRPr>
            </a:p>
          </p:txBody>
        </p:sp>
      </p:grpSp>
      <p:sp>
        <p:nvSpPr>
          <p:cNvPr id="521" name="Rectangle 208">
            <a:extLst>
              <a:ext uri="{FF2B5EF4-FFF2-40B4-BE49-F238E27FC236}">
                <a16:creationId xmlns:a16="http://schemas.microsoft.com/office/drawing/2014/main" id="{19B23E15-1132-3D4B-A1F4-6A0D9B2054BA}"/>
              </a:ext>
            </a:extLst>
          </p:cNvPr>
          <p:cNvSpPr txBox="1">
            <a:spLocks noChangeArrowheads="1"/>
          </p:cNvSpPr>
          <p:nvPr/>
        </p:nvSpPr>
        <p:spPr>
          <a:xfrm>
            <a:off x="1252768" y="5367320"/>
            <a:ext cx="10515599" cy="889000"/>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client-side buffering and playout delay: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compensate for network-added delay, delay jitter</a:t>
            </a:r>
          </a:p>
        </p:txBody>
      </p:sp>
      <p:sp>
        <p:nvSpPr>
          <p:cNvPr id="142" name="Slide Number Placeholder 2">
            <a:extLst>
              <a:ext uri="{FF2B5EF4-FFF2-40B4-BE49-F238E27FC236}">
                <a16:creationId xmlns:a16="http://schemas.microsoft.com/office/drawing/2014/main" id="{F1384BB5-FDBF-D848-A676-BE0449CF3AF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059501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
                                        </p:tgtEl>
                                        <p:attrNameLst>
                                          <p:attrName>style.visibility</p:attrName>
                                        </p:attrNameLst>
                                      </p:cBhvr>
                                      <p:to>
                                        <p:strVal val="visible"/>
                                      </p:to>
                                    </p:set>
                                    <p:animEffect transition="in" filter="dissolve">
                                      <p:cBhvr>
                                        <p:cTn id="7" dur="500"/>
                                        <p:tgtEl>
                                          <p:spTgt spid="24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71"/>
                                        </p:tgtEl>
                                        <p:attrNameLst>
                                          <p:attrName>style.visibility</p:attrName>
                                        </p:attrNameLst>
                                      </p:cBhvr>
                                      <p:to>
                                        <p:strVal val="visible"/>
                                      </p:to>
                                    </p:set>
                                    <p:animEffect transition="in" filter="dissolve">
                                      <p:cBhvr>
                                        <p:cTn id="12" dur="500"/>
                                        <p:tgtEl>
                                          <p:spTgt spid="4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18"/>
                                        </p:tgtEl>
                                        <p:attrNameLst>
                                          <p:attrName>style.visibility</p:attrName>
                                        </p:attrNameLst>
                                      </p:cBhvr>
                                      <p:to>
                                        <p:strVal val="visible"/>
                                      </p:to>
                                    </p:set>
                                    <p:animEffect transition="in" filter="dissolve">
                                      <p:cBhvr>
                                        <p:cTn id="17" dur="500"/>
                                        <p:tgtEl>
                                          <p:spTgt spid="518"/>
                                        </p:tgtEl>
                                      </p:cBhvr>
                                    </p:animEffect>
                                  </p:childTnLst>
                                </p:cTn>
                              </p:par>
                            </p:childTnLst>
                          </p:cTn>
                        </p:par>
                        <p:par>
                          <p:cTn id="18" fill="hold">
                            <p:stCondLst>
                              <p:cond delay="500"/>
                            </p:stCondLst>
                            <p:childTnLst>
                              <p:par>
                                <p:cTn id="19" presetID="9" presetClass="entr" presetSubtype="0" fill="hold" grpId="0" nodeType="afterEffect">
                                  <p:stCondLst>
                                    <p:cond delay="0"/>
                                  </p:stCondLst>
                                  <p:childTnLst>
                                    <p:set>
                                      <p:cBhvr>
                                        <p:cTn id="20" dur="1" fill="hold">
                                          <p:stCondLst>
                                            <p:cond delay="0"/>
                                          </p:stCondLst>
                                        </p:cTn>
                                        <p:tgtEl>
                                          <p:spTgt spid="521">
                                            <p:txEl>
                                              <p:pRg st="0" end="0"/>
                                            </p:txEl>
                                          </p:spTgt>
                                        </p:tgtEl>
                                        <p:attrNameLst>
                                          <p:attrName>style.visibility</p:attrName>
                                        </p:attrNameLst>
                                      </p:cBhvr>
                                      <p:to>
                                        <p:strVal val="visible"/>
                                      </p:to>
                                    </p:set>
                                    <p:animEffect transition="in" filter="dissolve">
                                      <p:cBhvr>
                                        <p:cTn id="21" dur="500"/>
                                        <p:tgtEl>
                                          <p:spTgt spid="5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1" grpId="0" build="p" autoUpdateAnimBg="0" advAuto="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multimedia: DASH</a:t>
            </a:r>
          </a:p>
        </p:txBody>
      </p:sp>
      <p:sp>
        <p:nvSpPr>
          <p:cNvPr id="80" name="Rectangle 3">
            <a:extLst>
              <a:ext uri="{FF2B5EF4-FFF2-40B4-BE49-F238E27FC236}">
                <a16:creationId xmlns:a16="http://schemas.microsoft.com/office/drawing/2014/main" id="{A86288FC-1EC1-EF4E-A6E3-F04D9EE4709E}"/>
              </a:ext>
            </a:extLst>
          </p:cNvPr>
          <p:cNvSpPr txBox="1">
            <a:spLocks noChangeArrowheads="1"/>
          </p:cNvSpPr>
          <p:nvPr/>
        </p:nvSpPr>
        <p:spPr>
          <a:xfrm>
            <a:off x="822435" y="1484670"/>
            <a:ext cx="10369274"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divides video file into multiple chunks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chunk encoded at multiple different rates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rate encodings stored in different files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files replicated in various CDN nodes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manifest file: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provides URLs for different chunks</a:t>
            </a:r>
          </a:p>
        </p:txBody>
      </p:sp>
      <p:grpSp>
        <p:nvGrpSpPr>
          <p:cNvPr id="56" name="Group 2">
            <a:extLst>
              <a:ext uri="{FF2B5EF4-FFF2-40B4-BE49-F238E27FC236}">
                <a16:creationId xmlns:a16="http://schemas.microsoft.com/office/drawing/2014/main" id="{232E2937-932A-8140-A56C-A78B8BFCFF64}"/>
              </a:ext>
            </a:extLst>
          </p:cNvPr>
          <p:cNvGrpSpPr>
            <a:grpSpLocks/>
          </p:cNvGrpSpPr>
          <p:nvPr/>
        </p:nvGrpSpPr>
        <p:grpSpPr bwMode="auto">
          <a:xfrm>
            <a:off x="10418918" y="2387938"/>
            <a:ext cx="1331627" cy="1083147"/>
            <a:chOff x="1842724" y="2867233"/>
            <a:chExt cx="5649912" cy="3416300"/>
          </a:xfrm>
        </p:grpSpPr>
        <p:sp>
          <p:nvSpPr>
            <p:cNvPr id="57" name="AutoShape 99">
              <a:extLst>
                <a:ext uri="{FF2B5EF4-FFF2-40B4-BE49-F238E27FC236}">
                  <a16:creationId xmlns:a16="http://schemas.microsoft.com/office/drawing/2014/main" id="{5055D5A0-B7B0-8947-9D7F-F28A31600DA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 name="Rectangle 87">
              <a:extLst>
                <a:ext uri="{FF2B5EF4-FFF2-40B4-BE49-F238E27FC236}">
                  <a16:creationId xmlns:a16="http://schemas.microsoft.com/office/drawing/2014/main" id="{13B28B0D-9C67-5D40-8231-3A83B9C16DD6}"/>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51" name="Group 349">
            <a:extLst>
              <a:ext uri="{FF2B5EF4-FFF2-40B4-BE49-F238E27FC236}">
                <a16:creationId xmlns:a16="http://schemas.microsoft.com/office/drawing/2014/main" id="{431C7441-FEA9-E649-870D-E4A204A68EA2}"/>
              </a:ext>
            </a:extLst>
          </p:cNvPr>
          <p:cNvGrpSpPr>
            <a:grpSpLocks/>
          </p:cNvGrpSpPr>
          <p:nvPr/>
        </p:nvGrpSpPr>
        <p:grpSpPr bwMode="auto">
          <a:xfrm>
            <a:off x="10897863" y="2829271"/>
            <a:ext cx="427844" cy="454118"/>
            <a:chOff x="4437" y="1472"/>
            <a:chExt cx="427" cy="418"/>
          </a:xfrm>
        </p:grpSpPr>
        <p:sp>
          <p:nvSpPr>
            <p:cNvPr id="152" name="Rectangle 350">
              <a:extLst>
                <a:ext uri="{FF2B5EF4-FFF2-40B4-BE49-F238E27FC236}">
                  <a16:creationId xmlns:a16="http://schemas.microsoft.com/office/drawing/2014/main" id="{5CB65625-7D77-2D48-9EBF-E0DD7EB5555C}"/>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3" name="Rectangle 351">
              <a:extLst>
                <a:ext uri="{FF2B5EF4-FFF2-40B4-BE49-F238E27FC236}">
                  <a16:creationId xmlns:a16="http://schemas.microsoft.com/office/drawing/2014/main" id="{9179FB7F-3949-174E-9E9E-A161E0EF4A75}"/>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4" name="Rectangle 352">
              <a:extLst>
                <a:ext uri="{FF2B5EF4-FFF2-40B4-BE49-F238E27FC236}">
                  <a16:creationId xmlns:a16="http://schemas.microsoft.com/office/drawing/2014/main" id="{7E315010-D1DB-594B-B06F-DFFAAC621E9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5" name="Rectangle 353">
              <a:extLst>
                <a:ext uri="{FF2B5EF4-FFF2-40B4-BE49-F238E27FC236}">
                  <a16:creationId xmlns:a16="http://schemas.microsoft.com/office/drawing/2014/main" id="{03963D0C-B78F-CD4C-82A8-1D695049CB0F}"/>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156" name="Freeform 1287">
            <a:extLst>
              <a:ext uri="{FF2B5EF4-FFF2-40B4-BE49-F238E27FC236}">
                <a16:creationId xmlns:a16="http://schemas.microsoft.com/office/drawing/2014/main" id="{77B492B9-F4A6-AA4F-886C-26D56EDFBA9C}"/>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57" name="Straight Connector 45">
            <a:extLst>
              <a:ext uri="{FF2B5EF4-FFF2-40B4-BE49-F238E27FC236}">
                <a16:creationId xmlns:a16="http://schemas.microsoft.com/office/drawing/2014/main" id="{EF812D6A-3887-5D48-A2A7-90D0F1858553}"/>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8" name="TextBox 64">
            <a:extLst>
              <a:ext uri="{FF2B5EF4-FFF2-40B4-BE49-F238E27FC236}">
                <a16:creationId xmlns:a16="http://schemas.microsoft.com/office/drawing/2014/main" id="{47349889-E81A-C242-9729-98BDB7A6D246}"/>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37" name="Freeform 236">
            <a:extLst>
              <a:ext uri="{FF2B5EF4-FFF2-40B4-BE49-F238E27FC236}">
                <a16:creationId xmlns:a16="http://schemas.microsoft.com/office/drawing/2014/main" id="{0AB0D303-D269-7F44-8600-794F5467067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8" name="Freeform 237">
            <a:extLst>
              <a:ext uri="{FF2B5EF4-FFF2-40B4-BE49-F238E27FC236}">
                <a16:creationId xmlns:a16="http://schemas.microsoft.com/office/drawing/2014/main" id="{7CE77C4C-F0D2-6344-8886-D4BFC98A935F}"/>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239" name="Group 238">
            <a:extLst>
              <a:ext uri="{FF2B5EF4-FFF2-40B4-BE49-F238E27FC236}">
                <a16:creationId xmlns:a16="http://schemas.microsoft.com/office/drawing/2014/main" id="{0D8A0B99-F17E-9048-89FF-C5E63CBAF4A2}"/>
              </a:ext>
            </a:extLst>
          </p:cNvPr>
          <p:cNvGrpSpPr/>
          <p:nvPr/>
        </p:nvGrpSpPr>
        <p:grpSpPr>
          <a:xfrm>
            <a:off x="10236017" y="2762935"/>
            <a:ext cx="351378" cy="523220"/>
            <a:chOff x="10485997" y="1295948"/>
            <a:chExt cx="351378" cy="523220"/>
          </a:xfrm>
        </p:grpSpPr>
        <p:sp>
          <p:nvSpPr>
            <p:cNvPr id="240" name="Oval 239">
              <a:extLst>
                <a:ext uri="{FF2B5EF4-FFF2-40B4-BE49-F238E27FC236}">
                  <a16:creationId xmlns:a16="http://schemas.microsoft.com/office/drawing/2014/main" id="{336856DC-DFE0-7C40-ABCD-4AD555F9A214}"/>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1" name="TextBox 240">
              <a:extLst>
                <a:ext uri="{FF2B5EF4-FFF2-40B4-BE49-F238E27FC236}">
                  <a16:creationId xmlns:a16="http://schemas.microsoft.com/office/drawing/2014/main" id="{F96EFC4C-7C92-AA47-8E56-845F6C38BF12}"/>
                </a:ext>
              </a:extLst>
            </p:cNvPr>
            <p:cNvSpPr txBox="1"/>
            <p:nvPr/>
          </p:nvSpPr>
          <p:spPr>
            <a:xfrm>
              <a:off x="10485997" y="1295948"/>
              <a:ext cx="35137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D0000"/>
                  </a:solidFill>
                  <a:effectLst/>
                  <a:uLnTx/>
                  <a:uFillTx/>
                  <a:latin typeface="Calibri"/>
                  <a:ea typeface="+mn-ea"/>
                  <a:cs typeface="+mn-cs"/>
                </a:rPr>
                <a:t>?</a:t>
              </a:r>
            </a:p>
          </p:txBody>
        </p:sp>
      </p:grpSp>
      <p:sp>
        <p:nvSpPr>
          <p:cNvPr id="243" name="Rectangle 3">
            <a:extLst>
              <a:ext uri="{FF2B5EF4-FFF2-40B4-BE49-F238E27FC236}">
                <a16:creationId xmlns:a16="http://schemas.microsoft.com/office/drawing/2014/main" id="{09884CFC-62B5-6946-85A6-0910ED9BC848}"/>
              </a:ext>
            </a:extLst>
          </p:cNvPr>
          <p:cNvSpPr txBox="1">
            <a:spLocks noChangeArrowheads="1"/>
          </p:cNvSpPr>
          <p:nvPr/>
        </p:nvSpPr>
        <p:spPr>
          <a:xfrm>
            <a:off x="857469" y="4086563"/>
            <a:ext cx="10369274" cy="25664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periodically estimates server-to-client bandwidth</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consulting manifest, requests one chunk at a time </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chooses maximum coding rate sustainable given current bandwidth</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choose different coding rates at different points in time (depending on available bandwidth at time), and from different servers</a:t>
            </a:r>
          </a:p>
        </p:txBody>
      </p:sp>
      <p:grpSp>
        <p:nvGrpSpPr>
          <p:cNvPr id="6" name="Group 5">
            <a:extLst>
              <a:ext uri="{FF2B5EF4-FFF2-40B4-BE49-F238E27FC236}">
                <a16:creationId xmlns:a16="http://schemas.microsoft.com/office/drawing/2014/main" id="{9516C6FF-6A10-6041-9BDF-81CF75A59CA8}"/>
              </a:ext>
            </a:extLst>
          </p:cNvPr>
          <p:cNvGrpSpPr/>
          <p:nvPr/>
        </p:nvGrpSpPr>
        <p:grpSpPr>
          <a:xfrm>
            <a:off x="7793102" y="2318615"/>
            <a:ext cx="943482" cy="1132486"/>
            <a:chOff x="7698509" y="2176725"/>
            <a:chExt cx="943482" cy="1132486"/>
          </a:xfrm>
        </p:grpSpPr>
        <p:grpSp>
          <p:nvGrpSpPr>
            <p:cNvPr id="60" name="Group 249">
              <a:extLst>
                <a:ext uri="{FF2B5EF4-FFF2-40B4-BE49-F238E27FC236}">
                  <a16:creationId xmlns:a16="http://schemas.microsoft.com/office/drawing/2014/main" id="{48BBCEB5-A9FB-2642-93D9-9545FFA86D10}"/>
                </a:ext>
              </a:extLst>
            </p:cNvPr>
            <p:cNvGrpSpPr>
              <a:grpSpLocks/>
            </p:cNvGrpSpPr>
            <p:nvPr/>
          </p:nvGrpSpPr>
          <p:grpSpPr bwMode="auto">
            <a:xfrm>
              <a:off x="8058261" y="2771439"/>
              <a:ext cx="269531" cy="537772"/>
              <a:chOff x="4140" y="429"/>
              <a:chExt cx="1425" cy="2396"/>
            </a:xfrm>
          </p:grpSpPr>
          <p:sp>
            <p:nvSpPr>
              <p:cNvPr id="66" name="Freeform 250">
                <a:extLst>
                  <a:ext uri="{FF2B5EF4-FFF2-40B4-BE49-F238E27FC236}">
                    <a16:creationId xmlns:a16="http://schemas.microsoft.com/office/drawing/2014/main" id="{E5578A76-629A-7C4E-929B-B31E9800D6D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251">
                <a:extLst>
                  <a:ext uri="{FF2B5EF4-FFF2-40B4-BE49-F238E27FC236}">
                    <a16:creationId xmlns:a16="http://schemas.microsoft.com/office/drawing/2014/main" id="{1A5867E7-D752-BB44-9E06-DF75CD8E941B}"/>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8" name="Freeform 252">
                <a:extLst>
                  <a:ext uri="{FF2B5EF4-FFF2-40B4-BE49-F238E27FC236}">
                    <a16:creationId xmlns:a16="http://schemas.microsoft.com/office/drawing/2014/main" id="{18A99A20-76B3-D94B-BCB7-5A84A51A3E50}"/>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253">
                <a:extLst>
                  <a:ext uri="{FF2B5EF4-FFF2-40B4-BE49-F238E27FC236}">
                    <a16:creationId xmlns:a16="http://schemas.microsoft.com/office/drawing/2014/main" id="{A9BB3F94-5FEF-EF4E-97B6-7F746CE2550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Rectangle 254">
                <a:extLst>
                  <a:ext uri="{FF2B5EF4-FFF2-40B4-BE49-F238E27FC236}">
                    <a16:creationId xmlns:a16="http://schemas.microsoft.com/office/drawing/2014/main" id="{24798097-207A-DE46-ABC7-D6731BD906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1" name="Group 255">
                <a:extLst>
                  <a:ext uri="{FF2B5EF4-FFF2-40B4-BE49-F238E27FC236}">
                    <a16:creationId xmlns:a16="http://schemas.microsoft.com/office/drawing/2014/main" id="{CE875205-8C0D-754E-8E36-32A41C82095B}"/>
                  </a:ext>
                </a:extLst>
              </p:cNvPr>
              <p:cNvGrpSpPr>
                <a:grpSpLocks/>
              </p:cNvGrpSpPr>
              <p:nvPr/>
            </p:nvGrpSpPr>
            <p:grpSpPr bwMode="auto">
              <a:xfrm>
                <a:off x="4749" y="668"/>
                <a:ext cx="581" cy="145"/>
                <a:chOff x="614" y="2568"/>
                <a:chExt cx="725" cy="139"/>
              </a:xfrm>
            </p:grpSpPr>
            <p:sp>
              <p:nvSpPr>
                <p:cNvPr id="149" name="AutoShape 256">
                  <a:extLst>
                    <a:ext uri="{FF2B5EF4-FFF2-40B4-BE49-F238E27FC236}">
                      <a16:creationId xmlns:a16="http://schemas.microsoft.com/office/drawing/2014/main" id="{7F68C377-96A4-A844-B707-FF5A78DCF3E5}"/>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50" name="AutoShape 257">
                  <a:extLst>
                    <a:ext uri="{FF2B5EF4-FFF2-40B4-BE49-F238E27FC236}">
                      <a16:creationId xmlns:a16="http://schemas.microsoft.com/office/drawing/2014/main" id="{FBBE8A7F-E64A-EE41-B2D4-AD4E2707D85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2" name="Rectangle 258">
                <a:extLst>
                  <a:ext uri="{FF2B5EF4-FFF2-40B4-BE49-F238E27FC236}">
                    <a16:creationId xmlns:a16="http://schemas.microsoft.com/office/drawing/2014/main" id="{B39571E5-0FFF-0740-AC4C-800173B23EB1}"/>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3" name="Group 259">
                <a:extLst>
                  <a:ext uri="{FF2B5EF4-FFF2-40B4-BE49-F238E27FC236}">
                    <a16:creationId xmlns:a16="http://schemas.microsoft.com/office/drawing/2014/main" id="{2FFD7F69-CFA4-8345-9CDD-4D7CBE793A1E}"/>
                  </a:ext>
                </a:extLst>
              </p:cNvPr>
              <p:cNvGrpSpPr>
                <a:grpSpLocks/>
              </p:cNvGrpSpPr>
              <p:nvPr/>
            </p:nvGrpSpPr>
            <p:grpSpPr bwMode="auto">
              <a:xfrm>
                <a:off x="4747" y="994"/>
                <a:ext cx="581" cy="134"/>
                <a:chOff x="614" y="2568"/>
                <a:chExt cx="725" cy="139"/>
              </a:xfrm>
            </p:grpSpPr>
            <p:sp>
              <p:nvSpPr>
                <p:cNvPr id="147" name="AutoShape 260">
                  <a:extLst>
                    <a:ext uri="{FF2B5EF4-FFF2-40B4-BE49-F238E27FC236}">
                      <a16:creationId xmlns:a16="http://schemas.microsoft.com/office/drawing/2014/main" id="{C18E76AE-324F-1844-AB10-870723FC048F}"/>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8" name="AutoShape 261">
                  <a:extLst>
                    <a:ext uri="{FF2B5EF4-FFF2-40B4-BE49-F238E27FC236}">
                      <a16:creationId xmlns:a16="http://schemas.microsoft.com/office/drawing/2014/main" id="{309A2001-6A30-874B-9EF6-99E9B7DA9CC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4" name="Rectangle 262">
                <a:extLst>
                  <a:ext uri="{FF2B5EF4-FFF2-40B4-BE49-F238E27FC236}">
                    <a16:creationId xmlns:a16="http://schemas.microsoft.com/office/drawing/2014/main" id="{DA8F8E62-F74D-494C-98D4-A4DCC518EB80}"/>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75" name="Rectangle 263">
                <a:extLst>
                  <a:ext uri="{FF2B5EF4-FFF2-40B4-BE49-F238E27FC236}">
                    <a16:creationId xmlns:a16="http://schemas.microsoft.com/office/drawing/2014/main" id="{5C72FC81-4509-194D-B382-46B04D9F2ACC}"/>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6" name="Group 264">
                <a:extLst>
                  <a:ext uri="{FF2B5EF4-FFF2-40B4-BE49-F238E27FC236}">
                    <a16:creationId xmlns:a16="http://schemas.microsoft.com/office/drawing/2014/main" id="{C74557B3-5043-3E4E-950A-F0F9B84E6633}"/>
                  </a:ext>
                </a:extLst>
              </p:cNvPr>
              <p:cNvGrpSpPr>
                <a:grpSpLocks/>
              </p:cNvGrpSpPr>
              <p:nvPr/>
            </p:nvGrpSpPr>
            <p:grpSpPr bwMode="auto">
              <a:xfrm>
                <a:off x="4735" y="1627"/>
                <a:ext cx="582" cy="151"/>
                <a:chOff x="614" y="2568"/>
                <a:chExt cx="725" cy="139"/>
              </a:xfrm>
            </p:grpSpPr>
            <p:sp>
              <p:nvSpPr>
                <p:cNvPr id="145" name="AutoShape 265">
                  <a:extLst>
                    <a:ext uri="{FF2B5EF4-FFF2-40B4-BE49-F238E27FC236}">
                      <a16:creationId xmlns:a16="http://schemas.microsoft.com/office/drawing/2014/main" id="{638031EB-99B8-7647-9188-5101A28F303F}"/>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6" name="AutoShape 266">
                  <a:extLst>
                    <a:ext uri="{FF2B5EF4-FFF2-40B4-BE49-F238E27FC236}">
                      <a16:creationId xmlns:a16="http://schemas.microsoft.com/office/drawing/2014/main" id="{6C8E38B1-9F86-7548-BE82-A1907EA55703}"/>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7" name="Freeform 267">
                <a:extLst>
                  <a:ext uri="{FF2B5EF4-FFF2-40B4-BE49-F238E27FC236}">
                    <a16:creationId xmlns:a16="http://schemas.microsoft.com/office/drawing/2014/main" id="{780D28F1-F039-7B47-895F-6AF623B7593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8" name="Group 268">
                <a:extLst>
                  <a:ext uri="{FF2B5EF4-FFF2-40B4-BE49-F238E27FC236}">
                    <a16:creationId xmlns:a16="http://schemas.microsoft.com/office/drawing/2014/main" id="{F8BA803E-E6FA-BE47-9114-B130D8F91D69}"/>
                  </a:ext>
                </a:extLst>
              </p:cNvPr>
              <p:cNvGrpSpPr>
                <a:grpSpLocks/>
              </p:cNvGrpSpPr>
              <p:nvPr/>
            </p:nvGrpSpPr>
            <p:grpSpPr bwMode="auto">
              <a:xfrm>
                <a:off x="4739" y="1327"/>
                <a:ext cx="582" cy="139"/>
                <a:chOff x="614" y="2568"/>
                <a:chExt cx="725" cy="139"/>
              </a:xfrm>
            </p:grpSpPr>
            <p:sp>
              <p:nvSpPr>
                <p:cNvPr id="143" name="AutoShape 269">
                  <a:extLst>
                    <a:ext uri="{FF2B5EF4-FFF2-40B4-BE49-F238E27FC236}">
                      <a16:creationId xmlns:a16="http://schemas.microsoft.com/office/drawing/2014/main" id="{202CDBC5-C1C3-7647-A70B-88D7C320E43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4" name="AutoShape 270">
                  <a:extLst>
                    <a:ext uri="{FF2B5EF4-FFF2-40B4-BE49-F238E27FC236}">
                      <a16:creationId xmlns:a16="http://schemas.microsoft.com/office/drawing/2014/main" id="{C81F10F8-CB38-2F43-AFB2-47C4286EF93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9" name="Rectangle 271">
                <a:extLst>
                  <a:ext uri="{FF2B5EF4-FFF2-40B4-BE49-F238E27FC236}">
                    <a16:creationId xmlns:a16="http://schemas.microsoft.com/office/drawing/2014/main" id="{EDACD190-8FE2-1D43-8E66-2413877FD746}"/>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81" name="Freeform 272">
                <a:extLst>
                  <a:ext uri="{FF2B5EF4-FFF2-40B4-BE49-F238E27FC236}">
                    <a16:creationId xmlns:a16="http://schemas.microsoft.com/office/drawing/2014/main" id="{1A163E29-D6C7-7149-AC1F-F9DD28AFE2C3}"/>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73">
                <a:extLst>
                  <a:ext uri="{FF2B5EF4-FFF2-40B4-BE49-F238E27FC236}">
                    <a16:creationId xmlns:a16="http://schemas.microsoft.com/office/drawing/2014/main" id="{9F00C2F4-495D-D44E-A0E9-93BDB71EDD6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Oval 274">
                <a:extLst>
                  <a:ext uri="{FF2B5EF4-FFF2-40B4-BE49-F238E27FC236}">
                    <a16:creationId xmlns:a16="http://schemas.microsoft.com/office/drawing/2014/main" id="{63E29C64-9071-864D-A246-CEF64DEC6514}"/>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6" name="Freeform 275">
                <a:extLst>
                  <a:ext uri="{FF2B5EF4-FFF2-40B4-BE49-F238E27FC236}">
                    <a16:creationId xmlns:a16="http://schemas.microsoft.com/office/drawing/2014/main" id="{AE0F6E86-0B66-474A-9DCD-C4FF6FA7CE0D}"/>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AutoShape 276">
                <a:extLst>
                  <a:ext uri="{FF2B5EF4-FFF2-40B4-BE49-F238E27FC236}">
                    <a16:creationId xmlns:a16="http://schemas.microsoft.com/office/drawing/2014/main" id="{8148CE10-81F6-BD49-A93D-108A1FC717C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8" name="AutoShape 277">
                <a:extLst>
                  <a:ext uri="{FF2B5EF4-FFF2-40B4-BE49-F238E27FC236}">
                    <a16:creationId xmlns:a16="http://schemas.microsoft.com/office/drawing/2014/main" id="{144C2386-07EE-4248-9378-FB93C0BC260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9" name="Oval 278">
                <a:extLst>
                  <a:ext uri="{FF2B5EF4-FFF2-40B4-BE49-F238E27FC236}">
                    <a16:creationId xmlns:a16="http://schemas.microsoft.com/office/drawing/2014/main" id="{C1C2D615-BCC4-9E46-B273-E1A3E55E874A}"/>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0" name="Oval 279">
                <a:extLst>
                  <a:ext uri="{FF2B5EF4-FFF2-40B4-BE49-F238E27FC236}">
                    <a16:creationId xmlns:a16="http://schemas.microsoft.com/office/drawing/2014/main" id="{4A43430F-8E17-BA4B-813F-6DF5E3A63E1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41" name="Oval 280">
                <a:extLst>
                  <a:ext uri="{FF2B5EF4-FFF2-40B4-BE49-F238E27FC236}">
                    <a16:creationId xmlns:a16="http://schemas.microsoft.com/office/drawing/2014/main" id="{12175F4A-4FB0-4A4F-9F1C-7C8E926B94AB}"/>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2" name="Rectangle 281">
                <a:extLst>
                  <a:ext uri="{FF2B5EF4-FFF2-40B4-BE49-F238E27FC236}">
                    <a16:creationId xmlns:a16="http://schemas.microsoft.com/office/drawing/2014/main" id="{B0AA16F8-71B6-5C4F-B10F-9DC3BFE49937}"/>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5" name="Group 4">
              <a:extLst>
                <a:ext uri="{FF2B5EF4-FFF2-40B4-BE49-F238E27FC236}">
                  <a16:creationId xmlns:a16="http://schemas.microsoft.com/office/drawing/2014/main" id="{9AD7A477-6AB3-2C42-9267-D8E16A70DFDF}"/>
                </a:ext>
              </a:extLst>
            </p:cNvPr>
            <p:cNvGrpSpPr/>
            <p:nvPr/>
          </p:nvGrpSpPr>
          <p:grpSpPr>
            <a:xfrm>
              <a:off x="7698509" y="2176725"/>
              <a:ext cx="943482" cy="604263"/>
              <a:chOff x="7698509" y="2176725"/>
              <a:chExt cx="943482" cy="604263"/>
            </a:xfrm>
          </p:grpSpPr>
          <p:pic>
            <p:nvPicPr>
              <p:cNvPr id="249" name="Picture 248" descr="A picture containing monitor, television, screen, photo&#10;&#10;Description automatically generated">
                <a:extLst>
                  <a:ext uri="{FF2B5EF4-FFF2-40B4-BE49-F238E27FC236}">
                    <a16:creationId xmlns:a16="http://schemas.microsoft.com/office/drawing/2014/main" id="{179D818A-2B1C-B844-BCFA-131C83CB19E1}"/>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 name="Picture 2" descr="A picture containing monitor, television, screen, photo&#10;&#10;Description automatically generated">
                <a:extLst>
                  <a:ext uri="{FF2B5EF4-FFF2-40B4-BE49-F238E27FC236}">
                    <a16:creationId xmlns:a16="http://schemas.microsoft.com/office/drawing/2014/main" id="{CEE00619-23BD-AF41-9096-830564C96363}"/>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0" name="Picture 249" descr="A picture containing monitor, television, screen, photo&#10;&#10;Description automatically generated">
                <a:extLst>
                  <a:ext uri="{FF2B5EF4-FFF2-40B4-BE49-F238E27FC236}">
                    <a16:creationId xmlns:a16="http://schemas.microsoft.com/office/drawing/2014/main" id="{903AF558-8324-7947-B3E2-642401604D6E}"/>
                  </a:ext>
                </a:extLst>
              </p:cNvPr>
              <p:cNvPicPr>
                <a:picLocks noChangeAspect="1"/>
              </p:cNvPicPr>
              <p:nvPr/>
            </p:nvPicPr>
            <p:blipFill>
              <a:blip r:embed="rId3"/>
              <a:stretch>
                <a:fillRect/>
              </a:stretch>
            </p:blipFill>
            <p:spPr>
              <a:xfrm>
                <a:off x="7869382" y="2176725"/>
                <a:ext cx="772609" cy="262519"/>
              </a:xfrm>
              <a:prstGeom prst="rect">
                <a:avLst/>
              </a:prstGeom>
            </p:spPr>
          </p:pic>
          <p:sp>
            <p:nvSpPr>
              <p:cNvPr id="4" name="TextBox 3">
                <a:extLst>
                  <a:ext uri="{FF2B5EF4-FFF2-40B4-BE49-F238E27FC236}">
                    <a16:creationId xmlns:a16="http://schemas.microsoft.com/office/drawing/2014/main" id="{1FB37DE4-F93F-BF4D-858B-032ED6AC2D05}"/>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grpSp>
        <p:nvGrpSpPr>
          <p:cNvPr id="252" name="Group 249">
            <a:extLst>
              <a:ext uri="{FF2B5EF4-FFF2-40B4-BE49-F238E27FC236}">
                <a16:creationId xmlns:a16="http://schemas.microsoft.com/office/drawing/2014/main" id="{A89F02D6-6C82-594A-B7A0-3D3408E14DAC}"/>
              </a:ext>
            </a:extLst>
          </p:cNvPr>
          <p:cNvGrpSpPr>
            <a:grpSpLocks/>
          </p:cNvGrpSpPr>
          <p:nvPr/>
        </p:nvGrpSpPr>
        <p:grpSpPr bwMode="auto">
          <a:xfrm>
            <a:off x="9125221" y="2229519"/>
            <a:ext cx="269531" cy="537772"/>
            <a:chOff x="4140" y="429"/>
            <a:chExt cx="1425" cy="2396"/>
          </a:xfrm>
        </p:grpSpPr>
        <p:sp>
          <p:nvSpPr>
            <p:cNvPr id="258" name="Freeform 250">
              <a:extLst>
                <a:ext uri="{FF2B5EF4-FFF2-40B4-BE49-F238E27FC236}">
                  <a16:creationId xmlns:a16="http://schemas.microsoft.com/office/drawing/2014/main" id="{2A5F5A5F-CA74-2C48-B238-96383BA10910}"/>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51">
              <a:extLst>
                <a:ext uri="{FF2B5EF4-FFF2-40B4-BE49-F238E27FC236}">
                  <a16:creationId xmlns:a16="http://schemas.microsoft.com/office/drawing/2014/main" id="{ED9D43A5-B7CD-7742-8BDE-5588C54ACE54}"/>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0" name="Freeform 252">
              <a:extLst>
                <a:ext uri="{FF2B5EF4-FFF2-40B4-BE49-F238E27FC236}">
                  <a16:creationId xmlns:a16="http://schemas.microsoft.com/office/drawing/2014/main" id="{3AD39C54-8D14-1845-BC9A-1AA88847D67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253">
              <a:extLst>
                <a:ext uri="{FF2B5EF4-FFF2-40B4-BE49-F238E27FC236}">
                  <a16:creationId xmlns:a16="http://schemas.microsoft.com/office/drawing/2014/main" id="{3BEC0265-5D1F-AD4E-B4C9-262D929E52D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54">
              <a:extLst>
                <a:ext uri="{FF2B5EF4-FFF2-40B4-BE49-F238E27FC236}">
                  <a16:creationId xmlns:a16="http://schemas.microsoft.com/office/drawing/2014/main" id="{88BB4285-A16A-E64E-B350-17798B065ED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3" name="Group 255">
              <a:extLst>
                <a:ext uri="{FF2B5EF4-FFF2-40B4-BE49-F238E27FC236}">
                  <a16:creationId xmlns:a16="http://schemas.microsoft.com/office/drawing/2014/main" id="{D8E0ECAD-4EDB-5B49-88FA-A014D370E8B7}"/>
                </a:ext>
              </a:extLst>
            </p:cNvPr>
            <p:cNvGrpSpPr>
              <a:grpSpLocks/>
            </p:cNvGrpSpPr>
            <p:nvPr/>
          </p:nvGrpSpPr>
          <p:grpSpPr bwMode="auto">
            <a:xfrm>
              <a:off x="4749" y="668"/>
              <a:ext cx="581" cy="145"/>
              <a:chOff x="614" y="2568"/>
              <a:chExt cx="725" cy="139"/>
            </a:xfrm>
          </p:grpSpPr>
          <p:sp>
            <p:nvSpPr>
              <p:cNvPr id="288" name="AutoShape 256">
                <a:extLst>
                  <a:ext uri="{FF2B5EF4-FFF2-40B4-BE49-F238E27FC236}">
                    <a16:creationId xmlns:a16="http://schemas.microsoft.com/office/drawing/2014/main" id="{C7661007-6272-D14B-93D3-1A8E8B37891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9" name="AutoShape 257">
                <a:extLst>
                  <a:ext uri="{FF2B5EF4-FFF2-40B4-BE49-F238E27FC236}">
                    <a16:creationId xmlns:a16="http://schemas.microsoft.com/office/drawing/2014/main" id="{129D44D1-24EB-7647-852C-E356E34B205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4" name="Rectangle 258">
              <a:extLst>
                <a:ext uri="{FF2B5EF4-FFF2-40B4-BE49-F238E27FC236}">
                  <a16:creationId xmlns:a16="http://schemas.microsoft.com/office/drawing/2014/main" id="{18ABC360-93DD-C248-B4EC-9E7C1F65E1E7}"/>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5" name="Group 259">
              <a:extLst>
                <a:ext uri="{FF2B5EF4-FFF2-40B4-BE49-F238E27FC236}">
                  <a16:creationId xmlns:a16="http://schemas.microsoft.com/office/drawing/2014/main" id="{AA09D66D-0A9E-1742-9C64-DDD26D042AB2}"/>
                </a:ext>
              </a:extLst>
            </p:cNvPr>
            <p:cNvGrpSpPr>
              <a:grpSpLocks/>
            </p:cNvGrpSpPr>
            <p:nvPr/>
          </p:nvGrpSpPr>
          <p:grpSpPr bwMode="auto">
            <a:xfrm>
              <a:off x="4747" y="994"/>
              <a:ext cx="581" cy="134"/>
              <a:chOff x="614" y="2568"/>
              <a:chExt cx="725" cy="139"/>
            </a:xfrm>
          </p:grpSpPr>
          <p:sp>
            <p:nvSpPr>
              <p:cNvPr id="286" name="AutoShape 260">
                <a:extLst>
                  <a:ext uri="{FF2B5EF4-FFF2-40B4-BE49-F238E27FC236}">
                    <a16:creationId xmlns:a16="http://schemas.microsoft.com/office/drawing/2014/main" id="{DD323D01-7023-4043-8747-420E70DE237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7" name="AutoShape 261">
                <a:extLst>
                  <a:ext uri="{FF2B5EF4-FFF2-40B4-BE49-F238E27FC236}">
                    <a16:creationId xmlns:a16="http://schemas.microsoft.com/office/drawing/2014/main" id="{969AE534-7E50-BC47-893B-5554C35480F1}"/>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6" name="Rectangle 262">
              <a:extLst>
                <a:ext uri="{FF2B5EF4-FFF2-40B4-BE49-F238E27FC236}">
                  <a16:creationId xmlns:a16="http://schemas.microsoft.com/office/drawing/2014/main" id="{D171AE86-5E08-4E45-81FD-D1D77951BA56}"/>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Rectangle 263">
              <a:extLst>
                <a:ext uri="{FF2B5EF4-FFF2-40B4-BE49-F238E27FC236}">
                  <a16:creationId xmlns:a16="http://schemas.microsoft.com/office/drawing/2014/main" id="{E23D40B4-371D-E348-AD2E-AC8C7848B75E}"/>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8" name="Group 264">
              <a:extLst>
                <a:ext uri="{FF2B5EF4-FFF2-40B4-BE49-F238E27FC236}">
                  <a16:creationId xmlns:a16="http://schemas.microsoft.com/office/drawing/2014/main" id="{F616AF06-4DCF-E74C-A765-FA42B5D519C6}"/>
                </a:ext>
              </a:extLst>
            </p:cNvPr>
            <p:cNvGrpSpPr>
              <a:grpSpLocks/>
            </p:cNvGrpSpPr>
            <p:nvPr/>
          </p:nvGrpSpPr>
          <p:grpSpPr bwMode="auto">
            <a:xfrm>
              <a:off x="4735" y="1627"/>
              <a:ext cx="582" cy="151"/>
              <a:chOff x="614" y="2568"/>
              <a:chExt cx="725" cy="139"/>
            </a:xfrm>
          </p:grpSpPr>
          <p:sp>
            <p:nvSpPr>
              <p:cNvPr id="284" name="AutoShape 265">
                <a:extLst>
                  <a:ext uri="{FF2B5EF4-FFF2-40B4-BE49-F238E27FC236}">
                    <a16:creationId xmlns:a16="http://schemas.microsoft.com/office/drawing/2014/main" id="{E730B0EA-031A-2A4C-B21D-F22BDB28DC1A}"/>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AutoShape 266">
                <a:extLst>
                  <a:ext uri="{FF2B5EF4-FFF2-40B4-BE49-F238E27FC236}">
                    <a16:creationId xmlns:a16="http://schemas.microsoft.com/office/drawing/2014/main" id="{8D577AF1-C05E-4047-B207-BF9AA35810AA}"/>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9" name="Freeform 267">
              <a:extLst>
                <a:ext uri="{FF2B5EF4-FFF2-40B4-BE49-F238E27FC236}">
                  <a16:creationId xmlns:a16="http://schemas.microsoft.com/office/drawing/2014/main" id="{B13399E7-EC56-2B45-BD82-759FDD567E13}"/>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0" name="Group 268">
              <a:extLst>
                <a:ext uri="{FF2B5EF4-FFF2-40B4-BE49-F238E27FC236}">
                  <a16:creationId xmlns:a16="http://schemas.microsoft.com/office/drawing/2014/main" id="{B1E96D1F-996D-EC43-ACC2-DB0E7005CEA5}"/>
                </a:ext>
              </a:extLst>
            </p:cNvPr>
            <p:cNvGrpSpPr>
              <a:grpSpLocks/>
            </p:cNvGrpSpPr>
            <p:nvPr/>
          </p:nvGrpSpPr>
          <p:grpSpPr bwMode="auto">
            <a:xfrm>
              <a:off x="4739" y="1327"/>
              <a:ext cx="582" cy="139"/>
              <a:chOff x="614" y="2568"/>
              <a:chExt cx="725" cy="139"/>
            </a:xfrm>
          </p:grpSpPr>
          <p:sp>
            <p:nvSpPr>
              <p:cNvPr id="282" name="AutoShape 269">
                <a:extLst>
                  <a:ext uri="{FF2B5EF4-FFF2-40B4-BE49-F238E27FC236}">
                    <a16:creationId xmlns:a16="http://schemas.microsoft.com/office/drawing/2014/main" id="{2E28CDE4-0437-274C-80BB-8FA5534E1DF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3" name="AutoShape 270">
                <a:extLst>
                  <a:ext uri="{FF2B5EF4-FFF2-40B4-BE49-F238E27FC236}">
                    <a16:creationId xmlns:a16="http://schemas.microsoft.com/office/drawing/2014/main" id="{DEC3B476-0F10-D246-B2B3-D0797C095F9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71" name="Rectangle 271">
              <a:extLst>
                <a:ext uri="{FF2B5EF4-FFF2-40B4-BE49-F238E27FC236}">
                  <a16:creationId xmlns:a16="http://schemas.microsoft.com/office/drawing/2014/main" id="{E4BE5CAD-E1F3-8040-B728-06430DD8DA3C}"/>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2" name="Freeform 272">
              <a:extLst>
                <a:ext uri="{FF2B5EF4-FFF2-40B4-BE49-F238E27FC236}">
                  <a16:creationId xmlns:a16="http://schemas.microsoft.com/office/drawing/2014/main" id="{0D612219-E0A6-5E48-BE37-0AB8683A1EF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273">
              <a:extLst>
                <a:ext uri="{FF2B5EF4-FFF2-40B4-BE49-F238E27FC236}">
                  <a16:creationId xmlns:a16="http://schemas.microsoft.com/office/drawing/2014/main" id="{FB565EED-81C8-6448-A1A8-C18F5CECFECB}"/>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Oval 274">
              <a:extLst>
                <a:ext uri="{FF2B5EF4-FFF2-40B4-BE49-F238E27FC236}">
                  <a16:creationId xmlns:a16="http://schemas.microsoft.com/office/drawing/2014/main" id="{70396F71-C766-E949-8058-DD4F4DC47AC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Freeform 275">
              <a:extLst>
                <a:ext uri="{FF2B5EF4-FFF2-40B4-BE49-F238E27FC236}">
                  <a16:creationId xmlns:a16="http://schemas.microsoft.com/office/drawing/2014/main" id="{C62D9E0C-906D-F441-BB9B-3F014BFC94E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AutoShape 276">
              <a:extLst>
                <a:ext uri="{FF2B5EF4-FFF2-40B4-BE49-F238E27FC236}">
                  <a16:creationId xmlns:a16="http://schemas.microsoft.com/office/drawing/2014/main" id="{3003A08D-701B-5240-AA13-660F42DD630E}"/>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77">
              <a:extLst>
                <a:ext uri="{FF2B5EF4-FFF2-40B4-BE49-F238E27FC236}">
                  <a16:creationId xmlns:a16="http://schemas.microsoft.com/office/drawing/2014/main" id="{BE2E45A7-0AFF-F044-9954-10BBB78948C7}"/>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8" name="Oval 278">
              <a:extLst>
                <a:ext uri="{FF2B5EF4-FFF2-40B4-BE49-F238E27FC236}">
                  <a16:creationId xmlns:a16="http://schemas.microsoft.com/office/drawing/2014/main" id="{C02FA687-8F28-5D4A-9B7F-3F939AE6C61E}"/>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Oval 279">
              <a:extLst>
                <a:ext uri="{FF2B5EF4-FFF2-40B4-BE49-F238E27FC236}">
                  <a16:creationId xmlns:a16="http://schemas.microsoft.com/office/drawing/2014/main" id="{D020FD97-2535-C040-8622-7DCE5ED7EC6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80" name="Oval 280">
              <a:extLst>
                <a:ext uri="{FF2B5EF4-FFF2-40B4-BE49-F238E27FC236}">
                  <a16:creationId xmlns:a16="http://schemas.microsoft.com/office/drawing/2014/main" id="{3E62DEBE-6713-D746-8ED5-0A3E029F263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Rectangle 281">
              <a:extLst>
                <a:ext uri="{FF2B5EF4-FFF2-40B4-BE49-F238E27FC236}">
                  <a16:creationId xmlns:a16="http://schemas.microsoft.com/office/drawing/2014/main" id="{00BF8073-EC7B-494A-9B2D-44BA5C8A6A74}"/>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53" name="Group 252">
            <a:extLst>
              <a:ext uri="{FF2B5EF4-FFF2-40B4-BE49-F238E27FC236}">
                <a16:creationId xmlns:a16="http://schemas.microsoft.com/office/drawing/2014/main" id="{0727D384-4865-F649-8022-A70BDEA61991}"/>
              </a:ext>
            </a:extLst>
          </p:cNvPr>
          <p:cNvGrpSpPr/>
          <p:nvPr/>
        </p:nvGrpSpPr>
        <p:grpSpPr>
          <a:xfrm>
            <a:off x="9411855" y="1981647"/>
            <a:ext cx="943482" cy="604263"/>
            <a:chOff x="7698509" y="2176725"/>
            <a:chExt cx="943482" cy="604263"/>
          </a:xfrm>
        </p:grpSpPr>
        <p:pic>
          <p:nvPicPr>
            <p:cNvPr id="254" name="Picture 253" descr="A picture containing monitor, television, screen, photo&#10;&#10;Description automatically generated">
              <a:extLst>
                <a:ext uri="{FF2B5EF4-FFF2-40B4-BE49-F238E27FC236}">
                  <a16:creationId xmlns:a16="http://schemas.microsoft.com/office/drawing/2014/main" id="{B5579205-01C8-6A49-9DED-99860B02C557}"/>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55" name="Picture 254" descr="A picture containing monitor, television, screen, photo&#10;&#10;Description automatically generated">
              <a:extLst>
                <a:ext uri="{FF2B5EF4-FFF2-40B4-BE49-F238E27FC236}">
                  <a16:creationId xmlns:a16="http://schemas.microsoft.com/office/drawing/2014/main" id="{184B3F69-F926-6546-9D6A-BA038A1C1869}"/>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6" name="Picture 255" descr="A picture containing monitor, television, screen, photo&#10;&#10;Description automatically generated">
              <a:extLst>
                <a:ext uri="{FF2B5EF4-FFF2-40B4-BE49-F238E27FC236}">
                  <a16:creationId xmlns:a16="http://schemas.microsoft.com/office/drawing/2014/main" id="{7352044F-0D1B-AF42-8027-0DAEC34F50F6}"/>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57" name="TextBox 256">
              <a:extLst>
                <a:ext uri="{FF2B5EF4-FFF2-40B4-BE49-F238E27FC236}">
                  <a16:creationId xmlns:a16="http://schemas.microsoft.com/office/drawing/2014/main" id="{61D0B0CD-74A4-9D4E-8126-17D0B51AC7D2}"/>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291" name="Group 249">
            <a:extLst>
              <a:ext uri="{FF2B5EF4-FFF2-40B4-BE49-F238E27FC236}">
                <a16:creationId xmlns:a16="http://schemas.microsoft.com/office/drawing/2014/main" id="{6A418EC6-3D97-7D4C-9E28-E68BC18837FC}"/>
              </a:ext>
            </a:extLst>
          </p:cNvPr>
          <p:cNvGrpSpPr>
            <a:grpSpLocks/>
          </p:cNvGrpSpPr>
          <p:nvPr/>
        </p:nvGrpSpPr>
        <p:grpSpPr bwMode="auto">
          <a:xfrm>
            <a:off x="9119966" y="3154428"/>
            <a:ext cx="269531" cy="537772"/>
            <a:chOff x="4140" y="429"/>
            <a:chExt cx="1425" cy="2396"/>
          </a:xfrm>
        </p:grpSpPr>
        <p:sp>
          <p:nvSpPr>
            <p:cNvPr id="297" name="Freeform 250">
              <a:extLst>
                <a:ext uri="{FF2B5EF4-FFF2-40B4-BE49-F238E27FC236}">
                  <a16:creationId xmlns:a16="http://schemas.microsoft.com/office/drawing/2014/main" id="{F63A0FFC-0FE6-BC49-8194-47CB0B3FDB1B}"/>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Rectangle 251">
              <a:extLst>
                <a:ext uri="{FF2B5EF4-FFF2-40B4-BE49-F238E27FC236}">
                  <a16:creationId xmlns:a16="http://schemas.microsoft.com/office/drawing/2014/main" id="{7DA0250F-F115-0E4B-9CB5-A1EF70E2136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9" name="Freeform 252">
              <a:extLst>
                <a:ext uri="{FF2B5EF4-FFF2-40B4-BE49-F238E27FC236}">
                  <a16:creationId xmlns:a16="http://schemas.microsoft.com/office/drawing/2014/main" id="{FD6484A9-C98E-B842-9F6E-08318527EED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253">
              <a:extLst>
                <a:ext uri="{FF2B5EF4-FFF2-40B4-BE49-F238E27FC236}">
                  <a16:creationId xmlns:a16="http://schemas.microsoft.com/office/drawing/2014/main" id="{703D94AE-F6AA-1543-B0D5-284FD96934D9}"/>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Rectangle 254">
              <a:extLst>
                <a:ext uri="{FF2B5EF4-FFF2-40B4-BE49-F238E27FC236}">
                  <a16:creationId xmlns:a16="http://schemas.microsoft.com/office/drawing/2014/main" id="{FEEEF9BC-9945-6B4C-9083-14805BAD78F5}"/>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2" name="Group 255">
              <a:extLst>
                <a:ext uri="{FF2B5EF4-FFF2-40B4-BE49-F238E27FC236}">
                  <a16:creationId xmlns:a16="http://schemas.microsoft.com/office/drawing/2014/main" id="{F872981C-9B9B-3945-9698-6A3160CEDA2E}"/>
                </a:ext>
              </a:extLst>
            </p:cNvPr>
            <p:cNvGrpSpPr>
              <a:grpSpLocks/>
            </p:cNvGrpSpPr>
            <p:nvPr/>
          </p:nvGrpSpPr>
          <p:grpSpPr bwMode="auto">
            <a:xfrm>
              <a:off x="4749" y="668"/>
              <a:ext cx="581" cy="145"/>
              <a:chOff x="614" y="2568"/>
              <a:chExt cx="725" cy="139"/>
            </a:xfrm>
          </p:grpSpPr>
          <p:sp>
            <p:nvSpPr>
              <p:cNvPr id="327" name="AutoShape 256">
                <a:extLst>
                  <a:ext uri="{FF2B5EF4-FFF2-40B4-BE49-F238E27FC236}">
                    <a16:creationId xmlns:a16="http://schemas.microsoft.com/office/drawing/2014/main" id="{2147D4C4-549C-5A43-AEF0-47C8EFF7D7CB}"/>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8" name="AutoShape 257">
                <a:extLst>
                  <a:ext uri="{FF2B5EF4-FFF2-40B4-BE49-F238E27FC236}">
                    <a16:creationId xmlns:a16="http://schemas.microsoft.com/office/drawing/2014/main" id="{6AA842ED-99E3-E244-A47A-F9514132E12D}"/>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3" name="Rectangle 258">
              <a:extLst>
                <a:ext uri="{FF2B5EF4-FFF2-40B4-BE49-F238E27FC236}">
                  <a16:creationId xmlns:a16="http://schemas.microsoft.com/office/drawing/2014/main" id="{089D1323-315F-F34E-8132-DC1553E6ACC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4" name="Group 259">
              <a:extLst>
                <a:ext uri="{FF2B5EF4-FFF2-40B4-BE49-F238E27FC236}">
                  <a16:creationId xmlns:a16="http://schemas.microsoft.com/office/drawing/2014/main" id="{C214FA3C-81BB-ED4E-94DD-B767F38B6517}"/>
                </a:ext>
              </a:extLst>
            </p:cNvPr>
            <p:cNvGrpSpPr>
              <a:grpSpLocks/>
            </p:cNvGrpSpPr>
            <p:nvPr/>
          </p:nvGrpSpPr>
          <p:grpSpPr bwMode="auto">
            <a:xfrm>
              <a:off x="4747" y="994"/>
              <a:ext cx="581" cy="134"/>
              <a:chOff x="614" y="2568"/>
              <a:chExt cx="725" cy="139"/>
            </a:xfrm>
          </p:grpSpPr>
          <p:sp>
            <p:nvSpPr>
              <p:cNvPr id="325" name="AutoShape 260">
                <a:extLst>
                  <a:ext uri="{FF2B5EF4-FFF2-40B4-BE49-F238E27FC236}">
                    <a16:creationId xmlns:a16="http://schemas.microsoft.com/office/drawing/2014/main" id="{24D63B96-8C60-274F-8A56-BAA459AD3F2E}"/>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6" name="AutoShape 261">
                <a:extLst>
                  <a:ext uri="{FF2B5EF4-FFF2-40B4-BE49-F238E27FC236}">
                    <a16:creationId xmlns:a16="http://schemas.microsoft.com/office/drawing/2014/main" id="{50A2F9B6-0AE1-274D-AA8D-FA1344AC9BD8}"/>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5" name="Rectangle 262">
              <a:extLst>
                <a:ext uri="{FF2B5EF4-FFF2-40B4-BE49-F238E27FC236}">
                  <a16:creationId xmlns:a16="http://schemas.microsoft.com/office/drawing/2014/main" id="{54BDAA7A-F6F6-074D-AD4A-8180E6AC48CD}"/>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63">
              <a:extLst>
                <a:ext uri="{FF2B5EF4-FFF2-40B4-BE49-F238E27FC236}">
                  <a16:creationId xmlns:a16="http://schemas.microsoft.com/office/drawing/2014/main" id="{9FE36278-3B14-3146-83F1-E76D9D53D6D6}"/>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7" name="Group 264">
              <a:extLst>
                <a:ext uri="{FF2B5EF4-FFF2-40B4-BE49-F238E27FC236}">
                  <a16:creationId xmlns:a16="http://schemas.microsoft.com/office/drawing/2014/main" id="{80AA2E3D-D242-6B47-A732-F91B52025B26}"/>
                </a:ext>
              </a:extLst>
            </p:cNvPr>
            <p:cNvGrpSpPr>
              <a:grpSpLocks/>
            </p:cNvGrpSpPr>
            <p:nvPr/>
          </p:nvGrpSpPr>
          <p:grpSpPr bwMode="auto">
            <a:xfrm>
              <a:off x="4735" y="1627"/>
              <a:ext cx="582" cy="151"/>
              <a:chOff x="614" y="2568"/>
              <a:chExt cx="725" cy="139"/>
            </a:xfrm>
          </p:grpSpPr>
          <p:sp>
            <p:nvSpPr>
              <p:cNvPr id="323" name="AutoShape 265">
                <a:extLst>
                  <a:ext uri="{FF2B5EF4-FFF2-40B4-BE49-F238E27FC236}">
                    <a16:creationId xmlns:a16="http://schemas.microsoft.com/office/drawing/2014/main" id="{6B250827-5DD6-174E-B415-396207D00949}"/>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4" name="AutoShape 266">
                <a:extLst>
                  <a:ext uri="{FF2B5EF4-FFF2-40B4-BE49-F238E27FC236}">
                    <a16:creationId xmlns:a16="http://schemas.microsoft.com/office/drawing/2014/main" id="{0687E200-350B-9A45-BC7F-BE04DD2821A8}"/>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8" name="Freeform 267">
              <a:extLst>
                <a:ext uri="{FF2B5EF4-FFF2-40B4-BE49-F238E27FC236}">
                  <a16:creationId xmlns:a16="http://schemas.microsoft.com/office/drawing/2014/main" id="{6065017D-9794-734F-B95F-7854A6F848A5}"/>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9" name="Group 268">
              <a:extLst>
                <a:ext uri="{FF2B5EF4-FFF2-40B4-BE49-F238E27FC236}">
                  <a16:creationId xmlns:a16="http://schemas.microsoft.com/office/drawing/2014/main" id="{777D84AE-1E36-4547-B8B5-382F58FEA27C}"/>
                </a:ext>
              </a:extLst>
            </p:cNvPr>
            <p:cNvGrpSpPr>
              <a:grpSpLocks/>
            </p:cNvGrpSpPr>
            <p:nvPr/>
          </p:nvGrpSpPr>
          <p:grpSpPr bwMode="auto">
            <a:xfrm>
              <a:off x="4739" y="1327"/>
              <a:ext cx="582" cy="139"/>
              <a:chOff x="614" y="2568"/>
              <a:chExt cx="725" cy="139"/>
            </a:xfrm>
          </p:grpSpPr>
          <p:sp>
            <p:nvSpPr>
              <p:cNvPr id="321" name="AutoShape 269">
                <a:extLst>
                  <a:ext uri="{FF2B5EF4-FFF2-40B4-BE49-F238E27FC236}">
                    <a16:creationId xmlns:a16="http://schemas.microsoft.com/office/drawing/2014/main" id="{6C698A22-9BA6-8043-9813-C826D172B1E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2" name="AutoShape 270">
                <a:extLst>
                  <a:ext uri="{FF2B5EF4-FFF2-40B4-BE49-F238E27FC236}">
                    <a16:creationId xmlns:a16="http://schemas.microsoft.com/office/drawing/2014/main" id="{CA7D825D-577D-864C-8214-B8EE709F7E73}"/>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10" name="Rectangle 271">
              <a:extLst>
                <a:ext uri="{FF2B5EF4-FFF2-40B4-BE49-F238E27FC236}">
                  <a16:creationId xmlns:a16="http://schemas.microsoft.com/office/drawing/2014/main" id="{314924AF-49B2-8F4B-B07A-EEAD02E6CDE8}"/>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1" name="Freeform 272">
              <a:extLst>
                <a:ext uri="{FF2B5EF4-FFF2-40B4-BE49-F238E27FC236}">
                  <a16:creationId xmlns:a16="http://schemas.microsoft.com/office/drawing/2014/main" id="{0B27D67E-5CDE-564F-B64E-41E4911C640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273">
              <a:extLst>
                <a:ext uri="{FF2B5EF4-FFF2-40B4-BE49-F238E27FC236}">
                  <a16:creationId xmlns:a16="http://schemas.microsoft.com/office/drawing/2014/main" id="{7D9F21DE-9FD0-E845-BE83-AA01CC1C0D7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Oval 274">
              <a:extLst>
                <a:ext uri="{FF2B5EF4-FFF2-40B4-BE49-F238E27FC236}">
                  <a16:creationId xmlns:a16="http://schemas.microsoft.com/office/drawing/2014/main" id="{29DB98CD-1446-1447-907D-0721013CEB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Freeform 275">
              <a:extLst>
                <a:ext uri="{FF2B5EF4-FFF2-40B4-BE49-F238E27FC236}">
                  <a16:creationId xmlns:a16="http://schemas.microsoft.com/office/drawing/2014/main" id="{CCE0B802-0ED9-1144-9B41-567C96D9E51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AutoShape 276">
              <a:extLst>
                <a:ext uri="{FF2B5EF4-FFF2-40B4-BE49-F238E27FC236}">
                  <a16:creationId xmlns:a16="http://schemas.microsoft.com/office/drawing/2014/main" id="{0A63D484-0467-EF48-A0D1-307BD44B8E4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6" name="AutoShape 277">
              <a:extLst>
                <a:ext uri="{FF2B5EF4-FFF2-40B4-BE49-F238E27FC236}">
                  <a16:creationId xmlns:a16="http://schemas.microsoft.com/office/drawing/2014/main" id="{9F1755F7-6A75-8A4F-B6E2-BF73697B1A3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7" name="Oval 278">
              <a:extLst>
                <a:ext uri="{FF2B5EF4-FFF2-40B4-BE49-F238E27FC236}">
                  <a16:creationId xmlns:a16="http://schemas.microsoft.com/office/drawing/2014/main" id="{D6F2BCA4-EAA9-C04A-AB0D-174E8DA65A49}"/>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8" name="Oval 279">
              <a:extLst>
                <a:ext uri="{FF2B5EF4-FFF2-40B4-BE49-F238E27FC236}">
                  <a16:creationId xmlns:a16="http://schemas.microsoft.com/office/drawing/2014/main" id="{4D2A8DA3-EE5E-2F48-88C3-2B1DB6DB698B}"/>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19" name="Oval 280">
              <a:extLst>
                <a:ext uri="{FF2B5EF4-FFF2-40B4-BE49-F238E27FC236}">
                  <a16:creationId xmlns:a16="http://schemas.microsoft.com/office/drawing/2014/main" id="{39A0A350-9C80-984E-9991-E741164E021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0" name="Rectangle 281">
              <a:extLst>
                <a:ext uri="{FF2B5EF4-FFF2-40B4-BE49-F238E27FC236}">
                  <a16:creationId xmlns:a16="http://schemas.microsoft.com/office/drawing/2014/main" id="{4347596D-A5CE-B946-A234-DF07FB80E36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92" name="Group 291">
            <a:extLst>
              <a:ext uri="{FF2B5EF4-FFF2-40B4-BE49-F238E27FC236}">
                <a16:creationId xmlns:a16="http://schemas.microsoft.com/office/drawing/2014/main" id="{31A38548-A84D-B643-BEB5-A359B949B8B9}"/>
              </a:ext>
            </a:extLst>
          </p:cNvPr>
          <p:cNvGrpSpPr/>
          <p:nvPr/>
        </p:nvGrpSpPr>
        <p:grpSpPr>
          <a:xfrm>
            <a:off x="9343538" y="3332225"/>
            <a:ext cx="943482" cy="604263"/>
            <a:chOff x="7698509" y="2176725"/>
            <a:chExt cx="943482" cy="604263"/>
          </a:xfrm>
        </p:grpSpPr>
        <p:pic>
          <p:nvPicPr>
            <p:cNvPr id="293" name="Picture 292" descr="A picture containing monitor, television, screen, photo&#10;&#10;Description automatically generated">
              <a:extLst>
                <a:ext uri="{FF2B5EF4-FFF2-40B4-BE49-F238E27FC236}">
                  <a16:creationId xmlns:a16="http://schemas.microsoft.com/office/drawing/2014/main" id="{9C558C14-3545-3A4C-A74E-710DED2ECEDC}"/>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94" name="Picture 293" descr="A picture containing monitor, television, screen, photo&#10;&#10;Description automatically generated">
              <a:extLst>
                <a:ext uri="{FF2B5EF4-FFF2-40B4-BE49-F238E27FC236}">
                  <a16:creationId xmlns:a16="http://schemas.microsoft.com/office/drawing/2014/main" id="{B11AB87A-BA5E-F541-93E8-003DAF4DCC52}"/>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95" name="Picture 294" descr="A picture containing monitor, television, screen, photo&#10;&#10;Description automatically generated">
              <a:extLst>
                <a:ext uri="{FF2B5EF4-FFF2-40B4-BE49-F238E27FC236}">
                  <a16:creationId xmlns:a16="http://schemas.microsoft.com/office/drawing/2014/main" id="{009FDD7D-5EA5-DC49-BDCF-5450AB5318C3}"/>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96" name="TextBox 295">
              <a:extLst>
                <a:ext uri="{FF2B5EF4-FFF2-40B4-BE49-F238E27FC236}">
                  <a16:creationId xmlns:a16="http://schemas.microsoft.com/office/drawing/2014/main" id="{41EDF864-68A8-2447-868F-ADB0A7AE7A7C}"/>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sp>
        <p:nvSpPr>
          <p:cNvPr id="7" name="TextBox 6">
            <a:extLst>
              <a:ext uri="{FF2B5EF4-FFF2-40B4-BE49-F238E27FC236}">
                <a16:creationId xmlns:a16="http://schemas.microsoft.com/office/drawing/2014/main" id="{429CC926-11E0-4A40-89D2-22A6EDAA3C57}"/>
              </a:ext>
            </a:extLst>
          </p:cNvPr>
          <p:cNvSpPr txBox="1"/>
          <p:nvPr/>
        </p:nvSpPr>
        <p:spPr>
          <a:xfrm>
            <a:off x="8056179" y="362607"/>
            <a:ext cx="334229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D</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ynamic,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daptive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treaming over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TTP</a:t>
            </a:r>
          </a:p>
        </p:txBody>
      </p:sp>
      <p:sp>
        <p:nvSpPr>
          <p:cNvPr id="159" name="Slide Number Placeholder 2">
            <a:extLst>
              <a:ext uri="{FF2B5EF4-FFF2-40B4-BE49-F238E27FC236}">
                <a16:creationId xmlns:a16="http://schemas.microsoft.com/office/drawing/2014/main" id="{7C0F33DF-63FA-2745-8C97-25D9FA32E08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442834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3">
                                            <p:txEl>
                                              <p:pRg st="0" end="0"/>
                                            </p:txEl>
                                          </p:spTgt>
                                        </p:tgtEl>
                                        <p:attrNameLst>
                                          <p:attrName>style.visibility</p:attrName>
                                        </p:attrNameLst>
                                      </p:cBhvr>
                                      <p:to>
                                        <p:strVal val="visible"/>
                                      </p:to>
                                    </p:set>
                                    <p:animEffect transition="in" filter="dissolve">
                                      <p:cBhvr>
                                        <p:cTn id="7" dur="500"/>
                                        <p:tgtEl>
                                          <p:spTgt spid="243">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43">
                                            <p:txEl>
                                              <p:pRg st="1" end="1"/>
                                            </p:txEl>
                                          </p:spTgt>
                                        </p:tgtEl>
                                        <p:attrNameLst>
                                          <p:attrName>style.visibility</p:attrName>
                                        </p:attrNameLst>
                                      </p:cBhvr>
                                      <p:to>
                                        <p:strVal val="visible"/>
                                      </p:to>
                                    </p:set>
                                    <p:animEffect transition="in" filter="dissolve">
                                      <p:cBhvr>
                                        <p:cTn id="10" dur="500"/>
                                        <p:tgtEl>
                                          <p:spTgt spid="243">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43">
                                            <p:txEl>
                                              <p:pRg st="2" end="2"/>
                                            </p:txEl>
                                          </p:spTgt>
                                        </p:tgtEl>
                                        <p:attrNameLst>
                                          <p:attrName>style.visibility</p:attrName>
                                        </p:attrNameLst>
                                      </p:cBhvr>
                                      <p:to>
                                        <p:strVal val="visible"/>
                                      </p:to>
                                    </p:set>
                                    <p:animEffect transition="in" filter="dissolve">
                                      <p:cBhvr>
                                        <p:cTn id="13" dur="500"/>
                                        <p:tgtEl>
                                          <p:spTgt spid="243">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243">
                                            <p:txEl>
                                              <p:pRg st="3" end="3"/>
                                            </p:txEl>
                                          </p:spTgt>
                                        </p:tgtEl>
                                        <p:attrNameLst>
                                          <p:attrName>style.visibility</p:attrName>
                                        </p:attrNameLst>
                                      </p:cBhvr>
                                      <p:to>
                                        <p:strVal val="visible"/>
                                      </p:to>
                                    </p:set>
                                    <p:animEffect transition="in" filter="dissolve">
                                      <p:cBhvr>
                                        <p:cTn id="16" dur="500"/>
                                        <p:tgtEl>
                                          <p:spTgt spid="243">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43">
                                            <p:txEl>
                                              <p:pRg st="4" end="4"/>
                                            </p:txEl>
                                          </p:spTgt>
                                        </p:tgtEl>
                                        <p:attrNameLst>
                                          <p:attrName>style.visibility</p:attrName>
                                        </p:attrNameLst>
                                      </p:cBhvr>
                                      <p:to>
                                        <p:strVal val="visible"/>
                                      </p:to>
                                    </p:set>
                                    <p:animEffect transition="in" filter="dissolve">
                                      <p:cBhvr>
                                        <p:cTn id="19" dur="500"/>
                                        <p:tgtEl>
                                          <p:spTgt spid="24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 name="Freeform 1287">
            <a:extLst>
              <a:ext uri="{FF2B5EF4-FFF2-40B4-BE49-F238E27FC236}">
                <a16:creationId xmlns:a16="http://schemas.microsoft.com/office/drawing/2014/main" id="{404F16F4-75A1-BF4D-92FE-33BA84DA1278}"/>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3" name="Group 242">
            <a:extLst>
              <a:ext uri="{FF2B5EF4-FFF2-40B4-BE49-F238E27FC236}">
                <a16:creationId xmlns:a16="http://schemas.microsoft.com/office/drawing/2014/main" id="{C2862E78-E331-4046-AE2A-D6D501E0BBE5}"/>
              </a:ext>
            </a:extLst>
          </p:cNvPr>
          <p:cNvGrpSpPr/>
          <p:nvPr/>
        </p:nvGrpSpPr>
        <p:grpSpPr>
          <a:xfrm>
            <a:off x="7793102" y="2318615"/>
            <a:ext cx="943482" cy="1132486"/>
            <a:chOff x="7698509" y="2176725"/>
            <a:chExt cx="943482" cy="1132486"/>
          </a:xfrm>
        </p:grpSpPr>
        <p:grpSp>
          <p:nvGrpSpPr>
            <p:cNvPr id="244" name="Group 249">
              <a:extLst>
                <a:ext uri="{FF2B5EF4-FFF2-40B4-BE49-F238E27FC236}">
                  <a16:creationId xmlns:a16="http://schemas.microsoft.com/office/drawing/2014/main" id="{35343F8F-225F-7C4C-9B10-94583488C6EE}"/>
                </a:ext>
              </a:extLst>
            </p:cNvPr>
            <p:cNvGrpSpPr>
              <a:grpSpLocks/>
            </p:cNvGrpSpPr>
            <p:nvPr/>
          </p:nvGrpSpPr>
          <p:grpSpPr bwMode="auto">
            <a:xfrm>
              <a:off x="8058261" y="2771439"/>
              <a:ext cx="269531" cy="537772"/>
              <a:chOff x="4140" y="429"/>
              <a:chExt cx="1425" cy="2396"/>
            </a:xfrm>
          </p:grpSpPr>
          <p:sp>
            <p:nvSpPr>
              <p:cNvPr id="250" name="Freeform 250">
                <a:extLst>
                  <a:ext uri="{FF2B5EF4-FFF2-40B4-BE49-F238E27FC236}">
                    <a16:creationId xmlns:a16="http://schemas.microsoft.com/office/drawing/2014/main" id="{2DDF4AC9-4574-B44E-8F79-83AF41FF2E7A}"/>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51">
                <a:extLst>
                  <a:ext uri="{FF2B5EF4-FFF2-40B4-BE49-F238E27FC236}">
                    <a16:creationId xmlns:a16="http://schemas.microsoft.com/office/drawing/2014/main" id="{125F278D-DCFD-1D47-B29F-96EEA8EC409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2" name="Freeform 252">
                <a:extLst>
                  <a:ext uri="{FF2B5EF4-FFF2-40B4-BE49-F238E27FC236}">
                    <a16:creationId xmlns:a16="http://schemas.microsoft.com/office/drawing/2014/main" id="{BA457A20-9F7E-BF4B-883A-BDB0CB6A65E8}"/>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253">
                <a:extLst>
                  <a:ext uri="{FF2B5EF4-FFF2-40B4-BE49-F238E27FC236}">
                    <a16:creationId xmlns:a16="http://schemas.microsoft.com/office/drawing/2014/main" id="{AB261642-A927-1C41-ACC5-5EFF6447FA4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54">
                <a:extLst>
                  <a:ext uri="{FF2B5EF4-FFF2-40B4-BE49-F238E27FC236}">
                    <a16:creationId xmlns:a16="http://schemas.microsoft.com/office/drawing/2014/main" id="{584A821F-0042-7040-A2CA-F10C36A030FD}"/>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5" name="Group 255">
                <a:extLst>
                  <a:ext uri="{FF2B5EF4-FFF2-40B4-BE49-F238E27FC236}">
                    <a16:creationId xmlns:a16="http://schemas.microsoft.com/office/drawing/2014/main" id="{F814615B-BC3F-DE4A-B920-D363184D9B54}"/>
                  </a:ext>
                </a:extLst>
              </p:cNvPr>
              <p:cNvGrpSpPr>
                <a:grpSpLocks/>
              </p:cNvGrpSpPr>
              <p:nvPr/>
            </p:nvGrpSpPr>
            <p:grpSpPr bwMode="auto">
              <a:xfrm>
                <a:off x="4749" y="668"/>
                <a:ext cx="581" cy="145"/>
                <a:chOff x="614" y="2568"/>
                <a:chExt cx="725" cy="139"/>
              </a:xfrm>
            </p:grpSpPr>
            <p:sp>
              <p:nvSpPr>
                <p:cNvPr id="280" name="AutoShape 256">
                  <a:extLst>
                    <a:ext uri="{FF2B5EF4-FFF2-40B4-BE49-F238E27FC236}">
                      <a16:creationId xmlns:a16="http://schemas.microsoft.com/office/drawing/2014/main" id="{C8D85753-1B3E-A74F-AA5C-BB04C9162E8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AutoShape 257">
                  <a:extLst>
                    <a:ext uri="{FF2B5EF4-FFF2-40B4-BE49-F238E27FC236}">
                      <a16:creationId xmlns:a16="http://schemas.microsoft.com/office/drawing/2014/main" id="{926A67F9-2094-024F-A1D0-786E8E51262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6" name="Rectangle 258">
                <a:extLst>
                  <a:ext uri="{FF2B5EF4-FFF2-40B4-BE49-F238E27FC236}">
                    <a16:creationId xmlns:a16="http://schemas.microsoft.com/office/drawing/2014/main" id="{8B22385E-132F-3047-97B0-9C586551CC93}"/>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7" name="Group 259">
                <a:extLst>
                  <a:ext uri="{FF2B5EF4-FFF2-40B4-BE49-F238E27FC236}">
                    <a16:creationId xmlns:a16="http://schemas.microsoft.com/office/drawing/2014/main" id="{E2FB9C56-C6A0-9940-9500-F88781DAFCB7}"/>
                  </a:ext>
                </a:extLst>
              </p:cNvPr>
              <p:cNvGrpSpPr>
                <a:grpSpLocks/>
              </p:cNvGrpSpPr>
              <p:nvPr/>
            </p:nvGrpSpPr>
            <p:grpSpPr bwMode="auto">
              <a:xfrm>
                <a:off x="4747" y="994"/>
                <a:ext cx="581" cy="134"/>
                <a:chOff x="614" y="2568"/>
                <a:chExt cx="725" cy="139"/>
              </a:xfrm>
            </p:grpSpPr>
            <p:sp>
              <p:nvSpPr>
                <p:cNvPr id="278" name="AutoShape 260">
                  <a:extLst>
                    <a:ext uri="{FF2B5EF4-FFF2-40B4-BE49-F238E27FC236}">
                      <a16:creationId xmlns:a16="http://schemas.microsoft.com/office/drawing/2014/main" id="{AE82C8C9-78C7-EB41-8484-25DD6CCDE532}"/>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AutoShape 261">
                  <a:extLst>
                    <a:ext uri="{FF2B5EF4-FFF2-40B4-BE49-F238E27FC236}">
                      <a16:creationId xmlns:a16="http://schemas.microsoft.com/office/drawing/2014/main" id="{4CAD5F11-377D-DA41-9929-793E957FABE0}"/>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8" name="Rectangle 262">
                <a:extLst>
                  <a:ext uri="{FF2B5EF4-FFF2-40B4-BE49-F238E27FC236}">
                    <a16:creationId xmlns:a16="http://schemas.microsoft.com/office/drawing/2014/main" id="{E15EE455-6602-1B46-82C6-D12F3D30F331}"/>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9" name="Rectangle 263">
                <a:extLst>
                  <a:ext uri="{FF2B5EF4-FFF2-40B4-BE49-F238E27FC236}">
                    <a16:creationId xmlns:a16="http://schemas.microsoft.com/office/drawing/2014/main" id="{AD216EEF-90DF-6044-8300-79C8D0C9DB59}"/>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0" name="Group 264">
                <a:extLst>
                  <a:ext uri="{FF2B5EF4-FFF2-40B4-BE49-F238E27FC236}">
                    <a16:creationId xmlns:a16="http://schemas.microsoft.com/office/drawing/2014/main" id="{38A22B19-490B-C242-8F58-277580AE97CF}"/>
                  </a:ext>
                </a:extLst>
              </p:cNvPr>
              <p:cNvGrpSpPr>
                <a:grpSpLocks/>
              </p:cNvGrpSpPr>
              <p:nvPr/>
            </p:nvGrpSpPr>
            <p:grpSpPr bwMode="auto">
              <a:xfrm>
                <a:off x="4735" y="1627"/>
                <a:ext cx="582" cy="151"/>
                <a:chOff x="614" y="2568"/>
                <a:chExt cx="725" cy="139"/>
              </a:xfrm>
            </p:grpSpPr>
            <p:sp>
              <p:nvSpPr>
                <p:cNvPr id="276" name="AutoShape 265">
                  <a:extLst>
                    <a:ext uri="{FF2B5EF4-FFF2-40B4-BE49-F238E27FC236}">
                      <a16:creationId xmlns:a16="http://schemas.microsoft.com/office/drawing/2014/main" id="{0F07B0CB-609F-5F42-B166-9E9E5B0F3873}"/>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66">
                  <a:extLst>
                    <a:ext uri="{FF2B5EF4-FFF2-40B4-BE49-F238E27FC236}">
                      <a16:creationId xmlns:a16="http://schemas.microsoft.com/office/drawing/2014/main" id="{C722D099-4A14-9D40-9F8A-E706A539833F}"/>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1" name="Freeform 267">
                <a:extLst>
                  <a:ext uri="{FF2B5EF4-FFF2-40B4-BE49-F238E27FC236}">
                    <a16:creationId xmlns:a16="http://schemas.microsoft.com/office/drawing/2014/main" id="{0E0C9BF4-C0A2-A84A-9613-F81F7F110E01}"/>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2" name="Group 268">
                <a:extLst>
                  <a:ext uri="{FF2B5EF4-FFF2-40B4-BE49-F238E27FC236}">
                    <a16:creationId xmlns:a16="http://schemas.microsoft.com/office/drawing/2014/main" id="{9FE0A4E1-4CF2-114C-845A-8481D9076B3B}"/>
                  </a:ext>
                </a:extLst>
              </p:cNvPr>
              <p:cNvGrpSpPr>
                <a:grpSpLocks/>
              </p:cNvGrpSpPr>
              <p:nvPr/>
            </p:nvGrpSpPr>
            <p:grpSpPr bwMode="auto">
              <a:xfrm>
                <a:off x="4739" y="1327"/>
                <a:ext cx="582" cy="139"/>
                <a:chOff x="614" y="2568"/>
                <a:chExt cx="725" cy="139"/>
              </a:xfrm>
            </p:grpSpPr>
            <p:sp>
              <p:nvSpPr>
                <p:cNvPr id="274" name="AutoShape 269">
                  <a:extLst>
                    <a:ext uri="{FF2B5EF4-FFF2-40B4-BE49-F238E27FC236}">
                      <a16:creationId xmlns:a16="http://schemas.microsoft.com/office/drawing/2014/main" id="{E06D45BF-7390-6A42-963D-1D3548228EEE}"/>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AutoShape 270">
                  <a:extLst>
                    <a:ext uri="{FF2B5EF4-FFF2-40B4-BE49-F238E27FC236}">
                      <a16:creationId xmlns:a16="http://schemas.microsoft.com/office/drawing/2014/main" id="{F1193CF1-1B3E-734C-9489-B2773E5EBB2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3" name="Rectangle 271">
                <a:extLst>
                  <a:ext uri="{FF2B5EF4-FFF2-40B4-BE49-F238E27FC236}">
                    <a16:creationId xmlns:a16="http://schemas.microsoft.com/office/drawing/2014/main" id="{32BCEFA0-C9E2-DA4E-99BA-A8D6B2F52992}"/>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4" name="Freeform 272">
                <a:extLst>
                  <a:ext uri="{FF2B5EF4-FFF2-40B4-BE49-F238E27FC236}">
                    <a16:creationId xmlns:a16="http://schemas.microsoft.com/office/drawing/2014/main" id="{6A191132-8B3F-2C48-A27B-58F58CCC0002}"/>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273">
                <a:extLst>
                  <a:ext uri="{FF2B5EF4-FFF2-40B4-BE49-F238E27FC236}">
                    <a16:creationId xmlns:a16="http://schemas.microsoft.com/office/drawing/2014/main" id="{46FB17C7-5975-EA4A-B24E-E0968F52348A}"/>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Oval 274">
                <a:extLst>
                  <a:ext uri="{FF2B5EF4-FFF2-40B4-BE49-F238E27FC236}">
                    <a16:creationId xmlns:a16="http://schemas.microsoft.com/office/drawing/2014/main" id="{4F5F45CB-8948-BF44-A12C-CBB9ED44DD95}"/>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Freeform 275">
                <a:extLst>
                  <a:ext uri="{FF2B5EF4-FFF2-40B4-BE49-F238E27FC236}">
                    <a16:creationId xmlns:a16="http://schemas.microsoft.com/office/drawing/2014/main" id="{9075DFD9-3F16-6E4D-861C-2319EA64E77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AutoShape 276">
                <a:extLst>
                  <a:ext uri="{FF2B5EF4-FFF2-40B4-BE49-F238E27FC236}">
                    <a16:creationId xmlns:a16="http://schemas.microsoft.com/office/drawing/2014/main" id="{2DB55821-399B-E044-BDB5-8E02E0ED155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9" name="AutoShape 277">
                <a:extLst>
                  <a:ext uri="{FF2B5EF4-FFF2-40B4-BE49-F238E27FC236}">
                    <a16:creationId xmlns:a16="http://schemas.microsoft.com/office/drawing/2014/main" id="{E5BA92D7-799B-CE46-871E-CCA9863424D0}"/>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0" name="Oval 278">
                <a:extLst>
                  <a:ext uri="{FF2B5EF4-FFF2-40B4-BE49-F238E27FC236}">
                    <a16:creationId xmlns:a16="http://schemas.microsoft.com/office/drawing/2014/main" id="{3279B121-A511-4C48-A668-CAFE86B6842B}"/>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1" name="Oval 279">
                <a:extLst>
                  <a:ext uri="{FF2B5EF4-FFF2-40B4-BE49-F238E27FC236}">
                    <a16:creationId xmlns:a16="http://schemas.microsoft.com/office/drawing/2014/main" id="{6181626E-D3B9-6D4D-9F91-E6BD5373FAA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2" name="Oval 280">
                <a:extLst>
                  <a:ext uri="{FF2B5EF4-FFF2-40B4-BE49-F238E27FC236}">
                    <a16:creationId xmlns:a16="http://schemas.microsoft.com/office/drawing/2014/main" id="{D546FF68-BE14-5140-8A04-2B0DB0111866}"/>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3" name="Rectangle 281">
                <a:extLst>
                  <a:ext uri="{FF2B5EF4-FFF2-40B4-BE49-F238E27FC236}">
                    <a16:creationId xmlns:a16="http://schemas.microsoft.com/office/drawing/2014/main" id="{B9666053-A441-4D4D-95B5-747CF79B7663}"/>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45" name="Group 244">
              <a:extLst>
                <a:ext uri="{FF2B5EF4-FFF2-40B4-BE49-F238E27FC236}">
                  <a16:creationId xmlns:a16="http://schemas.microsoft.com/office/drawing/2014/main" id="{840EBCD1-E7B6-A743-BF86-6330FD745789}"/>
                </a:ext>
              </a:extLst>
            </p:cNvPr>
            <p:cNvGrpSpPr/>
            <p:nvPr/>
          </p:nvGrpSpPr>
          <p:grpSpPr>
            <a:xfrm>
              <a:off x="7698509" y="2176725"/>
              <a:ext cx="943482" cy="604263"/>
              <a:chOff x="7698509" y="2176725"/>
              <a:chExt cx="943482" cy="604263"/>
            </a:xfrm>
          </p:grpSpPr>
          <p:pic>
            <p:nvPicPr>
              <p:cNvPr id="246" name="Picture 245" descr="A picture containing monitor, television, screen, photo&#10;&#10;Description automatically generated">
                <a:extLst>
                  <a:ext uri="{FF2B5EF4-FFF2-40B4-BE49-F238E27FC236}">
                    <a16:creationId xmlns:a16="http://schemas.microsoft.com/office/drawing/2014/main" id="{D6E1F21D-864B-1F40-9C96-47C2BCA3CBF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47" name="Picture 246" descr="A picture containing monitor, television, screen, photo&#10;&#10;Description automatically generated">
                <a:extLst>
                  <a:ext uri="{FF2B5EF4-FFF2-40B4-BE49-F238E27FC236}">
                    <a16:creationId xmlns:a16="http://schemas.microsoft.com/office/drawing/2014/main" id="{42370393-D738-C942-9E56-D3F94CBE1B2B}"/>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48" name="Picture 247" descr="A picture containing monitor, television, screen, photo&#10;&#10;Description automatically generated">
                <a:extLst>
                  <a:ext uri="{FF2B5EF4-FFF2-40B4-BE49-F238E27FC236}">
                    <a16:creationId xmlns:a16="http://schemas.microsoft.com/office/drawing/2014/main" id="{FF03F89A-E5B5-5947-8B74-5B1C5D68CB2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49" name="TextBox 248">
                <a:extLst>
                  <a:ext uri="{FF2B5EF4-FFF2-40B4-BE49-F238E27FC236}">
                    <a16:creationId xmlns:a16="http://schemas.microsoft.com/office/drawing/2014/main" id="{162E8850-E3DD-E04E-A0E6-24BA9B907E8F}"/>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grpSp>
        <p:nvGrpSpPr>
          <p:cNvPr id="282" name="Group 249">
            <a:extLst>
              <a:ext uri="{FF2B5EF4-FFF2-40B4-BE49-F238E27FC236}">
                <a16:creationId xmlns:a16="http://schemas.microsoft.com/office/drawing/2014/main" id="{303AAFB7-AE59-FB43-806F-88716418AD9D}"/>
              </a:ext>
            </a:extLst>
          </p:cNvPr>
          <p:cNvGrpSpPr>
            <a:grpSpLocks/>
          </p:cNvGrpSpPr>
          <p:nvPr/>
        </p:nvGrpSpPr>
        <p:grpSpPr bwMode="auto">
          <a:xfrm>
            <a:off x="9125221" y="2229519"/>
            <a:ext cx="269531" cy="537772"/>
            <a:chOff x="4140" y="429"/>
            <a:chExt cx="1425" cy="2396"/>
          </a:xfrm>
        </p:grpSpPr>
        <p:sp>
          <p:nvSpPr>
            <p:cNvPr id="283" name="Freeform 250">
              <a:extLst>
                <a:ext uri="{FF2B5EF4-FFF2-40B4-BE49-F238E27FC236}">
                  <a16:creationId xmlns:a16="http://schemas.microsoft.com/office/drawing/2014/main" id="{F583EC39-0EF7-C047-B61C-FCA4140C636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Rectangle 251">
              <a:extLst>
                <a:ext uri="{FF2B5EF4-FFF2-40B4-BE49-F238E27FC236}">
                  <a16:creationId xmlns:a16="http://schemas.microsoft.com/office/drawing/2014/main" id="{1E2AD361-9367-024D-9B13-A995814D5BDA}"/>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Freeform 252">
              <a:extLst>
                <a:ext uri="{FF2B5EF4-FFF2-40B4-BE49-F238E27FC236}">
                  <a16:creationId xmlns:a16="http://schemas.microsoft.com/office/drawing/2014/main" id="{280AB857-6E8B-F04E-86E8-884DCDEB64A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253">
              <a:extLst>
                <a:ext uri="{FF2B5EF4-FFF2-40B4-BE49-F238E27FC236}">
                  <a16:creationId xmlns:a16="http://schemas.microsoft.com/office/drawing/2014/main" id="{17A6D9FD-0410-2E4A-A1DE-0C447AB9A1F7}"/>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Rectangle 254">
              <a:extLst>
                <a:ext uri="{FF2B5EF4-FFF2-40B4-BE49-F238E27FC236}">
                  <a16:creationId xmlns:a16="http://schemas.microsoft.com/office/drawing/2014/main" id="{A927C600-2D52-FB43-8F04-602018E3EB8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88" name="Group 255">
              <a:extLst>
                <a:ext uri="{FF2B5EF4-FFF2-40B4-BE49-F238E27FC236}">
                  <a16:creationId xmlns:a16="http://schemas.microsoft.com/office/drawing/2014/main" id="{AD441C89-2F79-AA41-9247-E41725858419}"/>
                </a:ext>
              </a:extLst>
            </p:cNvPr>
            <p:cNvGrpSpPr>
              <a:grpSpLocks/>
            </p:cNvGrpSpPr>
            <p:nvPr/>
          </p:nvGrpSpPr>
          <p:grpSpPr bwMode="auto">
            <a:xfrm>
              <a:off x="4749" y="668"/>
              <a:ext cx="581" cy="145"/>
              <a:chOff x="614" y="2568"/>
              <a:chExt cx="725" cy="139"/>
            </a:xfrm>
          </p:grpSpPr>
          <p:sp>
            <p:nvSpPr>
              <p:cNvPr id="313" name="AutoShape 256">
                <a:extLst>
                  <a:ext uri="{FF2B5EF4-FFF2-40B4-BE49-F238E27FC236}">
                    <a16:creationId xmlns:a16="http://schemas.microsoft.com/office/drawing/2014/main" id="{1BDD9056-3563-DC4A-8E6F-D9E7C31BD6F9}"/>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AutoShape 257">
                <a:extLst>
                  <a:ext uri="{FF2B5EF4-FFF2-40B4-BE49-F238E27FC236}">
                    <a16:creationId xmlns:a16="http://schemas.microsoft.com/office/drawing/2014/main" id="{A464F9AC-80D5-8647-A3BF-7C8016D2E9F2}"/>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89" name="Rectangle 258">
              <a:extLst>
                <a:ext uri="{FF2B5EF4-FFF2-40B4-BE49-F238E27FC236}">
                  <a16:creationId xmlns:a16="http://schemas.microsoft.com/office/drawing/2014/main" id="{3CC90EBF-BE9D-094F-8D80-09DD69A5C8C2}"/>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0" name="Group 259">
              <a:extLst>
                <a:ext uri="{FF2B5EF4-FFF2-40B4-BE49-F238E27FC236}">
                  <a16:creationId xmlns:a16="http://schemas.microsoft.com/office/drawing/2014/main" id="{8FD2B698-C302-134D-AA60-7CB77F0FA456}"/>
                </a:ext>
              </a:extLst>
            </p:cNvPr>
            <p:cNvGrpSpPr>
              <a:grpSpLocks/>
            </p:cNvGrpSpPr>
            <p:nvPr/>
          </p:nvGrpSpPr>
          <p:grpSpPr bwMode="auto">
            <a:xfrm>
              <a:off x="4747" y="994"/>
              <a:ext cx="581" cy="134"/>
              <a:chOff x="614" y="2568"/>
              <a:chExt cx="725" cy="139"/>
            </a:xfrm>
          </p:grpSpPr>
          <p:sp>
            <p:nvSpPr>
              <p:cNvPr id="311" name="AutoShape 260">
                <a:extLst>
                  <a:ext uri="{FF2B5EF4-FFF2-40B4-BE49-F238E27FC236}">
                    <a16:creationId xmlns:a16="http://schemas.microsoft.com/office/drawing/2014/main" id="{3C8C97B6-C649-304C-B810-3DCC29D051F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2" name="AutoShape 261">
                <a:extLst>
                  <a:ext uri="{FF2B5EF4-FFF2-40B4-BE49-F238E27FC236}">
                    <a16:creationId xmlns:a16="http://schemas.microsoft.com/office/drawing/2014/main" id="{1E6EFFBD-86DF-3A4E-B6C4-5B74F419477D}"/>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1" name="Rectangle 262">
              <a:extLst>
                <a:ext uri="{FF2B5EF4-FFF2-40B4-BE49-F238E27FC236}">
                  <a16:creationId xmlns:a16="http://schemas.microsoft.com/office/drawing/2014/main" id="{A2087108-BB9B-C74D-BED2-AEEFB9631589}"/>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2" name="Rectangle 263">
              <a:extLst>
                <a:ext uri="{FF2B5EF4-FFF2-40B4-BE49-F238E27FC236}">
                  <a16:creationId xmlns:a16="http://schemas.microsoft.com/office/drawing/2014/main" id="{629E30AC-175A-7C47-B5DB-137A2A969134}"/>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3" name="Group 264">
              <a:extLst>
                <a:ext uri="{FF2B5EF4-FFF2-40B4-BE49-F238E27FC236}">
                  <a16:creationId xmlns:a16="http://schemas.microsoft.com/office/drawing/2014/main" id="{631BEC3E-EC7B-E641-9B73-CEB1B33C79F3}"/>
                </a:ext>
              </a:extLst>
            </p:cNvPr>
            <p:cNvGrpSpPr>
              <a:grpSpLocks/>
            </p:cNvGrpSpPr>
            <p:nvPr/>
          </p:nvGrpSpPr>
          <p:grpSpPr bwMode="auto">
            <a:xfrm>
              <a:off x="4735" y="1627"/>
              <a:ext cx="582" cy="151"/>
              <a:chOff x="614" y="2568"/>
              <a:chExt cx="725" cy="139"/>
            </a:xfrm>
          </p:grpSpPr>
          <p:sp>
            <p:nvSpPr>
              <p:cNvPr id="309" name="AutoShape 265">
                <a:extLst>
                  <a:ext uri="{FF2B5EF4-FFF2-40B4-BE49-F238E27FC236}">
                    <a16:creationId xmlns:a16="http://schemas.microsoft.com/office/drawing/2014/main" id="{CA74522A-6DD3-C941-B6C5-B88ADF1B75F0}"/>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0" name="AutoShape 266">
                <a:extLst>
                  <a:ext uri="{FF2B5EF4-FFF2-40B4-BE49-F238E27FC236}">
                    <a16:creationId xmlns:a16="http://schemas.microsoft.com/office/drawing/2014/main" id="{0FC67C26-9D79-7645-9585-2783C4FBAB04}"/>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4" name="Freeform 267">
              <a:extLst>
                <a:ext uri="{FF2B5EF4-FFF2-40B4-BE49-F238E27FC236}">
                  <a16:creationId xmlns:a16="http://schemas.microsoft.com/office/drawing/2014/main" id="{0009B838-E394-AB4B-B620-18BE1F04F16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5" name="Group 268">
              <a:extLst>
                <a:ext uri="{FF2B5EF4-FFF2-40B4-BE49-F238E27FC236}">
                  <a16:creationId xmlns:a16="http://schemas.microsoft.com/office/drawing/2014/main" id="{CE9E851F-17AE-C347-AAE2-A26FC9005C11}"/>
                </a:ext>
              </a:extLst>
            </p:cNvPr>
            <p:cNvGrpSpPr>
              <a:grpSpLocks/>
            </p:cNvGrpSpPr>
            <p:nvPr/>
          </p:nvGrpSpPr>
          <p:grpSpPr bwMode="auto">
            <a:xfrm>
              <a:off x="4739" y="1327"/>
              <a:ext cx="582" cy="139"/>
              <a:chOff x="614" y="2568"/>
              <a:chExt cx="725" cy="139"/>
            </a:xfrm>
          </p:grpSpPr>
          <p:sp>
            <p:nvSpPr>
              <p:cNvPr id="307" name="AutoShape 269">
                <a:extLst>
                  <a:ext uri="{FF2B5EF4-FFF2-40B4-BE49-F238E27FC236}">
                    <a16:creationId xmlns:a16="http://schemas.microsoft.com/office/drawing/2014/main" id="{BC8583DE-ADF4-6447-B9E5-82785FCF6CBF}"/>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8" name="AutoShape 270">
                <a:extLst>
                  <a:ext uri="{FF2B5EF4-FFF2-40B4-BE49-F238E27FC236}">
                    <a16:creationId xmlns:a16="http://schemas.microsoft.com/office/drawing/2014/main" id="{86B22511-2C8C-B74B-A13E-4B485911146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6" name="Rectangle 271">
              <a:extLst>
                <a:ext uri="{FF2B5EF4-FFF2-40B4-BE49-F238E27FC236}">
                  <a16:creationId xmlns:a16="http://schemas.microsoft.com/office/drawing/2014/main" id="{20AF6706-04DB-3F45-9CC0-357417946DC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7" name="Freeform 272">
              <a:extLst>
                <a:ext uri="{FF2B5EF4-FFF2-40B4-BE49-F238E27FC236}">
                  <a16:creationId xmlns:a16="http://schemas.microsoft.com/office/drawing/2014/main" id="{E6032D49-B972-724F-BC66-1C24B5F058F0}"/>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73">
              <a:extLst>
                <a:ext uri="{FF2B5EF4-FFF2-40B4-BE49-F238E27FC236}">
                  <a16:creationId xmlns:a16="http://schemas.microsoft.com/office/drawing/2014/main" id="{B84F01B6-1C0C-C943-B856-7FE3BD2D76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Oval 274">
              <a:extLst>
                <a:ext uri="{FF2B5EF4-FFF2-40B4-BE49-F238E27FC236}">
                  <a16:creationId xmlns:a16="http://schemas.microsoft.com/office/drawing/2014/main" id="{3819F9EA-CE5A-6F47-B1D1-45A3176A8CA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0" name="Freeform 275">
              <a:extLst>
                <a:ext uri="{FF2B5EF4-FFF2-40B4-BE49-F238E27FC236}">
                  <a16:creationId xmlns:a16="http://schemas.microsoft.com/office/drawing/2014/main" id="{BD6129AD-4010-6541-8BD2-9C417B59760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AutoShape 276">
              <a:extLst>
                <a:ext uri="{FF2B5EF4-FFF2-40B4-BE49-F238E27FC236}">
                  <a16:creationId xmlns:a16="http://schemas.microsoft.com/office/drawing/2014/main" id="{DAF156C3-BBE4-AD4E-8C8F-504F05E6FA9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2" name="AutoShape 277">
              <a:extLst>
                <a:ext uri="{FF2B5EF4-FFF2-40B4-BE49-F238E27FC236}">
                  <a16:creationId xmlns:a16="http://schemas.microsoft.com/office/drawing/2014/main" id="{FAC7EFD2-3973-3341-9E30-2375745B4E2E}"/>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3" name="Oval 278">
              <a:extLst>
                <a:ext uri="{FF2B5EF4-FFF2-40B4-BE49-F238E27FC236}">
                  <a16:creationId xmlns:a16="http://schemas.microsoft.com/office/drawing/2014/main" id="{279C258F-5AE0-4A40-9D2A-27C3520660F0}"/>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4" name="Oval 279">
              <a:extLst>
                <a:ext uri="{FF2B5EF4-FFF2-40B4-BE49-F238E27FC236}">
                  <a16:creationId xmlns:a16="http://schemas.microsoft.com/office/drawing/2014/main" id="{AB54CDF9-44A8-F945-8C47-F29CE6B004CC}"/>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05" name="Oval 280">
              <a:extLst>
                <a:ext uri="{FF2B5EF4-FFF2-40B4-BE49-F238E27FC236}">
                  <a16:creationId xmlns:a16="http://schemas.microsoft.com/office/drawing/2014/main" id="{C12B8B40-4A95-634B-A938-6930B06F5088}"/>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81">
              <a:extLst>
                <a:ext uri="{FF2B5EF4-FFF2-40B4-BE49-F238E27FC236}">
                  <a16:creationId xmlns:a16="http://schemas.microsoft.com/office/drawing/2014/main" id="{56A64972-4A2C-2147-8B6A-849EA1C52816}"/>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15" name="Group 314">
            <a:extLst>
              <a:ext uri="{FF2B5EF4-FFF2-40B4-BE49-F238E27FC236}">
                <a16:creationId xmlns:a16="http://schemas.microsoft.com/office/drawing/2014/main" id="{7CEE8967-09D9-EA4A-BE8F-89D0A51FA901}"/>
              </a:ext>
            </a:extLst>
          </p:cNvPr>
          <p:cNvGrpSpPr/>
          <p:nvPr/>
        </p:nvGrpSpPr>
        <p:grpSpPr>
          <a:xfrm>
            <a:off x="9411855" y="1981647"/>
            <a:ext cx="943482" cy="604263"/>
            <a:chOff x="7698509" y="2176725"/>
            <a:chExt cx="943482" cy="604263"/>
          </a:xfrm>
        </p:grpSpPr>
        <p:pic>
          <p:nvPicPr>
            <p:cNvPr id="316" name="Picture 315" descr="A picture containing monitor, television, screen, photo&#10;&#10;Description automatically generated">
              <a:extLst>
                <a:ext uri="{FF2B5EF4-FFF2-40B4-BE49-F238E27FC236}">
                  <a16:creationId xmlns:a16="http://schemas.microsoft.com/office/drawing/2014/main" id="{0EAEB9B3-A22A-234F-82DF-4AAC2BF42789}"/>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17" name="Picture 316" descr="A picture containing monitor, television, screen, photo&#10;&#10;Description automatically generated">
              <a:extLst>
                <a:ext uri="{FF2B5EF4-FFF2-40B4-BE49-F238E27FC236}">
                  <a16:creationId xmlns:a16="http://schemas.microsoft.com/office/drawing/2014/main" id="{D8797FD1-FD5F-5E42-86F9-D71425D34BED}"/>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18" name="Picture 317" descr="A picture containing monitor, television, screen, photo&#10;&#10;Description automatically generated">
              <a:extLst>
                <a:ext uri="{FF2B5EF4-FFF2-40B4-BE49-F238E27FC236}">
                  <a16:creationId xmlns:a16="http://schemas.microsoft.com/office/drawing/2014/main" id="{9A3D2276-CCAA-964B-A522-778FC9030BE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19" name="TextBox 318">
              <a:extLst>
                <a:ext uri="{FF2B5EF4-FFF2-40B4-BE49-F238E27FC236}">
                  <a16:creationId xmlns:a16="http://schemas.microsoft.com/office/drawing/2014/main" id="{FA64888F-27BD-6D49-9E8A-1C105E1F77CE}"/>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320" name="Group 249">
            <a:extLst>
              <a:ext uri="{FF2B5EF4-FFF2-40B4-BE49-F238E27FC236}">
                <a16:creationId xmlns:a16="http://schemas.microsoft.com/office/drawing/2014/main" id="{F1BCE0E4-BDB5-B544-89E7-F7F4C8B45DDD}"/>
              </a:ext>
            </a:extLst>
          </p:cNvPr>
          <p:cNvGrpSpPr>
            <a:grpSpLocks/>
          </p:cNvGrpSpPr>
          <p:nvPr/>
        </p:nvGrpSpPr>
        <p:grpSpPr bwMode="auto">
          <a:xfrm>
            <a:off x="9119966" y="3154428"/>
            <a:ext cx="269531" cy="537772"/>
            <a:chOff x="4140" y="429"/>
            <a:chExt cx="1425" cy="2396"/>
          </a:xfrm>
        </p:grpSpPr>
        <p:sp>
          <p:nvSpPr>
            <p:cNvPr id="321" name="Freeform 250">
              <a:extLst>
                <a:ext uri="{FF2B5EF4-FFF2-40B4-BE49-F238E27FC236}">
                  <a16:creationId xmlns:a16="http://schemas.microsoft.com/office/drawing/2014/main" id="{61F36965-BC45-1D46-9296-4C5A2F8361F9}"/>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Rectangle 251">
              <a:extLst>
                <a:ext uri="{FF2B5EF4-FFF2-40B4-BE49-F238E27FC236}">
                  <a16:creationId xmlns:a16="http://schemas.microsoft.com/office/drawing/2014/main" id="{40BA023C-2812-9340-A050-0121D082901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3" name="Freeform 252">
              <a:extLst>
                <a:ext uri="{FF2B5EF4-FFF2-40B4-BE49-F238E27FC236}">
                  <a16:creationId xmlns:a16="http://schemas.microsoft.com/office/drawing/2014/main" id="{7D40D788-F435-474A-A7BF-25C0498EA30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53">
              <a:extLst>
                <a:ext uri="{FF2B5EF4-FFF2-40B4-BE49-F238E27FC236}">
                  <a16:creationId xmlns:a16="http://schemas.microsoft.com/office/drawing/2014/main" id="{7ECC0C33-1994-A443-BE35-89E1A830F7EE}"/>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254">
              <a:extLst>
                <a:ext uri="{FF2B5EF4-FFF2-40B4-BE49-F238E27FC236}">
                  <a16:creationId xmlns:a16="http://schemas.microsoft.com/office/drawing/2014/main" id="{5F77B878-EAC9-4540-9E09-E05F7ED091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6" name="Group 255">
              <a:extLst>
                <a:ext uri="{FF2B5EF4-FFF2-40B4-BE49-F238E27FC236}">
                  <a16:creationId xmlns:a16="http://schemas.microsoft.com/office/drawing/2014/main" id="{3AD2D83D-AFAB-F544-B840-C231A3CC601D}"/>
                </a:ext>
              </a:extLst>
            </p:cNvPr>
            <p:cNvGrpSpPr>
              <a:grpSpLocks/>
            </p:cNvGrpSpPr>
            <p:nvPr/>
          </p:nvGrpSpPr>
          <p:grpSpPr bwMode="auto">
            <a:xfrm>
              <a:off x="4749" y="668"/>
              <a:ext cx="581" cy="145"/>
              <a:chOff x="614" y="2568"/>
              <a:chExt cx="725" cy="139"/>
            </a:xfrm>
          </p:grpSpPr>
          <p:sp>
            <p:nvSpPr>
              <p:cNvPr id="351" name="AutoShape 256">
                <a:extLst>
                  <a:ext uri="{FF2B5EF4-FFF2-40B4-BE49-F238E27FC236}">
                    <a16:creationId xmlns:a16="http://schemas.microsoft.com/office/drawing/2014/main" id="{4227C343-CCC4-A04E-8886-6361D39B43A0}"/>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2" name="AutoShape 257">
                <a:extLst>
                  <a:ext uri="{FF2B5EF4-FFF2-40B4-BE49-F238E27FC236}">
                    <a16:creationId xmlns:a16="http://schemas.microsoft.com/office/drawing/2014/main" id="{9E39270E-D4A5-AD40-A9B3-1748EE312647}"/>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7" name="Rectangle 258">
              <a:extLst>
                <a:ext uri="{FF2B5EF4-FFF2-40B4-BE49-F238E27FC236}">
                  <a16:creationId xmlns:a16="http://schemas.microsoft.com/office/drawing/2014/main" id="{7B72FE59-00DA-AB4C-818F-65FE468FBE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8" name="Group 259">
              <a:extLst>
                <a:ext uri="{FF2B5EF4-FFF2-40B4-BE49-F238E27FC236}">
                  <a16:creationId xmlns:a16="http://schemas.microsoft.com/office/drawing/2014/main" id="{09C06909-C34E-C94A-8C7D-0BFC94D6E039}"/>
                </a:ext>
              </a:extLst>
            </p:cNvPr>
            <p:cNvGrpSpPr>
              <a:grpSpLocks/>
            </p:cNvGrpSpPr>
            <p:nvPr/>
          </p:nvGrpSpPr>
          <p:grpSpPr bwMode="auto">
            <a:xfrm>
              <a:off x="4747" y="994"/>
              <a:ext cx="581" cy="134"/>
              <a:chOff x="614" y="2568"/>
              <a:chExt cx="725" cy="139"/>
            </a:xfrm>
          </p:grpSpPr>
          <p:sp>
            <p:nvSpPr>
              <p:cNvPr id="349" name="AutoShape 260">
                <a:extLst>
                  <a:ext uri="{FF2B5EF4-FFF2-40B4-BE49-F238E27FC236}">
                    <a16:creationId xmlns:a16="http://schemas.microsoft.com/office/drawing/2014/main" id="{7ED60691-FC99-B943-BE37-D6C97FF6718A}"/>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0" name="AutoShape 261">
                <a:extLst>
                  <a:ext uri="{FF2B5EF4-FFF2-40B4-BE49-F238E27FC236}">
                    <a16:creationId xmlns:a16="http://schemas.microsoft.com/office/drawing/2014/main" id="{BBBF7CE5-2F2F-C240-89B7-6B006565DB2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9" name="Rectangle 262">
              <a:extLst>
                <a:ext uri="{FF2B5EF4-FFF2-40B4-BE49-F238E27FC236}">
                  <a16:creationId xmlns:a16="http://schemas.microsoft.com/office/drawing/2014/main" id="{E1859B99-BC2B-8445-9920-653550A398C3}"/>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0" name="Rectangle 263">
              <a:extLst>
                <a:ext uri="{FF2B5EF4-FFF2-40B4-BE49-F238E27FC236}">
                  <a16:creationId xmlns:a16="http://schemas.microsoft.com/office/drawing/2014/main" id="{DC4E26D3-7125-8945-9746-2441735961F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31" name="Group 264">
              <a:extLst>
                <a:ext uri="{FF2B5EF4-FFF2-40B4-BE49-F238E27FC236}">
                  <a16:creationId xmlns:a16="http://schemas.microsoft.com/office/drawing/2014/main" id="{E6BAA1DE-AF76-6C44-833A-D07152C0737D}"/>
                </a:ext>
              </a:extLst>
            </p:cNvPr>
            <p:cNvGrpSpPr>
              <a:grpSpLocks/>
            </p:cNvGrpSpPr>
            <p:nvPr/>
          </p:nvGrpSpPr>
          <p:grpSpPr bwMode="auto">
            <a:xfrm>
              <a:off x="4735" y="1627"/>
              <a:ext cx="582" cy="151"/>
              <a:chOff x="614" y="2568"/>
              <a:chExt cx="725" cy="139"/>
            </a:xfrm>
          </p:grpSpPr>
          <p:sp>
            <p:nvSpPr>
              <p:cNvPr id="347" name="AutoShape 265">
                <a:extLst>
                  <a:ext uri="{FF2B5EF4-FFF2-40B4-BE49-F238E27FC236}">
                    <a16:creationId xmlns:a16="http://schemas.microsoft.com/office/drawing/2014/main" id="{C5750C06-37B1-7942-BC63-5A0DFB73A57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8" name="AutoShape 266">
                <a:extLst>
                  <a:ext uri="{FF2B5EF4-FFF2-40B4-BE49-F238E27FC236}">
                    <a16:creationId xmlns:a16="http://schemas.microsoft.com/office/drawing/2014/main" id="{2FBF1907-BD45-434A-8B85-372B329D2C77}"/>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2" name="Freeform 267">
              <a:extLst>
                <a:ext uri="{FF2B5EF4-FFF2-40B4-BE49-F238E27FC236}">
                  <a16:creationId xmlns:a16="http://schemas.microsoft.com/office/drawing/2014/main" id="{C3D05EC3-4DA7-F74C-B6F6-0918126C019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3" name="Group 268">
              <a:extLst>
                <a:ext uri="{FF2B5EF4-FFF2-40B4-BE49-F238E27FC236}">
                  <a16:creationId xmlns:a16="http://schemas.microsoft.com/office/drawing/2014/main" id="{5BF350AD-3646-0C41-87CF-18D04562FCE7}"/>
                </a:ext>
              </a:extLst>
            </p:cNvPr>
            <p:cNvGrpSpPr>
              <a:grpSpLocks/>
            </p:cNvGrpSpPr>
            <p:nvPr/>
          </p:nvGrpSpPr>
          <p:grpSpPr bwMode="auto">
            <a:xfrm>
              <a:off x="4739" y="1327"/>
              <a:ext cx="582" cy="139"/>
              <a:chOff x="614" y="2568"/>
              <a:chExt cx="725" cy="139"/>
            </a:xfrm>
          </p:grpSpPr>
          <p:sp>
            <p:nvSpPr>
              <p:cNvPr id="345" name="AutoShape 269">
                <a:extLst>
                  <a:ext uri="{FF2B5EF4-FFF2-40B4-BE49-F238E27FC236}">
                    <a16:creationId xmlns:a16="http://schemas.microsoft.com/office/drawing/2014/main" id="{E6FF77A3-8808-214A-B3F1-99756744193D}"/>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6" name="AutoShape 270">
                <a:extLst>
                  <a:ext uri="{FF2B5EF4-FFF2-40B4-BE49-F238E27FC236}">
                    <a16:creationId xmlns:a16="http://schemas.microsoft.com/office/drawing/2014/main" id="{DBA06383-D10B-7446-8AB5-80825280F50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4" name="Rectangle 271">
              <a:extLst>
                <a:ext uri="{FF2B5EF4-FFF2-40B4-BE49-F238E27FC236}">
                  <a16:creationId xmlns:a16="http://schemas.microsoft.com/office/drawing/2014/main" id="{075E3183-6A9A-F845-B994-D8A428ABB4E7}"/>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5" name="Freeform 272">
              <a:extLst>
                <a:ext uri="{FF2B5EF4-FFF2-40B4-BE49-F238E27FC236}">
                  <a16:creationId xmlns:a16="http://schemas.microsoft.com/office/drawing/2014/main" id="{047D761C-70AD-CD4F-A747-381D740168F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273">
              <a:extLst>
                <a:ext uri="{FF2B5EF4-FFF2-40B4-BE49-F238E27FC236}">
                  <a16:creationId xmlns:a16="http://schemas.microsoft.com/office/drawing/2014/main" id="{8AE72908-FAF1-9C46-AA62-CED69F948A42}"/>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Oval 274">
              <a:extLst>
                <a:ext uri="{FF2B5EF4-FFF2-40B4-BE49-F238E27FC236}">
                  <a16:creationId xmlns:a16="http://schemas.microsoft.com/office/drawing/2014/main" id="{2E034F12-0D5A-AA43-BEB5-3FD391F736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8" name="Freeform 275">
              <a:extLst>
                <a:ext uri="{FF2B5EF4-FFF2-40B4-BE49-F238E27FC236}">
                  <a16:creationId xmlns:a16="http://schemas.microsoft.com/office/drawing/2014/main" id="{028A5345-010B-C24D-B709-B8375E9715E9}"/>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AutoShape 276">
              <a:extLst>
                <a:ext uri="{FF2B5EF4-FFF2-40B4-BE49-F238E27FC236}">
                  <a16:creationId xmlns:a16="http://schemas.microsoft.com/office/drawing/2014/main" id="{F6EF7A89-3C93-8540-B2E3-A30599E7AA82}"/>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0" name="AutoShape 277">
              <a:extLst>
                <a:ext uri="{FF2B5EF4-FFF2-40B4-BE49-F238E27FC236}">
                  <a16:creationId xmlns:a16="http://schemas.microsoft.com/office/drawing/2014/main" id="{AE5883C3-8966-4941-AD3C-EECE6A8A6E19}"/>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1" name="Oval 278">
              <a:extLst>
                <a:ext uri="{FF2B5EF4-FFF2-40B4-BE49-F238E27FC236}">
                  <a16:creationId xmlns:a16="http://schemas.microsoft.com/office/drawing/2014/main" id="{8D05B60E-CC47-924E-9CC3-7D3C363DC011}"/>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2" name="Oval 279">
              <a:extLst>
                <a:ext uri="{FF2B5EF4-FFF2-40B4-BE49-F238E27FC236}">
                  <a16:creationId xmlns:a16="http://schemas.microsoft.com/office/drawing/2014/main" id="{02D38BA8-EE3B-314C-9EA1-24BC62A7102F}"/>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280">
              <a:extLst>
                <a:ext uri="{FF2B5EF4-FFF2-40B4-BE49-F238E27FC236}">
                  <a16:creationId xmlns:a16="http://schemas.microsoft.com/office/drawing/2014/main" id="{7354E114-1700-274C-AD93-5D4A999682B1}"/>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4" name="Rectangle 281">
              <a:extLst>
                <a:ext uri="{FF2B5EF4-FFF2-40B4-BE49-F238E27FC236}">
                  <a16:creationId xmlns:a16="http://schemas.microsoft.com/office/drawing/2014/main" id="{D7FCC302-455F-0E42-A8A7-378C5B6CC7E2}"/>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53" name="Group 352">
            <a:extLst>
              <a:ext uri="{FF2B5EF4-FFF2-40B4-BE49-F238E27FC236}">
                <a16:creationId xmlns:a16="http://schemas.microsoft.com/office/drawing/2014/main" id="{BA41EE0A-FE82-9040-BD52-7DC1EB35BBFB}"/>
              </a:ext>
            </a:extLst>
          </p:cNvPr>
          <p:cNvGrpSpPr/>
          <p:nvPr/>
        </p:nvGrpSpPr>
        <p:grpSpPr>
          <a:xfrm>
            <a:off x="9343538" y="3332225"/>
            <a:ext cx="943482" cy="604263"/>
            <a:chOff x="7698509" y="2176725"/>
            <a:chExt cx="943482" cy="604263"/>
          </a:xfrm>
        </p:grpSpPr>
        <p:pic>
          <p:nvPicPr>
            <p:cNvPr id="354" name="Picture 353" descr="A picture containing monitor, television, screen, photo&#10;&#10;Description automatically generated">
              <a:extLst>
                <a:ext uri="{FF2B5EF4-FFF2-40B4-BE49-F238E27FC236}">
                  <a16:creationId xmlns:a16="http://schemas.microsoft.com/office/drawing/2014/main" id="{441DFADE-BB1B-7C4C-8738-3FEA9FC7E26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55" name="Picture 354" descr="A picture containing monitor, television, screen, photo&#10;&#10;Description automatically generated">
              <a:extLst>
                <a:ext uri="{FF2B5EF4-FFF2-40B4-BE49-F238E27FC236}">
                  <a16:creationId xmlns:a16="http://schemas.microsoft.com/office/drawing/2014/main" id="{A360817E-CEBE-5D4D-AAA5-1AA0E80B2448}"/>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56" name="Picture 355" descr="A picture containing monitor, television, screen, photo&#10;&#10;Description automatically generated">
              <a:extLst>
                <a:ext uri="{FF2B5EF4-FFF2-40B4-BE49-F238E27FC236}">
                  <a16:creationId xmlns:a16="http://schemas.microsoft.com/office/drawing/2014/main" id="{1B7D7E89-8D15-B14F-8ABE-F03063924DF7}"/>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57" name="TextBox 356">
              <a:extLst>
                <a:ext uri="{FF2B5EF4-FFF2-40B4-BE49-F238E27FC236}">
                  <a16:creationId xmlns:a16="http://schemas.microsoft.com/office/drawing/2014/main" id="{95A2DFAC-E2E9-BA4E-B877-0FDFCB8AFF96}"/>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multimedia: DASH</a:t>
            </a:r>
          </a:p>
        </p:txBody>
      </p:sp>
      <p:sp>
        <p:nvSpPr>
          <p:cNvPr id="57" name="Rectangle 3">
            <a:extLst>
              <a:ext uri="{FF2B5EF4-FFF2-40B4-BE49-F238E27FC236}">
                <a16:creationId xmlns:a16="http://schemas.microsoft.com/office/drawing/2014/main" id="{57B06ED9-18F5-DA42-AB34-1D8668A5BAAE}"/>
              </a:ext>
            </a:extLst>
          </p:cNvPr>
          <p:cNvSpPr txBox="1">
            <a:spLocks noChangeArrowheads="1"/>
          </p:cNvSpPr>
          <p:nvPr/>
        </p:nvSpPr>
        <p:spPr>
          <a:xfrm>
            <a:off x="750123" y="1425422"/>
            <a:ext cx="6582550"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Gill Sans MT" panose="020B0502020104020203" pitchFamily="34" charset="77"/>
                <a:ea typeface="ＭＳ Ｐゴシック" panose="020B0600070205080204" pitchFamily="34" charset="-128"/>
                <a:cs typeface="+mn-cs"/>
              </a:rPr>
              <a:t>“</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intelligence” </a:t>
            </a: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client: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determines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when</a:t>
            </a:r>
            <a:r>
              <a:rPr kumimoji="0" lang="en-US" altLang="en-US" sz="2800" b="0" i="1" u="none" strike="noStrike" kern="1200" cap="none" spc="0" normalizeH="0" baseline="0" noProof="0" dirty="0">
                <a:ln>
                  <a:noFill/>
                </a:ln>
                <a:solidFill>
                  <a:srgbClr val="8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chunk (so that buffer starvation, or overflow does not occur)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encoding rate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(higher quality when more bandwidth available) </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Rectangle 3">
            <a:extLst>
              <a:ext uri="{FF2B5EF4-FFF2-40B4-BE49-F238E27FC236}">
                <a16:creationId xmlns:a16="http://schemas.microsoft.com/office/drawing/2014/main" id="{66B29FA5-F250-2145-B75A-6362A2B90004}"/>
              </a:ext>
            </a:extLst>
          </p:cNvPr>
          <p:cNvSpPr txBox="1">
            <a:spLocks noChangeArrowheads="1"/>
          </p:cNvSpPr>
          <p:nvPr/>
        </p:nvSpPr>
        <p:spPr>
          <a:xfrm>
            <a:off x="764871" y="4418084"/>
            <a:ext cx="6296330" cy="160101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where</a:t>
            </a:r>
            <a:r>
              <a:rPr kumimoji="0" lang="en-US" altLang="en-US" sz="2800" b="0" i="1" u="none" strike="noStrike" kern="1200" cap="none" spc="0" normalizeH="0" baseline="0" noProof="0" dirty="0">
                <a:ln>
                  <a:noFill/>
                </a:ln>
                <a:solidFill>
                  <a:srgbClr val="8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request chunk (can request from URL server that is “close” to client or has high available bandwidth</a:t>
            </a: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p>
        </p:txBody>
      </p:sp>
      <p:sp>
        <p:nvSpPr>
          <p:cNvPr id="2" name="TextBox 1">
            <a:extLst>
              <a:ext uri="{FF2B5EF4-FFF2-40B4-BE49-F238E27FC236}">
                <a16:creationId xmlns:a16="http://schemas.microsoft.com/office/drawing/2014/main" id="{51BFA338-92F2-B84C-A3FD-65CE9CE1AE33}"/>
              </a:ext>
            </a:extLst>
          </p:cNvPr>
          <p:cNvSpPr txBox="1"/>
          <p:nvPr/>
        </p:nvSpPr>
        <p:spPr>
          <a:xfrm>
            <a:off x="1455456" y="6024759"/>
            <a:ext cx="93893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Streaming video =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encoding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DASH + playout buffering</a:t>
            </a:r>
          </a:p>
        </p:txBody>
      </p:sp>
      <p:grpSp>
        <p:nvGrpSpPr>
          <p:cNvPr id="60" name="Group 2">
            <a:extLst>
              <a:ext uri="{FF2B5EF4-FFF2-40B4-BE49-F238E27FC236}">
                <a16:creationId xmlns:a16="http://schemas.microsoft.com/office/drawing/2014/main" id="{DDFD13CE-95C2-3B46-BAA9-2442B7BBFB5C}"/>
              </a:ext>
            </a:extLst>
          </p:cNvPr>
          <p:cNvGrpSpPr>
            <a:grpSpLocks/>
          </p:cNvGrpSpPr>
          <p:nvPr/>
        </p:nvGrpSpPr>
        <p:grpSpPr bwMode="auto">
          <a:xfrm>
            <a:off x="10418918" y="2387938"/>
            <a:ext cx="1331627" cy="1083147"/>
            <a:chOff x="1842724" y="2867233"/>
            <a:chExt cx="5649912" cy="3416300"/>
          </a:xfrm>
        </p:grpSpPr>
        <p:sp>
          <p:nvSpPr>
            <p:cNvPr id="161" name="AutoShape 99">
              <a:extLst>
                <a:ext uri="{FF2B5EF4-FFF2-40B4-BE49-F238E27FC236}">
                  <a16:creationId xmlns:a16="http://schemas.microsoft.com/office/drawing/2014/main" id="{6A423CE6-3BBC-A441-B17F-E87432DB8AA2}"/>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2" name="Rectangle 87">
              <a:extLst>
                <a:ext uri="{FF2B5EF4-FFF2-40B4-BE49-F238E27FC236}">
                  <a16:creationId xmlns:a16="http://schemas.microsoft.com/office/drawing/2014/main" id="{4285C26E-DA02-9648-A64A-514AEBD4FE48}"/>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349">
            <a:extLst>
              <a:ext uri="{FF2B5EF4-FFF2-40B4-BE49-F238E27FC236}">
                <a16:creationId xmlns:a16="http://schemas.microsoft.com/office/drawing/2014/main" id="{D41C9560-ED4B-414F-8273-72B78F6B318D}"/>
              </a:ext>
            </a:extLst>
          </p:cNvPr>
          <p:cNvGrpSpPr>
            <a:grpSpLocks/>
          </p:cNvGrpSpPr>
          <p:nvPr/>
        </p:nvGrpSpPr>
        <p:grpSpPr bwMode="auto">
          <a:xfrm>
            <a:off x="10897863" y="2829271"/>
            <a:ext cx="427844" cy="454118"/>
            <a:chOff x="4437" y="1472"/>
            <a:chExt cx="427" cy="418"/>
          </a:xfrm>
        </p:grpSpPr>
        <p:sp>
          <p:nvSpPr>
            <p:cNvPr id="69" name="Rectangle 350">
              <a:extLst>
                <a:ext uri="{FF2B5EF4-FFF2-40B4-BE49-F238E27FC236}">
                  <a16:creationId xmlns:a16="http://schemas.microsoft.com/office/drawing/2014/main" id="{E963C356-4AF2-0349-824A-1E49D132EE53}"/>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1">
              <a:extLst>
                <a:ext uri="{FF2B5EF4-FFF2-40B4-BE49-F238E27FC236}">
                  <a16:creationId xmlns:a16="http://schemas.microsoft.com/office/drawing/2014/main" id="{40253B0C-2089-BD4A-9EFE-D60909E55D73}"/>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2">
              <a:extLst>
                <a:ext uri="{FF2B5EF4-FFF2-40B4-BE49-F238E27FC236}">
                  <a16:creationId xmlns:a16="http://schemas.microsoft.com/office/drawing/2014/main" id="{53AC6590-6B2B-9143-AF1D-BB4636551A83}"/>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2" name="Rectangle 353">
              <a:extLst>
                <a:ext uri="{FF2B5EF4-FFF2-40B4-BE49-F238E27FC236}">
                  <a16:creationId xmlns:a16="http://schemas.microsoft.com/office/drawing/2014/main" id="{E94F9AC9-0854-D042-AF8B-C87D4C9D754C}"/>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cxnSp>
        <p:nvCxnSpPr>
          <p:cNvPr id="65" name="Straight Connector 45">
            <a:extLst>
              <a:ext uri="{FF2B5EF4-FFF2-40B4-BE49-F238E27FC236}">
                <a16:creationId xmlns:a16="http://schemas.microsoft.com/office/drawing/2014/main" id="{95FF3D69-527D-104D-8467-DBBDF81195A1}"/>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4">
            <a:extLst>
              <a:ext uri="{FF2B5EF4-FFF2-40B4-BE49-F238E27FC236}">
                <a16:creationId xmlns:a16="http://schemas.microsoft.com/office/drawing/2014/main" id="{4A9C7B1D-9788-C24C-BE9F-0B7DEE643917}"/>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 name="Freeform 6">
            <a:extLst>
              <a:ext uri="{FF2B5EF4-FFF2-40B4-BE49-F238E27FC236}">
                <a16:creationId xmlns:a16="http://schemas.microsoft.com/office/drawing/2014/main" id="{B1332400-C13A-1144-94EF-1249953DECA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1" name="Freeform 240">
            <a:extLst>
              <a:ext uri="{FF2B5EF4-FFF2-40B4-BE49-F238E27FC236}">
                <a16:creationId xmlns:a16="http://schemas.microsoft.com/office/drawing/2014/main" id="{6A4AC1EA-45FB-014E-A65A-F10B6E8D2FCC}"/>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A8A41415-2E09-914F-B249-353A26FD167B}"/>
              </a:ext>
            </a:extLst>
          </p:cNvPr>
          <p:cNvGrpSpPr/>
          <p:nvPr/>
        </p:nvGrpSpPr>
        <p:grpSpPr>
          <a:xfrm>
            <a:off x="10236017" y="2762935"/>
            <a:ext cx="351378" cy="523220"/>
            <a:chOff x="10485997" y="1295948"/>
            <a:chExt cx="351378" cy="523220"/>
          </a:xfrm>
        </p:grpSpPr>
        <p:sp>
          <p:nvSpPr>
            <p:cNvPr id="9" name="Oval 8">
              <a:extLst>
                <a:ext uri="{FF2B5EF4-FFF2-40B4-BE49-F238E27FC236}">
                  <a16:creationId xmlns:a16="http://schemas.microsoft.com/office/drawing/2014/main" id="{E52F97C2-D322-E045-9AB6-784F8D7F9529}"/>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F7B7AA05-43E1-2749-8D01-6881B6C88DEB}"/>
                </a:ext>
              </a:extLst>
            </p:cNvPr>
            <p:cNvSpPr txBox="1"/>
            <p:nvPr/>
          </p:nvSpPr>
          <p:spPr>
            <a:xfrm>
              <a:off x="10485997" y="1295948"/>
              <a:ext cx="35137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D0000"/>
                  </a:solidFill>
                  <a:effectLst/>
                  <a:uLnTx/>
                  <a:uFillTx/>
                  <a:latin typeface="Calibri"/>
                  <a:ea typeface="+mn-ea"/>
                  <a:cs typeface="+mn-cs"/>
                </a:rPr>
                <a:t>?</a:t>
              </a:r>
            </a:p>
          </p:txBody>
        </p:sp>
      </p:grpSp>
      <p:pic>
        <p:nvPicPr>
          <p:cNvPr id="12" name="Picture 11" descr="A close up of a logo&#10;&#10;Description automatically generated">
            <a:extLst>
              <a:ext uri="{FF2B5EF4-FFF2-40B4-BE49-F238E27FC236}">
                <a16:creationId xmlns:a16="http://schemas.microsoft.com/office/drawing/2014/main" id="{F6886CA6-4288-E842-A0EC-EBA7EC3D93D5}"/>
              </a:ext>
            </a:extLst>
          </p:cNvPr>
          <p:cNvPicPr>
            <a:picLocks noChangeAspect="1"/>
          </p:cNvPicPr>
          <p:nvPr/>
        </p:nvPicPr>
        <p:blipFill>
          <a:blip r:embed="rId4"/>
          <a:stretch>
            <a:fillRect/>
          </a:stretch>
        </p:blipFill>
        <p:spPr>
          <a:xfrm>
            <a:off x="10002982" y="1738745"/>
            <a:ext cx="2003136" cy="1602509"/>
          </a:xfrm>
          <a:prstGeom prst="rect">
            <a:avLst/>
          </a:prstGeom>
        </p:spPr>
      </p:pic>
      <p:sp>
        <p:nvSpPr>
          <p:cNvPr id="138" name="Slide Number Placeholder 2">
            <a:extLst>
              <a:ext uri="{FF2B5EF4-FFF2-40B4-BE49-F238E27FC236}">
                <a16:creationId xmlns:a16="http://schemas.microsoft.com/office/drawing/2014/main" id="{C79354C6-01ED-3F43-B7F7-C9EDEFEC0F6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936656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7">
                                            <p:txEl>
                                              <p:pRg st="1" end="1"/>
                                            </p:txEl>
                                          </p:spTgt>
                                        </p:tgtEl>
                                        <p:attrNameLst>
                                          <p:attrName>style.visibility</p:attrName>
                                        </p:attrNameLst>
                                      </p:cBhvr>
                                      <p:to>
                                        <p:strVal val="visible"/>
                                      </p:to>
                                    </p:set>
                                    <p:animEffect transition="in" filter="dissolve">
                                      <p:cBhvr>
                                        <p:cTn id="7" dur="500"/>
                                        <p:tgtEl>
                                          <p:spTgt spid="57">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7">
                                            <p:txEl>
                                              <p:pRg st="2" end="2"/>
                                            </p:txEl>
                                          </p:spTgt>
                                        </p:tgtEl>
                                        <p:attrNameLst>
                                          <p:attrName>style.visibility</p:attrName>
                                        </p:attrNameLst>
                                      </p:cBhvr>
                                      <p:to>
                                        <p:strVal val="visible"/>
                                      </p:to>
                                    </p:set>
                                    <p:animEffect transition="in" filter="dissolve">
                                      <p:cBhvr>
                                        <p:cTn id="12" dur="500"/>
                                        <p:tgtEl>
                                          <p:spTgt spid="57">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8">
                                            <p:txEl>
                                              <p:pRg st="0" end="0"/>
                                            </p:txEl>
                                          </p:spTgt>
                                        </p:tgtEl>
                                        <p:attrNameLst>
                                          <p:attrName>style.visibility</p:attrName>
                                        </p:attrNameLst>
                                      </p:cBhvr>
                                      <p:to>
                                        <p:strVal val="visible"/>
                                      </p:to>
                                    </p:set>
                                    <p:animEffect transition="in" filter="dissolve">
                                      <p:cBhvr>
                                        <p:cTn id="17" dur="500"/>
                                        <p:tgtEl>
                                          <p:spTgt spid="58">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dissolve">
                                      <p:cBhvr>
                                        <p:cTn id="2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8044D9F7-CD89-AB45-B6F9-16C59524F86C}"/>
              </a:ext>
            </a:extLst>
          </p:cNvPr>
          <p:cNvSpPr txBox="1">
            <a:spLocks noChangeArrowheads="1"/>
          </p:cNvSpPr>
          <p:nvPr/>
        </p:nvSpPr>
        <p:spPr>
          <a:xfrm>
            <a:off x="1010693" y="2685802"/>
            <a:ext cx="5831541" cy="250864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1: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large “mega-server”</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point of failure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point of network congestion</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long (and possibly congested) path to distant clients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207B8273-3CDB-5A4C-BCB0-5458A1560072}"/>
              </a:ext>
            </a:extLst>
          </p:cNvPr>
          <p:cNvSpPr txBox="1">
            <a:spLocks noChangeArrowheads="1"/>
          </p:cNvSpPr>
          <p:nvPr/>
        </p:nvSpPr>
        <p:spPr>
          <a:xfrm>
            <a:off x="894495" y="5517758"/>
            <a:ext cx="10515599" cy="832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….quite simply: this solution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doesn</a:t>
            </a:r>
            <a:r>
              <a:rPr kumimoji="0" lang="fr-FR"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ja-JP"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 scale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570D28A7-7536-C148-9DF7-A474F521448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667169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3536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0" name="Picture 2" descr="Limelight Networks">
            <a:extLst>
              <a:ext uri="{FF2B5EF4-FFF2-40B4-BE49-F238E27FC236}">
                <a16:creationId xmlns:a16="http://schemas.microsoft.com/office/drawing/2014/main" id="{A3065E66-FEC7-2E49-8807-DCF5473C92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0180" y="5450903"/>
            <a:ext cx="3162300" cy="69850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3">
            <a:extLst>
              <a:ext uri="{FF2B5EF4-FFF2-40B4-BE49-F238E27FC236}">
                <a16:creationId xmlns:a16="http://schemas.microsoft.com/office/drawing/2014/main" id="{D76CBC50-4E28-E24C-84D3-3E63230986B4}"/>
              </a:ext>
            </a:extLst>
          </p:cNvPr>
          <p:cNvSpPr txBox="1">
            <a:spLocks noChangeArrowheads="1"/>
          </p:cNvSpPr>
          <p:nvPr/>
        </p:nvSpPr>
        <p:spPr>
          <a:xfrm>
            <a:off x="804333" y="3569967"/>
            <a:ext cx="10027722" cy="189928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enter deep: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push CDN servers deep into many access networks </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close to users</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Akamai: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240,000 servers deployed </a:t>
            </a:r>
          </a:p>
          <a:p>
            <a:pPr marL="914400" marR="0" lvl="2"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in &gt; 120 countries (2015)</a:t>
            </a: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2" name="Picture 4" descr="Image result for akamai logo">
            <a:extLst>
              <a:ext uri="{FF2B5EF4-FFF2-40B4-BE49-F238E27FC236}">
                <a16:creationId xmlns:a16="http://schemas.microsoft.com/office/drawing/2014/main" id="{93C9C7F3-5C9B-6B47-8777-2D7282FAEA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20180" y="4361465"/>
            <a:ext cx="1886155" cy="76625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3">
            <a:extLst>
              <a:ext uri="{FF2B5EF4-FFF2-40B4-BE49-F238E27FC236}">
                <a16:creationId xmlns:a16="http://schemas.microsoft.com/office/drawing/2014/main" id="{6D604A88-D269-3D45-A9EC-60CC071F92E6}"/>
              </a:ext>
            </a:extLst>
          </p:cNvPr>
          <p:cNvSpPr txBox="1">
            <a:spLocks noChangeArrowheads="1"/>
          </p:cNvSpPr>
          <p:nvPr/>
        </p:nvSpPr>
        <p:spPr>
          <a:xfrm>
            <a:off x="976811" y="2027274"/>
            <a:ext cx="10515599" cy="15689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2: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store/serve multiple copies of videos at multiple geographically distributed sites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(CDN)</a:t>
            </a:r>
          </a:p>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 name="Rectangle 3">
            <a:extLst>
              <a:ext uri="{FF2B5EF4-FFF2-40B4-BE49-F238E27FC236}">
                <a16:creationId xmlns:a16="http://schemas.microsoft.com/office/drawing/2014/main" id="{BF6948A4-CBD7-934C-8264-52F2841557C0}"/>
              </a:ext>
            </a:extLst>
          </p:cNvPr>
          <p:cNvSpPr txBox="1">
            <a:spLocks noChangeArrowheads="1"/>
          </p:cNvSpPr>
          <p:nvPr/>
        </p:nvSpPr>
        <p:spPr>
          <a:xfrm>
            <a:off x="812910" y="4953442"/>
            <a:ext cx="7025245" cy="13371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bring home: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smaller number (10’s) of larger clusters in POPs near access nets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used by Limelight</a:t>
            </a:r>
            <a:endPar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9" name="Slide Number Placeholder 2">
            <a:extLst>
              <a:ext uri="{FF2B5EF4-FFF2-40B4-BE49-F238E27FC236}">
                <a16:creationId xmlns:a16="http://schemas.microsoft.com/office/drawing/2014/main" id="{D474FA8A-D529-F648-AC28-8634041068DF}"/>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373698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48132"/>
                                        </p:tgtEl>
                                        <p:attrNameLst>
                                          <p:attrName>style.visibility</p:attrName>
                                        </p:attrNameLst>
                                      </p:cBhvr>
                                      <p:to>
                                        <p:strVal val="visible"/>
                                      </p:to>
                                    </p:set>
                                    <p:animEffect transition="in" filter="dissolve">
                                      <p:cBhvr>
                                        <p:cTn id="16" dur="500"/>
                                        <p:tgtEl>
                                          <p:spTgt spid="48132"/>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par>
                          <p:cTn id="20" fill="hold">
                            <p:stCondLst>
                              <p:cond delay="1000"/>
                            </p:stCondLst>
                            <p:childTnLst>
                              <p:par>
                                <p:cTn id="21" presetID="9" presetClass="entr" presetSubtype="0" fill="hold" nodeType="afterEffect">
                                  <p:stCondLst>
                                    <p:cond delay="0"/>
                                  </p:stCondLst>
                                  <p:childTnLst>
                                    <p:set>
                                      <p:cBhvr>
                                        <p:cTn id="22" dur="1" fill="hold">
                                          <p:stCondLst>
                                            <p:cond delay="0"/>
                                          </p:stCondLst>
                                        </p:cTn>
                                        <p:tgtEl>
                                          <p:spTgt spid="48130"/>
                                        </p:tgtEl>
                                        <p:attrNameLst>
                                          <p:attrName>style.visibility</p:attrName>
                                        </p:attrNameLst>
                                      </p:cBhvr>
                                      <p:to>
                                        <p:strVal val="visible"/>
                                      </p:to>
                                    </p:set>
                                    <p:animEffect transition="in" filter="dissolve">
                                      <p:cBhvr>
                                        <p:cTn id="23" dur="500"/>
                                        <p:tgtEl>
                                          <p:spTgt spid="48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0"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5B4664B-C361-969B-9845-6BF707A154A2}"/>
              </a:ext>
            </a:extLst>
          </p:cNvPr>
          <p:cNvSpPr>
            <a:spLocks noGrp="1"/>
          </p:cNvSpPr>
          <p:nvPr>
            <p:ph type="title"/>
          </p:nvPr>
        </p:nvSpPr>
        <p:spPr/>
        <p:txBody>
          <a:bodyPr/>
          <a:lstStyle/>
          <a:p>
            <a:r>
              <a:rPr lang="en-US" dirty="0"/>
              <a:t>Akamai today:</a:t>
            </a:r>
          </a:p>
        </p:txBody>
      </p:sp>
      <p:sp>
        <p:nvSpPr>
          <p:cNvPr id="4" name="Slide Number Placeholder 3">
            <a:extLst>
              <a:ext uri="{FF2B5EF4-FFF2-40B4-BE49-F238E27FC236}">
                <a16:creationId xmlns:a16="http://schemas.microsoft.com/office/drawing/2014/main" id="{97F33C3E-3065-0439-4E8E-64A6F6D8FA13}"/>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pic>
        <p:nvPicPr>
          <p:cNvPr id="5" name="Picture 4">
            <a:extLst>
              <a:ext uri="{FF2B5EF4-FFF2-40B4-BE49-F238E27FC236}">
                <a16:creationId xmlns:a16="http://schemas.microsoft.com/office/drawing/2014/main" id="{E84400FE-086C-5202-0D75-36827CE815F2}"/>
              </a:ext>
            </a:extLst>
          </p:cNvPr>
          <p:cNvPicPr>
            <a:picLocks noChangeAspect="1"/>
          </p:cNvPicPr>
          <p:nvPr/>
        </p:nvPicPr>
        <p:blipFill>
          <a:blip r:embed="rId2"/>
          <a:stretch>
            <a:fillRect/>
          </a:stretch>
        </p:blipFill>
        <p:spPr>
          <a:xfrm>
            <a:off x="2070580" y="1399170"/>
            <a:ext cx="8050840" cy="4306454"/>
          </a:xfrm>
          <a:prstGeom prst="rect">
            <a:avLst/>
          </a:prstGeom>
        </p:spPr>
      </p:pic>
      <p:sp>
        <p:nvSpPr>
          <p:cNvPr id="2" name="TextBox 1">
            <a:extLst>
              <a:ext uri="{FF2B5EF4-FFF2-40B4-BE49-F238E27FC236}">
                <a16:creationId xmlns:a16="http://schemas.microsoft.com/office/drawing/2014/main" id="{D66CBDD2-CDE0-4AD1-E50C-B03C41BF84D5}"/>
              </a:ext>
            </a:extLst>
          </p:cNvPr>
          <p:cNvSpPr txBox="1"/>
          <p:nvPr/>
        </p:nvSpPr>
        <p:spPr>
          <a:xfrm>
            <a:off x="2614613" y="5920468"/>
            <a:ext cx="8739187" cy="307777"/>
          </a:xfrm>
          <a:prstGeom prst="rect">
            <a:avLst/>
          </a:prstGeom>
          <a:noFill/>
        </p:spPr>
        <p:txBody>
          <a:bodyPr wrap="none" rtlCol="0">
            <a:spAutoFit/>
          </a:bodyPr>
          <a:lstStyle/>
          <a:p>
            <a:r>
              <a:rPr lang="en-US" sz="1400" dirty="0"/>
              <a:t>Source: https://networkingchannel.eu/living-on-the-edge-for-a-quarter-century-an-akamai-retrospective-downloads/</a:t>
            </a:r>
          </a:p>
        </p:txBody>
      </p:sp>
    </p:spTree>
    <p:extLst>
      <p:ext uri="{BB962C8B-B14F-4D97-AF65-F5344CB8AC3E}">
        <p14:creationId xmlns:p14="http://schemas.microsoft.com/office/powerpoint/2010/main" val="2258935287"/>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05CB5D98-8FAE-8041-ADCD-FC2907B3D45D}"/>
              </a:ext>
            </a:extLst>
          </p:cNvPr>
          <p:cNvGrpSpPr>
            <a:grpSpLocks/>
          </p:cNvGrpSpPr>
          <p:nvPr/>
        </p:nvGrpSpPr>
        <p:grpSpPr bwMode="auto">
          <a:xfrm>
            <a:off x="3201988" y="3854450"/>
            <a:ext cx="347662" cy="681038"/>
            <a:chOff x="7923189" y="2486664"/>
            <a:chExt cx="360377" cy="884585"/>
          </a:xfrm>
        </p:grpSpPr>
        <p:pic>
          <p:nvPicPr>
            <p:cNvPr id="212606" name="Picture 3">
              <a:extLst>
                <a:ext uri="{FF2B5EF4-FFF2-40B4-BE49-F238E27FC236}">
                  <a16:creationId xmlns:a16="http://schemas.microsoft.com/office/drawing/2014/main" id="{93B880F3-6ED0-DC49-91FB-DD77B9BC3AB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607" name="Group 950">
              <a:extLst>
                <a:ext uri="{FF2B5EF4-FFF2-40B4-BE49-F238E27FC236}">
                  <a16:creationId xmlns:a16="http://schemas.microsoft.com/office/drawing/2014/main" id="{63E65803-F64E-964C-BB0E-AC02BE265241}"/>
                </a:ext>
              </a:extLst>
            </p:cNvPr>
            <p:cNvGrpSpPr>
              <a:grpSpLocks/>
            </p:cNvGrpSpPr>
            <p:nvPr/>
          </p:nvGrpSpPr>
          <p:grpSpPr bwMode="auto">
            <a:xfrm>
              <a:off x="7923189" y="2890236"/>
              <a:ext cx="227012" cy="481013"/>
              <a:chOff x="4140" y="429"/>
              <a:chExt cx="1425" cy="2396"/>
            </a:xfrm>
          </p:grpSpPr>
          <p:sp>
            <p:nvSpPr>
              <p:cNvPr id="212608" name="Freeform 951">
                <a:extLst>
                  <a:ext uri="{FF2B5EF4-FFF2-40B4-BE49-F238E27FC236}">
                    <a16:creationId xmlns:a16="http://schemas.microsoft.com/office/drawing/2014/main" id="{CFF7ED6D-0989-344B-AE4C-20DA03C91380}"/>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9" name="Rectangle 952">
                <a:extLst>
                  <a:ext uri="{FF2B5EF4-FFF2-40B4-BE49-F238E27FC236}">
                    <a16:creationId xmlns:a16="http://schemas.microsoft.com/office/drawing/2014/main" id="{941BE1AF-5E27-B647-BA9C-B3EE5B9C11C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0" name="Freeform 953">
                <a:extLst>
                  <a:ext uri="{FF2B5EF4-FFF2-40B4-BE49-F238E27FC236}">
                    <a16:creationId xmlns:a16="http://schemas.microsoft.com/office/drawing/2014/main" id="{50AD6637-E4A0-0942-BBC1-F02D41C1E20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1" name="Freeform 954">
                <a:extLst>
                  <a:ext uri="{FF2B5EF4-FFF2-40B4-BE49-F238E27FC236}">
                    <a16:creationId xmlns:a16="http://schemas.microsoft.com/office/drawing/2014/main" id="{67DBE244-4946-4D42-BC84-2F3267DF96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2" name="Rectangle 955">
                <a:extLst>
                  <a:ext uri="{FF2B5EF4-FFF2-40B4-BE49-F238E27FC236}">
                    <a16:creationId xmlns:a16="http://schemas.microsoft.com/office/drawing/2014/main" id="{DD82E102-0A0D-0346-8F3B-B698E520174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3" name="Group 956">
                <a:extLst>
                  <a:ext uri="{FF2B5EF4-FFF2-40B4-BE49-F238E27FC236}">
                    <a16:creationId xmlns:a16="http://schemas.microsoft.com/office/drawing/2014/main" id="{80F347B8-7A32-C349-B708-CA539685CF1F}"/>
                  </a:ext>
                </a:extLst>
              </p:cNvPr>
              <p:cNvGrpSpPr>
                <a:grpSpLocks/>
              </p:cNvGrpSpPr>
              <p:nvPr/>
            </p:nvGrpSpPr>
            <p:grpSpPr bwMode="auto">
              <a:xfrm>
                <a:off x="4749" y="668"/>
                <a:ext cx="581" cy="145"/>
                <a:chOff x="614" y="2568"/>
                <a:chExt cx="725" cy="139"/>
              </a:xfrm>
            </p:grpSpPr>
            <p:sp>
              <p:nvSpPr>
                <p:cNvPr id="212638" name="AutoShape 957">
                  <a:extLst>
                    <a:ext uri="{FF2B5EF4-FFF2-40B4-BE49-F238E27FC236}">
                      <a16:creationId xmlns:a16="http://schemas.microsoft.com/office/drawing/2014/main" id="{6EBE3CF4-E2AE-F04F-8673-94548E00661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9" name="AutoShape 958">
                  <a:extLst>
                    <a:ext uri="{FF2B5EF4-FFF2-40B4-BE49-F238E27FC236}">
                      <a16:creationId xmlns:a16="http://schemas.microsoft.com/office/drawing/2014/main" id="{C6074E49-AF32-2D40-A2B2-E8FFE4B0889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4" name="Rectangle 959">
                <a:extLst>
                  <a:ext uri="{FF2B5EF4-FFF2-40B4-BE49-F238E27FC236}">
                    <a16:creationId xmlns:a16="http://schemas.microsoft.com/office/drawing/2014/main" id="{8666B075-7D41-A948-B062-3213757512D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5" name="Group 960">
                <a:extLst>
                  <a:ext uri="{FF2B5EF4-FFF2-40B4-BE49-F238E27FC236}">
                    <a16:creationId xmlns:a16="http://schemas.microsoft.com/office/drawing/2014/main" id="{85FAAB2E-96E2-C24D-A075-A1108BD297D4}"/>
                  </a:ext>
                </a:extLst>
              </p:cNvPr>
              <p:cNvGrpSpPr>
                <a:grpSpLocks/>
              </p:cNvGrpSpPr>
              <p:nvPr/>
            </p:nvGrpSpPr>
            <p:grpSpPr bwMode="auto">
              <a:xfrm>
                <a:off x="4747" y="994"/>
                <a:ext cx="581" cy="134"/>
                <a:chOff x="614" y="2568"/>
                <a:chExt cx="725" cy="139"/>
              </a:xfrm>
            </p:grpSpPr>
            <p:sp>
              <p:nvSpPr>
                <p:cNvPr id="212636" name="AutoShape 961">
                  <a:extLst>
                    <a:ext uri="{FF2B5EF4-FFF2-40B4-BE49-F238E27FC236}">
                      <a16:creationId xmlns:a16="http://schemas.microsoft.com/office/drawing/2014/main" id="{CF9C08E5-68D5-1F42-B433-F7983B26136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7" name="AutoShape 962">
                  <a:extLst>
                    <a:ext uri="{FF2B5EF4-FFF2-40B4-BE49-F238E27FC236}">
                      <a16:creationId xmlns:a16="http://schemas.microsoft.com/office/drawing/2014/main" id="{F8BBFFC8-9C86-1A4E-8626-6114E9D618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6" name="Rectangle 963">
                <a:extLst>
                  <a:ext uri="{FF2B5EF4-FFF2-40B4-BE49-F238E27FC236}">
                    <a16:creationId xmlns:a16="http://schemas.microsoft.com/office/drawing/2014/main" id="{5E1DE06F-7558-B246-BCD0-52A050D1400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7" name="Rectangle 964">
                <a:extLst>
                  <a:ext uri="{FF2B5EF4-FFF2-40B4-BE49-F238E27FC236}">
                    <a16:creationId xmlns:a16="http://schemas.microsoft.com/office/drawing/2014/main" id="{70D6CE1F-E113-5D41-9A3A-2842A6254A1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8" name="Group 965">
                <a:extLst>
                  <a:ext uri="{FF2B5EF4-FFF2-40B4-BE49-F238E27FC236}">
                    <a16:creationId xmlns:a16="http://schemas.microsoft.com/office/drawing/2014/main" id="{B90C6F47-1D9F-4348-84E4-01F62A019CE4}"/>
                  </a:ext>
                </a:extLst>
              </p:cNvPr>
              <p:cNvGrpSpPr>
                <a:grpSpLocks/>
              </p:cNvGrpSpPr>
              <p:nvPr/>
            </p:nvGrpSpPr>
            <p:grpSpPr bwMode="auto">
              <a:xfrm>
                <a:off x="4735" y="1627"/>
                <a:ext cx="582" cy="151"/>
                <a:chOff x="614" y="2568"/>
                <a:chExt cx="725" cy="139"/>
              </a:xfrm>
            </p:grpSpPr>
            <p:sp>
              <p:nvSpPr>
                <p:cNvPr id="212634" name="AutoShape 966">
                  <a:extLst>
                    <a:ext uri="{FF2B5EF4-FFF2-40B4-BE49-F238E27FC236}">
                      <a16:creationId xmlns:a16="http://schemas.microsoft.com/office/drawing/2014/main" id="{CB10DABD-7546-744C-A06D-EA9FF9EC1BD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5" name="AutoShape 967">
                  <a:extLst>
                    <a:ext uri="{FF2B5EF4-FFF2-40B4-BE49-F238E27FC236}">
                      <a16:creationId xmlns:a16="http://schemas.microsoft.com/office/drawing/2014/main" id="{ADB1BD53-ABF1-5942-A55A-B9B4B99243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9" name="Freeform 968">
                <a:extLst>
                  <a:ext uri="{FF2B5EF4-FFF2-40B4-BE49-F238E27FC236}">
                    <a16:creationId xmlns:a16="http://schemas.microsoft.com/office/drawing/2014/main" id="{07D342AA-4A74-8945-B203-9C7B6738157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20" name="Group 969">
                <a:extLst>
                  <a:ext uri="{FF2B5EF4-FFF2-40B4-BE49-F238E27FC236}">
                    <a16:creationId xmlns:a16="http://schemas.microsoft.com/office/drawing/2014/main" id="{955A2A18-772E-8E43-8ACE-484F7BC123B2}"/>
                  </a:ext>
                </a:extLst>
              </p:cNvPr>
              <p:cNvGrpSpPr>
                <a:grpSpLocks/>
              </p:cNvGrpSpPr>
              <p:nvPr/>
            </p:nvGrpSpPr>
            <p:grpSpPr bwMode="auto">
              <a:xfrm>
                <a:off x="4739" y="1327"/>
                <a:ext cx="582" cy="139"/>
                <a:chOff x="614" y="2568"/>
                <a:chExt cx="725" cy="139"/>
              </a:xfrm>
            </p:grpSpPr>
            <p:sp>
              <p:nvSpPr>
                <p:cNvPr id="212632" name="AutoShape 970">
                  <a:extLst>
                    <a:ext uri="{FF2B5EF4-FFF2-40B4-BE49-F238E27FC236}">
                      <a16:creationId xmlns:a16="http://schemas.microsoft.com/office/drawing/2014/main" id="{C7944BB8-BC67-7C4A-9AB3-D92740B9D8E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3" name="AutoShape 971">
                  <a:extLst>
                    <a:ext uri="{FF2B5EF4-FFF2-40B4-BE49-F238E27FC236}">
                      <a16:creationId xmlns:a16="http://schemas.microsoft.com/office/drawing/2014/main" id="{BE6BAF4F-AD6E-AE4A-B3D9-D9F40D477A6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21" name="Rectangle 972">
                <a:extLst>
                  <a:ext uri="{FF2B5EF4-FFF2-40B4-BE49-F238E27FC236}">
                    <a16:creationId xmlns:a16="http://schemas.microsoft.com/office/drawing/2014/main" id="{8DAB0AD2-2D0C-3148-8CDF-1DFB5C045D8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2" name="Freeform 973">
                <a:extLst>
                  <a:ext uri="{FF2B5EF4-FFF2-40B4-BE49-F238E27FC236}">
                    <a16:creationId xmlns:a16="http://schemas.microsoft.com/office/drawing/2014/main" id="{C6389979-2F5F-0E4F-89BF-9B568B356C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3" name="Freeform 974">
                <a:extLst>
                  <a:ext uri="{FF2B5EF4-FFF2-40B4-BE49-F238E27FC236}">
                    <a16:creationId xmlns:a16="http://schemas.microsoft.com/office/drawing/2014/main" id="{A9138F55-45C7-8F49-A5F3-2980321727C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4" name="Oval 975">
                <a:extLst>
                  <a:ext uri="{FF2B5EF4-FFF2-40B4-BE49-F238E27FC236}">
                    <a16:creationId xmlns:a16="http://schemas.microsoft.com/office/drawing/2014/main" id="{C60910A5-106D-AF44-BC6D-021AA9E6EDE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5" name="Freeform 976">
                <a:extLst>
                  <a:ext uri="{FF2B5EF4-FFF2-40B4-BE49-F238E27FC236}">
                    <a16:creationId xmlns:a16="http://schemas.microsoft.com/office/drawing/2014/main" id="{59E65F19-263A-0640-A0A4-99E16179E9D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6" name="AutoShape 977">
                <a:extLst>
                  <a:ext uri="{FF2B5EF4-FFF2-40B4-BE49-F238E27FC236}">
                    <a16:creationId xmlns:a16="http://schemas.microsoft.com/office/drawing/2014/main" id="{B4E70DA1-717F-6346-B36E-32B32E690E8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7" name="AutoShape 978">
                <a:extLst>
                  <a:ext uri="{FF2B5EF4-FFF2-40B4-BE49-F238E27FC236}">
                    <a16:creationId xmlns:a16="http://schemas.microsoft.com/office/drawing/2014/main" id="{3C9B3FC7-307A-C04C-8110-86E6D54B78B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8" name="Oval 979">
                <a:extLst>
                  <a:ext uri="{FF2B5EF4-FFF2-40B4-BE49-F238E27FC236}">
                    <a16:creationId xmlns:a16="http://schemas.microsoft.com/office/drawing/2014/main" id="{D4E099B1-3CFA-E643-AEA7-8E5FA2C22A1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9" name="Oval 980">
                <a:extLst>
                  <a:ext uri="{FF2B5EF4-FFF2-40B4-BE49-F238E27FC236}">
                    <a16:creationId xmlns:a16="http://schemas.microsoft.com/office/drawing/2014/main" id="{DEFBEEB8-6061-8B44-B42A-26E9E262F6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630" name="Oval 981">
                <a:extLst>
                  <a:ext uri="{FF2B5EF4-FFF2-40B4-BE49-F238E27FC236}">
                    <a16:creationId xmlns:a16="http://schemas.microsoft.com/office/drawing/2014/main" id="{181687A3-7F73-B845-B099-940B8BF5E3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1" name="Rectangle 982">
                <a:extLst>
                  <a:ext uri="{FF2B5EF4-FFF2-40B4-BE49-F238E27FC236}">
                    <a16:creationId xmlns:a16="http://schemas.microsoft.com/office/drawing/2014/main" id="{4172238F-B7EC-A349-8B4B-54B820A7C2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72" name="Group 485">
            <a:extLst>
              <a:ext uri="{FF2B5EF4-FFF2-40B4-BE49-F238E27FC236}">
                <a16:creationId xmlns:a16="http://schemas.microsoft.com/office/drawing/2014/main" id="{7FD56F01-D99A-C54E-BADA-142C8FA4142A}"/>
              </a:ext>
            </a:extLst>
          </p:cNvPr>
          <p:cNvGrpSpPr>
            <a:grpSpLocks/>
          </p:cNvGrpSpPr>
          <p:nvPr/>
        </p:nvGrpSpPr>
        <p:grpSpPr bwMode="auto">
          <a:xfrm>
            <a:off x="2644455" y="3773226"/>
            <a:ext cx="7044059" cy="2764362"/>
            <a:chOff x="399121" y="1433583"/>
            <a:chExt cx="8437850" cy="5258268"/>
          </a:xfrm>
        </p:grpSpPr>
        <p:sp>
          <p:nvSpPr>
            <p:cNvPr id="212306" name="Freeform 84">
              <a:extLst>
                <a:ext uri="{FF2B5EF4-FFF2-40B4-BE49-F238E27FC236}">
                  <a16:creationId xmlns:a16="http://schemas.microsoft.com/office/drawing/2014/main" id="{5B25B412-8CCF-6E45-90E6-042E5028473B}"/>
                </a:ext>
              </a:extLst>
            </p:cNvPr>
            <p:cNvSpPr>
              <a:spLocks/>
            </p:cNvSpPr>
            <p:nvPr/>
          </p:nvSpPr>
          <p:spPr bwMode="auto">
            <a:xfrm>
              <a:off x="1825539" y="224138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7" name="Freeform 84">
              <a:extLst>
                <a:ext uri="{FF2B5EF4-FFF2-40B4-BE49-F238E27FC236}">
                  <a16:creationId xmlns:a16="http://schemas.microsoft.com/office/drawing/2014/main" id="{6C24F7A6-9392-1A46-841F-34C36E8A2984}"/>
                </a:ext>
              </a:extLst>
            </p:cNvPr>
            <p:cNvSpPr>
              <a:spLocks/>
            </p:cNvSpPr>
            <p:nvPr/>
          </p:nvSpPr>
          <p:spPr bwMode="auto">
            <a:xfrm>
              <a:off x="669683" y="304142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8" name="Freeform 84">
              <a:extLst>
                <a:ext uri="{FF2B5EF4-FFF2-40B4-BE49-F238E27FC236}">
                  <a16:creationId xmlns:a16="http://schemas.microsoft.com/office/drawing/2014/main" id="{21137469-6038-DB4E-A0AA-0241DA206DD6}"/>
                </a:ext>
              </a:extLst>
            </p:cNvPr>
            <p:cNvSpPr>
              <a:spLocks/>
            </p:cNvSpPr>
            <p:nvPr/>
          </p:nvSpPr>
          <p:spPr bwMode="auto">
            <a:xfrm>
              <a:off x="6334646" y="249536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9" name="Freeform 84">
              <a:extLst>
                <a:ext uri="{FF2B5EF4-FFF2-40B4-BE49-F238E27FC236}">
                  <a16:creationId xmlns:a16="http://schemas.microsoft.com/office/drawing/2014/main" id="{95144D54-2789-AA43-A3BF-D8E54A59DD90}"/>
                </a:ext>
              </a:extLst>
            </p:cNvPr>
            <p:cNvSpPr>
              <a:spLocks/>
            </p:cNvSpPr>
            <p:nvPr/>
          </p:nvSpPr>
          <p:spPr bwMode="auto">
            <a:xfrm>
              <a:off x="1241260" y="535264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0" name="Freeform 84">
              <a:extLst>
                <a:ext uri="{FF2B5EF4-FFF2-40B4-BE49-F238E27FC236}">
                  <a16:creationId xmlns:a16="http://schemas.microsoft.com/office/drawing/2014/main" id="{7712001E-BBEF-5F4C-B5A1-80E20C76BE61}"/>
                </a:ext>
              </a:extLst>
            </p:cNvPr>
            <p:cNvSpPr>
              <a:spLocks/>
            </p:cNvSpPr>
            <p:nvPr/>
          </p:nvSpPr>
          <p:spPr bwMode="auto">
            <a:xfrm>
              <a:off x="822104" y="473039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1" name="Freeform 84">
              <a:extLst>
                <a:ext uri="{FF2B5EF4-FFF2-40B4-BE49-F238E27FC236}">
                  <a16:creationId xmlns:a16="http://schemas.microsoft.com/office/drawing/2014/main" id="{5A658EE5-8AEE-1244-AEC6-E8A90304AC62}"/>
                </a:ext>
              </a:extLst>
            </p:cNvPr>
            <p:cNvSpPr>
              <a:spLocks/>
            </p:cNvSpPr>
            <p:nvPr/>
          </p:nvSpPr>
          <p:spPr bwMode="auto">
            <a:xfrm>
              <a:off x="593473" y="407004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2" name="Freeform 84">
              <a:extLst>
                <a:ext uri="{FF2B5EF4-FFF2-40B4-BE49-F238E27FC236}">
                  <a16:creationId xmlns:a16="http://schemas.microsoft.com/office/drawing/2014/main" id="{AE82A2B8-7FBA-7544-8664-9B76854030E4}"/>
                </a:ext>
              </a:extLst>
            </p:cNvPr>
            <p:cNvSpPr>
              <a:spLocks/>
            </p:cNvSpPr>
            <p:nvPr/>
          </p:nvSpPr>
          <p:spPr bwMode="auto">
            <a:xfrm>
              <a:off x="7084047" y="2927129"/>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3" name="Freeform 84">
              <a:extLst>
                <a:ext uri="{FF2B5EF4-FFF2-40B4-BE49-F238E27FC236}">
                  <a16:creationId xmlns:a16="http://schemas.microsoft.com/office/drawing/2014/main" id="{51E69F33-32F0-A141-89E8-3BB975856107}"/>
                </a:ext>
              </a:extLst>
            </p:cNvPr>
            <p:cNvSpPr>
              <a:spLocks/>
            </p:cNvSpPr>
            <p:nvPr/>
          </p:nvSpPr>
          <p:spPr bwMode="auto">
            <a:xfrm>
              <a:off x="3425955" y="200010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4" name="Freeform 84">
              <a:extLst>
                <a:ext uri="{FF2B5EF4-FFF2-40B4-BE49-F238E27FC236}">
                  <a16:creationId xmlns:a16="http://schemas.microsoft.com/office/drawing/2014/main" id="{A1B980C1-30C9-3D46-AD9F-F49314DC052C}"/>
                </a:ext>
              </a:extLst>
            </p:cNvPr>
            <p:cNvSpPr>
              <a:spLocks/>
            </p:cNvSpPr>
            <p:nvPr/>
          </p:nvSpPr>
          <p:spPr bwMode="auto">
            <a:xfrm>
              <a:off x="1050735" y="264775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5" name="Freeform 84">
              <a:extLst>
                <a:ext uri="{FF2B5EF4-FFF2-40B4-BE49-F238E27FC236}">
                  <a16:creationId xmlns:a16="http://schemas.microsoft.com/office/drawing/2014/main" id="{64ADF263-5177-6243-8427-FD946E4F7A79}"/>
                </a:ext>
              </a:extLst>
            </p:cNvPr>
            <p:cNvSpPr>
              <a:spLocks/>
            </p:cNvSpPr>
            <p:nvPr/>
          </p:nvSpPr>
          <p:spPr bwMode="auto">
            <a:xfrm>
              <a:off x="4340478" y="197470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6" name="Freeform 84">
              <a:extLst>
                <a:ext uri="{FF2B5EF4-FFF2-40B4-BE49-F238E27FC236}">
                  <a16:creationId xmlns:a16="http://schemas.microsoft.com/office/drawing/2014/main" id="{8DAEAF03-797C-6A49-A948-2C18D04B0B20}"/>
                </a:ext>
              </a:extLst>
            </p:cNvPr>
            <p:cNvSpPr>
              <a:spLocks/>
            </p:cNvSpPr>
            <p:nvPr/>
          </p:nvSpPr>
          <p:spPr bwMode="auto">
            <a:xfrm>
              <a:off x="7401590" y="560662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7" name="Freeform 84">
              <a:extLst>
                <a:ext uri="{FF2B5EF4-FFF2-40B4-BE49-F238E27FC236}">
                  <a16:creationId xmlns:a16="http://schemas.microsoft.com/office/drawing/2014/main" id="{3F2175B4-EBB0-BD4A-8B5D-6585D56B331C}"/>
                </a:ext>
              </a:extLst>
            </p:cNvPr>
            <p:cNvSpPr>
              <a:spLocks/>
            </p:cNvSpPr>
            <p:nvPr/>
          </p:nvSpPr>
          <p:spPr bwMode="auto">
            <a:xfrm>
              <a:off x="8239903" y="495897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8" name="Freeform 84">
              <a:extLst>
                <a:ext uri="{FF2B5EF4-FFF2-40B4-BE49-F238E27FC236}">
                  <a16:creationId xmlns:a16="http://schemas.microsoft.com/office/drawing/2014/main" id="{421ACAA6-05EC-7E46-A062-4CB9911C41E2}"/>
                </a:ext>
              </a:extLst>
            </p:cNvPr>
            <p:cNvSpPr>
              <a:spLocks/>
            </p:cNvSpPr>
            <p:nvPr/>
          </p:nvSpPr>
          <p:spPr bwMode="auto">
            <a:xfrm>
              <a:off x="8011272" y="404464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9" name="Freeform 84">
              <a:extLst>
                <a:ext uri="{FF2B5EF4-FFF2-40B4-BE49-F238E27FC236}">
                  <a16:creationId xmlns:a16="http://schemas.microsoft.com/office/drawing/2014/main" id="{A5F0FAE4-AE20-7745-984A-C9A2F19C8622}"/>
                </a:ext>
              </a:extLst>
            </p:cNvPr>
            <p:cNvSpPr>
              <a:spLocks/>
            </p:cNvSpPr>
            <p:nvPr/>
          </p:nvSpPr>
          <p:spPr bwMode="auto">
            <a:xfrm>
              <a:off x="5166089" y="5847904"/>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0" name="Freeform 84">
              <a:extLst>
                <a:ext uri="{FF2B5EF4-FFF2-40B4-BE49-F238E27FC236}">
                  <a16:creationId xmlns:a16="http://schemas.microsoft.com/office/drawing/2014/main" id="{F1306984-B2C0-634F-B53A-1F62E1A8EC0B}"/>
                </a:ext>
              </a:extLst>
            </p:cNvPr>
            <p:cNvSpPr>
              <a:spLocks/>
            </p:cNvSpPr>
            <p:nvPr/>
          </p:nvSpPr>
          <p:spPr bwMode="auto">
            <a:xfrm>
              <a:off x="4251566" y="598759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1" name="Freeform 84">
              <a:extLst>
                <a:ext uri="{FF2B5EF4-FFF2-40B4-BE49-F238E27FC236}">
                  <a16:creationId xmlns:a16="http://schemas.microsoft.com/office/drawing/2014/main" id="{06334E65-5FB7-8645-84B2-14655241B2C4}"/>
                </a:ext>
              </a:extLst>
            </p:cNvPr>
            <p:cNvSpPr>
              <a:spLocks/>
            </p:cNvSpPr>
            <p:nvPr/>
          </p:nvSpPr>
          <p:spPr bwMode="auto">
            <a:xfrm>
              <a:off x="3032202" y="5835205"/>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2" name="TextBox 4">
              <a:extLst>
                <a:ext uri="{FF2B5EF4-FFF2-40B4-BE49-F238E27FC236}">
                  <a16:creationId xmlns:a16="http://schemas.microsoft.com/office/drawing/2014/main" id="{68F6A953-C774-D140-BF5F-03B7AE56691E}"/>
                </a:ext>
              </a:extLst>
            </p:cNvPr>
            <p:cNvSpPr txBox="1">
              <a:spLocks noChangeArrowheads="1"/>
            </p:cNvSpPr>
            <p:nvPr/>
          </p:nvSpPr>
          <p:spPr bwMode="auto">
            <a:xfrm rot="307360">
              <a:off x="5241475" y="1433583"/>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3" name="TextBox 179">
              <a:extLst>
                <a:ext uri="{FF2B5EF4-FFF2-40B4-BE49-F238E27FC236}">
                  <a16:creationId xmlns:a16="http://schemas.microsoft.com/office/drawing/2014/main" id="{67D4903A-9B4E-E042-88F2-C9DCB59FA17B}"/>
                </a:ext>
              </a:extLst>
            </p:cNvPr>
            <p:cNvSpPr txBox="1">
              <a:spLocks noChangeArrowheads="1"/>
            </p:cNvSpPr>
            <p:nvPr/>
          </p:nvSpPr>
          <p:spPr bwMode="auto">
            <a:xfrm rot="2829263">
              <a:off x="7390643" y="3033433"/>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4" name="TextBox 180">
              <a:extLst>
                <a:ext uri="{FF2B5EF4-FFF2-40B4-BE49-F238E27FC236}">
                  <a16:creationId xmlns:a16="http://schemas.microsoft.com/office/drawing/2014/main" id="{2CE764A2-A3E7-4F41-B73B-A36B8CE5E865}"/>
                </a:ext>
              </a:extLst>
            </p:cNvPr>
            <p:cNvSpPr txBox="1">
              <a:spLocks noChangeArrowheads="1"/>
            </p:cNvSpPr>
            <p:nvPr/>
          </p:nvSpPr>
          <p:spPr bwMode="auto">
            <a:xfrm rot="9845918">
              <a:off x="6341242" y="5649524"/>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5" name="TextBox 181">
              <a:extLst>
                <a:ext uri="{FF2B5EF4-FFF2-40B4-BE49-F238E27FC236}">
                  <a16:creationId xmlns:a16="http://schemas.microsoft.com/office/drawing/2014/main" id="{5D6F55F3-40F8-0C4B-B878-9FE147792220}"/>
                </a:ext>
              </a:extLst>
            </p:cNvPr>
            <p:cNvSpPr txBox="1">
              <a:spLocks noChangeArrowheads="1"/>
            </p:cNvSpPr>
            <p:nvPr/>
          </p:nvSpPr>
          <p:spPr bwMode="auto">
            <a:xfrm rot="11651262">
              <a:off x="2063761" y="5696601"/>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6" name="TextBox 182">
              <a:extLst>
                <a:ext uri="{FF2B5EF4-FFF2-40B4-BE49-F238E27FC236}">
                  <a16:creationId xmlns:a16="http://schemas.microsoft.com/office/drawing/2014/main" id="{69EE839B-5668-7040-A29F-4F42B05CBC41}"/>
                </a:ext>
              </a:extLst>
            </p:cNvPr>
            <p:cNvSpPr txBox="1">
              <a:spLocks noChangeArrowheads="1"/>
            </p:cNvSpPr>
            <p:nvPr/>
          </p:nvSpPr>
          <p:spPr bwMode="auto">
            <a:xfrm rot="16607303">
              <a:off x="195355" y="3660810"/>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7" name="TextBox 183">
              <a:extLst>
                <a:ext uri="{FF2B5EF4-FFF2-40B4-BE49-F238E27FC236}">
                  <a16:creationId xmlns:a16="http://schemas.microsoft.com/office/drawing/2014/main" id="{911FE559-513C-B14A-B4DD-3A3063186823}"/>
                </a:ext>
              </a:extLst>
            </p:cNvPr>
            <p:cNvSpPr txBox="1">
              <a:spLocks noChangeArrowheads="1"/>
            </p:cNvSpPr>
            <p:nvPr/>
          </p:nvSpPr>
          <p:spPr bwMode="auto">
            <a:xfrm rot="21079349">
              <a:off x="2482309" y="1498435"/>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grpSp>
          <p:nvGrpSpPr>
            <p:cNvPr id="212328" name="Group 8">
              <a:extLst>
                <a:ext uri="{FF2B5EF4-FFF2-40B4-BE49-F238E27FC236}">
                  <a16:creationId xmlns:a16="http://schemas.microsoft.com/office/drawing/2014/main" id="{AF6A6FCC-5EED-C043-95CA-8F6767B5ED60}"/>
                </a:ext>
              </a:extLst>
            </p:cNvPr>
            <p:cNvGrpSpPr>
              <a:grpSpLocks/>
            </p:cNvGrpSpPr>
            <p:nvPr/>
          </p:nvGrpSpPr>
          <p:grpSpPr bwMode="auto">
            <a:xfrm>
              <a:off x="4546600" y="3746500"/>
              <a:ext cx="3225800" cy="1117600"/>
              <a:chOff x="7848600" y="2044700"/>
              <a:chExt cx="3200399" cy="1371600"/>
            </a:xfrm>
          </p:grpSpPr>
          <p:sp>
            <p:nvSpPr>
              <p:cNvPr id="212524" name="Oval 3">
                <a:extLst>
                  <a:ext uri="{FF2B5EF4-FFF2-40B4-BE49-F238E27FC236}">
                    <a16:creationId xmlns:a16="http://schemas.microsoft.com/office/drawing/2014/main" id="{DF5AE295-89EC-864E-B878-506BA61F7787}"/>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525" name="Group 133">
                <a:extLst>
                  <a:ext uri="{FF2B5EF4-FFF2-40B4-BE49-F238E27FC236}">
                    <a16:creationId xmlns:a16="http://schemas.microsoft.com/office/drawing/2014/main" id="{A3AF6952-D0EF-1B43-A48E-CA9F58CEC439}"/>
                  </a:ext>
                </a:extLst>
              </p:cNvPr>
              <p:cNvGrpSpPr>
                <a:grpSpLocks/>
              </p:cNvGrpSpPr>
              <p:nvPr/>
            </p:nvGrpSpPr>
            <p:grpSpPr bwMode="auto">
              <a:xfrm>
                <a:off x="8526482" y="2160804"/>
                <a:ext cx="532759" cy="184809"/>
                <a:chOff x="2356" y="1300"/>
                <a:chExt cx="555" cy="194"/>
              </a:xfrm>
            </p:grpSpPr>
            <p:sp>
              <p:nvSpPr>
                <p:cNvPr id="212598" name="Oval 407">
                  <a:extLst>
                    <a:ext uri="{FF2B5EF4-FFF2-40B4-BE49-F238E27FC236}">
                      <a16:creationId xmlns:a16="http://schemas.microsoft.com/office/drawing/2014/main" id="{ACDC49F7-2E63-6B46-9419-745D44E639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9" name="Rectangle 410">
                  <a:extLst>
                    <a:ext uri="{FF2B5EF4-FFF2-40B4-BE49-F238E27FC236}">
                      <a16:creationId xmlns:a16="http://schemas.microsoft.com/office/drawing/2014/main" id="{D59600F9-BA01-C64E-B0D7-5D9D49BE01F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600" name="Oval 411">
                  <a:extLst>
                    <a:ext uri="{FF2B5EF4-FFF2-40B4-BE49-F238E27FC236}">
                      <a16:creationId xmlns:a16="http://schemas.microsoft.com/office/drawing/2014/main" id="{AF12B2E2-7F1A-1F43-9981-4519A60C05C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601" name="Group 137">
                  <a:extLst>
                    <a:ext uri="{FF2B5EF4-FFF2-40B4-BE49-F238E27FC236}">
                      <a16:creationId xmlns:a16="http://schemas.microsoft.com/office/drawing/2014/main" id="{E25BFB8E-9DBA-5743-838B-1F06ACAB3762}"/>
                    </a:ext>
                  </a:extLst>
                </p:cNvPr>
                <p:cNvGrpSpPr>
                  <a:grpSpLocks/>
                </p:cNvGrpSpPr>
                <p:nvPr/>
              </p:nvGrpSpPr>
              <p:grpSpPr bwMode="auto">
                <a:xfrm>
                  <a:off x="2468" y="1332"/>
                  <a:ext cx="310" cy="60"/>
                  <a:chOff x="2468" y="1332"/>
                  <a:chExt cx="310" cy="60"/>
                </a:xfrm>
              </p:grpSpPr>
              <p:sp>
                <p:nvSpPr>
                  <p:cNvPr id="212604" name="Freeform 138">
                    <a:extLst>
                      <a:ext uri="{FF2B5EF4-FFF2-40B4-BE49-F238E27FC236}">
                        <a16:creationId xmlns:a16="http://schemas.microsoft.com/office/drawing/2014/main" id="{C25BC153-5A6E-BD49-83E0-31E13830364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5" name="Freeform 139">
                    <a:extLst>
                      <a:ext uri="{FF2B5EF4-FFF2-40B4-BE49-F238E27FC236}">
                        <a16:creationId xmlns:a16="http://schemas.microsoft.com/office/drawing/2014/main" id="{290799BD-DADC-2A4E-BD8C-1D118F8287C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02" name="Line 140">
                  <a:extLst>
                    <a:ext uri="{FF2B5EF4-FFF2-40B4-BE49-F238E27FC236}">
                      <a16:creationId xmlns:a16="http://schemas.microsoft.com/office/drawing/2014/main" id="{FD13B86F-2921-594E-AD36-848F408FBA2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3" name="Line 141">
                  <a:extLst>
                    <a:ext uri="{FF2B5EF4-FFF2-40B4-BE49-F238E27FC236}">
                      <a16:creationId xmlns:a16="http://schemas.microsoft.com/office/drawing/2014/main" id="{D80A2786-6279-7E46-BDDD-DB268884B0E4}"/>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526" name="Straight Connector 10">
                <a:extLst>
                  <a:ext uri="{FF2B5EF4-FFF2-40B4-BE49-F238E27FC236}">
                    <a16:creationId xmlns:a16="http://schemas.microsoft.com/office/drawing/2014/main" id="{8DE621D9-FC57-2047-BF3A-E8F05DF4E2CC}"/>
                  </a:ext>
                </a:extLst>
              </p:cNvPr>
              <p:cNvCxnSpPr>
                <a:cxnSpLocks noChangeShapeType="1"/>
                <a:stCxn id="212603"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7" name="Straight Connector 297">
                <a:extLst>
                  <a:ext uri="{FF2B5EF4-FFF2-40B4-BE49-F238E27FC236}">
                    <a16:creationId xmlns:a16="http://schemas.microsoft.com/office/drawing/2014/main" id="{17ECA681-7ABE-4842-BF98-602882E49753}"/>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8" name="Straight Connector 298">
                <a:extLst>
                  <a:ext uri="{FF2B5EF4-FFF2-40B4-BE49-F238E27FC236}">
                    <a16:creationId xmlns:a16="http://schemas.microsoft.com/office/drawing/2014/main" id="{544DAD35-B12D-6246-B6BC-2AFBE2EE8B0E}"/>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9" name="Straight Connector 299">
                <a:extLst>
                  <a:ext uri="{FF2B5EF4-FFF2-40B4-BE49-F238E27FC236}">
                    <a16:creationId xmlns:a16="http://schemas.microsoft.com/office/drawing/2014/main" id="{59CEAB92-2C50-4748-B256-26691227024E}"/>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0" name="Straight Connector 300">
                <a:extLst>
                  <a:ext uri="{FF2B5EF4-FFF2-40B4-BE49-F238E27FC236}">
                    <a16:creationId xmlns:a16="http://schemas.microsoft.com/office/drawing/2014/main" id="{CD05C096-BD08-CC42-ACA7-457D83C60607}"/>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1" name="Straight Connector 301">
                <a:extLst>
                  <a:ext uri="{FF2B5EF4-FFF2-40B4-BE49-F238E27FC236}">
                    <a16:creationId xmlns:a16="http://schemas.microsoft.com/office/drawing/2014/main" id="{C75463DA-468C-1940-B81E-5241B8808CE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2" name="Straight Connector 302">
                <a:extLst>
                  <a:ext uri="{FF2B5EF4-FFF2-40B4-BE49-F238E27FC236}">
                    <a16:creationId xmlns:a16="http://schemas.microsoft.com/office/drawing/2014/main" id="{277E7771-6083-3B4A-B2F3-D844311A0A2B}"/>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3" name="Straight Connector 303">
                <a:extLst>
                  <a:ext uri="{FF2B5EF4-FFF2-40B4-BE49-F238E27FC236}">
                    <a16:creationId xmlns:a16="http://schemas.microsoft.com/office/drawing/2014/main" id="{5BF1A0FB-9675-FB47-B9FD-109D77184D5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4" name="Straight Connector 304">
                <a:extLst>
                  <a:ext uri="{FF2B5EF4-FFF2-40B4-BE49-F238E27FC236}">
                    <a16:creationId xmlns:a16="http://schemas.microsoft.com/office/drawing/2014/main" id="{438C778A-CC87-5141-9B8F-C9F408B48093}"/>
                  </a:ext>
                </a:extLst>
              </p:cNvPr>
              <p:cNvCxnSpPr>
                <a:cxnSpLocks noChangeShapeType="1"/>
                <a:endCxn id="212598"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535" name="Group 133">
                <a:extLst>
                  <a:ext uri="{FF2B5EF4-FFF2-40B4-BE49-F238E27FC236}">
                    <a16:creationId xmlns:a16="http://schemas.microsoft.com/office/drawing/2014/main" id="{0FBD653F-2A68-184A-BD9D-6C9311B9A196}"/>
                  </a:ext>
                </a:extLst>
              </p:cNvPr>
              <p:cNvGrpSpPr>
                <a:grpSpLocks/>
              </p:cNvGrpSpPr>
              <p:nvPr/>
            </p:nvGrpSpPr>
            <p:grpSpPr bwMode="auto">
              <a:xfrm>
                <a:off x="9555206" y="2650627"/>
                <a:ext cx="532759" cy="184809"/>
                <a:chOff x="2356" y="1300"/>
                <a:chExt cx="555" cy="194"/>
              </a:xfrm>
            </p:grpSpPr>
            <p:sp>
              <p:nvSpPr>
                <p:cNvPr id="212590" name="Oval 407">
                  <a:extLst>
                    <a:ext uri="{FF2B5EF4-FFF2-40B4-BE49-F238E27FC236}">
                      <a16:creationId xmlns:a16="http://schemas.microsoft.com/office/drawing/2014/main" id="{010C7E74-805A-2A40-95A0-6C4DDB5C69A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1" name="Rectangle 410">
                  <a:extLst>
                    <a:ext uri="{FF2B5EF4-FFF2-40B4-BE49-F238E27FC236}">
                      <a16:creationId xmlns:a16="http://schemas.microsoft.com/office/drawing/2014/main" id="{D0A20A6D-4238-8F4A-89C0-F42A421E134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2" name="Oval 411">
                  <a:extLst>
                    <a:ext uri="{FF2B5EF4-FFF2-40B4-BE49-F238E27FC236}">
                      <a16:creationId xmlns:a16="http://schemas.microsoft.com/office/drawing/2014/main" id="{20209D8C-A441-D643-9E6E-6D6BF7AE2CC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93" name="Group 137">
                  <a:extLst>
                    <a:ext uri="{FF2B5EF4-FFF2-40B4-BE49-F238E27FC236}">
                      <a16:creationId xmlns:a16="http://schemas.microsoft.com/office/drawing/2014/main" id="{97BF3F1D-BFFD-CE46-AA4F-1EF96C3537F8}"/>
                    </a:ext>
                  </a:extLst>
                </p:cNvPr>
                <p:cNvGrpSpPr>
                  <a:grpSpLocks/>
                </p:cNvGrpSpPr>
                <p:nvPr/>
              </p:nvGrpSpPr>
              <p:grpSpPr bwMode="auto">
                <a:xfrm>
                  <a:off x="2468" y="1332"/>
                  <a:ext cx="310" cy="60"/>
                  <a:chOff x="2468" y="1332"/>
                  <a:chExt cx="310" cy="60"/>
                </a:xfrm>
              </p:grpSpPr>
              <p:sp>
                <p:nvSpPr>
                  <p:cNvPr id="212596" name="Freeform 138">
                    <a:extLst>
                      <a:ext uri="{FF2B5EF4-FFF2-40B4-BE49-F238E27FC236}">
                        <a16:creationId xmlns:a16="http://schemas.microsoft.com/office/drawing/2014/main" id="{CB5EAAD6-36AD-5940-8E93-CCDF5F657EE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7" name="Freeform 139">
                    <a:extLst>
                      <a:ext uri="{FF2B5EF4-FFF2-40B4-BE49-F238E27FC236}">
                        <a16:creationId xmlns:a16="http://schemas.microsoft.com/office/drawing/2014/main" id="{D2783AA8-98DB-2742-9633-D1DB298BE1C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94" name="Line 140">
                  <a:extLst>
                    <a:ext uri="{FF2B5EF4-FFF2-40B4-BE49-F238E27FC236}">
                      <a16:creationId xmlns:a16="http://schemas.microsoft.com/office/drawing/2014/main" id="{9A3A7A14-3CDE-3343-9E31-B79200B6CF09}"/>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5" name="Line 141">
                  <a:extLst>
                    <a:ext uri="{FF2B5EF4-FFF2-40B4-BE49-F238E27FC236}">
                      <a16:creationId xmlns:a16="http://schemas.microsoft.com/office/drawing/2014/main" id="{568B98BA-26D9-5648-9525-DB9872C35BC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6" name="Group 133">
                <a:extLst>
                  <a:ext uri="{FF2B5EF4-FFF2-40B4-BE49-F238E27FC236}">
                    <a16:creationId xmlns:a16="http://schemas.microsoft.com/office/drawing/2014/main" id="{0E17A66D-7D8B-5F41-BCE3-E570B636835A}"/>
                  </a:ext>
                </a:extLst>
              </p:cNvPr>
              <p:cNvGrpSpPr>
                <a:grpSpLocks/>
              </p:cNvGrpSpPr>
              <p:nvPr/>
            </p:nvGrpSpPr>
            <p:grpSpPr bwMode="auto">
              <a:xfrm>
                <a:off x="8772607" y="2725609"/>
                <a:ext cx="532759" cy="184809"/>
                <a:chOff x="2356" y="1300"/>
                <a:chExt cx="555" cy="194"/>
              </a:xfrm>
            </p:grpSpPr>
            <p:sp>
              <p:nvSpPr>
                <p:cNvPr id="212582" name="Oval 407">
                  <a:extLst>
                    <a:ext uri="{FF2B5EF4-FFF2-40B4-BE49-F238E27FC236}">
                      <a16:creationId xmlns:a16="http://schemas.microsoft.com/office/drawing/2014/main" id="{08C4B1E3-E7B8-6643-8D79-369103CE73E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3" name="Rectangle 410">
                  <a:extLst>
                    <a:ext uri="{FF2B5EF4-FFF2-40B4-BE49-F238E27FC236}">
                      <a16:creationId xmlns:a16="http://schemas.microsoft.com/office/drawing/2014/main" id="{5A2BCCD6-1805-C846-B54E-B2051A89B7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4" name="Oval 411">
                  <a:extLst>
                    <a:ext uri="{FF2B5EF4-FFF2-40B4-BE49-F238E27FC236}">
                      <a16:creationId xmlns:a16="http://schemas.microsoft.com/office/drawing/2014/main" id="{88589E86-04E3-9B43-B338-1546C6A51EE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85" name="Group 137">
                  <a:extLst>
                    <a:ext uri="{FF2B5EF4-FFF2-40B4-BE49-F238E27FC236}">
                      <a16:creationId xmlns:a16="http://schemas.microsoft.com/office/drawing/2014/main" id="{826A4B0A-B788-E54A-9EA4-9D6261146308}"/>
                    </a:ext>
                  </a:extLst>
                </p:cNvPr>
                <p:cNvGrpSpPr>
                  <a:grpSpLocks/>
                </p:cNvGrpSpPr>
                <p:nvPr/>
              </p:nvGrpSpPr>
              <p:grpSpPr bwMode="auto">
                <a:xfrm>
                  <a:off x="2468" y="1332"/>
                  <a:ext cx="310" cy="60"/>
                  <a:chOff x="2468" y="1332"/>
                  <a:chExt cx="310" cy="60"/>
                </a:xfrm>
              </p:grpSpPr>
              <p:sp>
                <p:nvSpPr>
                  <p:cNvPr id="212588" name="Freeform 138">
                    <a:extLst>
                      <a:ext uri="{FF2B5EF4-FFF2-40B4-BE49-F238E27FC236}">
                        <a16:creationId xmlns:a16="http://schemas.microsoft.com/office/drawing/2014/main" id="{99939D3A-6B28-054A-B71F-0E4E67D9D83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9" name="Freeform 139">
                    <a:extLst>
                      <a:ext uri="{FF2B5EF4-FFF2-40B4-BE49-F238E27FC236}">
                        <a16:creationId xmlns:a16="http://schemas.microsoft.com/office/drawing/2014/main" id="{71DD795F-B2F0-1743-8A24-D230657115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86" name="Line 140">
                  <a:extLst>
                    <a:ext uri="{FF2B5EF4-FFF2-40B4-BE49-F238E27FC236}">
                      <a16:creationId xmlns:a16="http://schemas.microsoft.com/office/drawing/2014/main" id="{C1A81B6B-0397-BD4C-A09F-6752DBD88710}"/>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7" name="Line 141">
                  <a:extLst>
                    <a:ext uri="{FF2B5EF4-FFF2-40B4-BE49-F238E27FC236}">
                      <a16:creationId xmlns:a16="http://schemas.microsoft.com/office/drawing/2014/main" id="{D95D2676-448B-2E41-A61F-1B226AD35642}"/>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7" name="Group 133">
                <a:extLst>
                  <a:ext uri="{FF2B5EF4-FFF2-40B4-BE49-F238E27FC236}">
                    <a16:creationId xmlns:a16="http://schemas.microsoft.com/office/drawing/2014/main" id="{793837A4-55FA-2541-B594-F0C51D445F9F}"/>
                  </a:ext>
                </a:extLst>
              </p:cNvPr>
              <p:cNvGrpSpPr>
                <a:grpSpLocks/>
              </p:cNvGrpSpPr>
              <p:nvPr/>
            </p:nvGrpSpPr>
            <p:grpSpPr bwMode="auto">
              <a:xfrm>
                <a:off x="9060908" y="2428111"/>
                <a:ext cx="532759" cy="184809"/>
                <a:chOff x="2356" y="1300"/>
                <a:chExt cx="555" cy="194"/>
              </a:xfrm>
            </p:grpSpPr>
            <p:sp>
              <p:nvSpPr>
                <p:cNvPr id="212574" name="Oval 407">
                  <a:extLst>
                    <a:ext uri="{FF2B5EF4-FFF2-40B4-BE49-F238E27FC236}">
                      <a16:creationId xmlns:a16="http://schemas.microsoft.com/office/drawing/2014/main" id="{196B9A26-7308-8C4D-9336-8222537B5B1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5" name="Rectangle 410">
                  <a:extLst>
                    <a:ext uri="{FF2B5EF4-FFF2-40B4-BE49-F238E27FC236}">
                      <a16:creationId xmlns:a16="http://schemas.microsoft.com/office/drawing/2014/main" id="{6645480F-8545-4F46-A661-8A40B381A15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6" name="Oval 411">
                  <a:extLst>
                    <a:ext uri="{FF2B5EF4-FFF2-40B4-BE49-F238E27FC236}">
                      <a16:creationId xmlns:a16="http://schemas.microsoft.com/office/drawing/2014/main" id="{155A4888-4551-1846-BBFA-61604C9B504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77" name="Group 137">
                  <a:extLst>
                    <a:ext uri="{FF2B5EF4-FFF2-40B4-BE49-F238E27FC236}">
                      <a16:creationId xmlns:a16="http://schemas.microsoft.com/office/drawing/2014/main" id="{15C82C35-1614-6D42-9C7F-35F402D84B1A}"/>
                    </a:ext>
                  </a:extLst>
                </p:cNvPr>
                <p:cNvGrpSpPr>
                  <a:grpSpLocks/>
                </p:cNvGrpSpPr>
                <p:nvPr/>
              </p:nvGrpSpPr>
              <p:grpSpPr bwMode="auto">
                <a:xfrm>
                  <a:off x="2468" y="1332"/>
                  <a:ext cx="310" cy="60"/>
                  <a:chOff x="2468" y="1332"/>
                  <a:chExt cx="310" cy="60"/>
                </a:xfrm>
              </p:grpSpPr>
              <p:sp>
                <p:nvSpPr>
                  <p:cNvPr id="212580" name="Freeform 138">
                    <a:extLst>
                      <a:ext uri="{FF2B5EF4-FFF2-40B4-BE49-F238E27FC236}">
                        <a16:creationId xmlns:a16="http://schemas.microsoft.com/office/drawing/2014/main" id="{43D75FD7-B2AE-6D4E-ACD0-3A2E5FA326D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1" name="Freeform 139">
                    <a:extLst>
                      <a:ext uri="{FF2B5EF4-FFF2-40B4-BE49-F238E27FC236}">
                        <a16:creationId xmlns:a16="http://schemas.microsoft.com/office/drawing/2014/main" id="{948C0056-D7B2-0F4E-82C0-6EE9185E964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8" name="Line 140">
                  <a:extLst>
                    <a:ext uri="{FF2B5EF4-FFF2-40B4-BE49-F238E27FC236}">
                      <a16:creationId xmlns:a16="http://schemas.microsoft.com/office/drawing/2014/main" id="{B6099386-2953-A24D-9C2F-183267CE1CE3}"/>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9" name="Line 141">
                  <a:extLst>
                    <a:ext uri="{FF2B5EF4-FFF2-40B4-BE49-F238E27FC236}">
                      <a16:creationId xmlns:a16="http://schemas.microsoft.com/office/drawing/2014/main" id="{47280217-6588-2442-88B2-2C978D2DBF0D}"/>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8" name="Group 133">
                <a:extLst>
                  <a:ext uri="{FF2B5EF4-FFF2-40B4-BE49-F238E27FC236}">
                    <a16:creationId xmlns:a16="http://schemas.microsoft.com/office/drawing/2014/main" id="{A06444CC-9092-1545-8DB8-6E8FDA47D29B}"/>
                  </a:ext>
                </a:extLst>
              </p:cNvPr>
              <p:cNvGrpSpPr>
                <a:grpSpLocks/>
              </p:cNvGrpSpPr>
              <p:nvPr/>
            </p:nvGrpSpPr>
            <p:grpSpPr bwMode="auto">
              <a:xfrm>
                <a:off x="10005281" y="2289952"/>
                <a:ext cx="532759" cy="184809"/>
                <a:chOff x="2356" y="1300"/>
                <a:chExt cx="555" cy="194"/>
              </a:xfrm>
            </p:grpSpPr>
            <p:sp>
              <p:nvSpPr>
                <p:cNvPr id="212566" name="Oval 407">
                  <a:extLst>
                    <a:ext uri="{FF2B5EF4-FFF2-40B4-BE49-F238E27FC236}">
                      <a16:creationId xmlns:a16="http://schemas.microsoft.com/office/drawing/2014/main" id="{98F0B009-EAE9-4D45-ADBF-90E4C8514AA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7" name="Rectangle 410">
                  <a:extLst>
                    <a:ext uri="{FF2B5EF4-FFF2-40B4-BE49-F238E27FC236}">
                      <a16:creationId xmlns:a16="http://schemas.microsoft.com/office/drawing/2014/main" id="{69CB880D-4159-314B-8589-398633740F1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8" name="Oval 411">
                  <a:extLst>
                    <a:ext uri="{FF2B5EF4-FFF2-40B4-BE49-F238E27FC236}">
                      <a16:creationId xmlns:a16="http://schemas.microsoft.com/office/drawing/2014/main" id="{6B73AC4A-06D5-BD46-BC62-FAF54C96B23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9" name="Group 137">
                  <a:extLst>
                    <a:ext uri="{FF2B5EF4-FFF2-40B4-BE49-F238E27FC236}">
                      <a16:creationId xmlns:a16="http://schemas.microsoft.com/office/drawing/2014/main" id="{6A495CD8-F8C0-9D42-9061-64D1E60810A3}"/>
                    </a:ext>
                  </a:extLst>
                </p:cNvPr>
                <p:cNvGrpSpPr>
                  <a:grpSpLocks/>
                </p:cNvGrpSpPr>
                <p:nvPr/>
              </p:nvGrpSpPr>
              <p:grpSpPr bwMode="auto">
                <a:xfrm>
                  <a:off x="2468" y="1332"/>
                  <a:ext cx="310" cy="60"/>
                  <a:chOff x="2468" y="1332"/>
                  <a:chExt cx="310" cy="60"/>
                </a:xfrm>
              </p:grpSpPr>
              <p:sp>
                <p:nvSpPr>
                  <p:cNvPr id="212572" name="Freeform 138">
                    <a:extLst>
                      <a:ext uri="{FF2B5EF4-FFF2-40B4-BE49-F238E27FC236}">
                        <a16:creationId xmlns:a16="http://schemas.microsoft.com/office/drawing/2014/main" id="{88F3B665-197B-4F49-8C43-447D1016AC1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3" name="Freeform 139">
                    <a:extLst>
                      <a:ext uri="{FF2B5EF4-FFF2-40B4-BE49-F238E27FC236}">
                        <a16:creationId xmlns:a16="http://schemas.microsoft.com/office/drawing/2014/main" id="{252B1589-DFED-0B42-BE9A-3315ED37723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0" name="Line 140">
                  <a:extLst>
                    <a:ext uri="{FF2B5EF4-FFF2-40B4-BE49-F238E27FC236}">
                      <a16:creationId xmlns:a16="http://schemas.microsoft.com/office/drawing/2014/main" id="{FA2EF4E0-3B3F-CE46-8105-EE6EAFA7466C}"/>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1" name="Line 141">
                  <a:extLst>
                    <a:ext uri="{FF2B5EF4-FFF2-40B4-BE49-F238E27FC236}">
                      <a16:creationId xmlns:a16="http://schemas.microsoft.com/office/drawing/2014/main" id="{54F135E8-4A3E-7042-A857-E505A16F351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9" name="Group 133">
                <a:extLst>
                  <a:ext uri="{FF2B5EF4-FFF2-40B4-BE49-F238E27FC236}">
                    <a16:creationId xmlns:a16="http://schemas.microsoft.com/office/drawing/2014/main" id="{C56D0DB6-C8C2-BD46-A61F-B87FCB32424B}"/>
                  </a:ext>
                </a:extLst>
              </p:cNvPr>
              <p:cNvGrpSpPr>
                <a:grpSpLocks/>
              </p:cNvGrpSpPr>
              <p:nvPr/>
            </p:nvGrpSpPr>
            <p:grpSpPr bwMode="auto">
              <a:xfrm>
                <a:off x="10232661" y="2882876"/>
                <a:ext cx="532759" cy="184809"/>
                <a:chOff x="2356" y="1300"/>
                <a:chExt cx="555" cy="194"/>
              </a:xfrm>
            </p:grpSpPr>
            <p:sp>
              <p:nvSpPr>
                <p:cNvPr id="212558" name="Oval 407">
                  <a:extLst>
                    <a:ext uri="{FF2B5EF4-FFF2-40B4-BE49-F238E27FC236}">
                      <a16:creationId xmlns:a16="http://schemas.microsoft.com/office/drawing/2014/main" id="{8DD481CE-4625-5444-84F8-C4FDB156576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9" name="Rectangle 410">
                  <a:extLst>
                    <a:ext uri="{FF2B5EF4-FFF2-40B4-BE49-F238E27FC236}">
                      <a16:creationId xmlns:a16="http://schemas.microsoft.com/office/drawing/2014/main" id="{DE30FE06-38AD-6649-B253-DAA50CC45C2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0" name="Oval 411">
                  <a:extLst>
                    <a:ext uri="{FF2B5EF4-FFF2-40B4-BE49-F238E27FC236}">
                      <a16:creationId xmlns:a16="http://schemas.microsoft.com/office/drawing/2014/main" id="{6209655C-FC5E-E44B-9975-53EE035307D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1" name="Group 137">
                  <a:extLst>
                    <a:ext uri="{FF2B5EF4-FFF2-40B4-BE49-F238E27FC236}">
                      <a16:creationId xmlns:a16="http://schemas.microsoft.com/office/drawing/2014/main" id="{42D22DF6-EB02-344F-BA0F-82D271D19B85}"/>
                    </a:ext>
                  </a:extLst>
                </p:cNvPr>
                <p:cNvGrpSpPr>
                  <a:grpSpLocks/>
                </p:cNvGrpSpPr>
                <p:nvPr/>
              </p:nvGrpSpPr>
              <p:grpSpPr bwMode="auto">
                <a:xfrm>
                  <a:off x="2468" y="1332"/>
                  <a:ext cx="310" cy="60"/>
                  <a:chOff x="2468" y="1332"/>
                  <a:chExt cx="310" cy="60"/>
                </a:xfrm>
              </p:grpSpPr>
              <p:sp>
                <p:nvSpPr>
                  <p:cNvPr id="212564" name="Freeform 138">
                    <a:extLst>
                      <a:ext uri="{FF2B5EF4-FFF2-40B4-BE49-F238E27FC236}">
                        <a16:creationId xmlns:a16="http://schemas.microsoft.com/office/drawing/2014/main" id="{D1FD082C-1EE9-A840-9BBB-D573C2BAE21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5" name="Freeform 139">
                    <a:extLst>
                      <a:ext uri="{FF2B5EF4-FFF2-40B4-BE49-F238E27FC236}">
                        <a16:creationId xmlns:a16="http://schemas.microsoft.com/office/drawing/2014/main" id="{120A354C-EEB2-4349-805D-D662937E8F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62" name="Line 140">
                  <a:extLst>
                    <a:ext uri="{FF2B5EF4-FFF2-40B4-BE49-F238E27FC236}">
                      <a16:creationId xmlns:a16="http://schemas.microsoft.com/office/drawing/2014/main" id="{735E47BC-2B85-9A40-AD5E-92DCDE8453BA}"/>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3" name="Line 141">
                  <a:extLst>
                    <a:ext uri="{FF2B5EF4-FFF2-40B4-BE49-F238E27FC236}">
                      <a16:creationId xmlns:a16="http://schemas.microsoft.com/office/drawing/2014/main" id="{DA8F5B97-1A95-DD40-9510-949A180093A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0" name="Group 133">
                <a:extLst>
                  <a:ext uri="{FF2B5EF4-FFF2-40B4-BE49-F238E27FC236}">
                    <a16:creationId xmlns:a16="http://schemas.microsoft.com/office/drawing/2014/main" id="{62F71D57-BD92-A645-AED5-AD0F00C983A6}"/>
                  </a:ext>
                </a:extLst>
              </p:cNvPr>
              <p:cNvGrpSpPr>
                <a:grpSpLocks/>
              </p:cNvGrpSpPr>
              <p:nvPr/>
            </p:nvGrpSpPr>
            <p:grpSpPr bwMode="auto">
              <a:xfrm>
                <a:off x="9330660" y="3072767"/>
                <a:ext cx="532759" cy="184809"/>
                <a:chOff x="2356" y="1300"/>
                <a:chExt cx="555" cy="194"/>
              </a:xfrm>
            </p:grpSpPr>
            <p:sp>
              <p:nvSpPr>
                <p:cNvPr id="212550" name="Oval 407">
                  <a:extLst>
                    <a:ext uri="{FF2B5EF4-FFF2-40B4-BE49-F238E27FC236}">
                      <a16:creationId xmlns:a16="http://schemas.microsoft.com/office/drawing/2014/main" id="{E3F7C915-A486-E444-98C1-779B890F7C2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1" name="Rectangle 410">
                  <a:extLst>
                    <a:ext uri="{FF2B5EF4-FFF2-40B4-BE49-F238E27FC236}">
                      <a16:creationId xmlns:a16="http://schemas.microsoft.com/office/drawing/2014/main" id="{6E2EBA92-BAAC-8A4E-B9EE-659B6D50F9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2" name="Oval 411">
                  <a:extLst>
                    <a:ext uri="{FF2B5EF4-FFF2-40B4-BE49-F238E27FC236}">
                      <a16:creationId xmlns:a16="http://schemas.microsoft.com/office/drawing/2014/main" id="{811CC388-E88F-794C-B93B-4BD0E270E83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53" name="Group 137">
                  <a:extLst>
                    <a:ext uri="{FF2B5EF4-FFF2-40B4-BE49-F238E27FC236}">
                      <a16:creationId xmlns:a16="http://schemas.microsoft.com/office/drawing/2014/main" id="{08071467-A7D7-4544-B96A-92880380E80B}"/>
                    </a:ext>
                  </a:extLst>
                </p:cNvPr>
                <p:cNvGrpSpPr>
                  <a:grpSpLocks/>
                </p:cNvGrpSpPr>
                <p:nvPr/>
              </p:nvGrpSpPr>
              <p:grpSpPr bwMode="auto">
                <a:xfrm>
                  <a:off x="2468" y="1332"/>
                  <a:ext cx="310" cy="60"/>
                  <a:chOff x="2468" y="1332"/>
                  <a:chExt cx="310" cy="60"/>
                </a:xfrm>
              </p:grpSpPr>
              <p:sp>
                <p:nvSpPr>
                  <p:cNvPr id="212556" name="Freeform 138">
                    <a:extLst>
                      <a:ext uri="{FF2B5EF4-FFF2-40B4-BE49-F238E27FC236}">
                        <a16:creationId xmlns:a16="http://schemas.microsoft.com/office/drawing/2014/main" id="{DFFC3363-8E4F-4246-A933-E3CDB2A9173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7" name="Freeform 139">
                    <a:extLst>
                      <a:ext uri="{FF2B5EF4-FFF2-40B4-BE49-F238E27FC236}">
                        <a16:creationId xmlns:a16="http://schemas.microsoft.com/office/drawing/2014/main" id="{FA89DEB4-2D16-5340-9560-4C1F194F967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54" name="Line 140">
                  <a:extLst>
                    <a:ext uri="{FF2B5EF4-FFF2-40B4-BE49-F238E27FC236}">
                      <a16:creationId xmlns:a16="http://schemas.microsoft.com/office/drawing/2014/main" id="{C80F42E7-1527-D145-8D68-DB063A0343F7}"/>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5" name="Line 141">
                  <a:extLst>
                    <a:ext uri="{FF2B5EF4-FFF2-40B4-BE49-F238E27FC236}">
                      <a16:creationId xmlns:a16="http://schemas.microsoft.com/office/drawing/2014/main" id="{419CAED2-2FDF-AD45-BCC9-3051C70FAA71}"/>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1" name="Group 133">
                <a:extLst>
                  <a:ext uri="{FF2B5EF4-FFF2-40B4-BE49-F238E27FC236}">
                    <a16:creationId xmlns:a16="http://schemas.microsoft.com/office/drawing/2014/main" id="{FB922976-2E5B-5D49-807B-C93B68F18A12}"/>
                  </a:ext>
                </a:extLst>
              </p:cNvPr>
              <p:cNvGrpSpPr>
                <a:grpSpLocks/>
              </p:cNvGrpSpPr>
              <p:nvPr/>
            </p:nvGrpSpPr>
            <p:grpSpPr bwMode="auto">
              <a:xfrm>
                <a:off x="8438032" y="3018963"/>
                <a:ext cx="532759" cy="184809"/>
                <a:chOff x="2356" y="1300"/>
                <a:chExt cx="555" cy="194"/>
              </a:xfrm>
            </p:grpSpPr>
            <p:sp>
              <p:nvSpPr>
                <p:cNvPr id="212542" name="Oval 407">
                  <a:extLst>
                    <a:ext uri="{FF2B5EF4-FFF2-40B4-BE49-F238E27FC236}">
                      <a16:creationId xmlns:a16="http://schemas.microsoft.com/office/drawing/2014/main" id="{0CA521A0-0563-A445-99FF-4E670AB03E4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3" name="Rectangle 410">
                  <a:extLst>
                    <a:ext uri="{FF2B5EF4-FFF2-40B4-BE49-F238E27FC236}">
                      <a16:creationId xmlns:a16="http://schemas.microsoft.com/office/drawing/2014/main" id="{53B08889-B6A0-304D-B4AF-255569F733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4" name="Oval 411">
                  <a:extLst>
                    <a:ext uri="{FF2B5EF4-FFF2-40B4-BE49-F238E27FC236}">
                      <a16:creationId xmlns:a16="http://schemas.microsoft.com/office/drawing/2014/main" id="{1D769F62-F343-3A40-8620-384E7CA0FEF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45" name="Group 137">
                  <a:extLst>
                    <a:ext uri="{FF2B5EF4-FFF2-40B4-BE49-F238E27FC236}">
                      <a16:creationId xmlns:a16="http://schemas.microsoft.com/office/drawing/2014/main" id="{738937E8-A4B3-3349-AD95-112B3D9B6019}"/>
                    </a:ext>
                  </a:extLst>
                </p:cNvPr>
                <p:cNvGrpSpPr>
                  <a:grpSpLocks/>
                </p:cNvGrpSpPr>
                <p:nvPr/>
              </p:nvGrpSpPr>
              <p:grpSpPr bwMode="auto">
                <a:xfrm>
                  <a:off x="2468" y="1332"/>
                  <a:ext cx="310" cy="60"/>
                  <a:chOff x="2468" y="1332"/>
                  <a:chExt cx="310" cy="60"/>
                </a:xfrm>
              </p:grpSpPr>
              <p:sp>
                <p:nvSpPr>
                  <p:cNvPr id="212548" name="Freeform 138">
                    <a:extLst>
                      <a:ext uri="{FF2B5EF4-FFF2-40B4-BE49-F238E27FC236}">
                        <a16:creationId xmlns:a16="http://schemas.microsoft.com/office/drawing/2014/main" id="{DC32E303-AE74-1446-98DB-33DD542D13F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9" name="Freeform 139">
                    <a:extLst>
                      <a:ext uri="{FF2B5EF4-FFF2-40B4-BE49-F238E27FC236}">
                        <a16:creationId xmlns:a16="http://schemas.microsoft.com/office/drawing/2014/main" id="{534040FD-A850-1546-AE7B-911B7D8E7FF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46" name="Line 140">
                  <a:extLst>
                    <a:ext uri="{FF2B5EF4-FFF2-40B4-BE49-F238E27FC236}">
                      <a16:creationId xmlns:a16="http://schemas.microsoft.com/office/drawing/2014/main" id="{8414AFD1-A6AE-0C43-87E8-330C24F518E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7" name="Line 141">
                  <a:extLst>
                    <a:ext uri="{FF2B5EF4-FFF2-40B4-BE49-F238E27FC236}">
                      <a16:creationId xmlns:a16="http://schemas.microsoft.com/office/drawing/2014/main" id="{BC404CA4-DE57-A546-B3C0-F6DCD43DB027}"/>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2329" name="Group 331">
              <a:extLst>
                <a:ext uri="{FF2B5EF4-FFF2-40B4-BE49-F238E27FC236}">
                  <a16:creationId xmlns:a16="http://schemas.microsoft.com/office/drawing/2014/main" id="{2357F483-56DC-0D4E-ACFF-9C01DC6B9871}"/>
                </a:ext>
              </a:extLst>
            </p:cNvPr>
            <p:cNvGrpSpPr>
              <a:grpSpLocks/>
            </p:cNvGrpSpPr>
            <p:nvPr/>
          </p:nvGrpSpPr>
          <p:grpSpPr bwMode="auto">
            <a:xfrm>
              <a:off x="1803400" y="2755900"/>
              <a:ext cx="3467100" cy="1193800"/>
              <a:chOff x="7848600" y="2044700"/>
              <a:chExt cx="3200399" cy="1371600"/>
            </a:xfrm>
          </p:grpSpPr>
          <p:sp>
            <p:nvSpPr>
              <p:cNvPr id="212442" name="Oval 332">
                <a:extLst>
                  <a:ext uri="{FF2B5EF4-FFF2-40B4-BE49-F238E27FC236}">
                    <a16:creationId xmlns:a16="http://schemas.microsoft.com/office/drawing/2014/main" id="{9120DEBC-2FEF-534C-A5EF-75BF98FBA766}"/>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443" name="Group 133">
                <a:extLst>
                  <a:ext uri="{FF2B5EF4-FFF2-40B4-BE49-F238E27FC236}">
                    <a16:creationId xmlns:a16="http://schemas.microsoft.com/office/drawing/2014/main" id="{13FD973C-A8EE-5048-B348-4293B6AA6493}"/>
                  </a:ext>
                </a:extLst>
              </p:cNvPr>
              <p:cNvGrpSpPr>
                <a:grpSpLocks/>
              </p:cNvGrpSpPr>
              <p:nvPr/>
            </p:nvGrpSpPr>
            <p:grpSpPr bwMode="auto">
              <a:xfrm>
                <a:off x="8526482" y="2160804"/>
                <a:ext cx="532759" cy="184809"/>
                <a:chOff x="2356" y="1300"/>
                <a:chExt cx="555" cy="194"/>
              </a:xfrm>
            </p:grpSpPr>
            <p:sp>
              <p:nvSpPr>
                <p:cNvPr id="212516" name="Oval 407">
                  <a:extLst>
                    <a:ext uri="{FF2B5EF4-FFF2-40B4-BE49-F238E27FC236}">
                      <a16:creationId xmlns:a16="http://schemas.microsoft.com/office/drawing/2014/main" id="{4CFD793E-DF31-1B46-B912-7925AAC6D7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7" name="Rectangle 410">
                  <a:extLst>
                    <a:ext uri="{FF2B5EF4-FFF2-40B4-BE49-F238E27FC236}">
                      <a16:creationId xmlns:a16="http://schemas.microsoft.com/office/drawing/2014/main" id="{0BDCE3CD-0E06-3546-8D33-A3951ACB2523}"/>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8" name="Oval 411">
                  <a:extLst>
                    <a:ext uri="{FF2B5EF4-FFF2-40B4-BE49-F238E27FC236}">
                      <a16:creationId xmlns:a16="http://schemas.microsoft.com/office/drawing/2014/main" id="{58812803-3BD2-E145-84D5-3459DE9599B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9" name="Group 137">
                  <a:extLst>
                    <a:ext uri="{FF2B5EF4-FFF2-40B4-BE49-F238E27FC236}">
                      <a16:creationId xmlns:a16="http://schemas.microsoft.com/office/drawing/2014/main" id="{A84ACE82-842B-3D47-B02C-B87E3EA372D5}"/>
                    </a:ext>
                  </a:extLst>
                </p:cNvPr>
                <p:cNvGrpSpPr>
                  <a:grpSpLocks/>
                </p:cNvGrpSpPr>
                <p:nvPr/>
              </p:nvGrpSpPr>
              <p:grpSpPr bwMode="auto">
                <a:xfrm>
                  <a:off x="2468" y="1332"/>
                  <a:ext cx="310" cy="60"/>
                  <a:chOff x="2468" y="1332"/>
                  <a:chExt cx="310" cy="60"/>
                </a:xfrm>
              </p:grpSpPr>
              <p:sp>
                <p:nvSpPr>
                  <p:cNvPr id="212522" name="Freeform 138">
                    <a:extLst>
                      <a:ext uri="{FF2B5EF4-FFF2-40B4-BE49-F238E27FC236}">
                        <a16:creationId xmlns:a16="http://schemas.microsoft.com/office/drawing/2014/main" id="{2F4FE782-0E61-A24A-86F5-53C4280FC4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3" name="Freeform 139">
                    <a:extLst>
                      <a:ext uri="{FF2B5EF4-FFF2-40B4-BE49-F238E27FC236}">
                        <a16:creationId xmlns:a16="http://schemas.microsoft.com/office/drawing/2014/main" id="{20798D08-C275-C345-BDB5-ED6DA439F5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20" name="Line 140">
                  <a:extLst>
                    <a:ext uri="{FF2B5EF4-FFF2-40B4-BE49-F238E27FC236}">
                      <a16:creationId xmlns:a16="http://schemas.microsoft.com/office/drawing/2014/main" id="{9B8805E2-537D-484E-86AA-2288A84B6EDF}"/>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1" name="Line 141">
                  <a:extLst>
                    <a:ext uri="{FF2B5EF4-FFF2-40B4-BE49-F238E27FC236}">
                      <a16:creationId xmlns:a16="http://schemas.microsoft.com/office/drawing/2014/main" id="{A0649348-534F-1641-9713-81019EA8E2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444" name="Straight Connector 334">
                <a:extLst>
                  <a:ext uri="{FF2B5EF4-FFF2-40B4-BE49-F238E27FC236}">
                    <a16:creationId xmlns:a16="http://schemas.microsoft.com/office/drawing/2014/main" id="{4BABEB20-7AB6-0B49-9A50-DFA6EEAE4B48}"/>
                  </a:ext>
                </a:extLst>
              </p:cNvPr>
              <p:cNvCxnSpPr>
                <a:cxnSpLocks noChangeShapeType="1"/>
                <a:stCxn id="212521"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5" name="Straight Connector 335">
                <a:extLst>
                  <a:ext uri="{FF2B5EF4-FFF2-40B4-BE49-F238E27FC236}">
                    <a16:creationId xmlns:a16="http://schemas.microsoft.com/office/drawing/2014/main" id="{29F32A41-5B1D-6A44-B6A6-8806F19EE8AB}"/>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6" name="Straight Connector 336">
                <a:extLst>
                  <a:ext uri="{FF2B5EF4-FFF2-40B4-BE49-F238E27FC236}">
                    <a16:creationId xmlns:a16="http://schemas.microsoft.com/office/drawing/2014/main" id="{E5B1E4A8-B1E8-4248-92B3-B50F21C2AFB7}"/>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7" name="Straight Connector 337">
                <a:extLst>
                  <a:ext uri="{FF2B5EF4-FFF2-40B4-BE49-F238E27FC236}">
                    <a16:creationId xmlns:a16="http://schemas.microsoft.com/office/drawing/2014/main" id="{7E071437-3F53-F24B-AA41-AC92CD067A9D}"/>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8" name="Straight Connector 338">
                <a:extLst>
                  <a:ext uri="{FF2B5EF4-FFF2-40B4-BE49-F238E27FC236}">
                    <a16:creationId xmlns:a16="http://schemas.microsoft.com/office/drawing/2014/main" id="{270D89F3-A5CD-0D42-9664-1CBD48D3C3FB}"/>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9" name="Straight Connector 339">
                <a:extLst>
                  <a:ext uri="{FF2B5EF4-FFF2-40B4-BE49-F238E27FC236}">
                    <a16:creationId xmlns:a16="http://schemas.microsoft.com/office/drawing/2014/main" id="{8E0B0208-44DB-7F44-B1B8-BE249EE486BD}"/>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0" name="Straight Connector 340">
                <a:extLst>
                  <a:ext uri="{FF2B5EF4-FFF2-40B4-BE49-F238E27FC236}">
                    <a16:creationId xmlns:a16="http://schemas.microsoft.com/office/drawing/2014/main" id="{E96A89C9-2D97-5641-9D11-075A3C7111C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1" name="Straight Connector 341">
                <a:extLst>
                  <a:ext uri="{FF2B5EF4-FFF2-40B4-BE49-F238E27FC236}">
                    <a16:creationId xmlns:a16="http://schemas.microsoft.com/office/drawing/2014/main" id="{505210E4-C184-2840-8C6D-90AF6551CA18}"/>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2" name="Straight Connector 342">
                <a:extLst>
                  <a:ext uri="{FF2B5EF4-FFF2-40B4-BE49-F238E27FC236}">
                    <a16:creationId xmlns:a16="http://schemas.microsoft.com/office/drawing/2014/main" id="{21C8FA11-4B83-174D-8F02-BD67AB5C5AA8}"/>
                  </a:ext>
                </a:extLst>
              </p:cNvPr>
              <p:cNvCxnSpPr>
                <a:cxnSpLocks noChangeShapeType="1"/>
                <a:endCxn id="212516"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453" name="Group 133">
                <a:extLst>
                  <a:ext uri="{FF2B5EF4-FFF2-40B4-BE49-F238E27FC236}">
                    <a16:creationId xmlns:a16="http://schemas.microsoft.com/office/drawing/2014/main" id="{7561C78A-6F59-DF42-ACCB-01A5CC6657F2}"/>
                  </a:ext>
                </a:extLst>
              </p:cNvPr>
              <p:cNvGrpSpPr>
                <a:grpSpLocks/>
              </p:cNvGrpSpPr>
              <p:nvPr/>
            </p:nvGrpSpPr>
            <p:grpSpPr bwMode="auto">
              <a:xfrm>
                <a:off x="9555206" y="2650627"/>
                <a:ext cx="532759" cy="184809"/>
                <a:chOff x="2356" y="1300"/>
                <a:chExt cx="555" cy="194"/>
              </a:xfrm>
            </p:grpSpPr>
            <p:sp>
              <p:nvSpPr>
                <p:cNvPr id="212508" name="Oval 407">
                  <a:extLst>
                    <a:ext uri="{FF2B5EF4-FFF2-40B4-BE49-F238E27FC236}">
                      <a16:creationId xmlns:a16="http://schemas.microsoft.com/office/drawing/2014/main" id="{DAB1A0A2-2479-434F-BC8F-D8D60A6E7F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9" name="Rectangle 410">
                  <a:extLst>
                    <a:ext uri="{FF2B5EF4-FFF2-40B4-BE49-F238E27FC236}">
                      <a16:creationId xmlns:a16="http://schemas.microsoft.com/office/drawing/2014/main" id="{ED06BFFA-C85C-E145-B80B-C4E40F4EB24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0" name="Oval 411">
                  <a:extLst>
                    <a:ext uri="{FF2B5EF4-FFF2-40B4-BE49-F238E27FC236}">
                      <a16:creationId xmlns:a16="http://schemas.microsoft.com/office/drawing/2014/main" id="{0455DC68-96EA-7441-8A88-D21D991C80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1" name="Group 137">
                  <a:extLst>
                    <a:ext uri="{FF2B5EF4-FFF2-40B4-BE49-F238E27FC236}">
                      <a16:creationId xmlns:a16="http://schemas.microsoft.com/office/drawing/2014/main" id="{A70E3948-269D-1043-981F-069B6B94660E}"/>
                    </a:ext>
                  </a:extLst>
                </p:cNvPr>
                <p:cNvGrpSpPr>
                  <a:grpSpLocks/>
                </p:cNvGrpSpPr>
                <p:nvPr/>
              </p:nvGrpSpPr>
              <p:grpSpPr bwMode="auto">
                <a:xfrm>
                  <a:off x="2468" y="1332"/>
                  <a:ext cx="310" cy="60"/>
                  <a:chOff x="2468" y="1332"/>
                  <a:chExt cx="310" cy="60"/>
                </a:xfrm>
              </p:grpSpPr>
              <p:sp>
                <p:nvSpPr>
                  <p:cNvPr id="212514" name="Freeform 138">
                    <a:extLst>
                      <a:ext uri="{FF2B5EF4-FFF2-40B4-BE49-F238E27FC236}">
                        <a16:creationId xmlns:a16="http://schemas.microsoft.com/office/drawing/2014/main" id="{4D2E9F7C-6625-1D46-B345-89632F2091F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5" name="Freeform 139">
                    <a:extLst>
                      <a:ext uri="{FF2B5EF4-FFF2-40B4-BE49-F238E27FC236}">
                        <a16:creationId xmlns:a16="http://schemas.microsoft.com/office/drawing/2014/main" id="{38702A10-8A63-4041-A2E6-19D0700CDE2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12" name="Line 140">
                  <a:extLst>
                    <a:ext uri="{FF2B5EF4-FFF2-40B4-BE49-F238E27FC236}">
                      <a16:creationId xmlns:a16="http://schemas.microsoft.com/office/drawing/2014/main" id="{DB3D42B8-1E0B-2141-AC34-40F5DB74823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3" name="Line 141">
                  <a:extLst>
                    <a:ext uri="{FF2B5EF4-FFF2-40B4-BE49-F238E27FC236}">
                      <a16:creationId xmlns:a16="http://schemas.microsoft.com/office/drawing/2014/main" id="{ACF706A7-798D-A346-9CF3-ABA839EB339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4" name="Group 133">
                <a:extLst>
                  <a:ext uri="{FF2B5EF4-FFF2-40B4-BE49-F238E27FC236}">
                    <a16:creationId xmlns:a16="http://schemas.microsoft.com/office/drawing/2014/main" id="{06A6101F-46E0-3B4D-AECC-DD3071E6246F}"/>
                  </a:ext>
                </a:extLst>
              </p:cNvPr>
              <p:cNvGrpSpPr>
                <a:grpSpLocks/>
              </p:cNvGrpSpPr>
              <p:nvPr/>
            </p:nvGrpSpPr>
            <p:grpSpPr bwMode="auto">
              <a:xfrm>
                <a:off x="8772607" y="2725609"/>
                <a:ext cx="532759" cy="184809"/>
                <a:chOff x="2356" y="1300"/>
                <a:chExt cx="555" cy="194"/>
              </a:xfrm>
            </p:grpSpPr>
            <p:sp>
              <p:nvSpPr>
                <p:cNvPr id="212500" name="Oval 407">
                  <a:extLst>
                    <a:ext uri="{FF2B5EF4-FFF2-40B4-BE49-F238E27FC236}">
                      <a16:creationId xmlns:a16="http://schemas.microsoft.com/office/drawing/2014/main" id="{3C6918EF-EA4A-BB45-BB58-B11A1CBCCAF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1" name="Rectangle 410">
                  <a:extLst>
                    <a:ext uri="{FF2B5EF4-FFF2-40B4-BE49-F238E27FC236}">
                      <a16:creationId xmlns:a16="http://schemas.microsoft.com/office/drawing/2014/main" id="{1E018DCB-4971-CE48-A256-AA43629130B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2" name="Oval 411">
                  <a:extLst>
                    <a:ext uri="{FF2B5EF4-FFF2-40B4-BE49-F238E27FC236}">
                      <a16:creationId xmlns:a16="http://schemas.microsoft.com/office/drawing/2014/main" id="{F09DC61A-8AB3-E645-AB67-B820BC5A88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03" name="Group 137">
                  <a:extLst>
                    <a:ext uri="{FF2B5EF4-FFF2-40B4-BE49-F238E27FC236}">
                      <a16:creationId xmlns:a16="http://schemas.microsoft.com/office/drawing/2014/main" id="{079DAECD-11B3-AF46-83BC-DC7102A4C931}"/>
                    </a:ext>
                  </a:extLst>
                </p:cNvPr>
                <p:cNvGrpSpPr>
                  <a:grpSpLocks/>
                </p:cNvGrpSpPr>
                <p:nvPr/>
              </p:nvGrpSpPr>
              <p:grpSpPr bwMode="auto">
                <a:xfrm>
                  <a:off x="2468" y="1332"/>
                  <a:ext cx="310" cy="60"/>
                  <a:chOff x="2468" y="1332"/>
                  <a:chExt cx="310" cy="60"/>
                </a:xfrm>
              </p:grpSpPr>
              <p:sp>
                <p:nvSpPr>
                  <p:cNvPr id="212506" name="Freeform 138">
                    <a:extLst>
                      <a:ext uri="{FF2B5EF4-FFF2-40B4-BE49-F238E27FC236}">
                        <a16:creationId xmlns:a16="http://schemas.microsoft.com/office/drawing/2014/main" id="{6CF13D1B-9091-9C49-A731-C3B1BD2994A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7" name="Freeform 139">
                    <a:extLst>
                      <a:ext uri="{FF2B5EF4-FFF2-40B4-BE49-F238E27FC236}">
                        <a16:creationId xmlns:a16="http://schemas.microsoft.com/office/drawing/2014/main" id="{1112B24D-A91B-6345-8904-3311A6EF37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04" name="Line 140">
                  <a:extLst>
                    <a:ext uri="{FF2B5EF4-FFF2-40B4-BE49-F238E27FC236}">
                      <a16:creationId xmlns:a16="http://schemas.microsoft.com/office/drawing/2014/main" id="{F4E2AE18-3DFD-6F4A-9AAD-78CC47F25FA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5" name="Line 141">
                  <a:extLst>
                    <a:ext uri="{FF2B5EF4-FFF2-40B4-BE49-F238E27FC236}">
                      <a16:creationId xmlns:a16="http://schemas.microsoft.com/office/drawing/2014/main" id="{A102C4D1-EDAF-0C49-BE0C-0530A350DC1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5" name="Group 133">
                <a:extLst>
                  <a:ext uri="{FF2B5EF4-FFF2-40B4-BE49-F238E27FC236}">
                    <a16:creationId xmlns:a16="http://schemas.microsoft.com/office/drawing/2014/main" id="{4C3582DA-B6CF-0D48-AAC3-41E294C93301}"/>
                  </a:ext>
                </a:extLst>
              </p:cNvPr>
              <p:cNvGrpSpPr>
                <a:grpSpLocks/>
              </p:cNvGrpSpPr>
              <p:nvPr/>
            </p:nvGrpSpPr>
            <p:grpSpPr bwMode="auto">
              <a:xfrm>
                <a:off x="9060908" y="2428111"/>
                <a:ext cx="532759" cy="184809"/>
                <a:chOff x="2356" y="1300"/>
                <a:chExt cx="555" cy="194"/>
              </a:xfrm>
            </p:grpSpPr>
            <p:sp>
              <p:nvSpPr>
                <p:cNvPr id="212492" name="Oval 407">
                  <a:extLst>
                    <a:ext uri="{FF2B5EF4-FFF2-40B4-BE49-F238E27FC236}">
                      <a16:creationId xmlns:a16="http://schemas.microsoft.com/office/drawing/2014/main" id="{6E059628-B008-424D-8E3C-9AAA3EF6C9D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3" name="Rectangle 410">
                  <a:extLst>
                    <a:ext uri="{FF2B5EF4-FFF2-40B4-BE49-F238E27FC236}">
                      <a16:creationId xmlns:a16="http://schemas.microsoft.com/office/drawing/2014/main" id="{9B0DAB25-8759-7C4C-ACC2-288100B5B1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4" name="Oval 411">
                  <a:extLst>
                    <a:ext uri="{FF2B5EF4-FFF2-40B4-BE49-F238E27FC236}">
                      <a16:creationId xmlns:a16="http://schemas.microsoft.com/office/drawing/2014/main" id="{BD574B09-1737-2942-BEA1-07433C4F34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95" name="Group 137">
                  <a:extLst>
                    <a:ext uri="{FF2B5EF4-FFF2-40B4-BE49-F238E27FC236}">
                      <a16:creationId xmlns:a16="http://schemas.microsoft.com/office/drawing/2014/main" id="{40226B75-332A-6C49-AD5D-F7B0F900E133}"/>
                    </a:ext>
                  </a:extLst>
                </p:cNvPr>
                <p:cNvGrpSpPr>
                  <a:grpSpLocks/>
                </p:cNvGrpSpPr>
                <p:nvPr/>
              </p:nvGrpSpPr>
              <p:grpSpPr bwMode="auto">
                <a:xfrm>
                  <a:off x="2468" y="1332"/>
                  <a:ext cx="310" cy="60"/>
                  <a:chOff x="2468" y="1332"/>
                  <a:chExt cx="310" cy="60"/>
                </a:xfrm>
              </p:grpSpPr>
              <p:sp>
                <p:nvSpPr>
                  <p:cNvPr id="212498" name="Freeform 138">
                    <a:extLst>
                      <a:ext uri="{FF2B5EF4-FFF2-40B4-BE49-F238E27FC236}">
                        <a16:creationId xmlns:a16="http://schemas.microsoft.com/office/drawing/2014/main" id="{D4734774-D18E-F44F-A5B6-A70189E1EF7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9" name="Freeform 139">
                    <a:extLst>
                      <a:ext uri="{FF2B5EF4-FFF2-40B4-BE49-F238E27FC236}">
                        <a16:creationId xmlns:a16="http://schemas.microsoft.com/office/drawing/2014/main" id="{949C6A4F-BB8B-7C49-9178-2224D4F76E0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96" name="Line 140">
                  <a:extLst>
                    <a:ext uri="{FF2B5EF4-FFF2-40B4-BE49-F238E27FC236}">
                      <a16:creationId xmlns:a16="http://schemas.microsoft.com/office/drawing/2014/main" id="{5026986B-2A1D-1A4B-AA0E-09376B1A5AA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7" name="Line 141">
                  <a:extLst>
                    <a:ext uri="{FF2B5EF4-FFF2-40B4-BE49-F238E27FC236}">
                      <a16:creationId xmlns:a16="http://schemas.microsoft.com/office/drawing/2014/main" id="{FAB277D9-41F4-B347-A4EB-B251DFAA6C54}"/>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6" name="Group 133">
                <a:extLst>
                  <a:ext uri="{FF2B5EF4-FFF2-40B4-BE49-F238E27FC236}">
                    <a16:creationId xmlns:a16="http://schemas.microsoft.com/office/drawing/2014/main" id="{78F96BC6-C625-FB44-A46C-A50621DE7061}"/>
                  </a:ext>
                </a:extLst>
              </p:cNvPr>
              <p:cNvGrpSpPr>
                <a:grpSpLocks/>
              </p:cNvGrpSpPr>
              <p:nvPr/>
            </p:nvGrpSpPr>
            <p:grpSpPr bwMode="auto">
              <a:xfrm>
                <a:off x="10005281" y="2289952"/>
                <a:ext cx="532759" cy="184809"/>
                <a:chOff x="2356" y="1300"/>
                <a:chExt cx="555" cy="194"/>
              </a:xfrm>
            </p:grpSpPr>
            <p:sp>
              <p:nvSpPr>
                <p:cNvPr id="212484" name="Oval 407">
                  <a:extLst>
                    <a:ext uri="{FF2B5EF4-FFF2-40B4-BE49-F238E27FC236}">
                      <a16:creationId xmlns:a16="http://schemas.microsoft.com/office/drawing/2014/main" id="{3BCF7842-1314-FB40-87A2-521057A8485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5" name="Rectangle 410">
                  <a:extLst>
                    <a:ext uri="{FF2B5EF4-FFF2-40B4-BE49-F238E27FC236}">
                      <a16:creationId xmlns:a16="http://schemas.microsoft.com/office/drawing/2014/main" id="{E1FF86B2-59E7-AC4E-A526-C279FB716C5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6" name="Oval 411">
                  <a:extLst>
                    <a:ext uri="{FF2B5EF4-FFF2-40B4-BE49-F238E27FC236}">
                      <a16:creationId xmlns:a16="http://schemas.microsoft.com/office/drawing/2014/main" id="{9F8413E9-C48E-264A-8591-2C0B204D1C2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87" name="Group 137">
                  <a:extLst>
                    <a:ext uri="{FF2B5EF4-FFF2-40B4-BE49-F238E27FC236}">
                      <a16:creationId xmlns:a16="http://schemas.microsoft.com/office/drawing/2014/main" id="{99B838FA-6F6C-CE46-BA53-7674D71F9733}"/>
                    </a:ext>
                  </a:extLst>
                </p:cNvPr>
                <p:cNvGrpSpPr>
                  <a:grpSpLocks/>
                </p:cNvGrpSpPr>
                <p:nvPr/>
              </p:nvGrpSpPr>
              <p:grpSpPr bwMode="auto">
                <a:xfrm>
                  <a:off x="2468" y="1332"/>
                  <a:ext cx="310" cy="60"/>
                  <a:chOff x="2468" y="1332"/>
                  <a:chExt cx="310" cy="60"/>
                </a:xfrm>
              </p:grpSpPr>
              <p:sp>
                <p:nvSpPr>
                  <p:cNvPr id="212490" name="Freeform 138">
                    <a:extLst>
                      <a:ext uri="{FF2B5EF4-FFF2-40B4-BE49-F238E27FC236}">
                        <a16:creationId xmlns:a16="http://schemas.microsoft.com/office/drawing/2014/main" id="{6638E85E-FA8E-E44D-8090-88DD58519A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1" name="Freeform 139">
                    <a:extLst>
                      <a:ext uri="{FF2B5EF4-FFF2-40B4-BE49-F238E27FC236}">
                        <a16:creationId xmlns:a16="http://schemas.microsoft.com/office/drawing/2014/main" id="{CC4C1859-B092-FF46-A11F-4532415ACF7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8" name="Line 140">
                  <a:extLst>
                    <a:ext uri="{FF2B5EF4-FFF2-40B4-BE49-F238E27FC236}">
                      <a16:creationId xmlns:a16="http://schemas.microsoft.com/office/drawing/2014/main" id="{2706917F-DCBC-6648-B7E0-2EF70D084878}"/>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9" name="Line 141">
                  <a:extLst>
                    <a:ext uri="{FF2B5EF4-FFF2-40B4-BE49-F238E27FC236}">
                      <a16:creationId xmlns:a16="http://schemas.microsoft.com/office/drawing/2014/main" id="{EA36D1C6-AAAC-7642-862E-993275FFE2E7}"/>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7" name="Group 133">
                <a:extLst>
                  <a:ext uri="{FF2B5EF4-FFF2-40B4-BE49-F238E27FC236}">
                    <a16:creationId xmlns:a16="http://schemas.microsoft.com/office/drawing/2014/main" id="{6F71D3B3-5368-9F47-9279-5F4EC716AA2B}"/>
                  </a:ext>
                </a:extLst>
              </p:cNvPr>
              <p:cNvGrpSpPr>
                <a:grpSpLocks/>
              </p:cNvGrpSpPr>
              <p:nvPr/>
            </p:nvGrpSpPr>
            <p:grpSpPr bwMode="auto">
              <a:xfrm>
                <a:off x="10232661" y="2882876"/>
                <a:ext cx="532759" cy="184809"/>
                <a:chOff x="2356" y="1300"/>
                <a:chExt cx="555" cy="194"/>
              </a:xfrm>
            </p:grpSpPr>
            <p:sp>
              <p:nvSpPr>
                <p:cNvPr id="212476" name="Oval 407">
                  <a:extLst>
                    <a:ext uri="{FF2B5EF4-FFF2-40B4-BE49-F238E27FC236}">
                      <a16:creationId xmlns:a16="http://schemas.microsoft.com/office/drawing/2014/main" id="{03EBCB07-3B8C-F04D-87C2-120934D0415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7" name="Rectangle 410">
                  <a:extLst>
                    <a:ext uri="{FF2B5EF4-FFF2-40B4-BE49-F238E27FC236}">
                      <a16:creationId xmlns:a16="http://schemas.microsoft.com/office/drawing/2014/main" id="{F054508A-5C7E-0F43-B114-28281D90606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8" name="Oval 411">
                  <a:extLst>
                    <a:ext uri="{FF2B5EF4-FFF2-40B4-BE49-F238E27FC236}">
                      <a16:creationId xmlns:a16="http://schemas.microsoft.com/office/drawing/2014/main" id="{DD0AC63F-E6BE-C442-9820-042A46C0462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9" name="Group 137">
                  <a:extLst>
                    <a:ext uri="{FF2B5EF4-FFF2-40B4-BE49-F238E27FC236}">
                      <a16:creationId xmlns:a16="http://schemas.microsoft.com/office/drawing/2014/main" id="{99E9D08B-F159-E345-A669-BEB0E58C7E53}"/>
                    </a:ext>
                  </a:extLst>
                </p:cNvPr>
                <p:cNvGrpSpPr>
                  <a:grpSpLocks/>
                </p:cNvGrpSpPr>
                <p:nvPr/>
              </p:nvGrpSpPr>
              <p:grpSpPr bwMode="auto">
                <a:xfrm>
                  <a:off x="2468" y="1332"/>
                  <a:ext cx="310" cy="60"/>
                  <a:chOff x="2468" y="1332"/>
                  <a:chExt cx="310" cy="60"/>
                </a:xfrm>
              </p:grpSpPr>
              <p:sp>
                <p:nvSpPr>
                  <p:cNvPr id="212482" name="Freeform 138">
                    <a:extLst>
                      <a:ext uri="{FF2B5EF4-FFF2-40B4-BE49-F238E27FC236}">
                        <a16:creationId xmlns:a16="http://schemas.microsoft.com/office/drawing/2014/main" id="{A4A63597-6D29-6B49-84DD-2CC90577A55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3" name="Freeform 139">
                    <a:extLst>
                      <a:ext uri="{FF2B5EF4-FFF2-40B4-BE49-F238E27FC236}">
                        <a16:creationId xmlns:a16="http://schemas.microsoft.com/office/drawing/2014/main" id="{E9B40649-7213-5A4C-85C3-4E5D2E0D05B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0" name="Line 140">
                  <a:extLst>
                    <a:ext uri="{FF2B5EF4-FFF2-40B4-BE49-F238E27FC236}">
                      <a16:creationId xmlns:a16="http://schemas.microsoft.com/office/drawing/2014/main" id="{6A2D1502-F648-694C-B2A3-2DCA8217C74D}"/>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1" name="Line 141">
                  <a:extLst>
                    <a:ext uri="{FF2B5EF4-FFF2-40B4-BE49-F238E27FC236}">
                      <a16:creationId xmlns:a16="http://schemas.microsoft.com/office/drawing/2014/main" id="{69384DF4-2CEC-D343-B40D-82762449761C}"/>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8" name="Group 133">
                <a:extLst>
                  <a:ext uri="{FF2B5EF4-FFF2-40B4-BE49-F238E27FC236}">
                    <a16:creationId xmlns:a16="http://schemas.microsoft.com/office/drawing/2014/main" id="{C11F5225-9372-7245-B837-0402FFE85CF9}"/>
                  </a:ext>
                </a:extLst>
              </p:cNvPr>
              <p:cNvGrpSpPr>
                <a:grpSpLocks/>
              </p:cNvGrpSpPr>
              <p:nvPr/>
            </p:nvGrpSpPr>
            <p:grpSpPr bwMode="auto">
              <a:xfrm>
                <a:off x="9330660" y="3072767"/>
                <a:ext cx="532759" cy="184809"/>
                <a:chOff x="2356" y="1300"/>
                <a:chExt cx="555" cy="194"/>
              </a:xfrm>
            </p:grpSpPr>
            <p:sp>
              <p:nvSpPr>
                <p:cNvPr id="212468" name="Oval 407">
                  <a:extLst>
                    <a:ext uri="{FF2B5EF4-FFF2-40B4-BE49-F238E27FC236}">
                      <a16:creationId xmlns:a16="http://schemas.microsoft.com/office/drawing/2014/main" id="{AC8D4647-F840-2C47-90A4-1E045B3D3C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9" name="Rectangle 410">
                  <a:extLst>
                    <a:ext uri="{FF2B5EF4-FFF2-40B4-BE49-F238E27FC236}">
                      <a16:creationId xmlns:a16="http://schemas.microsoft.com/office/drawing/2014/main" id="{B1A62944-EAE7-7E43-8999-85E502468E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0" name="Oval 411">
                  <a:extLst>
                    <a:ext uri="{FF2B5EF4-FFF2-40B4-BE49-F238E27FC236}">
                      <a16:creationId xmlns:a16="http://schemas.microsoft.com/office/drawing/2014/main" id="{B55CEF74-BD0A-E14F-8F62-E62882EFC5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1" name="Group 137">
                  <a:extLst>
                    <a:ext uri="{FF2B5EF4-FFF2-40B4-BE49-F238E27FC236}">
                      <a16:creationId xmlns:a16="http://schemas.microsoft.com/office/drawing/2014/main" id="{86BE8552-DE6E-1441-8E62-8C5E44AF1431}"/>
                    </a:ext>
                  </a:extLst>
                </p:cNvPr>
                <p:cNvGrpSpPr>
                  <a:grpSpLocks/>
                </p:cNvGrpSpPr>
                <p:nvPr/>
              </p:nvGrpSpPr>
              <p:grpSpPr bwMode="auto">
                <a:xfrm>
                  <a:off x="2468" y="1332"/>
                  <a:ext cx="310" cy="60"/>
                  <a:chOff x="2468" y="1332"/>
                  <a:chExt cx="310" cy="60"/>
                </a:xfrm>
              </p:grpSpPr>
              <p:sp>
                <p:nvSpPr>
                  <p:cNvPr id="212474" name="Freeform 138">
                    <a:extLst>
                      <a:ext uri="{FF2B5EF4-FFF2-40B4-BE49-F238E27FC236}">
                        <a16:creationId xmlns:a16="http://schemas.microsoft.com/office/drawing/2014/main" id="{011886F2-634D-7A43-9E3F-B0D5E4B082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5" name="Freeform 139">
                    <a:extLst>
                      <a:ext uri="{FF2B5EF4-FFF2-40B4-BE49-F238E27FC236}">
                        <a16:creationId xmlns:a16="http://schemas.microsoft.com/office/drawing/2014/main" id="{745E875F-3D57-B149-AE3A-24D67211D7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72" name="Line 140">
                  <a:extLst>
                    <a:ext uri="{FF2B5EF4-FFF2-40B4-BE49-F238E27FC236}">
                      <a16:creationId xmlns:a16="http://schemas.microsoft.com/office/drawing/2014/main" id="{6C7DCEF3-5492-9E41-98F4-1D0E7669B468}"/>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3" name="Line 141">
                  <a:extLst>
                    <a:ext uri="{FF2B5EF4-FFF2-40B4-BE49-F238E27FC236}">
                      <a16:creationId xmlns:a16="http://schemas.microsoft.com/office/drawing/2014/main" id="{C1E95F02-6F0C-AD4B-940D-EE552827D84C}"/>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9" name="Group 133">
                <a:extLst>
                  <a:ext uri="{FF2B5EF4-FFF2-40B4-BE49-F238E27FC236}">
                    <a16:creationId xmlns:a16="http://schemas.microsoft.com/office/drawing/2014/main" id="{116A8522-2EEF-994E-BBD0-5F4D5716BFBC}"/>
                  </a:ext>
                </a:extLst>
              </p:cNvPr>
              <p:cNvGrpSpPr>
                <a:grpSpLocks/>
              </p:cNvGrpSpPr>
              <p:nvPr/>
            </p:nvGrpSpPr>
            <p:grpSpPr bwMode="auto">
              <a:xfrm>
                <a:off x="8438032" y="3018963"/>
                <a:ext cx="532759" cy="184809"/>
                <a:chOff x="2356" y="1300"/>
                <a:chExt cx="555" cy="194"/>
              </a:xfrm>
            </p:grpSpPr>
            <p:sp>
              <p:nvSpPr>
                <p:cNvPr id="212460" name="Oval 407">
                  <a:extLst>
                    <a:ext uri="{FF2B5EF4-FFF2-40B4-BE49-F238E27FC236}">
                      <a16:creationId xmlns:a16="http://schemas.microsoft.com/office/drawing/2014/main" id="{26DE0F20-7688-3E47-81FC-67B64A0C34B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1" name="Rectangle 410">
                  <a:extLst>
                    <a:ext uri="{FF2B5EF4-FFF2-40B4-BE49-F238E27FC236}">
                      <a16:creationId xmlns:a16="http://schemas.microsoft.com/office/drawing/2014/main" id="{87617361-E2F8-5441-947A-836C2D4716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2" name="Oval 411">
                  <a:extLst>
                    <a:ext uri="{FF2B5EF4-FFF2-40B4-BE49-F238E27FC236}">
                      <a16:creationId xmlns:a16="http://schemas.microsoft.com/office/drawing/2014/main" id="{55B9E919-C891-114A-9F2B-91C55602F44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63" name="Group 137">
                  <a:extLst>
                    <a:ext uri="{FF2B5EF4-FFF2-40B4-BE49-F238E27FC236}">
                      <a16:creationId xmlns:a16="http://schemas.microsoft.com/office/drawing/2014/main" id="{2FAEA4A7-AF75-7A42-B3A6-CA73C06FE0BE}"/>
                    </a:ext>
                  </a:extLst>
                </p:cNvPr>
                <p:cNvGrpSpPr>
                  <a:grpSpLocks/>
                </p:cNvGrpSpPr>
                <p:nvPr/>
              </p:nvGrpSpPr>
              <p:grpSpPr bwMode="auto">
                <a:xfrm>
                  <a:off x="2468" y="1332"/>
                  <a:ext cx="310" cy="60"/>
                  <a:chOff x="2468" y="1332"/>
                  <a:chExt cx="310" cy="60"/>
                </a:xfrm>
              </p:grpSpPr>
              <p:sp>
                <p:nvSpPr>
                  <p:cNvPr id="212466" name="Freeform 138">
                    <a:extLst>
                      <a:ext uri="{FF2B5EF4-FFF2-40B4-BE49-F238E27FC236}">
                        <a16:creationId xmlns:a16="http://schemas.microsoft.com/office/drawing/2014/main" id="{8F8C2317-F654-1644-8A93-893FD07168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7" name="Freeform 139">
                    <a:extLst>
                      <a:ext uri="{FF2B5EF4-FFF2-40B4-BE49-F238E27FC236}">
                        <a16:creationId xmlns:a16="http://schemas.microsoft.com/office/drawing/2014/main" id="{FCC37B34-91F2-B84D-9A8D-F842612E4E2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64" name="Line 140">
                  <a:extLst>
                    <a:ext uri="{FF2B5EF4-FFF2-40B4-BE49-F238E27FC236}">
                      <a16:creationId xmlns:a16="http://schemas.microsoft.com/office/drawing/2014/main" id="{22D337FE-9DD1-3246-8616-2EA35C66807E}"/>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5" name="Line 141">
                  <a:extLst>
                    <a:ext uri="{FF2B5EF4-FFF2-40B4-BE49-F238E27FC236}">
                      <a16:creationId xmlns:a16="http://schemas.microsoft.com/office/drawing/2014/main" id="{CC422D8F-3988-784B-BEBA-5F1200A73ED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sp>
          <p:nvSpPr>
            <p:cNvPr id="212330" name="Oval 417">
              <a:extLst>
                <a:ext uri="{FF2B5EF4-FFF2-40B4-BE49-F238E27FC236}">
                  <a16:creationId xmlns:a16="http://schemas.microsoft.com/office/drawing/2014/main" id="{F3EB77C2-B4A7-E04E-86B3-4302FFACEC95}"/>
                </a:ext>
              </a:extLst>
            </p:cNvPr>
            <p:cNvSpPr>
              <a:spLocks noChangeArrowheads="1"/>
            </p:cNvSpPr>
            <p:nvPr/>
          </p:nvSpPr>
          <p:spPr bwMode="auto">
            <a:xfrm>
              <a:off x="1498600" y="4165600"/>
              <a:ext cx="3086100" cy="11684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331" name="Group 133">
              <a:extLst>
                <a:ext uri="{FF2B5EF4-FFF2-40B4-BE49-F238E27FC236}">
                  <a16:creationId xmlns:a16="http://schemas.microsoft.com/office/drawing/2014/main" id="{E7351890-CEBA-A646-89FA-AF22BBF321A9}"/>
                </a:ext>
              </a:extLst>
            </p:cNvPr>
            <p:cNvGrpSpPr>
              <a:grpSpLocks/>
            </p:cNvGrpSpPr>
            <p:nvPr/>
          </p:nvGrpSpPr>
          <p:grpSpPr bwMode="auto">
            <a:xfrm>
              <a:off x="2152272" y="4264503"/>
              <a:ext cx="513732" cy="157430"/>
              <a:chOff x="2356" y="1300"/>
              <a:chExt cx="555" cy="194"/>
            </a:xfrm>
          </p:grpSpPr>
          <p:sp>
            <p:nvSpPr>
              <p:cNvPr id="212434" name="Oval 492">
                <a:extLst>
                  <a:ext uri="{FF2B5EF4-FFF2-40B4-BE49-F238E27FC236}">
                    <a16:creationId xmlns:a16="http://schemas.microsoft.com/office/drawing/2014/main" id="{EEBD2308-D2A0-AC49-9242-53715D1863B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5" name="Rectangle 410">
                <a:extLst>
                  <a:ext uri="{FF2B5EF4-FFF2-40B4-BE49-F238E27FC236}">
                    <a16:creationId xmlns:a16="http://schemas.microsoft.com/office/drawing/2014/main" id="{532FA6EB-1ED3-8B41-9477-C8FD35FEEC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6" name="Oval 411">
                <a:extLst>
                  <a:ext uri="{FF2B5EF4-FFF2-40B4-BE49-F238E27FC236}">
                    <a16:creationId xmlns:a16="http://schemas.microsoft.com/office/drawing/2014/main" id="{7B459852-FD3F-344F-B1D8-5499EFA31A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37" name="Group 137">
                <a:extLst>
                  <a:ext uri="{FF2B5EF4-FFF2-40B4-BE49-F238E27FC236}">
                    <a16:creationId xmlns:a16="http://schemas.microsoft.com/office/drawing/2014/main" id="{ED6A6714-077A-F745-B1C2-F48388EAF962}"/>
                  </a:ext>
                </a:extLst>
              </p:cNvPr>
              <p:cNvGrpSpPr>
                <a:grpSpLocks/>
              </p:cNvGrpSpPr>
              <p:nvPr/>
            </p:nvGrpSpPr>
            <p:grpSpPr bwMode="auto">
              <a:xfrm>
                <a:off x="2468" y="1332"/>
                <a:ext cx="310" cy="60"/>
                <a:chOff x="2468" y="1332"/>
                <a:chExt cx="310" cy="60"/>
              </a:xfrm>
            </p:grpSpPr>
            <p:sp>
              <p:nvSpPr>
                <p:cNvPr id="212440" name="Freeform 138">
                  <a:extLst>
                    <a:ext uri="{FF2B5EF4-FFF2-40B4-BE49-F238E27FC236}">
                      <a16:creationId xmlns:a16="http://schemas.microsoft.com/office/drawing/2014/main" id="{FC08ABC9-D715-6C4C-B404-5FAE1905BD6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41" name="Freeform 139">
                  <a:extLst>
                    <a:ext uri="{FF2B5EF4-FFF2-40B4-BE49-F238E27FC236}">
                      <a16:creationId xmlns:a16="http://schemas.microsoft.com/office/drawing/2014/main" id="{67601DD4-804A-B34E-BDC9-E672FC8A461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8" name="Line 140">
                <a:extLst>
                  <a:ext uri="{FF2B5EF4-FFF2-40B4-BE49-F238E27FC236}">
                    <a16:creationId xmlns:a16="http://schemas.microsoft.com/office/drawing/2014/main" id="{41294936-6401-5640-9DE5-9B9F307CD1F2}"/>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9" name="Line 141">
                <a:extLst>
                  <a:ext uri="{FF2B5EF4-FFF2-40B4-BE49-F238E27FC236}">
                    <a16:creationId xmlns:a16="http://schemas.microsoft.com/office/drawing/2014/main" id="{FAB6011B-18DC-7041-93B1-5B583D1FF282}"/>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32" name="Straight Connector 419">
              <a:extLst>
                <a:ext uri="{FF2B5EF4-FFF2-40B4-BE49-F238E27FC236}">
                  <a16:creationId xmlns:a16="http://schemas.microsoft.com/office/drawing/2014/main" id="{092470B9-25E6-754D-8107-D52A201D7C5C}"/>
                </a:ext>
              </a:extLst>
            </p:cNvPr>
            <p:cNvCxnSpPr>
              <a:cxnSpLocks noChangeShapeType="1"/>
              <a:stCxn id="212439" idx="0"/>
            </p:cNvCxnSpPr>
            <p:nvPr/>
          </p:nvCxnSpPr>
          <p:spPr bwMode="auto">
            <a:xfrm>
              <a:off x="2662301" y="4315627"/>
              <a:ext cx="940542"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3" name="Straight Connector 420">
              <a:extLst>
                <a:ext uri="{FF2B5EF4-FFF2-40B4-BE49-F238E27FC236}">
                  <a16:creationId xmlns:a16="http://schemas.microsoft.com/office/drawing/2014/main" id="{1D46469C-FF4A-124C-9333-1C53B8874127}"/>
                </a:ext>
              </a:extLst>
            </p:cNvPr>
            <p:cNvCxnSpPr>
              <a:cxnSpLocks noChangeShapeType="1"/>
            </p:cNvCxnSpPr>
            <p:nvPr/>
          </p:nvCxnSpPr>
          <p:spPr bwMode="auto">
            <a:xfrm>
              <a:off x="3112420" y="4624312"/>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4" name="Straight Connector 421">
              <a:extLst>
                <a:ext uri="{FF2B5EF4-FFF2-40B4-BE49-F238E27FC236}">
                  <a16:creationId xmlns:a16="http://schemas.microsoft.com/office/drawing/2014/main" id="{DD95A713-4EED-B644-8C9C-300479A1AF69}"/>
                </a:ext>
              </a:extLst>
            </p:cNvPr>
            <p:cNvCxnSpPr>
              <a:cxnSpLocks noChangeShapeType="1"/>
            </p:cNvCxnSpPr>
            <p:nvPr/>
          </p:nvCxnSpPr>
          <p:spPr bwMode="auto">
            <a:xfrm flipV="1">
              <a:off x="2920421" y="4797923"/>
              <a:ext cx="234667" cy="3886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5" name="Straight Connector 422">
              <a:extLst>
                <a:ext uri="{FF2B5EF4-FFF2-40B4-BE49-F238E27FC236}">
                  <a16:creationId xmlns:a16="http://schemas.microsoft.com/office/drawing/2014/main" id="{9FD77C7D-708D-3B42-A3AD-E02039445C39}"/>
                </a:ext>
              </a:extLst>
            </p:cNvPr>
            <p:cNvCxnSpPr>
              <a:cxnSpLocks noChangeShapeType="1"/>
            </p:cNvCxnSpPr>
            <p:nvPr/>
          </p:nvCxnSpPr>
          <p:spPr bwMode="auto">
            <a:xfrm flipV="1">
              <a:off x="2636021" y="4648552"/>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6" name="Straight Connector 423">
              <a:extLst>
                <a:ext uri="{FF2B5EF4-FFF2-40B4-BE49-F238E27FC236}">
                  <a16:creationId xmlns:a16="http://schemas.microsoft.com/office/drawing/2014/main" id="{B22933AE-4816-BF44-845B-6E3CC3BA11BF}"/>
                </a:ext>
              </a:extLst>
            </p:cNvPr>
            <p:cNvCxnSpPr>
              <a:cxnSpLocks noChangeShapeType="1"/>
            </p:cNvCxnSpPr>
            <p:nvPr/>
          </p:nvCxnSpPr>
          <p:spPr bwMode="auto">
            <a:xfrm flipV="1">
              <a:off x="2348386" y="4902261"/>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7" name="Straight Connector 424">
              <a:extLst>
                <a:ext uri="{FF2B5EF4-FFF2-40B4-BE49-F238E27FC236}">
                  <a16:creationId xmlns:a16="http://schemas.microsoft.com/office/drawing/2014/main" id="{BDBAB80A-A0DD-C949-AD2F-A30A123B17BB}"/>
                </a:ext>
              </a:extLst>
            </p:cNvPr>
            <p:cNvCxnSpPr>
              <a:cxnSpLocks noChangeShapeType="1"/>
            </p:cNvCxnSpPr>
            <p:nvPr/>
          </p:nvCxnSpPr>
          <p:spPr bwMode="auto">
            <a:xfrm flipV="1">
              <a:off x="3127556" y="4839861"/>
              <a:ext cx="243934" cy="21546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8" name="Straight Connector 425">
              <a:extLst>
                <a:ext uri="{FF2B5EF4-FFF2-40B4-BE49-F238E27FC236}">
                  <a16:creationId xmlns:a16="http://schemas.microsoft.com/office/drawing/2014/main" id="{E14B2FE8-04B9-424A-BCE8-28E93F1095BB}"/>
                </a:ext>
              </a:extLst>
            </p:cNvPr>
            <p:cNvCxnSpPr>
              <a:cxnSpLocks noChangeShapeType="1"/>
            </p:cNvCxnSpPr>
            <p:nvPr/>
          </p:nvCxnSpPr>
          <p:spPr bwMode="auto">
            <a:xfrm flipH="1" flipV="1">
              <a:off x="3601475" y="4827802"/>
              <a:ext cx="342282" cy="1059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9" name="Straight Connector 426">
              <a:extLst>
                <a:ext uri="{FF2B5EF4-FFF2-40B4-BE49-F238E27FC236}">
                  <a16:creationId xmlns:a16="http://schemas.microsoft.com/office/drawing/2014/main" id="{34E7F923-3A06-0F4D-9346-BAD76B407F68}"/>
                </a:ext>
              </a:extLst>
            </p:cNvPr>
            <p:cNvCxnSpPr>
              <a:cxnSpLocks noChangeShapeType="1"/>
            </p:cNvCxnSpPr>
            <p:nvPr/>
          </p:nvCxnSpPr>
          <p:spPr bwMode="auto">
            <a:xfrm flipV="1">
              <a:off x="3587812" y="4532358"/>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0" name="Straight Connector 427">
              <a:extLst>
                <a:ext uri="{FF2B5EF4-FFF2-40B4-BE49-F238E27FC236}">
                  <a16:creationId xmlns:a16="http://schemas.microsoft.com/office/drawing/2014/main" id="{BB80891E-C3E0-3D4D-BA0B-513467907B5F}"/>
                </a:ext>
              </a:extLst>
            </p:cNvPr>
            <p:cNvCxnSpPr>
              <a:cxnSpLocks noChangeShapeType="1"/>
              <a:endCxn id="212434" idx="4"/>
            </p:cNvCxnSpPr>
            <p:nvPr/>
          </p:nvCxnSpPr>
          <p:spPr bwMode="auto">
            <a:xfrm flipH="1" flipV="1">
              <a:off x="2408213" y="4421934"/>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341" name="Group 133">
              <a:extLst>
                <a:ext uri="{FF2B5EF4-FFF2-40B4-BE49-F238E27FC236}">
                  <a16:creationId xmlns:a16="http://schemas.microsoft.com/office/drawing/2014/main" id="{3C9B9C79-44AB-9845-B93F-243C03D2B6BB}"/>
                </a:ext>
              </a:extLst>
            </p:cNvPr>
            <p:cNvGrpSpPr>
              <a:grpSpLocks/>
            </p:cNvGrpSpPr>
            <p:nvPr/>
          </p:nvGrpSpPr>
          <p:grpSpPr bwMode="auto">
            <a:xfrm>
              <a:off x="3144256" y="4681760"/>
              <a:ext cx="513732" cy="157430"/>
              <a:chOff x="2356" y="1300"/>
              <a:chExt cx="555" cy="194"/>
            </a:xfrm>
          </p:grpSpPr>
          <p:sp>
            <p:nvSpPr>
              <p:cNvPr id="212426" name="Oval 407">
                <a:extLst>
                  <a:ext uri="{FF2B5EF4-FFF2-40B4-BE49-F238E27FC236}">
                    <a16:creationId xmlns:a16="http://schemas.microsoft.com/office/drawing/2014/main" id="{5B9F3A69-ABCA-854D-9577-C62049D3FD74}"/>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7" name="Rectangle 410">
                <a:extLst>
                  <a:ext uri="{FF2B5EF4-FFF2-40B4-BE49-F238E27FC236}">
                    <a16:creationId xmlns:a16="http://schemas.microsoft.com/office/drawing/2014/main" id="{2639C9AF-BEE6-1E42-B232-4DD8FD7129D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8" name="Oval 411">
                <a:extLst>
                  <a:ext uri="{FF2B5EF4-FFF2-40B4-BE49-F238E27FC236}">
                    <a16:creationId xmlns:a16="http://schemas.microsoft.com/office/drawing/2014/main" id="{28499526-DF01-DB46-85E7-6C99CE6E7F0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9" name="Group 137">
                <a:extLst>
                  <a:ext uri="{FF2B5EF4-FFF2-40B4-BE49-F238E27FC236}">
                    <a16:creationId xmlns:a16="http://schemas.microsoft.com/office/drawing/2014/main" id="{40CB12FB-1915-6846-9842-91B6EE7C0A5D}"/>
                  </a:ext>
                </a:extLst>
              </p:cNvPr>
              <p:cNvGrpSpPr>
                <a:grpSpLocks/>
              </p:cNvGrpSpPr>
              <p:nvPr/>
            </p:nvGrpSpPr>
            <p:grpSpPr bwMode="auto">
              <a:xfrm>
                <a:off x="2468" y="1332"/>
                <a:ext cx="310" cy="60"/>
                <a:chOff x="2468" y="1332"/>
                <a:chExt cx="310" cy="60"/>
              </a:xfrm>
            </p:grpSpPr>
            <p:sp>
              <p:nvSpPr>
                <p:cNvPr id="212432" name="Freeform 138">
                  <a:extLst>
                    <a:ext uri="{FF2B5EF4-FFF2-40B4-BE49-F238E27FC236}">
                      <a16:creationId xmlns:a16="http://schemas.microsoft.com/office/drawing/2014/main" id="{847CB771-DA3E-AC42-B8DF-A1BF5BDEC0E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3" name="Freeform 139">
                  <a:extLst>
                    <a:ext uri="{FF2B5EF4-FFF2-40B4-BE49-F238E27FC236}">
                      <a16:creationId xmlns:a16="http://schemas.microsoft.com/office/drawing/2014/main" id="{E3E08C2B-917B-D346-AA4E-B5EBC713C3F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0" name="Line 140">
                <a:extLst>
                  <a:ext uri="{FF2B5EF4-FFF2-40B4-BE49-F238E27FC236}">
                    <a16:creationId xmlns:a16="http://schemas.microsoft.com/office/drawing/2014/main" id="{99A7E912-C929-E946-B023-45C8446B1566}"/>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1" name="Line 141">
                <a:extLst>
                  <a:ext uri="{FF2B5EF4-FFF2-40B4-BE49-F238E27FC236}">
                    <a16:creationId xmlns:a16="http://schemas.microsoft.com/office/drawing/2014/main" id="{832EA990-9C84-BB4E-879A-E24BB21279D5}"/>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2" name="Group 133">
              <a:extLst>
                <a:ext uri="{FF2B5EF4-FFF2-40B4-BE49-F238E27FC236}">
                  <a16:creationId xmlns:a16="http://schemas.microsoft.com/office/drawing/2014/main" id="{1FD19532-3C6A-6944-B7A0-491DBB859B94}"/>
                </a:ext>
              </a:extLst>
            </p:cNvPr>
            <p:cNvGrpSpPr>
              <a:grpSpLocks/>
            </p:cNvGrpSpPr>
            <p:nvPr/>
          </p:nvGrpSpPr>
          <p:grpSpPr bwMode="auto">
            <a:xfrm>
              <a:off x="2389607" y="4745634"/>
              <a:ext cx="513732" cy="157430"/>
              <a:chOff x="2356" y="1300"/>
              <a:chExt cx="555" cy="194"/>
            </a:xfrm>
          </p:grpSpPr>
          <p:sp>
            <p:nvSpPr>
              <p:cNvPr id="212418" name="Oval 407">
                <a:extLst>
                  <a:ext uri="{FF2B5EF4-FFF2-40B4-BE49-F238E27FC236}">
                    <a16:creationId xmlns:a16="http://schemas.microsoft.com/office/drawing/2014/main" id="{EF59029F-35B4-5849-B931-B02AC2AB14C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9" name="Rectangle 410">
                <a:extLst>
                  <a:ext uri="{FF2B5EF4-FFF2-40B4-BE49-F238E27FC236}">
                    <a16:creationId xmlns:a16="http://schemas.microsoft.com/office/drawing/2014/main" id="{08EBCE26-9B87-5E46-B45E-E25C0C68FD3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0" name="Oval 411">
                <a:extLst>
                  <a:ext uri="{FF2B5EF4-FFF2-40B4-BE49-F238E27FC236}">
                    <a16:creationId xmlns:a16="http://schemas.microsoft.com/office/drawing/2014/main" id="{0F10270F-362A-6542-AE2B-5ADF00F2B4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1" name="Group 137">
                <a:extLst>
                  <a:ext uri="{FF2B5EF4-FFF2-40B4-BE49-F238E27FC236}">
                    <a16:creationId xmlns:a16="http://schemas.microsoft.com/office/drawing/2014/main" id="{B2B95FB2-765D-8E40-8C40-F185E5E13DFC}"/>
                  </a:ext>
                </a:extLst>
              </p:cNvPr>
              <p:cNvGrpSpPr>
                <a:grpSpLocks/>
              </p:cNvGrpSpPr>
              <p:nvPr/>
            </p:nvGrpSpPr>
            <p:grpSpPr bwMode="auto">
              <a:xfrm>
                <a:off x="2468" y="1332"/>
                <a:ext cx="310" cy="60"/>
                <a:chOff x="2468" y="1332"/>
                <a:chExt cx="310" cy="60"/>
              </a:xfrm>
            </p:grpSpPr>
            <p:sp>
              <p:nvSpPr>
                <p:cNvPr id="212424" name="Freeform 138">
                  <a:extLst>
                    <a:ext uri="{FF2B5EF4-FFF2-40B4-BE49-F238E27FC236}">
                      <a16:creationId xmlns:a16="http://schemas.microsoft.com/office/drawing/2014/main" id="{CE942ADE-85A2-6D40-8786-3982111C0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5" name="Freeform 139">
                  <a:extLst>
                    <a:ext uri="{FF2B5EF4-FFF2-40B4-BE49-F238E27FC236}">
                      <a16:creationId xmlns:a16="http://schemas.microsoft.com/office/drawing/2014/main" id="{4709E040-8779-E148-8461-4E6DD6FF313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22" name="Line 140">
                <a:extLst>
                  <a:ext uri="{FF2B5EF4-FFF2-40B4-BE49-F238E27FC236}">
                    <a16:creationId xmlns:a16="http://schemas.microsoft.com/office/drawing/2014/main" id="{2EC5C348-D5F7-E848-916C-C461A6C48088}"/>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3" name="Line 141">
                <a:extLst>
                  <a:ext uri="{FF2B5EF4-FFF2-40B4-BE49-F238E27FC236}">
                    <a16:creationId xmlns:a16="http://schemas.microsoft.com/office/drawing/2014/main" id="{53C8DA15-629E-8D47-9DC4-63C6A069CF6A}"/>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3" name="Group 133">
              <a:extLst>
                <a:ext uri="{FF2B5EF4-FFF2-40B4-BE49-F238E27FC236}">
                  <a16:creationId xmlns:a16="http://schemas.microsoft.com/office/drawing/2014/main" id="{765B90C5-892F-0246-B0AA-9171237C36FB}"/>
                </a:ext>
              </a:extLst>
            </p:cNvPr>
            <p:cNvGrpSpPr>
              <a:grpSpLocks/>
            </p:cNvGrpSpPr>
            <p:nvPr/>
          </p:nvGrpSpPr>
          <p:grpSpPr bwMode="auto">
            <a:xfrm>
              <a:off x="2667612" y="4492209"/>
              <a:ext cx="513732" cy="157430"/>
              <a:chOff x="2356" y="1300"/>
              <a:chExt cx="555" cy="194"/>
            </a:xfrm>
          </p:grpSpPr>
          <p:sp>
            <p:nvSpPr>
              <p:cNvPr id="212410" name="Oval 407">
                <a:extLst>
                  <a:ext uri="{FF2B5EF4-FFF2-40B4-BE49-F238E27FC236}">
                    <a16:creationId xmlns:a16="http://schemas.microsoft.com/office/drawing/2014/main" id="{8450505A-D0E4-334D-A6D2-E56B9DCE28D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1" name="Rectangle 410">
                <a:extLst>
                  <a:ext uri="{FF2B5EF4-FFF2-40B4-BE49-F238E27FC236}">
                    <a16:creationId xmlns:a16="http://schemas.microsoft.com/office/drawing/2014/main" id="{ACCBA3C4-5E92-5D42-822C-E712FCFC378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2" name="Oval 411">
                <a:extLst>
                  <a:ext uri="{FF2B5EF4-FFF2-40B4-BE49-F238E27FC236}">
                    <a16:creationId xmlns:a16="http://schemas.microsoft.com/office/drawing/2014/main" id="{A3386F0E-8B2D-5841-A6BD-B8C379AA993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13" name="Group 137">
                <a:extLst>
                  <a:ext uri="{FF2B5EF4-FFF2-40B4-BE49-F238E27FC236}">
                    <a16:creationId xmlns:a16="http://schemas.microsoft.com/office/drawing/2014/main" id="{26F2B019-E293-DC4E-9699-082AD56AFB3D}"/>
                  </a:ext>
                </a:extLst>
              </p:cNvPr>
              <p:cNvGrpSpPr>
                <a:grpSpLocks/>
              </p:cNvGrpSpPr>
              <p:nvPr/>
            </p:nvGrpSpPr>
            <p:grpSpPr bwMode="auto">
              <a:xfrm>
                <a:off x="2468" y="1332"/>
                <a:ext cx="310" cy="60"/>
                <a:chOff x="2468" y="1332"/>
                <a:chExt cx="310" cy="60"/>
              </a:xfrm>
            </p:grpSpPr>
            <p:sp>
              <p:nvSpPr>
                <p:cNvPr id="212416" name="Freeform 138">
                  <a:extLst>
                    <a:ext uri="{FF2B5EF4-FFF2-40B4-BE49-F238E27FC236}">
                      <a16:creationId xmlns:a16="http://schemas.microsoft.com/office/drawing/2014/main" id="{DB730DFB-10CF-834A-8A1F-8D99EAB4C9A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7" name="Freeform 139">
                  <a:extLst>
                    <a:ext uri="{FF2B5EF4-FFF2-40B4-BE49-F238E27FC236}">
                      <a16:creationId xmlns:a16="http://schemas.microsoft.com/office/drawing/2014/main" id="{294C6390-D20F-8D4E-92C7-D8D0368A016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14" name="Line 140">
                <a:extLst>
                  <a:ext uri="{FF2B5EF4-FFF2-40B4-BE49-F238E27FC236}">
                    <a16:creationId xmlns:a16="http://schemas.microsoft.com/office/drawing/2014/main" id="{0CC4C051-92D9-0C4A-BA08-6AA3F7B6C74B}"/>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5" name="Line 141">
                <a:extLst>
                  <a:ext uri="{FF2B5EF4-FFF2-40B4-BE49-F238E27FC236}">
                    <a16:creationId xmlns:a16="http://schemas.microsoft.com/office/drawing/2014/main" id="{DADFDC5E-543D-1A4F-9535-A63BAF4AD45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4" name="Group 133">
              <a:extLst>
                <a:ext uri="{FF2B5EF4-FFF2-40B4-BE49-F238E27FC236}">
                  <a16:creationId xmlns:a16="http://schemas.microsoft.com/office/drawing/2014/main" id="{AC489919-23DC-A74F-BC5E-03B0780A3DD8}"/>
                </a:ext>
              </a:extLst>
            </p:cNvPr>
            <p:cNvGrpSpPr>
              <a:grpSpLocks/>
            </p:cNvGrpSpPr>
            <p:nvPr/>
          </p:nvGrpSpPr>
          <p:grpSpPr bwMode="auto">
            <a:xfrm>
              <a:off x="3578257" y="4374518"/>
              <a:ext cx="513732" cy="157430"/>
              <a:chOff x="2356" y="1300"/>
              <a:chExt cx="555" cy="194"/>
            </a:xfrm>
          </p:grpSpPr>
          <p:sp>
            <p:nvSpPr>
              <p:cNvPr id="212402" name="Oval 407">
                <a:extLst>
                  <a:ext uri="{FF2B5EF4-FFF2-40B4-BE49-F238E27FC236}">
                    <a16:creationId xmlns:a16="http://schemas.microsoft.com/office/drawing/2014/main" id="{8F62846A-7ED3-0D41-893C-AA8ABCCEC10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3" name="Rectangle 410">
                <a:extLst>
                  <a:ext uri="{FF2B5EF4-FFF2-40B4-BE49-F238E27FC236}">
                    <a16:creationId xmlns:a16="http://schemas.microsoft.com/office/drawing/2014/main" id="{1A61DF7E-4CE5-2E4D-87F9-D1A9222CA53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4" name="Oval 411">
                <a:extLst>
                  <a:ext uri="{FF2B5EF4-FFF2-40B4-BE49-F238E27FC236}">
                    <a16:creationId xmlns:a16="http://schemas.microsoft.com/office/drawing/2014/main" id="{AF3C5BB6-1980-E74F-937E-401D386C545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05" name="Group 137">
                <a:extLst>
                  <a:ext uri="{FF2B5EF4-FFF2-40B4-BE49-F238E27FC236}">
                    <a16:creationId xmlns:a16="http://schemas.microsoft.com/office/drawing/2014/main" id="{E7951780-FF12-1D42-AE17-FA840E6A5C4C}"/>
                  </a:ext>
                </a:extLst>
              </p:cNvPr>
              <p:cNvGrpSpPr>
                <a:grpSpLocks/>
              </p:cNvGrpSpPr>
              <p:nvPr/>
            </p:nvGrpSpPr>
            <p:grpSpPr bwMode="auto">
              <a:xfrm>
                <a:off x="2468" y="1332"/>
                <a:ext cx="310" cy="60"/>
                <a:chOff x="2468" y="1332"/>
                <a:chExt cx="310" cy="60"/>
              </a:xfrm>
            </p:grpSpPr>
            <p:sp>
              <p:nvSpPr>
                <p:cNvPr id="212408" name="Freeform 138">
                  <a:extLst>
                    <a:ext uri="{FF2B5EF4-FFF2-40B4-BE49-F238E27FC236}">
                      <a16:creationId xmlns:a16="http://schemas.microsoft.com/office/drawing/2014/main" id="{C3EB81B5-31D1-674A-8C3D-F4835472A8C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9" name="Freeform 139">
                  <a:extLst>
                    <a:ext uri="{FF2B5EF4-FFF2-40B4-BE49-F238E27FC236}">
                      <a16:creationId xmlns:a16="http://schemas.microsoft.com/office/drawing/2014/main" id="{AFA1D2D9-AC22-6C46-9804-C3A0F022165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06" name="Line 140">
                <a:extLst>
                  <a:ext uri="{FF2B5EF4-FFF2-40B4-BE49-F238E27FC236}">
                    <a16:creationId xmlns:a16="http://schemas.microsoft.com/office/drawing/2014/main" id="{3BE3CB23-B550-B24A-961B-B7696B26571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7" name="Line 141">
                <a:extLst>
                  <a:ext uri="{FF2B5EF4-FFF2-40B4-BE49-F238E27FC236}">
                    <a16:creationId xmlns:a16="http://schemas.microsoft.com/office/drawing/2014/main" id="{056EB8FE-8CB2-3D4C-A84C-9CF5FF1D0297}"/>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5" name="Group 133">
              <a:extLst>
                <a:ext uri="{FF2B5EF4-FFF2-40B4-BE49-F238E27FC236}">
                  <a16:creationId xmlns:a16="http://schemas.microsoft.com/office/drawing/2014/main" id="{9708FB44-81F0-8F46-A168-91749747EB09}"/>
                </a:ext>
              </a:extLst>
            </p:cNvPr>
            <p:cNvGrpSpPr>
              <a:grpSpLocks/>
            </p:cNvGrpSpPr>
            <p:nvPr/>
          </p:nvGrpSpPr>
          <p:grpSpPr bwMode="auto">
            <a:xfrm>
              <a:off x="3797517" y="4879602"/>
              <a:ext cx="513732" cy="157430"/>
              <a:chOff x="2356" y="1300"/>
              <a:chExt cx="555" cy="194"/>
            </a:xfrm>
          </p:grpSpPr>
          <p:sp>
            <p:nvSpPr>
              <p:cNvPr id="212394" name="Oval 407">
                <a:extLst>
                  <a:ext uri="{FF2B5EF4-FFF2-40B4-BE49-F238E27FC236}">
                    <a16:creationId xmlns:a16="http://schemas.microsoft.com/office/drawing/2014/main" id="{2F33FFD2-A75D-DD42-873F-D6099188347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5" name="Rectangle 410">
                <a:extLst>
                  <a:ext uri="{FF2B5EF4-FFF2-40B4-BE49-F238E27FC236}">
                    <a16:creationId xmlns:a16="http://schemas.microsoft.com/office/drawing/2014/main" id="{C19BA767-E55C-584A-A7CA-8D0E63010F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6" name="Oval 411">
                <a:extLst>
                  <a:ext uri="{FF2B5EF4-FFF2-40B4-BE49-F238E27FC236}">
                    <a16:creationId xmlns:a16="http://schemas.microsoft.com/office/drawing/2014/main" id="{0AA72197-3A39-014C-AEC8-CA58E95ECC2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97" name="Group 137">
                <a:extLst>
                  <a:ext uri="{FF2B5EF4-FFF2-40B4-BE49-F238E27FC236}">
                    <a16:creationId xmlns:a16="http://schemas.microsoft.com/office/drawing/2014/main" id="{6C0714E0-0094-2940-B423-9E87F53FA058}"/>
                  </a:ext>
                </a:extLst>
              </p:cNvPr>
              <p:cNvGrpSpPr>
                <a:grpSpLocks/>
              </p:cNvGrpSpPr>
              <p:nvPr/>
            </p:nvGrpSpPr>
            <p:grpSpPr bwMode="auto">
              <a:xfrm>
                <a:off x="2468" y="1332"/>
                <a:ext cx="310" cy="60"/>
                <a:chOff x="2468" y="1332"/>
                <a:chExt cx="310" cy="60"/>
              </a:xfrm>
            </p:grpSpPr>
            <p:sp>
              <p:nvSpPr>
                <p:cNvPr id="212400" name="Freeform 138">
                  <a:extLst>
                    <a:ext uri="{FF2B5EF4-FFF2-40B4-BE49-F238E27FC236}">
                      <a16:creationId xmlns:a16="http://schemas.microsoft.com/office/drawing/2014/main" id="{1DEC0890-CFB3-D142-BDBA-01853CAC8BA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1" name="Freeform 139">
                  <a:extLst>
                    <a:ext uri="{FF2B5EF4-FFF2-40B4-BE49-F238E27FC236}">
                      <a16:creationId xmlns:a16="http://schemas.microsoft.com/office/drawing/2014/main" id="{55989B49-AAF6-3949-BAD4-D234242AC8E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8" name="Line 140">
                <a:extLst>
                  <a:ext uri="{FF2B5EF4-FFF2-40B4-BE49-F238E27FC236}">
                    <a16:creationId xmlns:a16="http://schemas.microsoft.com/office/drawing/2014/main" id="{1C513002-E3FB-3243-8B2D-E2410BA085F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9" name="Line 141">
                <a:extLst>
                  <a:ext uri="{FF2B5EF4-FFF2-40B4-BE49-F238E27FC236}">
                    <a16:creationId xmlns:a16="http://schemas.microsoft.com/office/drawing/2014/main" id="{667FCE78-4768-944A-AC97-0F371A72C3DC}"/>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6" name="Group 133">
              <a:extLst>
                <a:ext uri="{FF2B5EF4-FFF2-40B4-BE49-F238E27FC236}">
                  <a16:creationId xmlns:a16="http://schemas.microsoft.com/office/drawing/2014/main" id="{BAC969A7-FBF2-7E4A-83B2-CEC18BF31689}"/>
                </a:ext>
              </a:extLst>
            </p:cNvPr>
            <p:cNvGrpSpPr>
              <a:grpSpLocks/>
            </p:cNvGrpSpPr>
            <p:nvPr/>
          </p:nvGrpSpPr>
          <p:grpSpPr bwMode="auto">
            <a:xfrm>
              <a:off x="2927730" y="5041361"/>
              <a:ext cx="513732" cy="157430"/>
              <a:chOff x="2356" y="1300"/>
              <a:chExt cx="555" cy="194"/>
            </a:xfrm>
          </p:grpSpPr>
          <p:sp>
            <p:nvSpPr>
              <p:cNvPr id="212386" name="Oval 407">
                <a:extLst>
                  <a:ext uri="{FF2B5EF4-FFF2-40B4-BE49-F238E27FC236}">
                    <a16:creationId xmlns:a16="http://schemas.microsoft.com/office/drawing/2014/main" id="{F9C686C5-20E3-4D4C-9476-74BB5092CE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7" name="Rectangle 410">
                <a:extLst>
                  <a:ext uri="{FF2B5EF4-FFF2-40B4-BE49-F238E27FC236}">
                    <a16:creationId xmlns:a16="http://schemas.microsoft.com/office/drawing/2014/main" id="{303650D4-5E03-4C4E-A363-372D37C537C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8" name="Oval 411">
                <a:extLst>
                  <a:ext uri="{FF2B5EF4-FFF2-40B4-BE49-F238E27FC236}">
                    <a16:creationId xmlns:a16="http://schemas.microsoft.com/office/drawing/2014/main" id="{C3921D9A-BB10-C74A-9C49-2E9FFB4B558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9" name="Group 137">
                <a:extLst>
                  <a:ext uri="{FF2B5EF4-FFF2-40B4-BE49-F238E27FC236}">
                    <a16:creationId xmlns:a16="http://schemas.microsoft.com/office/drawing/2014/main" id="{1368B42A-E1D4-4E41-A535-6A0F08ED5C74}"/>
                  </a:ext>
                </a:extLst>
              </p:cNvPr>
              <p:cNvGrpSpPr>
                <a:grpSpLocks/>
              </p:cNvGrpSpPr>
              <p:nvPr/>
            </p:nvGrpSpPr>
            <p:grpSpPr bwMode="auto">
              <a:xfrm>
                <a:off x="2468" y="1332"/>
                <a:ext cx="310" cy="60"/>
                <a:chOff x="2468" y="1332"/>
                <a:chExt cx="310" cy="60"/>
              </a:xfrm>
            </p:grpSpPr>
            <p:sp>
              <p:nvSpPr>
                <p:cNvPr id="212392" name="Freeform 138">
                  <a:extLst>
                    <a:ext uri="{FF2B5EF4-FFF2-40B4-BE49-F238E27FC236}">
                      <a16:creationId xmlns:a16="http://schemas.microsoft.com/office/drawing/2014/main" id="{DC2B0CDE-E5F3-8B4D-AEBE-6210B39491D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3" name="Freeform 139">
                  <a:extLst>
                    <a:ext uri="{FF2B5EF4-FFF2-40B4-BE49-F238E27FC236}">
                      <a16:creationId xmlns:a16="http://schemas.microsoft.com/office/drawing/2014/main" id="{AE410816-FCD6-7E45-A8F5-619164B609A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0" name="Line 140">
                <a:extLst>
                  <a:ext uri="{FF2B5EF4-FFF2-40B4-BE49-F238E27FC236}">
                    <a16:creationId xmlns:a16="http://schemas.microsoft.com/office/drawing/2014/main" id="{97701F79-D645-3040-823B-E562904B57B1}"/>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1" name="Line 141">
                <a:extLst>
                  <a:ext uri="{FF2B5EF4-FFF2-40B4-BE49-F238E27FC236}">
                    <a16:creationId xmlns:a16="http://schemas.microsoft.com/office/drawing/2014/main" id="{C2C3393C-A20E-2546-BA69-6E66D108EE2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7" name="Group 133">
              <a:extLst>
                <a:ext uri="{FF2B5EF4-FFF2-40B4-BE49-F238E27FC236}">
                  <a16:creationId xmlns:a16="http://schemas.microsoft.com/office/drawing/2014/main" id="{52520BE8-E097-9D4A-90EB-4DB743A57D28}"/>
                </a:ext>
              </a:extLst>
            </p:cNvPr>
            <p:cNvGrpSpPr>
              <a:grpSpLocks/>
            </p:cNvGrpSpPr>
            <p:nvPr/>
          </p:nvGrpSpPr>
          <p:grpSpPr bwMode="auto">
            <a:xfrm>
              <a:off x="2066981" y="4995528"/>
              <a:ext cx="513732" cy="157430"/>
              <a:chOff x="2356" y="1300"/>
              <a:chExt cx="555" cy="194"/>
            </a:xfrm>
          </p:grpSpPr>
          <p:sp>
            <p:nvSpPr>
              <p:cNvPr id="212378" name="Oval 407">
                <a:extLst>
                  <a:ext uri="{FF2B5EF4-FFF2-40B4-BE49-F238E27FC236}">
                    <a16:creationId xmlns:a16="http://schemas.microsoft.com/office/drawing/2014/main" id="{17851E51-11FE-E54F-9828-F63F5240834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79" name="Rectangle 410">
                <a:extLst>
                  <a:ext uri="{FF2B5EF4-FFF2-40B4-BE49-F238E27FC236}">
                    <a16:creationId xmlns:a16="http://schemas.microsoft.com/office/drawing/2014/main" id="{652E2E03-B9B4-8844-A236-4B0AE646459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0" name="Oval 411">
                <a:extLst>
                  <a:ext uri="{FF2B5EF4-FFF2-40B4-BE49-F238E27FC236}">
                    <a16:creationId xmlns:a16="http://schemas.microsoft.com/office/drawing/2014/main" id="{7B869092-152F-8849-94DF-C2E8EEB818F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1" name="Group 137">
                <a:extLst>
                  <a:ext uri="{FF2B5EF4-FFF2-40B4-BE49-F238E27FC236}">
                    <a16:creationId xmlns:a16="http://schemas.microsoft.com/office/drawing/2014/main" id="{D7AB1565-C144-CF40-923D-62CBCCEB8071}"/>
                  </a:ext>
                </a:extLst>
              </p:cNvPr>
              <p:cNvGrpSpPr>
                <a:grpSpLocks/>
              </p:cNvGrpSpPr>
              <p:nvPr/>
            </p:nvGrpSpPr>
            <p:grpSpPr bwMode="auto">
              <a:xfrm>
                <a:off x="2468" y="1332"/>
                <a:ext cx="310" cy="60"/>
                <a:chOff x="2468" y="1332"/>
                <a:chExt cx="310" cy="60"/>
              </a:xfrm>
            </p:grpSpPr>
            <p:sp>
              <p:nvSpPr>
                <p:cNvPr id="212384" name="Freeform 138">
                  <a:extLst>
                    <a:ext uri="{FF2B5EF4-FFF2-40B4-BE49-F238E27FC236}">
                      <a16:creationId xmlns:a16="http://schemas.microsoft.com/office/drawing/2014/main" id="{79DCBDC9-25CB-D04A-B18F-49C0271ECB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5" name="Freeform 139">
                  <a:extLst>
                    <a:ext uri="{FF2B5EF4-FFF2-40B4-BE49-F238E27FC236}">
                      <a16:creationId xmlns:a16="http://schemas.microsoft.com/office/drawing/2014/main" id="{EE1506B3-91A9-8545-BF42-773A7261D06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82" name="Line 140">
                <a:extLst>
                  <a:ext uri="{FF2B5EF4-FFF2-40B4-BE49-F238E27FC236}">
                    <a16:creationId xmlns:a16="http://schemas.microsoft.com/office/drawing/2014/main" id="{6D758495-4525-1840-9108-433D7676F03D}"/>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3" name="Line 141">
                <a:extLst>
                  <a:ext uri="{FF2B5EF4-FFF2-40B4-BE49-F238E27FC236}">
                    <a16:creationId xmlns:a16="http://schemas.microsoft.com/office/drawing/2014/main" id="{F9EE4465-F2B1-6849-A118-0B1C30F339E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48" name="Straight Connector 12">
              <a:extLst>
                <a:ext uri="{FF2B5EF4-FFF2-40B4-BE49-F238E27FC236}">
                  <a16:creationId xmlns:a16="http://schemas.microsoft.com/office/drawing/2014/main" id="{B6714E0E-0D31-C84D-8D9E-9FCB38926A94}"/>
                </a:ext>
              </a:extLst>
            </p:cNvPr>
            <p:cNvCxnSpPr>
              <a:cxnSpLocks noChangeShapeType="1"/>
              <a:endCxn id="212518" idx="1"/>
            </p:cNvCxnSpPr>
            <p:nvPr/>
          </p:nvCxnSpPr>
          <p:spPr bwMode="auto">
            <a:xfrm>
              <a:off x="2382838" y="2609850"/>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9" name="Straight Connector 500">
              <a:extLst>
                <a:ext uri="{FF2B5EF4-FFF2-40B4-BE49-F238E27FC236}">
                  <a16:creationId xmlns:a16="http://schemas.microsoft.com/office/drawing/2014/main" id="{8155903A-B103-D14E-8CCC-1DFA8FB2545E}"/>
                </a:ext>
              </a:extLst>
            </p:cNvPr>
            <p:cNvCxnSpPr>
              <a:cxnSpLocks noChangeShapeType="1"/>
              <a:stCxn id="212314" idx="8"/>
              <a:endCxn id="212375" idx="2"/>
            </p:cNvCxnSpPr>
            <p:nvPr/>
          </p:nvCxnSpPr>
          <p:spPr bwMode="auto">
            <a:xfrm>
              <a:off x="1455738" y="2990850"/>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0" name="Straight Connector 501">
              <a:extLst>
                <a:ext uri="{FF2B5EF4-FFF2-40B4-BE49-F238E27FC236}">
                  <a16:creationId xmlns:a16="http://schemas.microsoft.com/office/drawing/2014/main" id="{7AC7E695-EA07-3046-99DC-F8FD9D67454A}"/>
                </a:ext>
              </a:extLst>
            </p:cNvPr>
            <p:cNvCxnSpPr>
              <a:cxnSpLocks noChangeShapeType="1"/>
              <a:endCxn id="212375" idx="3"/>
            </p:cNvCxnSpPr>
            <p:nvPr/>
          </p:nvCxnSpPr>
          <p:spPr bwMode="auto">
            <a:xfrm>
              <a:off x="1235075" y="3271838"/>
              <a:ext cx="123825" cy="2127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1" name="Straight Connector 502">
              <a:extLst>
                <a:ext uri="{FF2B5EF4-FFF2-40B4-BE49-F238E27FC236}">
                  <a16:creationId xmlns:a16="http://schemas.microsoft.com/office/drawing/2014/main" id="{FBEF241B-F253-EF47-B879-F39C832F0097}"/>
                </a:ext>
              </a:extLst>
            </p:cNvPr>
            <p:cNvCxnSpPr>
              <a:cxnSpLocks noChangeShapeType="1"/>
              <a:endCxn id="212486" idx="1"/>
            </p:cNvCxnSpPr>
            <p:nvPr/>
          </p:nvCxnSpPr>
          <p:spPr bwMode="auto">
            <a:xfrm>
              <a:off x="3916363" y="2411413"/>
              <a:ext cx="307975" cy="5730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2" name="Straight Connector 503">
              <a:extLst>
                <a:ext uri="{FF2B5EF4-FFF2-40B4-BE49-F238E27FC236}">
                  <a16:creationId xmlns:a16="http://schemas.microsoft.com/office/drawing/2014/main" id="{0A2E296A-C992-6B43-B5B6-1F149E2F6438}"/>
                </a:ext>
              </a:extLst>
            </p:cNvPr>
            <p:cNvCxnSpPr>
              <a:cxnSpLocks noChangeShapeType="1"/>
              <a:endCxn id="212486" idx="0"/>
            </p:cNvCxnSpPr>
            <p:nvPr/>
          </p:nvCxnSpPr>
          <p:spPr bwMode="auto">
            <a:xfrm flipH="1">
              <a:off x="4425950" y="2389188"/>
              <a:ext cx="384175" cy="5794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3" name="Straight Connector 504">
              <a:extLst>
                <a:ext uri="{FF2B5EF4-FFF2-40B4-BE49-F238E27FC236}">
                  <a16:creationId xmlns:a16="http://schemas.microsoft.com/office/drawing/2014/main" id="{0BB8E01C-35B8-5443-AA35-94FD0ED7D221}"/>
                </a:ext>
              </a:extLst>
            </p:cNvPr>
            <p:cNvCxnSpPr>
              <a:cxnSpLocks noChangeShapeType="1"/>
              <a:endCxn id="212568" idx="0"/>
            </p:cNvCxnSpPr>
            <p:nvPr/>
          </p:nvCxnSpPr>
          <p:spPr bwMode="auto">
            <a:xfrm>
              <a:off x="6770688" y="2900363"/>
              <a:ext cx="215900" cy="10461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4" name="Straight Connector 505">
              <a:extLst>
                <a:ext uri="{FF2B5EF4-FFF2-40B4-BE49-F238E27FC236}">
                  <a16:creationId xmlns:a16="http://schemas.microsoft.com/office/drawing/2014/main" id="{3F481430-2BCB-0248-A5BC-932728EDBEAB}"/>
                </a:ext>
              </a:extLst>
            </p:cNvPr>
            <p:cNvCxnSpPr>
              <a:cxnSpLocks noChangeShapeType="1"/>
            </p:cNvCxnSpPr>
            <p:nvPr/>
          </p:nvCxnSpPr>
          <p:spPr bwMode="auto">
            <a:xfrm flipH="1">
              <a:off x="7137400" y="3251200"/>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5" name="Straight Connector 506">
              <a:extLst>
                <a:ext uri="{FF2B5EF4-FFF2-40B4-BE49-F238E27FC236}">
                  <a16:creationId xmlns:a16="http://schemas.microsoft.com/office/drawing/2014/main" id="{DCE29518-A483-9A4A-8A10-D89316C48683}"/>
                </a:ext>
              </a:extLst>
            </p:cNvPr>
            <p:cNvCxnSpPr>
              <a:cxnSpLocks noChangeShapeType="1"/>
              <a:stCxn id="212318" idx="4"/>
              <a:endCxn id="212563" idx="0"/>
            </p:cNvCxnSpPr>
            <p:nvPr/>
          </p:nvCxnSpPr>
          <p:spPr bwMode="auto">
            <a:xfrm flipH="1">
              <a:off x="7483475" y="4229100"/>
              <a:ext cx="541338" cy="2492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6" name="Straight Connector 507">
              <a:extLst>
                <a:ext uri="{FF2B5EF4-FFF2-40B4-BE49-F238E27FC236}">
                  <a16:creationId xmlns:a16="http://schemas.microsoft.com/office/drawing/2014/main" id="{062098A9-49C1-FC4F-BB79-741CE6EB84D4}"/>
                </a:ext>
              </a:extLst>
            </p:cNvPr>
            <p:cNvCxnSpPr>
              <a:cxnSpLocks noChangeShapeType="1"/>
            </p:cNvCxnSpPr>
            <p:nvPr/>
          </p:nvCxnSpPr>
          <p:spPr bwMode="auto">
            <a:xfrm flipH="1" flipV="1">
              <a:off x="7454900" y="4573588"/>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7" name="Straight Connector 508">
              <a:extLst>
                <a:ext uri="{FF2B5EF4-FFF2-40B4-BE49-F238E27FC236}">
                  <a16:creationId xmlns:a16="http://schemas.microsoft.com/office/drawing/2014/main" id="{90054380-151A-B141-BDB3-3E4AA2C38869}"/>
                </a:ext>
              </a:extLst>
            </p:cNvPr>
            <p:cNvCxnSpPr>
              <a:cxnSpLocks noChangeShapeType="1"/>
              <a:endCxn id="212550" idx="5"/>
            </p:cNvCxnSpPr>
            <p:nvPr/>
          </p:nvCxnSpPr>
          <p:spPr bwMode="auto">
            <a:xfrm flipH="1" flipV="1">
              <a:off x="6496050" y="4722813"/>
              <a:ext cx="1047750" cy="9667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8" name="Straight Connector 509">
              <a:extLst>
                <a:ext uri="{FF2B5EF4-FFF2-40B4-BE49-F238E27FC236}">
                  <a16:creationId xmlns:a16="http://schemas.microsoft.com/office/drawing/2014/main" id="{21C0B679-0C15-6945-A3BB-B0ACE9DA5808}"/>
                </a:ext>
              </a:extLst>
            </p:cNvPr>
            <p:cNvCxnSpPr>
              <a:cxnSpLocks noChangeShapeType="1"/>
              <a:stCxn id="212319" idx="0"/>
              <a:endCxn id="212374" idx="5"/>
            </p:cNvCxnSpPr>
            <p:nvPr/>
          </p:nvCxnSpPr>
          <p:spPr bwMode="auto">
            <a:xfrm flipH="1" flipV="1">
              <a:off x="5084763" y="5684838"/>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9" name="Straight Connector 510">
              <a:extLst>
                <a:ext uri="{FF2B5EF4-FFF2-40B4-BE49-F238E27FC236}">
                  <a16:creationId xmlns:a16="http://schemas.microsoft.com/office/drawing/2014/main" id="{33131352-7320-7646-AD94-144B19056B36}"/>
                </a:ext>
              </a:extLst>
            </p:cNvPr>
            <p:cNvCxnSpPr>
              <a:cxnSpLocks noChangeShapeType="1"/>
            </p:cNvCxnSpPr>
            <p:nvPr/>
          </p:nvCxnSpPr>
          <p:spPr bwMode="auto">
            <a:xfrm flipH="1" flipV="1">
              <a:off x="4068763" y="5045075"/>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0" name="Straight Connector 511">
              <a:extLst>
                <a:ext uri="{FF2B5EF4-FFF2-40B4-BE49-F238E27FC236}">
                  <a16:creationId xmlns:a16="http://schemas.microsoft.com/office/drawing/2014/main" id="{519C1488-2E54-214C-8E4D-12B6C39EB890}"/>
                </a:ext>
              </a:extLst>
            </p:cNvPr>
            <p:cNvCxnSpPr>
              <a:cxnSpLocks noChangeShapeType="1"/>
            </p:cNvCxnSpPr>
            <p:nvPr/>
          </p:nvCxnSpPr>
          <p:spPr bwMode="auto">
            <a:xfrm flipV="1">
              <a:off x="3389313" y="5689600"/>
              <a:ext cx="306387" cy="16510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1" name="Straight Connector 512">
              <a:extLst>
                <a:ext uri="{FF2B5EF4-FFF2-40B4-BE49-F238E27FC236}">
                  <a16:creationId xmlns:a16="http://schemas.microsoft.com/office/drawing/2014/main" id="{20D11DEC-F7C3-0641-8F5E-C7D41BE01B35}"/>
                </a:ext>
              </a:extLst>
            </p:cNvPr>
            <p:cNvCxnSpPr>
              <a:cxnSpLocks noChangeShapeType="1"/>
            </p:cNvCxnSpPr>
            <p:nvPr/>
          </p:nvCxnSpPr>
          <p:spPr bwMode="auto">
            <a:xfrm flipV="1">
              <a:off x="1790700" y="5160963"/>
              <a:ext cx="401638" cy="2095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2" name="Straight Connector 513">
              <a:extLst>
                <a:ext uri="{FF2B5EF4-FFF2-40B4-BE49-F238E27FC236}">
                  <a16:creationId xmlns:a16="http://schemas.microsoft.com/office/drawing/2014/main" id="{88CCB251-E7F3-D446-8226-8B6A81795942}"/>
                </a:ext>
              </a:extLst>
            </p:cNvPr>
            <p:cNvCxnSpPr>
              <a:cxnSpLocks noChangeShapeType="1"/>
            </p:cNvCxnSpPr>
            <p:nvPr/>
          </p:nvCxnSpPr>
          <p:spPr bwMode="auto">
            <a:xfrm flipV="1">
              <a:off x="1179513" y="4467225"/>
              <a:ext cx="227012" cy="2825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3" name="Straight Connector 514">
              <a:extLst>
                <a:ext uri="{FF2B5EF4-FFF2-40B4-BE49-F238E27FC236}">
                  <a16:creationId xmlns:a16="http://schemas.microsoft.com/office/drawing/2014/main" id="{8C9C682C-C537-0B4A-8C35-5EF72924B2CF}"/>
                </a:ext>
              </a:extLst>
            </p:cNvPr>
            <p:cNvCxnSpPr>
              <a:cxnSpLocks noChangeShapeType="1"/>
              <a:endCxn id="212375" idx="5"/>
            </p:cNvCxnSpPr>
            <p:nvPr/>
          </p:nvCxnSpPr>
          <p:spPr bwMode="auto">
            <a:xfrm flipV="1">
              <a:off x="1155700" y="4368800"/>
              <a:ext cx="203200" cy="7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2364" name="Oval 14">
              <a:extLst>
                <a:ext uri="{FF2B5EF4-FFF2-40B4-BE49-F238E27FC236}">
                  <a16:creationId xmlns:a16="http://schemas.microsoft.com/office/drawing/2014/main" id="{12CB2B5E-74D5-1247-86F8-7D424C4BD47E}"/>
                </a:ext>
              </a:extLst>
            </p:cNvPr>
            <p:cNvSpPr>
              <a:spLocks noChangeArrowheads="1"/>
            </p:cNvSpPr>
            <p:nvPr/>
          </p:nvSpPr>
          <p:spPr bwMode="auto">
            <a:xfrm>
              <a:off x="5677595" y="2896842"/>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65" name="Straight Connector 18">
              <a:extLst>
                <a:ext uri="{FF2B5EF4-FFF2-40B4-BE49-F238E27FC236}">
                  <a16:creationId xmlns:a16="http://schemas.microsoft.com/office/drawing/2014/main" id="{C9A493C6-7E3B-8F4B-9C35-7487DBD21BF3}"/>
                </a:ext>
              </a:extLst>
            </p:cNvPr>
            <p:cNvCxnSpPr>
              <a:cxnSpLocks noChangeShapeType="1"/>
            </p:cNvCxnSpPr>
            <p:nvPr/>
          </p:nvCxnSpPr>
          <p:spPr bwMode="auto">
            <a:xfrm>
              <a:off x="4713288" y="3051291"/>
              <a:ext cx="964307"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6" name="Straight Connector 516">
              <a:extLst>
                <a:ext uri="{FF2B5EF4-FFF2-40B4-BE49-F238E27FC236}">
                  <a16:creationId xmlns:a16="http://schemas.microsoft.com/office/drawing/2014/main" id="{EA165901-B4F4-9149-8D94-F5D1EF46D020}"/>
                </a:ext>
              </a:extLst>
            </p:cNvPr>
            <p:cNvCxnSpPr>
              <a:cxnSpLocks noChangeShapeType="1"/>
            </p:cNvCxnSpPr>
            <p:nvPr/>
          </p:nvCxnSpPr>
          <p:spPr bwMode="auto">
            <a:xfrm>
              <a:off x="6139457" y="3169615"/>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7" name="Straight Connector 515">
              <a:extLst>
                <a:ext uri="{FF2B5EF4-FFF2-40B4-BE49-F238E27FC236}">
                  <a16:creationId xmlns:a16="http://schemas.microsoft.com/office/drawing/2014/main" id="{8F5D51C1-226C-6041-A49C-77285E66A8F2}"/>
                </a:ext>
              </a:extLst>
            </p:cNvPr>
            <p:cNvCxnSpPr>
              <a:cxnSpLocks noChangeShapeType="1"/>
              <a:stCxn id="212404" idx="0"/>
            </p:cNvCxnSpPr>
            <p:nvPr/>
          </p:nvCxnSpPr>
          <p:spPr bwMode="auto">
            <a:xfrm flipV="1">
              <a:off x="3832888" y="4233720"/>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68" name="Oval 521">
              <a:extLst>
                <a:ext uri="{FF2B5EF4-FFF2-40B4-BE49-F238E27FC236}">
                  <a16:creationId xmlns:a16="http://schemas.microsoft.com/office/drawing/2014/main" id="{A11BC0A9-92CD-6445-B4EA-5AB7ECED0973}"/>
                </a:ext>
              </a:extLst>
            </p:cNvPr>
            <p:cNvSpPr>
              <a:spLocks noChangeArrowheads="1"/>
            </p:cNvSpPr>
            <p:nvPr/>
          </p:nvSpPr>
          <p:spPr bwMode="auto">
            <a:xfrm>
              <a:off x="3932543" y="3959560"/>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   </a:t>
              </a:r>
            </a:p>
          </p:txBody>
        </p:sp>
        <p:cxnSp>
          <p:nvCxnSpPr>
            <p:cNvPr id="212369" name="Straight Connector 519">
              <a:extLst>
                <a:ext uri="{FF2B5EF4-FFF2-40B4-BE49-F238E27FC236}">
                  <a16:creationId xmlns:a16="http://schemas.microsoft.com/office/drawing/2014/main" id="{0D76712C-6BAC-0F4F-83BA-864634AFEA71}"/>
                </a:ext>
              </a:extLst>
            </p:cNvPr>
            <p:cNvCxnSpPr>
              <a:cxnSpLocks noChangeShapeType="1"/>
              <a:stCxn id="212368" idx="6"/>
              <a:endCxn id="212602" idx="1"/>
            </p:cNvCxnSpPr>
            <p:nvPr/>
          </p:nvCxnSpPr>
          <p:spPr bwMode="auto">
            <a:xfrm flipV="1">
              <a:off x="4460773" y="3953940"/>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0" name="Straight Connector 520">
              <a:extLst>
                <a:ext uri="{FF2B5EF4-FFF2-40B4-BE49-F238E27FC236}">
                  <a16:creationId xmlns:a16="http://schemas.microsoft.com/office/drawing/2014/main" id="{BF1055A1-7731-DD4B-9C17-14D79C2BE26A}"/>
                </a:ext>
              </a:extLst>
            </p:cNvPr>
            <p:cNvCxnSpPr>
              <a:cxnSpLocks noChangeShapeType="1"/>
            </p:cNvCxnSpPr>
            <p:nvPr/>
          </p:nvCxnSpPr>
          <p:spPr bwMode="auto">
            <a:xfrm>
              <a:off x="3692525" y="3789363"/>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1" name="Straight Connector 7">
              <a:extLst>
                <a:ext uri="{FF2B5EF4-FFF2-40B4-BE49-F238E27FC236}">
                  <a16:creationId xmlns:a16="http://schemas.microsoft.com/office/drawing/2014/main" id="{DD44BBBA-67CC-324B-82FA-1F06761240E6}"/>
                </a:ext>
              </a:extLst>
            </p:cNvPr>
            <p:cNvCxnSpPr>
              <a:cxnSpLocks noChangeShapeType="1"/>
              <a:stCxn id="212476" idx="5"/>
              <a:endCxn id="212600" idx="1"/>
            </p:cNvCxnSpPr>
            <p:nvPr/>
          </p:nvCxnSpPr>
          <p:spPr bwMode="auto">
            <a:xfrm>
              <a:off x="4876727" y="3633788"/>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2" name="Straight Connector 415">
              <a:extLst>
                <a:ext uri="{FF2B5EF4-FFF2-40B4-BE49-F238E27FC236}">
                  <a16:creationId xmlns:a16="http://schemas.microsoft.com/office/drawing/2014/main" id="{E5879C3B-C51B-F044-AB12-0AC49119D6A9}"/>
                </a:ext>
              </a:extLst>
            </p:cNvPr>
            <p:cNvCxnSpPr>
              <a:cxnSpLocks noChangeShapeType="1"/>
              <a:endCxn id="212436" idx="0"/>
            </p:cNvCxnSpPr>
            <p:nvPr/>
          </p:nvCxnSpPr>
          <p:spPr bwMode="auto">
            <a:xfrm flipH="1">
              <a:off x="2406650" y="3753813"/>
              <a:ext cx="282556"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3" name="Straight Connector 523">
              <a:extLst>
                <a:ext uri="{FF2B5EF4-FFF2-40B4-BE49-F238E27FC236}">
                  <a16:creationId xmlns:a16="http://schemas.microsoft.com/office/drawing/2014/main" id="{38228BDF-4479-0A49-B534-DBFBE9AC9F97}"/>
                </a:ext>
              </a:extLst>
            </p:cNvPr>
            <p:cNvCxnSpPr>
              <a:cxnSpLocks noChangeShapeType="1"/>
              <a:stCxn id="212399" idx="0"/>
            </p:cNvCxnSpPr>
            <p:nvPr/>
          </p:nvCxnSpPr>
          <p:spPr bwMode="auto">
            <a:xfrm flipV="1">
              <a:off x="4307761" y="4626483"/>
              <a:ext cx="844015" cy="3042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74" name="Oval 6">
              <a:extLst>
                <a:ext uri="{FF2B5EF4-FFF2-40B4-BE49-F238E27FC236}">
                  <a16:creationId xmlns:a16="http://schemas.microsoft.com/office/drawing/2014/main" id="{E8F4E564-B0C5-094F-B054-D95E2EB4DCEA}"/>
                </a:ext>
              </a:extLst>
            </p:cNvPr>
            <p:cNvSpPr>
              <a:spLocks noChangeArrowheads="1"/>
            </p:cNvSpPr>
            <p:nvPr/>
          </p:nvSpPr>
          <p:spPr bwMode="auto">
            <a:xfrm>
              <a:off x="3340100" y="5359400"/>
              <a:ext cx="2044700"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75" name="Oval 517">
              <a:extLst>
                <a:ext uri="{FF2B5EF4-FFF2-40B4-BE49-F238E27FC236}">
                  <a16:creationId xmlns:a16="http://schemas.microsoft.com/office/drawing/2014/main" id="{3E941375-17AE-A444-BC58-27E4F58BCBA4}"/>
                </a:ext>
              </a:extLst>
            </p:cNvPr>
            <p:cNvSpPr>
              <a:spLocks noChangeArrowheads="1"/>
            </p:cNvSpPr>
            <p:nvPr/>
          </p:nvSpPr>
          <p:spPr bwMode="auto">
            <a:xfrm rot="5400000">
              <a:off x="867569" y="3736182"/>
              <a:ext cx="1252537"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76" name="Straight Connector 39941">
              <a:extLst>
                <a:ext uri="{FF2B5EF4-FFF2-40B4-BE49-F238E27FC236}">
                  <a16:creationId xmlns:a16="http://schemas.microsoft.com/office/drawing/2014/main" id="{88CB59FF-B4E1-3045-B6B9-87E198A0A2F4}"/>
                </a:ext>
              </a:extLst>
            </p:cNvPr>
            <p:cNvCxnSpPr>
              <a:cxnSpLocks noChangeShapeType="1"/>
              <a:stCxn id="212375" idx="0"/>
              <a:endCxn id="212464" idx="0"/>
            </p:cNvCxnSpPr>
            <p:nvPr/>
          </p:nvCxnSpPr>
          <p:spPr bwMode="auto">
            <a:xfrm flipV="1">
              <a:off x="1684338" y="3654425"/>
              <a:ext cx="758825" cy="2730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77" name="Straight Connector 524">
              <a:extLst>
                <a:ext uri="{FF2B5EF4-FFF2-40B4-BE49-F238E27FC236}">
                  <a16:creationId xmlns:a16="http://schemas.microsoft.com/office/drawing/2014/main" id="{54823C0A-DE8A-3A46-9135-EC29ADC3944E}"/>
                </a:ext>
              </a:extLst>
            </p:cNvPr>
            <p:cNvCxnSpPr>
              <a:cxnSpLocks noChangeShapeType="1"/>
              <a:endCxn id="212438" idx="1"/>
            </p:cNvCxnSpPr>
            <p:nvPr/>
          </p:nvCxnSpPr>
          <p:spPr bwMode="auto">
            <a:xfrm>
              <a:off x="1685925" y="4111625"/>
              <a:ext cx="466725" cy="2698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grpSp>
        <p:nvGrpSpPr>
          <p:cNvPr id="211973" name="Group 418">
            <a:extLst>
              <a:ext uri="{FF2B5EF4-FFF2-40B4-BE49-F238E27FC236}">
                <a16:creationId xmlns:a16="http://schemas.microsoft.com/office/drawing/2014/main" id="{64878C9C-88A7-1B45-89D7-909D79798F1A}"/>
              </a:ext>
            </a:extLst>
          </p:cNvPr>
          <p:cNvGrpSpPr>
            <a:grpSpLocks/>
          </p:cNvGrpSpPr>
          <p:nvPr/>
        </p:nvGrpSpPr>
        <p:grpSpPr bwMode="auto">
          <a:xfrm>
            <a:off x="1963738" y="4827588"/>
            <a:ext cx="874712" cy="506412"/>
            <a:chOff x="2889" y="1631"/>
            <a:chExt cx="980" cy="743"/>
          </a:xfrm>
        </p:grpSpPr>
        <p:sp>
          <p:nvSpPr>
            <p:cNvPr id="212304" name="Rectangle 419">
              <a:extLst>
                <a:ext uri="{FF2B5EF4-FFF2-40B4-BE49-F238E27FC236}">
                  <a16:creationId xmlns:a16="http://schemas.microsoft.com/office/drawing/2014/main" id="{33B94C50-17C9-004C-8B35-6F999C043F7D}"/>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249" name="AutoShape 420">
              <a:extLst>
                <a:ext uri="{FF2B5EF4-FFF2-40B4-BE49-F238E27FC236}">
                  <a16:creationId xmlns:a16="http://schemas.microsoft.com/office/drawing/2014/main" id="{2546187A-576B-DE46-A64B-440FC4856904}"/>
                </a:ext>
              </a:extLst>
            </p:cNvPr>
            <p:cNvSpPr>
              <a:spLocks noChangeArrowheads="1"/>
            </p:cNvSpPr>
            <p:nvPr/>
          </p:nvSpPr>
          <p:spPr bwMode="auto">
            <a:xfrm>
              <a:off x="2889" y="1631"/>
              <a:ext cx="980" cy="254"/>
            </a:xfrm>
            <a:prstGeom prst="triangle">
              <a:avLst>
                <a:gd name="adj" fmla="val 50000"/>
              </a:avLst>
            </a:prstGeom>
            <a:solidFill>
              <a:schemeClr val="tx1">
                <a:lumMod val="50000"/>
                <a:lumOff val="5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sp>
        <p:nvSpPr>
          <p:cNvPr id="211974" name="Line 424">
            <a:extLst>
              <a:ext uri="{FF2B5EF4-FFF2-40B4-BE49-F238E27FC236}">
                <a16:creationId xmlns:a16="http://schemas.microsoft.com/office/drawing/2014/main" id="{2ADD125E-0DE3-4D46-882E-73961DE43159}"/>
              </a:ext>
            </a:extLst>
          </p:cNvPr>
          <p:cNvSpPr>
            <a:spLocks noChangeShapeType="1"/>
          </p:cNvSpPr>
          <p:nvPr/>
        </p:nvSpPr>
        <p:spPr bwMode="auto">
          <a:xfrm flipV="1">
            <a:off x="2686051" y="5280026"/>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 name="Content Placeholder 12">
            <a:extLst>
              <a:ext uri="{FF2B5EF4-FFF2-40B4-BE49-F238E27FC236}">
                <a16:creationId xmlns:a16="http://schemas.microsoft.com/office/drawing/2014/main" id="{7DAA6B4B-E4A2-4841-8AC1-82CFF7FBD6B5}"/>
              </a:ext>
            </a:extLst>
          </p:cNvPr>
          <p:cNvSpPr>
            <a:spLocks noGrp="1"/>
          </p:cNvSpPr>
          <p:nvPr>
            <p:ph idx="1"/>
          </p:nvPr>
        </p:nvSpPr>
        <p:spPr>
          <a:xfrm>
            <a:off x="991026" y="2033057"/>
            <a:ext cx="10535957" cy="1306512"/>
          </a:xfrm>
        </p:spPr>
        <p:txBody>
          <a:bodyPr/>
          <a:lstStyle/>
          <a:p>
            <a:pPr>
              <a:buSzPct val="100000"/>
              <a:buFont typeface="Wingdings" pitchFamily="2" charset="2"/>
              <a:buChar char="§"/>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subscriber requests content, service provider returns manifest</a:t>
            </a:r>
          </a:p>
        </p:txBody>
      </p:sp>
      <p:sp>
        <p:nvSpPr>
          <p:cNvPr id="673" name="Title 1">
            <a:extLst>
              <a:ext uri="{FF2B5EF4-FFF2-40B4-BE49-F238E27FC236}">
                <a16:creationId xmlns:a16="http://schemas.microsoft.com/office/drawing/2014/main" id="{21721E23-9F57-904C-BFCA-C4CD4A1EA585}"/>
              </a:ext>
            </a:extLst>
          </p:cNvPr>
          <p:cNvSpPr>
            <a:spLocks noGrp="1"/>
          </p:cNvSpPr>
          <p:nvPr>
            <p:ph type="title"/>
          </p:nvPr>
        </p:nvSpPr>
        <p:spPr>
          <a:xfrm>
            <a:off x="509441" y="180762"/>
            <a:ext cx="10515600" cy="894622"/>
          </a:xfrm>
        </p:spPr>
        <p:txBody>
          <a:bodyPr>
            <a:normAutofit/>
          </a:bodyPr>
          <a:lstStyle/>
          <a:p>
            <a:r>
              <a:rPr lang="en-US" altLang="en-US" sz="4400" dirty="0">
                <a:ea typeface="ＭＳ Ｐゴシック" panose="020B0600070205080204" pitchFamily="34" charset="-128"/>
              </a:rPr>
              <a:t>How does Netflix work?</a:t>
            </a:r>
          </a:p>
        </p:txBody>
      </p:sp>
      <p:grpSp>
        <p:nvGrpSpPr>
          <p:cNvPr id="793" name="Group 792">
            <a:extLst>
              <a:ext uri="{FF2B5EF4-FFF2-40B4-BE49-F238E27FC236}">
                <a16:creationId xmlns:a16="http://schemas.microsoft.com/office/drawing/2014/main" id="{0F460B63-6ED8-F347-BBCA-6234C05E84AA}"/>
              </a:ext>
            </a:extLst>
          </p:cNvPr>
          <p:cNvGrpSpPr>
            <a:grpSpLocks/>
          </p:cNvGrpSpPr>
          <p:nvPr/>
        </p:nvGrpSpPr>
        <p:grpSpPr bwMode="auto">
          <a:xfrm>
            <a:off x="4745038" y="5776913"/>
            <a:ext cx="349250" cy="679450"/>
            <a:chOff x="7923189" y="2486664"/>
            <a:chExt cx="360377" cy="884585"/>
          </a:xfrm>
        </p:grpSpPr>
        <p:pic>
          <p:nvPicPr>
            <p:cNvPr id="212270" name="Picture 3">
              <a:extLst>
                <a:ext uri="{FF2B5EF4-FFF2-40B4-BE49-F238E27FC236}">
                  <a16:creationId xmlns:a16="http://schemas.microsoft.com/office/drawing/2014/main" id="{C6D635F6-BB30-AA4D-BE52-460EABB84F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71" name="Group 950">
              <a:extLst>
                <a:ext uri="{FF2B5EF4-FFF2-40B4-BE49-F238E27FC236}">
                  <a16:creationId xmlns:a16="http://schemas.microsoft.com/office/drawing/2014/main" id="{59A02A58-675C-9B46-A67F-C1008EA98B68}"/>
                </a:ext>
              </a:extLst>
            </p:cNvPr>
            <p:cNvGrpSpPr>
              <a:grpSpLocks/>
            </p:cNvGrpSpPr>
            <p:nvPr/>
          </p:nvGrpSpPr>
          <p:grpSpPr bwMode="auto">
            <a:xfrm>
              <a:off x="7923189" y="2890236"/>
              <a:ext cx="227012" cy="481013"/>
              <a:chOff x="4140" y="429"/>
              <a:chExt cx="1425" cy="2396"/>
            </a:xfrm>
          </p:grpSpPr>
          <p:sp>
            <p:nvSpPr>
              <p:cNvPr id="212272" name="Freeform 951">
                <a:extLst>
                  <a:ext uri="{FF2B5EF4-FFF2-40B4-BE49-F238E27FC236}">
                    <a16:creationId xmlns:a16="http://schemas.microsoft.com/office/drawing/2014/main" id="{DB6BE476-FB59-564D-A7CD-F63CB4F0321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3" name="Rectangle 952">
                <a:extLst>
                  <a:ext uri="{FF2B5EF4-FFF2-40B4-BE49-F238E27FC236}">
                    <a16:creationId xmlns:a16="http://schemas.microsoft.com/office/drawing/2014/main" id="{97AAE496-AF52-7646-BE1B-C5175383BB1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4" name="Freeform 953">
                <a:extLst>
                  <a:ext uri="{FF2B5EF4-FFF2-40B4-BE49-F238E27FC236}">
                    <a16:creationId xmlns:a16="http://schemas.microsoft.com/office/drawing/2014/main" id="{78FEEF1E-CBB8-154D-9E0A-4C30741DF41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5" name="Freeform 954">
                <a:extLst>
                  <a:ext uri="{FF2B5EF4-FFF2-40B4-BE49-F238E27FC236}">
                    <a16:creationId xmlns:a16="http://schemas.microsoft.com/office/drawing/2014/main" id="{064546A9-BF2A-C14D-B11A-3FF7F8D608C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6" name="Rectangle 955">
                <a:extLst>
                  <a:ext uri="{FF2B5EF4-FFF2-40B4-BE49-F238E27FC236}">
                    <a16:creationId xmlns:a16="http://schemas.microsoft.com/office/drawing/2014/main" id="{A14329CB-23B1-7B4E-8E21-1EBE2CA83D7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7" name="Group 956">
                <a:extLst>
                  <a:ext uri="{FF2B5EF4-FFF2-40B4-BE49-F238E27FC236}">
                    <a16:creationId xmlns:a16="http://schemas.microsoft.com/office/drawing/2014/main" id="{ABBB6008-BA37-504A-BF1C-773E127FD125}"/>
                  </a:ext>
                </a:extLst>
              </p:cNvPr>
              <p:cNvGrpSpPr>
                <a:grpSpLocks/>
              </p:cNvGrpSpPr>
              <p:nvPr/>
            </p:nvGrpSpPr>
            <p:grpSpPr bwMode="auto">
              <a:xfrm>
                <a:off x="4749" y="668"/>
                <a:ext cx="581" cy="145"/>
                <a:chOff x="614" y="2568"/>
                <a:chExt cx="725" cy="139"/>
              </a:xfrm>
            </p:grpSpPr>
            <p:sp>
              <p:nvSpPr>
                <p:cNvPr id="212302" name="AutoShape 957">
                  <a:extLst>
                    <a:ext uri="{FF2B5EF4-FFF2-40B4-BE49-F238E27FC236}">
                      <a16:creationId xmlns:a16="http://schemas.microsoft.com/office/drawing/2014/main" id="{BBAE6B6F-A278-9C4B-9012-71D473E8439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3" name="AutoShape 958">
                  <a:extLst>
                    <a:ext uri="{FF2B5EF4-FFF2-40B4-BE49-F238E27FC236}">
                      <a16:creationId xmlns:a16="http://schemas.microsoft.com/office/drawing/2014/main" id="{D5A328A7-1DE3-2945-A17E-0EFC3C10CE8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78" name="Rectangle 959">
                <a:extLst>
                  <a:ext uri="{FF2B5EF4-FFF2-40B4-BE49-F238E27FC236}">
                    <a16:creationId xmlns:a16="http://schemas.microsoft.com/office/drawing/2014/main" id="{E94A5BB5-420E-DC4D-9F7A-0609BE927CE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9" name="Group 960">
                <a:extLst>
                  <a:ext uri="{FF2B5EF4-FFF2-40B4-BE49-F238E27FC236}">
                    <a16:creationId xmlns:a16="http://schemas.microsoft.com/office/drawing/2014/main" id="{3D4E0B35-7745-E646-B62C-A5C8F87D534B}"/>
                  </a:ext>
                </a:extLst>
              </p:cNvPr>
              <p:cNvGrpSpPr>
                <a:grpSpLocks/>
              </p:cNvGrpSpPr>
              <p:nvPr/>
            </p:nvGrpSpPr>
            <p:grpSpPr bwMode="auto">
              <a:xfrm>
                <a:off x="4747" y="994"/>
                <a:ext cx="581" cy="134"/>
                <a:chOff x="614" y="2568"/>
                <a:chExt cx="725" cy="139"/>
              </a:xfrm>
            </p:grpSpPr>
            <p:sp>
              <p:nvSpPr>
                <p:cNvPr id="212300" name="AutoShape 961">
                  <a:extLst>
                    <a:ext uri="{FF2B5EF4-FFF2-40B4-BE49-F238E27FC236}">
                      <a16:creationId xmlns:a16="http://schemas.microsoft.com/office/drawing/2014/main" id="{8FC74A8B-A6FF-B244-8B1B-563D2AB45C8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1" name="AutoShape 962">
                  <a:extLst>
                    <a:ext uri="{FF2B5EF4-FFF2-40B4-BE49-F238E27FC236}">
                      <a16:creationId xmlns:a16="http://schemas.microsoft.com/office/drawing/2014/main" id="{C7F8F30F-76CD-9F4D-89A1-5C6AA373A5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0" name="Rectangle 963">
                <a:extLst>
                  <a:ext uri="{FF2B5EF4-FFF2-40B4-BE49-F238E27FC236}">
                    <a16:creationId xmlns:a16="http://schemas.microsoft.com/office/drawing/2014/main" id="{54329010-4880-A040-AD13-FB0ED91202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1" name="Rectangle 964">
                <a:extLst>
                  <a:ext uri="{FF2B5EF4-FFF2-40B4-BE49-F238E27FC236}">
                    <a16:creationId xmlns:a16="http://schemas.microsoft.com/office/drawing/2014/main" id="{F146D8E2-272F-AD4F-9647-0F00A3C6CA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2" name="Group 965">
                <a:extLst>
                  <a:ext uri="{FF2B5EF4-FFF2-40B4-BE49-F238E27FC236}">
                    <a16:creationId xmlns:a16="http://schemas.microsoft.com/office/drawing/2014/main" id="{49F50C06-AA65-234D-A544-F6D40F37DAAC}"/>
                  </a:ext>
                </a:extLst>
              </p:cNvPr>
              <p:cNvGrpSpPr>
                <a:grpSpLocks/>
              </p:cNvGrpSpPr>
              <p:nvPr/>
            </p:nvGrpSpPr>
            <p:grpSpPr bwMode="auto">
              <a:xfrm>
                <a:off x="4735" y="1627"/>
                <a:ext cx="582" cy="151"/>
                <a:chOff x="614" y="2568"/>
                <a:chExt cx="725" cy="139"/>
              </a:xfrm>
            </p:grpSpPr>
            <p:sp>
              <p:nvSpPr>
                <p:cNvPr id="212298" name="AutoShape 966">
                  <a:extLst>
                    <a:ext uri="{FF2B5EF4-FFF2-40B4-BE49-F238E27FC236}">
                      <a16:creationId xmlns:a16="http://schemas.microsoft.com/office/drawing/2014/main" id="{34251BE9-6C6E-D04E-82DB-F51792556FA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9" name="AutoShape 967">
                  <a:extLst>
                    <a:ext uri="{FF2B5EF4-FFF2-40B4-BE49-F238E27FC236}">
                      <a16:creationId xmlns:a16="http://schemas.microsoft.com/office/drawing/2014/main" id="{9D9A0088-82D8-4746-A7D1-565EE50033B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3" name="Freeform 968">
                <a:extLst>
                  <a:ext uri="{FF2B5EF4-FFF2-40B4-BE49-F238E27FC236}">
                    <a16:creationId xmlns:a16="http://schemas.microsoft.com/office/drawing/2014/main" id="{03A5D088-1D4E-204F-A05A-E1A04117E56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4" name="Group 969">
                <a:extLst>
                  <a:ext uri="{FF2B5EF4-FFF2-40B4-BE49-F238E27FC236}">
                    <a16:creationId xmlns:a16="http://schemas.microsoft.com/office/drawing/2014/main" id="{45751AFB-3CB8-E54E-A420-3ACBD2CD821A}"/>
                  </a:ext>
                </a:extLst>
              </p:cNvPr>
              <p:cNvGrpSpPr>
                <a:grpSpLocks/>
              </p:cNvGrpSpPr>
              <p:nvPr/>
            </p:nvGrpSpPr>
            <p:grpSpPr bwMode="auto">
              <a:xfrm>
                <a:off x="4739" y="1327"/>
                <a:ext cx="582" cy="139"/>
                <a:chOff x="614" y="2568"/>
                <a:chExt cx="725" cy="139"/>
              </a:xfrm>
            </p:grpSpPr>
            <p:sp>
              <p:nvSpPr>
                <p:cNvPr id="212296" name="AutoShape 970">
                  <a:extLst>
                    <a:ext uri="{FF2B5EF4-FFF2-40B4-BE49-F238E27FC236}">
                      <a16:creationId xmlns:a16="http://schemas.microsoft.com/office/drawing/2014/main" id="{4879D096-1F5A-AB4B-8699-DC85555DF6D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7" name="AutoShape 971">
                  <a:extLst>
                    <a:ext uri="{FF2B5EF4-FFF2-40B4-BE49-F238E27FC236}">
                      <a16:creationId xmlns:a16="http://schemas.microsoft.com/office/drawing/2014/main" id="{2020F25C-85BE-E041-A122-B889A1FC75BC}"/>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5" name="Rectangle 972">
                <a:extLst>
                  <a:ext uri="{FF2B5EF4-FFF2-40B4-BE49-F238E27FC236}">
                    <a16:creationId xmlns:a16="http://schemas.microsoft.com/office/drawing/2014/main" id="{51EEB386-9A5D-8143-9E96-9E2A9E93CC9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6" name="Freeform 973">
                <a:extLst>
                  <a:ext uri="{FF2B5EF4-FFF2-40B4-BE49-F238E27FC236}">
                    <a16:creationId xmlns:a16="http://schemas.microsoft.com/office/drawing/2014/main" id="{0B1578A9-2AA4-BD43-968E-863FA89B713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7" name="Freeform 974">
                <a:extLst>
                  <a:ext uri="{FF2B5EF4-FFF2-40B4-BE49-F238E27FC236}">
                    <a16:creationId xmlns:a16="http://schemas.microsoft.com/office/drawing/2014/main" id="{0D66B690-4369-6843-AC31-6837F93D4F9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8" name="Oval 975">
                <a:extLst>
                  <a:ext uri="{FF2B5EF4-FFF2-40B4-BE49-F238E27FC236}">
                    <a16:creationId xmlns:a16="http://schemas.microsoft.com/office/drawing/2014/main" id="{EA324AF1-34AF-944A-B93E-B7199E644A4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9" name="Freeform 976">
                <a:extLst>
                  <a:ext uri="{FF2B5EF4-FFF2-40B4-BE49-F238E27FC236}">
                    <a16:creationId xmlns:a16="http://schemas.microsoft.com/office/drawing/2014/main" id="{10570BA8-EB42-3F43-AEF6-B1A43EC3807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0" name="AutoShape 977">
                <a:extLst>
                  <a:ext uri="{FF2B5EF4-FFF2-40B4-BE49-F238E27FC236}">
                    <a16:creationId xmlns:a16="http://schemas.microsoft.com/office/drawing/2014/main" id="{A02D527D-524E-5148-9599-FEFBEDBBA4B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1" name="AutoShape 978">
                <a:extLst>
                  <a:ext uri="{FF2B5EF4-FFF2-40B4-BE49-F238E27FC236}">
                    <a16:creationId xmlns:a16="http://schemas.microsoft.com/office/drawing/2014/main" id="{62A7C374-701B-C84E-8D0A-330805A218C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2" name="Oval 979">
                <a:extLst>
                  <a:ext uri="{FF2B5EF4-FFF2-40B4-BE49-F238E27FC236}">
                    <a16:creationId xmlns:a16="http://schemas.microsoft.com/office/drawing/2014/main" id="{641B2959-5FF9-8242-8CA2-86E1B7EF1D2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3" name="Oval 980">
                <a:extLst>
                  <a:ext uri="{FF2B5EF4-FFF2-40B4-BE49-F238E27FC236}">
                    <a16:creationId xmlns:a16="http://schemas.microsoft.com/office/drawing/2014/main" id="{DF26E7E9-F21E-5042-88DE-2D51E4D2AE7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94" name="Oval 981">
                <a:extLst>
                  <a:ext uri="{FF2B5EF4-FFF2-40B4-BE49-F238E27FC236}">
                    <a16:creationId xmlns:a16="http://schemas.microsoft.com/office/drawing/2014/main" id="{E0268560-5AEC-064D-8B59-F87E954E8C8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5" name="Rectangle 982">
                <a:extLst>
                  <a:ext uri="{FF2B5EF4-FFF2-40B4-BE49-F238E27FC236}">
                    <a16:creationId xmlns:a16="http://schemas.microsoft.com/office/drawing/2014/main" id="{902ABD3D-7CF5-C146-88D3-3E605B61B04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28" name="Group 827">
            <a:extLst>
              <a:ext uri="{FF2B5EF4-FFF2-40B4-BE49-F238E27FC236}">
                <a16:creationId xmlns:a16="http://schemas.microsoft.com/office/drawing/2014/main" id="{FD173FB9-420D-9E49-8542-9E15A51B5B09}"/>
              </a:ext>
            </a:extLst>
          </p:cNvPr>
          <p:cNvGrpSpPr>
            <a:grpSpLocks/>
          </p:cNvGrpSpPr>
          <p:nvPr/>
        </p:nvGrpSpPr>
        <p:grpSpPr bwMode="auto">
          <a:xfrm>
            <a:off x="5911851" y="3556000"/>
            <a:ext cx="347663" cy="679450"/>
            <a:chOff x="7923189" y="2486664"/>
            <a:chExt cx="360377" cy="884585"/>
          </a:xfrm>
        </p:grpSpPr>
        <p:pic>
          <p:nvPicPr>
            <p:cNvPr id="212236" name="Picture 3">
              <a:extLst>
                <a:ext uri="{FF2B5EF4-FFF2-40B4-BE49-F238E27FC236}">
                  <a16:creationId xmlns:a16="http://schemas.microsoft.com/office/drawing/2014/main" id="{90425795-A848-3A47-92DB-4B71A439E40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37" name="Group 950">
              <a:extLst>
                <a:ext uri="{FF2B5EF4-FFF2-40B4-BE49-F238E27FC236}">
                  <a16:creationId xmlns:a16="http://schemas.microsoft.com/office/drawing/2014/main" id="{7B27B3BB-E951-9C4A-930D-20B82F341517}"/>
                </a:ext>
              </a:extLst>
            </p:cNvPr>
            <p:cNvGrpSpPr>
              <a:grpSpLocks/>
            </p:cNvGrpSpPr>
            <p:nvPr/>
          </p:nvGrpSpPr>
          <p:grpSpPr bwMode="auto">
            <a:xfrm>
              <a:off x="7923189" y="2890236"/>
              <a:ext cx="227012" cy="481013"/>
              <a:chOff x="4140" y="429"/>
              <a:chExt cx="1425" cy="2396"/>
            </a:xfrm>
          </p:grpSpPr>
          <p:sp>
            <p:nvSpPr>
              <p:cNvPr id="212238" name="Freeform 951">
                <a:extLst>
                  <a:ext uri="{FF2B5EF4-FFF2-40B4-BE49-F238E27FC236}">
                    <a16:creationId xmlns:a16="http://schemas.microsoft.com/office/drawing/2014/main" id="{5033C289-EBE7-F848-A6AE-24C3C3AB196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9" name="Rectangle 952">
                <a:extLst>
                  <a:ext uri="{FF2B5EF4-FFF2-40B4-BE49-F238E27FC236}">
                    <a16:creationId xmlns:a16="http://schemas.microsoft.com/office/drawing/2014/main" id="{77C6B579-50BF-3B4F-A9D7-6554742C249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0" name="Freeform 953">
                <a:extLst>
                  <a:ext uri="{FF2B5EF4-FFF2-40B4-BE49-F238E27FC236}">
                    <a16:creationId xmlns:a16="http://schemas.microsoft.com/office/drawing/2014/main" id="{FF2FDFD9-CD89-314D-B9A1-9F93F6EF045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1" name="Freeform 954">
                <a:extLst>
                  <a:ext uri="{FF2B5EF4-FFF2-40B4-BE49-F238E27FC236}">
                    <a16:creationId xmlns:a16="http://schemas.microsoft.com/office/drawing/2014/main" id="{2A85F77C-9CD7-1340-B6C7-E191256EF5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2" name="Rectangle 955">
                <a:extLst>
                  <a:ext uri="{FF2B5EF4-FFF2-40B4-BE49-F238E27FC236}">
                    <a16:creationId xmlns:a16="http://schemas.microsoft.com/office/drawing/2014/main" id="{B001DC54-DB13-4B42-8FE5-F8CB8979B9A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3" name="Group 956">
                <a:extLst>
                  <a:ext uri="{FF2B5EF4-FFF2-40B4-BE49-F238E27FC236}">
                    <a16:creationId xmlns:a16="http://schemas.microsoft.com/office/drawing/2014/main" id="{F307D979-FCCD-E64A-947D-6475D5D53190}"/>
                  </a:ext>
                </a:extLst>
              </p:cNvPr>
              <p:cNvGrpSpPr>
                <a:grpSpLocks/>
              </p:cNvGrpSpPr>
              <p:nvPr/>
            </p:nvGrpSpPr>
            <p:grpSpPr bwMode="auto">
              <a:xfrm>
                <a:off x="4749" y="668"/>
                <a:ext cx="581" cy="145"/>
                <a:chOff x="614" y="2568"/>
                <a:chExt cx="725" cy="139"/>
              </a:xfrm>
            </p:grpSpPr>
            <p:sp>
              <p:nvSpPr>
                <p:cNvPr id="212268" name="AutoShape 957">
                  <a:extLst>
                    <a:ext uri="{FF2B5EF4-FFF2-40B4-BE49-F238E27FC236}">
                      <a16:creationId xmlns:a16="http://schemas.microsoft.com/office/drawing/2014/main" id="{283264BF-AD70-D540-9407-216C36471C1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9" name="AutoShape 958">
                  <a:extLst>
                    <a:ext uri="{FF2B5EF4-FFF2-40B4-BE49-F238E27FC236}">
                      <a16:creationId xmlns:a16="http://schemas.microsoft.com/office/drawing/2014/main" id="{DCC2AABB-6D70-B348-A2EA-B6234E7A9FB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4" name="Rectangle 959">
                <a:extLst>
                  <a:ext uri="{FF2B5EF4-FFF2-40B4-BE49-F238E27FC236}">
                    <a16:creationId xmlns:a16="http://schemas.microsoft.com/office/drawing/2014/main" id="{07023E65-53C3-0540-B684-1268D0C0895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5" name="Group 960">
                <a:extLst>
                  <a:ext uri="{FF2B5EF4-FFF2-40B4-BE49-F238E27FC236}">
                    <a16:creationId xmlns:a16="http://schemas.microsoft.com/office/drawing/2014/main" id="{0122A50B-D2CA-7D4E-A10A-A1D62BC5F6DD}"/>
                  </a:ext>
                </a:extLst>
              </p:cNvPr>
              <p:cNvGrpSpPr>
                <a:grpSpLocks/>
              </p:cNvGrpSpPr>
              <p:nvPr/>
            </p:nvGrpSpPr>
            <p:grpSpPr bwMode="auto">
              <a:xfrm>
                <a:off x="4747" y="994"/>
                <a:ext cx="581" cy="134"/>
                <a:chOff x="614" y="2568"/>
                <a:chExt cx="725" cy="139"/>
              </a:xfrm>
            </p:grpSpPr>
            <p:sp>
              <p:nvSpPr>
                <p:cNvPr id="212266" name="AutoShape 961">
                  <a:extLst>
                    <a:ext uri="{FF2B5EF4-FFF2-40B4-BE49-F238E27FC236}">
                      <a16:creationId xmlns:a16="http://schemas.microsoft.com/office/drawing/2014/main" id="{B6781CF3-69CF-0F44-A5BE-A0BAE8C18FE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7" name="AutoShape 962">
                  <a:extLst>
                    <a:ext uri="{FF2B5EF4-FFF2-40B4-BE49-F238E27FC236}">
                      <a16:creationId xmlns:a16="http://schemas.microsoft.com/office/drawing/2014/main" id="{969E0336-AAFA-7A4F-BA7F-D3F8604DEA4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6" name="Rectangle 963">
                <a:extLst>
                  <a:ext uri="{FF2B5EF4-FFF2-40B4-BE49-F238E27FC236}">
                    <a16:creationId xmlns:a16="http://schemas.microsoft.com/office/drawing/2014/main" id="{4D89ED35-E659-664A-B10E-59BABA71A24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7" name="Rectangle 964">
                <a:extLst>
                  <a:ext uri="{FF2B5EF4-FFF2-40B4-BE49-F238E27FC236}">
                    <a16:creationId xmlns:a16="http://schemas.microsoft.com/office/drawing/2014/main" id="{5EF7E283-572F-1F46-9FE8-78C8353E0D78}"/>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8" name="Group 965">
                <a:extLst>
                  <a:ext uri="{FF2B5EF4-FFF2-40B4-BE49-F238E27FC236}">
                    <a16:creationId xmlns:a16="http://schemas.microsoft.com/office/drawing/2014/main" id="{E00FE29F-6519-8D48-A0C8-DD298702AE03}"/>
                  </a:ext>
                </a:extLst>
              </p:cNvPr>
              <p:cNvGrpSpPr>
                <a:grpSpLocks/>
              </p:cNvGrpSpPr>
              <p:nvPr/>
            </p:nvGrpSpPr>
            <p:grpSpPr bwMode="auto">
              <a:xfrm>
                <a:off x="4735" y="1627"/>
                <a:ext cx="582" cy="151"/>
                <a:chOff x="614" y="2568"/>
                <a:chExt cx="725" cy="139"/>
              </a:xfrm>
            </p:grpSpPr>
            <p:sp>
              <p:nvSpPr>
                <p:cNvPr id="212264" name="AutoShape 966">
                  <a:extLst>
                    <a:ext uri="{FF2B5EF4-FFF2-40B4-BE49-F238E27FC236}">
                      <a16:creationId xmlns:a16="http://schemas.microsoft.com/office/drawing/2014/main" id="{EA079B44-83A2-FA4D-9076-317C7FFEDEF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5" name="AutoShape 967">
                  <a:extLst>
                    <a:ext uri="{FF2B5EF4-FFF2-40B4-BE49-F238E27FC236}">
                      <a16:creationId xmlns:a16="http://schemas.microsoft.com/office/drawing/2014/main" id="{8C117DA6-5F38-3041-B5DB-50F0F1014C4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9" name="Freeform 968">
                <a:extLst>
                  <a:ext uri="{FF2B5EF4-FFF2-40B4-BE49-F238E27FC236}">
                    <a16:creationId xmlns:a16="http://schemas.microsoft.com/office/drawing/2014/main" id="{0CC5EDB9-BF34-0249-A545-5721A8460135}"/>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50" name="Group 969">
                <a:extLst>
                  <a:ext uri="{FF2B5EF4-FFF2-40B4-BE49-F238E27FC236}">
                    <a16:creationId xmlns:a16="http://schemas.microsoft.com/office/drawing/2014/main" id="{6E1330CB-ECAA-1B49-ACA9-C508640CD4F0}"/>
                  </a:ext>
                </a:extLst>
              </p:cNvPr>
              <p:cNvGrpSpPr>
                <a:grpSpLocks/>
              </p:cNvGrpSpPr>
              <p:nvPr/>
            </p:nvGrpSpPr>
            <p:grpSpPr bwMode="auto">
              <a:xfrm>
                <a:off x="4739" y="1327"/>
                <a:ext cx="582" cy="139"/>
                <a:chOff x="614" y="2568"/>
                <a:chExt cx="725" cy="139"/>
              </a:xfrm>
            </p:grpSpPr>
            <p:sp>
              <p:nvSpPr>
                <p:cNvPr id="212262" name="AutoShape 970">
                  <a:extLst>
                    <a:ext uri="{FF2B5EF4-FFF2-40B4-BE49-F238E27FC236}">
                      <a16:creationId xmlns:a16="http://schemas.microsoft.com/office/drawing/2014/main" id="{C6558777-A4A1-C646-8E74-917A3274C4B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3" name="AutoShape 971">
                  <a:extLst>
                    <a:ext uri="{FF2B5EF4-FFF2-40B4-BE49-F238E27FC236}">
                      <a16:creationId xmlns:a16="http://schemas.microsoft.com/office/drawing/2014/main" id="{6DCCB63F-4676-FA47-B3AD-6CC1AEA10E2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51" name="Rectangle 972">
                <a:extLst>
                  <a:ext uri="{FF2B5EF4-FFF2-40B4-BE49-F238E27FC236}">
                    <a16:creationId xmlns:a16="http://schemas.microsoft.com/office/drawing/2014/main" id="{8C0E6A33-5A00-3140-A409-5527D44144A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2" name="Freeform 973">
                <a:extLst>
                  <a:ext uri="{FF2B5EF4-FFF2-40B4-BE49-F238E27FC236}">
                    <a16:creationId xmlns:a16="http://schemas.microsoft.com/office/drawing/2014/main" id="{55371F00-39A2-7C47-81C6-A2FE626C9A0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3" name="Freeform 974">
                <a:extLst>
                  <a:ext uri="{FF2B5EF4-FFF2-40B4-BE49-F238E27FC236}">
                    <a16:creationId xmlns:a16="http://schemas.microsoft.com/office/drawing/2014/main" id="{B7196671-27D9-0047-BDD1-2B6410E4041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4" name="Oval 975">
                <a:extLst>
                  <a:ext uri="{FF2B5EF4-FFF2-40B4-BE49-F238E27FC236}">
                    <a16:creationId xmlns:a16="http://schemas.microsoft.com/office/drawing/2014/main" id="{EFC22A25-5441-8F4F-BDA4-0DE691080F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5" name="Freeform 976">
                <a:extLst>
                  <a:ext uri="{FF2B5EF4-FFF2-40B4-BE49-F238E27FC236}">
                    <a16:creationId xmlns:a16="http://schemas.microsoft.com/office/drawing/2014/main" id="{4826D924-9056-EA4B-A7A3-D23BC1DEBCE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6" name="AutoShape 977">
                <a:extLst>
                  <a:ext uri="{FF2B5EF4-FFF2-40B4-BE49-F238E27FC236}">
                    <a16:creationId xmlns:a16="http://schemas.microsoft.com/office/drawing/2014/main" id="{520B3BCF-295E-094B-8D59-AFBB8842ADF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7" name="AutoShape 978">
                <a:extLst>
                  <a:ext uri="{FF2B5EF4-FFF2-40B4-BE49-F238E27FC236}">
                    <a16:creationId xmlns:a16="http://schemas.microsoft.com/office/drawing/2014/main" id="{6D12D94D-F27B-0E4A-9F7C-D6E95D960E7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8" name="Oval 979">
                <a:extLst>
                  <a:ext uri="{FF2B5EF4-FFF2-40B4-BE49-F238E27FC236}">
                    <a16:creationId xmlns:a16="http://schemas.microsoft.com/office/drawing/2014/main" id="{807B1B62-B16D-8D4B-8BD9-5DF1512A891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9" name="Oval 980">
                <a:extLst>
                  <a:ext uri="{FF2B5EF4-FFF2-40B4-BE49-F238E27FC236}">
                    <a16:creationId xmlns:a16="http://schemas.microsoft.com/office/drawing/2014/main" id="{ADE21467-D624-904E-838D-70813E94C2D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60" name="Oval 981">
                <a:extLst>
                  <a:ext uri="{FF2B5EF4-FFF2-40B4-BE49-F238E27FC236}">
                    <a16:creationId xmlns:a16="http://schemas.microsoft.com/office/drawing/2014/main" id="{BCA56903-72E4-7C4E-9D04-96A1C7CA795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1" name="Rectangle 982">
                <a:extLst>
                  <a:ext uri="{FF2B5EF4-FFF2-40B4-BE49-F238E27FC236}">
                    <a16:creationId xmlns:a16="http://schemas.microsoft.com/office/drawing/2014/main" id="{BC789B8C-4E82-B640-9321-FB2652EB299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63" name="Group 862">
            <a:extLst>
              <a:ext uri="{FF2B5EF4-FFF2-40B4-BE49-F238E27FC236}">
                <a16:creationId xmlns:a16="http://schemas.microsoft.com/office/drawing/2014/main" id="{B67E4C73-2DDE-0644-8B08-03343E467221}"/>
              </a:ext>
            </a:extLst>
          </p:cNvPr>
          <p:cNvGrpSpPr>
            <a:grpSpLocks/>
          </p:cNvGrpSpPr>
          <p:nvPr/>
        </p:nvGrpSpPr>
        <p:grpSpPr bwMode="auto">
          <a:xfrm>
            <a:off x="6608763" y="5611814"/>
            <a:ext cx="347662" cy="681037"/>
            <a:chOff x="7923189" y="2486664"/>
            <a:chExt cx="360377" cy="884585"/>
          </a:xfrm>
        </p:grpSpPr>
        <p:pic>
          <p:nvPicPr>
            <p:cNvPr id="212202" name="Picture 3">
              <a:extLst>
                <a:ext uri="{FF2B5EF4-FFF2-40B4-BE49-F238E27FC236}">
                  <a16:creationId xmlns:a16="http://schemas.microsoft.com/office/drawing/2014/main" id="{6BE77C42-6E06-D245-9F37-1EF256CCBB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03" name="Group 950">
              <a:extLst>
                <a:ext uri="{FF2B5EF4-FFF2-40B4-BE49-F238E27FC236}">
                  <a16:creationId xmlns:a16="http://schemas.microsoft.com/office/drawing/2014/main" id="{2D8EE99D-8E17-8845-94FD-64E4F9757662}"/>
                </a:ext>
              </a:extLst>
            </p:cNvPr>
            <p:cNvGrpSpPr>
              <a:grpSpLocks/>
            </p:cNvGrpSpPr>
            <p:nvPr/>
          </p:nvGrpSpPr>
          <p:grpSpPr bwMode="auto">
            <a:xfrm>
              <a:off x="7923189" y="2890236"/>
              <a:ext cx="227012" cy="481013"/>
              <a:chOff x="4140" y="429"/>
              <a:chExt cx="1425" cy="2396"/>
            </a:xfrm>
          </p:grpSpPr>
          <p:sp>
            <p:nvSpPr>
              <p:cNvPr id="212204" name="Freeform 951">
                <a:extLst>
                  <a:ext uri="{FF2B5EF4-FFF2-40B4-BE49-F238E27FC236}">
                    <a16:creationId xmlns:a16="http://schemas.microsoft.com/office/drawing/2014/main" id="{6F3FE0D4-A2DA-D34C-A4AD-632E7C0431D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5" name="Rectangle 952">
                <a:extLst>
                  <a:ext uri="{FF2B5EF4-FFF2-40B4-BE49-F238E27FC236}">
                    <a16:creationId xmlns:a16="http://schemas.microsoft.com/office/drawing/2014/main" id="{9B968662-8399-C947-A725-3C2079D169E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6" name="Freeform 953">
                <a:extLst>
                  <a:ext uri="{FF2B5EF4-FFF2-40B4-BE49-F238E27FC236}">
                    <a16:creationId xmlns:a16="http://schemas.microsoft.com/office/drawing/2014/main" id="{6FF771FD-7D10-FE46-814D-5741EB171B2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7" name="Freeform 954">
                <a:extLst>
                  <a:ext uri="{FF2B5EF4-FFF2-40B4-BE49-F238E27FC236}">
                    <a16:creationId xmlns:a16="http://schemas.microsoft.com/office/drawing/2014/main" id="{47B7976F-E40D-504C-9923-5650F7F50F6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8" name="Rectangle 955">
                <a:extLst>
                  <a:ext uri="{FF2B5EF4-FFF2-40B4-BE49-F238E27FC236}">
                    <a16:creationId xmlns:a16="http://schemas.microsoft.com/office/drawing/2014/main" id="{D61E8183-E04F-F349-944A-852A5E09850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09" name="Group 956">
                <a:extLst>
                  <a:ext uri="{FF2B5EF4-FFF2-40B4-BE49-F238E27FC236}">
                    <a16:creationId xmlns:a16="http://schemas.microsoft.com/office/drawing/2014/main" id="{05AC9BA8-A48D-914F-8353-9911B2724B9C}"/>
                  </a:ext>
                </a:extLst>
              </p:cNvPr>
              <p:cNvGrpSpPr>
                <a:grpSpLocks/>
              </p:cNvGrpSpPr>
              <p:nvPr/>
            </p:nvGrpSpPr>
            <p:grpSpPr bwMode="auto">
              <a:xfrm>
                <a:off x="4749" y="668"/>
                <a:ext cx="581" cy="145"/>
                <a:chOff x="614" y="2568"/>
                <a:chExt cx="725" cy="139"/>
              </a:xfrm>
            </p:grpSpPr>
            <p:sp>
              <p:nvSpPr>
                <p:cNvPr id="212234" name="AutoShape 957">
                  <a:extLst>
                    <a:ext uri="{FF2B5EF4-FFF2-40B4-BE49-F238E27FC236}">
                      <a16:creationId xmlns:a16="http://schemas.microsoft.com/office/drawing/2014/main" id="{3F913976-31DA-6747-B323-80805A82D86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5" name="AutoShape 958">
                  <a:extLst>
                    <a:ext uri="{FF2B5EF4-FFF2-40B4-BE49-F238E27FC236}">
                      <a16:creationId xmlns:a16="http://schemas.microsoft.com/office/drawing/2014/main" id="{268B330D-5EC4-4F41-A9C9-73694EE3B9B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0" name="Rectangle 959">
                <a:extLst>
                  <a:ext uri="{FF2B5EF4-FFF2-40B4-BE49-F238E27FC236}">
                    <a16:creationId xmlns:a16="http://schemas.microsoft.com/office/drawing/2014/main" id="{F126082E-80A4-F148-B67A-5F8B0C9C9E0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1" name="Group 960">
                <a:extLst>
                  <a:ext uri="{FF2B5EF4-FFF2-40B4-BE49-F238E27FC236}">
                    <a16:creationId xmlns:a16="http://schemas.microsoft.com/office/drawing/2014/main" id="{F4E60FF0-40E9-0743-8AB9-132F35646F41}"/>
                  </a:ext>
                </a:extLst>
              </p:cNvPr>
              <p:cNvGrpSpPr>
                <a:grpSpLocks/>
              </p:cNvGrpSpPr>
              <p:nvPr/>
            </p:nvGrpSpPr>
            <p:grpSpPr bwMode="auto">
              <a:xfrm>
                <a:off x="4747" y="994"/>
                <a:ext cx="581" cy="134"/>
                <a:chOff x="614" y="2568"/>
                <a:chExt cx="725" cy="139"/>
              </a:xfrm>
            </p:grpSpPr>
            <p:sp>
              <p:nvSpPr>
                <p:cNvPr id="212232" name="AutoShape 961">
                  <a:extLst>
                    <a:ext uri="{FF2B5EF4-FFF2-40B4-BE49-F238E27FC236}">
                      <a16:creationId xmlns:a16="http://schemas.microsoft.com/office/drawing/2014/main" id="{5D38D0E1-95B8-7644-916C-223FF4B01D7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3" name="AutoShape 962">
                  <a:extLst>
                    <a:ext uri="{FF2B5EF4-FFF2-40B4-BE49-F238E27FC236}">
                      <a16:creationId xmlns:a16="http://schemas.microsoft.com/office/drawing/2014/main" id="{228AF174-642C-DA45-8700-9B23D5A60F5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2" name="Rectangle 963">
                <a:extLst>
                  <a:ext uri="{FF2B5EF4-FFF2-40B4-BE49-F238E27FC236}">
                    <a16:creationId xmlns:a16="http://schemas.microsoft.com/office/drawing/2014/main" id="{CF598B88-9E11-634B-8D65-DC6DF3DBC4B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3" name="Rectangle 964">
                <a:extLst>
                  <a:ext uri="{FF2B5EF4-FFF2-40B4-BE49-F238E27FC236}">
                    <a16:creationId xmlns:a16="http://schemas.microsoft.com/office/drawing/2014/main" id="{3DAF1C69-3CE3-2C41-BA83-14BA5205233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4" name="Group 965">
                <a:extLst>
                  <a:ext uri="{FF2B5EF4-FFF2-40B4-BE49-F238E27FC236}">
                    <a16:creationId xmlns:a16="http://schemas.microsoft.com/office/drawing/2014/main" id="{7B9A1861-AEA3-F045-AD80-7CE3F47B2E7A}"/>
                  </a:ext>
                </a:extLst>
              </p:cNvPr>
              <p:cNvGrpSpPr>
                <a:grpSpLocks/>
              </p:cNvGrpSpPr>
              <p:nvPr/>
            </p:nvGrpSpPr>
            <p:grpSpPr bwMode="auto">
              <a:xfrm>
                <a:off x="4735" y="1627"/>
                <a:ext cx="582" cy="151"/>
                <a:chOff x="614" y="2568"/>
                <a:chExt cx="725" cy="139"/>
              </a:xfrm>
            </p:grpSpPr>
            <p:sp>
              <p:nvSpPr>
                <p:cNvPr id="212230" name="AutoShape 966">
                  <a:extLst>
                    <a:ext uri="{FF2B5EF4-FFF2-40B4-BE49-F238E27FC236}">
                      <a16:creationId xmlns:a16="http://schemas.microsoft.com/office/drawing/2014/main" id="{B5264E03-832D-0442-AA60-A277EBB2562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1" name="AutoShape 967">
                  <a:extLst>
                    <a:ext uri="{FF2B5EF4-FFF2-40B4-BE49-F238E27FC236}">
                      <a16:creationId xmlns:a16="http://schemas.microsoft.com/office/drawing/2014/main" id="{BC5DFBD9-986C-9546-8DFA-938688D9C67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5" name="Freeform 968">
                <a:extLst>
                  <a:ext uri="{FF2B5EF4-FFF2-40B4-BE49-F238E27FC236}">
                    <a16:creationId xmlns:a16="http://schemas.microsoft.com/office/drawing/2014/main" id="{17C79002-8148-4349-81F7-D0445F6C50B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6" name="Group 969">
                <a:extLst>
                  <a:ext uri="{FF2B5EF4-FFF2-40B4-BE49-F238E27FC236}">
                    <a16:creationId xmlns:a16="http://schemas.microsoft.com/office/drawing/2014/main" id="{BCA5C138-F65F-2545-ABFC-EC5A6979BCE0}"/>
                  </a:ext>
                </a:extLst>
              </p:cNvPr>
              <p:cNvGrpSpPr>
                <a:grpSpLocks/>
              </p:cNvGrpSpPr>
              <p:nvPr/>
            </p:nvGrpSpPr>
            <p:grpSpPr bwMode="auto">
              <a:xfrm>
                <a:off x="4739" y="1327"/>
                <a:ext cx="582" cy="139"/>
                <a:chOff x="614" y="2568"/>
                <a:chExt cx="725" cy="139"/>
              </a:xfrm>
            </p:grpSpPr>
            <p:sp>
              <p:nvSpPr>
                <p:cNvPr id="212228" name="AutoShape 970">
                  <a:extLst>
                    <a:ext uri="{FF2B5EF4-FFF2-40B4-BE49-F238E27FC236}">
                      <a16:creationId xmlns:a16="http://schemas.microsoft.com/office/drawing/2014/main" id="{A4C75F99-C790-654E-A3EF-2597B53BC69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9" name="AutoShape 971">
                  <a:extLst>
                    <a:ext uri="{FF2B5EF4-FFF2-40B4-BE49-F238E27FC236}">
                      <a16:creationId xmlns:a16="http://schemas.microsoft.com/office/drawing/2014/main" id="{DC4E3392-CF09-9F4D-8083-86B7B49CE45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7" name="Rectangle 972">
                <a:extLst>
                  <a:ext uri="{FF2B5EF4-FFF2-40B4-BE49-F238E27FC236}">
                    <a16:creationId xmlns:a16="http://schemas.microsoft.com/office/drawing/2014/main" id="{8AEF6CD3-3A6F-724B-ADAB-C671D48924E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8" name="Freeform 973">
                <a:extLst>
                  <a:ext uri="{FF2B5EF4-FFF2-40B4-BE49-F238E27FC236}">
                    <a16:creationId xmlns:a16="http://schemas.microsoft.com/office/drawing/2014/main" id="{9BBA2597-DB7B-AE46-A90F-87B6493FCB18}"/>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9" name="Freeform 974">
                <a:extLst>
                  <a:ext uri="{FF2B5EF4-FFF2-40B4-BE49-F238E27FC236}">
                    <a16:creationId xmlns:a16="http://schemas.microsoft.com/office/drawing/2014/main" id="{25FCD4A9-4884-DD44-A180-0BFA16E166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0" name="Oval 975">
                <a:extLst>
                  <a:ext uri="{FF2B5EF4-FFF2-40B4-BE49-F238E27FC236}">
                    <a16:creationId xmlns:a16="http://schemas.microsoft.com/office/drawing/2014/main" id="{E681610F-842C-3E44-8DBD-486A7E47DA6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1" name="Freeform 976">
                <a:extLst>
                  <a:ext uri="{FF2B5EF4-FFF2-40B4-BE49-F238E27FC236}">
                    <a16:creationId xmlns:a16="http://schemas.microsoft.com/office/drawing/2014/main" id="{9EEC1478-561A-DE4F-ADD8-E95A681EB8F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2" name="AutoShape 977">
                <a:extLst>
                  <a:ext uri="{FF2B5EF4-FFF2-40B4-BE49-F238E27FC236}">
                    <a16:creationId xmlns:a16="http://schemas.microsoft.com/office/drawing/2014/main" id="{D655FF6C-082E-CF4D-B0BC-6AE679FE0B5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3" name="AutoShape 978">
                <a:extLst>
                  <a:ext uri="{FF2B5EF4-FFF2-40B4-BE49-F238E27FC236}">
                    <a16:creationId xmlns:a16="http://schemas.microsoft.com/office/drawing/2014/main" id="{23BC460A-708D-1748-BBB0-A8F3360ED51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4" name="Oval 979">
                <a:extLst>
                  <a:ext uri="{FF2B5EF4-FFF2-40B4-BE49-F238E27FC236}">
                    <a16:creationId xmlns:a16="http://schemas.microsoft.com/office/drawing/2014/main" id="{56D8CE25-AF6D-274E-83E8-370B8A28AB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5" name="Oval 980">
                <a:extLst>
                  <a:ext uri="{FF2B5EF4-FFF2-40B4-BE49-F238E27FC236}">
                    <a16:creationId xmlns:a16="http://schemas.microsoft.com/office/drawing/2014/main" id="{A5B49612-4308-FD40-8B73-6D4D3A7C50A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26" name="Oval 981">
                <a:extLst>
                  <a:ext uri="{FF2B5EF4-FFF2-40B4-BE49-F238E27FC236}">
                    <a16:creationId xmlns:a16="http://schemas.microsoft.com/office/drawing/2014/main" id="{BE2B8944-FFDF-6545-A30D-61506BE12D3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7" name="Rectangle 982">
                <a:extLst>
                  <a:ext uri="{FF2B5EF4-FFF2-40B4-BE49-F238E27FC236}">
                    <a16:creationId xmlns:a16="http://schemas.microsoft.com/office/drawing/2014/main" id="{7320C232-24CD-644E-AA66-E1EC4338BB4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98" name="Group 897">
            <a:extLst>
              <a:ext uri="{FF2B5EF4-FFF2-40B4-BE49-F238E27FC236}">
                <a16:creationId xmlns:a16="http://schemas.microsoft.com/office/drawing/2014/main" id="{598C6C67-F8C4-A042-A92C-2B94B91C364A}"/>
              </a:ext>
            </a:extLst>
          </p:cNvPr>
          <p:cNvGrpSpPr>
            <a:grpSpLocks/>
          </p:cNvGrpSpPr>
          <p:nvPr/>
        </p:nvGrpSpPr>
        <p:grpSpPr bwMode="auto">
          <a:xfrm>
            <a:off x="7591426" y="3829050"/>
            <a:ext cx="347663" cy="681038"/>
            <a:chOff x="7923189" y="2486664"/>
            <a:chExt cx="360377" cy="884585"/>
          </a:xfrm>
        </p:grpSpPr>
        <p:pic>
          <p:nvPicPr>
            <p:cNvPr id="212168" name="Picture 3">
              <a:extLst>
                <a:ext uri="{FF2B5EF4-FFF2-40B4-BE49-F238E27FC236}">
                  <a16:creationId xmlns:a16="http://schemas.microsoft.com/office/drawing/2014/main" id="{4811B01E-BE38-934F-86FF-4F6DAF8B713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69" name="Group 950">
              <a:extLst>
                <a:ext uri="{FF2B5EF4-FFF2-40B4-BE49-F238E27FC236}">
                  <a16:creationId xmlns:a16="http://schemas.microsoft.com/office/drawing/2014/main" id="{0AFCE7C2-7232-154A-8E71-844BC22B892C}"/>
                </a:ext>
              </a:extLst>
            </p:cNvPr>
            <p:cNvGrpSpPr>
              <a:grpSpLocks/>
            </p:cNvGrpSpPr>
            <p:nvPr/>
          </p:nvGrpSpPr>
          <p:grpSpPr bwMode="auto">
            <a:xfrm>
              <a:off x="7923189" y="2890236"/>
              <a:ext cx="227012" cy="481013"/>
              <a:chOff x="4140" y="429"/>
              <a:chExt cx="1425" cy="2396"/>
            </a:xfrm>
          </p:grpSpPr>
          <p:sp>
            <p:nvSpPr>
              <p:cNvPr id="212170" name="Freeform 951">
                <a:extLst>
                  <a:ext uri="{FF2B5EF4-FFF2-40B4-BE49-F238E27FC236}">
                    <a16:creationId xmlns:a16="http://schemas.microsoft.com/office/drawing/2014/main" id="{39714E75-C662-9640-8E8B-EF48CF2CD2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1" name="Rectangle 952">
                <a:extLst>
                  <a:ext uri="{FF2B5EF4-FFF2-40B4-BE49-F238E27FC236}">
                    <a16:creationId xmlns:a16="http://schemas.microsoft.com/office/drawing/2014/main" id="{C10B9719-3E0A-294C-8D8E-31A4E02C043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2" name="Freeform 953">
                <a:extLst>
                  <a:ext uri="{FF2B5EF4-FFF2-40B4-BE49-F238E27FC236}">
                    <a16:creationId xmlns:a16="http://schemas.microsoft.com/office/drawing/2014/main" id="{EA1D806A-F3BB-AD4C-A7EA-E1F699CCB02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3" name="Freeform 954">
                <a:extLst>
                  <a:ext uri="{FF2B5EF4-FFF2-40B4-BE49-F238E27FC236}">
                    <a16:creationId xmlns:a16="http://schemas.microsoft.com/office/drawing/2014/main" id="{209C3040-DFFE-2641-B3F6-A6040A3E90D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4" name="Rectangle 955">
                <a:extLst>
                  <a:ext uri="{FF2B5EF4-FFF2-40B4-BE49-F238E27FC236}">
                    <a16:creationId xmlns:a16="http://schemas.microsoft.com/office/drawing/2014/main" id="{258645F2-B091-BE46-A175-38429858166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5" name="Group 956">
                <a:extLst>
                  <a:ext uri="{FF2B5EF4-FFF2-40B4-BE49-F238E27FC236}">
                    <a16:creationId xmlns:a16="http://schemas.microsoft.com/office/drawing/2014/main" id="{500CBD05-0E32-7148-AC0F-508B79C363F9}"/>
                  </a:ext>
                </a:extLst>
              </p:cNvPr>
              <p:cNvGrpSpPr>
                <a:grpSpLocks/>
              </p:cNvGrpSpPr>
              <p:nvPr/>
            </p:nvGrpSpPr>
            <p:grpSpPr bwMode="auto">
              <a:xfrm>
                <a:off x="4749" y="668"/>
                <a:ext cx="581" cy="145"/>
                <a:chOff x="614" y="2568"/>
                <a:chExt cx="725" cy="139"/>
              </a:xfrm>
            </p:grpSpPr>
            <p:sp>
              <p:nvSpPr>
                <p:cNvPr id="212200" name="AutoShape 957">
                  <a:extLst>
                    <a:ext uri="{FF2B5EF4-FFF2-40B4-BE49-F238E27FC236}">
                      <a16:creationId xmlns:a16="http://schemas.microsoft.com/office/drawing/2014/main" id="{D6E1CE8A-CD27-864E-BD7C-9FA86CA6CA3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1" name="AutoShape 958">
                  <a:extLst>
                    <a:ext uri="{FF2B5EF4-FFF2-40B4-BE49-F238E27FC236}">
                      <a16:creationId xmlns:a16="http://schemas.microsoft.com/office/drawing/2014/main" id="{631EEAAD-9EF2-1648-AD2A-A84D22BC5C7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6" name="Rectangle 959">
                <a:extLst>
                  <a:ext uri="{FF2B5EF4-FFF2-40B4-BE49-F238E27FC236}">
                    <a16:creationId xmlns:a16="http://schemas.microsoft.com/office/drawing/2014/main" id="{FED5732B-4C99-5E4F-99DA-07D855FE92A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7" name="Group 960">
                <a:extLst>
                  <a:ext uri="{FF2B5EF4-FFF2-40B4-BE49-F238E27FC236}">
                    <a16:creationId xmlns:a16="http://schemas.microsoft.com/office/drawing/2014/main" id="{34868CC0-C56E-CF45-A807-8A35936DF885}"/>
                  </a:ext>
                </a:extLst>
              </p:cNvPr>
              <p:cNvGrpSpPr>
                <a:grpSpLocks/>
              </p:cNvGrpSpPr>
              <p:nvPr/>
            </p:nvGrpSpPr>
            <p:grpSpPr bwMode="auto">
              <a:xfrm>
                <a:off x="4747" y="994"/>
                <a:ext cx="581" cy="134"/>
                <a:chOff x="614" y="2568"/>
                <a:chExt cx="725" cy="139"/>
              </a:xfrm>
            </p:grpSpPr>
            <p:sp>
              <p:nvSpPr>
                <p:cNvPr id="212198" name="AutoShape 961">
                  <a:extLst>
                    <a:ext uri="{FF2B5EF4-FFF2-40B4-BE49-F238E27FC236}">
                      <a16:creationId xmlns:a16="http://schemas.microsoft.com/office/drawing/2014/main" id="{8D2DB165-0043-0C4D-8CED-139DE529EAC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9" name="AutoShape 962">
                  <a:extLst>
                    <a:ext uri="{FF2B5EF4-FFF2-40B4-BE49-F238E27FC236}">
                      <a16:creationId xmlns:a16="http://schemas.microsoft.com/office/drawing/2014/main" id="{18927EE1-4ED6-C545-92EA-69A661ED62D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8" name="Rectangle 963">
                <a:extLst>
                  <a:ext uri="{FF2B5EF4-FFF2-40B4-BE49-F238E27FC236}">
                    <a16:creationId xmlns:a16="http://schemas.microsoft.com/office/drawing/2014/main" id="{288D5BE5-BAD9-8C4A-A0D2-74549D6389A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9" name="Rectangle 964">
                <a:extLst>
                  <a:ext uri="{FF2B5EF4-FFF2-40B4-BE49-F238E27FC236}">
                    <a16:creationId xmlns:a16="http://schemas.microsoft.com/office/drawing/2014/main" id="{3664781E-2307-BA41-B3D4-74745B587C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0" name="Group 965">
                <a:extLst>
                  <a:ext uri="{FF2B5EF4-FFF2-40B4-BE49-F238E27FC236}">
                    <a16:creationId xmlns:a16="http://schemas.microsoft.com/office/drawing/2014/main" id="{368937B0-7AA4-1F4A-99AF-EE23A1E3BEFF}"/>
                  </a:ext>
                </a:extLst>
              </p:cNvPr>
              <p:cNvGrpSpPr>
                <a:grpSpLocks/>
              </p:cNvGrpSpPr>
              <p:nvPr/>
            </p:nvGrpSpPr>
            <p:grpSpPr bwMode="auto">
              <a:xfrm>
                <a:off x="4735" y="1627"/>
                <a:ext cx="582" cy="151"/>
                <a:chOff x="614" y="2568"/>
                <a:chExt cx="725" cy="139"/>
              </a:xfrm>
            </p:grpSpPr>
            <p:sp>
              <p:nvSpPr>
                <p:cNvPr id="212196" name="AutoShape 966">
                  <a:extLst>
                    <a:ext uri="{FF2B5EF4-FFF2-40B4-BE49-F238E27FC236}">
                      <a16:creationId xmlns:a16="http://schemas.microsoft.com/office/drawing/2014/main" id="{9A01E07B-F452-0042-8749-AA6F9BF6C80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7" name="AutoShape 967">
                  <a:extLst>
                    <a:ext uri="{FF2B5EF4-FFF2-40B4-BE49-F238E27FC236}">
                      <a16:creationId xmlns:a16="http://schemas.microsoft.com/office/drawing/2014/main" id="{86F022B9-0E4F-5E4D-BC55-48B091D2460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1" name="Freeform 968">
                <a:extLst>
                  <a:ext uri="{FF2B5EF4-FFF2-40B4-BE49-F238E27FC236}">
                    <a16:creationId xmlns:a16="http://schemas.microsoft.com/office/drawing/2014/main" id="{B11B2A5F-302B-5541-A5DE-AD5D7B7C47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2" name="Group 969">
                <a:extLst>
                  <a:ext uri="{FF2B5EF4-FFF2-40B4-BE49-F238E27FC236}">
                    <a16:creationId xmlns:a16="http://schemas.microsoft.com/office/drawing/2014/main" id="{7FE8D8CA-4E8D-5142-84B2-6764BB308885}"/>
                  </a:ext>
                </a:extLst>
              </p:cNvPr>
              <p:cNvGrpSpPr>
                <a:grpSpLocks/>
              </p:cNvGrpSpPr>
              <p:nvPr/>
            </p:nvGrpSpPr>
            <p:grpSpPr bwMode="auto">
              <a:xfrm>
                <a:off x="4739" y="1327"/>
                <a:ext cx="582" cy="139"/>
                <a:chOff x="614" y="2568"/>
                <a:chExt cx="725" cy="139"/>
              </a:xfrm>
            </p:grpSpPr>
            <p:sp>
              <p:nvSpPr>
                <p:cNvPr id="212194" name="AutoShape 970">
                  <a:extLst>
                    <a:ext uri="{FF2B5EF4-FFF2-40B4-BE49-F238E27FC236}">
                      <a16:creationId xmlns:a16="http://schemas.microsoft.com/office/drawing/2014/main" id="{A178714F-4081-7A47-88BA-AA5CE7D94DB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5" name="AutoShape 971">
                  <a:extLst>
                    <a:ext uri="{FF2B5EF4-FFF2-40B4-BE49-F238E27FC236}">
                      <a16:creationId xmlns:a16="http://schemas.microsoft.com/office/drawing/2014/main" id="{A2F330D8-AB17-ED4F-ABCD-791AB236A7B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3" name="Rectangle 972">
                <a:extLst>
                  <a:ext uri="{FF2B5EF4-FFF2-40B4-BE49-F238E27FC236}">
                    <a16:creationId xmlns:a16="http://schemas.microsoft.com/office/drawing/2014/main" id="{CC1F60B5-CA5E-BD4F-9AF8-DEEC0D112CD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4" name="Freeform 973">
                <a:extLst>
                  <a:ext uri="{FF2B5EF4-FFF2-40B4-BE49-F238E27FC236}">
                    <a16:creationId xmlns:a16="http://schemas.microsoft.com/office/drawing/2014/main" id="{D876F67F-BA0F-2D43-88EA-D11665D31105}"/>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5" name="Freeform 974">
                <a:extLst>
                  <a:ext uri="{FF2B5EF4-FFF2-40B4-BE49-F238E27FC236}">
                    <a16:creationId xmlns:a16="http://schemas.microsoft.com/office/drawing/2014/main" id="{8EB4073B-CBA0-F147-819E-7A79A09ADB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6" name="Oval 975">
                <a:extLst>
                  <a:ext uri="{FF2B5EF4-FFF2-40B4-BE49-F238E27FC236}">
                    <a16:creationId xmlns:a16="http://schemas.microsoft.com/office/drawing/2014/main" id="{E2F102C3-9141-D841-8851-BF47814C0C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7" name="Freeform 976">
                <a:extLst>
                  <a:ext uri="{FF2B5EF4-FFF2-40B4-BE49-F238E27FC236}">
                    <a16:creationId xmlns:a16="http://schemas.microsoft.com/office/drawing/2014/main" id="{0104F114-0BF8-2D43-BD35-9FA4B0D4921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8" name="AutoShape 977">
                <a:extLst>
                  <a:ext uri="{FF2B5EF4-FFF2-40B4-BE49-F238E27FC236}">
                    <a16:creationId xmlns:a16="http://schemas.microsoft.com/office/drawing/2014/main" id="{D6BD11DA-56DB-E643-953D-CBDA9EDD424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9" name="AutoShape 978">
                <a:extLst>
                  <a:ext uri="{FF2B5EF4-FFF2-40B4-BE49-F238E27FC236}">
                    <a16:creationId xmlns:a16="http://schemas.microsoft.com/office/drawing/2014/main" id="{33F250C2-C7BC-6149-AF22-2F888BE5C74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0" name="Oval 979">
                <a:extLst>
                  <a:ext uri="{FF2B5EF4-FFF2-40B4-BE49-F238E27FC236}">
                    <a16:creationId xmlns:a16="http://schemas.microsoft.com/office/drawing/2014/main" id="{60C7C83F-7932-2E43-A5E5-D8F782F5E5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1" name="Oval 980">
                <a:extLst>
                  <a:ext uri="{FF2B5EF4-FFF2-40B4-BE49-F238E27FC236}">
                    <a16:creationId xmlns:a16="http://schemas.microsoft.com/office/drawing/2014/main" id="{1E249C40-73FE-0443-BB83-42FB4430A8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92" name="Oval 981">
                <a:extLst>
                  <a:ext uri="{FF2B5EF4-FFF2-40B4-BE49-F238E27FC236}">
                    <a16:creationId xmlns:a16="http://schemas.microsoft.com/office/drawing/2014/main" id="{5EE279AB-829B-3348-9C50-79468AA66EA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3" name="Rectangle 982">
                <a:extLst>
                  <a:ext uri="{FF2B5EF4-FFF2-40B4-BE49-F238E27FC236}">
                    <a16:creationId xmlns:a16="http://schemas.microsoft.com/office/drawing/2014/main" id="{63496167-DD4B-4A45-89C4-CD008FB15CC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933" name="Group 932">
            <a:extLst>
              <a:ext uri="{FF2B5EF4-FFF2-40B4-BE49-F238E27FC236}">
                <a16:creationId xmlns:a16="http://schemas.microsoft.com/office/drawing/2014/main" id="{26671DE5-CC5E-9346-9241-9C4B9744E98A}"/>
              </a:ext>
            </a:extLst>
          </p:cNvPr>
          <p:cNvGrpSpPr>
            <a:grpSpLocks/>
          </p:cNvGrpSpPr>
          <p:nvPr/>
        </p:nvGrpSpPr>
        <p:grpSpPr bwMode="auto">
          <a:xfrm>
            <a:off x="3646488" y="5629275"/>
            <a:ext cx="347662" cy="681038"/>
            <a:chOff x="7923189" y="2486664"/>
            <a:chExt cx="360377" cy="884585"/>
          </a:xfrm>
        </p:grpSpPr>
        <p:pic>
          <p:nvPicPr>
            <p:cNvPr id="212134" name="Picture 3">
              <a:extLst>
                <a:ext uri="{FF2B5EF4-FFF2-40B4-BE49-F238E27FC236}">
                  <a16:creationId xmlns:a16="http://schemas.microsoft.com/office/drawing/2014/main" id="{F6C700AB-F01A-1347-84B4-44C9C003CD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35" name="Group 950">
              <a:extLst>
                <a:ext uri="{FF2B5EF4-FFF2-40B4-BE49-F238E27FC236}">
                  <a16:creationId xmlns:a16="http://schemas.microsoft.com/office/drawing/2014/main" id="{32504C01-C290-2247-ADAA-2B64BFCC324C}"/>
                </a:ext>
              </a:extLst>
            </p:cNvPr>
            <p:cNvGrpSpPr>
              <a:grpSpLocks/>
            </p:cNvGrpSpPr>
            <p:nvPr/>
          </p:nvGrpSpPr>
          <p:grpSpPr bwMode="auto">
            <a:xfrm>
              <a:off x="7923189" y="2890236"/>
              <a:ext cx="227012" cy="481013"/>
              <a:chOff x="4140" y="429"/>
              <a:chExt cx="1425" cy="2396"/>
            </a:xfrm>
          </p:grpSpPr>
          <p:sp>
            <p:nvSpPr>
              <p:cNvPr id="212136" name="Freeform 951">
                <a:extLst>
                  <a:ext uri="{FF2B5EF4-FFF2-40B4-BE49-F238E27FC236}">
                    <a16:creationId xmlns:a16="http://schemas.microsoft.com/office/drawing/2014/main" id="{A3F65C23-57BF-4346-A71B-85EF12EA43CD}"/>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7" name="Rectangle 952">
                <a:extLst>
                  <a:ext uri="{FF2B5EF4-FFF2-40B4-BE49-F238E27FC236}">
                    <a16:creationId xmlns:a16="http://schemas.microsoft.com/office/drawing/2014/main" id="{AFA7DEA9-FBEC-8E4B-B053-097F8A2BCFC1}"/>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8" name="Freeform 953">
                <a:extLst>
                  <a:ext uri="{FF2B5EF4-FFF2-40B4-BE49-F238E27FC236}">
                    <a16:creationId xmlns:a16="http://schemas.microsoft.com/office/drawing/2014/main" id="{CE2B5BAF-9ECC-8B4C-903A-3EB261281A7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9" name="Freeform 954">
                <a:extLst>
                  <a:ext uri="{FF2B5EF4-FFF2-40B4-BE49-F238E27FC236}">
                    <a16:creationId xmlns:a16="http://schemas.microsoft.com/office/drawing/2014/main" id="{B5AE0A6A-DBAA-BA47-96F5-185131C31C9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0" name="Rectangle 955">
                <a:extLst>
                  <a:ext uri="{FF2B5EF4-FFF2-40B4-BE49-F238E27FC236}">
                    <a16:creationId xmlns:a16="http://schemas.microsoft.com/office/drawing/2014/main" id="{C80FC0E7-6E02-9E44-B34F-8DA670B4D11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1" name="Group 956">
                <a:extLst>
                  <a:ext uri="{FF2B5EF4-FFF2-40B4-BE49-F238E27FC236}">
                    <a16:creationId xmlns:a16="http://schemas.microsoft.com/office/drawing/2014/main" id="{F3FFBBB1-E716-F246-87A6-21C20BE85E5A}"/>
                  </a:ext>
                </a:extLst>
              </p:cNvPr>
              <p:cNvGrpSpPr>
                <a:grpSpLocks/>
              </p:cNvGrpSpPr>
              <p:nvPr/>
            </p:nvGrpSpPr>
            <p:grpSpPr bwMode="auto">
              <a:xfrm>
                <a:off x="4749" y="668"/>
                <a:ext cx="581" cy="145"/>
                <a:chOff x="614" y="2568"/>
                <a:chExt cx="725" cy="139"/>
              </a:xfrm>
            </p:grpSpPr>
            <p:sp>
              <p:nvSpPr>
                <p:cNvPr id="212166" name="AutoShape 957">
                  <a:extLst>
                    <a:ext uri="{FF2B5EF4-FFF2-40B4-BE49-F238E27FC236}">
                      <a16:creationId xmlns:a16="http://schemas.microsoft.com/office/drawing/2014/main" id="{BAA4262B-8BD5-704A-8117-BB630AEDEDE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7" name="AutoShape 958">
                  <a:extLst>
                    <a:ext uri="{FF2B5EF4-FFF2-40B4-BE49-F238E27FC236}">
                      <a16:creationId xmlns:a16="http://schemas.microsoft.com/office/drawing/2014/main" id="{B8FD5B39-D818-294D-8B5A-FF9FD6FA9A2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2" name="Rectangle 959">
                <a:extLst>
                  <a:ext uri="{FF2B5EF4-FFF2-40B4-BE49-F238E27FC236}">
                    <a16:creationId xmlns:a16="http://schemas.microsoft.com/office/drawing/2014/main" id="{99B8C3DB-28D5-F243-AA1A-7520585C85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3" name="Group 960">
                <a:extLst>
                  <a:ext uri="{FF2B5EF4-FFF2-40B4-BE49-F238E27FC236}">
                    <a16:creationId xmlns:a16="http://schemas.microsoft.com/office/drawing/2014/main" id="{2EFE68E7-EF42-4A41-83D7-7FF8796B6B2A}"/>
                  </a:ext>
                </a:extLst>
              </p:cNvPr>
              <p:cNvGrpSpPr>
                <a:grpSpLocks/>
              </p:cNvGrpSpPr>
              <p:nvPr/>
            </p:nvGrpSpPr>
            <p:grpSpPr bwMode="auto">
              <a:xfrm>
                <a:off x="4747" y="994"/>
                <a:ext cx="581" cy="134"/>
                <a:chOff x="614" y="2568"/>
                <a:chExt cx="725" cy="139"/>
              </a:xfrm>
            </p:grpSpPr>
            <p:sp>
              <p:nvSpPr>
                <p:cNvPr id="212164" name="AutoShape 961">
                  <a:extLst>
                    <a:ext uri="{FF2B5EF4-FFF2-40B4-BE49-F238E27FC236}">
                      <a16:creationId xmlns:a16="http://schemas.microsoft.com/office/drawing/2014/main" id="{D7F94DC5-0471-184D-AF96-A9F0657DBE0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5" name="AutoShape 962">
                  <a:extLst>
                    <a:ext uri="{FF2B5EF4-FFF2-40B4-BE49-F238E27FC236}">
                      <a16:creationId xmlns:a16="http://schemas.microsoft.com/office/drawing/2014/main" id="{388CA56D-4F65-824D-9B87-B3BF08D74F1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4" name="Rectangle 963">
                <a:extLst>
                  <a:ext uri="{FF2B5EF4-FFF2-40B4-BE49-F238E27FC236}">
                    <a16:creationId xmlns:a16="http://schemas.microsoft.com/office/drawing/2014/main" id="{1B5C1CAA-DAAD-334E-9523-BF2607F878A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5" name="Rectangle 964">
                <a:extLst>
                  <a:ext uri="{FF2B5EF4-FFF2-40B4-BE49-F238E27FC236}">
                    <a16:creationId xmlns:a16="http://schemas.microsoft.com/office/drawing/2014/main" id="{28765756-7F30-3441-9655-066D5CF8904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6" name="Group 965">
                <a:extLst>
                  <a:ext uri="{FF2B5EF4-FFF2-40B4-BE49-F238E27FC236}">
                    <a16:creationId xmlns:a16="http://schemas.microsoft.com/office/drawing/2014/main" id="{55E7875B-A50E-ED4A-8FAF-CF245117B1C6}"/>
                  </a:ext>
                </a:extLst>
              </p:cNvPr>
              <p:cNvGrpSpPr>
                <a:grpSpLocks/>
              </p:cNvGrpSpPr>
              <p:nvPr/>
            </p:nvGrpSpPr>
            <p:grpSpPr bwMode="auto">
              <a:xfrm>
                <a:off x="4735" y="1627"/>
                <a:ext cx="582" cy="151"/>
                <a:chOff x="614" y="2568"/>
                <a:chExt cx="725" cy="139"/>
              </a:xfrm>
            </p:grpSpPr>
            <p:sp>
              <p:nvSpPr>
                <p:cNvPr id="212162" name="AutoShape 966">
                  <a:extLst>
                    <a:ext uri="{FF2B5EF4-FFF2-40B4-BE49-F238E27FC236}">
                      <a16:creationId xmlns:a16="http://schemas.microsoft.com/office/drawing/2014/main" id="{C761D5B6-6EA5-844D-AB83-C03BD6A5320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3" name="AutoShape 967">
                  <a:extLst>
                    <a:ext uri="{FF2B5EF4-FFF2-40B4-BE49-F238E27FC236}">
                      <a16:creationId xmlns:a16="http://schemas.microsoft.com/office/drawing/2014/main" id="{B74D090B-9CD9-FC46-A626-7015CF7979E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7" name="Freeform 968">
                <a:extLst>
                  <a:ext uri="{FF2B5EF4-FFF2-40B4-BE49-F238E27FC236}">
                    <a16:creationId xmlns:a16="http://schemas.microsoft.com/office/drawing/2014/main" id="{4089A926-43BB-464C-A49C-15A16876FD2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8" name="Group 969">
                <a:extLst>
                  <a:ext uri="{FF2B5EF4-FFF2-40B4-BE49-F238E27FC236}">
                    <a16:creationId xmlns:a16="http://schemas.microsoft.com/office/drawing/2014/main" id="{AC193393-9A29-4849-8F04-4BD4E2C15F0B}"/>
                  </a:ext>
                </a:extLst>
              </p:cNvPr>
              <p:cNvGrpSpPr>
                <a:grpSpLocks/>
              </p:cNvGrpSpPr>
              <p:nvPr/>
            </p:nvGrpSpPr>
            <p:grpSpPr bwMode="auto">
              <a:xfrm>
                <a:off x="4739" y="1327"/>
                <a:ext cx="582" cy="139"/>
                <a:chOff x="614" y="2568"/>
                <a:chExt cx="725" cy="139"/>
              </a:xfrm>
            </p:grpSpPr>
            <p:sp>
              <p:nvSpPr>
                <p:cNvPr id="212160" name="AutoShape 970">
                  <a:extLst>
                    <a:ext uri="{FF2B5EF4-FFF2-40B4-BE49-F238E27FC236}">
                      <a16:creationId xmlns:a16="http://schemas.microsoft.com/office/drawing/2014/main" id="{74196E03-85F3-A048-8080-DE4576B21DD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1" name="AutoShape 971">
                  <a:extLst>
                    <a:ext uri="{FF2B5EF4-FFF2-40B4-BE49-F238E27FC236}">
                      <a16:creationId xmlns:a16="http://schemas.microsoft.com/office/drawing/2014/main" id="{64EA9132-B3BD-9743-92C8-D9855B70B41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9" name="Rectangle 972">
                <a:extLst>
                  <a:ext uri="{FF2B5EF4-FFF2-40B4-BE49-F238E27FC236}">
                    <a16:creationId xmlns:a16="http://schemas.microsoft.com/office/drawing/2014/main" id="{739522D9-F086-524F-A7A8-F771DEEB4FE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0" name="Freeform 973">
                <a:extLst>
                  <a:ext uri="{FF2B5EF4-FFF2-40B4-BE49-F238E27FC236}">
                    <a16:creationId xmlns:a16="http://schemas.microsoft.com/office/drawing/2014/main" id="{C331812E-5700-4848-B297-E38F2A89C49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1" name="Freeform 974">
                <a:extLst>
                  <a:ext uri="{FF2B5EF4-FFF2-40B4-BE49-F238E27FC236}">
                    <a16:creationId xmlns:a16="http://schemas.microsoft.com/office/drawing/2014/main" id="{3AC61ABC-ADB4-B643-A136-E766F616000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2" name="Oval 975">
                <a:extLst>
                  <a:ext uri="{FF2B5EF4-FFF2-40B4-BE49-F238E27FC236}">
                    <a16:creationId xmlns:a16="http://schemas.microsoft.com/office/drawing/2014/main" id="{9DDFFEF5-B6AB-0548-AD01-6520F0568D3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3" name="Freeform 976">
                <a:extLst>
                  <a:ext uri="{FF2B5EF4-FFF2-40B4-BE49-F238E27FC236}">
                    <a16:creationId xmlns:a16="http://schemas.microsoft.com/office/drawing/2014/main" id="{49F8424A-C2C9-1B47-8658-BB2195297CB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4" name="AutoShape 977">
                <a:extLst>
                  <a:ext uri="{FF2B5EF4-FFF2-40B4-BE49-F238E27FC236}">
                    <a16:creationId xmlns:a16="http://schemas.microsoft.com/office/drawing/2014/main" id="{420D232B-869E-6249-961C-01A12E95232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5" name="AutoShape 978">
                <a:extLst>
                  <a:ext uri="{FF2B5EF4-FFF2-40B4-BE49-F238E27FC236}">
                    <a16:creationId xmlns:a16="http://schemas.microsoft.com/office/drawing/2014/main" id="{010A3C00-5438-3042-9454-AAC01B2DB52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6" name="Oval 979">
                <a:extLst>
                  <a:ext uri="{FF2B5EF4-FFF2-40B4-BE49-F238E27FC236}">
                    <a16:creationId xmlns:a16="http://schemas.microsoft.com/office/drawing/2014/main" id="{7D0F0111-3F7C-684D-A0A6-09260ABBD4A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7" name="Oval 980">
                <a:extLst>
                  <a:ext uri="{FF2B5EF4-FFF2-40B4-BE49-F238E27FC236}">
                    <a16:creationId xmlns:a16="http://schemas.microsoft.com/office/drawing/2014/main" id="{28FE3FF0-2975-284F-AEEF-32347D4FF1B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58" name="Oval 981">
                <a:extLst>
                  <a:ext uri="{FF2B5EF4-FFF2-40B4-BE49-F238E27FC236}">
                    <a16:creationId xmlns:a16="http://schemas.microsoft.com/office/drawing/2014/main" id="{228744DD-C103-F449-A6A9-99E3785C873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9" name="Rectangle 982">
                <a:extLst>
                  <a:ext uri="{FF2B5EF4-FFF2-40B4-BE49-F238E27FC236}">
                    <a16:creationId xmlns:a16="http://schemas.microsoft.com/office/drawing/2014/main" id="{C5E078A0-718D-474B-9E4C-EB46718FEB7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81" name="Group 15">
            <a:extLst>
              <a:ext uri="{FF2B5EF4-FFF2-40B4-BE49-F238E27FC236}">
                <a16:creationId xmlns:a16="http://schemas.microsoft.com/office/drawing/2014/main" id="{246C61B4-2DD0-DC41-8DDB-58BD5215DB8E}"/>
              </a:ext>
            </a:extLst>
          </p:cNvPr>
          <p:cNvGrpSpPr>
            <a:grpSpLocks/>
          </p:cNvGrpSpPr>
          <p:nvPr/>
        </p:nvGrpSpPr>
        <p:grpSpPr bwMode="auto">
          <a:xfrm>
            <a:off x="9231313" y="4368800"/>
            <a:ext cx="990600" cy="731838"/>
            <a:chOff x="7707615" y="4368892"/>
            <a:chExt cx="990551" cy="731635"/>
          </a:xfrm>
        </p:grpSpPr>
        <p:pic>
          <p:nvPicPr>
            <p:cNvPr id="212034" name="Picture 14">
              <a:extLst>
                <a:ext uri="{FF2B5EF4-FFF2-40B4-BE49-F238E27FC236}">
                  <a16:creationId xmlns:a16="http://schemas.microsoft.com/office/drawing/2014/main" id="{8B49AFDD-88BF-0644-9165-905D63288614}"/>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2035" name="Group 249">
              <a:extLst>
                <a:ext uri="{FF2B5EF4-FFF2-40B4-BE49-F238E27FC236}">
                  <a16:creationId xmlns:a16="http://schemas.microsoft.com/office/drawing/2014/main" id="{9428D587-7D5E-A643-B7C2-33D002F2E1E9}"/>
                </a:ext>
              </a:extLst>
            </p:cNvPr>
            <p:cNvGrpSpPr>
              <a:grpSpLocks/>
            </p:cNvGrpSpPr>
            <p:nvPr/>
          </p:nvGrpSpPr>
          <p:grpSpPr bwMode="auto">
            <a:xfrm flipH="1">
              <a:off x="7707615" y="4368892"/>
              <a:ext cx="225953" cy="395900"/>
              <a:chOff x="4140" y="429"/>
              <a:chExt cx="1425" cy="2396"/>
            </a:xfrm>
          </p:grpSpPr>
          <p:sp>
            <p:nvSpPr>
              <p:cNvPr id="212102" name="Freeform 250">
                <a:extLst>
                  <a:ext uri="{FF2B5EF4-FFF2-40B4-BE49-F238E27FC236}">
                    <a16:creationId xmlns:a16="http://schemas.microsoft.com/office/drawing/2014/main" id="{AE3FB9AE-64F1-CE4C-93BD-CBDB1EDA602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1" name="Rectangle 251">
                <a:extLst>
                  <a:ext uri="{FF2B5EF4-FFF2-40B4-BE49-F238E27FC236}">
                    <a16:creationId xmlns:a16="http://schemas.microsoft.com/office/drawing/2014/main" id="{69BF4E0E-3E93-6C45-A153-F5956ABB684B}"/>
                  </a:ext>
                </a:extLst>
              </p:cNvPr>
              <p:cNvSpPr>
                <a:spLocks noChangeArrowheads="1"/>
              </p:cNvSpPr>
              <p:nvPr/>
            </p:nvSpPr>
            <p:spPr bwMode="auto">
              <a:xfrm>
                <a:off x="4203" y="429"/>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04" name="Freeform 252">
                <a:extLst>
                  <a:ext uri="{FF2B5EF4-FFF2-40B4-BE49-F238E27FC236}">
                    <a16:creationId xmlns:a16="http://schemas.microsoft.com/office/drawing/2014/main" id="{E8FDBF27-0875-B54D-A203-35B11194800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05" name="Freeform 253">
                <a:extLst>
                  <a:ext uri="{FF2B5EF4-FFF2-40B4-BE49-F238E27FC236}">
                    <a16:creationId xmlns:a16="http://schemas.microsoft.com/office/drawing/2014/main" id="{04B3FED4-C9E5-084B-BFDE-FBC2388857C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4" name="Rectangle 254">
                <a:extLst>
                  <a:ext uri="{FF2B5EF4-FFF2-40B4-BE49-F238E27FC236}">
                    <a16:creationId xmlns:a16="http://schemas.microsoft.com/office/drawing/2014/main" id="{C103B347-0D35-E648-8B92-D51438E05EA2}"/>
                  </a:ext>
                </a:extLst>
              </p:cNvPr>
              <p:cNvSpPr>
                <a:spLocks noChangeArrowheads="1"/>
              </p:cNvSpPr>
              <p:nvPr/>
            </p:nvSpPr>
            <p:spPr bwMode="auto">
              <a:xfrm>
                <a:off x="4213" y="688"/>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7" name="Group 255">
                <a:extLst>
                  <a:ext uri="{FF2B5EF4-FFF2-40B4-BE49-F238E27FC236}">
                    <a16:creationId xmlns:a16="http://schemas.microsoft.com/office/drawing/2014/main" id="{6BA830CF-5591-9E42-87E4-7706ACB3FC55}"/>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44C87939-08C0-D24F-8B6B-28CC0BEDA57F}"/>
                    </a:ext>
                  </a:extLst>
                </p:cNvPr>
                <p:cNvSpPr>
                  <a:spLocks noChangeArrowheads="1"/>
                </p:cNvSpPr>
                <p:nvPr/>
              </p:nvSpPr>
              <p:spPr bwMode="auto">
                <a:xfrm>
                  <a:off x="620" y="2569"/>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01" name="AutoShape 257">
                  <a:extLst>
                    <a:ext uri="{FF2B5EF4-FFF2-40B4-BE49-F238E27FC236}">
                      <a16:creationId xmlns:a16="http://schemas.microsoft.com/office/drawing/2014/main" id="{B98D89D4-9360-984B-B2E0-C8BE02A09280}"/>
                    </a:ext>
                  </a:extLst>
                </p:cNvPr>
                <p:cNvSpPr>
                  <a:spLocks noChangeArrowheads="1"/>
                </p:cNvSpPr>
                <p:nvPr/>
              </p:nvSpPr>
              <p:spPr bwMode="auto">
                <a:xfrm>
                  <a:off x="645" y="2587"/>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6" name="Rectangle 258">
                <a:extLst>
                  <a:ext uri="{FF2B5EF4-FFF2-40B4-BE49-F238E27FC236}">
                    <a16:creationId xmlns:a16="http://schemas.microsoft.com/office/drawing/2014/main" id="{9C47E505-2EEC-3F48-91A3-F88B03ED839E}"/>
                  </a:ext>
                </a:extLst>
              </p:cNvPr>
              <p:cNvSpPr>
                <a:spLocks noChangeArrowheads="1"/>
              </p:cNvSpPr>
              <p:nvPr/>
            </p:nvSpPr>
            <p:spPr bwMode="auto">
              <a:xfrm>
                <a:off x="4223" y="1015"/>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9" name="Group 259">
                <a:extLst>
                  <a:ext uri="{FF2B5EF4-FFF2-40B4-BE49-F238E27FC236}">
                    <a16:creationId xmlns:a16="http://schemas.microsoft.com/office/drawing/2014/main" id="{B778C37F-D08E-114D-963F-D52DE6587842}"/>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550A1B1-82EE-7841-9D81-E42FD693753D}"/>
                    </a:ext>
                  </a:extLst>
                </p:cNvPr>
                <p:cNvSpPr>
                  <a:spLocks noChangeArrowheads="1"/>
                </p:cNvSpPr>
                <p:nvPr/>
              </p:nvSpPr>
              <p:spPr bwMode="auto">
                <a:xfrm>
                  <a:off x="610" y="2570"/>
                  <a:ext cx="725"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9" name="AutoShape 261">
                  <a:extLst>
                    <a:ext uri="{FF2B5EF4-FFF2-40B4-BE49-F238E27FC236}">
                      <a16:creationId xmlns:a16="http://schemas.microsoft.com/office/drawing/2014/main" id="{2BDF4C6F-6870-1143-B70C-D158AFE7C562}"/>
                    </a:ext>
                  </a:extLst>
                </p:cNvPr>
                <p:cNvSpPr>
                  <a:spLocks noChangeArrowheads="1"/>
                </p:cNvSpPr>
                <p:nvPr/>
              </p:nvSpPr>
              <p:spPr bwMode="auto">
                <a:xfrm>
                  <a:off x="623" y="2590"/>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8" name="Rectangle 262">
                <a:extLst>
                  <a:ext uri="{FF2B5EF4-FFF2-40B4-BE49-F238E27FC236}">
                    <a16:creationId xmlns:a16="http://schemas.microsoft.com/office/drawing/2014/main" id="{58CCE7C7-9C37-DB41-806E-3AB5784563E3}"/>
                  </a:ext>
                </a:extLst>
              </p:cNvPr>
              <p:cNvSpPr>
                <a:spLocks noChangeArrowheads="1"/>
              </p:cNvSpPr>
              <p:nvPr/>
            </p:nvSpPr>
            <p:spPr bwMode="auto">
              <a:xfrm>
                <a:off x="4223" y="1361"/>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79" name="Rectangle 263">
                <a:extLst>
                  <a:ext uri="{FF2B5EF4-FFF2-40B4-BE49-F238E27FC236}">
                    <a16:creationId xmlns:a16="http://schemas.microsoft.com/office/drawing/2014/main" id="{DBF18367-F728-D847-BD54-067CD14D0093}"/>
                  </a:ext>
                </a:extLst>
              </p:cNvPr>
              <p:cNvSpPr>
                <a:spLocks noChangeArrowheads="1"/>
              </p:cNvSpPr>
              <p:nvPr/>
            </p:nvSpPr>
            <p:spPr bwMode="auto">
              <a:xfrm>
                <a:off x="4234" y="1649"/>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12" name="Group 264">
                <a:extLst>
                  <a:ext uri="{FF2B5EF4-FFF2-40B4-BE49-F238E27FC236}">
                    <a16:creationId xmlns:a16="http://schemas.microsoft.com/office/drawing/2014/main" id="{22E148B0-0037-E54C-9F98-077BC4E1BCD8}"/>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758460B7-51F1-D94D-B6F3-4A98A312D38E}"/>
                    </a:ext>
                  </a:extLst>
                </p:cNvPr>
                <p:cNvSpPr>
                  <a:spLocks noChangeArrowheads="1"/>
                </p:cNvSpPr>
                <p:nvPr/>
              </p:nvSpPr>
              <p:spPr bwMode="auto">
                <a:xfrm>
                  <a:off x="613" y="2570"/>
                  <a:ext cx="711" cy="13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7" name="AutoShape 266">
                  <a:extLst>
                    <a:ext uri="{FF2B5EF4-FFF2-40B4-BE49-F238E27FC236}">
                      <a16:creationId xmlns:a16="http://schemas.microsoft.com/office/drawing/2014/main" id="{B1FE75B0-8411-8E43-BF34-3814B0D1EF94}"/>
                    </a:ext>
                  </a:extLst>
                </p:cNvPr>
                <p:cNvSpPr>
                  <a:spLocks noChangeArrowheads="1"/>
                </p:cNvSpPr>
                <p:nvPr/>
              </p:nvSpPr>
              <p:spPr bwMode="auto">
                <a:xfrm>
                  <a:off x="625" y="2588"/>
                  <a:ext cx="673"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113" name="Freeform 267">
                <a:extLst>
                  <a:ext uri="{FF2B5EF4-FFF2-40B4-BE49-F238E27FC236}">
                    <a16:creationId xmlns:a16="http://schemas.microsoft.com/office/drawing/2014/main" id="{34C14115-826E-C047-A5AC-61450FA594B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14" name="Group 268">
                <a:extLst>
                  <a:ext uri="{FF2B5EF4-FFF2-40B4-BE49-F238E27FC236}">
                    <a16:creationId xmlns:a16="http://schemas.microsoft.com/office/drawing/2014/main" id="{475038A4-EE1A-674A-B169-D29EBCE6A863}"/>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3EA6A658-1C4E-C347-92D9-308B53694BA9}"/>
                    </a:ext>
                  </a:extLst>
                </p:cNvPr>
                <p:cNvSpPr>
                  <a:spLocks noChangeArrowheads="1"/>
                </p:cNvSpPr>
                <p:nvPr/>
              </p:nvSpPr>
              <p:spPr bwMode="auto">
                <a:xfrm>
                  <a:off x="620" y="2544"/>
                  <a:ext cx="723"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5" name="AutoShape 270">
                  <a:extLst>
                    <a:ext uri="{FF2B5EF4-FFF2-40B4-BE49-F238E27FC236}">
                      <a16:creationId xmlns:a16="http://schemas.microsoft.com/office/drawing/2014/main" id="{303A1AB4-A521-4C46-929C-FE93FAEA70EF}"/>
                    </a:ext>
                  </a:extLst>
                </p:cNvPr>
                <p:cNvSpPr>
                  <a:spLocks noChangeArrowheads="1"/>
                </p:cNvSpPr>
                <p:nvPr/>
              </p:nvSpPr>
              <p:spPr bwMode="auto">
                <a:xfrm>
                  <a:off x="645" y="2582"/>
                  <a:ext cx="673"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83" name="Rectangle 271">
                <a:extLst>
                  <a:ext uri="{FF2B5EF4-FFF2-40B4-BE49-F238E27FC236}">
                    <a16:creationId xmlns:a16="http://schemas.microsoft.com/office/drawing/2014/main" id="{F20799A2-C0C0-BC41-B794-662788F2C6D7}"/>
                  </a:ext>
                </a:extLst>
              </p:cNvPr>
              <p:cNvSpPr>
                <a:spLocks noChangeArrowheads="1"/>
              </p:cNvSpPr>
              <p:nvPr/>
            </p:nvSpPr>
            <p:spPr bwMode="auto">
              <a:xfrm>
                <a:off x="5255" y="429"/>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6" name="Freeform 272">
                <a:extLst>
                  <a:ext uri="{FF2B5EF4-FFF2-40B4-BE49-F238E27FC236}">
                    <a16:creationId xmlns:a16="http://schemas.microsoft.com/office/drawing/2014/main" id="{D8EB6300-A48F-4842-8305-F21FD306D801}"/>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17" name="Freeform 273">
                <a:extLst>
                  <a:ext uri="{FF2B5EF4-FFF2-40B4-BE49-F238E27FC236}">
                    <a16:creationId xmlns:a16="http://schemas.microsoft.com/office/drawing/2014/main" id="{5069FF5B-6D12-3E48-8698-D0E32C78778C}"/>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6" name="Oval 274">
                <a:extLst>
                  <a:ext uri="{FF2B5EF4-FFF2-40B4-BE49-F238E27FC236}">
                    <a16:creationId xmlns:a16="http://schemas.microsoft.com/office/drawing/2014/main" id="{AFEF1B60-D4F2-134C-8C57-605795353942}"/>
                  </a:ext>
                </a:extLst>
              </p:cNvPr>
              <p:cNvSpPr>
                <a:spLocks noChangeArrowheads="1"/>
              </p:cNvSpPr>
              <p:nvPr/>
            </p:nvSpPr>
            <p:spPr bwMode="auto">
              <a:xfrm>
                <a:off x="5515" y="2609"/>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9" name="Freeform 275">
                <a:extLst>
                  <a:ext uri="{FF2B5EF4-FFF2-40B4-BE49-F238E27FC236}">
                    <a16:creationId xmlns:a16="http://schemas.microsoft.com/office/drawing/2014/main" id="{0200803D-62FF-4441-B044-371B60B47F8E}"/>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8" name="AutoShape 276">
                <a:extLst>
                  <a:ext uri="{FF2B5EF4-FFF2-40B4-BE49-F238E27FC236}">
                    <a16:creationId xmlns:a16="http://schemas.microsoft.com/office/drawing/2014/main" id="{6C7C58BA-3FAC-F540-8627-EF780D6225E3}"/>
                  </a:ext>
                </a:extLst>
              </p:cNvPr>
              <p:cNvSpPr>
                <a:spLocks noChangeArrowheads="1"/>
              </p:cNvSpPr>
              <p:nvPr/>
            </p:nvSpPr>
            <p:spPr bwMode="auto">
              <a:xfrm>
                <a:off x="4143" y="2677"/>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89" name="AutoShape 277">
                <a:extLst>
                  <a:ext uri="{FF2B5EF4-FFF2-40B4-BE49-F238E27FC236}">
                    <a16:creationId xmlns:a16="http://schemas.microsoft.com/office/drawing/2014/main" id="{84DCA700-1BB9-6F4F-9BFB-8C71C31C08AF}"/>
                  </a:ext>
                </a:extLst>
              </p:cNvPr>
              <p:cNvSpPr>
                <a:spLocks noChangeArrowheads="1"/>
              </p:cNvSpPr>
              <p:nvPr/>
            </p:nvSpPr>
            <p:spPr bwMode="auto">
              <a:xfrm>
                <a:off x="4203"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0" name="Oval 278">
                <a:extLst>
                  <a:ext uri="{FF2B5EF4-FFF2-40B4-BE49-F238E27FC236}">
                    <a16:creationId xmlns:a16="http://schemas.microsoft.com/office/drawing/2014/main" id="{4DB7668B-A53B-204F-B691-E9B86D643857}"/>
                  </a:ext>
                </a:extLst>
              </p:cNvPr>
              <p:cNvSpPr>
                <a:spLocks noChangeArrowheads="1"/>
              </p:cNvSpPr>
              <p:nvPr/>
            </p:nvSpPr>
            <p:spPr bwMode="auto">
              <a:xfrm>
                <a:off x="4314" y="2379"/>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1" name="Oval 279">
                <a:extLst>
                  <a:ext uri="{FF2B5EF4-FFF2-40B4-BE49-F238E27FC236}">
                    <a16:creationId xmlns:a16="http://schemas.microsoft.com/office/drawing/2014/main" id="{734493BB-E4C9-364B-BE72-1ED56D27A6EE}"/>
                  </a:ext>
                </a:extLst>
              </p:cNvPr>
              <p:cNvSpPr>
                <a:spLocks noChangeArrowheads="1"/>
              </p:cNvSpPr>
              <p:nvPr/>
            </p:nvSpPr>
            <p:spPr bwMode="auto">
              <a:xfrm>
                <a:off x="4484" y="2379"/>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992" name="Oval 280">
                <a:extLst>
                  <a:ext uri="{FF2B5EF4-FFF2-40B4-BE49-F238E27FC236}">
                    <a16:creationId xmlns:a16="http://schemas.microsoft.com/office/drawing/2014/main" id="{4FFB10A2-7D14-FB42-81F1-AC7500333CE6}"/>
                  </a:ext>
                </a:extLst>
              </p:cNvPr>
              <p:cNvSpPr>
                <a:spLocks noChangeArrowheads="1"/>
              </p:cNvSpPr>
              <p:nvPr/>
            </p:nvSpPr>
            <p:spPr bwMode="auto">
              <a:xfrm>
                <a:off x="4664" y="2379"/>
                <a:ext cx="160" cy="13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3" name="Rectangle 281">
                <a:extLst>
                  <a:ext uri="{FF2B5EF4-FFF2-40B4-BE49-F238E27FC236}">
                    <a16:creationId xmlns:a16="http://schemas.microsoft.com/office/drawing/2014/main" id="{0C4D4532-5385-5144-B156-410652EF6C6B}"/>
                  </a:ext>
                </a:extLst>
              </p:cNvPr>
              <p:cNvSpPr>
                <a:spLocks noChangeArrowheads="1"/>
              </p:cNvSpPr>
              <p:nvPr/>
            </p:nvSpPr>
            <p:spPr bwMode="auto">
              <a:xfrm>
                <a:off x="5064" y="1831"/>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6" name="Group 249">
              <a:extLst>
                <a:ext uri="{FF2B5EF4-FFF2-40B4-BE49-F238E27FC236}">
                  <a16:creationId xmlns:a16="http://schemas.microsoft.com/office/drawing/2014/main" id="{4E9454F6-8C78-1B44-A45E-659D47F71046}"/>
                </a:ext>
              </a:extLst>
            </p:cNvPr>
            <p:cNvGrpSpPr>
              <a:grpSpLocks/>
            </p:cNvGrpSpPr>
            <p:nvPr/>
          </p:nvGrpSpPr>
          <p:grpSpPr bwMode="auto">
            <a:xfrm flipH="1">
              <a:off x="7939866" y="4369199"/>
              <a:ext cx="225953" cy="395900"/>
              <a:chOff x="4140" y="429"/>
              <a:chExt cx="1425" cy="2396"/>
            </a:xfrm>
          </p:grpSpPr>
          <p:sp>
            <p:nvSpPr>
              <p:cNvPr id="212070" name="Freeform 250">
                <a:extLst>
                  <a:ext uri="{FF2B5EF4-FFF2-40B4-BE49-F238E27FC236}">
                    <a16:creationId xmlns:a16="http://schemas.microsoft.com/office/drawing/2014/main" id="{A03C8245-84E8-1547-98F3-D419F0F3397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4" name="Rectangle 251">
                <a:extLst>
                  <a:ext uri="{FF2B5EF4-FFF2-40B4-BE49-F238E27FC236}">
                    <a16:creationId xmlns:a16="http://schemas.microsoft.com/office/drawing/2014/main" id="{D4658AF0-46BC-3C41-9BE0-B3058E1571A9}"/>
                  </a:ext>
                </a:extLst>
              </p:cNvPr>
              <p:cNvSpPr>
                <a:spLocks noChangeArrowheads="1"/>
              </p:cNvSpPr>
              <p:nvPr/>
            </p:nvSpPr>
            <p:spPr bwMode="auto">
              <a:xfrm>
                <a:off x="4207" y="427"/>
                <a:ext cx="1051"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72" name="Freeform 252">
                <a:extLst>
                  <a:ext uri="{FF2B5EF4-FFF2-40B4-BE49-F238E27FC236}">
                    <a16:creationId xmlns:a16="http://schemas.microsoft.com/office/drawing/2014/main" id="{C051241D-9938-2247-81A7-005E60E6A8D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73" name="Freeform 253">
                <a:extLst>
                  <a:ext uri="{FF2B5EF4-FFF2-40B4-BE49-F238E27FC236}">
                    <a16:creationId xmlns:a16="http://schemas.microsoft.com/office/drawing/2014/main" id="{D1D41A11-05E7-684B-A0AE-EC2C9DD52B88}"/>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7" name="Rectangle 254">
                <a:extLst>
                  <a:ext uri="{FF2B5EF4-FFF2-40B4-BE49-F238E27FC236}">
                    <a16:creationId xmlns:a16="http://schemas.microsoft.com/office/drawing/2014/main" id="{CDB6110C-F2A9-2A42-A814-225C606AF356}"/>
                  </a:ext>
                </a:extLst>
              </p:cNvPr>
              <p:cNvSpPr>
                <a:spLocks noChangeArrowheads="1"/>
              </p:cNvSpPr>
              <p:nvPr/>
            </p:nvSpPr>
            <p:spPr bwMode="auto">
              <a:xfrm>
                <a:off x="4207" y="696"/>
                <a:ext cx="60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5" name="Group 255">
                <a:extLst>
                  <a:ext uri="{FF2B5EF4-FFF2-40B4-BE49-F238E27FC236}">
                    <a16:creationId xmlns:a16="http://schemas.microsoft.com/office/drawing/2014/main" id="{4AA01198-881E-674B-8D85-89B4A423F01B}"/>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68DC4A52-F420-DE43-A08E-43238B4C5A5A}"/>
                    </a:ext>
                  </a:extLst>
                </p:cNvPr>
                <p:cNvSpPr>
                  <a:spLocks noChangeArrowheads="1"/>
                </p:cNvSpPr>
                <p:nvPr/>
              </p:nvSpPr>
              <p:spPr bwMode="auto">
                <a:xfrm>
                  <a:off x="612" y="2567"/>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4" name="AutoShape 257">
                  <a:extLst>
                    <a:ext uri="{FF2B5EF4-FFF2-40B4-BE49-F238E27FC236}">
                      <a16:creationId xmlns:a16="http://schemas.microsoft.com/office/drawing/2014/main" id="{1F90C38E-6529-6D43-AF3F-FCF2C272690D}"/>
                    </a:ext>
                  </a:extLst>
                </p:cNvPr>
                <p:cNvSpPr>
                  <a:spLocks noChangeArrowheads="1"/>
                </p:cNvSpPr>
                <p:nvPr/>
              </p:nvSpPr>
              <p:spPr bwMode="auto">
                <a:xfrm>
                  <a:off x="624"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09" name="Rectangle 258">
                <a:extLst>
                  <a:ext uri="{FF2B5EF4-FFF2-40B4-BE49-F238E27FC236}">
                    <a16:creationId xmlns:a16="http://schemas.microsoft.com/office/drawing/2014/main" id="{A6C50548-B5A8-DD41-960F-934AB506C6BC}"/>
                  </a:ext>
                </a:extLst>
              </p:cNvPr>
              <p:cNvSpPr>
                <a:spLocks noChangeArrowheads="1"/>
              </p:cNvSpPr>
              <p:nvPr/>
            </p:nvSpPr>
            <p:spPr bwMode="auto">
              <a:xfrm>
                <a:off x="4227" y="1023"/>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7" name="Group 259">
                <a:extLst>
                  <a:ext uri="{FF2B5EF4-FFF2-40B4-BE49-F238E27FC236}">
                    <a16:creationId xmlns:a16="http://schemas.microsoft.com/office/drawing/2014/main" id="{B50052D3-6E51-A24F-8DA6-1A1FB1E76A45}"/>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F197C4B6-E0DE-F849-B48E-BCEE5E7A9212}"/>
                    </a:ext>
                  </a:extLst>
                </p:cNvPr>
                <p:cNvSpPr>
                  <a:spLocks noChangeArrowheads="1"/>
                </p:cNvSpPr>
                <p:nvPr/>
              </p:nvSpPr>
              <p:spPr bwMode="auto">
                <a:xfrm>
                  <a:off x="614" y="2568"/>
                  <a:ext cx="725"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2" name="AutoShape 261">
                  <a:extLst>
                    <a:ext uri="{FF2B5EF4-FFF2-40B4-BE49-F238E27FC236}">
                      <a16:creationId xmlns:a16="http://schemas.microsoft.com/office/drawing/2014/main" id="{93DD5F29-0A86-D349-B160-42359A1BEF2F}"/>
                    </a:ext>
                  </a:extLst>
                </p:cNvPr>
                <p:cNvSpPr>
                  <a:spLocks noChangeArrowheads="1"/>
                </p:cNvSpPr>
                <p:nvPr/>
              </p:nvSpPr>
              <p:spPr bwMode="auto">
                <a:xfrm>
                  <a:off x="627" y="2588"/>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1" name="Rectangle 262">
                <a:extLst>
                  <a:ext uri="{FF2B5EF4-FFF2-40B4-BE49-F238E27FC236}">
                    <a16:creationId xmlns:a16="http://schemas.microsoft.com/office/drawing/2014/main" id="{2CEEAE7B-F0C2-3741-812C-E68B25F4271E}"/>
                  </a:ext>
                </a:extLst>
              </p:cNvPr>
              <p:cNvSpPr>
                <a:spLocks noChangeArrowheads="1"/>
              </p:cNvSpPr>
              <p:nvPr/>
            </p:nvSpPr>
            <p:spPr bwMode="auto">
              <a:xfrm>
                <a:off x="4217" y="1359"/>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12" name="Rectangle 263">
                <a:extLst>
                  <a:ext uri="{FF2B5EF4-FFF2-40B4-BE49-F238E27FC236}">
                    <a16:creationId xmlns:a16="http://schemas.microsoft.com/office/drawing/2014/main" id="{D214CDE3-D2A8-274C-8077-E1A2A229E83F}"/>
                  </a:ext>
                </a:extLst>
              </p:cNvPr>
              <p:cNvSpPr>
                <a:spLocks noChangeArrowheads="1"/>
              </p:cNvSpPr>
              <p:nvPr/>
            </p:nvSpPr>
            <p:spPr bwMode="auto">
              <a:xfrm>
                <a:off x="4227" y="1657"/>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80" name="Group 264">
                <a:extLst>
                  <a:ext uri="{FF2B5EF4-FFF2-40B4-BE49-F238E27FC236}">
                    <a16:creationId xmlns:a16="http://schemas.microsoft.com/office/drawing/2014/main" id="{6E439FEA-F5FC-3B4E-9319-CE3BAECB554A}"/>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9355DB6-C6B8-FF44-B122-7F1B0154AD4C}"/>
                    </a:ext>
                  </a:extLst>
                </p:cNvPr>
                <p:cNvSpPr>
                  <a:spLocks noChangeArrowheads="1"/>
                </p:cNvSpPr>
                <p:nvPr/>
              </p:nvSpPr>
              <p:spPr bwMode="auto">
                <a:xfrm>
                  <a:off x="617" y="2569"/>
                  <a:ext cx="711" cy="141"/>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0" name="AutoShape 266">
                  <a:extLst>
                    <a:ext uri="{FF2B5EF4-FFF2-40B4-BE49-F238E27FC236}">
                      <a16:creationId xmlns:a16="http://schemas.microsoft.com/office/drawing/2014/main" id="{49670351-9F5F-4D49-B71A-D4248C3860E6}"/>
                    </a:ext>
                  </a:extLst>
                </p:cNvPr>
                <p:cNvSpPr>
                  <a:spLocks noChangeArrowheads="1"/>
                </p:cNvSpPr>
                <p:nvPr/>
              </p:nvSpPr>
              <p:spPr bwMode="auto">
                <a:xfrm>
                  <a:off x="629" y="2586"/>
                  <a:ext cx="67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81" name="Freeform 267">
                <a:extLst>
                  <a:ext uri="{FF2B5EF4-FFF2-40B4-BE49-F238E27FC236}">
                    <a16:creationId xmlns:a16="http://schemas.microsoft.com/office/drawing/2014/main" id="{8C813492-9EA7-3A44-9D0E-5EE281C2F7A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82" name="Group 268">
                <a:extLst>
                  <a:ext uri="{FF2B5EF4-FFF2-40B4-BE49-F238E27FC236}">
                    <a16:creationId xmlns:a16="http://schemas.microsoft.com/office/drawing/2014/main" id="{401906C0-A649-EA4C-AD29-60A7328EFA7F}"/>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6D630F50-E03D-D54B-AD8B-C27CDE09FDC9}"/>
                    </a:ext>
                  </a:extLst>
                </p:cNvPr>
                <p:cNvSpPr>
                  <a:spLocks noChangeArrowheads="1"/>
                </p:cNvSpPr>
                <p:nvPr/>
              </p:nvSpPr>
              <p:spPr bwMode="auto">
                <a:xfrm>
                  <a:off x="612" y="2571"/>
                  <a:ext cx="76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8" name="AutoShape 270">
                  <a:extLst>
                    <a:ext uri="{FF2B5EF4-FFF2-40B4-BE49-F238E27FC236}">
                      <a16:creationId xmlns:a16="http://schemas.microsoft.com/office/drawing/2014/main" id="{3017E51C-7609-2E48-8538-5848C41247B2}"/>
                    </a:ext>
                  </a:extLst>
                </p:cNvPr>
                <p:cNvSpPr>
                  <a:spLocks noChangeArrowheads="1"/>
                </p:cNvSpPr>
                <p:nvPr/>
              </p:nvSpPr>
              <p:spPr bwMode="auto">
                <a:xfrm>
                  <a:off x="624" y="2590"/>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6" name="Rectangle 271">
                <a:extLst>
                  <a:ext uri="{FF2B5EF4-FFF2-40B4-BE49-F238E27FC236}">
                    <a16:creationId xmlns:a16="http://schemas.microsoft.com/office/drawing/2014/main" id="{651B996A-729D-A14F-9266-27B9137CBA47}"/>
                  </a:ext>
                </a:extLst>
              </p:cNvPr>
              <p:cNvSpPr>
                <a:spLocks noChangeArrowheads="1"/>
              </p:cNvSpPr>
              <p:nvPr/>
            </p:nvSpPr>
            <p:spPr bwMode="auto">
              <a:xfrm>
                <a:off x="5248" y="427"/>
                <a:ext cx="70" cy="229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4" name="Freeform 272">
                <a:extLst>
                  <a:ext uri="{FF2B5EF4-FFF2-40B4-BE49-F238E27FC236}">
                    <a16:creationId xmlns:a16="http://schemas.microsoft.com/office/drawing/2014/main" id="{6B82CA0B-96B1-5C4F-BD88-422C7BF99872}"/>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85" name="Freeform 273">
                <a:extLst>
                  <a:ext uri="{FF2B5EF4-FFF2-40B4-BE49-F238E27FC236}">
                    <a16:creationId xmlns:a16="http://schemas.microsoft.com/office/drawing/2014/main" id="{45542DB4-486A-8545-8B5E-F0F0A3148C2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19" name="Oval 274">
                <a:extLst>
                  <a:ext uri="{FF2B5EF4-FFF2-40B4-BE49-F238E27FC236}">
                    <a16:creationId xmlns:a16="http://schemas.microsoft.com/office/drawing/2014/main" id="{435B7EFD-D157-2C4F-8DF0-32699F988FBD}"/>
                  </a:ext>
                </a:extLst>
              </p:cNvPr>
              <p:cNvSpPr>
                <a:spLocks noChangeArrowheads="1"/>
              </p:cNvSpPr>
              <p:nvPr/>
            </p:nvSpPr>
            <p:spPr bwMode="auto">
              <a:xfrm>
                <a:off x="5518" y="2617"/>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7" name="Freeform 275">
                <a:extLst>
                  <a:ext uri="{FF2B5EF4-FFF2-40B4-BE49-F238E27FC236}">
                    <a16:creationId xmlns:a16="http://schemas.microsoft.com/office/drawing/2014/main" id="{91EEEC1B-222B-2041-8B74-71DB51088E9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21" name="AutoShape 276">
                <a:extLst>
                  <a:ext uri="{FF2B5EF4-FFF2-40B4-BE49-F238E27FC236}">
                    <a16:creationId xmlns:a16="http://schemas.microsoft.com/office/drawing/2014/main" id="{2E4D5386-12FD-904A-A597-3248471B1814}"/>
                  </a:ext>
                </a:extLst>
              </p:cNvPr>
              <p:cNvSpPr>
                <a:spLocks noChangeArrowheads="1"/>
              </p:cNvSpPr>
              <p:nvPr/>
            </p:nvSpPr>
            <p:spPr bwMode="auto">
              <a:xfrm>
                <a:off x="4136" y="2684"/>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2" name="AutoShape 277">
                <a:extLst>
                  <a:ext uri="{FF2B5EF4-FFF2-40B4-BE49-F238E27FC236}">
                    <a16:creationId xmlns:a16="http://schemas.microsoft.com/office/drawing/2014/main" id="{405DC85D-D545-9549-815B-7EF5CE6A7EDC}"/>
                  </a:ext>
                </a:extLst>
              </p:cNvPr>
              <p:cNvSpPr>
                <a:spLocks noChangeArrowheads="1"/>
              </p:cNvSpPr>
              <p:nvPr/>
            </p:nvSpPr>
            <p:spPr bwMode="auto">
              <a:xfrm>
                <a:off x="4207" y="2713"/>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3" name="Oval 278">
                <a:extLst>
                  <a:ext uri="{FF2B5EF4-FFF2-40B4-BE49-F238E27FC236}">
                    <a16:creationId xmlns:a16="http://schemas.microsoft.com/office/drawing/2014/main" id="{E7D84189-0B0B-2344-A5F0-0C10C7C10926}"/>
                  </a:ext>
                </a:extLst>
              </p:cNvPr>
              <p:cNvSpPr>
                <a:spLocks noChangeArrowheads="1"/>
              </p:cNvSpPr>
              <p:nvPr/>
            </p:nvSpPr>
            <p:spPr bwMode="auto">
              <a:xfrm>
                <a:off x="4307" y="2387"/>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4" name="Oval 279">
                <a:extLst>
                  <a:ext uri="{FF2B5EF4-FFF2-40B4-BE49-F238E27FC236}">
                    <a16:creationId xmlns:a16="http://schemas.microsoft.com/office/drawing/2014/main" id="{5EAF772E-478C-8E4A-93CB-26B379E18F52}"/>
                  </a:ext>
                </a:extLst>
              </p:cNvPr>
              <p:cNvSpPr>
                <a:spLocks noChangeArrowheads="1"/>
              </p:cNvSpPr>
              <p:nvPr/>
            </p:nvSpPr>
            <p:spPr bwMode="auto">
              <a:xfrm>
                <a:off x="4487" y="2387"/>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25" name="Oval 280">
                <a:extLst>
                  <a:ext uri="{FF2B5EF4-FFF2-40B4-BE49-F238E27FC236}">
                    <a16:creationId xmlns:a16="http://schemas.microsoft.com/office/drawing/2014/main" id="{27AE0AC9-B7B9-4E40-B5F3-DEC4F7D4DE07}"/>
                  </a:ext>
                </a:extLst>
              </p:cNvPr>
              <p:cNvSpPr>
                <a:spLocks noChangeArrowheads="1"/>
              </p:cNvSpPr>
              <p:nvPr/>
            </p:nvSpPr>
            <p:spPr bwMode="auto">
              <a:xfrm>
                <a:off x="4657" y="2387"/>
                <a:ext cx="160" cy="13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6" name="Rectangle 281">
                <a:extLst>
                  <a:ext uri="{FF2B5EF4-FFF2-40B4-BE49-F238E27FC236}">
                    <a16:creationId xmlns:a16="http://schemas.microsoft.com/office/drawing/2014/main" id="{FBC56F80-E750-304F-95F3-C043C627AFC8}"/>
                  </a:ext>
                </a:extLst>
              </p:cNvPr>
              <p:cNvSpPr>
                <a:spLocks noChangeArrowheads="1"/>
              </p:cNvSpPr>
              <p:nvPr/>
            </p:nvSpPr>
            <p:spPr bwMode="auto">
              <a:xfrm>
                <a:off x="5068" y="1839"/>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7" name="Group 249">
              <a:extLst>
                <a:ext uri="{FF2B5EF4-FFF2-40B4-BE49-F238E27FC236}">
                  <a16:creationId xmlns:a16="http://schemas.microsoft.com/office/drawing/2014/main" id="{063CADA8-4BAC-AB4C-87C1-F68FF3A8BFF2}"/>
                </a:ext>
              </a:extLst>
            </p:cNvPr>
            <p:cNvGrpSpPr>
              <a:grpSpLocks/>
            </p:cNvGrpSpPr>
            <p:nvPr/>
          </p:nvGrpSpPr>
          <p:grpSpPr bwMode="auto">
            <a:xfrm flipH="1">
              <a:off x="8472213" y="4384408"/>
              <a:ext cx="225953" cy="395900"/>
              <a:chOff x="4140" y="429"/>
              <a:chExt cx="1425" cy="2396"/>
            </a:xfrm>
          </p:grpSpPr>
          <p:sp>
            <p:nvSpPr>
              <p:cNvPr id="212038" name="Freeform 250">
                <a:extLst>
                  <a:ext uri="{FF2B5EF4-FFF2-40B4-BE49-F238E27FC236}">
                    <a16:creationId xmlns:a16="http://schemas.microsoft.com/office/drawing/2014/main" id="{83609DD9-788C-B34B-A84D-5AF80A7E89FA}"/>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37" name="Rectangle 251">
                <a:extLst>
                  <a:ext uri="{FF2B5EF4-FFF2-40B4-BE49-F238E27FC236}">
                    <a16:creationId xmlns:a16="http://schemas.microsoft.com/office/drawing/2014/main" id="{9A83466C-E4FD-704C-B5A3-73372A72E720}"/>
                  </a:ext>
                </a:extLst>
              </p:cNvPr>
              <p:cNvSpPr>
                <a:spLocks noChangeArrowheads="1"/>
              </p:cNvSpPr>
              <p:nvPr/>
            </p:nvSpPr>
            <p:spPr bwMode="auto">
              <a:xfrm>
                <a:off x="4200" y="431"/>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40" name="Freeform 252">
                <a:extLst>
                  <a:ext uri="{FF2B5EF4-FFF2-40B4-BE49-F238E27FC236}">
                    <a16:creationId xmlns:a16="http://schemas.microsoft.com/office/drawing/2014/main" id="{6B912C6A-CA11-6241-B86E-7D90B7966DCF}"/>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41" name="Freeform 253">
                <a:extLst>
                  <a:ext uri="{FF2B5EF4-FFF2-40B4-BE49-F238E27FC236}">
                    <a16:creationId xmlns:a16="http://schemas.microsoft.com/office/drawing/2014/main" id="{4EF65B28-986F-2941-82BF-82235F3C0F3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40" name="Rectangle 254">
                <a:extLst>
                  <a:ext uri="{FF2B5EF4-FFF2-40B4-BE49-F238E27FC236}">
                    <a16:creationId xmlns:a16="http://schemas.microsoft.com/office/drawing/2014/main" id="{2E0706E9-4632-5147-9763-45281A5F5070}"/>
                  </a:ext>
                </a:extLst>
              </p:cNvPr>
              <p:cNvSpPr>
                <a:spLocks noChangeArrowheads="1"/>
              </p:cNvSpPr>
              <p:nvPr/>
            </p:nvSpPr>
            <p:spPr bwMode="auto">
              <a:xfrm>
                <a:off x="4210" y="690"/>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3" name="Group 255">
                <a:extLst>
                  <a:ext uri="{FF2B5EF4-FFF2-40B4-BE49-F238E27FC236}">
                    <a16:creationId xmlns:a16="http://schemas.microsoft.com/office/drawing/2014/main" id="{AFDA2183-F275-5945-8D00-53B62203DF25}"/>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6771E5BD-9EAE-334D-A62A-489F0A6F3B96}"/>
                    </a:ext>
                  </a:extLst>
                </p:cNvPr>
                <p:cNvSpPr>
                  <a:spLocks noChangeArrowheads="1"/>
                </p:cNvSpPr>
                <p:nvPr/>
              </p:nvSpPr>
              <p:spPr bwMode="auto">
                <a:xfrm>
                  <a:off x="616" y="2571"/>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7" name="AutoShape 257">
                  <a:extLst>
                    <a:ext uri="{FF2B5EF4-FFF2-40B4-BE49-F238E27FC236}">
                      <a16:creationId xmlns:a16="http://schemas.microsoft.com/office/drawing/2014/main" id="{EDB32EF2-BB3C-FA43-98D2-E17A7C0B2946}"/>
                    </a:ext>
                  </a:extLst>
                </p:cNvPr>
                <p:cNvSpPr>
                  <a:spLocks noChangeArrowheads="1"/>
                </p:cNvSpPr>
                <p:nvPr/>
              </p:nvSpPr>
              <p:spPr bwMode="auto">
                <a:xfrm>
                  <a:off x="629"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2" name="Rectangle 258">
                <a:extLst>
                  <a:ext uri="{FF2B5EF4-FFF2-40B4-BE49-F238E27FC236}">
                    <a16:creationId xmlns:a16="http://schemas.microsoft.com/office/drawing/2014/main" id="{BC61EC3E-F484-3D44-8AB5-E7A307F177D6}"/>
                  </a:ext>
                </a:extLst>
              </p:cNvPr>
              <p:cNvSpPr>
                <a:spLocks noChangeArrowheads="1"/>
              </p:cNvSpPr>
              <p:nvPr/>
            </p:nvSpPr>
            <p:spPr bwMode="auto">
              <a:xfrm>
                <a:off x="4220" y="1017"/>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5" name="Group 259">
                <a:extLst>
                  <a:ext uri="{FF2B5EF4-FFF2-40B4-BE49-F238E27FC236}">
                    <a16:creationId xmlns:a16="http://schemas.microsoft.com/office/drawing/2014/main" id="{59D9A9D5-9943-2D41-B20D-6F38276B0DA2}"/>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8D06F510-A5A6-DE4C-9A08-7E75EB9E601A}"/>
                    </a:ext>
                  </a:extLst>
                </p:cNvPr>
                <p:cNvSpPr>
                  <a:spLocks noChangeArrowheads="1"/>
                </p:cNvSpPr>
                <p:nvPr/>
              </p:nvSpPr>
              <p:spPr bwMode="auto">
                <a:xfrm>
                  <a:off x="581" y="2572"/>
                  <a:ext cx="725"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5" name="AutoShape 261">
                  <a:extLst>
                    <a:ext uri="{FF2B5EF4-FFF2-40B4-BE49-F238E27FC236}">
                      <a16:creationId xmlns:a16="http://schemas.microsoft.com/office/drawing/2014/main" id="{8FF0110B-B100-9542-B3BF-7AA2C9E42D10}"/>
                    </a:ext>
                  </a:extLst>
                </p:cNvPr>
                <p:cNvSpPr>
                  <a:spLocks noChangeArrowheads="1"/>
                </p:cNvSpPr>
                <p:nvPr/>
              </p:nvSpPr>
              <p:spPr bwMode="auto">
                <a:xfrm>
                  <a:off x="594"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4" name="Rectangle 262">
                <a:extLst>
                  <a:ext uri="{FF2B5EF4-FFF2-40B4-BE49-F238E27FC236}">
                    <a16:creationId xmlns:a16="http://schemas.microsoft.com/office/drawing/2014/main" id="{3DC50D41-35CD-1341-A6D5-D950C8EDB19A}"/>
                  </a:ext>
                </a:extLst>
              </p:cNvPr>
              <p:cNvSpPr>
                <a:spLocks noChangeArrowheads="1"/>
              </p:cNvSpPr>
              <p:nvPr/>
            </p:nvSpPr>
            <p:spPr bwMode="auto">
              <a:xfrm>
                <a:off x="4220" y="1363"/>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45" name="Rectangle 263">
                <a:extLst>
                  <a:ext uri="{FF2B5EF4-FFF2-40B4-BE49-F238E27FC236}">
                    <a16:creationId xmlns:a16="http://schemas.microsoft.com/office/drawing/2014/main" id="{7337A979-AD5D-9D44-B53F-15B562751712}"/>
                  </a:ext>
                </a:extLst>
              </p:cNvPr>
              <p:cNvSpPr>
                <a:spLocks noChangeArrowheads="1"/>
              </p:cNvSpPr>
              <p:nvPr/>
            </p:nvSpPr>
            <p:spPr bwMode="auto">
              <a:xfrm>
                <a:off x="4230" y="1651"/>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8" name="Group 264">
                <a:extLst>
                  <a:ext uri="{FF2B5EF4-FFF2-40B4-BE49-F238E27FC236}">
                    <a16:creationId xmlns:a16="http://schemas.microsoft.com/office/drawing/2014/main" id="{941F8FDA-8D7F-2346-A6C2-6EA10A4250C9}"/>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ECF23DE-461B-6144-AED7-04E1E1285290}"/>
                    </a:ext>
                  </a:extLst>
                </p:cNvPr>
                <p:cNvSpPr>
                  <a:spLocks noChangeArrowheads="1"/>
                </p:cNvSpPr>
                <p:nvPr/>
              </p:nvSpPr>
              <p:spPr bwMode="auto">
                <a:xfrm>
                  <a:off x="609" y="2572"/>
                  <a:ext cx="686" cy="13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3" name="AutoShape 266">
                  <a:extLst>
                    <a:ext uri="{FF2B5EF4-FFF2-40B4-BE49-F238E27FC236}">
                      <a16:creationId xmlns:a16="http://schemas.microsoft.com/office/drawing/2014/main" id="{0A68C799-922E-B342-9C3E-D7370E6F6212}"/>
                    </a:ext>
                  </a:extLst>
                </p:cNvPr>
                <p:cNvSpPr>
                  <a:spLocks noChangeArrowheads="1"/>
                </p:cNvSpPr>
                <p:nvPr/>
              </p:nvSpPr>
              <p:spPr bwMode="auto">
                <a:xfrm>
                  <a:off x="621" y="2590"/>
                  <a:ext cx="648"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49" name="Freeform 267">
                <a:extLst>
                  <a:ext uri="{FF2B5EF4-FFF2-40B4-BE49-F238E27FC236}">
                    <a16:creationId xmlns:a16="http://schemas.microsoft.com/office/drawing/2014/main" id="{936DB453-D72B-EF48-B4DE-1F4AA2CB6A2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50" name="Group 268">
                <a:extLst>
                  <a:ext uri="{FF2B5EF4-FFF2-40B4-BE49-F238E27FC236}">
                    <a16:creationId xmlns:a16="http://schemas.microsoft.com/office/drawing/2014/main" id="{C294DBB1-7698-5440-AE7E-BC967A344089}"/>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1C28E9A7-7F8C-7448-8072-16825BD7A195}"/>
                    </a:ext>
                  </a:extLst>
                </p:cNvPr>
                <p:cNvSpPr>
                  <a:spLocks noChangeArrowheads="1"/>
                </p:cNvSpPr>
                <p:nvPr/>
              </p:nvSpPr>
              <p:spPr bwMode="auto">
                <a:xfrm>
                  <a:off x="616" y="2565"/>
                  <a:ext cx="723"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1" name="AutoShape 270">
                  <a:extLst>
                    <a:ext uri="{FF2B5EF4-FFF2-40B4-BE49-F238E27FC236}">
                      <a16:creationId xmlns:a16="http://schemas.microsoft.com/office/drawing/2014/main" id="{F487AB71-1F45-EB49-A690-2C22A7507D2D}"/>
                    </a:ext>
                  </a:extLst>
                </p:cNvPr>
                <p:cNvSpPr>
                  <a:spLocks noChangeArrowheads="1"/>
                </p:cNvSpPr>
                <p:nvPr/>
              </p:nvSpPr>
              <p:spPr bwMode="auto">
                <a:xfrm>
                  <a:off x="629" y="2585"/>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9" name="Rectangle 271">
                <a:extLst>
                  <a:ext uri="{FF2B5EF4-FFF2-40B4-BE49-F238E27FC236}">
                    <a16:creationId xmlns:a16="http://schemas.microsoft.com/office/drawing/2014/main" id="{72F89151-6238-B74D-867E-21A9ECE3B53D}"/>
                  </a:ext>
                </a:extLst>
              </p:cNvPr>
              <p:cNvSpPr>
                <a:spLocks noChangeArrowheads="1"/>
              </p:cNvSpPr>
              <p:nvPr/>
            </p:nvSpPr>
            <p:spPr bwMode="auto">
              <a:xfrm>
                <a:off x="5251" y="431"/>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2" name="Freeform 272">
                <a:extLst>
                  <a:ext uri="{FF2B5EF4-FFF2-40B4-BE49-F238E27FC236}">
                    <a16:creationId xmlns:a16="http://schemas.microsoft.com/office/drawing/2014/main" id="{2D301E59-F089-F146-9D78-8606C4C6E0C8}"/>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53" name="Freeform 273">
                <a:extLst>
                  <a:ext uri="{FF2B5EF4-FFF2-40B4-BE49-F238E27FC236}">
                    <a16:creationId xmlns:a16="http://schemas.microsoft.com/office/drawing/2014/main" id="{58EE3F91-4AF5-C142-BEAE-95FF763AA5C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2" name="Oval 274">
                <a:extLst>
                  <a:ext uri="{FF2B5EF4-FFF2-40B4-BE49-F238E27FC236}">
                    <a16:creationId xmlns:a16="http://schemas.microsoft.com/office/drawing/2014/main" id="{1DBFAAB7-01C0-0142-B148-67BAAC23F233}"/>
                  </a:ext>
                </a:extLst>
              </p:cNvPr>
              <p:cNvSpPr>
                <a:spLocks noChangeArrowheads="1"/>
              </p:cNvSpPr>
              <p:nvPr/>
            </p:nvSpPr>
            <p:spPr bwMode="auto">
              <a:xfrm>
                <a:off x="5512" y="2611"/>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5" name="Freeform 275">
                <a:extLst>
                  <a:ext uri="{FF2B5EF4-FFF2-40B4-BE49-F238E27FC236}">
                    <a16:creationId xmlns:a16="http://schemas.microsoft.com/office/drawing/2014/main" id="{6A788E83-B9AD-684D-9098-48CAC937AA9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4" name="AutoShape 276">
                <a:extLst>
                  <a:ext uri="{FF2B5EF4-FFF2-40B4-BE49-F238E27FC236}">
                    <a16:creationId xmlns:a16="http://schemas.microsoft.com/office/drawing/2014/main" id="{3B10DC55-A939-5F48-BD8F-218473E0B903}"/>
                  </a:ext>
                </a:extLst>
              </p:cNvPr>
              <p:cNvSpPr>
                <a:spLocks noChangeArrowheads="1"/>
              </p:cNvSpPr>
              <p:nvPr/>
            </p:nvSpPr>
            <p:spPr bwMode="auto">
              <a:xfrm>
                <a:off x="4140" y="2679"/>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5" name="AutoShape 277">
                <a:extLst>
                  <a:ext uri="{FF2B5EF4-FFF2-40B4-BE49-F238E27FC236}">
                    <a16:creationId xmlns:a16="http://schemas.microsoft.com/office/drawing/2014/main" id="{21263D7D-4294-5148-B3A9-27122535AF49}"/>
                  </a:ext>
                </a:extLst>
              </p:cNvPr>
              <p:cNvSpPr>
                <a:spLocks noChangeArrowheads="1"/>
              </p:cNvSpPr>
              <p:nvPr/>
            </p:nvSpPr>
            <p:spPr bwMode="auto">
              <a:xfrm>
                <a:off x="4200" y="2708"/>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6" name="Oval 278">
                <a:extLst>
                  <a:ext uri="{FF2B5EF4-FFF2-40B4-BE49-F238E27FC236}">
                    <a16:creationId xmlns:a16="http://schemas.microsoft.com/office/drawing/2014/main" id="{43CCDDD0-BFF9-884C-91C4-A05681D8CC4A}"/>
                  </a:ext>
                </a:extLst>
              </p:cNvPr>
              <p:cNvSpPr>
                <a:spLocks noChangeArrowheads="1"/>
              </p:cNvSpPr>
              <p:nvPr/>
            </p:nvSpPr>
            <p:spPr bwMode="auto">
              <a:xfrm>
                <a:off x="4310" y="2381"/>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7" name="Oval 279">
                <a:extLst>
                  <a:ext uri="{FF2B5EF4-FFF2-40B4-BE49-F238E27FC236}">
                    <a16:creationId xmlns:a16="http://schemas.microsoft.com/office/drawing/2014/main" id="{797CAFF6-2540-2A43-A7EB-6DC214987BBD}"/>
                  </a:ext>
                </a:extLst>
              </p:cNvPr>
              <p:cNvSpPr>
                <a:spLocks noChangeArrowheads="1"/>
              </p:cNvSpPr>
              <p:nvPr/>
            </p:nvSpPr>
            <p:spPr bwMode="auto">
              <a:xfrm>
                <a:off x="4480" y="2381"/>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58" name="Oval 280">
                <a:extLst>
                  <a:ext uri="{FF2B5EF4-FFF2-40B4-BE49-F238E27FC236}">
                    <a16:creationId xmlns:a16="http://schemas.microsoft.com/office/drawing/2014/main" id="{4BB328AC-52B7-0E49-B39E-D6076BDE881C}"/>
                  </a:ext>
                </a:extLst>
              </p:cNvPr>
              <p:cNvSpPr>
                <a:spLocks noChangeArrowheads="1"/>
              </p:cNvSpPr>
              <p:nvPr/>
            </p:nvSpPr>
            <p:spPr bwMode="auto">
              <a:xfrm>
                <a:off x="4661" y="2381"/>
                <a:ext cx="160" cy="13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9" name="Rectangle 281">
                <a:extLst>
                  <a:ext uri="{FF2B5EF4-FFF2-40B4-BE49-F238E27FC236}">
                    <a16:creationId xmlns:a16="http://schemas.microsoft.com/office/drawing/2014/main" id="{E9E2B2D4-67FA-DD44-B88A-D47E4481C15A}"/>
                  </a:ext>
                </a:extLst>
              </p:cNvPr>
              <p:cNvSpPr>
                <a:spLocks noChangeArrowheads="1"/>
              </p:cNvSpPr>
              <p:nvPr/>
            </p:nvSpPr>
            <p:spPr bwMode="auto">
              <a:xfrm>
                <a:off x="5061" y="1833"/>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grpSp>
        <p:nvGrpSpPr>
          <p:cNvPr id="1069" name="Group 1068">
            <a:extLst>
              <a:ext uri="{FF2B5EF4-FFF2-40B4-BE49-F238E27FC236}">
                <a16:creationId xmlns:a16="http://schemas.microsoft.com/office/drawing/2014/main" id="{ECF8F42F-4B0B-EE47-8918-77C7BC282FB3}"/>
              </a:ext>
            </a:extLst>
          </p:cNvPr>
          <p:cNvGrpSpPr>
            <a:grpSpLocks/>
          </p:cNvGrpSpPr>
          <p:nvPr/>
        </p:nvGrpSpPr>
        <p:grpSpPr bwMode="auto">
          <a:xfrm>
            <a:off x="8710613" y="5734050"/>
            <a:ext cx="347662" cy="681038"/>
            <a:chOff x="7923189" y="2486664"/>
            <a:chExt cx="360377" cy="884585"/>
          </a:xfrm>
        </p:grpSpPr>
        <p:pic>
          <p:nvPicPr>
            <p:cNvPr id="212000" name="Picture 3">
              <a:extLst>
                <a:ext uri="{FF2B5EF4-FFF2-40B4-BE49-F238E27FC236}">
                  <a16:creationId xmlns:a16="http://schemas.microsoft.com/office/drawing/2014/main" id="{1C58FD28-176F-A34A-9878-C60238838E5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001" name="Group 950">
              <a:extLst>
                <a:ext uri="{FF2B5EF4-FFF2-40B4-BE49-F238E27FC236}">
                  <a16:creationId xmlns:a16="http://schemas.microsoft.com/office/drawing/2014/main" id="{38988D6D-0BB2-0846-9D57-DEE7A2D04924}"/>
                </a:ext>
              </a:extLst>
            </p:cNvPr>
            <p:cNvGrpSpPr>
              <a:grpSpLocks/>
            </p:cNvGrpSpPr>
            <p:nvPr/>
          </p:nvGrpSpPr>
          <p:grpSpPr bwMode="auto">
            <a:xfrm>
              <a:off x="7923189" y="2890236"/>
              <a:ext cx="227012" cy="481013"/>
              <a:chOff x="4140" y="429"/>
              <a:chExt cx="1425" cy="2396"/>
            </a:xfrm>
          </p:grpSpPr>
          <p:sp>
            <p:nvSpPr>
              <p:cNvPr id="212002" name="Freeform 951">
                <a:extLst>
                  <a:ext uri="{FF2B5EF4-FFF2-40B4-BE49-F238E27FC236}">
                    <a16:creationId xmlns:a16="http://schemas.microsoft.com/office/drawing/2014/main" id="{B75B1ABA-52FC-B043-9608-0D224DBCA6E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3" name="Rectangle 952">
                <a:extLst>
                  <a:ext uri="{FF2B5EF4-FFF2-40B4-BE49-F238E27FC236}">
                    <a16:creationId xmlns:a16="http://schemas.microsoft.com/office/drawing/2014/main" id="{FD560CD9-2687-F741-8045-AFDB9C46BBE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4" name="Freeform 953">
                <a:extLst>
                  <a:ext uri="{FF2B5EF4-FFF2-40B4-BE49-F238E27FC236}">
                    <a16:creationId xmlns:a16="http://schemas.microsoft.com/office/drawing/2014/main" id="{F60A9E66-2B31-274F-A9F4-7AE7CEBC453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5" name="Freeform 954">
                <a:extLst>
                  <a:ext uri="{FF2B5EF4-FFF2-40B4-BE49-F238E27FC236}">
                    <a16:creationId xmlns:a16="http://schemas.microsoft.com/office/drawing/2014/main" id="{0ECC682E-80A9-664A-B2F9-3809C6B6666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6" name="Rectangle 955">
                <a:extLst>
                  <a:ext uri="{FF2B5EF4-FFF2-40B4-BE49-F238E27FC236}">
                    <a16:creationId xmlns:a16="http://schemas.microsoft.com/office/drawing/2014/main" id="{F6363B5D-801C-0745-A1DF-15E7CB71E52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7" name="Group 956">
                <a:extLst>
                  <a:ext uri="{FF2B5EF4-FFF2-40B4-BE49-F238E27FC236}">
                    <a16:creationId xmlns:a16="http://schemas.microsoft.com/office/drawing/2014/main" id="{AFFFB009-5079-FF4D-A514-D86A36D905D5}"/>
                  </a:ext>
                </a:extLst>
              </p:cNvPr>
              <p:cNvGrpSpPr>
                <a:grpSpLocks/>
              </p:cNvGrpSpPr>
              <p:nvPr/>
            </p:nvGrpSpPr>
            <p:grpSpPr bwMode="auto">
              <a:xfrm>
                <a:off x="4749" y="668"/>
                <a:ext cx="581" cy="145"/>
                <a:chOff x="614" y="2568"/>
                <a:chExt cx="725" cy="139"/>
              </a:xfrm>
            </p:grpSpPr>
            <p:sp>
              <p:nvSpPr>
                <p:cNvPr id="212032" name="AutoShape 957">
                  <a:extLst>
                    <a:ext uri="{FF2B5EF4-FFF2-40B4-BE49-F238E27FC236}">
                      <a16:creationId xmlns:a16="http://schemas.microsoft.com/office/drawing/2014/main" id="{392483AB-DC02-2A41-962B-95AC6D66F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3" name="AutoShape 958">
                  <a:extLst>
                    <a:ext uri="{FF2B5EF4-FFF2-40B4-BE49-F238E27FC236}">
                      <a16:creationId xmlns:a16="http://schemas.microsoft.com/office/drawing/2014/main" id="{4D194528-5F6A-564B-8E3C-7F849D4B12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08" name="Rectangle 959">
                <a:extLst>
                  <a:ext uri="{FF2B5EF4-FFF2-40B4-BE49-F238E27FC236}">
                    <a16:creationId xmlns:a16="http://schemas.microsoft.com/office/drawing/2014/main" id="{EFB28CCD-CE52-2849-8E9F-099A7003AF7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9" name="Group 960">
                <a:extLst>
                  <a:ext uri="{FF2B5EF4-FFF2-40B4-BE49-F238E27FC236}">
                    <a16:creationId xmlns:a16="http://schemas.microsoft.com/office/drawing/2014/main" id="{0318F76E-4991-6A48-BA2E-BA8E46990C5C}"/>
                  </a:ext>
                </a:extLst>
              </p:cNvPr>
              <p:cNvGrpSpPr>
                <a:grpSpLocks/>
              </p:cNvGrpSpPr>
              <p:nvPr/>
            </p:nvGrpSpPr>
            <p:grpSpPr bwMode="auto">
              <a:xfrm>
                <a:off x="4747" y="994"/>
                <a:ext cx="581" cy="134"/>
                <a:chOff x="614" y="2568"/>
                <a:chExt cx="725" cy="139"/>
              </a:xfrm>
            </p:grpSpPr>
            <p:sp>
              <p:nvSpPr>
                <p:cNvPr id="212030" name="AutoShape 961">
                  <a:extLst>
                    <a:ext uri="{FF2B5EF4-FFF2-40B4-BE49-F238E27FC236}">
                      <a16:creationId xmlns:a16="http://schemas.microsoft.com/office/drawing/2014/main" id="{A2B7EE78-B743-F742-8B2F-EC7FBB16DFD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1" name="AutoShape 962">
                  <a:extLst>
                    <a:ext uri="{FF2B5EF4-FFF2-40B4-BE49-F238E27FC236}">
                      <a16:creationId xmlns:a16="http://schemas.microsoft.com/office/drawing/2014/main" id="{2A79FF57-2C38-304A-B360-02B7836D6FE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0" name="Rectangle 963">
                <a:extLst>
                  <a:ext uri="{FF2B5EF4-FFF2-40B4-BE49-F238E27FC236}">
                    <a16:creationId xmlns:a16="http://schemas.microsoft.com/office/drawing/2014/main" id="{6592F3BD-D910-6142-A498-11CB54CD4AF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1" name="Rectangle 964">
                <a:extLst>
                  <a:ext uri="{FF2B5EF4-FFF2-40B4-BE49-F238E27FC236}">
                    <a16:creationId xmlns:a16="http://schemas.microsoft.com/office/drawing/2014/main" id="{563B9000-6C65-DB4B-9E12-6CCE3EF8DF3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2" name="Group 965">
                <a:extLst>
                  <a:ext uri="{FF2B5EF4-FFF2-40B4-BE49-F238E27FC236}">
                    <a16:creationId xmlns:a16="http://schemas.microsoft.com/office/drawing/2014/main" id="{53621790-3635-2346-B3E7-A68A9275BA55}"/>
                  </a:ext>
                </a:extLst>
              </p:cNvPr>
              <p:cNvGrpSpPr>
                <a:grpSpLocks/>
              </p:cNvGrpSpPr>
              <p:nvPr/>
            </p:nvGrpSpPr>
            <p:grpSpPr bwMode="auto">
              <a:xfrm>
                <a:off x="4735" y="1627"/>
                <a:ext cx="582" cy="151"/>
                <a:chOff x="614" y="2568"/>
                <a:chExt cx="725" cy="139"/>
              </a:xfrm>
            </p:grpSpPr>
            <p:sp>
              <p:nvSpPr>
                <p:cNvPr id="212028" name="AutoShape 966">
                  <a:extLst>
                    <a:ext uri="{FF2B5EF4-FFF2-40B4-BE49-F238E27FC236}">
                      <a16:creationId xmlns:a16="http://schemas.microsoft.com/office/drawing/2014/main" id="{8A245C7D-4DEA-A346-BF1B-C7C292B10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9" name="AutoShape 967">
                  <a:extLst>
                    <a:ext uri="{FF2B5EF4-FFF2-40B4-BE49-F238E27FC236}">
                      <a16:creationId xmlns:a16="http://schemas.microsoft.com/office/drawing/2014/main" id="{94A055E6-A46A-4249-BCFD-3019F44F374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3" name="Freeform 968">
                <a:extLst>
                  <a:ext uri="{FF2B5EF4-FFF2-40B4-BE49-F238E27FC236}">
                    <a16:creationId xmlns:a16="http://schemas.microsoft.com/office/drawing/2014/main" id="{D6373BFE-9A2A-9E4F-ADE9-1D8ACBE450D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4" name="Group 969">
                <a:extLst>
                  <a:ext uri="{FF2B5EF4-FFF2-40B4-BE49-F238E27FC236}">
                    <a16:creationId xmlns:a16="http://schemas.microsoft.com/office/drawing/2014/main" id="{DE9BEAC1-7B89-2944-A44D-E7DB0D76148E}"/>
                  </a:ext>
                </a:extLst>
              </p:cNvPr>
              <p:cNvGrpSpPr>
                <a:grpSpLocks/>
              </p:cNvGrpSpPr>
              <p:nvPr/>
            </p:nvGrpSpPr>
            <p:grpSpPr bwMode="auto">
              <a:xfrm>
                <a:off x="4739" y="1327"/>
                <a:ext cx="582" cy="139"/>
                <a:chOff x="614" y="2568"/>
                <a:chExt cx="725" cy="139"/>
              </a:xfrm>
            </p:grpSpPr>
            <p:sp>
              <p:nvSpPr>
                <p:cNvPr id="212026" name="AutoShape 970">
                  <a:extLst>
                    <a:ext uri="{FF2B5EF4-FFF2-40B4-BE49-F238E27FC236}">
                      <a16:creationId xmlns:a16="http://schemas.microsoft.com/office/drawing/2014/main" id="{CF59CCD8-E595-4E42-855D-D91D9BCB34B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7" name="AutoShape 971">
                  <a:extLst>
                    <a:ext uri="{FF2B5EF4-FFF2-40B4-BE49-F238E27FC236}">
                      <a16:creationId xmlns:a16="http://schemas.microsoft.com/office/drawing/2014/main" id="{463C2AF6-3EE5-B94F-A53F-DA988F695A4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5" name="Rectangle 972">
                <a:extLst>
                  <a:ext uri="{FF2B5EF4-FFF2-40B4-BE49-F238E27FC236}">
                    <a16:creationId xmlns:a16="http://schemas.microsoft.com/office/drawing/2014/main" id="{E264C2EF-580A-0B47-9963-02E194A522A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6" name="Freeform 973">
                <a:extLst>
                  <a:ext uri="{FF2B5EF4-FFF2-40B4-BE49-F238E27FC236}">
                    <a16:creationId xmlns:a16="http://schemas.microsoft.com/office/drawing/2014/main" id="{811E20A3-FF5B-F547-9AA2-28EE1671E5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7" name="Freeform 974">
                <a:extLst>
                  <a:ext uri="{FF2B5EF4-FFF2-40B4-BE49-F238E27FC236}">
                    <a16:creationId xmlns:a16="http://schemas.microsoft.com/office/drawing/2014/main" id="{78C55B6D-9FAA-3A49-A027-B2EC6C0DD78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8" name="Oval 975">
                <a:extLst>
                  <a:ext uri="{FF2B5EF4-FFF2-40B4-BE49-F238E27FC236}">
                    <a16:creationId xmlns:a16="http://schemas.microsoft.com/office/drawing/2014/main" id="{B3CCC850-2704-704A-96F9-42E78A493B4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9" name="Freeform 976">
                <a:extLst>
                  <a:ext uri="{FF2B5EF4-FFF2-40B4-BE49-F238E27FC236}">
                    <a16:creationId xmlns:a16="http://schemas.microsoft.com/office/drawing/2014/main" id="{29EAE530-0285-8147-B69A-8802B84635E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0" name="AutoShape 977">
                <a:extLst>
                  <a:ext uri="{FF2B5EF4-FFF2-40B4-BE49-F238E27FC236}">
                    <a16:creationId xmlns:a16="http://schemas.microsoft.com/office/drawing/2014/main" id="{86022980-C111-C14C-BC74-15BE5A0F9F2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1" name="AutoShape 978">
                <a:extLst>
                  <a:ext uri="{FF2B5EF4-FFF2-40B4-BE49-F238E27FC236}">
                    <a16:creationId xmlns:a16="http://schemas.microsoft.com/office/drawing/2014/main" id="{2A511823-DED3-2747-9713-71D6036B7BF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2" name="Oval 979">
                <a:extLst>
                  <a:ext uri="{FF2B5EF4-FFF2-40B4-BE49-F238E27FC236}">
                    <a16:creationId xmlns:a16="http://schemas.microsoft.com/office/drawing/2014/main" id="{782FCD42-797F-EF44-881F-939D4B8421E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3" name="Oval 980">
                <a:extLst>
                  <a:ext uri="{FF2B5EF4-FFF2-40B4-BE49-F238E27FC236}">
                    <a16:creationId xmlns:a16="http://schemas.microsoft.com/office/drawing/2014/main" id="{15EB52E1-99F3-F949-8E2B-4AF186BD879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024" name="Oval 981">
                <a:extLst>
                  <a:ext uri="{FF2B5EF4-FFF2-40B4-BE49-F238E27FC236}">
                    <a16:creationId xmlns:a16="http://schemas.microsoft.com/office/drawing/2014/main" id="{7D0BA5EC-A7D4-AB40-A9F6-0CF2C1F2A6A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5" name="Rectangle 982">
                <a:extLst>
                  <a:ext uri="{FF2B5EF4-FFF2-40B4-BE49-F238E27FC236}">
                    <a16:creationId xmlns:a16="http://schemas.microsoft.com/office/drawing/2014/main" id="{7EEC4949-56B9-1446-9711-9818D166CC8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0" name="Group 19">
            <a:extLst>
              <a:ext uri="{FF2B5EF4-FFF2-40B4-BE49-F238E27FC236}">
                <a16:creationId xmlns:a16="http://schemas.microsoft.com/office/drawing/2014/main" id="{06C52556-3B7F-CA46-899E-C10EBF5C4BFA}"/>
              </a:ext>
            </a:extLst>
          </p:cNvPr>
          <p:cNvGrpSpPr>
            <a:grpSpLocks/>
          </p:cNvGrpSpPr>
          <p:nvPr/>
        </p:nvGrpSpPr>
        <p:grpSpPr bwMode="auto">
          <a:xfrm>
            <a:off x="1751013" y="3719513"/>
            <a:ext cx="982662" cy="1585912"/>
            <a:chOff x="226804" y="3719080"/>
            <a:chExt cx="982820" cy="1586234"/>
          </a:xfrm>
        </p:grpSpPr>
        <p:pic>
          <p:nvPicPr>
            <p:cNvPr id="211997" name="Picture 9">
              <a:extLst>
                <a:ext uri="{FF2B5EF4-FFF2-40B4-BE49-F238E27FC236}">
                  <a16:creationId xmlns:a16="http://schemas.microsoft.com/office/drawing/2014/main" id="{885F0363-C2C7-B040-9A9F-8762313A0D78}"/>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98" name="Cloud Callout 16">
              <a:extLst>
                <a:ext uri="{FF2B5EF4-FFF2-40B4-BE49-F238E27FC236}">
                  <a16:creationId xmlns:a16="http://schemas.microsoft.com/office/drawing/2014/main" id="{CB6F3878-13F6-7E42-A58F-2603D66CC771}"/>
                </a:ext>
              </a:extLst>
            </p:cNvPr>
            <p:cNvSpPr>
              <a:spLocks noChangeArrowheads="1"/>
            </p:cNvSpPr>
            <p:nvPr/>
          </p:nvSpPr>
          <p:spPr bwMode="auto">
            <a:xfrm flipH="1">
              <a:off x="226804" y="3719080"/>
              <a:ext cx="982820" cy="514019"/>
            </a:xfrm>
            <a:prstGeom prst="cloudCallout">
              <a:avLst>
                <a:gd name="adj1" fmla="val -7606"/>
                <a:gd name="adj2" fmla="val 147866"/>
              </a:avLst>
            </a:prstGeom>
            <a:noFill/>
            <a:ln w="9525">
              <a:solidFill>
                <a:schemeClr val="bg2"/>
              </a:solidFill>
              <a:round/>
              <a:headEnd/>
              <a:tailEnd/>
            </a:ln>
            <a:extLst>
              <a:ext uri="{909E8E84-426E-40DD-AFC4-6F175D3DCCD1}">
                <a14:hiddenFill xmlns:a14="http://schemas.microsoft.com/office/drawing/2010/main">
                  <a:solidFill>
                    <a:srgbClr val="FFFFFF"/>
                  </a:solidFill>
                </a14:hiddenFill>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pic>
          <p:nvPicPr>
            <p:cNvPr id="211999" name="Picture 18" descr="madman.jpg">
              <a:extLst>
                <a:ext uri="{FF2B5EF4-FFF2-40B4-BE49-F238E27FC236}">
                  <a16:creationId xmlns:a16="http://schemas.microsoft.com/office/drawing/2014/main" id="{22004AD2-F07E-954C-8CB1-F531A6E218E1}"/>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347767" y="3870258"/>
              <a:ext cx="767350" cy="211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1984" name="Content Placeholder 12">
            <a:extLst>
              <a:ext uri="{FF2B5EF4-FFF2-40B4-BE49-F238E27FC236}">
                <a16:creationId xmlns:a16="http://schemas.microsoft.com/office/drawing/2014/main" id="{FBA2E74E-4CA0-634D-BA39-6FA14422C4A8}"/>
              </a:ext>
            </a:extLst>
          </p:cNvPr>
          <p:cNvSpPr txBox="1">
            <a:spLocks/>
          </p:cNvSpPr>
          <p:nvPr/>
        </p:nvSpPr>
        <p:spPr bwMode="auto">
          <a:xfrm>
            <a:off x="1109771" y="1064063"/>
            <a:ext cx="9901388" cy="92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338" indent="-287338">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87338" marR="0" lvl="0" indent="-287338" algn="l" defTabSz="914400" rtl="0" eaLnBrk="0" fontAlgn="base" latinLnBrk="0" hangingPunct="0">
              <a:lnSpc>
                <a:spcPct val="10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Netflix: stores copies of content (e.g., MADMEN) at its (worldwide)  OpenConnect CDN  nodes </a:t>
            </a:r>
          </a:p>
        </p:txBody>
      </p:sp>
      <p:grpSp>
        <p:nvGrpSpPr>
          <p:cNvPr id="23" name="Group 22">
            <a:extLst>
              <a:ext uri="{FF2B5EF4-FFF2-40B4-BE49-F238E27FC236}">
                <a16:creationId xmlns:a16="http://schemas.microsoft.com/office/drawing/2014/main" id="{5C53D66F-2454-534A-B251-EF79F3D2D063}"/>
              </a:ext>
            </a:extLst>
          </p:cNvPr>
          <p:cNvGrpSpPr>
            <a:grpSpLocks/>
          </p:cNvGrpSpPr>
          <p:nvPr/>
        </p:nvGrpSpPr>
        <p:grpSpPr bwMode="auto">
          <a:xfrm>
            <a:off x="1558926" y="5030789"/>
            <a:ext cx="1857375" cy="338137"/>
            <a:chOff x="5957397" y="-30236"/>
            <a:chExt cx="1857399" cy="338554"/>
          </a:xfrm>
        </p:grpSpPr>
        <p:sp>
          <p:nvSpPr>
            <p:cNvPr id="211995" name="Rectangle 20">
              <a:extLst>
                <a:ext uri="{FF2B5EF4-FFF2-40B4-BE49-F238E27FC236}">
                  <a16:creationId xmlns:a16="http://schemas.microsoft.com/office/drawing/2014/main" id="{9DB5E779-F208-9B41-B538-A1AA669BD2E5}"/>
                </a:ext>
              </a:extLst>
            </p:cNvPr>
            <p:cNvSpPr>
              <a:spLocks noChangeArrowheads="1"/>
            </p:cNvSpPr>
            <p:nvPr/>
          </p:nvSpPr>
          <p:spPr bwMode="auto">
            <a:xfrm>
              <a:off x="5957398" y="0"/>
              <a:ext cx="1829556" cy="272128"/>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6" name="TextBox 21">
              <a:extLst>
                <a:ext uri="{FF2B5EF4-FFF2-40B4-BE49-F238E27FC236}">
                  <a16:creationId xmlns:a16="http://schemas.microsoft.com/office/drawing/2014/main" id="{BC52E3C7-5102-E549-BEF6-5D6E61CFD9B1}"/>
                </a:ext>
              </a:extLst>
            </p:cNvPr>
            <p:cNvSpPr txBox="1">
              <a:spLocks noChangeArrowheads="1"/>
            </p:cNvSpPr>
            <p:nvPr/>
          </p:nvSpPr>
          <p:spPr bwMode="auto">
            <a:xfrm>
              <a:off x="5957397" y="-30236"/>
              <a:ext cx="18573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where’s Madmen?</a:t>
              </a:r>
            </a:p>
          </p:txBody>
        </p:sp>
      </p:grpSp>
      <p:grpSp>
        <p:nvGrpSpPr>
          <p:cNvPr id="1113" name="Group 1112">
            <a:extLst>
              <a:ext uri="{FF2B5EF4-FFF2-40B4-BE49-F238E27FC236}">
                <a16:creationId xmlns:a16="http://schemas.microsoft.com/office/drawing/2014/main" id="{53C9D43F-CF97-804C-AB6A-00DEC2449E31}"/>
              </a:ext>
            </a:extLst>
          </p:cNvPr>
          <p:cNvGrpSpPr>
            <a:grpSpLocks/>
          </p:cNvGrpSpPr>
          <p:nvPr/>
        </p:nvGrpSpPr>
        <p:grpSpPr bwMode="auto">
          <a:xfrm>
            <a:off x="8785226" y="4778375"/>
            <a:ext cx="1279525" cy="338138"/>
            <a:chOff x="5931471" y="-30236"/>
            <a:chExt cx="1279747" cy="338971"/>
          </a:xfrm>
        </p:grpSpPr>
        <p:sp>
          <p:nvSpPr>
            <p:cNvPr id="211993" name="Rectangle 1113">
              <a:extLst>
                <a:ext uri="{FF2B5EF4-FFF2-40B4-BE49-F238E27FC236}">
                  <a16:creationId xmlns:a16="http://schemas.microsoft.com/office/drawing/2014/main" id="{CEB0D8F2-12E1-5148-8CC2-45D6340D7B05}"/>
                </a:ext>
              </a:extLst>
            </p:cNvPr>
            <p:cNvSpPr>
              <a:spLocks noChangeArrowheads="1"/>
            </p:cNvSpPr>
            <p:nvPr/>
          </p:nvSpPr>
          <p:spPr bwMode="auto">
            <a:xfrm>
              <a:off x="5957398" y="13898"/>
              <a:ext cx="1225865" cy="25822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4" name="TextBox 1114">
              <a:extLst>
                <a:ext uri="{FF2B5EF4-FFF2-40B4-BE49-F238E27FC236}">
                  <a16:creationId xmlns:a16="http://schemas.microsoft.com/office/drawing/2014/main" id="{ED0C07AF-EC8A-1D44-A984-8A2456A295A2}"/>
                </a:ext>
              </a:extLst>
            </p:cNvPr>
            <p:cNvSpPr txBox="1">
              <a:spLocks noChangeArrowheads="1"/>
            </p:cNvSpPr>
            <p:nvPr/>
          </p:nvSpPr>
          <p:spPr bwMode="auto">
            <a:xfrm>
              <a:off x="5931471" y="-30236"/>
              <a:ext cx="1279747" cy="338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manifest file</a:t>
              </a:r>
            </a:p>
          </p:txBody>
        </p:sp>
      </p:grpSp>
      <p:sp>
        <p:nvSpPr>
          <p:cNvPr id="28" name="Freeform 27">
            <a:extLst>
              <a:ext uri="{FF2B5EF4-FFF2-40B4-BE49-F238E27FC236}">
                <a16:creationId xmlns:a16="http://schemas.microsoft.com/office/drawing/2014/main" id="{068BEAB9-D8D3-C441-9C37-3B12CF5A5614}"/>
              </a:ext>
            </a:extLst>
          </p:cNvPr>
          <p:cNvSpPr>
            <a:spLocks/>
          </p:cNvSpPr>
          <p:nvPr/>
        </p:nvSpPr>
        <p:spPr bwMode="auto">
          <a:xfrm>
            <a:off x="2571029" y="4229534"/>
            <a:ext cx="1008062" cy="881062"/>
          </a:xfrm>
          <a:custGeom>
            <a:avLst/>
            <a:gdLst>
              <a:gd name="T0" fmla="*/ 542251 w 1284637"/>
              <a:gd name="T1" fmla="*/ 0 h 1108430"/>
              <a:gd name="T2" fmla="*/ 620508 w 1284637"/>
              <a:gd name="T3" fmla="*/ 556152 h 1108430"/>
              <a:gd name="T4" fmla="*/ 0 w 1284637"/>
              <a:gd name="T5" fmla="*/ 555512 h 1108430"/>
              <a:gd name="T6" fmla="*/ 0 60000 65536"/>
              <a:gd name="T7" fmla="*/ 0 60000 65536"/>
              <a:gd name="T8" fmla="*/ 0 60000 65536"/>
            </a:gdLst>
            <a:ahLst/>
            <a:cxnLst>
              <a:cxn ang="T6">
                <a:pos x="T0" y="T1"/>
              </a:cxn>
              <a:cxn ang="T7">
                <a:pos x="T2" y="T3"/>
              </a:cxn>
              <a:cxn ang="T8">
                <a:pos x="T4" y="T5"/>
              </a:cxn>
            </a:cxnLst>
            <a:rect l="0" t="0" r="r" b="b"/>
            <a:pathLst>
              <a:path w="1284637" h="1108430">
                <a:moveTo>
                  <a:pt x="1122624" y="0"/>
                </a:moveTo>
                <a:lnTo>
                  <a:pt x="1284637" y="1108430"/>
                </a:lnTo>
                <a:lnTo>
                  <a:pt x="0" y="1107156"/>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1" name="Freeform 1120">
            <a:extLst>
              <a:ext uri="{FF2B5EF4-FFF2-40B4-BE49-F238E27FC236}">
                <a16:creationId xmlns:a16="http://schemas.microsoft.com/office/drawing/2014/main" id="{1FA9C861-3CFD-5C47-9603-F36C34D39F14}"/>
              </a:ext>
            </a:extLst>
          </p:cNvPr>
          <p:cNvSpPr>
            <a:spLocks/>
          </p:cNvSpPr>
          <p:nvPr/>
        </p:nvSpPr>
        <p:spPr bwMode="auto">
          <a:xfrm flipV="1">
            <a:off x="2624139" y="5127626"/>
            <a:ext cx="2166937" cy="709613"/>
          </a:xfrm>
          <a:custGeom>
            <a:avLst/>
            <a:gdLst>
              <a:gd name="T0" fmla="*/ 1752991 w 1898925"/>
              <a:gd name="T1" fmla="*/ 0 h 980345"/>
              <a:gd name="T2" fmla="*/ 2822161 w 1898925"/>
              <a:gd name="T3" fmla="*/ 227646 h 980345"/>
              <a:gd name="T4" fmla="*/ 2173683 w 1898925"/>
              <a:gd name="T5" fmla="*/ 258645 h 980345"/>
              <a:gd name="T6" fmla="*/ 1262389 w 1898925"/>
              <a:gd name="T7" fmla="*/ 362755 h 980345"/>
              <a:gd name="T8" fmla="*/ 0 w 1898925"/>
              <a:gd name="T9" fmla="*/ 371335 h 9803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8925" h="980345">
                <a:moveTo>
                  <a:pt x="1179521" y="0"/>
                </a:moveTo>
                <a:lnTo>
                  <a:pt x="1898925" y="600997"/>
                </a:lnTo>
                <a:lnTo>
                  <a:pt x="1462589" y="682836"/>
                </a:lnTo>
                <a:cubicBezTo>
                  <a:pt x="1258197" y="730637"/>
                  <a:pt x="1110581" y="844165"/>
                  <a:pt x="849414" y="957692"/>
                </a:cubicBezTo>
                <a:lnTo>
                  <a:pt x="0" y="980345"/>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2" name="Content Placeholder 12">
            <a:extLst>
              <a:ext uri="{FF2B5EF4-FFF2-40B4-BE49-F238E27FC236}">
                <a16:creationId xmlns:a16="http://schemas.microsoft.com/office/drawing/2014/main" id="{CC467532-9586-A943-BA29-4F35221A16AD}"/>
              </a:ext>
            </a:extLst>
          </p:cNvPr>
          <p:cNvSpPr txBox="1">
            <a:spLocks/>
          </p:cNvSpPr>
          <p:nvPr/>
        </p:nvSpPr>
        <p:spPr bwMode="auto">
          <a:xfrm>
            <a:off x="1168393" y="2402083"/>
            <a:ext cx="9901388" cy="458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3177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using manifest, client retrieves content at highest supportable rate</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123" name="Content Placeholder 12">
            <a:extLst>
              <a:ext uri="{FF2B5EF4-FFF2-40B4-BE49-F238E27FC236}">
                <a16:creationId xmlns:a16="http://schemas.microsoft.com/office/drawing/2014/main" id="{2E17DE3C-B1EA-6342-A5E5-820798A09912}"/>
              </a:ext>
            </a:extLst>
          </p:cNvPr>
          <p:cNvSpPr txBox="1">
            <a:spLocks/>
          </p:cNvSpPr>
          <p:nvPr/>
        </p:nvSpPr>
        <p:spPr bwMode="auto">
          <a:xfrm>
            <a:off x="1170413" y="2819021"/>
            <a:ext cx="9113837" cy="5032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174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may choose different rate or copy if network path congested</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670" name="Slide Number Placeholder 2">
            <a:extLst>
              <a:ext uri="{FF2B5EF4-FFF2-40B4-BE49-F238E27FC236}">
                <a16:creationId xmlns:a16="http://schemas.microsoft.com/office/drawing/2014/main" id="{0F723A7B-FECC-0045-AA25-C72B2F046D6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7093237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98"/>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Whoosh"/>
                                        </p:tgtEl>
                                      </p:cMediaNode>
                                    </p:audio>
                                  </p:subTnLst>
                                </p:cTn>
                              </p:par>
                            </p:childTnLst>
                          </p:cTn>
                        </p:par>
                        <p:par>
                          <p:cTn id="7" fill="hold" nodeType="afterGroup">
                            <p:stCondLst>
                              <p:cond delay="0"/>
                            </p:stCondLst>
                            <p:childTnLst>
                              <p:par>
                                <p:cTn id="8" presetID="1" presetClass="entr" presetSubtype="0" fill="hold" nodeType="afterEffect">
                                  <p:stCondLst>
                                    <p:cond delay="250"/>
                                  </p:stCondLst>
                                  <p:childTnLst>
                                    <p:set>
                                      <p:cBhvr>
                                        <p:cTn id="9" dur="1" fill="hold">
                                          <p:stCondLst>
                                            <p:cond delay="0"/>
                                          </p:stCondLst>
                                        </p:cTn>
                                        <p:tgtEl>
                                          <p:spTgt spid="828"/>
                                        </p:tgtEl>
                                        <p:attrNameLst>
                                          <p:attrName>style.visibility</p:attrName>
                                        </p:attrNameLst>
                                      </p:cBhvr>
                                      <p:to>
                                        <p:strVal val="visible"/>
                                      </p:to>
                                    </p:set>
                                  </p:childTnLst>
                                  <p:subTnLst>
                                    <p:audio>
                                      <p:cMediaNode>
                                        <p:cTn display="0" masterRel="sameClick">
                                          <p:stCondLst>
                                            <p:cond evt="begin" delay="0">
                                              <p:tn val="8"/>
                                            </p:cond>
                                          </p:stCondLst>
                                          <p:endCondLst>
                                            <p:cond evt="onStopAudio" delay="0">
                                              <p:tgtEl>
                                                <p:sldTgt/>
                                              </p:tgtEl>
                                            </p:cond>
                                          </p:endCondLst>
                                        </p:cTn>
                                        <p:tgtEl>
                                          <p:sndTgt r:embed="rId3" name="Whoosh"/>
                                        </p:tgtEl>
                                      </p:cMediaNode>
                                    </p:audio>
                                  </p:subTnLst>
                                </p:cTn>
                              </p:par>
                            </p:childTnLst>
                          </p:cTn>
                        </p:par>
                        <p:par>
                          <p:cTn id="10" fill="hold" nodeType="afterGroup">
                            <p:stCondLst>
                              <p:cond delay="250"/>
                            </p:stCondLst>
                            <p:childTnLst>
                              <p:par>
                                <p:cTn id="11" presetID="1" presetClass="entr" presetSubtype="0" fill="hold" nodeType="afterEffect">
                                  <p:stCondLst>
                                    <p:cond delay="250"/>
                                  </p:stCondLst>
                                  <p:childTnLst>
                                    <p:set>
                                      <p:cBhvr>
                                        <p:cTn id="12" dur="1" fill="hold">
                                          <p:stCondLst>
                                            <p:cond delay="0"/>
                                          </p:stCondLst>
                                        </p:cTn>
                                        <p:tgtEl>
                                          <p:spTgt spid="14"/>
                                        </p:tgtEl>
                                        <p:attrNameLst>
                                          <p:attrName>style.visibility</p:attrName>
                                        </p:attrNameLst>
                                      </p:cBhvr>
                                      <p:to>
                                        <p:strVal val="visible"/>
                                      </p:to>
                                    </p:set>
                                  </p:childTnLst>
                                  <p:subTnLst>
                                    <p:audio>
                                      <p:cMediaNode>
                                        <p:cTn display="0" masterRel="sameClick">
                                          <p:stCondLst>
                                            <p:cond evt="begin" delay="0">
                                              <p:tn val="11"/>
                                            </p:cond>
                                          </p:stCondLst>
                                          <p:endCondLst>
                                            <p:cond evt="onStopAudio" delay="0">
                                              <p:tgtEl>
                                                <p:sldTgt/>
                                              </p:tgtEl>
                                            </p:cond>
                                          </p:endCondLst>
                                        </p:cTn>
                                        <p:tgtEl>
                                          <p:sndTgt r:embed="rId3" name="Whoosh"/>
                                        </p:tgtEl>
                                      </p:cMediaNode>
                                    </p:audio>
                                  </p:subTnLst>
                                </p:cTn>
                              </p:par>
                            </p:childTnLst>
                          </p:cTn>
                        </p:par>
                        <p:par>
                          <p:cTn id="13" fill="hold" nodeType="afterGroup">
                            <p:stCondLst>
                              <p:cond delay="500"/>
                            </p:stCondLst>
                            <p:childTnLst>
                              <p:par>
                                <p:cTn id="14" presetID="1" presetClass="entr" presetSubtype="0" fill="hold" nodeType="afterEffect">
                                  <p:stCondLst>
                                    <p:cond delay="250"/>
                                  </p:stCondLst>
                                  <p:childTnLst>
                                    <p:set>
                                      <p:cBhvr>
                                        <p:cTn id="15" dur="1" fill="hold">
                                          <p:stCondLst>
                                            <p:cond delay="0"/>
                                          </p:stCondLst>
                                        </p:cTn>
                                        <p:tgtEl>
                                          <p:spTgt spid="933"/>
                                        </p:tgtEl>
                                        <p:attrNameLst>
                                          <p:attrName>style.visibility</p:attrName>
                                        </p:attrNameLst>
                                      </p:cBhvr>
                                      <p:to>
                                        <p:strVal val="visible"/>
                                      </p:to>
                                    </p:set>
                                  </p:childTnLst>
                                  <p:subTnLst>
                                    <p:audio>
                                      <p:cMediaNode>
                                        <p:cTn display="0" masterRel="sameClick">
                                          <p:stCondLst>
                                            <p:cond evt="begin" delay="0">
                                              <p:tn val="14"/>
                                            </p:cond>
                                          </p:stCondLst>
                                          <p:endCondLst>
                                            <p:cond evt="onStopAudio" delay="0">
                                              <p:tgtEl>
                                                <p:sldTgt/>
                                              </p:tgtEl>
                                            </p:cond>
                                          </p:endCondLst>
                                        </p:cTn>
                                        <p:tgtEl>
                                          <p:sndTgt r:embed="rId3" name="Whoosh"/>
                                        </p:tgtEl>
                                      </p:cMediaNode>
                                    </p:audio>
                                  </p:subTnLst>
                                </p:cTn>
                              </p:par>
                            </p:childTnLst>
                          </p:cTn>
                        </p:par>
                        <p:par>
                          <p:cTn id="16" fill="hold" nodeType="afterGroup">
                            <p:stCondLst>
                              <p:cond delay="750"/>
                            </p:stCondLst>
                            <p:childTnLst>
                              <p:par>
                                <p:cTn id="17" presetID="1" presetClass="entr" presetSubtype="0" fill="hold" nodeType="afterEffect">
                                  <p:stCondLst>
                                    <p:cond delay="250"/>
                                  </p:stCondLst>
                                  <p:childTnLst>
                                    <p:set>
                                      <p:cBhvr>
                                        <p:cTn id="18" dur="1" fill="hold">
                                          <p:stCondLst>
                                            <p:cond delay="0"/>
                                          </p:stCondLst>
                                        </p:cTn>
                                        <p:tgtEl>
                                          <p:spTgt spid="793"/>
                                        </p:tgtEl>
                                        <p:attrNameLst>
                                          <p:attrName>style.visibility</p:attrName>
                                        </p:attrNameLst>
                                      </p:cBhvr>
                                      <p:to>
                                        <p:strVal val="visible"/>
                                      </p:to>
                                    </p:set>
                                  </p:childTnLst>
                                  <p:subTnLst>
                                    <p:audio>
                                      <p:cMediaNode>
                                        <p:cTn display="0" masterRel="sameClick">
                                          <p:stCondLst>
                                            <p:cond evt="begin" delay="0">
                                              <p:tn val="17"/>
                                            </p:cond>
                                          </p:stCondLst>
                                          <p:endCondLst>
                                            <p:cond evt="onStopAudio" delay="0">
                                              <p:tgtEl>
                                                <p:sldTgt/>
                                              </p:tgtEl>
                                            </p:cond>
                                          </p:endCondLst>
                                        </p:cTn>
                                        <p:tgtEl>
                                          <p:sndTgt r:embed="rId3" name="Whoosh"/>
                                        </p:tgtEl>
                                      </p:cMediaNode>
                                    </p:audio>
                                  </p:subTnLst>
                                </p:cTn>
                              </p:par>
                            </p:childTnLst>
                          </p:cTn>
                        </p:par>
                        <p:par>
                          <p:cTn id="19" fill="hold" nodeType="afterGroup">
                            <p:stCondLst>
                              <p:cond delay="1000"/>
                            </p:stCondLst>
                            <p:childTnLst>
                              <p:par>
                                <p:cTn id="20" presetID="1" presetClass="entr" presetSubtype="0" fill="hold" nodeType="afterEffect">
                                  <p:stCondLst>
                                    <p:cond delay="250"/>
                                  </p:stCondLst>
                                  <p:childTnLst>
                                    <p:set>
                                      <p:cBhvr>
                                        <p:cTn id="21" dur="1" fill="hold">
                                          <p:stCondLst>
                                            <p:cond delay="0"/>
                                          </p:stCondLst>
                                        </p:cTn>
                                        <p:tgtEl>
                                          <p:spTgt spid="863"/>
                                        </p:tgtEl>
                                        <p:attrNameLst>
                                          <p:attrName>style.visibility</p:attrName>
                                        </p:attrNameLst>
                                      </p:cBhvr>
                                      <p:to>
                                        <p:strVal val="visible"/>
                                      </p:to>
                                    </p:set>
                                  </p:childTnLst>
                                  <p:subTnLst>
                                    <p:audio>
                                      <p:cMediaNode>
                                        <p:cTn display="0" masterRel="sameClick">
                                          <p:stCondLst>
                                            <p:cond evt="begin" delay="0">
                                              <p:tn val="20"/>
                                            </p:cond>
                                          </p:stCondLst>
                                          <p:endCondLst>
                                            <p:cond evt="onStopAudio" delay="0">
                                              <p:tgtEl>
                                                <p:sldTgt/>
                                              </p:tgtEl>
                                            </p:cond>
                                          </p:endCondLst>
                                        </p:cTn>
                                        <p:tgtEl>
                                          <p:sndTgt r:embed="rId3" name="Whoosh"/>
                                        </p:tgtEl>
                                      </p:cMediaNode>
                                    </p:audio>
                                  </p:subTnLst>
                                </p:cTn>
                              </p:par>
                            </p:childTnLst>
                          </p:cTn>
                        </p:par>
                        <p:par>
                          <p:cTn id="22" fill="hold" nodeType="afterGroup">
                            <p:stCondLst>
                              <p:cond delay="1250"/>
                            </p:stCondLst>
                            <p:childTnLst>
                              <p:par>
                                <p:cTn id="23" presetID="1" presetClass="entr" presetSubtype="0" fill="hold" nodeType="afterEffect">
                                  <p:stCondLst>
                                    <p:cond delay="250"/>
                                  </p:stCondLst>
                                  <p:childTnLst>
                                    <p:set>
                                      <p:cBhvr>
                                        <p:cTn id="24" dur="1" fill="hold">
                                          <p:stCondLst>
                                            <p:cond delay="0"/>
                                          </p:stCondLst>
                                        </p:cTn>
                                        <p:tgtEl>
                                          <p:spTgt spid="1069"/>
                                        </p:tgtEl>
                                        <p:attrNameLst>
                                          <p:attrName>style.visibility</p:attrName>
                                        </p:attrNameLst>
                                      </p:cBhvr>
                                      <p:to>
                                        <p:strVal val="visible"/>
                                      </p:to>
                                    </p:set>
                                  </p:childTnLst>
                                  <p:subTnLst>
                                    <p:audio>
                                      <p:cMediaNode>
                                        <p:cTn display="0" masterRel="sameClick">
                                          <p:stCondLst>
                                            <p:cond evt="begin" delay="0">
                                              <p:tn val="23"/>
                                            </p:cond>
                                          </p:stCondLst>
                                          <p:endCondLst>
                                            <p:cond evt="onStopAudio" delay="0">
                                              <p:tgtEl>
                                                <p:sldTgt/>
                                              </p:tgtEl>
                                            </p:cond>
                                          </p:endCondLst>
                                        </p:cTn>
                                        <p:tgtEl>
                                          <p:sndTgt r:embed="rId3" name="Whoosh"/>
                                        </p:tgtEl>
                                      </p:cMediaNode>
                                    </p:audio>
                                  </p:sub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nodeType="click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wipe(down)">
                                      <p:cBhvr>
                                        <p:cTn id="29" dur="500"/>
                                        <p:tgtEl>
                                          <p:spTgt spid="20"/>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13">
                                            <p:txEl>
                                              <p:pRg st="0" end="0"/>
                                            </p:txEl>
                                          </p:spTgt>
                                        </p:tgtEl>
                                        <p:attrNameLst>
                                          <p:attrName>style.visibility</p:attrName>
                                        </p:attrNameLst>
                                      </p:cBhvr>
                                      <p:to>
                                        <p:strVal val="visible"/>
                                      </p:to>
                                    </p:set>
                                    <p:animEffect transition="in" filter="dissolve">
                                      <p:cBhvr>
                                        <p:cTn id="34" dur="500"/>
                                        <p:tgtEl>
                                          <p:spTgt spid="13">
                                            <p:txEl>
                                              <p:pRg st="0" end="0"/>
                                            </p:txEl>
                                          </p:spTgt>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9" presetClass="entr" presetSubtype="0" fill="hold" nodeType="clickEffect">
                                  <p:stCondLst>
                                    <p:cond delay="0"/>
                                  </p:stCondLst>
                                  <p:childTnLst>
                                    <p:set>
                                      <p:cBhvr>
                                        <p:cTn id="38" dur="1" fill="hold">
                                          <p:stCondLst>
                                            <p:cond delay="0"/>
                                          </p:stCondLst>
                                        </p:cTn>
                                        <p:tgtEl>
                                          <p:spTgt spid="23"/>
                                        </p:tgtEl>
                                        <p:attrNameLst>
                                          <p:attrName>style.visibility</p:attrName>
                                        </p:attrNameLst>
                                      </p:cBhvr>
                                      <p:to>
                                        <p:strVal val="visible"/>
                                      </p:to>
                                    </p:set>
                                    <p:animEffect transition="in" filter="dissolve">
                                      <p:cBhvr>
                                        <p:cTn id="39" dur="500"/>
                                        <p:tgtEl>
                                          <p:spTgt spid="23"/>
                                        </p:tgtEl>
                                      </p:cBhvr>
                                    </p:animEffect>
                                  </p:childTnLst>
                                </p:cTn>
                              </p:par>
                            </p:childTnLst>
                          </p:cTn>
                        </p:par>
                        <p:par>
                          <p:cTn id="40" fill="hold" nodeType="afterGroup">
                            <p:stCondLst>
                              <p:cond delay="500"/>
                            </p:stCondLst>
                            <p:childTnLst>
                              <p:par>
                                <p:cTn id="41" presetID="0" presetClass="path" presetSubtype="0" accel="50000" decel="50000" fill="hold" nodeType="afterEffect">
                                  <p:stCondLst>
                                    <p:cond delay="0"/>
                                  </p:stCondLst>
                                  <p:childTnLst>
                                    <p:animMotion origin="layout" path="M 3.54167E-6 -1.85185E-6 L 0.08763 -0.02916 L 0.11106 -0.02685 L 0.24635 0.00185 L 0.3569 -0.03079 L 0.42682 -0.00486 L 0.48242 0.01551 L 0.56041 -0.01088 L 0.60026 -0.05509 " pathEditMode="relative" rAng="0" ptsTypes="AAAAAAAAA">
                                      <p:cBhvr>
                                        <p:cTn id="42" dur="2000" fill="hold"/>
                                        <p:tgtEl>
                                          <p:spTgt spid="23"/>
                                        </p:tgtEl>
                                        <p:attrNameLst>
                                          <p:attrName>ppt_x</p:attrName>
                                          <p:attrName>ppt_y</p:attrName>
                                        </p:attrNameLst>
                                      </p:cBhvr>
                                      <p:rCtr x="30013" y="-1991"/>
                                    </p:animMotion>
                                  </p:childTnLst>
                                </p:cTn>
                              </p:par>
                            </p:childTnLst>
                          </p:cTn>
                        </p:par>
                        <p:par>
                          <p:cTn id="43" fill="hold" nodeType="afterGroup">
                            <p:stCondLst>
                              <p:cond delay="2500"/>
                            </p:stCondLst>
                            <p:childTnLst>
                              <p:par>
                                <p:cTn id="44" presetID="9" presetClass="exit" presetSubtype="0" fill="hold" nodeType="afterEffect">
                                  <p:stCondLst>
                                    <p:cond delay="0"/>
                                  </p:stCondLst>
                                  <p:childTnLst>
                                    <p:animEffect transition="out" filter="dissolve">
                                      <p:cBhvr>
                                        <p:cTn id="45" dur="500"/>
                                        <p:tgtEl>
                                          <p:spTgt spid="23"/>
                                        </p:tgtEl>
                                      </p:cBhvr>
                                    </p:animEffect>
                                    <p:set>
                                      <p:cBhvr>
                                        <p:cTn id="46" dur="1" fill="hold">
                                          <p:stCondLst>
                                            <p:cond delay="499"/>
                                          </p:stCondLst>
                                        </p:cTn>
                                        <p:tgtEl>
                                          <p:spTgt spid="23"/>
                                        </p:tgtEl>
                                        <p:attrNameLst>
                                          <p:attrName>style.visibility</p:attrName>
                                        </p:attrNameLst>
                                      </p:cBhvr>
                                      <p:to>
                                        <p:strVal val="hidden"/>
                                      </p:to>
                                    </p:set>
                                  </p:childTnLst>
                                </p:cTn>
                              </p:par>
                            </p:childTnLst>
                          </p:cTn>
                        </p:par>
                        <p:par>
                          <p:cTn id="47" fill="hold" nodeType="afterGroup">
                            <p:stCondLst>
                              <p:cond delay="3000"/>
                            </p:stCondLst>
                            <p:childTnLst>
                              <p:par>
                                <p:cTn id="48" presetID="9" presetClass="entr" presetSubtype="0" fill="hold" nodeType="afterEffect">
                                  <p:stCondLst>
                                    <p:cond delay="0"/>
                                  </p:stCondLst>
                                  <p:childTnLst>
                                    <p:set>
                                      <p:cBhvr>
                                        <p:cTn id="49" dur="1" fill="hold">
                                          <p:stCondLst>
                                            <p:cond delay="0"/>
                                          </p:stCondLst>
                                        </p:cTn>
                                        <p:tgtEl>
                                          <p:spTgt spid="1113"/>
                                        </p:tgtEl>
                                        <p:attrNameLst>
                                          <p:attrName>style.visibility</p:attrName>
                                        </p:attrNameLst>
                                      </p:cBhvr>
                                      <p:to>
                                        <p:strVal val="visible"/>
                                      </p:to>
                                    </p:set>
                                    <p:animEffect transition="in" filter="dissolve">
                                      <p:cBhvr>
                                        <p:cTn id="50" dur="500"/>
                                        <p:tgtEl>
                                          <p:spTgt spid="1113"/>
                                        </p:tgtEl>
                                      </p:cBhvr>
                                    </p:animEffect>
                                  </p:childTnLst>
                                </p:cTn>
                              </p:par>
                            </p:childTnLst>
                          </p:cTn>
                        </p:par>
                        <p:par>
                          <p:cTn id="51" fill="hold" nodeType="afterGroup">
                            <p:stCondLst>
                              <p:cond delay="3500"/>
                            </p:stCondLst>
                            <p:childTnLst>
                              <p:par>
                                <p:cTn id="52" presetID="0" presetClass="path" presetSubtype="0" accel="50000" decel="50000" fill="hold" nodeType="afterEffect">
                                  <p:stCondLst>
                                    <p:cond delay="0"/>
                                  </p:stCondLst>
                                  <p:childTnLst>
                                    <p:animMotion origin="layout" path="M 0.07735 -0.01829 L -0.02942 0.05208 L -0.16276 0.0037 L -0.28893 0.03449 L -0.46106 0.01018 L -0.56901 0.0368 " pathEditMode="relative" rAng="0" ptsTypes="AAAAAA">
                                      <p:cBhvr>
                                        <p:cTn id="53" dur="2000" fill="hold"/>
                                        <p:tgtEl>
                                          <p:spTgt spid="1113"/>
                                        </p:tgtEl>
                                        <p:attrNameLst>
                                          <p:attrName>ppt_x</p:attrName>
                                          <p:attrName>ppt_y</p:attrName>
                                        </p:attrNameLst>
                                      </p:cBhvr>
                                      <p:rCtr x="-32318" y="3519"/>
                                    </p:animMotion>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22"/>
                                        </p:tgtEl>
                                        <p:attrNameLst>
                                          <p:attrName>style.visibility</p:attrName>
                                        </p:attrNameLst>
                                      </p:cBhvr>
                                      <p:to>
                                        <p:strVal val="visible"/>
                                      </p:to>
                                    </p:set>
                                    <p:animEffect transition="in" filter="dissolve">
                                      <p:cBhvr>
                                        <p:cTn id="58" dur="500"/>
                                        <p:tgtEl>
                                          <p:spTgt spid="1122"/>
                                        </p:tgtEl>
                                      </p:cBhvr>
                                    </p:animEffect>
                                  </p:childTnLst>
                                </p:cTn>
                              </p:par>
                            </p:childTnLst>
                          </p:cTn>
                        </p:par>
                        <p:par>
                          <p:cTn id="59" fill="hold" nodeType="afterGroup">
                            <p:stCondLst>
                              <p:cond delay="500"/>
                            </p:stCondLst>
                            <p:childTnLst>
                              <p:par>
                                <p:cTn id="60" presetID="9" presetClass="exit" presetSubtype="0" fill="hold" nodeType="afterEffect">
                                  <p:stCondLst>
                                    <p:cond delay="0"/>
                                  </p:stCondLst>
                                  <p:childTnLst>
                                    <p:animEffect transition="out" filter="dissolve">
                                      <p:cBhvr>
                                        <p:cTn id="61" dur="500"/>
                                        <p:tgtEl>
                                          <p:spTgt spid="1113"/>
                                        </p:tgtEl>
                                      </p:cBhvr>
                                    </p:animEffect>
                                    <p:set>
                                      <p:cBhvr>
                                        <p:cTn id="62" dur="1" fill="hold">
                                          <p:stCondLst>
                                            <p:cond delay="499"/>
                                          </p:stCondLst>
                                        </p:cTn>
                                        <p:tgtEl>
                                          <p:spTgt spid="1113"/>
                                        </p:tgtEl>
                                        <p:attrNameLst>
                                          <p:attrName>style.visibility</p:attrName>
                                        </p:attrNameLst>
                                      </p:cBhvr>
                                      <p:to>
                                        <p:strVal val="hidden"/>
                                      </p:to>
                                    </p:set>
                                  </p:childTnLst>
                                </p:cTn>
                              </p:par>
                            </p:childTnLst>
                          </p:cTn>
                        </p:par>
                        <p:par>
                          <p:cTn id="63" fill="hold" nodeType="afterGroup">
                            <p:stCondLst>
                              <p:cond delay="1000"/>
                            </p:stCondLst>
                            <p:childTnLst>
                              <p:par>
                                <p:cTn id="64" presetID="9" presetClass="entr" presetSubtype="0" fill="hold" nodeType="after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dissolve">
                                      <p:cBhvr>
                                        <p:cTn id="66" dur="500"/>
                                        <p:tgtEl>
                                          <p:spTgt spid="28"/>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9" presetClass="entr" presetSubtype="0" fill="hold" grpId="0" nodeType="clickEffect">
                                  <p:stCondLst>
                                    <p:cond delay="0"/>
                                  </p:stCondLst>
                                  <p:childTnLst>
                                    <p:set>
                                      <p:cBhvr>
                                        <p:cTn id="70" dur="1" fill="hold">
                                          <p:stCondLst>
                                            <p:cond delay="0"/>
                                          </p:stCondLst>
                                        </p:cTn>
                                        <p:tgtEl>
                                          <p:spTgt spid="1123"/>
                                        </p:tgtEl>
                                        <p:attrNameLst>
                                          <p:attrName>style.visibility</p:attrName>
                                        </p:attrNameLst>
                                      </p:cBhvr>
                                      <p:to>
                                        <p:strVal val="visible"/>
                                      </p:to>
                                    </p:set>
                                    <p:animEffect transition="in" filter="dissolve">
                                      <p:cBhvr>
                                        <p:cTn id="71" dur="500"/>
                                        <p:tgtEl>
                                          <p:spTgt spid="1123"/>
                                        </p:tgtEl>
                                      </p:cBhvr>
                                    </p:animEffect>
                                  </p:childTnLst>
                                </p:cTn>
                              </p:par>
                            </p:childTnLst>
                          </p:cTn>
                        </p:par>
                        <p:par>
                          <p:cTn id="72" fill="hold" nodeType="afterGroup">
                            <p:stCondLst>
                              <p:cond delay="500"/>
                            </p:stCondLst>
                            <p:childTnLst>
                              <p:par>
                                <p:cTn id="73" presetID="9" presetClass="exit" presetSubtype="0" fill="hold" nodeType="afterEffect">
                                  <p:stCondLst>
                                    <p:cond delay="0"/>
                                  </p:stCondLst>
                                  <p:childTnLst>
                                    <p:animEffect transition="out" filter="dissolve">
                                      <p:cBhvr>
                                        <p:cTn id="74" dur="500"/>
                                        <p:tgtEl>
                                          <p:spTgt spid="28"/>
                                        </p:tgtEl>
                                      </p:cBhvr>
                                    </p:animEffect>
                                    <p:set>
                                      <p:cBhvr>
                                        <p:cTn id="75" dur="1" fill="hold">
                                          <p:stCondLst>
                                            <p:cond delay="499"/>
                                          </p:stCondLst>
                                        </p:cTn>
                                        <p:tgtEl>
                                          <p:spTgt spid="28"/>
                                        </p:tgtEl>
                                        <p:attrNameLst>
                                          <p:attrName>style.visibility</p:attrName>
                                        </p:attrNameLst>
                                      </p:cBhvr>
                                      <p:to>
                                        <p:strVal val="hidden"/>
                                      </p:to>
                                    </p:set>
                                  </p:childTnLst>
                                </p:cTn>
                              </p:par>
                            </p:childTnLst>
                          </p:cTn>
                        </p:par>
                        <p:par>
                          <p:cTn id="76" fill="hold" nodeType="afterGroup">
                            <p:stCondLst>
                              <p:cond delay="1000"/>
                            </p:stCondLst>
                            <p:childTnLst>
                              <p:par>
                                <p:cTn id="77" presetID="9" presetClass="entr" presetSubtype="0" fill="hold" nodeType="afterEffect">
                                  <p:stCondLst>
                                    <p:cond delay="0"/>
                                  </p:stCondLst>
                                  <p:childTnLst>
                                    <p:set>
                                      <p:cBhvr>
                                        <p:cTn id="78" dur="1" fill="hold">
                                          <p:stCondLst>
                                            <p:cond delay="0"/>
                                          </p:stCondLst>
                                        </p:cTn>
                                        <p:tgtEl>
                                          <p:spTgt spid="1121"/>
                                        </p:tgtEl>
                                        <p:attrNameLst>
                                          <p:attrName>style.visibility</p:attrName>
                                        </p:attrNameLst>
                                      </p:cBhvr>
                                      <p:to>
                                        <p:strVal val="visible"/>
                                      </p:to>
                                    </p:set>
                                    <p:animEffect transition="in" filter="dissolve">
                                      <p:cBhvr>
                                        <p:cTn id="79" dur="500"/>
                                        <p:tgtEl>
                                          <p:spTgt spid="1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bldP spid="1122" grpId="0"/>
      <p:bldP spid="1123"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178" name="Group 485">
            <a:extLst>
              <a:ext uri="{FF2B5EF4-FFF2-40B4-BE49-F238E27FC236}">
                <a16:creationId xmlns:a16="http://schemas.microsoft.com/office/drawing/2014/main" id="{D3CA8C78-AA59-A24B-B727-D151A079D1FC}"/>
              </a:ext>
            </a:extLst>
          </p:cNvPr>
          <p:cNvGrpSpPr>
            <a:grpSpLocks/>
          </p:cNvGrpSpPr>
          <p:nvPr/>
        </p:nvGrpSpPr>
        <p:grpSpPr bwMode="auto">
          <a:xfrm>
            <a:off x="2644455" y="3770050"/>
            <a:ext cx="7044059" cy="2764362"/>
            <a:chOff x="399122" y="1433580"/>
            <a:chExt cx="8437848" cy="5258263"/>
          </a:xfrm>
        </p:grpSpPr>
        <p:sp>
          <p:nvSpPr>
            <p:cNvPr id="214743" name="Freeform 84">
              <a:extLst>
                <a:ext uri="{FF2B5EF4-FFF2-40B4-BE49-F238E27FC236}">
                  <a16:creationId xmlns:a16="http://schemas.microsoft.com/office/drawing/2014/main" id="{A060C597-01E9-554B-B8BD-771A8A2A0CA4}"/>
                </a:ext>
              </a:extLst>
            </p:cNvPr>
            <p:cNvSpPr>
              <a:spLocks/>
            </p:cNvSpPr>
            <p:nvPr/>
          </p:nvSpPr>
          <p:spPr bwMode="auto">
            <a:xfrm>
              <a:off x="1825540" y="224137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4" name="Freeform 84">
              <a:extLst>
                <a:ext uri="{FF2B5EF4-FFF2-40B4-BE49-F238E27FC236}">
                  <a16:creationId xmlns:a16="http://schemas.microsoft.com/office/drawing/2014/main" id="{FB766578-AC48-D940-A2E4-3DFFA47D45B6}"/>
                </a:ext>
              </a:extLst>
            </p:cNvPr>
            <p:cNvSpPr>
              <a:spLocks/>
            </p:cNvSpPr>
            <p:nvPr/>
          </p:nvSpPr>
          <p:spPr bwMode="auto">
            <a:xfrm>
              <a:off x="669684" y="304141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5" name="Freeform 84">
              <a:extLst>
                <a:ext uri="{FF2B5EF4-FFF2-40B4-BE49-F238E27FC236}">
                  <a16:creationId xmlns:a16="http://schemas.microsoft.com/office/drawing/2014/main" id="{7784D005-A9C4-3F44-8C8B-F862D7FA8EDC}"/>
                </a:ext>
              </a:extLst>
            </p:cNvPr>
            <p:cNvSpPr>
              <a:spLocks/>
            </p:cNvSpPr>
            <p:nvPr/>
          </p:nvSpPr>
          <p:spPr bwMode="auto">
            <a:xfrm>
              <a:off x="6334646" y="249535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6" name="Freeform 84">
              <a:extLst>
                <a:ext uri="{FF2B5EF4-FFF2-40B4-BE49-F238E27FC236}">
                  <a16:creationId xmlns:a16="http://schemas.microsoft.com/office/drawing/2014/main" id="{AF3297ED-6FF2-D74A-A40C-EB85E1D53D56}"/>
                </a:ext>
              </a:extLst>
            </p:cNvPr>
            <p:cNvSpPr>
              <a:spLocks/>
            </p:cNvSpPr>
            <p:nvPr/>
          </p:nvSpPr>
          <p:spPr bwMode="auto">
            <a:xfrm>
              <a:off x="1241261" y="535263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7" name="Freeform 84">
              <a:extLst>
                <a:ext uri="{FF2B5EF4-FFF2-40B4-BE49-F238E27FC236}">
                  <a16:creationId xmlns:a16="http://schemas.microsoft.com/office/drawing/2014/main" id="{7B5046C6-6E0C-8942-A4E9-C15175BE9F89}"/>
                </a:ext>
              </a:extLst>
            </p:cNvPr>
            <p:cNvSpPr>
              <a:spLocks/>
            </p:cNvSpPr>
            <p:nvPr/>
          </p:nvSpPr>
          <p:spPr bwMode="auto">
            <a:xfrm>
              <a:off x="822105" y="4730385"/>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8" name="Freeform 84">
              <a:extLst>
                <a:ext uri="{FF2B5EF4-FFF2-40B4-BE49-F238E27FC236}">
                  <a16:creationId xmlns:a16="http://schemas.microsoft.com/office/drawing/2014/main" id="{1D4FE714-7EBB-1544-9F51-31F44E050F07}"/>
                </a:ext>
              </a:extLst>
            </p:cNvPr>
            <p:cNvSpPr>
              <a:spLocks/>
            </p:cNvSpPr>
            <p:nvPr/>
          </p:nvSpPr>
          <p:spPr bwMode="auto">
            <a:xfrm>
              <a:off x="593474" y="407003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9" name="Freeform 84">
              <a:extLst>
                <a:ext uri="{FF2B5EF4-FFF2-40B4-BE49-F238E27FC236}">
                  <a16:creationId xmlns:a16="http://schemas.microsoft.com/office/drawing/2014/main" id="{14110D05-4BB8-BF41-8DE5-E9201FEFD6FA}"/>
                </a:ext>
              </a:extLst>
            </p:cNvPr>
            <p:cNvSpPr>
              <a:spLocks/>
            </p:cNvSpPr>
            <p:nvPr/>
          </p:nvSpPr>
          <p:spPr bwMode="auto">
            <a:xfrm>
              <a:off x="7084047" y="292712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0" name="Freeform 84">
              <a:extLst>
                <a:ext uri="{FF2B5EF4-FFF2-40B4-BE49-F238E27FC236}">
                  <a16:creationId xmlns:a16="http://schemas.microsoft.com/office/drawing/2014/main" id="{B9CFD74C-9E09-7B48-B364-ADBD99E15795}"/>
                </a:ext>
              </a:extLst>
            </p:cNvPr>
            <p:cNvSpPr>
              <a:spLocks/>
            </p:cNvSpPr>
            <p:nvPr/>
          </p:nvSpPr>
          <p:spPr bwMode="auto">
            <a:xfrm>
              <a:off x="3425955" y="200009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1" name="Freeform 84">
              <a:extLst>
                <a:ext uri="{FF2B5EF4-FFF2-40B4-BE49-F238E27FC236}">
                  <a16:creationId xmlns:a16="http://schemas.microsoft.com/office/drawing/2014/main" id="{4F238408-D759-B946-9AE3-DCD9CA5844AA}"/>
                </a:ext>
              </a:extLst>
            </p:cNvPr>
            <p:cNvSpPr>
              <a:spLocks/>
            </p:cNvSpPr>
            <p:nvPr/>
          </p:nvSpPr>
          <p:spPr bwMode="auto">
            <a:xfrm>
              <a:off x="1050735" y="264774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2" name="Freeform 84">
              <a:extLst>
                <a:ext uri="{FF2B5EF4-FFF2-40B4-BE49-F238E27FC236}">
                  <a16:creationId xmlns:a16="http://schemas.microsoft.com/office/drawing/2014/main" id="{080FAA08-DB3C-E84E-BC58-E0C6A54C5B72}"/>
                </a:ext>
              </a:extLst>
            </p:cNvPr>
            <p:cNvSpPr>
              <a:spLocks/>
            </p:cNvSpPr>
            <p:nvPr/>
          </p:nvSpPr>
          <p:spPr bwMode="auto">
            <a:xfrm>
              <a:off x="4340478" y="19746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3" name="Freeform 84">
              <a:extLst>
                <a:ext uri="{FF2B5EF4-FFF2-40B4-BE49-F238E27FC236}">
                  <a16:creationId xmlns:a16="http://schemas.microsoft.com/office/drawing/2014/main" id="{36E8E47A-157C-F445-B1CB-D81F1CFF0E3F}"/>
                </a:ext>
              </a:extLst>
            </p:cNvPr>
            <p:cNvSpPr>
              <a:spLocks/>
            </p:cNvSpPr>
            <p:nvPr/>
          </p:nvSpPr>
          <p:spPr bwMode="auto">
            <a:xfrm>
              <a:off x="7401589" y="560661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4" name="Freeform 84">
              <a:extLst>
                <a:ext uri="{FF2B5EF4-FFF2-40B4-BE49-F238E27FC236}">
                  <a16:creationId xmlns:a16="http://schemas.microsoft.com/office/drawing/2014/main" id="{9FA6F6A3-A686-2048-8022-76ABCA26B75B}"/>
                </a:ext>
              </a:extLst>
            </p:cNvPr>
            <p:cNvSpPr>
              <a:spLocks/>
            </p:cNvSpPr>
            <p:nvPr/>
          </p:nvSpPr>
          <p:spPr bwMode="auto">
            <a:xfrm>
              <a:off x="8239902" y="495896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5" name="Freeform 84">
              <a:extLst>
                <a:ext uri="{FF2B5EF4-FFF2-40B4-BE49-F238E27FC236}">
                  <a16:creationId xmlns:a16="http://schemas.microsoft.com/office/drawing/2014/main" id="{24739648-E5DE-8945-8268-3C6D0277BE39}"/>
                </a:ext>
              </a:extLst>
            </p:cNvPr>
            <p:cNvSpPr>
              <a:spLocks/>
            </p:cNvSpPr>
            <p:nvPr/>
          </p:nvSpPr>
          <p:spPr bwMode="auto">
            <a:xfrm>
              <a:off x="8011271" y="404463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6" name="Freeform 84">
              <a:extLst>
                <a:ext uri="{FF2B5EF4-FFF2-40B4-BE49-F238E27FC236}">
                  <a16:creationId xmlns:a16="http://schemas.microsoft.com/office/drawing/2014/main" id="{44333E2C-6D42-2940-B6CB-E3C930D3A089}"/>
                </a:ext>
              </a:extLst>
            </p:cNvPr>
            <p:cNvSpPr>
              <a:spLocks/>
            </p:cNvSpPr>
            <p:nvPr/>
          </p:nvSpPr>
          <p:spPr bwMode="auto">
            <a:xfrm>
              <a:off x="5166088" y="58478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7" name="Freeform 84">
              <a:extLst>
                <a:ext uri="{FF2B5EF4-FFF2-40B4-BE49-F238E27FC236}">
                  <a16:creationId xmlns:a16="http://schemas.microsoft.com/office/drawing/2014/main" id="{6146EC4B-F1F9-2D45-8118-0F691C5B15DA}"/>
                </a:ext>
              </a:extLst>
            </p:cNvPr>
            <p:cNvSpPr>
              <a:spLocks/>
            </p:cNvSpPr>
            <p:nvPr/>
          </p:nvSpPr>
          <p:spPr bwMode="auto">
            <a:xfrm>
              <a:off x="4251565" y="598758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8" name="Freeform 84">
              <a:extLst>
                <a:ext uri="{FF2B5EF4-FFF2-40B4-BE49-F238E27FC236}">
                  <a16:creationId xmlns:a16="http://schemas.microsoft.com/office/drawing/2014/main" id="{738B05C2-CDE6-124B-A567-E47B252E67C5}"/>
                </a:ext>
              </a:extLst>
            </p:cNvPr>
            <p:cNvSpPr>
              <a:spLocks/>
            </p:cNvSpPr>
            <p:nvPr/>
          </p:nvSpPr>
          <p:spPr bwMode="auto">
            <a:xfrm>
              <a:off x="3032203" y="58351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9" name="TextBox 4">
              <a:extLst>
                <a:ext uri="{FF2B5EF4-FFF2-40B4-BE49-F238E27FC236}">
                  <a16:creationId xmlns:a16="http://schemas.microsoft.com/office/drawing/2014/main" id="{78D3D6C5-B38A-2C46-B682-7E0D50502BA8}"/>
                </a:ext>
              </a:extLst>
            </p:cNvPr>
            <p:cNvSpPr txBox="1">
              <a:spLocks noChangeArrowheads="1"/>
            </p:cNvSpPr>
            <p:nvPr/>
          </p:nvSpPr>
          <p:spPr bwMode="auto">
            <a:xfrm rot="307360">
              <a:off x="5241476" y="1433580"/>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0" name="TextBox 179">
              <a:extLst>
                <a:ext uri="{FF2B5EF4-FFF2-40B4-BE49-F238E27FC236}">
                  <a16:creationId xmlns:a16="http://schemas.microsoft.com/office/drawing/2014/main" id="{4CD31A89-F8CF-6049-A5E5-85053FE0EB77}"/>
                </a:ext>
              </a:extLst>
            </p:cNvPr>
            <p:cNvSpPr txBox="1">
              <a:spLocks noChangeArrowheads="1"/>
            </p:cNvSpPr>
            <p:nvPr/>
          </p:nvSpPr>
          <p:spPr bwMode="auto">
            <a:xfrm rot="2829263">
              <a:off x="7390643" y="3033432"/>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1" name="TextBox 180">
              <a:extLst>
                <a:ext uri="{FF2B5EF4-FFF2-40B4-BE49-F238E27FC236}">
                  <a16:creationId xmlns:a16="http://schemas.microsoft.com/office/drawing/2014/main" id="{D2B68C45-7019-014E-9AEF-6434FE05CE82}"/>
                </a:ext>
              </a:extLst>
            </p:cNvPr>
            <p:cNvSpPr txBox="1">
              <a:spLocks noChangeArrowheads="1"/>
            </p:cNvSpPr>
            <p:nvPr/>
          </p:nvSpPr>
          <p:spPr bwMode="auto">
            <a:xfrm rot="9845918">
              <a:off x="6341242" y="5649517"/>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2" name="TextBox 181">
              <a:extLst>
                <a:ext uri="{FF2B5EF4-FFF2-40B4-BE49-F238E27FC236}">
                  <a16:creationId xmlns:a16="http://schemas.microsoft.com/office/drawing/2014/main" id="{7047D8F0-AC47-7C4D-B0ED-BA84F2FCFE0B}"/>
                </a:ext>
              </a:extLst>
            </p:cNvPr>
            <p:cNvSpPr txBox="1">
              <a:spLocks noChangeArrowheads="1"/>
            </p:cNvSpPr>
            <p:nvPr/>
          </p:nvSpPr>
          <p:spPr bwMode="auto">
            <a:xfrm rot="11651262">
              <a:off x="2063761" y="5696594"/>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3" name="TextBox 182">
              <a:extLst>
                <a:ext uri="{FF2B5EF4-FFF2-40B4-BE49-F238E27FC236}">
                  <a16:creationId xmlns:a16="http://schemas.microsoft.com/office/drawing/2014/main" id="{7A1EB57F-3C68-0B4D-A1B8-7F5F6B516D12}"/>
                </a:ext>
              </a:extLst>
            </p:cNvPr>
            <p:cNvSpPr txBox="1">
              <a:spLocks noChangeArrowheads="1"/>
            </p:cNvSpPr>
            <p:nvPr/>
          </p:nvSpPr>
          <p:spPr bwMode="auto">
            <a:xfrm rot="16607303">
              <a:off x="195356" y="3660805"/>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4" name="TextBox 183">
              <a:extLst>
                <a:ext uri="{FF2B5EF4-FFF2-40B4-BE49-F238E27FC236}">
                  <a16:creationId xmlns:a16="http://schemas.microsoft.com/office/drawing/2014/main" id="{BE1173A8-62F0-C04C-BB53-F0B39FB9A259}"/>
                </a:ext>
              </a:extLst>
            </p:cNvPr>
            <p:cNvSpPr txBox="1">
              <a:spLocks noChangeArrowheads="1"/>
            </p:cNvSpPr>
            <p:nvPr/>
          </p:nvSpPr>
          <p:spPr bwMode="auto">
            <a:xfrm rot="21079349">
              <a:off x="2482310" y="1498432"/>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grpSp>
          <p:nvGrpSpPr>
            <p:cNvPr id="214765" name="Group 8">
              <a:extLst>
                <a:ext uri="{FF2B5EF4-FFF2-40B4-BE49-F238E27FC236}">
                  <a16:creationId xmlns:a16="http://schemas.microsoft.com/office/drawing/2014/main" id="{FE595CC6-E58E-EE4A-8E57-98EE43A69839}"/>
                </a:ext>
              </a:extLst>
            </p:cNvPr>
            <p:cNvGrpSpPr>
              <a:grpSpLocks/>
            </p:cNvGrpSpPr>
            <p:nvPr/>
          </p:nvGrpSpPr>
          <p:grpSpPr bwMode="auto">
            <a:xfrm>
              <a:off x="4546600" y="3746496"/>
              <a:ext cx="3225799" cy="1117598"/>
              <a:chOff x="7848600" y="2044700"/>
              <a:chExt cx="3200399" cy="1371600"/>
            </a:xfrm>
          </p:grpSpPr>
          <p:sp>
            <p:nvSpPr>
              <p:cNvPr id="214961" name="Oval 3">
                <a:extLst>
                  <a:ext uri="{FF2B5EF4-FFF2-40B4-BE49-F238E27FC236}">
                    <a16:creationId xmlns:a16="http://schemas.microsoft.com/office/drawing/2014/main" id="{3A2DEDDB-FB5B-4946-8CD8-74906340D7E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962" name="Group 133">
                <a:extLst>
                  <a:ext uri="{FF2B5EF4-FFF2-40B4-BE49-F238E27FC236}">
                    <a16:creationId xmlns:a16="http://schemas.microsoft.com/office/drawing/2014/main" id="{21D80924-7CDB-4342-ACF8-4F970D327F69}"/>
                  </a:ext>
                </a:extLst>
              </p:cNvPr>
              <p:cNvGrpSpPr>
                <a:grpSpLocks/>
              </p:cNvGrpSpPr>
              <p:nvPr/>
            </p:nvGrpSpPr>
            <p:grpSpPr bwMode="auto">
              <a:xfrm>
                <a:off x="8526482" y="2160804"/>
                <a:ext cx="532759" cy="184809"/>
                <a:chOff x="2356" y="1300"/>
                <a:chExt cx="555" cy="194"/>
              </a:xfrm>
            </p:grpSpPr>
            <p:sp>
              <p:nvSpPr>
                <p:cNvPr id="215035" name="Oval 407">
                  <a:extLst>
                    <a:ext uri="{FF2B5EF4-FFF2-40B4-BE49-F238E27FC236}">
                      <a16:creationId xmlns:a16="http://schemas.microsoft.com/office/drawing/2014/main" id="{61D0AC9A-8B66-2B4C-82C3-5309CE4BCAC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6" name="Rectangle 410">
                  <a:extLst>
                    <a:ext uri="{FF2B5EF4-FFF2-40B4-BE49-F238E27FC236}">
                      <a16:creationId xmlns:a16="http://schemas.microsoft.com/office/drawing/2014/main" id="{F8139EB8-4456-D748-A30F-66BB62501A1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7" name="Oval 411">
                  <a:extLst>
                    <a:ext uri="{FF2B5EF4-FFF2-40B4-BE49-F238E27FC236}">
                      <a16:creationId xmlns:a16="http://schemas.microsoft.com/office/drawing/2014/main" id="{8E128DBA-3FA3-514E-95F4-8A1E1E8AEA8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8" name="Group 137">
                  <a:extLst>
                    <a:ext uri="{FF2B5EF4-FFF2-40B4-BE49-F238E27FC236}">
                      <a16:creationId xmlns:a16="http://schemas.microsoft.com/office/drawing/2014/main" id="{3852E333-724C-FB47-988A-B2BD76243F8F}"/>
                    </a:ext>
                  </a:extLst>
                </p:cNvPr>
                <p:cNvGrpSpPr>
                  <a:grpSpLocks/>
                </p:cNvGrpSpPr>
                <p:nvPr/>
              </p:nvGrpSpPr>
              <p:grpSpPr bwMode="auto">
                <a:xfrm>
                  <a:off x="2468" y="1332"/>
                  <a:ext cx="310" cy="60"/>
                  <a:chOff x="2468" y="1332"/>
                  <a:chExt cx="310" cy="60"/>
                </a:xfrm>
              </p:grpSpPr>
              <p:sp>
                <p:nvSpPr>
                  <p:cNvPr id="246785" name="Freeform 138">
                    <a:extLst>
                      <a:ext uri="{FF2B5EF4-FFF2-40B4-BE49-F238E27FC236}">
                        <a16:creationId xmlns:a16="http://schemas.microsoft.com/office/drawing/2014/main" id="{A943E71A-439C-3C40-8FE2-B50EFF103CE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786" name="Freeform 139">
                    <a:extLst>
                      <a:ext uri="{FF2B5EF4-FFF2-40B4-BE49-F238E27FC236}">
                        <a16:creationId xmlns:a16="http://schemas.microsoft.com/office/drawing/2014/main" id="{03DC00B2-3E2E-3048-A429-DF791A343241}"/>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39" name="Line 140">
                  <a:extLst>
                    <a:ext uri="{FF2B5EF4-FFF2-40B4-BE49-F238E27FC236}">
                      <a16:creationId xmlns:a16="http://schemas.microsoft.com/office/drawing/2014/main" id="{6D1BC62A-277D-BC42-8052-5D58EBD9541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784" name="Line 141">
                  <a:extLst>
                    <a:ext uri="{FF2B5EF4-FFF2-40B4-BE49-F238E27FC236}">
                      <a16:creationId xmlns:a16="http://schemas.microsoft.com/office/drawing/2014/main" id="{77D434FA-BD40-FB43-B64A-6117AFFE24E8}"/>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963" name="Straight Connector 10">
                <a:extLst>
                  <a:ext uri="{FF2B5EF4-FFF2-40B4-BE49-F238E27FC236}">
                    <a16:creationId xmlns:a16="http://schemas.microsoft.com/office/drawing/2014/main" id="{24E38DB4-BB48-9B4B-9B3F-AF9DE56D459B}"/>
                  </a:ext>
                </a:extLst>
              </p:cNvPr>
              <p:cNvCxnSpPr>
                <a:cxnSpLocks noChangeShapeType="1"/>
                <a:stCxn id="246784"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4" name="Straight Connector 297">
                <a:extLst>
                  <a:ext uri="{FF2B5EF4-FFF2-40B4-BE49-F238E27FC236}">
                    <a16:creationId xmlns:a16="http://schemas.microsoft.com/office/drawing/2014/main" id="{63B171E8-BC1A-2C45-A4AD-8B26824D4689}"/>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5" name="Straight Connector 298">
                <a:extLst>
                  <a:ext uri="{FF2B5EF4-FFF2-40B4-BE49-F238E27FC236}">
                    <a16:creationId xmlns:a16="http://schemas.microsoft.com/office/drawing/2014/main" id="{E504853D-FC82-F944-91B2-A7807FC21929}"/>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6" name="Straight Connector 299">
                <a:extLst>
                  <a:ext uri="{FF2B5EF4-FFF2-40B4-BE49-F238E27FC236}">
                    <a16:creationId xmlns:a16="http://schemas.microsoft.com/office/drawing/2014/main" id="{9B2CF1B4-E931-C849-ABC2-C055A268B009}"/>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7" name="Straight Connector 300">
                <a:extLst>
                  <a:ext uri="{FF2B5EF4-FFF2-40B4-BE49-F238E27FC236}">
                    <a16:creationId xmlns:a16="http://schemas.microsoft.com/office/drawing/2014/main" id="{8DCDC72A-6B61-D045-82B1-FC560711F692}"/>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8" name="Straight Connector 301">
                <a:extLst>
                  <a:ext uri="{FF2B5EF4-FFF2-40B4-BE49-F238E27FC236}">
                    <a16:creationId xmlns:a16="http://schemas.microsoft.com/office/drawing/2014/main" id="{169CFE78-371E-5A42-A2FF-43E7EBC79AF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9" name="Straight Connector 302">
                <a:extLst>
                  <a:ext uri="{FF2B5EF4-FFF2-40B4-BE49-F238E27FC236}">
                    <a16:creationId xmlns:a16="http://schemas.microsoft.com/office/drawing/2014/main" id="{A219EF28-882C-B141-A2BD-F2CF8E9FD79D}"/>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0" name="Straight Connector 303">
                <a:extLst>
                  <a:ext uri="{FF2B5EF4-FFF2-40B4-BE49-F238E27FC236}">
                    <a16:creationId xmlns:a16="http://schemas.microsoft.com/office/drawing/2014/main" id="{A8101A56-A742-A04A-AA02-5CA6664647B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1" name="Straight Connector 304">
                <a:extLst>
                  <a:ext uri="{FF2B5EF4-FFF2-40B4-BE49-F238E27FC236}">
                    <a16:creationId xmlns:a16="http://schemas.microsoft.com/office/drawing/2014/main" id="{A61AA9E2-0150-A443-9B6B-8B69AFDAD6A7}"/>
                  </a:ext>
                </a:extLst>
              </p:cNvPr>
              <p:cNvCxnSpPr>
                <a:cxnSpLocks noChangeShapeType="1"/>
                <a:endCxn id="215035"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972" name="Group 133">
                <a:extLst>
                  <a:ext uri="{FF2B5EF4-FFF2-40B4-BE49-F238E27FC236}">
                    <a16:creationId xmlns:a16="http://schemas.microsoft.com/office/drawing/2014/main" id="{853363E0-4455-8149-960D-2A2D30CEF1B7}"/>
                  </a:ext>
                </a:extLst>
              </p:cNvPr>
              <p:cNvGrpSpPr>
                <a:grpSpLocks/>
              </p:cNvGrpSpPr>
              <p:nvPr/>
            </p:nvGrpSpPr>
            <p:grpSpPr bwMode="auto">
              <a:xfrm>
                <a:off x="9555206" y="2650627"/>
                <a:ext cx="532759" cy="184809"/>
                <a:chOff x="2356" y="1300"/>
                <a:chExt cx="555" cy="194"/>
              </a:xfrm>
            </p:grpSpPr>
            <p:sp>
              <p:nvSpPr>
                <p:cNvPr id="215027" name="Oval 407">
                  <a:extLst>
                    <a:ext uri="{FF2B5EF4-FFF2-40B4-BE49-F238E27FC236}">
                      <a16:creationId xmlns:a16="http://schemas.microsoft.com/office/drawing/2014/main" id="{83FB7DAE-114F-934E-BB3E-EAB135FE30C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8" name="Rectangle 410">
                  <a:extLst>
                    <a:ext uri="{FF2B5EF4-FFF2-40B4-BE49-F238E27FC236}">
                      <a16:creationId xmlns:a16="http://schemas.microsoft.com/office/drawing/2014/main" id="{75E7F8C9-DB2A-394C-98FE-CFDE5ADA521F}"/>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9" name="Oval 411">
                  <a:extLst>
                    <a:ext uri="{FF2B5EF4-FFF2-40B4-BE49-F238E27FC236}">
                      <a16:creationId xmlns:a16="http://schemas.microsoft.com/office/drawing/2014/main" id="{1D54928A-36BC-0840-8843-621A3587538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0" name="Group 137">
                  <a:extLst>
                    <a:ext uri="{FF2B5EF4-FFF2-40B4-BE49-F238E27FC236}">
                      <a16:creationId xmlns:a16="http://schemas.microsoft.com/office/drawing/2014/main" id="{38EAC444-F93C-D943-A951-7F244553428E}"/>
                    </a:ext>
                  </a:extLst>
                </p:cNvPr>
                <p:cNvGrpSpPr>
                  <a:grpSpLocks/>
                </p:cNvGrpSpPr>
                <p:nvPr/>
              </p:nvGrpSpPr>
              <p:grpSpPr bwMode="auto">
                <a:xfrm>
                  <a:off x="2468" y="1332"/>
                  <a:ext cx="310" cy="60"/>
                  <a:chOff x="2468" y="1332"/>
                  <a:chExt cx="310" cy="60"/>
                </a:xfrm>
              </p:grpSpPr>
              <p:sp>
                <p:nvSpPr>
                  <p:cNvPr id="215033" name="Freeform 138">
                    <a:extLst>
                      <a:ext uri="{FF2B5EF4-FFF2-40B4-BE49-F238E27FC236}">
                        <a16:creationId xmlns:a16="http://schemas.microsoft.com/office/drawing/2014/main" id="{8C200853-23B0-9A48-8966-2549F8548A2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34" name="Freeform 139">
                    <a:extLst>
                      <a:ext uri="{FF2B5EF4-FFF2-40B4-BE49-F238E27FC236}">
                        <a16:creationId xmlns:a16="http://schemas.microsoft.com/office/drawing/2014/main" id="{4DB9CCA3-96DE-3940-B36E-3A5C8E910E7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31" name="Line 140">
                  <a:extLst>
                    <a:ext uri="{FF2B5EF4-FFF2-40B4-BE49-F238E27FC236}">
                      <a16:creationId xmlns:a16="http://schemas.microsoft.com/office/drawing/2014/main" id="{A57EC9EB-7266-3848-BE14-F39635DED043}"/>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32" name="Line 141">
                  <a:extLst>
                    <a:ext uri="{FF2B5EF4-FFF2-40B4-BE49-F238E27FC236}">
                      <a16:creationId xmlns:a16="http://schemas.microsoft.com/office/drawing/2014/main" id="{FC01780D-6B3D-034C-B4F6-D8020B00C959}"/>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3" name="Group 133">
                <a:extLst>
                  <a:ext uri="{FF2B5EF4-FFF2-40B4-BE49-F238E27FC236}">
                    <a16:creationId xmlns:a16="http://schemas.microsoft.com/office/drawing/2014/main" id="{9195F347-F262-4F4D-8822-4EEF165F4A8A}"/>
                  </a:ext>
                </a:extLst>
              </p:cNvPr>
              <p:cNvGrpSpPr>
                <a:grpSpLocks/>
              </p:cNvGrpSpPr>
              <p:nvPr/>
            </p:nvGrpSpPr>
            <p:grpSpPr bwMode="auto">
              <a:xfrm>
                <a:off x="8772607" y="2725609"/>
                <a:ext cx="532759" cy="184809"/>
                <a:chOff x="2356" y="1300"/>
                <a:chExt cx="555" cy="194"/>
              </a:xfrm>
            </p:grpSpPr>
            <p:sp>
              <p:nvSpPr>
                <p:cNvPr id="215019" name="Oval 407">
                  <a:extLst>
                    <a:ext uri="{FF2B5EF4-FFF2-40B4-BE49-F238E27FC236}">
                      <a16:creationId xmlns:a16="http://schemas.microsoft.com/office/drawing/2014/main" id="{1D798CAF-C844-964F-BD16-DA5F20E8DF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0" name="Rectangle 410">
                  <a:extLst>
                    <a:ext uri="{FF2B5EF4-FFF2-40B4-BE49-F238E27FC236}">
                      <a16:creationId xmlns:a16="http://schemas.microsoft.com/office/drawing/2014/main" id="{A6C29455-359E-1D4F-B4CB-9764193E81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1" name="Oval 411">
                  <a:extLst>
                    <a:ext uri="{FF2B5EF4-FFF2-40B4-BE49-F238E27FC236}">
                      <a16:creationId xmlns:a16="http://schemas.microsoft.com/office/drawing/2014/main" id="{DEE40553-9B52-ED48-8FC3-264286C7689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22" name="Group 137">
                  <a:extLst>
                    <a:ext uri="{FF2B5EF4-FFF2-40B4-BE49-F238E27FC236}">
                      <a16:creationId xmlns:a16="http://schemas.microsoft.com/office/drawing/2014/main" id="{88A8CF8A-DB68-1048-9F88-7C3328F3887C}"/>
                    </a:ext>
                  </a:extLst>
                </p:cNvPr>
                <p:cNvGrpSpPr>
                  <a:grpSpLocks/>
                </p:cNvGrpSpPr>
                <p:nvPr/>
              </p:nvGrpSpPr>
              <p:grpSpPr bwMode="auto">
                <a:xfrm>
                  <a:off x="2468" y="1332"/>
                  <a:ext cx="310" cy="60"/>
                  <a:chOff x="2468" y="1332"/>
                  <a:chExt cx="310" cy="60"/>
                </a:xfrm>
              </p:grpSpPr>
              <p:sp>
                <p:nvSpPr>
                  <p:cNvPr id="215025" name="Freeform 138">
                    <a:extLst>
                      <a:ext uri="{FF2B5EF4-FFF2-40B4-BE49-F238E27FC236}">
                        <a16:creationId xmlns:a16="http://schemas.microsoft.com/office/drawing/2014/main" id="{774F18EF-EB02-D04F-9F4D-60993BF513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26" name="Freeform 139">
                    <a:extLst>
                      <a:ext uri="{FF2B5EF4-FFF2-40B4-BE49-F238E27FC236}">
                        <a16:creationId xmlns:a16="http://schemas.microsoft.com/office/drawing/2014/main" id="{439294CD-B0AC-5441-89A9-BF7194FEC39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23" name="Line 140">
                  <a:extLst>
                    <a:ext uri="{FF2B5EF4-FFF2-40B4-BE49-F238E27FC236}">
                      <a16:creationId xmlns:a16="http://schemas.microsoft.com/office/drawing/2014/main" id="{45A9EB7D-D81E-3F4C-9EAD-B0A153A55357}"/>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24" name="Line 141">
                  <a:extLst>
                    <a:ext uri="{FF2B5EF4-FFF2-40B4-BE49-F238E27FC236}">
                      <a16:creationId xmlns:a16="http://schemas.microsoft.com/office/drawing/2014/main" id="{19A683FE-1CE9-2443-8472-5C8F052F42A4}"/>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4" name="Group 133">
                <a:extLst>
                  <a:ext uri="{FF2B5EF4-FFF2-40B4-BE49-F238E27FC236}">
                    <a16:creationId xmlns:a16="http://schemas.microsoft.com/office/drawing/2014/main" id="{E213AFBA-4EFF-214E-A5E7-866080E3789D}"/>
                  </a:ext>
                </a:extLst>
              </p:cNvPr>
              <p:cNvGrpSpPr>
                <a:grpSpLocks/>
              </p:cNvGrpSpPr>
              <p:nvPr/>
            </p:nvGrpSpPr>
            <p:grpSpPr bwMode="auto">
              <a:xfrm>
                <a:off x="9060908" y="2428111"/>
                <a:ext cx="532759" cy="184809"/>
                <a:chOff x="2356" y="1300"/>
                <a:chExt cx="555" cy="194"/>
              </a:xfrm>
            </p:grpSpPr>
            <p:sp>
              <p:nvSpPr>
                <p:cNvPr id="215011" name="Oval 407">
                  <a:extLst>
                    <a:ext uri="{FF2B5EF4-FFF2-40B4-BE49-F238E27FC236}">
                      <a16:creationId xmlns:a16="http://schemas.microsoft.com/office/drawing/2014/main" id="{A3CBE38D-B4C7-1C47-A035-45B57094843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2" name="Rectangle 410">
                  <a:extLst>
                    <a:ext uri="{FF2B5EF4-FFF2-40B4-BE49-F238E27FC236}">
                      <a16:creationId xmlns:a16="http://schemas.microsoft.com/office/drawing/2014/main" id="{088F0F9C-9DBD-FF4A-AE88-800FF19B4F6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3" name="Oval 411">
                  <a:extLst>
                    <a:ext uri="{FF2B5EF4-FFF2-40B4-BE49-F238E27FC236}">
                      <a16:creationId xmlns:a16="http://schemas.microsoft.com/office/drawing/2014/main" id="{DDA6FF3F-50C0-A147-9351-8D91D3FB20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14" name="Group 137">
                  <a:extLst>
                    <a:ext uri="{FF2B5EF4-FFF2-40B4-BE49-F238E27FC236}">
                      <a16:creationId xmlns:a16="http://schemas.microsoft.com/office/drawing/2014/main" id="{457ACDAF-FBCD-DC43-B6BB-2F985B5A0208}"/>
                    </a:ext>
                  </a:extLst>
                </p:cNvPr>
                <p:cNvGrpSpPr>
                  <a:grpSpLocks/>
                </p:cNvGrpSpPr>
                <p:nvPr/>
              </p:nvGrpSpPr>
              <p:grpSpPr bwMode="auto">
                <a:xfrm>
                  <a:off x="2468" y="1332"/>
                  <a:ext cx="310" cy="60"/>
                  <a:chOff x="2468" y="1332"/>
                  <a:chExt cx="310" cy="60"/>
                </a:xfrm>
              </p:grpSpPr>
              <p:sp>
                <p:nvSpPr>
                  <p:cNvPr id="215017" name="Freeform 138">
                    <a:extLst>
                      <a:ext uri="{FF2B5EF4-FFF2-40B4-BE49-F238E27FC236}">
                        <a16:creationId xmlns:a16="http://schemas.microsoft.com/office/drawing/2014/main" id="{872872D3-731F-9647-BED4-FD516CA4CE6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8" name="Freeform 139">
                    <a:extLst>
                      <a:ext uri="{FF2B5EF4-FFF2-40B4-BE49-F238E27FC236}">
                        <a16:creationId xmlns:a16="http://schemas.microsoft.com/office/drawing/2014/main" id="{9F95255F-D352-5C4F-89B7-F4AB2576A4C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15" name="Line 140">
                  <a:extLst>
                    <a:ext uri="{FF2B5EF4-FFF2-40B4-BE49-F238E27FC236}">
                      <a16:creationId xmlns:a16="http://schemas.microsoft.com/office/drawing/2014/main" id="{C7B041CE-EC36-5343-A08F-9EB9F7D7E946}"/>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6" name="Line 141">
                  <a:extLst>
                    <a:ext uri="{FF2B5EF4-FFF2-40B4-BE49-F238E27FC236}">
                      <a16:creationId xmlns:a16="http://schemas.microsoft.com/office/drawing/2014/main" id="{4FAB9327-3E9C-8C4D-92EA-60439F7AB295}"/>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5" name="Group 133">
                <a:extLst>
                  <a:ext uri="{FF2B5EF4-FFF2-40B4-BE49-F238E27FC236}">
                    <a16:creationId xmlns:a16="http://schemas.microsoft.com/office/drawing/2014/main" id="{06095A2D-3531-C04C-9ABF-008A81CBD6F3}"/>
                  </a:ext>
                </a:extLst>
              </p:cNvPr>
              <p:cNvGrpSpPr>
                <a:grpSpLocks/>
              </p:cNvGrpSpPr>
              <p:nvPr/>
            </p:nvGrpSpPr>
            <p:grpSpPr bwMode="auto">
              <a:xfrm>
                <a:off x="10005281" y="2289952"/>
                <a:ext cx="532759" cy="184809"/>
                <a:chOff x="2356" y="1300"/>
                <a:chExt cx="555" cy="194"/>
              </a:xfrm>
            </p:grpSpPr>
            <p:sp>
              <p:nvSpPr>
                <p:cNvPr id="215003" name="Oval 407">
                  <a:extLst>
                    <a:ext uri="{FF2B5EF4-FFF2-40B4-BE49-F238E27FC236}">
                      <a16:creationId xmlns:a16="http://schemas.microsoft.com/office/drawing/2014/main" id="{5AE28672-0DB5-E842-93CE-08179434672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4" name="Rectangle 410">
                  <a:extLst>
                    <a:ext uri="{FF2B5EF4-FFF2-40B4-BE49-F238E27FC236}">
                      <a16:creationId xmlns:a16="http://schemas.microsoft.com/office/drawing/2014/main" id="{16F0EDDE-42CE-BC42-BA07-DD504472632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5" name="Oval 411">
                  <a:extLst>
                    <a:ext uri="{FF2B5EF4-FFF2-40B4-BE49-F238E27FC236}">
                      <a16:creationId xmlns:a16="http://schemas.microsoft.com/office/drawing/2014/main" id="{B9C10AE7-3D10-6149-B8F5-7ED056A6464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06" name="Group 137">
                  <a:extLst>
                    <a:ext uri="{FF2B5EF4-FFF2-40B4-BE49-F238E27FC236}">
                      <a16:creationId xmlns:a16="http://schemas.microsoft.com/office/drawing/2014/main" id="{86331389-9F9E-054E-BEBB-071D768B8E56}"/>
                    </a:ext>
                  </a:extLst>
                </p:cNvPr>
                <p:cNvGrpSpPr>
                  <a:grpSpLocks/>
                </p:cNvGrpSpPr>
                <p:nvPr/>
              </p:nvGrpSpPr>
              <p:grpSpPr bwMode="auto">
                <a:xfrm>
                  <a:off x="2468" y="1332"/>
                  <a:ext cx="310" cy="60"/>
                  <a:chOff x="2468" y="1332"/>
                  <a:chExt cx="310" cy="60"/>
                </a:xfrm>
              </p:grpSpPr>
              <p:sp>
                <p:nvSpPr>
                  <p:cNvPr id="215009" name="Freeform 138">
                    <a:extLst>
                      <a:ext uri="{FF2B5EF4-FFF2-40B4-BE49-F238E27FC236}">
                        <a16:creationId xmlns:a16="http://schemas.microsoft.com/office/drawing/2014/main" id="{79604046-7F54-9642-81B1-C503872FEE6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0" name="Freeform 139">
                    <a:extLst>
                      <a:ext uri="{FF2B5EF4-FFF2-40B4-BE49-F238E27FC236}">
                        <a16:creationId xmlns:a16="http://schemas.microsoft.com/office/drawing/2014/main" id="{08BAE620-EEB5-7145-B2D7-31EFBEE3DC5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07" name="Line 140">
                  <a:extLst>
                    <a:ext uri="{FF2B5EF4-FFF2-40B4-BE49-F238E27FC236}">
                      <a16:creationId xmlns:a16="http://schemas.microsoft.com/office/drawing/2014/main" id="{D1198A65-6189-B04F-BAA7-F12E31E2E167}"/>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8" name="Line 141">
                  <a:extLst>
                    <a:ext uri="{FF2B5EF4-FFF2-40B4-BE49-F238E27FC236}">
                      <a16:creationId xmlns:a16="http://schemas.microsoft.com/office/drawing/2014/main" id="{B02527D9-BC57-5143-9F49-26DC39F21A9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6" name="Group 133">
                <a:extLst>
                  <a:ext uri="{FF2B5EF4-FFF2-40B4-BE49-F238E27FC236}">
                    <a16:creationId xmlns:a16="http://schemas.microsoft.com/office/drawing/2014/main" id="{6C55D7EB-D7F5-5542-9C7F-AF5F60736102}"/>
                  </a:ext>
                </a:extLst>
              </p:cNvPr>
              <p:cNvGrpSpPr>
                <a:grpSpLocks/>
              </p:cNvGrpSpPr>
              <p:nvPr/>
            </p:nvGrpSpPr>
            <p:grpSpPr bwMode="auto">
              <a:xfrm>
                <a:off x="10232661" y="2882876"/>
                <a:ext cx="532759" cy="184809"/>
                <a:chOff x="2356" y="1300"/>
                <a:chExt cx="555" cy="194"/>
              </a:xfrm>
            </p:grpSpPr>
            <p:sp>
              <p:nvSpPr>
                <p:cNvPr id="214995" name="Oval 407">
                  <a:extLst>
                    <a:ext uri="{FF2B5EF4-FFF2-40B4-BE49-F238E27FC236}">
                      <a16:creationId xmlns:a16="http://schemas.microsoft.com/office/drawing/2014/main" id="{241915D5-7EBB-D84A-8F77-F855F76B6EF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6" name="Rectangle 410">
                  <a:extLst>
                    <a:ext uri="{FF2B5EF4-FFF2-40B4-BE49-F238E27FC236}">
                      <a16:creationId xmlns:a16="http://schemas.microsoft.com/office/drawing/2014/main" id="{9FC75889-6E7A-1F4E-9A93-145F8D22395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7" name="Oval 411">
                  <a:extLst>
                    <a:ext uri="{FF2B5EF4-FFF2-40B4-BE49-F238E27FC236}">
                      <a16:creationId xmlns:a16="http://schemas.microsoft.com/office/drawing/2014/main" id="{E4521609-1BA4-3741-B795-46D95F27F67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8" name="Group 137">
                  <a:extLst>
                    <a:ext uri="{FF2B5EF4-FFF2-40B4-BE49-F238E27FC236}">
                      <a16:creationId xmlns:a16="http://schemas.microsoft.com/office/drawing/2014/main" id="{AE48471E-3E26-FF41-8B28-D1E377974F68}"/>
                    </a:ext>
                  </a:extLst>
                </p:cNvPr>
                <p:cNvGrpSpPr>
                  <a:grpSpLocks/>
                </p:cNvGrpSpPr>
                <p:nvPr/>
              </p:nvGrpSpPr>
              <p:grpSpPr bwMode="auto">
                <a:xfrm>
                  <a:off x="2468" y="1332"/>
                  <a:ext cx="310" cy="60"/>
                  <a:chOff x="2468" y="1332"/>
                  <a:chExt cx="310" cy="60"/>
                </a:xfrm>
              </p:grpSpPr>
              <p:sp>
                <p:nvSpPr>
                  <p:cNvPr id="215001" name="Freeform 138">
                    <a:extLst>
                      <a:ext uri="{FF2B5EF4-FFF2-40B4-BE49-F238E27FC236}">
                        <a16:creationId xmlns:a16="http://schemas.microsoft.com/office/drawing/2014/main" id="{3C695F38-7498-4F48-BB72-5B75F6EFA90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2" name="Freeform 139">
                    <a:extLst>
                      <a:ext uri="{FF2B5EF4-FFF2-40B4-BE49-F238E27FC236}">
                        <a16:creationId xmlns:a16="http://schemas.microsoft.com/office/drawing/2014/main" id="{EE5B8B1F-3E22-544F-898C-AD1EDE83F0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99" name="Line 140">
                  <a:extLst>
                    <a:ext uri="{FF2B5EF4-FFF2-40B4-BE49-F238E27FC236}">
                      <a16:creationId xmlns:a16="http://schemas.microsoft.com/office/drawing/2014/main" id="{4C22B6CF-86B8-1948-B9D7-2FDB44AB3DC5}"/>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0" name="Line 141">
                  <a:extLst>
                    <a:ext uri="{FF2B5EF4-FFF2-40B4-BE49-F238E27FC236}">
                      <a16:creationId xmlns:a16="http://schemas.microsoft.com/office/drawing/2014/main" id="{632BBF92-90ED-044F-80B4-BD610A7B360B}"/>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7" name="Group 133">
                <a:extLst>
                  <a:ext uri="{FF2B5EF4-FFF2-40B4-BE49-F238E27FC236}">
                    <a16:creationId xmlns:a16="http://schemas.microsoft.com/office/drawing/2014/main" id="{EF126CBB-F7B4-D14A-BF43-4F4C41958706}"/>
                  </a:ext>
                </a:extLst>
              </p:cNvPr>
              <p:cNvGrpSpPr>
                <a:grpSpLocks/>
              </p:cNvGrpSpPr>
              <p:nvPr/>
            </p:nvGrpSpPr>
            <p:grpSpPr bwMode="auto">
              <a:xfrm>
                <a:off x="9330660" y="3072767"/>
                <a:ext cx="532759" cy="184809"/>
                <a:chOff x="2356" y="1300"/>
                <a:chExt cx="555" cy="194"/>
              </a:xfrm>
            </p:grpSpPr>
            <p:sp>
              <p:nvSpPr>
                <p:cNvPr id="214987" name="Oval 407">
                  <a:extLst>
                    <a:ext uri="{FF2B5EF4-FFF2-40B4-BE49-F238E27FC236}">
                      <a16:creationId xmlns:a16="http://schemas.microsoft.com/office/drawing/2014/main" id="{2A9931F4-73CE-8F4B-BC0B-3836DCB8C1C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8" name="Rectangle 410">
                  <a:extLst>
                    <a:ext uri="{FF2B5EF4-FFF2-40B4-BE49-F238E27FC236}">
                      <a16:creationId xmlns:a16="http://schemas.microsoft.com/office/drawing/2014/main" id="{BEA1C917-5214-9046-AAB0-40E55789E36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9" name="Oval 411">
                  <a:extLst>
                    <a:ext uri="{FF2B5EF4-FFF2-40B4-BE49-F238E27FC236}">
                      <a16:creationId xmlns:a16="http://schemas.microsoft.com/office/drawing/2014/main" id="{EA8D4A13-D266-5440-A1E8-3F2B00BCF95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0" name="Group 137">
                  <a:extLst>
                    <a:ext uri="{FF2B5EF4-FFF2-40B4-BE49-F238E27FC236}">
                      <a16:creationId xmlns:a16="http://schemas.microsoft.com/office/drawing/2014/main" id="{8F3E7527-A26F-F945-BC0C-E15B8A9C6310}"/>
                    </a:ext>
                  </a:extLst>
                </p:cNvPr>
                <p:cNvGrpSpPr>
                  <a:grpSpLocks/>
                </p:cNvGrpSpPr>
                <p:nvPr/>
              </p:nvGrpSpPr>
              <p:grpSpPr bwMode="auto">
                <a:xfrm>
                  <a:off x="2468" y="1332"/>
                  <a:ext cx="310" cy="60"/>
                  <a:chOff x="2468" y="1332"/>
                  <a:chExt cx="310" cy="60"/>
                </a:xfrm>
              </p:grpSpPr>
              <p:sp>
                <p:nvSpPr>
                  <p:cNvPr id="214993" name="Freeform 138">
                    <a:extLst>
                      <a:ext uri="{FF2B5EF4-FFF2-40B4-BE49-F238E27FC236}">
                        <a16:creationId xmlns:a16="http://schemas.microsoft.com/office/drawing/2014/main" id="{AB5886C9-1AD2-C949-92A7-3322AD0A8A2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94" name="Freeform 139">
                    <a:extLst>
                      <a:ext uri="{FF2B5EF4-FFF2-40B4-BE49-F238E27FC236}">
                        <a16:creationId xmlns:a16="http://schemas.microsoft.com/office/drawing/2014/main" id="{7FDE5228-0F6B-5445-95B6-D3FBEF90841A}"/>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91" name="Line 140">
                  <a:extLst>
                    <a:ext uri="{FF2B5EF4-FFF2-40B4-BE49-F238E27FC236}">
                      <a16:creationId xmlns:a16="http://schemas.microsoft.com/office/drawing/2014/main" id="{572AD516-3F95-5B43-8610-0834E75BDBED}"/>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92" name="Line 141">
                  <a:extLst>
                    <a:ext uri="{FF2B5EF4-FFF2-40B4-BE49-F238E27FC236}">
                      <a16:creationId xmlns:a16="http://schemas.microsoft.com/office/drawing/2014/main" id="{42D93B4F-355D-3F45-AB74-AD15ABC78EC7}"/>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8" name="Group 133">
                <a:extLst>
                  <a:ext uri="{FF2B5EF4-FFF2-40B4-BE49-F238E27FC236}">
                    <a16:creationId xmlns:a16="http://schemas.microsoft.com/office/drawing/2014/main" id="{C0A90C49-1515-694E-B6D0-2B4A214C9A0F}"/>
                  </a:ext>
                </a:extLst>
              </p:cNvPr>
              <p:cNvGrpSpPr>
                <a:grpSpLocks/>
              </p:cNvGrpSpPr>
              <p:nvPr/>
            </p:nvGrpSpPr>
            <p:grpSpPr bwMode="auto">
              <a:xfrm>
                <a:off x="8438032" y="3018963"/>
                <a:ext cx="532759" cy="184809"/>
                <a:chOff x="2356" y="1300"/>
                <a:chExt cx="555" cy="194"/>
              </a:xfrm>
            </p:grpSpPr>
            <p:sp>
              <p:nvSpPr>
                <p:cNvPr id="214979" name="Oval 407">
                  <a:extLst>
                    <a:ext uri="{FF2B5EF4-FFF2-40B4-BE49-F238E27FC236}">
                      <a16:creationId xmlns:a16="http://schemas.microsoft.com/office/drawing/2014/main" id="{FC95A3BB-5F7A-C844-83AD-C41C2099EB3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0" name="Rectangle 410">
                  <a:extLst>
                    <a:ext uri="{FF2B5EF4-FFF2-40B4-BE49-F238E27FC236}">
                      <a16:creationId xmlns:a16="http://schemas.microsoft.com/office/drawing/2014/main" id="{0D2B55B4-B831-D247-92AF-34AF6D9B686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1" name="Oval 411">
                  <a:extLst>
                    <a:ext uri="{FF2B5EF4-FFF2-40B4-BE49-F238E27FC236}">
                      <a16:creationId xmlns:a16="http://schemas.microsoft.com/office/drawing/2014/main" id="{CE84811F-4135-D649-8EDD-041E3B7DB5F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82" name="Group 137">
                  <a:extLst>
                    <a:ext uri="{FF2B5EF4-FFF2-40B4-BE49-F238E27FC236}">
                      <a16:creationId xmlns:a16="http://schemas.microsoft.com/office/drawing/2014/main" id="{89D11E81-5943-9546-8ED6-138B0681FC16}"/>
                    </a:ext>
                  </a:extLst>
                </p:cNvPr>
                <p:cNvGrpSpPr>
                  <a:grpSpLocks/>
                </p:cNvGrpSpPr>
                <p:nvPr/>
              </p:nvGrpSpPr>
              <p:grpSpPr bwMode="auto">
                <a:xfrm>
                  <a:off x="2468" y="1332"/>
                  <a:ext cx="310" cy="60"/>
                  <a:chOff x="2468" y="1332"/>
                  <a:chExt cx="310" cy="60"/>
                </a:xfrm>
              </p:grpSpPr>
              <p:sp>
                <p:nvSpPr>
                  <p:cNvPr id="214985" name="Freeform 138">
                    <a:extLst>
                      <a:ext uri="{FF2B5EF4-FFF2-40B4-BE49-F238E27FC236}">
                        <a16:creationId xmlns:a16="http://schemas.microsoft.com/office/drawing/2014/main" id="{2C1B98E1-AA86-0B47-8E2A-25888DD058B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86" name="Freeform 139">
                    <a:extLst>
                      <a:ext uri="{FF2B5EF4-FFF2-40B4-BE49-F238E27FC236}">
                        <a16:creationId xmlns:a16="http://schemas.microsoft.com/office/drawing/2014/main" id="{7FF101D2-49D9-AE4E-919A-C4C7726A0D5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83" name="Line 140">
                  <a:extLst>
                    <a:ext uri="{FF2B5EF4-FFF2-40B4-BE49-F238E27FC236}">
                      <a16:creationId xmlns:a16="http://schemas.microsoft.com/office/drawing/2014/main" id="{5B8F7B16-0C45-7E42-ADCD-5E7517E3D58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84" name="Line 141">
                  <a:extLst>
                    <a:ext uri="{FF2B5EF4-FFF2-40B4-BE49-F238E27FC236}">
                      <a16:creationId xmlns:a16="http://schemas.microsoft.com/office/drawing/2014/main" id="{950F113E-DA34-3441-B7E0-F5D6118B70EB}"/>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14766" name="Group 331">
              <a:extLst>
                <a:ext uri="{FF2B5EF4-FFF2-40B4-BE49-F238E27FC236}">
                  <a16:creationId xmlns:a16="http://schemas.microsoft.com/office/drawing/2014/main" id="{3E8E904B-DA51-7044-960E-160B10CFA644}"/>
                </a:ext>
              </a:extLst>
            </p:cNvPr>
            <p:cNvGrpSpPr>
              <a:grpSpLocks/>
            </p:cNvGrpSpPr>
            <p:nvPr/>
          </p:nvGrpSpPr>
          <p:grpSpPr bwMode="auto">
            <a:xfrm>
              <a:off x="1803401" y="2755897"/>
              <a:ext cx="3467099" cy="1193800"/>
              <a:chOff x="7848600" y="2044700"/>
              <a:chExt cx="3200399" cy="1371600"/>
            </a:xfrm>
          </p:grpSpPr>
          <p:sp>
            <p:nvSpPr>
              <p:cNvPr id="214879" name="Oval 332">
                <a:extLst>
                  <a:ext uri="{FF2B5EF4-FFF2-40B4-BE49-F238E27FC236}">
                    <a16:creationId xmlns:a16="http://schemas.microsoft.com/office/drawing/2014/main" id="{7B41C129-8254-5B46-9535-04123717207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880" name="Group 133">
                <a:extLst>
                  <a:ext uri="{FF2B5EF4-FFF2-40B4-BE49-F238E27FC236}">
                    <a16:creationId xmlns:a16="http://schemas.microsoft.com/office/drawing/2014/main" id="{5C4C585B-878B-A347-97D2-47806862208B}"/>
                  </a:ext>
                </a:extLst>
              </p:cNvPr>
              <p:cNvGrpSpPr>
                <a:grpSpLocks/>
              </p:cNvGrpSpPr>
              <p:nvPr/>
            </p:nvGrpSpPr>
            <p:grpSpPr bwMode="auto">
              <a:xfrm>
                <a:off x="8526482" y="2160804"/>
                <a:ext cx="532759" cy="184809"/>
                <a:chOff x="2356" y="1300"/>
                <a:chExt cx="555" cy="194"/>
              </a:xfrm>
            </p:grpSpPr>
            <p:sp>
              <p:nvSpPr>
                <p:cNvPr id="214953" name="Oval 407">
                  <a:extLst>
                    <a:ext uri="{FF2B5EF4-FFF2-40B4-BE49-F238E27FC236}">
                      <a16:creationId xmlns:a16="http://schemas.microsoft.com/office/drawing/2014/main" id="{58B34C55-768F-6A42-94A2-D84FC33FCF6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4" name="Rectangle 410">
                  <a:extLst>
                    <a:ext uri="{FF2B5EF4-FFF2-40B4-BE49-F238E27FC236}">
                      <a16:creationId xmlns:a16="http://schemas.microsoft.com/office/drawing/2014/main" id="{480C9BC8-38D2-8F42-8886-7D647CC9A41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5" name="Oval 411">
                  <a:extLst>
                    <a:ext uri="{FF2B5EF4-FFF2-40B4-BE49-F238E27FC236}">
                      <a16:creationId xmlns:a16="http://schemas.microsoft.com/office/drawing/2014/main" id="{844B2587-797A-9E48-A6F8-4E644103DF1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56" name="Group 137">
                  <a:extLst>
                    <a:ext uri="{FF2B5EF4-FFF2-40B4-BE49-F238E27FC236}">
                      <a16:creationId xmlns:a16="http://schemas.microsoft.com/office/drawing/2014/main" id="{ED83D893-B244-F841-8F21-FF14CB98F705}"/>
                    </a:ext>
                  </a:extLst>
                </p:cNvPr>
                <p:cNvGrpSpPr>
                  <a:grpSpLocks/>
                </p:cNvGrpSpPr>
                <p:nvPr/>
              </p:nvGrpSpPr>
              <p:grpSpPr bwMode="auto">
                <a:xfrm>
                  <a:off x="2468" y="1332"/>
                  <a:ext cx="310" cy="60"/>
                  <a:chOff x="2468" y="1332"/>
                  <a:chExt cx="310" cy="60"/>
                </a:xfrm>
              </p:grpSpPr>
              <p:sp>
                <p:nvSpPr>
                  <p:cNvPr id="214959" name="Freeform 138">
                    <a:extLst>
                      <a:ext uri="{FF2B5EF4-FFF2-40B4-BE49-F238E27FC236}">
                        <a16:creationId xmlns:a16="http://schemas.microsoft.com/office/drawing/2014/main" id="{26C54EC9-D50C-784C-B384-FC13867100A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60" name="Freeform 139">
                    <a:extLst>
                      <a:ext uri="{FF2B5EF4-FFF2-40B4-BE49-F238E27FC236}">
                        <a16:creationId xmlns:a16="http://schemas.microsoft.com/office/drawing/2014/main" id="{0840D0DE-29A5-7446-9AC0-59A6A541B15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57" name="Line 140">
                  <a:extLst>
                    <a:ext uri="{FF2B5EF4-FFF2-40B4-BE49-F238E27FC236}">
                      <a16:creationId xmlns:a16="http://schemas.microsoft.com/office/drawing/2014/main" id="{6A20D372-A6F8-644C-BBA0-F173BFF5E5C9}"/>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8" name="Line 141">
                  <a:extLst>
                    <a:ext uri="{FF2B5EF4-FFF2-40B4-BE49-F238E27FC236}">
                      <a16:creationId xmlns:a16="http://schemas.microsoft.com/office/drawing/2014/main" id="{59432A0A-6FC3-1347-856E-4376EB532AEB}"/>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881" name="Straight Connector 334">
                <a:extLst>
                  <a:ext uri="{FF2B5EF4-FFF2-40B4-BE49-F238E27FC236}">
                    <a16:creationId xmlns:a16="http://schemas.microsoft.com/office/drawing/2014/main" id="{56EDE1ED-43C5-1E45-89CD-72D29F7754C7}"/>
                  </a:ext>
                </a:extLst>
              </p:cNvPr>
              <p:cNvCxnSpPr>
                <a:cxnSpLocks noChangeShapeType="1"/>
                <a:stCxn id="214958"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2" name="Straight Connector 335">
                <a:extLst>
                  <a:ext uri="{FF2B5EF4-FFF2-40B4-BE49-F238E27FC236}">
                    <a16:creationId xmlns:a16="http://schemas.microsoft.com/office/drawing/2014/main" id="{CA59E409-A641-F649-9C39-137F2E0EFFD2}"/>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3" name="Straight Connector 336">
                <a:extLst>
                  <a:ext uri="{FF2B5EF4-FFF2-40B4-BE49-F238E27FC236}">
                    <a16:creationId xmlns:a16="http://schemas.microsoft.com/office/drawing/2014/main" id="{63310C3D-F459-4A48-85B0-6DBAF4B95635}"/>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4" name="Straight Connector 337">
                <a:extLst>
                  <a:ext uri="{FF2B5EF4-FFF2-40B4-BE49-F238E27FC236}">
                    <a16:creationId xmlns:a16="http://schemas.microsoft.com/office/drawing/2014/main" id="{393C256D-17DE-C14C-A053-2B5037F6BA8B}"/>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5" name="Straight Connector 338">
                <a:extLst>
                  <a:ext uri="{FF2B5EF4-FFF2-40B4-BE49-F238E27FC236}">
                    <a16:creationId xmlns:a16="http://schemas.microsoft.com/office/drawing/2014/main" id="{3132CDA4-F605-0C43-AC9F-31CAAD39BC70}"/>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6" name="Straight Connector 339">
                <a:extLst>
                  <a:ext uri="{FF2B5EF4-FFF2-40B4-BE49-F238E27FC236}">
                    <a16:creationId xmlns:a16="http://schemas.microsoft.com/office/drawing/2014/main" id="{849F43A0-4F73-8B48-9DF3-63B5685C2121}"/>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7" name="Straight Connector 340">
                <a:extLst>
                  <a:ext uri="{FF2B5EF4-FFF2-40B4-BE49-F238E27FC236}">
                    <a16:creationId xmlns:a16="http://schemas.microsoft.com/office/drawing/2014/main" id="{77D98566-3CAC-2E4C-B7C1-83CC87885AB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8" name="Straight Connector 341">
                <a:extLst>
                  <a:ext uri="{FF2B5EF4-FFF2-40B4-BE49-F238E27FC236}">
                    <a16:creationId xmlns:a16="http://schemas.microsoft.com/office/drawing/2014/main" id="{00F6379E-F876-B745-9449-8989467673DF}"/>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9" name="Straight Connector 342">
                <a:extLst>
                  <a:ext uri="{FF2B5EF4-FFF2-40B4-BE49-F238E27FC236}">
                    <a16:creationId xmlns:a16="http://schemas.microsoft.com/office/drawing/2014/main" id="{7A9EA18B-18C7-B04D-97E8-40EF34756088}"/>
                  </a:ext>
                </a:extLst>
              </p:cNvPr>
              <p:cNvCxnSpPr>
                <a:cxnSpLocks noChangeShapeType="1"/>
                <a:endCxn id="214953"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890" name="Group 133">
                <a:extLst>
                  <a:ext uri="{FF2B5EF4-FFF2-40B4-BE49-F238E27FC236}">
                    <a16:creationId xmlns:a16="http://schemas.microsoft.com/office/drawing/2014/main" id="{B454283F-7059-3F41-B00C-7084EF12B067}"/>
                  </a:ext>
                </a:extLst>
              </p:cNvPr>
              <p:cNvGrpSpPr>
                <a:grpSpLocks/>
              </p:cNvGrpSpPr>
              <p:nvPr/>
            </p:nvGrpSpPr>
            <p:grpSpPr bwMode="auto">
              <a:xfrm>
                <a:off x="9555206" y="2650627"/>
                <a:ext cx="532759" cy="184809"/>
                <a:chOff x="2356" y="1300"/>
                <a:chExt cx="555" cy="194"/>
              </a:xfrm>
            </p:grpSpPr>
            <p:sp>
              <p:nvSpPr>
                <p:cNvPr id="214945" name="Oval 407">
                  <a:extLst>
                    <a:ext uri="{FF2B5EF4-FFF2-40B4-BE49-F238E27FC236}">
                      <a16:creationId xmlns:a16="http://schemas.microsoft.com/office/drawing/2014/main" id="{16179EE7-A6C4-DE49-8F45-6A1C75C89A9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6" name="Rectangle 410">
                  <a:extLst>
                    <a:ext uri="{FF2B5EF4-FFF2-40B4-BE49-F238E27FC236}">
                      <a16:creationId xmlns:a16="http://schemas.microsoft.com/office/drawing/2014/main" id="{E61F161A-2069-174F-BB9D-0BFCB09BCB7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7" name="Oval 411">
                  <a:extLst>
                    <a:ext uri="{FF2B5EF4-FFF2-40B4-BE49-F238E27FC236}">
                      <a16:creationId xmlns:a16="http://schemas.microsoft.com/office/drawing/2014/main" id="{DCE0EDDA-59B8-3C4B-80EE-F321CF26CB8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8" name="Group 137">
                  <a:extLst>
                    <a:ext uri="{FF2B5EF4-FFF2-40B4-BE49-F238E27FC236}">
                      <a16:creationId xmlns:a16="http://schemas.microsoft.com/office/drawing/2014/main" id="{468E7651-7FB2-3840-B545-B3AA77879B37}"/>
                    </a:ext>
                  </a:extLst>
                </p:cNvPr>
                <p:cNvGrpSpPr>
                  <a:grpSpLocks/>
                </p:cNvGrpSpPr>
                <p:nvPr/>
              </p:nvGrpSpPr>
              <p:grpSpPr bwMode="auto">
                <a:xfrm>
                  <a:off x="2468" y="1332"/>
                  <a:ext cx="310" cy="60"/>
                  <a:chOff x="2468" y="1332"/>
                  <a:chExt cx="310" cy="60"/>
                </a:xfrm>
              </p:grpSpPr>
              <p:sp>
                <p:nvSpPr>
                  <p:cNvPr id="214951" name="Freeform 138">
                    <a:extLst>
                      <a:ext uri="{FF2B5EF4-FFF2-40B4-BE49-F238E27FC236}">
                        <a16:creationId xmlns:a16="http://schemas.microsoft.com/office/drawing/2014/main" id="{BFC5CDDB-0DEB-AB47-85E6-725EE95A86B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2" name="Freeform 139">
                    <a:extLst>
                      <a:ext uri="{FF2B5EF4-FFF2-40B4-BE49-F238E27FC236}">
                        <a16:creationId xmlns:a16="http://schemas.microsoft.com/office/drawing/2014/main" id="{29752483-9F93-E648-B3D9-E035DB7422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49" name="Line 140">
                  <a:extLst>
                    <a:ext uri="{FF2B5EF4-FFF2-40B4-BE49-F238E27FC236}">
                      <a16:creationId xmlns:a16="http://schemas.microsoft.com/office/drawing/2014/main" id="{933BF7D9-7B89-5642-8E51-F9D93C5E9F2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0" name="Line 141">
                  <a:extLst>
                    <a:ext uri="{FF2B5EF4-FFF2-40B4-BE49-F238E27FC236}">
                      <a16:creationId xmlns:a16="http://schemas.microsoft.com/office/drawing/2014/main" id="{694A4DD2-7DC2-4343-B911-D825B5114171}"/>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1" name="Group 133">
                <a:extLst>
                  <a:ext uri="{FF2B5EF4-FFF2-40B4-BE49-F238E27FC236}">
                    <a16:creationId xmlns:a16="http://schemas.microsoft.com/office/drawing/2014/main" id="{5B523D0D-0ACA-4A46-8EF3-8544022CCBAF}"/>
                  </a:ext>
                </a:extLst>
              </p:cNvPr>
              <p:cNvGrpSpPr>
                <a:grpSpLocks/>
              </p:cNvGrpSpPr>
              <p:nvPr/>
            </p:nvGrpSpPr>
            <p:grpSpPr bwMode="auto">
              <a:xfrm>
                <a:off x="8772607" y="2725609"/>
                <a:ext cx="532759" cy="184809"/>
                <a:chOff x="2356" y="1300"/>
                <a:chExt cx="555" cy="194"/>
              </a:xfrm>
            </p:grpSpPr>
            <p:sp>
              <p:nvSpPr>
                <p:cNvPr id="214937" name="Oval 407">
                  <a:extLst>
                    <a:ext uri="{FF2B5EF4-FFF2-40B4-BE49-F238E27FC236}">
                      <a16:creationId xmlns:a16="http://schemas.microsoft.com/office/drawing/2014/main" id="{44557442-F861-8945-A5D3-08F36191B3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8" name="Rectangle 410">
                  <a:extLst>
                    <a:ext uri="{FF2B5EF4-FFF2-40B4-BE49-F238E27FC236}">
                      <a16:creationId xmlns:a16="http://schemas.microsoft.com/office/drawing/2014/main" id="{9A0AD3C5-303C-2648-AD08-58F240F5A14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9" name="Oval 411">
                  <a:extLst>
                    <a:ext uri="{FF2B5EF4-FFF2-40B4-BE49-F238E27FC236}">
                      <a16:creationId xmlns:a16="http://schemas.microsoft.com/office/drawing/2014/main" id="{99527295-6A93-8D42-9C1A-859F6E2E7A9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0" name="Group 137">
                  <a:extLst>
                    <a:ext uri="{FF2B5EF4-FFF2-40B4-BE49-F238E27FC236}">
                      <a16:creationId xmlns:a16="http://schemas.microsoft.com/office/drawing/2014/main" id="{6889C04E-BDD0-8C44-9C33-7E8A92B9371A}"/>
                    </a:ext>
                  </a:extLst>
                </p:cNvPr>
                <p:cNvGrpSpPr>
                  <a:grpSpLocks/>
                </p:cNvGrpSpPr>
                <p:nvPr/>
              </p:nvGrpSpPr>
              <p:grpSpPr bwMode="auto">
                <a:xfrm>
                  <a:off x="2468" y="1332"/>
                  <a:ext cx="310" cy="60"/>
                  <a:chOff x="2468" y="1332"/>
                  <a:chExt cx="310" cy="60"/>
                </a:xfrm>
              </p:grpSpPr>
              <p:sp>
                <p:nvSpPr>
                  <p:cNvPr id="214943" name="Freeform 138">
                    <a:extLst>
                      <a:ext uri="{FF2B5EF4-FFF2-40B4-BE49-F238E27FC236}">
                        <a16:creationId xmlns:a16="http://schemas.microsoft.com/office/drawing/2014/main" id="{E79963E5-9A66-D94F-930D-FDDF7E16E6B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44" name="Freeform 139">
                    <a:extLst>
                      <a:ext uri="{FF2B5EF4-FFF2-40B4-BE49-F238E27FC236}">
                        <a16:creationId xmlns:a16="http://schemas.microsoft.com/office/drawing/2014/main" id="{DFB74656-045C-3544-9C5D-D12C98D8A2DF}"/>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41" name="Line 140">
                  <a:extLst>
                    <a:ext uri="{FF2B5EF4-FFF2-40B4-BE49-F238E27FC236}">
                      <a16:creationId xmlns:a16="http://schemas.microsoft.com/office/drawing/2014/main" id="{67A22E4C-B602-9341-ADFC-030272A7E8BE}"/>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42" name="Line 141">
                  <a:extLst>
                    <a:ext uri="{FF2B5EF4-FFF2-40B4-BE49-F238E27FC236}">
                      <a16:creationId xmlns:a16="http://schemas.microsoft.com/office/drawing/2014/main" id="{D9CD150D-736B-FB42-968B-A41569ED125B}"/>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2" name="Group 133">
                <a:extLst>
                  <a:ext uri="{FF2B5EF4-FFF2-40B4-BE49-F238E27FC236}">
                    <a16:creationId xmlns:a16="http://schemas.microsoft.com/office/drawing/2014/main" id="{4F96269A-D5DB-3D45-B24A-F224FD217C4A}"/>
                  </a:ext>
                </a:extLst>
              </p:cNvPr>
              <p:cNvGrpSpPr>
                <a:grpSpLocks/>
              </p:cNvGrpSpPr>
              <p:nvPr/>
            </p:nvGrpSpPr>
            <p:grpSpPr bwMode="auto">
              <a:xfrm>
                <a:off x="9060908" y="2428111"/>
                <a:ext cx="532759" cy="184809"/>
                <a:chOff x="2356" y="1300"/>
                <a:chExt cx="555" cy="194"/>
              </a:xfrm>
            </p:grpSpPr>
            <p:sp>
              <p:nvSpPr>
                <p:cNvPr id="214929" name="Oval 407">
                  <a:extLst>
                    <a:ext uri="{FF2B5EF4-FFF2-40B4-BE49-F238E27FC236}">
                      <a16:creationId xmlns:a16="http://schemas.microsoft.com/office/drawing/2014/main" id="{5D3A6D56-2D1A-2B4E-A1BC-3EF86215733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0" name="Rectangle 410">
                  <a:extLst>
                    <a:ext uri="{FF2B5EF4-FFF2-40B4-BE49-F238E27FC236}">
                      <a16:creationId xmlns:a16="http://schemas.microsoft.com/office/drawing/2014/main" id="{31024D13-23DC-7F42-ADE4-1890A3778C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1" name="Oval 411">
                  <a:extLst>
                    <a:ext uri="{FF2B5EF4-FFF2-40B4-BE49-F238E27FC236}">
                      <a16:creationId xmlns:a16="http://schemas.microsoft.com/office/drawing/2014/main" id="{A9311524-7A9D-C141-A991-A44D0DE7539F}"/>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32" name="Group 137">
                  <a:extLst>
                    <a:ext uri="{FF2B5EF4-FFF2-40B4-BE49-F238E27FC236}">
                      <a16:creationId xmlns:a16="http://schemas.microsoft.com/office/drawing/2014/main" id="{F2F23E7A-FCCF-5C40-8EB5-5DD99D73D928}"/>
                    </a:ext>
                  </a:extLst>
                </p:cNvPr>
                <p:cNvGrpSpPr>
                  <a:grpSpLocks/>
                </p:cNvGrpSpPr>
                <p:nvPr/>
              </p:nvGrpSpPr>
              <p:grpSpPr bwMode="auto">
                <a:xfrm>
                  <a:off x="2468" y="1332"/>
                  <a:ext cx="310" cy="60"/>
                  <a:chOff x="2468" y="1332"/>
                  <a:chExt cx="310" cy="60"/>
                </a:xfrm>
              </p:grpSpPr>
              <p:sp>
                <p:nvSpPr>
                  <p:cNvPr id="214935" name="Freeform 138">
                    <a:extLst>
                      <a:ext uri="{FF2B5EF4-FFF2-40B4-BE49-F238E27FC236}">
                        <a16:creationId xmlns:a16="http://schemas.microsoft.com/office/drawing/2014/main" id="{C5D4ABE1-25EF-CF4D-904D-B5893BE8884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36" name="Freeform 139">
                    <a:extLst>
                      <a:ext uri="{FF2B5EF4-FFF2-40B4-BE49-F238E27FC236}">
                        <a16:creationId xmlns:a16="http://schemas.microsoft.com/office/drawing/2014/main" id="{49B407FC-0950-884C-A170-A7225700F7D8}"/>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33" name="Line 140">
                  <a:extLst>
                    <a:ext uri="{FF2B5EF4-FFF2-40B4-BE49-F238E27FC236}">
                      <a16:creationId xmlns:a16="http://schemas.microsoft.com/office/drawing/2014/main" id="{A0C6D21E-73D0-A94E-A224-4BE792181F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34" name="Line 141">
                  <a:extLst>
                    <a:ext uri="{FF2B5EF4-FFF2-40B4-BE49-F238E27FC236}">
                      <a16:creationId xmlns:a16="http://schemas.microsoft.com/office/drawing/2014/main" id="{A1F68DDD-30D5-D241-B9B6-B744C63FEAC1}"/>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3" name="Group 133">
                <a:extLst>
                  <a:ext uri="{FF2B5EF4-FFF2-40B4-BE49-F238E27FC236}">
                    <a16:creationId xmlns:a16="http://schemas.microsoft.com/office/drawing/2014/main" id="{1AE72059-AB4A-B541-BDDD-73C1C1550D3F}"/>
                  </a:ext>
                </a:extLst>
              </p:cNvPr>
              <p:cNvGrpSpPr>
                <a:grpSpLocks/>
              </p:cNvGrpSpPr>
              <p:nvPr/>
            </p:nvGrpSpPr>
            <p:grpSpPr bwMode="auto">
              <a:xfrm>
                <a:off x="10005281" y="2289952"/>
                <a:ext cx="532759" cy="184809"/>
                <a:chOff x="2356" y="1300"/>
                <a:chExt cx="555" cy="194"/>
              </a:xfrm>
            </p:grpSpPr>
            <p:sp>
              <p:nvSpPr>
                <p:cNvPr id="214921" name="Oval 407">
                  <a:extLst>
                    <a:ext uri="{FF2B5EF4-FFF2-40B4-BE49-F238E27FC236}">
                      <a16:creationId xmlns:a16="http://schemas.microsoft.com/office/drawing/2014/main" id="{4C50720D-270B-F340-8B2B-48739D19D5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2" name="Rectangle 410">
                  <a:extLst>
                    <a:ext uri="{FF2B5EF4-FFF2-40B4-BE49-F238E27FC236}">
                      <a16:creationId xmlns:a16="http://schemas.microsoft.com/office/drawing/2014/main" id="{58A8C69F-98DD-404B-9D35-556E2F5657A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3" name="Oval 411">
                  <a:extLst>
                    <a:ext uri="{FF2B5EF4-FFF2-40B4-BE49-F238E27FC236}">
                      <a16:creationId xmlns:a16="http://schemas.microsoft.com/office/drawing/2014/main" id="{372203EF-D65E-5D45-968A-7155BC4742B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24" name="Group 137">
                  <a:extLst>
                    <a:ext uri="{FF2B5EF4-FFF2-40B4-BE49-F238E27FC236}">
                      <a16:creationId xmlns:a16="http://schemas.microsoft.com/office/drawing/2014/main" id="{AF0CCC13-E9D4-E54A-832E-4A2BB91F60F3}"/>
                    </a:ext>
                  </a:extLst>
                </p:cNvPr>
                <p:cNvGrpSpPr>
                  <a:grpSpLocks/>
                </p:cNvGrpSpPr>
                <p:nvPr/>
              </p:nvGrpSpPr>
              <p:grpSpPr bwMode="auto">
                <a:xfrm>
                  <a:off x="2468" y="1332"/>
                  <a:ext cx="310" cy="60"/>
                  <a:chOff x="2468" y="1332"/>
                  <a:chExt cx="310" cy="60"/>
                </a:xfrm>
              </p:grpSpPr>
              <p:sp>
                <p:nvSpPr>
                  <p:cNvPr id="214927" name="Freeform 138">
                    <a:extLst>
                      <a:ext uri="{FF2B5EF4-FFF2-40B4-BE49-F238E27FC236}">
                        <a16:creationId xmlns:a16="http://schemas.microsoft.com/office/drawing/2014/main" id="{833E5D39-5679-104A-BD9D-6455F8C4583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8" name="Freeform 139">
                    <a:extLst>
                      <a:ext uri="{FF2B5EF4-FFF2-40B4-BE49-F238E27FC236}">
                        <a16:creationId xmlns:a16="http://schemas.microsoft.com/office/drawing/2014/main" id="{618EB30C-F20B-1A4E-849A-FE381BD626D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25" name="Line 140">
                  <a:extLst>
                    <a:ext uri="{FF2B5EF4-FFF2-40B4-BE49-F238E27FC236}">
                      <a16:creationId xmlns:a16="http://schemas.microsoft.com/office/drawing/2014/main" id="{8ABAD61E-9813-424D-B765-B1FB5424F6B5}"/>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6" name="Line 141">
                  <a:extLst>
                    <a:ext uri="{FF2B5EF4-FFF2-40B4-BE49-F238E27FC236}">
                      <a16:creationId xmlns:a16="http://schemas.microsoft.com/office/drawing/2014/main" id="{BFAF4925-1E9B-0746-9F81-A1834EF4075D}"/>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4" name="Group 133">
                <a:extLst>
                  <a:ext uri="{FF2B5EF4-FFF2-40B4-BE49-F238E27FC236}">
                    <a16:creationId xmlns:a16="http://schemas.microsoft.com/office/drawing/2014/main" id="{ABCC5960-7132-DF49-9180-0AB4299873E5}"/>
                  </a:ext>
                </a:extLst>
              </p:cNvPr>
              <p:cNvGrpSpPr>
                <a:grpSpLocks/>
              </p:cNvGrpSpPr>
              <p:nvPr/>
            </p:nvGrpSpPr>
            <p:grpSpPr bwMode="auto">
              <a:xfrm>
                <a:off x="10232661" y="2882876"/>
                <a:ext cx="532759" cy="184809"/>
                <a:chOff x="2356" y="1300"/>
                <a:chExt cx="555" cy="194"/>
              </a:xfrm>
            </p:grpSpPr>
            <p:sp>
              <p:nvSpPr>
                <p:cNvPr id="214913" name="Oval 407">
                  <a:extLst>
                    <a:ext uri="{FF2B5EF4-FFF2-40B4-BE49-F238E27FC236}">
                      <a16:creationId xmlns:a16="http://schemas.microsoft.com/office/drawing/2014/main" id="{9993D20D-577A-0141-BE96-9471B7BFF19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4" name="Rectangle 410">
                  <a:extLst>
                    <a:ext uri="{FF2B5EF4-FFF2-40B4-BE49-F238E27FC236}">
                      <a16:creationId xmlns:a16="http://schemas.microsoft.com/office/drawing/2014/main" id="{EADBEAC3-28C9-F142-A6D8-C4EDB2FB462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5" name="Oval 411">
                  <a:extLst>
                    <a:ext uri="{FF2B5EF4-FFF2-40B4-BE49-F238E27FC236}">
                      <a16:creationId xmlns:a16="http://schemas.microsoft.com/office/drawing/2014/main" id="{4641AFB4-C6F6-9C43-BD33-D22201200DE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16" name="Group 137">
                  <a:extLst>
                    <a:ext uri="{FF2B5EF4-FFF2-40B4-BE49-F238E27FC236}">
                      <a16:creationId xmlns:a16="http://schemas.microsoft.com/office/drawing/2014/main" id="{6B647DC5-0E12-644C-BAA9-18EF7CA535C5}"/>
                    </a:ext>
                  </a:extLst>
                </p:cNvPr>
                <p:cNvGrpSpPr>
                  <a:grpSpLocks/>
                </p:cNvGrpSpPr>
                <p:nvPr/>
              </p:nvGrpSpPr>
              <p:grpSpPr bwMode="auto">
                <a:xfrm>
                  <a:off x="2468" y="1332"/>
                  <a:ext cx="310" cy="60"/>
                  <a:chOff x="2468" y="1332"/>
                  <a:chExt cx="310" cy="60"/>
                </a:xfrm>
              </p:grpSpPr>
              <p:sp>
                <p:nvSpPr>
                  <p:cNvPr id="214919" name="Freeform 138">
                    <a:extLst>
                      <a:ext uri="{FF2B5EF4-FFF2-40B4-BE49-F238E27FC236}">
                        <a16:creationId xmlns:a16="http://schemas.microsoft.com/office/drawing/2014/main" id="{D8B587DE-3B5E-7A4F-91B5-704E1E598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0" name="Freeform 139">
                    <a:extLst>
                      <a:ext uri="{FF2B5EF4-FFF2-40B4-BE49-F238E27FC236}">
                        <a16:creationId xmlns:a16="http://schemas.microsoft.com/office/drawing/2014/main" id="{C2E3C77E-2B36-9F4E-BE45-109CAAA2758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17" name="Line 140">
                  <a:extLst>
                    <a:ext uri="{FF2B5EF4-FFF2-40B4-BE49-F238E27FC236}">
                      <a16:creationId xmlns:a16="http://schemas.microsoft.com/office/drawing/2014/main" id="{93D7BA37-45DF-BB4A-BEF2-45CFF2B17BB7}"/>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8" name="Line 141">
                  <a:extLst>
                    <a:ext uri="{FF2B5EF4-FFF2-40B4-BE49-F238E27FC236}">
                      <a16:creationId xmlns:a16="http://schemas.microsoft.com/office/drawing/2014/main" id="{276DBD9C-C8DF-D440-8AF7-458B90A451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5" name="Group 133">
                <a:extLst>
                  <a:ext uri="{FF2B5EF4-FFF2-40B4-BE49-F238E27FC236}">
                    <a16:creationId xmlns:a16="http://schemas.microsoft.com/office/drawing/2014/main" id="{CE542F4F-9011-E543-8727-6932E1CEB5E2}"/>
                  </a:ext>
                </a:extLst>
              </p:cNvPr>
              <p:cNvGrpSpPr>
                <a:grpSpLocks/>
              </p:cNvGrpSpPr>
              <p:nvPr/>
            </p:nvGrpSpPr>
            <p:grpSpPr bwMode="auto">
              <a:xfrm>
                <a:off x="9330660" y="3072767"/>
                <a:ext cx="532759" cy="184809"/>
                <a:chOff x="2356" y="1300"/>
                <a:chExt cx="555" cy="194"/>
              </a:xfrm>
            </p:grpSpPr>
            <p:sp>
              <p:nvSpPr>
                <p:cNvPr id="214905" name="Oval 407">
                  <a:extLst>
                    <a:ext uri="{FF2B5EF4-FFF2-40B4-BE49-F238E27FC236}">
                      <a16:creationId xmlns:a16="http://schemas.microsoft.com/office/drawing/2014/main" id="{1A2666CC-F736-5244-8DC9-86F570B53C0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6" name="Rectangle 410">
                  <a:extLst>
                    <a:ext uri="{FF2B5EF4-FFF2-40B4-BE49-F238E27FC236}">
                      <a16:creationId xmlns:a16="http://schemas.microsoft.com/office/drawing/2014/main" id="{88E24D47-1664-6C48-8189-C40093F41F2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7" name="Oval 411">
                  <a:extLst>
                    <a:ext uri="{FF2B5EF4-FFF2-40B4-BE49-F238E27FC236}">
                      <a16:creationId xmlns:a16="http://schemas.microsoft.com/office/drawing/2014/main" id="{CC46FAD9-385C-5943-B79B-D2132027711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8" name="Group 137">
                  <a:extLst>
                    <a:ext uri="{FF2B5EF4-FFF2-40B4-BE49-F238E27FC236}">
                      <a16:creationId xmlns:a16="http://schemas.microsoft.com/office/drawing/2014/main" id="{AEC68BB1-ACFE-0746-B1AE-6A425D1A4854}"/>
                    </a:ext>
                  </a:extLst>
                </p:cNvPr>
                <p:cNvGrpSpPr>
                  <a:grpSpLocks/>
                </p:cNvGrpSpPr>
                <p:nvPr/>
              </p:nvGrpSpPr>
              <p:grpSpPr bwMode="auto">
                <a:xfrm>
                  <a:off x="2468" y="1332"/>
                  <a:ext cx="310" cy="60"/>
                  <a:chOff x="2468" y="1332"/>
                  <a:chExt cx="310" cy="60"/>
                </a:xfrm>
              </p:grpSpPr>
              <p:sp>
                <p:nvSpPr>
                  <p:cNvPr id="214911" name="Freeform 138">
                    <a:extLst>
                      <a:ext uri="{FF2B5EF4-FFF2-40B4-BE49-F238E27FC236}">
                        <a16:creationId xmlns:a16="http://schemas.microsoft.com/office/drawing/2014/main" id="{A2C7F673-77CF-5047-ABF7-B7DDA35665F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2" name="Freeform 139">
                    <a:extLst>
                      <a:ext uri="{FF2B5EF4-FFF2-40B4-BE49-F238E27FC236}">
                        <a16:creationId xmlns:a16="http://schemas.microsoft.com/office/drawing/2014/main" id="{31E3A3EC-9614-B348-A267-9FDAE7D122B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09" name="Line 140">
                  <a:extLst>
                    <a:ext uri="{FF2B5EF4-FFF2-40B4-BE49-F238E27FC236}">
                      <a16:creationId xmlns:a16="http://schemas.microsoft.com/office/drawing/2014/main" id="{B0B53522-07E2-5349-BFCF-2EA8A9EE2165}"/>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0" name="Line 141">
                  <a:extLst>
                    <a:ext uri="{FF2B5EF4-FFF2-40B4-BE49-F238E27FC236}">
                      <a16:creationId xmlns:a16="http://schemas.microsoft.com/office/drawing/2014/main" id="{FBF21EA8-5E65-D349-A56A-6231EDE48406}"/>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6" name="Group 133">
                <a:extLst>
                  <a:ext uri="{FF2B5EF4-FFF2-40B4-BE49-F238E27FC236}">
                    <a16:creationId xmlns:a16="http://schemas.microsoft.com/office/drawing/2014/main" id="{EB8E41AD-5E44-3241-808C-04AC9AE2DF6E}"/>
                  </a:ext>
                </a:extLst>
              </p:cNvPr>
              <p:cNvGrpSpPr>
                <a:grpSpLocks/>
              </p:cNvGrpSpPr>
              <p:nvPr/>
            </p:nvGrpSpPr>
            <p:grpSpPr bwMode="auto">
              <a:xfrm>
                <a:off x="8438032" y="3018963"/>
                <a:ext cx="532759" cy="184809"/>
                <a:chOff x="2356" y="1300"/>
                <a:chExt cx="555" cy="194"/>
              </a:xfrm>
            </p:grpSpPr>
            <p:sp>
              <p:nvSpPr>
                <p:cNvPr id="214897" name="Oval 407">
                  <a:extLst>
                    <a:ext uri="{FF2B5EF4-FFF2-40B4-BE49-F238E27FC236}">
                      <a16:creationId xmlns:a16="http://schemas.microsoft.com/office/drawing/2014/main" id="{C7F4824E-BB39-AD43-AB0F-C40D6CC0754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8" name="Rectangle 410">
                  <a:extLst>
                    <a:ext uri="{FF2B5EF4-FFF2-40B4-BE49-F238E27FC236}">
                      <a16:creationId xmlns:a16="http://schemas.microsoft.com/office/drawing/2014/main" id="{6C5F7E37-F755-074B-8D59-453ADD5005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9" name="Oval 411">
                  <a:extLst>
                    <a:ext uri="{FF2B5EF4-FFF2-40B4-BE49-F238E27FC236}">
                      <a16:creationId xmlns:a16="http://schemas.microsoft.com/office/drawing/2014/main" id="{F8C74AD3-8900-E740-AE48-09AFDAB435C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0" name="Group 137">
                  <a:extLst>
                    <a:ext uri="{FF2B5EF4-FFF2-40B4-BE49-F238E27FC236}">
                      <a16:creationId xmlns:a16="http://schemas.microsoft.com/office/drawing/2014/main" id="{4E03FFE4-5C17-C340-B527-2B5B153FF58B}"/>
                    </a:ext>
                  </a:extLst>
                </p:cNvPr>
                <p:cNvGrpSpPr>
                  <a:grpSpLocks/>
                </p:cNvGrpSpPr>
                <p:nvPr/>
              </p:nvGrpSpPr>
              <p:grpSpPr bwMode="auto">
                <a:xfrm>
                  <a:off x="2468" y="1332"/>
                  <a:ext cx="310" cy="60"/>
                  <a:chOff x="2468" y="1332"/>
                  <a:chExt cx="310" cy="60"/>
                </a:xfrm>
              </p:grpSpPr>
              <p:sp>
                <p:nvSpPr>
                  <p:cNvPr id="214903" name="Freeform 138">
                    <a:extLst>
                      <a:ext uri="{FF2B5EF4-FFF2-40B4-BE49-F238E27FC236}">
                        <a16:creationId xmlns:a16="http://schemas.microsoft.com/office/drawing/2014/main" id="{34629F9A-5146-9D48-82EB-AAC63F240F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04" name="Freeform 139">
                    <a:extLst>
                      <a:ext uri="{FF2B5EF4-FFF2-40B4-BE49-F238E27FC236}">
                        <a16:creationId xmlns:a16="http://schemas.microsoft.com/office/drawing/2014/main" id="{F51B690B-3F17-5941-818D-3B154218EA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01" name="Line 140">
                  <a:extLst>
                    <a:ext uri="{FF2B5EF4-FFF2-40B4-BE49-F238E27FC236}">
                      <a16:creationId xmlns:a16="http://schemas.microsoft.com/office/drawing/2014/main" id="{D4337057-3263-D744-B941-D8535F87B992}"/>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02" name="Line 141">
                  <a:extLst>
                    <a:ext uri="{FF2B5EF4-FFF2-40B4-BE49-F238E27FC236}">
                      <a16:creationId xmlns:a16="http://schemas.microsoft.com/office/drawing/2014/main" id="{296FA59B-D43D-DA45-A03B-5CA3A765810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14767" name="Oval 417">
              <a:extLst>
                <a:ext uri="{FF2B5EF4-FFF2-40B4-BE49-F238E27FC236}">
                  <a16:creationId xmlns:a16="http://schemas.microsoft.com/office/drawing/2014/main" id="{3BAD759A-5BDE-5545-9FC1-E067E689EE61}"/>
                </a:ext>
              </a:extLst>
            </p:cNvPr>
            <p:cNvSpPr>
              <a:spLocks noChangeArrowheads="1"/>
            </p:cNvSpPr>
            <p:nvPr/>
          </p:nvSpPr>
          <p:spPr bwMode="auto">
            <a:xfrm>
              <a:off x="1498600" y="4165596"/>
              <a:ext cx="3086099" cy="11684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68" name="Group 133">
              <a:extLst>
                <a:ext uri="{FF2B5EF4-FFF2-40B4-BE49-F238E27FC236}">
                  <a16:creationId xmlns:a16="http://schemas.microsoft.com/office/drawing/2014/main" id="{52A4CA0D-886A-484E-A0D1-29D40EBCEEB2}"/>
                </a:ext>
              </a:extLst>
            </p:cNvPr>
            <p:cNvGrpSpPr>
              <a:grpSpLocks/>
            </p:cNvGrpSpPr>
            <p:nvPr/>
          </p:nvGrpSpPr>
          <p:grpSpPr bwMode="auto">
            <a:xfrm>
              <a:off x="2152273" y="4264500"/>
              <a:ext cx="513732" cy="157430"/>
              <a:chOff x="2356" y="1300"/>
              <a:chExt cx="555" cy="194"/>
            </a:xfrm>
          </p:grpSpPr>
          <p:sp>
            <p:nvSpPr>
              <p:cNvPr id="214871" name="Oval 492">
                <a:extLst>
                  <a:ext uri="{FF2B5EF4-FFF2-40B4-BE49-F238E27FC236}">
                    <a16:creationId xmlns:a16="http://schemas.microsoft.com/office/drawing/2014/main" id="{B0BCE71C-E8E3-224B-A302-18CB9EF8761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2" name="Rectangle 410">
                <a:extLst>
                  <a:ext uri="{FF2B5EF4-FFF2-40B4-BE49-F238E27FC236}">
                    <a16:creationId xmlns:a16="http://schemas.microsoft.com/office/drawing/2014/main" id="{7826F0C2-ABE4-604D-826E-4CA039F8CB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3" name="Oval 411">
                <a:extLst>
                  <a:ext uri="{FF2B5EF4-FFF2-40B4-BE49-F238E27FC236}">
                    <a16:creationId xmlns:a16="http://schemas.microsoft.com/office/drawing/2014/main" id="{99883D22-C913-7847-A84B-16BB482A40E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74" name="Group 137">
                <a:extLst>
                  <a:ext uri="{FF2B5EF4-FFF2-40B4-BE49-F238E27FC236}">
                    <a16:creationId xmlns:a16="http://schemas.microsoft.com/office/drawing/2014/main" id="{E1233C47-3BC8-DC40-B856-2F3569E06F14}"/>
                  </a:ext>
                </a:extLst>
              </p:cNvPr>
              <p:cNvGrpSpPr>
                <a:grpSpLocks/>
              </p:cNvGrpSpPr>
              <p:nvPr/>
            </p:nvGrpSpPr>
            <p:grpSpPr bwMode="auto">
              <a:xfrm>
                <a:off x="2468" y="1332"/>
                <a:ext cx="310" cy="60"/>
                <a:chOff x="2468" y="1332"/>
                <a:chExt cx="310" cy="60"/>
              </a:xfrm>
            </p:grpSpPr>
            <p:sp>
              <p:nvSpPr>
                <p:cNvPr id="214877" name="Freeform 138">
                  <a:extLst>
                    <a:ext uri="{FF2B5EF4-FFF2-40B4-BE49-F238E27FC236}">
                      <a16:creationId xmlns:a16="http://schemas.microsoft.com/office/drawing/2014/main" id="{CF1B1763-A84A-B84C-9D68-4357477FD09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8" name="Freeform 139">
                  <a:extLst>
                    <a:ext uri="{FF2B5EF4-FFF2-40B4-BE49-F238E27FC236}">
                      <a16:creationId xmlns:a16="http://schemas.microsoft.com/office/drawing/2014/main" id="{B0EC3937-4C4D-D441-8864-91E86FA2519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75" name="Line 140">
                <a:extLst>
                  <a:ext uri="{FF2B5EF4-FFF2-40B4-BE49-F238E27FC236}">
                    <a16:creationId xmlns:a16="http://schemas.microsoft.com/office/drawing/2014/main" id="{7750BF78-38D2-DE44-B1E2-80A17B1E8E41}"/>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6" name="Line 141">
                <a:extLst>
                  <a:ext uri="{FF2B5EF4-FFF2-40B4-BE49-F238E27FC236}">
                    <a16:creationId xmlns:a16="http://schemas.microsoft.com/office/drawing/2014/main" id="{DB5E2913-28CB-5649-807C-384C9CDC2660}"/>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769" name="Straight Connector 419">
              <a:extLst>
                <a:ext uri="{FF2B5EF4-FFF2-40B4-BE49-F238E27FC236}">
                  <a16:creationId xmlns:a16="http://schemas.microsoft.com/office/drawing/2014/main" id="{7A0AF1D9-D5AD-A94E-8A63-B763BF81BC72}"/>
                </a:ext>
              </a:extLst>
            </p:cNvPr>
            <p:cNvCxnSpPr>
              <a:cxnSpLocks noChangeShapeType="1"/>
              <a:stCxn id="214876" idx="0"/>
            </p:cNvCxnSpPr>
            <p:nvPr/>
          </p:nvCxnSpPr>
          <p:spPr bwMode="auto">
            <a:xfrm>
              <a:off x="2662301" y="4315623"/>
              <a:ext cx="940541"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0" name="Straight Connector 420">
              <a:extLst>
                <a:ext uri="{FF2B5EF4-FFF2-40B4-BE49-F238E27FC236}">
                  <a16:creationId xmlns:a16="http://schemas.microsoft.com/office/drawing/2014/main" id="{B51F1F90-5831-724C-9EDC-6D839F30EEC9}"/>
                </a:ext>
              </a:extLst>
            </p:cNvPr>
            <p:cNvCxnSpPr>
              <a:cxnSpLocks noChangeShapeType="1"/>
            </p:cNvCxnSpPr>
            <p:nvPr/>
          </p:nvCxnSpPr>
          <p:spPr bwMode="auto">
            <a:xfrm>
              <a:off x="3112420" y="4624308"/>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1" name="Straight Connector 421">
              <a:extLst>
                <a:ext uri="{FF2B5EF4-FFF2-40B4-BE49-F238E27FC236}">
                  <a16:creationId xmlns:a16="http://schemas.microsoft.com/office/drawing/2014/main" id="{F02E00D3-03F7-3241-8926-EE992527EA62}"/>
                </a:ext>
              </a:extLst>
            </p:cNvPr>
            <p:cNvCxnSpPr>
              <a:cxnSpLocks noChangeShapeType="1"/>
            </p:cNvCxnSpPr>
            <p:nvPr/>
          </p:nvCxnSpPr>
          <p:spPr bwMode="auto">
            <a:xfrm flipV="1">
              <a:off x="2920421" y="4797919"/>
              <a:ext cx="234667" cy="388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2" name="Straight Connector 422">
              <a:extLst>
                <a:ext uri="{FF2B5EF4-FFF2-40B4-BE49-F238E27FC236}">
                  <a16:creationId xmlns:a16="http://schemas.microsoft.com/office/drawing/2014/main" id="{58D8E48A-BD79-8740-8710-2C1F1308DF65}"/>
                </a:ext>
              </a:extLst>
            </p:cNvPr>
            <p:cNvCxnSpPr>
              <a:cxnSpLocks noChangeShapeType="1"/>
            </p:cNvCxnSpPr>
            <p:nvPr/>
          </p:nvCxnSpPr>
          <p:spPr bwMode="auto">
            <a:xfrm flipV="1">
              <a:off x="2636021" y="4648548"/>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3" name="Straight Connector 423">
              <a:extLst>
                <a:ext uri="{FF2B5EF4-FFF2-40B4-BE49-F238E27FC236}">
                  <a16:creationId xmlns:a16="http://schemas.microsoft.com/office/drawing/2014/main" id="{5B13BFDD-C5EF-AF4C-AEAB-E43E9F7E100C}"/>
                </a:ext>
              </a:extLst>
            </p:cNvPr>
            <p:cNvCxnSpPr>
              <a:cxnSpLocks noChangeShapeType="1"/>
            </p:cNvCxnSpPr>
            <p:nvPr/>
          </p:nvCxnSpPr>
          <p:spPr bwMode="auto">
            <a:xfrm flipV="1">
              <a:off x="2348386" y="4902256"/>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4" name="Straight Connector 424">
              <a:extLst>
                <a:ext uri="{FF2B5EF4-FFF2-40B4-BE49-F238E27FC236}">
                  <a16:creationId xmlns:a16="http://schemas.microsoft.com/office/drawing/2014/main" id="{0AE4B68E-6699-F245-B240-F4F9E3FBC0D6}"/>
                </a:ext>
              </a:extLst>
            </p:cNvPr>
            <p:cNvCxnSpPr>
              <a:cxnSpLocks noChangeShapeType="1"/>
            </p:cNvCxnSpPr>
            <p:nvPr/>
          </p:nvCxnSpPr>
          <p:spPr bwMode="auto">
            <a:xfrm flipV="1">
              <a:off x="3127556" y="4839857"/>
              <a:ext cx="243934" cy="21547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5" name="Straight Connector 425">
              <a:extLst>
                <a:ext uri="{FF2B5EF4-FFF2-40B4-BE49-F238E27FC236}">
                  <a16:creationId xmlns:a16="http://schemas.microsoft.com/office/drawing/2014/main" id="{41157C2E-2B04-1C49-B90C-160EEC4FE624}"/>
                </a:ext>
              </a:extLst>
            </p:cNvPr>
            <p:cNvCxnSpPr>
              <a:cxnSpLocks noChangeShapeType="1"/>
            </p:cNvCxnSpPr>
            <p:nvPr/>
          </p:nvCxnSpPr>
          <p:spPr bwMode="auto">
            <a:xfrm flipH="1" flipV="1">
              <a:off x="3601475" y="4827798"/>
              <a:ext cx="342282" cy="1059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6" name="Straight Connector 426">
              <a:extLst>
                <a:ext uri="{FF2B5EF4-FFF2-40B4-BE49-F238E27FC236}">
                  <a16:creationId xmlns:a16="http://schemas.microsoft.com/office/drawing/2014/main" id="{934D45D4-B1CF-784C-B94A-16BE7E203159}"/>
                </a:ext>
              </a:extLst>
            </p:cNvPr>
            <p:cNvCxnSpPr>
              <a:cxnSpLocks noChangeShapeType="1"/>
            </p:cNvCxnSpPr>
            <p:nvPr/>
          </p:nvCxnSpPr>
          <p:spPr bwMode="auto">
            <a:xfrm flipV="1">
              <a:off x="3587811" y="4532353"/>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7" name="Straight Connector 427">
              <a:extLst>
                <a:ext uri="{FF2B5EF4-FFF2-40B4-BE49-F238E27FC236}">
                  <a16:creationId xmlns:a16="http://schemas.microsoft.com/office/drawing/2014/main" id="{06E30078-B071-9349-AB58-0B35335E7F04}"/>
                </a:ext>
              </a:extLst>
            </p:cNvPr>
            <p:cNvCxnSpPr>
              <a:cxnSpLocks noChangeShapeType="1"/>
              <a:endCxn id="214871" idx="4"/>
            </p:cNvCxnSpPr>
            <p:nvPr/>
          </p:nvCxnSpPr>
          <p:spPr bwMode="auto">
            <a:xfrm flipH="1" flipV="1">
              <a:off x="2408213" y="4421930"/>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778" name="Group 133">
              <a:extLst>
                <a:ext uri="{FF2B5EF4-FFF2-40B4-BE49-F238E27FC236}">
                  <a16:creationId xmlns:a16="http://schemas.microsoft.com/office/drawing/2014/main" id="{EAA5A0A7-E86D-1C43-A64D-EC874E3D577F}"/>
                </a:ext>
              </a:extLst>
            </p:cNvPr>
            <p:cNvGrpSpPr>
              <a:grpSpLocks/>
            </p:cNvGrpSpPr>
            <p:nvPr/>
          </p:nvGrpSpPr>
          <p:grpSpPr bwMode="auto">
            <a:xfrm>
              <a:off x="3144256" y="4681756"/>
              <a:ext cx="513732" cy="157430"/>
              <a:chOff x="2356" y="1300"/>
              <a:chExt cx="555" cy="194"/>
            </a:xfrm>
          </p:grpSpPr>
          <p:sp>
            <p:nvSpPr>
              <p:cNvPr id="214863" name="Oval 407">
                <a:extLst>
                  <a:ext uri="{FF2B5EF4-FFF2-40B4-BE49-F238E27FC236}">
                    <a16:creationId xmlns:a16="http://schemas.microsoft.com/office/drawing/2014/main" id="{D93EE23C-1EFB-0544-A207-A8F3361961B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4" name="Rectangle 410">
                <a:extLst>
                  <a:ext uri="{FF2B5EF4-FFF2-40B4-BE49-F238E27FC236}">
                    <a16:creationId xmlns:a16="http://schemas.microsoft.com/office/drawing/2014/main" id="{B4DCD123-DB37-2642-8237-860AAF5AA4E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5" name="Oval 411">
                <a:extLst>
                  <a:ext uri="{FF2B5EF4-FFF2-40B4-BE49-F238E27FC236}">
                    <a16:creationId xmlns:a16="http://schemas.microsoft.com/office/drawing/2014/main" id="{E8A6E07F-C85A-5E43-9F52-691CD000415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66" name="Group 137">
                <a:extLst>
                  <a:ext uri="{FF2B5EF4-FFF2-40B4-BE49-F238E27FC236}">
                    <a16:creationId xmlns:a16="http://schemas.microsoft.com/office/drawing/2014/main" id="{E4B6828B-A1AB-FF46-92A4-327E181B1B75}"/>
                  </a:ext>
                </a:extLst>
              </p:cNvPr>
              <p:cNvGrpSpPr>
                <a:grpSpLocks/>
              </p:cNvGrpSpPr>
              <p:nvPr/>
            </p:nvGrpSpPr>
            <p:grpSpPr bwMode="auto">
              <a:xfrm>
                <a:off x="2468" y="1332"/>
                <a:ext cx="310" cy="60"/>
                <a:chOff x="2468" y="1332"/>
                <a:chExt cx="310" cy="60"/>
              </a:xfrm>
            </p:grpSpPr>
            <p:sp>
              <p:nvSpPr>
                <p:cNvPr id="214869" name="Freeform 138">
                  <a:extLst>
                    <a:ext uri="{FF2B5EF4-FFF2-40B4-BE49-F238E27FC236}">
                      <a16:creationId xmlns:a16="http://schemas.microsoft.com/office/drawing/2014/main" id="{273FFF12-34FA-2848-AB58-65BA1BF5B5B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0" name="Freeform 139">
                  <a:extLst>
                    <a:ext uri="{FF2B5EF4-FFF2-40B4-BE49-F238E27FC236}">
                      <a16:creationId xmlns:a16="http://schemas.microsoft.com/office/drawing/2014/main" id="{ED11D114-BEF7-9841-B6C1-7256FAD6EAC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67" name="Line 140">
                <a:extLst>
                  <a:ext uri="{FF2B5EF4-FFF2-40B4-BE49-F238E27FC236}">
                    <a16:creationId xmlns:a16="http://schemas.microsoft.com/office/drawing/2014/main" id="{7E3C3D61-BB03-694B-809B-C2395F9E29EE}"/>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8" name="Line 141">
                <a:extLst>
                  <a:ext uri="{FF2B5EF4-FFF2-40B4-BE49-F238E27FC236}">
                    <a16:creationId xmlns:a16="http://schemas.microsoft.com/office/drawing/2014/main" id="{BDCD8423-B1D7-264F-A789-EE3FD53C0654}"/>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79" name="Group 133">
              <a:extLst>
                <a:ext uri="{FF2B5EF4-FFF2-40B4-BE49-F238E27FC236}">
                  <a16:creationId xmlns:a16="http://schemas.microsoft.com/office/drawing/2014/main" id="{DD0A5154-B069-2F4A-9897-73C73342A744}"/>
                </a:ext>
              </a:extLst>
            </p:cNvPr>
            <p:cNvGrpSpPr>
              <a:grpSpLocks/>
            </p:cNvGrpSpPr>
            <p:nvPr/>
          </p:nvGrpSpPr>
          <p:grpSpPr bwMode="auto">
            <a:xfrm>
              <a:off x="2389607" y="4745631"/>
              <a:ext cx="513732" cy="157430"/>
              <a:chOff x="2356" y="1300"/>
              <a:chExt cx="555" cy="194"/>
            </a:xfrm>
          </p:grpSpPr>
          <p:sp>
            <p:nvSpPr>
              <p:cNvPr id="214855" name="Oval 407">
                <a:extLst>
                  <a:ext uri="{FF2B5EF4-FFF2-40B4-BE49-F238E27FC236}">
                    <a16:creationId xmlns:a16="http://schemas.microsoft.com/office/drawing/2014/main" id="{707E0996-C8FE-BA4D-8978-5E37252334F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6" name="Rectangle 410">
                <a:extLst>
                  <a:ext uri="{FF2B5EF4-FFF2-40B4-BE49-F238E27FC236}">
                    <a16:creationId xmlns:a16="http://schemas.microsoft.com/office/drawing/2014/main" id="{2163E06B-55E6-D542-9479-6D9916BA310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7" name="Oval 411">
                <a:extLst>
                  <a:ext uri="{FF2B5EF4-FFF2-40B4-BE49-F238E27FC236}">
                    <a16:creationId xmlns:a16="http://schemas.microsoft.com/office/drawing/2014/main" id="{FEE2B1A6-60D2-9F49-80F4-CDCE0767ACA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8" name="Group 137">
                <a:extLst>
                  <a:ext uri="{FF2B5EF4-FFF2-40B4-BE49-F238E27FC236}">
                    <a16:creationId xmlns:a16="http://schemas.microsoft.com/office/drawing/2014/main" id="{78B71DD3-415F-894C-985D-EE72BDDAF20E}"/>
                  </a:ext>
                </a:extLst>
              </p:cNvPr>
              <p:cNvGrpSpPr>
                <a:grpSpLocks/>
              </p:cNvGrpSpPr>
              <p:nvPr/>
            </p:nvGrpSpPr>
            <p:grpSpPr bwMode="auto">
              <a:xfrm>
                <a:off x="2468" y="1332"/>
                <a:ext cx="310" cy="60"/>
                <a:chOff x="2468" y="1332"/>
                <a:chExt cx="310" cy="60"/>
              </a:xfrm>
            </p:grpSpPr>
            <p:sp>
              <p:nvSpPr>
                <p:cNvPr id="214861" name="Freeform 138">
                  <a:extLst>
                    <a:ext uri="{FF2B5EF4-FFF2-40B4-BE49-F238E27FC236}">
                      <a16:creationId xmlns:a16="http://schemas.microsoft.com/office/drawing/2014/main" id="{7DB0D2B3-0A7D-DA48-A0B7-C6FF47896C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2" name="Freeform 139">
                  <a:extLst>
                    <a:ext uri="{FF2B5EF4-FFF2-40B4-BE49-F238E27FC236}">
                      <a16:creationId xmlns:a16="http://schemas.microsoft.com/office/drawing/2014/main" id="{DFC94E12-76F6-7946-AEDF-586C62F81F8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59" name="Line 140">
                <a:extLst>
                  <a:ext uri="{FF2B5EF4-FFF2-40B4-BE49-F238E27FC236}">
                    <a16:creationId xmlns:a16="http://schemas.microsoft.com/office/drawing/2014/main" id="{16FB8961-0964-FE4E-AE70-30BBA6721C77}"/>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0" name="Line 141">
                <a:extLst>
                  <a:ext uri="{FF2B5EF4-FFF2-40B4-BE49-F238E27FC236}">
                    <a16:creationId xmlns:a16="http://schemas.microsoft.com/office/drawing/2014/main" id="{4875877B-DCA6-6043-8A8A-FE645F4B4EDE}"/>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0" name="Group 133">
              <a:extLst>
                <a:ext uri="{FF2B5EF4-FFF2-40B4-BE49-F238E27FC236}">
                  <a16:creationId xmlns:a16="http://schemas.microsoft.com/office/drawing/2014/main" id="{B255C83F-46E2-2749-97EE-0B2028B6B620}"/>
                </a:ext>
              </a:extLst>
            </p:cNvPr>
            <p:cNvGrpSpPr>
              <a:grpSpLocks/>
            </p:cNvGrpSpPr>
            <p:nvPr/>
          </p:nvGrpSpPr>
          <p:grpSpPr bwMode="auto">
            <a:xfrm>
              <a:off x="2667612" y="4492206"/>
              <a:ext cx="513732" cy="157430"/>
              <a:chOff x="2356" y="1300"/>
              <a:chExt cx="555" cy="194"/>
            </a:xfrm>
          </p:grpSpPr>
          <p:sp>
            <p:nvSpPr>
              <p:cNvPr id="214847" name="Oval 407">
                <a:extLst>
                  <a:ext uri="{FF2B5EF4-FFF2-40B4-BE49-F238E27FC236}">
                    <a16:creationId xmlns:a16="http://schemas.microsoft.com/office/drawing/2014/main" id="{3CDE67C2-116B-5B44-88BD-E95F7841786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8" name="Rectangle 410">
                <a:extLst>
                  <a:ext uri="{FF2B5EF4-FFF2-40B4-BE49-F238E27FC236}">
                    <a16:creationId xmlns:a16="http://schemas.microsoft.com/office/drawing/2014/main" id="{2D363C4F-05EC-FE43-AD31-4CFF9075DFC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9" name="Oval 411">
                <a:extLst>
                  <a:ext uri="{FF2B5EF4-FFF2-40B4-BE49-F238E27FC236}">
                    <a16:creationId xmlns:a16="http://schemas.microsoft.com/office/drawing/2014/main" id="{F0EBCA53-2CFF-6843-8B32-66660328A44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0" name="Group 137">
                <a:extLst>
                  <a:ext uri="{FF2B5EF4-FFF2-40B4-BE49-F238E27FC236}">
                    <a16:creationId xmlns:a16="http://schemas.microsoft.com/office/drawing/2014/main" id="{8D22F74A-AFFA-0042-8B4D-F1833B567DBC}"/>
                  </a:ext>
                </a:extLst>
              </p:cNvPr>
              <p:cNvGrpSpPr>
                <a:grpSpLocks/>
              </p:cNvGrpSpPr>
              <p:nvPr/>
            </p:nvGrpSpPr>
            <p:grpSpPr bwMode="auto">
              <a:xfrm>
                <a:off x="2468" y="1332"/>
                <a:ext cx="310" cy="60"/>
                <a:chOff x="2468" y="1332"/>
                <a:chExt cx="310" cy="60"/>
              </a:xfrm>
            </p:grpSpPr>
            <p:sp>
              <p:nvSpPr>
                <p:cNvPr id="214853" name="Freeform 138">
                  <a:extLst>
                    <a:ext uri="{FF2B5EF4-FFF2-40B4-BE49-F238E27FC236}">
                      <a16:creationId xmlns:a16="http://schemas.microsoft.com/office/drawing/2014/main" id="{703E87B3-22AF-4147-94A9-B72E576C467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54" name="Freeform 139">
                  <a:extLst>
                    <a:ext uri="{FF2B5EF4-FFF2-40B4-BE49-F238E27FC236}">
                      <a16:creationId xmlns:a16="http://schemas.microsoft.com/office/drawing/2014/main" id="{BA65DB44-CA13-3B44-B246-7D68410F479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51" name="Line 140">
                <a:extLst>
                  <a:ext uri="{FF2B5EF4-FFF2-40B4-BE49-F238E27FC236}">
                    <a16:creationId xmlns:a16="http://schemas.microsoft.com/office/drawing/2014/main" id="{EC912430-2C5C-494B-AD18-A54B9E635595}"/>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52" name="Line 141">
                <a:extLst>
                  <a:ext uri="{FF2B5EF4-FFF2-40B4-BE49-F238E27FC236}">
                    <a16:creationId xmlns:a16="http://schemas.microsoft.com/office/drawing/2014/main" id="{F727E1B5-935F-7248-A3DB-31F27602AEB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1" name="Group 133">
              <a:extLst>
                <a:ext uri="{FF2B5EF4-FFF2-40B4-BE49-F238E27FC236}">
                  <a16:creationId xmlns:a16="http://schemas.microsoft.com/office/drawing/2014/main" id="{F638E17D-494A-F746-A457-A1084469CEA4}"/>
                </a:ext>
              </a:extLst>
            </p:cNvPr>
            <p:cNvGrpSpPr>
              <a:grpSpLocks/>
            </p:cNvGrpSpPr>
            <p:nvPr/>
          </p:nvGrpSpPr>
          <p:grpSpPr bwMode="auto">
            <a:xfrm>
              <a:off x="3578257" y="4374514"/>
              <a:ext cx="513732" cy="157430"/>
              <a:chOff x="2356" y="1300"/>
              <a:chExt cx="555" cy="194"/>
            </a:xfrm>
          </p:grpSpPr>
          <p:sp>
            <p:nvSpPr>
              <p:cNvPr id="214839" name="Oval 407">
                <a:extLst>
                  <a:ext uri="{FF2B5EF4-FFF2-40B4-BE49-F238E27FC236}">
                    <a16:creationId xmlns:a16="http://schemas.microsoft.com/office/drawing/2014/main" id="{9B051B41-B4FF-C043-B21E-027F52B7E37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0" name="Rectangle 410">
                <a:extLst>
                  <a:ext uri="{FF2B5EF4-FFF2-40B4-BE49-F238E27FC236}">
                    <a16:creationId xmlns:a16="http://schemas.microsoft.com/office/drawing/2014/main" id="{D1CCE3F2-95E6-6F40-B619-21BCC84AC38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1" name="Oval 411">
                <a:extLst>
                  <a:ext uri="{FF2B5EF4-FFF2-40B4-BE49-F238E27FC236}">
                    <a16:creationId xmlns:a16="http://schemas.microsoft.com/office/drawing/2014/main" id="{A967DF73-9E5A-BA4A-A6B1-4D97819E5FC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42" name="Group 137">
                <a:extLst>
                  <a:ext uri="{FF2B5EF4-FFF2-40B4-BE49-F238E27FC236}">
                    <a16:creationId xmlns:a16="http://schemas.microsoft.com/office/drawing/2014/main" id="{F8384F1B-531F-EA4E-991F-9A0DC109798B}"/>
                  </a:ext>
                </a:extLst>
              </p:cNvPr>
              <p:cNvGrpSpPr>
                <a:grpSpLocks/>
              </p:cNvGrpSpPr>
              <p:nvPr/>
            </p:nvGrpSpPr>
            <p:grpSpPr bwMode="auto">
              <a:xfrm>
                <a:off x="2468" y="1332"/>
                <a:ext cx="310" cy="60"/>
                <a:chOff x="2468" y="1332"/>
                <a:chExt cx="310" cy="60"/>
              </a:xfrm>
            </p:grpSpPr>
            <p:sp>
              <p:nvSpPr>
                <p:cNvPr id="214845" name="Freeform 138">
                  <a:extLst>
                    <a:ext uri="{FF2B5EF4-FFF2-40B4-BE49-F238E27FC236}">
                      <a16:creationId xmlns:a16="http://schemas.microsoft.com/office/drawing/2014/main" id="{874988F7-966B-8646-AF63-EB7E5571766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46" name="Freeform 139">
                  <a:extLst>
                    <a:ext uri="{FF2B5EF4-FFF2-40B4-BE49-F238E27FC236}">
                      <a16:creationId xmlns:a16="http://schemas.microsoft.com/office/drawing/2014/main" id="{82067B18-A903-5E48-9F54-08873094617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43" name="Line 140">
                <a:extLst>
                  <a:ext uri="{FF2B5EF4-FFF2-40B4-BE49-F238E27FC236}">
                    <a16:creationId xmlns:a16="http://schemas.microsoft.com/office/drawing/2014/main" id="{B2FA9052-838C-8C4F-BCE4-C70E8AFD898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44" name="Line 141">
                <a:extLst>
                  <a:ext uri="{FF2B5EF4-FFF2-40B4-BE49-F238E27FC236}">
                    <a16:creationId xmlns:a16="http://schemas.microsoft.com/office/drawing/2014/main" id="{DF12AE87-8E42-C640-BCB3-C6C7B7E35C9A}"/>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2" name="Group 133">
              <a:extLst>
                <a:ext uri="{FF2B5EF4-FFF2-40B4-BE49-F238E27FC236}">
                  <a16:creationId xmlns:a16="http://schemas.microsoft.com/office/drawing/2014/main" id="{D9BA981B-88F2-2048-841F-AFB6D229D377}"/>
                </a:ext>
              </a:extLst>
            </p:cNvPr>
            <p:cNvGrpSpPr>
              <a:grpSpLocks/>
            </p:cNvGrpSpPr>
            <p:nvPr/>
          </p:nvGrpSpPr>
          <p:grpSpPr bwMode="auto">
            <a:xfrm>
              <a:off x="3797517" y="4879598"/>
              <a:ext cx="513732" cy="157430"/>
              <a:chOff x="2356" y="1300"/>
              <a:chExt cx="555" cy="194"/>
            </a:xfrm>
          </p:grpSpPr>
          <p:sp>
            <p:nvSpPr>
              <p:cNvPr id="214831" name="Oval 407">
                <a:extLst>
                  <a:ext uri="{FF2B5EF4-FFF2-40B4-BE49-F238E27FC236}">
                    <a16:creationId xmlns:a16="http://schemas.microsoft.com/office/drawing/2014/main" id="{E3191F18-65FC-9742-AAF4-38B27CEF651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2" name="Rectangle 410">
                <a:extLst>
                  <a:ext uri="{FF2B5EF4-FFF2-40B4-BE49-F238E27FC236}">
                    <a16:creationId xmlns:a16="http://schemas.microsoft.com/office/drawing/2014/main" id="{04CA71FA-FD06-D54B-960C-DDD9E940070C}"/>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3" name="Oval 411">
                <a:extLst>
                  <a:ext uri="{FF2B5EF4-FFF2-40B4-BE49-F238E27FC236}">
                    <a16:creationId xmlns:a16="http://schemas.microsoft.com/office/drawing/2014/main" id="{E6140C2C-EDAC-8645-8F8C-E7AC0F6EED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34" name="Group 137">
                <a:extLst>
                  <a:ext uri="{FF2B5EF4-FFF2-40B4-BE49-F238E27FC236}">
                    <a16:creationId xmlns:a16="http://schemas.microsoft.com/office/drawing/2014/main" id="{1DA61B62-5433-BE42-9505-4A887F2B9347}"/>
                  </a:ext>
                </a:extLst>
              </p:cNvPr>
              <p:cNvGrpSpPr>
                <a:grpSpLocks/>
              </p:cNvGrpSpPr>
              <p:nvPr/>
            </p:nvGrpSpPr>
            <p:grpSpPr bwMode="auto">
              <a:xfrm>
                <a:off x="2468" y="1332"/>
                <a:ext cx="310" cy="60"/>
                <a:chOff x="2468" y="1332"/>
                <a:chExt cx="310" cy="60"/>
              </a:xfrm>
            </p:grpSpPr>
            <p:sp>
              <p:nvSpPr>
                <p:cNvPr id="214837" name="Freeform 138">
                  <a:extLst>
                    <a:ext uri="{FF2B5EF4-FFF2-40B4-BE49-F238E27FC236}">
                      <a16:creationId xmlns:a16="http://schemas.microsoft.com/office/drawing/2014/main" id="{8C0DD640-5598-0A47-8FE0-C4C501DF28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8" name="Freeform 139">
                  <a:extLst>
                    <a:ext uri="{FF2B5EF4-FFF2-40B4-BE49-F238E27FC236}">
                      <a16:creationId xmlns:a16="http://schemas.microsoft.com/office/drawing/2014/main" id="{86B3607F-2C46-2D49-9698-D3C3FFBA204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35" name="Line 140">
                <a:extLst>
                  <a:ext uri="{FF2B5EF4-FFF2-40B4-BE49-F238E27FC236}">
                    <a16:creationId xmlns:a16="http://schemas.microsoft.com/office/drawing/2014/main" id="{51E1455A-9671-2546-BE76-D9824127B9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6" name="Line 141">
                <a:extLst>
                  <a:ext uri="{FF2B5EF4-FFF2-40B4-BE49-F238E27FC236}">
                    <a16:creationId xmlns:a16="http://schemas.microsoft.com/office/drawing/2014/main" id="{7709D233-6CE8-9444-9BA6-121B10B6631D}"/>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3" name="Group 133">
              <a:extLst>
                <a:ext uri="{FF2B5EF4-FFF2-40B4-BE49-F238E27FC236}">
                  <a16:creationId xmlns:a16="http://schemas.microsoft.com/office/drawing/2014/main" id="{DA6931DE-1DD8-F442-80DA-559C81E0EC87}"/>
                </a:ext>
              </a:extLst>
            </p:cNvPr>
            <p:cNvGrpSpPr>
              <a:grpSpLocks/>
            </p:cNvGrpSpPr>
            <p:nvPr/>
          </p:nvGrpSpPr>
          <p:grpSpPr bwMode="auto">
            <a:xfrm>
              <a:off x="2927730" y="5041357"/>
              <a:ext cx="513732" cy="157430"/>
              <a:chOff x="2356" y="1300"/>
              <a:chExt cx="555" cy="194"/>
            </a:xfrm>
          </p:grpSpPr>
          <p:sp>
            <p:nvSpPr>
              <p:cNvPr id="214823" name="Oval 407">
                <a:extLst>
                  <a:ext uri="{FF2B5EF4-FFF2-40B4-BE49-F238E27FC236}">
                    <a16:creationId xmlns:a16="http://schemas.microsoft.com/office/drawing/2014/main" id="{AC436F2E-5FE3-AB4A-8E3A-1F6EB0BD22C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4" name="Rectangle 410">
                <a:extLst>
                  <a:ext uri="{FF2B5EF4-FFF2-40B4-BE49-F238E27FC236}">
                    <a16:creationId xmlns:a16="http://schemas.microsoft.com/office/drawing/2014/main" id="{D63B5470-32DD-EF4C-BE70-D7286C3987F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5" name="Oval 411">
                <a:extLst>
                  <a:ext uri="{FF2B5EF4-FFF2-40B4-BE49-F238E27FC236}">
                    <a16:creationId xmlns:a16="http://schemas.microsoft.com/office/drawing/2014/main" id="{9E18D6BE-84B9-CD4B-A790-9938017B25B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26" name="Group 137">
                <a:extLst>
                  <a:ext uri="{FF2B5EF4-FFF2-40B4-BE49-F238E27FC236}">
                    <a16:creationId xmlns:a16="http://schemas.microsoft.com/office/drawing/2014/main" id="{B94942B3-6725-6F41-A4C8-BBF197C7C08E}"/>
                  </a:ext>
                </a:extLst>
              </p:cNvPr>
              <p:cNvGrpSpPr>
                <a:grpSpLocks/>
              </p:cNvGrpSpPr>
              <p:nvPr/>
            </p:nvGrpSpPr>
            <p:grpSpPr bwMode="auto">
              <a:xfrm>
                <a:off x="2468" y="1332"/>
                <a:ext cx="310" cy="60"/>
                <a:chOff x="2468" y="1332"/>
                <a:chExt cx="310" cy="60"/>
              </a:xfrm>
            </p:grpSpPr>
            <p:sp>
              <p:nvSpPr>
                <p:cNvPr id="214829" name="Freeform 138">
                  <a:extLst>
                    <a:ext uri="{FF2B5EF4-FFF2-40B4-BE49-F238E27FC236}">
                      <a16:creationId xmlns:a16="http://schemas.microsoft.com/office/drawing/2014/main" id="{8BDCE39A-64CE-EE4D-B70F-990CD7FF27D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0" name="Freeform 139">
                  <a:extLst>
                    <a:ext uri="{FF2B5EF4-FFF2-40B4-BE49-F238E27FC236}">
                      <a16:creationId xmlns:a16="http://schemas.microsoft.com/office/drawing/2014/main" id="{4038D430-FAAB-5E41-8026-82B88BFB918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27" name="Line 140">
                <a:extLst>
                  <a:ext uri="{FF2B5EF4-FFF2-40B4-BE49-F238E27FC236}">
                    <a16:creationId xmlns:a16="http://schemas.microsoft.com/office/drawing/2014/main" id="{AB69C545-F0FB-A646-B921-9A42AFF87353}"/>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8" name="Line 141">
                <a:extLst>
                  <a:ext uri="{FF2B5EF4-FFF2-40B4-BE49-F238E27FC236}">
                    <a16:creationId xmlns:a16="http://schemas.microsoft.com/office/drawing/2014/main" id="{BD3DF7FE-3BAA-1C46-AFEE-6DA2D157E9B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4" name="Group 133">
              <a:extLst>
                <a:ext uri="{FF2B5EF4-FFF2-40B4-BE49-F238E27FC236}">
                  <a16:creationId xmlns:a16="http://schemas.microsoft.com/office/drawing/2014/main" id="{B153CE43-BB57-8345-B434-118B95D7B3D4}"/>
                </a:ext>
              </a:extLst>
            </p:cNvPr>
            <p:cNvGrpSpPr>
              <a:grpSpLocks/>
            </p:cNvGrpSpPr>
            <p:nvPr/>
          </p:nvGrpSpPr>
          <p:grpSpPr bwMode="auto">
            <a:xfrm>
              <a:off x="2066981" y="4995523"/>
              <a:ext cx="513732" cy="157430"/>
              <a:chOff x="2356" y="1300"/>
              <a:chExt cx="555" cy="194"/>
            </a:xfrm>
          </p:grpSpPr>
          <p:sp>
            <p:nvSpPr>
              <p:cNvPr id="214815" name="Oval 407">
                <a:extLst>
                  <a:ext uri="{FF2B5EF4-FFF2-40B4-BE49-F238E27FC236}">
                    <a16:creationId xmlns:a16="http://schemas.microsoft.com/office/drawing/2014/main" id="{43A93EA8-4C5D-E24E-BA2B-A8BB05962EE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6" name="Rectangle 410">
                <a:extLst>
                  <a:ext uri="{FF2B5EF4-FFF2-40B4-BE49-F238E27FC236}">
                    <a16:creationId xmlns:a16="http://schemas.microsoft.com/office/drawing/2014/main" id="{49C154B9-C2BF-D945-9630-15D0738C9B4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7" name="Oval 411">
                <a:extLst>
                  <a:ext uri="{FF2B5EF4-FFF2-40B4-BE49-F238E27FC236}">
                    <a16:creationId xmlns:a16="http://schemas.microsoft.com/office/drawing/2014/main" id="{60B9E8DF-F64B-E341-9FAE-376EC093949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18" name="Group 137">
                <a:extLst>
                  <a:ext uri="{FF2B5EF4-FFF2-40B4-BE49-F238E27FC236}">
                    <a16:creationId xmlns:a16="http://schemas.microsoft.com/office/drawing/2014/main" id="{E257D2A1-69E2-1444-A859-4AFC7C68C485}"/>
                  </a:ext>
                </a:extLst>
              </p:cNvPr>
              <p:cNvGrpSpPr>
                <a:grpSpLocks/>
              </p:cNvGrpSpPr>
              <p:nvPr/>
            </p:nvGrpSpPr>
            <p:grpSpPr bwMode="auto">
              <a:xfrm>
                <a:off x="2468" y="1332"/>
                <a:ext cx="310" cy="60"/>
                <a:chOff x="2468" y="1332"/>
                <a:chExt cx="310" cy="60"/>
              </a:xfrm>
            </p:grpSpPr>
            <p:sp>
              <p:nvSpPr>
                <p:cNvPr id="214821" name="Freeform 138">
                  <a:extLst>
                    <a:ext uri="{FF2B5EF4-FFF2-40B4-BE49-F238E27FC236}">
                      <a16:creationId xmlns:a16="http://schemas.microsoft.com/office/drawing/2014/main" id="{F82EE89F-728B-184D-8292-62E17DED4F0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2" name="Freeform 139">
                  <a:extLst>
                    <a:ext uri="{FF2B5EF4-FFF2-40B4-BE49-F238E27FC236}">
                      <a16:creationId xmlns:a16="http://schemas.microsoft.com/office/drawing/2014/main" id="{0EEB83C5-B0E8-5041-AA6B-1ED037A4E0B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19" name="Line 140">
                <a:extLst>
                  <a:ext uri="{FF2B5EF4-FFF2-40B4-BE49-F238E27FC236}">
                    <a16:creationId xmlns:a16="http://schemas.microsoft.com/office/drawing/2014/main" id="{EAFB93B0-9A23-184A-A135-95A82231FA5C}"/>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0" name="Line 141">
                <a:extLst>
                  <a:ext uri="{FF2B5EF4-FFF2-40B4-BE49-F238E27FC236}">
                    <a16:creationId xmlns:a16="http://schemas.microsoft.com/office/drawing/2014/main" id="{46B990D8-3615-DD41-97A8-2B2FFC4E94F1}"/>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785" name="Straight Connector 12">
              <a:extLst>
                <a:ext uri="{FF2B5EF4-FFF2-40B4-BE49-F238E27FC236}">
                  <a16:creationId xmlns:a16="http://schemas.microsoft.com/office/drawing/2014/main" id="{C7A74BE5-803F-FE4A-9405-F3F0C581D9BD}"/>
                </a:ext>
              </a:extLst>
            </p:cNvPr>
            <p:cNvCxnSpPr>
              <a:cxnSpLocks noChangeShapeType="1"/>
              <a:endCxn id="214955" idx="1"/>
            </p:cNvCxnSpPr>
            <p:nvPr/>
          </p:nvCxnSpPr>
          <p:spPr bwMode="auto">
            <a:xfrm>
              <a:off x="2382838" y="2609848"/>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6" name="Straight Connector 500">
              <a:extLst>
                <a:ext uri="{FF2B5EF4-FFF2-40B4-BE49-F238E27FC236}">
                  <a16:creationId xmlns:a16="http://schemas.microsoft.com/office/drawing/2014/main" id="{AB661CE2-CEA5-ED4B-A163-59BA3A829AF1}"/>
                </a:ext>
              </a:extLst>
            </p:cNvPr>
            <p:cNvCxnSpPr>
              <a:cxnSpLocks noChangeShapeType="1"/>
              <a:stCxn id="214751" idx="8"/>
              <a:endCxn id="214812" idx="2"/>
            </p:cNvCxnSpPr>
            <p:nvPr/>
          </p:nvCxnSpPr>
          <p:spPr bwMode="auto">
            <a:xfrm>
              <a:off x="1455738" y="2990846"/>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7" name="Straight Connector 501">
              <a:extLst>
                <a:ext uri="{FF2B5EF4-FFF2-40B4-BE49-F238E27FC236}">
                  <a16:creationId xmlns:a16="http://schemas.microsoft.com/office/drawing/2014/main" id="{A66C3A17-FFB0-EB44-A998-CB2F2624CA44}"/>
                </a:ext>
              </a:extLst>
            </p:cNvPr>
            <p:cNvCxnSpPr>
              <a:cxnSpLocks noChangeShapeType="1"/>
              <a:endCxn id="214812" idx="3"/>
            </p:cNvCxnSpPr>
            <p:nvPr/>
          </p:nvCxnSpPr>
          <p:spPr bwMode="auto">
            <a:xfrm>
              <a:off x="1235076" y="3271835"/>
              <a:ext cx="123825" cy="2127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8" name="Straight Connector 502">
              <a:extLst>
                <a:ext uri="{FF2B5EF4-FFF2-40B4-BE49-F238E27FC236}">
                  <a16:creationId xmlns:a16="http://schemas.microsoft.com/office/drawing/2014/main" id="{2AC3615C-C8F3-2A4C-ADDD-475649F9A200}"/>
                </a:ext>
              </a:extLst>
            </p:cNvPr>
            <p:cNvCxnSpPr>
              <a:cxnSpLocks noChangeShapeType="1"/>
              <a:endCxn id="214923" idx="1"/>
            </p:cNvCxnSpPr>
            <p:nvPr/>
          </p:nvCxnSpPr>
          <p:spPr bwMode="auto">
            <a:xfrm>
              <a:off x="3916362" y="2411411"/>
              <a:ext cx="307975" cy="5730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9" name="Straight Connector 503">
              <a:extLst>
                <a:ext uri="{FF2B5EF4-FFF2-40B4-BE49-F238E27FC236}">
                  <a16:creationId xmlns:a16="http://schemas.microsoft.com/office/drawing/2014/main" id="{FBBE74D8-A9BB-EB41-8556-BAE83958DA05}"/>
                </a:ext>
              </a:extLst>
            </p:cNvPr>
            <p:cNvCxnSpPr>
              <a:cxnSpLocks noChangeShapeType="1"/>
              <a:endCxn id="214923" idx="0"/>
            </p:cNvCxnSpPr>
            <p:nvPr/>
          </p:nvCxnSpPr>
          <p:spPr bwMode="auto">
            <a:xfrm flipH="1">
              <a:off x="4425950" y="2389186"/>
              <a:ext cx="384175" cy="57943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0" name="Straight Connector 504">
              <a:extLst>
                <a:ext uri="{FF2B5EF4-FFF2-40B4-BE49-F238E27FC236}">
                  <a16:creationId xmlns:a16="http://schemas.microsoft.com/office/drawing/2014/main" id="{5D777D9F-6C44-8C4D-8F85-CB8893FD7DC5}"/>
                </a:ext>
              </a:extLst>
            </p:cNvPr>
            <p:cNvCxnSpPr>
              <a:cxnSpLocks noChangeShapeType="1"/>
              <a:endCxn id="215005" idx="0"/>
            </p:cNvCxnSpPr>
            <p:nvPr/>
          </p:nvCxnSpPr>
          <p:spPr bwMode="auto">
            <a:xfrm>
              <a:off x="6770687" y="2900361"/>
              <a:ext cx="215899" cy="10461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1" name="Straight Connector 505">
              <a:extLst>
                <a:ext uri="{FF2B5EF4-FFF2-40B4-BE49-F238E27FC236}">
                  <a16:creationId xmlns:a16="http://schemas.microsoft.com/office/drawing/2014/main" id="{D6EDC541-A286-1043-BAEF-A5D3DBEC4FFF}"/>
                </a:ext>
              </a:extLst>
            </p:cNvPr>
            <p:cNvCxnSpPr>
              <a:cxnSpLocks noChangeShapeType="1"/>
            </p:cNvCxnSpPr>
            <p:nvPr/>
          </p:nvCxnSpPr>
          <p:spPr bwMode="auto">
            <a:xfrm flipH="1">
              <a:off x="7137398" y="3251197"/>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2" name="Straight Connector 506">
              <a:extLst>
                <a:ext uri="{FF2B5EF4-FFF2-40B4-BE49-F238E27FC236}">
                  <a16:creationId xmlns:a16="http://schemas.microsoft.com/office/drawing/2014/main" id="{1D1159FC-26A5-E941-9532-2C7BF77B9B19}"/>
                </a:ext>
              </a:extLst>
            </p:cNvPr>
            <p:cNvCxnSpPr>
              <a:cxnSpLocks noChangeShapeType="1"/>
              <a:stCxn id="214755" idx="4"/>
              <a:endCxn id="215000" idx="0"/>
            </p:cNvCxnSpPr>
            <p:nvPr/>
          </p:nvCxnSpPr>
          <p:spPr bwMode="auto">
            <a:xfrm flipH="1">
              <a:off x="7483473" y="4229096"/>
              <a:ext cx="541338" cy="24923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3" name="Straight Connector 507">
              <a:extLst>
                <a:ext uri="{FF2B5EF4-FFF2-40B4-BE49-F238E27FC236}">
                  <a16:creationId xmlns:a16="http://schemas.microsoft.com/office/drawing/2014/main" id="{D0B084EB-4646-9146-A362-822D7E8DAC57}"/>
                </a:ext>
              </a:extLst>
            </p:cNvPr>
            <p:cNvCxnSpPr>
              <a:cxnSpLocks noChangeShapeType="1"/>
            </p:cNvCxnSpPr>
            <p:nvPr/>
          </p:nvCxnSpPr>
          <p:spPr bwMode="auto">
            <a:xfrm flipH="1" flipV="1">
              <a:off x="7454899" y="4573584"/>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4" name="Straight Connector 508">
              <a:extLst>
                <a:ext uri="{FF2B5EF4-FFF2-40B4-BE49-F238E27FC236}">
                  <a16:creationId xmlns:a16="http://schemas.microsoft.com/office/drawing/2014/main" id="{C6690A05-6457-5A4E-B086-13961A44EE87}"/>
                </a:ext>
              </a:extLst>
            </p:cNvPr>
            <p:cNvCxnSpPr>
              <a:cxnSpLocks noChangeShapeType="1"/>
              <a:endCxn id="214987" idx="5"/>
            </p:cNvCxnSpPr>
            <p:nvPr/>
          </p:nvCxnSpPr>
          <p:spPr bwMode="auto">
            <a:xfrm flipH="1" flipV="1">
              <a:off x="6496050" y="4722809"/>
              <a:ext cx="1047750" cy="9667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5" name="Straight Connector 509">
              <a:extLst>
                <a:ext uri="{FF2B5EF4-FFF2-40B4-BE49-F238E27FC236}">
                  <a16:creationId xmlns:a16="http://schemas.microsoft.com/office/drawing/2014/main" id="{FF7E5776-B161-1D43-8DF6-DB8FEF44E577}"/>
                </a:ext>
              </a:extLst>
            </p:cNvPr>
            <p:cNvCxnSpPr>
              <a:cxnSpLocks noChangeShapeType="1"/>
              <a:stCxn id="214756" idx="0"/>
              <a:endCxn id="214811" idx="5"/>
            </p:cNvCxnSpPr>
            <p:nvPr/>
          </p:nvCxnSpPr>
          <p:spPr bwMode="auto">
            <a:xfrm flipH="1" flipV="1">
              <a:off x="5084763" y="5684832"/>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6" name="Straight Connector 510">
              <a:extLst>
                <a:ext uri="{FF2B5EF4-FFF2-40B4-BE49-F238E27FC236}">
                  <a16:creationId xmlns:a16="http://schemas.microsoft.com/office/drawing/2014/main" id="{6C733440-5946-0B45-B9C1-2DF3CF195131}"/>
                </a:ext>
              </a:extLst>
            </p:cNvPr>
            <p:cNvCxnSpPr>
              <a:cxnSpLocks noChangeShapeType="1"/>
            </p:cNvCxnSpPr>
            <p:nvPr/>
          </p:nvCxnSpPr>
          <p:spPr bwMode="auto">
            <a:xfrm flipH="1" flipV="1">
              <a:off x="4068763" y="5045070"/>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7" name="Straight Connector 511">
              <a:extLst>
                <a:ext uri="{FF2B5EF4-FFF2-40B4-BE49-F238E27FC236}">
                  <a16:creationId xmlns:a16="http://schemas.microsoft.com/office/drawing/2014/main" id="{BBA51EAD-0B92-F743-AF16-29F6F24EB938}"/>
                </a:ext>
              </a:extLst>
            </p:cNvPr>
            <p:cNvCxnSpPr>
              <a:cxnSpLocks noChangeShapeType="1"/>
            </p:cNvCxnSpPr>
            <p:nvPr/>
          </p:nvCxnSpPr>
          <p:spPr bwMode="auto">
            <a:xfrm flipV="1">
              <a:off x="3389313" y="5689595"/>
              <a:ext cx="306387" cy="16509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8" name="Straight Connector 512">
              <a:extLst>
                <a:ext uri="{FF2B5EF4-FFF2-40B4-BE49-F238E27FC236}">
                  <a16:creationId xmlns:a16="http://schemas.microsoft.com/office/drawing/2014/main" id="{C715A44D-0897-FF45-A4CF-E44F4295F637}"/>
                </a:ext>
              </a:extLst>
            </p:cNvPr>
            <p:cNvCxnSpPr>
              <a:cxnSpLocks noChangeShapeType="1"/>
            </p:cNvCxnSpPr>
            <p:nvPr/>
          </p:nvCxnSpPr>
          <p:spPr bwMode="auto">
            <a:xfrm flipV="1">
              <a:off x="1790701" y="5160959"/>
              <a:ext cx="401638" cy="2095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9" name="Straight Connector 513">
              <a:extLst>
                <a:ext uri="{FF2B5EF4-FFF2-40B4-BE49-F238E27FC236}">
                  <a16:creationId xmlns:a16="http://schemas.microsoft.com/office/drawing/2014/main" id="{C6F113B8-C86A-3340-BE01-C1AF6C306530}"/>
                </a:ext>
              </a:extLst>
            </p:cNvPr>
            <p:cNvCxnSpPr>
              <a:cxnSpLocks noChangeShapeType="1"/>
            </p:cNvCxnSpPr>
            <p:nvPr/>
          </p:nvCxnSpPr>
          <p:spPr bwMode="auto">
            <a:xfrm flipV="1">
              <a:off x="1179514" y="4467220"/>
              <a:ext cx="227012" cy="2825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00" name="Straight Connector 514">
              <a:extLst>
                <a:ext uri="{FF2B5EF4-FFF2-40B4-BE49-F238E27FC236}">
                  <a16:creationId xmlns:a16="http://schemas.microsoft.com/office/drawing/2014/main" id="{5EC583B5-0B18-FD47-8B3D-5EB069BD8833}"/>
                </a:ext>
              </a:extLst>
            </p:cNvPr>
            <p:cNvCxnSpPr>
              <a:cxnSpLocks noChangeShapeType="1"/>
              <a:endCxn id="214812" idx="5"/>
            </p:cNvCxnSpPr>
            <p:nvPr/>
          </p:nvCxnSpPr>
          <p:spPr bwMode="auto">
            <a:xfrm flipV="1">
              <a:off x="1155701" y="4368796"/>
              <a:ext cx="203199" cy="79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4801" name="Oval 14">
              <a:extLst>
                <a:ext uri="{FF2B5EF4-FFF2-40B4-BE49-F238E27FC236}">
                  <a16:creationId xmlns:a16="http://schemas.microsoft.com/office/drawing/2014/main" id="{F92183DD-9D4D-9A45-B326-6B129084B256}"/>
                </a:ext>
              </a:extLst>
            </p:cNvPr>
            <p:cNvSpPr>
              <a:spLocks noChangeArrowheads="1"/>
            </p:cNvSpPr>
            <p:nvPr/>
          </p:nvSpPr>
          <p:spPr bwMode="auto">
            <a:xfrm>
              <a:off x="5677594" y="2896840"/>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02" name="Straight Connector 18">
              <a:extLst>
                <a:ext uri="{FF2B5EF4-FFF2-40B4-BE49-F238E27FC236}">
                  <a16:creationId xmlns:a16="http://schemas.microsoft.com/office/drawing/2014/main" id="{D216F3ED-B2DC-7244-94CC-4B605079106E}"/>
                </a:ext>
              </a:extLst>
            </p:cNvPr>
            <p:cNvCxnSpPr>
              <a:cxnSpLocks noChangeShapeType="1"/>
            </p:cNvCxnSpPr>
            <p:nvPr/>
          </p:nvCxnSpPr>
          <p:spPr bwMode="auto">
            <a:xfrm>
              <a:off x="4713288" y="3051287"/>
              <a:ext cx="964306"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3" name="Straight Connector 516">
              <a:extLst>
                <a:ext uri="{FF2B5EF4-FFF2-40B4-BE49-F238E27FC236}">
                  <a16:creationId xmlns:a16="http://schemas.microsoft.com/office/drawing/2014/main" id="{4FE2CDC8-312C-504E-9983-AEDDF15EF432}"/>
                </a:ext>
              </a:extLst>
            </p:cNvPr>
            <p:cNvCxnSpPr>
              <a:cxnSpLocks noChangeShapeType="1"/>
            </p:cNvCxnSpPr>
            <p:nvPr/>
          </p:nvCxnSpPr>
          <p:spPr bwMode="auto">
            <a:xfrm>
              <a:off x="6139457" y="3169610"/>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4" name="Straight Connector 515">
              <a:extLst>
                <a:ext uri="{FF2B5EF4-FFF2-40B4-BE49-F238E27FC236}">
                  <a16:creationId xmlns:a16="http://schemas.microsoft.com/office/drawing/2014/main" id="{A004EB9B-DF41-704D-9CBE-54DD90884F8C}"/>
                </a:ext>
              </a:extLst>
            </p:cNvPr>
            <p:cNvCxnSpPr>
              <a:cxnSpLocks noChangeShapeType="1"/>
              <a:stCxn id="214841" idx="0"/>
            </p:cNvCxnSpPr>
            <p:nvPr/>
          </p:nvCxnSpPr>
          <p:spPr bwMode="auto">
            <a:xfrm flipV="1">
              <a:off x="3832888" y="4233714"/>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05" name="Oval 521">
              <a:extLst>
                <a:ext uri="{FF2B5EF4-FFF2-40B4-BE49-F238E27FC236}">
                  <a16:creationId xmlns:a16="http://schemas.microsoft.com/office/drawing/2014/main" id="{443E0A6C-4073-D549-8990-2BB8517602FC}"/>
                </a:ext>
              </a:extLst>
            </p:cNvPr>
            <p:cNvSpPr>
              <a:spLocks noChangeArrowheads="1"/>
            </p:cNvSpPr>
            <p:nvPr/>
          </p:nvSpPr>
          <p:spPr bwMode="auto">
            <a:xfrm>
              <a:off x="3932543" y="3959555"/>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cxnSp>
          <p:nvCxnSpPr>
            <p:cNvPr id="214806" name="Straight Connector 519">
              <a:extLst>
                <a:ext uri="{FF2B5EF4-FFF2-40B4-BE49-F238E27FC236}">
                  <a16:creationId xmlns:a16="http://schemas.microsoft.com/office/drawing/2014/main" id="{C5F2874E-B11C-0546-AED8-3CDB8F258042}"/>
                </a:ext>
              </a:extLst>
            </p:cNvPr>
            <p:cNvCxnSpPr>
              <a:cxnSpLocks noChangeShapeType="1"/>
              <a:stCxn id="214805" idx="6"/>
              <a:endCxn id="215039" idx="1"/>
            </p:cNvCxnSpPr>
            <p:nvPr/>
          </p:nvCxnSpPr>
          <p:spPr bwMode="auto">
            <a:xfrm flipV="1">
              <a:off x="4460774" y="3953935"/>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7" name="Straight Connector 520">
              <a:extLst>
                <a:ext uri="{FF2B5EF4-FFF2-40B4-BE49-F238E27FC236}">
                  <a16:creationId xmlns:a16="http://schemas.microsoft.com/office/drawing/2014/main" id="{BA8C1BD0-0CCD-574B-8A4D-17365C016B53}"/>
                </a:ext>
              </a:extLst>
            </p:cNvPr>
            <p:cNvCxnSpPr>
              <a:cxnSpLocks noChangeShapeType="1"/>
            </p:cNvCxnSpPr>
            <p:nvPr/>
          </p:nvCxnSpPr>
          <p:spPr bwMode="auto">
            <a:xfrm>
              <a:off x="3692525" y="3789358"/>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8" name="Straight Connector 7">
              <a:extLst>
                <a:ext uri="{FF2B5EF4-FFF2-40B4-BE49-F238E27FC236}">
                  <a16:creationId xmlns:a16="http://schemas.microsoft.com/office/drawing/2014/main" id="{65F66951-24B1-274C-9714-4C12067EEA5A}"/>
                </a:ext>
              </a:extLst>
            </p:cNvPr>
            <p:cNvCxnSpPr>
              <a:cxnSpLocks noChangeShapeType="1"/>
              <a:stCxn id="214913" idx="5"/>
              <a:endCxn id="215037" idx="1"/>
            </p:cNvCxnSpPr>
            <p:nvPr/>
          </p:nvCxnSpPr>
          <p:spPr bwMode="auto">
            <a:xfrm>
              <a:off x="4876727" y="3633784"/>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9" name="Straight Connector 415">
              <a:extLst>
                <a:ext uri="{FF2B5EF4-FFF2-40B4-BE49-F238E27FC236}">
                  <a16:creationId xmlns:a16="http://schemas.microsoft.com/office/drawing/2014/main" id="{6A451F9C-F807-244D-BD15-B5D183FFE361}"/>
                </a:ext>
              </a:extLst>
            </p:cNvPr>
            <p:cNvCxnSpPr>
              <a:cxnSpLocks noChangeShapeType="1"/>
              <a:endCxn id="214873" idx="0"/>
            </p:cNvCxnSpPr>
            <p:nvPr/>
          </p:nvCxnSpPr>
          <p:spPr bwMode="auto">
            <a:xfrm flipH="1">
              <a:off x="2406650" y="3753808"/>
              <a:ext cx="282557"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10" name="Straight Connector 523">
              <a:extLst>
                <a:ext uri="{FF2B5EF4-FFF2-40B4-BE49-F238E27FC236}">
                  <a16:creationId xmlns:a16="http://schemas.microsoft.com/office/drawing/2014/main" id="{586921B0-6133-C84B-A795-F2DD58333A9D}"/>
                </a:ext>
              </a:extLst>
            </p:cNvPr>
            <p:cNvCxnSpPr>
              <a:cxnSpLocks noChangeShapeType="1"/>
              <a:stCxn id="214836" idx="0"/>
            </p:cNvCxnSpPr>
            <p:nvPr/>
          </p:nvCxnSpPr>
          <p:spPr bwMode="auto">
            <a:xfrm flipV="1">
              <a:off x="4307762" y="4626477"/>
              <a:ext cx="844015" cy="3042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11" name="Oval 6">
              <a:extLst>
                <a:ext uri="{FF2B5EF4-FFF2-40B4-BE49-F238E27FC236}">
                  <a16:creationId xmlns:a16="http://schemas.microsoft.com/office/drawing/2014/main" id="{BAD9A2F3-982F-6449-ACEB-D17A643E99D5}"/>
                </a:ext>
              </a:extLst>
            </p:cNvPr>
            <p:cNvSpPr>
              <a:spLocks noChangeArrowheads="1"/>
            </p:cNvSpPr>
            <p:nvPr/>
          </p:nvSpPr>
          <p:spPr bwMode="auto">
            <a:xfrm>
              <a:off x="3340101" y="5359394"/>
              <a:ext cx="2044700" cy="380999"/>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812" name="Oval 517">
              <a:extLst>
                <a:ext uri="{FF2B5EF4-FFF2-40B4-BE49-F238E27FC236}">
                  <a16:creationId xmlns:a16="http://schemas.microsoft.com/office/drawing/2014/main" id="{88281E12-8735-624E-8248-F70D1321AF5D}"/>
                </a:ext>
              </a:extLst>
            </p:cNvPr>
            <p:cNvSpPr>
              <a:spLocks noChangeArrowheads="1"/>
            </p:cNvSpPr>
            <p:nvPr/>
          </p:nvSpPr>
          <p:spPr bwMode="auto">
            <a:xfrm rot="5400000">
              <a:off x="867570" y="3736176"/>
              <a:ext cx="1252535"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13" name="Straight Connector 39941">
              <a:extLst>
                <a:ext uri="{FF2B5EF4-FFF2-40B4-BE49-F238E27FC236}">
                  <a16:creationId xmlns:a16="http://schemas.microsoft.com/office/drawing/2014/main" id="{E12CFDB0-9BFD-3D46-AD31-EBE9949486F7}"/>
                </a:ext>
              </a:extLst>
            </p:cNvPr>
            <p:cNvCxnSpPr>
              <a:cxnSpLocks noChangeShapeType="1"/>
              <a:stCxn id="214812" idx="0"/>
              <a:endCxn id="214901" idx="0"/>
            </p:cNvCxnSpPr>
            <p:nvPr/>
          </p:nvCxnSpPr>
          <p:spPr bwMode="auto">
            <a:xfrm flipV="1">
              <a:off x="1684339" y="3654419"/>
              <a:ext cx="758825" cy="2730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14" name="Straight Connector 524">
              <a:extLst>
                <a:ext uri="{FF2B5EF4-FFF2-40B4-BE49-F238E27FC236}">
                  <a16:creationId xmlns:a16="http://schemas.microsoft.com/office/drawing/2014/main" id="{5D1AD4BB-1013-6443-874F-19ABFB3A4436}"/>
                </a:ext>
              </a:extLst>
            </p:cNvPr>
            <p:cNvCxnSpPr>
              <a:cxnSpLocks noChangeShapeType="1"/>
              <a:endCxn id="214875" idx="1"/>
            </p:cNvCxnSpPr>
            <p:nvPr/>
          </p:nvCxnSpPr>
          <p:spPr bwMode="auto">
            <a:xfrm>
              <a:off x="1685925" y="4111625"/>
              <a:ext cx="466725" cy="2698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sp>
        <p:nvSpPr>
          <p:cNvPr id="214019" name="Line 424">
            <a:extLst>
              <a:ext uri="{FF2B5EF4-FFF2-40B4-BE49-F238E27FC236}">
                <a16:creationId xmlns:a16="http://schemas.microsoft.com/office/drawing/2014/main" id="{2B25484B-E5B9-8B4F-A89B-EB4EF402D5AB}"/>
              </a:ext>
            </a:extLst>
          </p:cNvPr>
          <p:cNvSpPr>
            <a:spLocks noChangeShapeType="1"/>
          </p:cNvSpPr>
          <p:nvPr/>
        </p:nvSpPr>
        <p:spPr bwMode="auto">
          <a:xfrm flipV="1">
            <a:off x="2686051" y="5276851"/>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F7FEFB90-5FD7-E24C-812E-7CBBD01244DB}"/>
              </a:ext>
            </a:extLst>
          </p:cNvPr>
          <p:cNvGrpSpPr>
            <a:grpSpLocks/>
          </p:cNvGrpSpPr>
          <p:nvPr/>
        </p:nvGrpSpPr>
        <p:grpSpPr bwMode="auto">
          <a:xfrm>
            <a:off x="1963739" y="3552826"/>
            <a:ext cx="8258175" cy="2900363"/>
            <a:chOff x="439215" y="3555216"/>
            <a:chExt cx="8258951" cy="2901368"/>
          </a:xfrm>
        </p:grpSpPr>
        <p:grpSp>
          <p:nvGrpSpPr>
            <p:cNvPr id="214392" name="Group 13">
              <a:extLst>
                <a:ext uri="{FF2B5EF4-FFF2-40B4-BE49-F238E27FC236}">
                  <a16:creationId xmlns:a16="http://schemas.microsoft.com/office/drawing/2014/main" id="{D6E75D41-1B85-9F4F-8342-C4C7368703DE}"/>
                </a:ext>
              </a:extLst>
            </p:cNvPr>
            <p:cNvGrpSpPr>
              <a:grpSpLocks/>
            </p:cNvGrpSpPr>
            <p:nvPr/>
          </p:nvGrpSpPr>
          <p:grpSpPr bwMode="auto">
            <a:xfrm>
              <a:off x="1678362" y="3855145"/>
              <a:ext cx="347753" cy="680208"/>
              <a:chOff x="7923189" y="2486663"/>
              <a:chExt cx="360362" cy="884586"/>
            </a:xfrm>
          </p:grpSpPr>
          <p:pic>
            <p:nvPicPr>
              <p:cNvPr id="214709" name="Picture 3">
                <a:extLst>
                  <a:ext uri="{FF2B5EF4-FFF2-40B4-BE49-F238E27FC236}">
                    <a16:creationId xmlns:a16="http://schemas.microsoft.com/office/drawing/2014/main" id="{0ABBDDA4-BD15-9C4B-8FC4-2B9F9F3066E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710" name="Group 950">
                <a:extLst>
                  <a:ext uri="{FF2B5EF4-FFF2-40B4-BE49-F238E27FC236}">
                    <a16:creationId xmlns:a16="http://schemas.microsoft.com/office/drawing/2014/main" id="{6A0046A2-FEB1-974D-915B-2A18F39DE51B}"/>
                  </a:ext>
                </a:extLst>
              </p:cNvPr>
              <p:cNvGrpSpPr>
                <a:grpSpLocks/>
              </p:cNvGrpSpPr>
              <p:nvPr/>
            </p:nvGrpSpPr>
            <p:grpSpPr bwMode="auto">
              <a:xfrm>
                <a:off x="7923189" y="2890236"/>
                <a:ext cx="227012" cy="481013"/>
                <a:chOff x="4140" y="429"/>
                <a:chExt cx="1425" cy="2396"/>
              </a:xfrm>
            </p:grpSpPr>
            <p:sp>
              <p:nvSpPr>
                <p:cNvPr id="214711" name="Freeform 951">
                  <a:extLst>
                    <a:ext uri="{FF2B5EF4-FFF2-40B4-BE49-F238E27FC236}">
                      <a16:creationId xmlns:a16="http://schemas.microsoft.com/office/drawing/2014/main" id="{9B328CBB-2BB6-8145-81DE-D3A7B4248E6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2" name="Rectangle 952">
                  <a:extLst>
                    <a:ext uri="{FF2B5EF4-FFF2-40B4-BE49-F238E27FC236}">
                      <a16:creationId xmlns:a16="http://schemas.microsoft.com/office/drawing/2014/main" id="{92DC1677-B383-F141-955A-2A8DAC9BA3A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13" name="Freeform 953">
                  <a:extLst>
                    <a:ext uri="{FF2B5EF4-FFF2-40B4-BE49-F238E27FC236}">
                      <a16:creationId xmlns:a16="http://schemas.microsoft.com/office/drawing/2014/main" id="{EBEDE016-0197-104E-A89A-EDC28FFDAE7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4" name="Freeform 954">
                  <a:extLst>
                    <a:ext uri="{FF2B5EF4-FFF2-40B4-BE49-F238E27FC236}">
                      <a16:creationId xmlns:a16="http://schemas.microsoft.com/office/drawing/2014/main" id="{BF46FFAF-98D0-8C49-BC9E-F79B2E09232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5" name="Rectangle 955">
                  <a:extLst>
                    <a:ext uri="{FF2B5EF4-FFF2-40B4-BE49-F238E27FC236}">
                      <a16:creationId xmlns:a16="http://schemas.microsoft.com/office/drawing/2014/main" id="{E3C4876C-5477-2A4C-9525-C65E22674E9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6" name="Group 956">
                  <a:extLst>
                    <a:ext uri="{FF2B5EF4-FFF2-40B4-BE49-F238E27FC236}">
                      <a16:creationId xmlns:a16="http://schemas.microsoft.com/office/drawing/2014/main" id="{736BF024-F497-1143-9A49-7D46298156BA}"/>
                    </a:ext>
                  </a:extLst>
                </p:cNvPr>
                <p:cNvGrpSpPr>
                  <a:grpSpLocks/>
                </p:cNvGrpSpPr>
                <p:nvPr/>
              </p:nvGrpSpPr>
              <p:grpSpPr bwMode="auto">
                <a:xfrm>
                  <a:off x="4749" y="668"/>
                  <a:ext cx="581" cy="145"/>
                  <a:chOff x="614" y="2568"/>
                  <a:chExt cx="725" cy="139"/>
                </a:xfrm>
              </p:grpSpPr>
              <p:sp>
                <p:nvSpPr>
                  <p:cNvPr id="214741" name="AutoShape 957">
                    <a:extLst>
                      <a:ext uri="{FF2B5EF4-FFF2-40B4-BE49-F238E27FC236}">
                        <a16:creationId xmlns:a16="http://schemas.microsoft.com/office/drawing/2014/main" id="{38158997-913A-5A44-9578-E1E6681002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2" name="AutoShape 958">
                    <a:extLst>
                      <a:ext uri="{FF2B5EF4-FFF2-40B4-BE49-F238E27FC236}">
                        <a16:creationId xmlns:a16="http://schemas.microsoft.com/office/drawing/2014/main" id="{852351BB-D6E0-2241-927F-FCB95A23051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7" name="Rectangle 959">
                  <a:extLst>
                    <a:ext uri="{FF2B5EF4-FFF2-40B4-BE49-F238E27FC236}">
                      <a16:creationId xmlns:a16="http://schemas.microsoft.com/office/drawing/2014/main" id="{6DD686AD-ED0A-024C-A45B-202A2D8C076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8" name="Group 960">
                  <a:extLst>
                    <a:ext uri="{FF2B5EF4-FFF2-40B4-BE49-F238E27FC236}">
                      <a16:creationId xmlns:a16="http://schemas.microsoft.com/office/drawing/2014/main" id="{8D3C2F9C-9B8C-0B4C-86F3-004EB6827E44}"/>
                    </a:ext>
                  </a:extLst>
                </p:cNvPr>
                <p:cNvGrpSpPr>
                  <a:grpSpLocks/>
                </p:cNvGrpSpPr>
                <p:nvPr/>
              </p:nvGrpSpPr>
              <p:grpSpPr bwMode="auto">
                <a:xfrm>
                  <a:off x="4747" y="994"/>
                  <a:ext cx="581" cy="134"/>
                  <a:chOff x="614" y="2568"/>
                  <a:chExt cx="725" cy="139"/>
                </a:xfrm>
              </p:grpSpPr>
              <p:sp>
                <p:nvSpPr>
                  <p:cNvPr id="214739" name="AutoShape 961">
                    <a:extLst>
                      <a:ext uri="{FF2B5EF4-FFF2-40B4-BE49-F238E27FC236}">
                        <a16:creationId xmlns:a16="http://schemas.microsoft.com/office/drawing/2014/main" id="{EE0C8BA9-4177-F846-BD9B-FB75178B879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0" name="AutoShape 962">
                    <a:extLst>
                      <a:ext uri="{FF2B5EF4-FFF2-40B4-BE49-F238E27FC236}">
                        <a16:creationId xmlns:a16="http://schemas.microsoft.com/office/drawing/2014/main" id="{5F22E2BE-24A7-3B45-B257-B0270EB6F6A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9" name="Rectangle 963">
                  <a:extLst>
                    <a:ext uri="{FF2B5EF4-FFF2-40B4-BE49-F238E27FC236}">
                      <a16:creationId xmlns:a16="http://schemas.microsoft.com/office/drawing/2014/main" id="{DF7147A1-0008-FB4E-8623-0E4E8C019E12}"/>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0" name="Rectangle 964">
                  <a:extLst>
                    <a:ext uri="{FF2B5EF4-FFF2-40B4-BE49-F238E27FC236}">
                      <a16:creationId xmlns:a16="http://schemas.microsoft.com/office/drawing/2014/main" id="{6D4B47AF-B455-DD4C-A30E-7719D438872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21" name="Group 965">
                  <a:extLst>
                    <a:ext uri="{FF2B5EF4-FFF2-40B4-BE49-F238E27FC236}">
                      <a16:creationId xmlns:a16="http://schemas.microsoft.com/office/drawing/2014/main" id="{2311FA2A-1C39-E945-B4EE-191704D76A22}"/>
                    </a:ext>
                  </a:extLst>
                </p:cNvPr>
                <p:cNvGrpSpPr>
                  <a:grpSpLocks/>
                </p:cNvGrpSpPr>
                <p:nvPr/>
              </p:nvGrpSpPr>
              <p:grpSpPr bwMode="auto">
                <a:xfrm>
                  <a:off x="4735" y="1627"/>
                  <a:ext cx="582" cy="151"/>
                  <a:chOff x="614" y="2568"/>
                  <a:chExt cx="725" cy="139"/>
                </a:xfrm>
              </p:grpSpPr>
              <p:sp>
                <p:nvSpPr>
                  <p:cNvPr id="214737" name="AutoShape 966">
                    <a:extLst>
                      <a:ext uri="{FF2B5EF4-FFF2-40B4-BE49-F238E27FC236}">
                        <a16:creationId xmlns:a16="http://schemas.microsoft.com/office/drawing/2014/main" id="{5A399A5B-1E6A-F240-8060-CA7C1CB17F3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8" name="AutoShape 967">
                    <a:extLst>
                      <a:ext uri="{FF2B5EF4-FFF2-40B4-BE49-F238E27FC236}">
                        <a16:creationId xmlns:a16="http://schemas.microsoft.com/office/drawing/2014/main" id="{1EEA95A7-0088-A741-8C0B-C2624742915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2" name="Freeform 968">
                  <a:extLst>
                    <a:ext uri="{FF2B5EF4-FFF2-40B4-BE49-F238E27FC236}">
                      <a16:creationId xmlns:a16="http://schemas.microsoft.com/office/drawing/2014/main" id="{94909E95-EA57-9243-9340-53A47143C60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723" name="Group 969">
                  <a:extLst>
                    <a:ext uri="{FF2B5EF4-FFF2-40B4-BE49-F238E27FC236}">
                      <a16:creationId xmlns:a16="http://schemas.microsoft.com/office/drawing/2014/main" id="{8FC64435-D784-9444-82F4-54E0F8038867}"/>
                    </a:ext>
                  </a:extLst>
                </p:cNvPr>
                <p:cNvGrpSpPr>
                  <a:grpSpLocks/>
                </p:cNvGrpSpPr>
                <p:nvPr/>
              </p:nvGrpSpPr>
              <p:grpSpPr bwMode="auto">
                <a:xfrm>
                  <a:off x="4739" y="1327"/>
                  <a:ext cx="582" cy="139"/>
                  <a:chOff x="614" y="2568"/>
                  <a:chExt cx="725" cy="139"/>
                </a:xfrm>
              </p:grpSpPr>
              <p:sp>
                <p:nvSpPr>
                  <p:cNvPr id="214735" name="AutoShape 970">
                    <a:extLst>
                      <a:ext uri="{FF2B5EF4-FFF2-40B4-BE49-F238E27FC236}">
                        <a16:creationId xmlns:a16="http://schemas.microsoft.com/office/drawing/2014/main" id="{6168983C-F315-F84B-B321-AB4E0C9248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6" name="AutoShape 971">
                    <a:extLst>
                      <a:ext uri="{FF2B5EF4-FFF2-40B4-BE49-F238E27FC236}">
                        <a16:creationId xmlns:a16="http://schemas.microsoft.com/office/drawing/2014/main" id="{58557F2B-3084-544B-8E60-51DC816279B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4" name="Rectangle 972">
                  <a:extLst>
                    <a:ext uri="{FF2B5EF4-FFF2-40B4-BE49-F238E27FC236}">
                      <a16:creationId xmlns:a16="http://schemas.microsoft.com/office/drawing/2014/main" id="{4EC3205E-B4A3-1948-94E0-A96BA7DCC6D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5" name="Freeform 973">
                  <a:extLst>
                    <a:ext uri="{FF2B5EF4-FFF2-40B4-BE49-F238E27FC236}">
                      <a16:creationId xmlns:a16="http://schemas.microsoft.com/office/drawing/2014/main" id="{DD6241CE-7C66-5D4F-90C7-1831AEB2735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6" name="Freeform 974">
                  <a:extLst>
                    <a:ext uri="{FF2B5EF4-FFF2-40B4-BE49-F238E27FC236}">
                      <a16:creationId xmlns:a16="http://schemas.microsoft.com/office/drawing/2014/main" id="{770DF333-99BE-B344-B66A-4266D66CEA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7" name="Oval 975">
                  <a:extLst>
                    <a:ext uri="{FF2B5EF4-FFF2-40B4-BE49-F238E27FC236}">
                      <a16:creationId xmlns:a16="http://schemas.microsoft.com/office/drawing/2014/main" id="{A44200DB-419E-764D-BEE0-075B1D4B41B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8" name="Freeform 976">
                  <a:extLst>
                    <a:ext uri="{FF2B5EF4-FFF2-40B4-BE49-F238E27FC236}">
                      <a16:creationId xmlns:a16="http://schemas.microsoft.com/office/drawing/2014/main" id="{3CFB2D34-523B-E646-9810-175B6B45C5EB}"/>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9" name="AutoShape 977">
                  <a:extLst>
                    <a:ext uri="{FF2B5EF4-FFF2-40B4-BE49-F238E27FC236}">
                      <a16:creationId xmlns:a16="http://schemas.microsoft.com/office/drawing/2014/main" id="{24BF509F-86AF-1F46-BB9A-225CCAE48BB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0" name="AutoShape 978">
                  <a:extLst>
                    <a:ext uri="{FF2B5EF4-FFF2-40B4-BE49-F238E27FC236}">
                      <a16:creationId xmlns:a16="http://schemas.microsoft.com/office/drawing/2014/main" id="{CD3394A3-2220-AB40-ADA1-D5A6C2B747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1" name="Oval 979">
                  <a:extLst>
                    <a:ext uri="{FF2B5EF4-FFF2-40B4-BE49-F238E27FC236}">
                      <a16:creationId xmlns:a16="http://schemas.microsoft.com/office/drawing/2014/main" id="{A207A839-3785-9A4B-82E4-4B68DD687C7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2" name="Oval 980">
                  <a:extLst>
                    <a:ext uri="{FF2B5EF4-FFF2-40B4-BE49-F238E27FC236}">
                      <a16:creationId xmlns:a16="http://schemas.microsoft.com/office/drawing/2014/main" id="{3477D5DF-C97F-2E44-8F33-652CB038476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733" name="Oval 981">
                  <a:extLst>
                    <a:ext uri="{FF2B5EF4-FFF2-40B4-BE49-F238E27FC236}">
                      <a16:creationId xmlns:a16="http://schemas.microsoft.com/office/drawing/2014/main" id="{1385098B-DB51-9E47-8289-FFCCBFCF53F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4" name="Rectangle 982">
                  <a:extLst>
                    <a:ext uri="{FF2B5EF4-FFF2-40B4-BE49-F238E27FC236}">
                      <a16:creationId xmlns:a16="http://schemas.microsoft.com/office/drawing/2014/main" id="{5E58EFDF-33E4-634F-9F2A-09DECC7ECA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3" name="Group 792">
              <a:extLst>
                <a:ext uri="{FF2B5EF4-FFF2-40B4-BE49-F238E27FC236}">
                  <a16:creationId xmlns:a16="http://schemas.microsoft.com/office/drawing/2014/main" id="{926A3B9B-14F5-DF4B-B9CF-6828476340A8}"/>
                </a:ext>
              </a:extLst>
            </p:cNvPr>
            <p:cNvGrpSpPr>
              <a:grpSpLocks/>
            </p:cNvGrpSpPr>
            <p:nvPr/>
          </p:nvGrpSpPr>
          <p:grpSpPr bwMode="auto">
            <a:xfrm>
              <a:off x="3221830" y="5776376"/>
              <a:ext cx="347753" cy="680208"/>
              <a:chOff x="7923189" y="2486663"/>
              <a:chExt cx="360362" cy="884586"/>
            </a:xfrm>
          </p:grpSpPr>
          <p:pic>
            <p:nvPicPr>
              <p:cNvPr id="214675" name="Picture 3">
                <a:extLst>
                  <a:ext uri="{FF2B5EF4-FFF2-40B4-BE49-F238E27FC236}">
                    <a16:creationId xmlns:a16="http://schemas.microsoft.com/office/drawing/2014/main" id="{979B0A7C-DE39-D947-9576-4DFBCDC89F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76" name="Group 950">
                <a:extLst>
                  <a:ext uri="{FF2B5EF4-FFF2-40B4-BE49-F238E27FC236}">
                    <a16:creationId xmlns:a16="http://schemas.microsoft.com/office/drawing/2014/main" id="{19196D4B-1968-5241-9218-479B8AF8E395}"/>
                  </a:ext>
                </a:extLst>
              </p:cNvPr>
              <p:cNvGrpSpPr>
                <a:grpSpLocks/>
              </p:cNvGrpSpPr>
              <p:nvPr/>
            </p:nvGrpSpPr>
            <p:grpSpPr bwMode="auto">
              <a:xfrm>
                <a:off x="7923189" y="2890236"/>
                <a:ext cx="227012" cy="481013"/>
                <a:chOff x="4140" y="429"/>
                <a:chExt cx="1425" cy="2396"/>
              </a:xfrm>
            </p:grpSpPr>
            <p:sp>
              <p:nvSpPr>
                <p:cNvPr id="214677" name="Freeform 951">
                  <a:extLst>
                    <a:ext uri="{FF2B5EF4-FFF2-40B4-BE49-F238E27FC236}">
                      <a16:creationId xmlns:a16="http://schemas.microsoft.com/office/drawing/2014/main" id="{D371F7B0-F123-F143-88AD-A84BE0893CF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78" name="Rectangle 952">
                  <a:extLst>
                    <a:ext uri="{FF2B5EF4-FFF2-40B4-BE49-F238E27FC236}">
                      <a16:creationId xmlns:a16="http://schemas.microsoft.com/office/drawing/2014/main" id="{30A2E212-908E-B64B-9525-1696969D3E9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9" name="Freeform 953">
                  <a:extLst>
                    <a:ext uri="{FF2B5EF4-FFF2-40B4-BE49-F238E27FC236}">
                      <a16:creationId xmlns:a16="http://schemas.microsoft.com/office/drawing/2014/main" id="{DE11C700-6D18-AB4C-B633-7E301443139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80" name="Freeform 954">
                  <a:extLst>
                    <a:ext uri="{FF2B5EF4-FFF2-40B4-BE49-F238E27FC236}">
                      <a16:creationId xmlns:a16="http://schemas.microsoft.com/office/drawing/2014/main" id="{9641FE6E-490A-DD48-8B97-79520FB89AA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81" name="Rectangle 955">
                  <a:extLst>
                    <a:ext uri="{FF2B5EF4-FFF2-40B4-BE49-F238E27FC236}">
                      <a16:creationId xmlns:a16="http://schemas.microsoft.com/office/drawing/2014/main" id="{0F34B7FB-89B8-DA4A-B327-7AAC17077F31}"/>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2" name="Group 956">
                  <a:extLst>
                    <a:ext uri="{FF2B5EF4-FFF2-40B4-BE49-F238E27FC236}">
                      <a16:creationId xmlns:a16="http://schemas.microsoft.com/office/drawing/2014/main" id="{B159A6CC-4EDA-8049-8C31-CC635ABD7E15}"/>
                    </a:ext>
                  </a:extLst>
                </p:cNvPr>
                <p:cNvGrpSpPr>
                  <a:grpSpLocks/>
                </p:cNvGrpSpPr>
                <p:nvPr/>
              </p:nvGrpSpPr>
              <p:grpSpPr bwMode="auto">
                <a:xfrm>
                  <a:off x="4749" y="668"/>
                  <a:ext cx="581" cy="145"/>
                  <a:chOff x="614" y="2568"/>
                  <a:chExt cx="725" cy="139"/>
                </a:xfrm>
              </p:grpSpPr>
              <p:sp>
                <p:nvSpPr>
                  <p:cNvPr id="214707" name="AutoShape 957">
                    <a:extLst>
                      <a:ext uri="{FF2B5EF4-FFF2-40B4-BE49-F238E27FC236}">
                        <a16:creationId xmlns:a16="http://schemas.microsoft.com/office/drawing/2014/main" id="{090859D4-F350-CF48-BE6F-A6299D13F6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8" name="AutoShape 958">
                    <a:extLst>
                      <a:ext uri="{FF2B5EF4-FFF2-40B4-BE49-F238E27FC236}">
                        <a16:creationId xmlns:a16="http://schemas.microsoft.com/office/drawing/2014/main" id="{49E00FBE-71A6-7B4F-9116-FDFACD069EF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3" name="Rectangle 959">
                  <a:extLst>
                    <a:ext uri="{FF2B5EF4-FFF2-40B4-BE49-F238E27FC236}">
                      <a16:creationId xmlns:a16="http://schemas.microsoft.com/office/drawing/2014/main" id="{D3E1E37C-9CF3-6748-8191-0C53DE5B969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4" name="Group 960">
                  <a:extLst>
                    <a:ext uri="{FF2B5EF4-FFF2-40B4-BE49-F238E27FC236}">
                      <a16:creationId xmlns:a16="http://schemas.microsoft.com/office/drawing/2014/main" id="{010F6866-70FC-F24E-8F0C-7315B668B41C}"/>
                    </a:ext>
                  </a:extLst>
                </p:cNvPr>
                <p:cNvGrpSpPr>
                  <a:grpSpLocks/>
                </p:cNvGrpSpPr>
                <p:nvPr/>
              </p:nvGrpSpPr>
              <p:grpSpPr bwMode="auto">
                <a:xfrm>
                  <a:off x="4747" y="994"/>
                  <a:ext cx="581" cy="134"/>
                  <a:chOff x="614" y="2568"/>
                  <a:chExt cx="725" cy="139"/>
                </a:xfrm>
              </p:grpSpPr>
              <p:sp>
                <p:nvSpPr>
                  <p:cNvPr id="214705" name="AutoShape 961">
                    <a:extLst>
                      <a:ext uri="{FF2B5EF4-FFF2-40B4-BE49-F238E27FC236}">
                        <a16:creationId xmlns:a16="http://schemas.microsoft.com/office/drawing/2014/main" id="{7A7CD6E0-C089-344F-96C6-70A47849550C}"/>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6" name="AutoShape 962">
                    <a:extLst>
                      <a:ext uri="{FF2B5EF4-FFF2-40B4-BE49-F238E27FC236}">
                        <a16:creationId xmlns:a16="http://schemas.microsoft.com/office/drawing/2014/main" id="{817CE29B-F1A3-444F-83BE-6A2D3C0B905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5" name="Rectangle 963">
                  <a:extLst>
                    <a:ext uri="{FF2B5EF4-FFF2-40B4-BE49-F238E27FC236}">
                      <a16:creationId xmlns:a16="http://schemas.microsoft.com/office/drawing/2014/main" id="{88A44607-9DED-E54B-88A2-9F54FEDCDE3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86" name="Rectangle 964">
                  <a:extLst>
                    <a:ext uri="{FF2B5EF4-FFF2-40B4-BE49-F238E27FC236}">
                      <a16:creationId xmlns:a16="http://schemas.microsoft.com/office/drawing/2014/main" id="{729B399D-C807-0341-A7C5-E3E14751CC0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7" name="Group 965">
                  <a:extLst>
                    <a:ext uri="{FF2B5EF4-FFF2-40B4-BE49-F238E27FC236}">
                      <a16:creationId xmlns:a16="http://schemas.microsoft.com/office/drawing/2014/main" id="{BD113617-F60C-3A41-801E-303D357BB6A7}"/>
                    </a:ext>
                  </a:extLst>
                </p:cNvPr>
                <p:cNvGrpSpPr>
                  <a:grpSpLocks/>
                </p:cNvGrpSpPr>
                <p:nvPr/>
              </p:nvGrpSpPr>
              <p:grpSpPr bwMode="auto">
                <a:xfrm>
                  <a:off x="4735" y="1627"/>
                  <a:ext cx="582" cy="151"/>
                  <a:chOff x="614" y="2568"/>
                  <a:chExt cx="725" cy="139"/>
                </a:xfrm>
              </p:grpSpPr>
              <p:sp>
                <p:nvSpPr>
                  <p:cNvPr id="214703" name="AutoShape 966">
                    <a:extLst>
                      <a:ext uri="{FF2B5EF4-FFF2-40B4-BE49-F238E27FC236}">
                        <a16:creationId xmlns:a16="http://schemas.microsoft.com/office/drawing/2014/main" id="{BAE41A55-BA5A-8342-BD0B-434F69668C4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4" name="AutoShape 967">
                    <a:extLst>
                      <a:ext uri="{FF2B5EF4-FFF2-40B4-BE49-F238E27FC236}">
                        <a16:creationId xmlns:a16="http://schemas.microsoft.com/office/drawing/2014/main" id="{1F5F0C50-52E8-5947-85C3-6648F738F4C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8" name="Freeform 968">
                  <a:extLst>
                    <a:ext uri="{FF2B5EF4-FFF2-40B4-BE49-F238E27FC236}">
                      <a16:creationId xmlns:a16="http://schemas.microsoft.com/office/drawing/2014/main" id="{8FF59AF4-37EB-5540-BE7B-6A7D536814E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89" name="Group 969">
                  <a:extLst>
                    <a:ext uri="{FF2B5EF4-FFF2-40B4-BE49-F238E27FC236}">
                      <a16:creationId xmlns:a16="http://schemas.microsoft.com/office/drawing/2014/main" id="{A9259129-4087-1B49-898F-FCE5F446F9E7}"/>
                    </a:ext>
                  </a:extLst>
                </p:cNvPr>
                <p:cNvGrpSpPr>
                  <a:grpSpLocks/>
                </p:cNvGrpSpPr>
                <p:nvPr/>
              </p:nvGrpSpPr>
              <p:grpSpPr bwMode="auto">
                <a:xfrm>
                  <a:off x="4739" y="1327"/>
                  <a:ext cx="582" cy="139"/>
                  <a:chOff x="614" y="2568"/>
                  <a:chExt cx="725" cy="139"/>
                </a:xfrm>
              </p:grpSpPr>
              <p:sp>
                <p:nvSpPr>
                  <p:cNvPr id="214701" name="AutoShape 970">
                    <a:extLst>
                      <a:ext uri="{FF2B5EF4-FFF2-40B4-BE49-F238E27FC236}">
                        <a16:creationId xmlns:a16="http://schemas.microsoft.com/office/drawing/2014/main" id="{5DA556D7-AB86-0B41-81D9-B0AB9C150BB4}"/>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2" name="AutoShape 971">
                    <a:extLst>
                      <a:ext uri="{FF2B5EF4-FFF2-40B4-BE49-F238E27FC236}">
                        <a16:creationId xmlns:a16="http://schemas.microsoft.com/office/drawing/2014/main" id="{C302BDF7-EF8B-6545-9E9B-0510998B708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90" name="Rectangle 972">
                  <a:extLst>
                    <a:ext uri="{FF2B5EF4-FFF2-40B4-BE49-F238E27FC236}">
                      <a16:creationId xmlns:a16="http://schemas.microsoft.com/office/drawing/2014/main" id="{05A2BBAC-DBC3-0540-B67B-E6D36E076595}"/>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1" name="Freeform 973">
                  <a:extLst>
                    <a:ext uri="{FF2B5EF4-FFF2-40B4-BE49-F238E27FC236}">
                      <a16:creationId xmlns:a16="http://schemas.microsoft.com/office/drawing/2014/main" id="{C5B62019-7512-6747-A5DC-2D5B4898295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2" name="Freeform 974">
                  <a:extLst>
                    <a:ext uri="{FF2B5EF4-FFF2-40B4-BE49-F238E27FC236}">
                      <a16:creationId xmlns:a16="http://schemas.microsoft.com/office/drawing/2014/main" id="{A384C021-1EEE-B94D-91AB-1B1609889AB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3" name="Oval 975">
                  <a:extLst>
                    <a:ext uri="{FF2B5EF4-FFF2-40B4-BE49-F238E27FC236}">
                      <a16:creationId xmlns:a16="http://schemas.microsoft.com/office/drawing/2014/main" id="{E8BCEDB2-534C-4341-B87C-998080F7C4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4" name="Freeform 976">
                  <a:extLst>
                    <a:ext uri="{FF2B5EF4-FFF2-40B4-BE49-F238E27FC236}">
                      <a16:creationId xmlns:a16="http://schemas.microsoft.com/office/drawing/2014/main" id="{F02E3EB5-8B82-0C47-ACA7-4D78BCEB388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5" name="AutoShape 977">
                  <a:extLst>
                    <a:ext uri="{FF2B5EF4-FFF2-40B4-BE49-F238E27FC236}">
                      <a16:creationId xmlns:a16="http://schemas.microsoft.com/office/drawing/2014/main" id="{ADB9F608-D0D7-764C-A0A9-D25E13D130D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6" name="AutoShape 978">
                  <a:extLst>
                    <a:ext uri="{FF2B5EF4-FFF2-40B4-BE49-F238E27FC236}">
                      <a16:creationId xmlns:a16="http://schemas.microsoft.com/office/drawing/2014/main" id="{AC1603E3-6EBE-1B47-BCA9-3D9E4102C04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7" name="Oval 979">
                  <a:extLst>
                    <a:ext uri="{FF2B5EF4-FFF2-40B4-BE49-F238E27FC236}">
                      <a16:creationId xmlns:a16="http://schemas.microsoft.com/office/drawing/2014/main" id="{215E005D-AA36-0B43-9031-B7E0A8542EC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8" name="Oval 980">
                  <a:extLst>
                    <a:ext uri="{FF2B5EF4-FFF2-40B4-BE49-F238E27FC236}">
                      <a16:creationId xmlns:a16="http://schemas.microsoft.com/office/drawing/2014/main" id="{D270FA32-89BA-024F-87B9-706A833207E5}"/>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99" name="Oval 981">
                  <a:extLst>
                    <a:ext uri="{FF2B5EF4-FFF2-40B4-BE49-F238E27FC236}">
                      <a16:creationId xmlns:a16="http://schemas.microsoft.com/office/drawing/2014/main" id="{A8517F36-A9CF-3842-90F7-E2D2AC4C5F3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0" name="Rectangle 982">
                  <a:extLst>
                    <a:ext uri="{FF2B5EF4-FFF2-40B4-BE49-F238E27FC236}">
                      <a16:creationId xmlns:a16="http://schemas.microsoft.com/office/drawing/2014/main" id="{DABC9A6E-EC5D-6949-8ADD-1DA3848AC2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4" name="Group 827">
              <a:extLst>
                <a:ext uri="{FF2B5EF4-FFF2-40B4-BE49-F238E27FC236}">
                  <a16:creationId xmlns:a16="http://schemas.microsoft.com/office/drawing/2014/main" id="{72CF6EFD-7682-6849-95A1-C9A3214C433C}"/>
                </a:ext>
              </a:extLst>
            </p:cNvPr>
            <p:cNvGrpSpPr>
              <a:grpSpLocks/>
            </p:cNvGrpSpPr>
            <p:nvPr/>
          </p:nvGrpSpPr>
          <p:grpSpPr bwMode="auto">
            <a:xfrm>
              <a:off x="4387291" y="3555216"/>
              <a:ext cx="347753" cy="680208"/>
              <a:chOff x="7923189" y="2486663"/>
              <a:chExt cx="360362" cy="884586"/>
            </a:xfrm>
          </p:grpSpPr>
          <p:pic>
            <p:nvPicPr>
              <p:cNvPr id="214641" name="Picture 3">
                <a:extLst>
                  <a:ext uri="{FF2B5EF4-FFF2-40B4-BE49-F238E27FC236}">
                    <a16:creationId xmlns:a16="http://schemas.microsoft.com/office/drawing/2014/main" id="{65DB9939-26FE-734F-94B7-01B67A78B4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42" name="Group 950">
                <a:extLst>
                  <a:ext uri="{FF2B5EF4-FFF2-40B4-BE49-F238E27FC236}">
                    <a16:creationId xmlns:a16="http://schemas.microsoft.com/office/drawing/2014/main" id="{622F892C-9E0E-E746-8CF2-1A7A50B0FA17}"/>
                  </a:ext>
                </a:extLst>
              </p:cNvPr>
              <p:cNvGrpSpPr>
                <a:grpSpLocks/>
              </p:cNvGrpSpPr>
              <p:nvPr/>
            </p:nvGrpSpPr>
            <p:grpSpPr bwMode="auto">
              <a:xfrm>
                <a:off x="7923189" y="2890236"/>
                <a:ext cx="227012" cy="481013"/>
                <a:chOff x="4140" y="429"/>
                <a:chExt cx="1425" cy="2396"/>
              </a:xfrm>
            </p:grpSpPr>
            <p:sp>
              <p:nvSpPr>
                <p:cNvPr id="214643" name="Freeform 951">
                  <a:extLst>
                    <a:ext uri="{FF2B5EF4-FFF2-40B4-BE49-F238E27FC236}">
                      <a16:creationId xmlns:a16="http://schemas.microsoft.com/office/drawing/2014/main" id="{AEF39194-5683-9A4C-92DF-F70754164D1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4" name="Rectangle 952">
                  <a:extLst>
                    <a:ext uri="{FF2B5EF4-FFF2-40B4-BE49-F238E27FC236}">
                      <a16:creationId xmlns:a16="http://schemas.microsoft.com/office/drawing/2014/main" id="{F6730D3F-7252-CC4E-A624-6EF695F924E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5" name="Freeform 953">
                  <a:extLst>
                    <a:ext uri="{FF2B5EF4-FFF2-40B4-BE49-F238E27FC236}">
                      <a16:creationId xmlns:a16="http://schemas.microsoft.com/office/drawing/2014/main" id="{9895C452-A1FC-934B-8E7F-D12C76E28FA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6" name="Freeform 954">
                  <a:extLst>
                    <a:ext uri="{FF2B5EF4-FFF2-40B4-BE49-F238E27FC236}">
                      <a16:creationId xmlns:a16="http://schemas.microsoft.com/office/drawing/2014/main" id="{5BB8C1BD-91AC-B843-9CC7-3CBC3CE098A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7" name="Rectangle 955">
                  <a:extLst>
                    <a:ext uri="{FF2B5EF4-FFF2-40B4-BE49-F238E27FC236}">
                      <a16:creationId xmlns:a16="http://schemas.microsoft.com/office/drawing/2014/main" id="{4CFC6D39-4B55-EC4F-85FD-75570C67DA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48" name="Group 956">
                  <a:extLst>
                    <a:ext uri="{FF2B5EF4-FFF2-40B4-BE49-F238E27FC236}">
                      <a16:creationId xmlns:a16="http://schemas.microsoft.com/office/drawing/2014/main" id="{B75FFD62-95EF-574D-851D-1815FBE0CA79}"/>
                    </a:ext>
                  </a:extLst>
                </p:cNvPr>
                <p:cNvGrpSpPr>
                  <a:grpSpLocks/>
                </p:cNvGrpSpPr>
                <p:nvPr/>
              </p:nvGrpSpPr>
              <p:grpSpPr bwMode="auto">
                <a:xfrm>
                  <a:off x="4749" y="668"/>
                  <a:ext cx="581" cy="145"/>
                  <a:chOff x="614" y="2568"/>
                  <a:chExt cx="725" cy="139"/>
                </a:xfrm>
              </p:grpSpPr>
              <p:sp>
                <p:nvSpPr>
                  <p:cNvPr id="214673" name="AutoShape 957">
                    <a:extLst>
                      <a:ext uri="{FF2B5EF4-FFF2-40B4-BE49-F238E27FC236}">
                        <a16:creationId xmlns:a16="http://schemas.microsoft.com/office/drawing/2014/main" id="{92FB7A1E-97B4-6043-A910-91543DA5177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4" name="AutoShape 958">
                    <a:extLst>
                      <a:ext uri="{FF2B5EF4-FFF2-40B4-BE49-F238E27FC236}">
                        <a16:creationId xmlns:a16="http://schemas.microsoft.com/office/drawing/2014/main" id="{F9C5792F-3580-9242-9974-D32AF4970532}"/>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49" name="Rectangle 959">
                  <a:extLst>
                    <a:ext uri="{FF2B5EF4-FFF2-40B4-BE49-F238E27FC236}">
                      <a16:creationId xmlns:a16="http://schemas.microsoft.com/office/drawing/2014/main" id="{525BE3F0-AE67-2F47-AF98-D4D2F4F2296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0" name="Group 960">
                  <a:extLst>
                    <a:ext uri="{FF2B5EF4-FFF2-40B4-BE49-F238E27FC236}">
                      <a16:creationId xmlns:a16="http://schemas.microsoft.com/office/drawing/2014/main" id="{A601DAB1-CFC0-8F44-A04A-660F58527895}"/>
                    </a:ext>
                  </a:extLst>
                </p:cNvPr>
                <p:cNvGrpSpPr>
                  <a:grpSpLocks/>
                </p:cNvGrpSpPr>
                <p:nvPr/>
              </p:nvGrpSpPr>
              <p:grpSpPr bwMode="auto">
                <a:xfrm>
                  <a:off x="4747" y="994"/>
                  <a:ext cx="581" cy="134"/>
                  <a:chOff x="614" y="2568"/>
                  <a:chExt cx="725" cy="139"/>
                </a:xfrm>
              </p:grpSpPr>
              <p:sp>
                <p:nvSpPr>
                  <p:cNvPr id="214671" name="AutoShape 961">
                    <a:extLst>
                      <a:ext uri="{FF2B5EF4-FFF2-40B4-BE49-F238E27FC236}">
                        <a16:creationId xmlns:a16="http://schemas.microsoft.com/office/drawing/2014/main" id="{ACB609BF-56D2-D44C-83B2-091CA1852FD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2" name="AutoShape 962">
                    <a:extLst>
                      <a:ext uri="{FF2B5EF4-FFF2-40B4-BE49-F238E27FC236}">
                        <a16:creationId xmlns:a16="http://schemas.microsoft.com/office/drawing/2014/main" id="{C9042905-4565-AE40-ACC1-58B4260FAB4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1" name="Rectangle 963">
                  <a:extLst>
                    <a:ext uri="{FF2B5EF4-FFF2-40B4-BE49-F238E27FC236}">
                      <a16:creationId xmlns:a16="http://schemas.microsoft.com/office/drawing/2014/main" id="{C61ED269-47DF-C142-A4D0-B3708111F98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2" name="Rectangle 964">
                  <a:extLst>
                    <a:ext uri="{FF2B5EF4-FFF2-40B4-BE49-F238E27FC236}">
                      <a16:creationId xmlns:a16="http://schemas.microsoft.com/office/drawing/2014/main" id="{00F886D3-9EAE-864A-9F1C-51B52CBFAE22}"/>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3" name="Group 965">
                  <a:extLst>
                    <a:ext uri="{FF2B5EF4-FFF2-40B4-BE49-F238E27FC236}">
                      <a16:creationId xmlns:a16="http://schemas.microsoft.com/office/drawing/2014/main" id="{60624946-4E10-3F40-87A7-BF8C55B631A2}"/>
                    </a:ext>
                  </a:extLst>
                </p:cNvPr>
                <p:cNvGrpSpPr>
                  <a:grpSpLocks/>
                </p:cNvGrpSpPr>
                <p:nvPr/>
              </p:nvGrpSpPr>
              <p:grpSpPr bwMode="auto">
                <a:xfrm>
                  <a:off x="4735" y="1627"/>
                  <a:ext cx="582" cy="151"/>
                  <a:chOff x="614" y="2568"/>
                  <a:chExt cx="725" cy="139"/>
                </a:xfrm>
              </p:grpSpPr>
              <p:sp>
                <p:nvSpPr>
                  <p:cNvPr id="214669" name="AutoShape 966">
                    <a:extLst>
                      <a:ext uri="{FF2B5EF4-FFF2-40B4-BE49-F238E27FC236}">
                        <a16:creationId xmlns:a16="http://schemas.microsoft.com/office/drawing/2014/main" id="{62D17F4D-631D-D942-95B8-2560C6AC81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0" name="AutoShape 967">
                    <a:extLst>
                      <a:ext uri="{FF2B5EF4-FFF2-40B4-BE49-F238E27FC236}">
                        <a16:creationId xmlns:a16="http://schemas.microsoft.com/office/drawing/2014/main" id="{F2543B3C-2B22-FA4F-A5D0-05AA9B0FE2B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4" name="Freeform 968">
                  <a:extLst>
                    <a:ext uri="{FF2B5EF4-FFF2-40B4-BE49-F238E27FC236}">
                      <a16:creationId xmlns:a16="http://schemas.microsoft.com/office/drawing/2014/main" id="{192CDFC2-2C19-6B40-B992-3F094094739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55" name="Group 969">
                  <a:extLst>
                    <a:ext uri="{FF2B5EF4-FFF2-40B4-BE49-F238E27FC236}">
                      <a16:creationId xmlns:a16="http://schemas.microsoft.com/office/drawing/2014/main" id="{E6839DC6-DA7E-C74C-91FB-F78225282CFB}"/>
                    </a:ext>
                  </a:extLst>
                </p:cNvPr>
                <p:cNvGrpSpPr>
                  <a:grpSpLocks/>
                </p:cNvGrpSpPr>
                <p:nvPr/>
              </p:nvGrpSpPr>
              <p:grpSpPr bwMode="auto">
                <a:xfrm>
                  <a:off x="4739" y="1327"/>
                  <a:ext cx="582" cy="139"/>
                  <a:chOff x="614" y="2568"/>
                  <a:chExt cx="725" cy="139"/>
                </a:xfrm>
              </p:grpSpPr>
              <p:sp>
                <p:nvSpPr>
                  <p:cNvPr id="214667" name="AutoShape 970">
                    <a:extLst>
                      <a:ext uri="{FF2B5EF4-FFF2-40B4-BE49-F238E27FC236}">
                        <a16:creationId xmlns:a16="http://schemas.microsoft.com/office/drawing/2014/main" id="{18B6F276-8471-1341-A696-B9F6C89AC00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8" name="AutoShape 971">
                    <a:extLst>
                      <a:ext uri="{FF2B5EF4-FFF2-40B4-BE49-F238E27FC236}">
                        <a16:creationId xmlns:a16="http://schemas.microsoft.com/office/drawing/2014/main" id="{68C51799-1F18-864A-91D1-6F08B18C642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6" name="Rectangle 972">
                  <a:extLst>
                    <a:ext uri="{FF2B5EF4-FFF2-40B4-BE49-F238E27FC236}">
                      <a16:creationId xmlns:a16="http://schemas.microsoft.com/office/drawing/2014/main" id="{4B51390B-A5E5-CB43-8C86-C10F2E7B984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7" name="Freeform 973">
                  <a:extLst>
                    <a:ext uri="{FF2B5EF4-FFF2-40B4-BE49-F238E27FC236}">
                      <a16:creationId xmlns:a16="http://schemas.microsoft.com/office/drawing/2014/main" id="{B52E3253-195E-E14B-A502-625444CE1DD9}"/>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58" name="Freeform 974">
                  <a:extLst>
                    <a:ext uri="{FF2B5EF4-FFF2-40B4-BE49-F238E27FC236}">
                      <a16:creationId xmlns:a16="http://schemas.microsoft.com/office/drawing/2014/main" id="{E7672640-8959-8042-B9BC-0EC53E5938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59" name="Oval 975">
                  <a:extLst>
                    <a:ext uri="{FF2B5EF4-FFF2-40B4-BE49-F238E27FC236}">
                      <a16:creationId xmlns:a16="http://schemas.microsoft.com/office/drawing/2014/main" id="{EC9D3853-3A05-7A41-97AC-7C8D004AB9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0" name="Freeform 976">
                  <a:extLst>
                    <a:ext uri="{FF2B5EF4-FFF2-40B4-BE49-F238E27FC236}">
                      <a16:creationId xmlns:a16="http://schemas.microsoft.com/office/drawing/2014/main" id="{06EA8E85-732B-014C-8B0A-5EE3252412D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61" name="AutoShape 977">
                  <a:extLst>
                    <a:ext uri="{FF2B5EF4-FFF2-40B4-BE49-F238E27FC236}">
                      <a16:creationId xmlns:a16="http://schemas.microsoft.com/office/drawing/2014/main" id="{99429D52-F182-BE4E-B823-05082C04FE9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2" name="AutoShape 978">
                  <a:extLst>
                    <a:ext uri="{FF2B5EF4-FFF2-40B4-BE49-F238E27FC236}">
                      <a16:creationId xmlns:a16="http://schemas.microsoft.com/office/drawing/2014/main" id="{88FC1120-3C79-7041-8DE1-0FB8725D9C7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3" name="Oval 979">
                  <a:extLst>
                    <a:ext uri="{FF2B5EF4-FFF2-40B4-BE49-F238E27FC236}">
                      <a16:creationId xmlns:a16="http://schemas.microsoft.com/office/drawing/2014/main" id="{8D7B5084-A180-D940-A1CF-D723A961793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4" name="Oval 980">
                  <a:extLst>
                    <a:ext uri="{FF2B5EF4-FFF2-40B4-BE49-F238E27FC236}">
                      <a16:creationId xmlns:a16="http://schemas.microsoft.com/office/drawing/2014/main" id="{8E92A1A9-5B46-C649-A91E-E03468D1190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65" name="Oval 981">
                  <a:extLst>
                    <a:ext uri="{FF2B5EF4-FFF2-40B4-BE49-F238E27FC236}">
                      <a16:creationId xmlns:a16="http://schemas.microsoft.com/office/drawing/2014/main" id="{6F81CDE4-91FE-9B45-8744-F10E6BD1A02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6" name="Rectangle 982">
                  <a:extLst>
                    <a:ext uri="{FF2B5EF4-FFF2-40B4-BE49-F238E27FC236}">
                      <a16:creationId xmlns:a16="http://schemas.microsoft.com/office/drawing/2014/main" id="{95B0618A-7119-4A46-8692-519AC294698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5" name="Group 862">
              <a:extLst>
                <a:ext uri="{FF2B5EF4-FFF2-40B4-BE49-F238E27FC236}">
                  <a16:creationId xmlns:a16="http://schemas.microsoft.com/office/drawing/2014/main" id="{507FD766-D064-0542-B330-E6FC31AF9804}"/>
                </a:ext>
              </a:extLst>
            </p:cNvPr>
            <p:cNvGrpSpPr>
              <a:grpSpLocks/>
            </p:cNvGrpSpPr>
            <p:nvPr/>
          </p:nvGrpSpPr>
          <p:grpSpPr bwMode="auto">
            <a:xfrm>
              <a:off x="5084012" y="5612511"/>
              <a:ext cx="347767" cy="680207"/>
              <a:chOff x="7923189" y="2486664"/>
              <a:chExt cx="360377" cy="884585"/>
            </a:xfrm>
          </p:grpSpPr>
          <p:pic>
            <p:nvPicPr>
              <p:cNvPr id="214607" name="Picture 3">
                <a:extLst>
                  <a:ext uri="{FF2B5EF4-FFF2-40B4-BE49-F238E27FC236}">
                    <a16:creationId xmlns:a16="http://schemas.microsoft.com/office/drawing/2014/main" id="{563CF114-564D-5647-B20D-BA0AE252B29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08" name="Group 950">
                <a:extLst>
                  <a:ext uri="{FF2B5EF4-FFF2-40B4-BE49-F238E27FC236}">
                    <a16:creationId xmlns:a16="http://schemas.microsoft.com/office/drawing/2014/main" id="{B58665F8-F067-9745-BBC5-907E7293FCE3}"/>
                  </a:ext>
                </a:extLst>
              </p:cNvPr>
              <p:cNvGrpSpPr>
                <a:grpSpLocks/>
              </p:cNvGrpSpPr>
              <p:nvPr/>
            </p:nvGrpSpPr>
            <p:grpSpPr bwMode="auto">
              <a:xfrm>
                <a:off x="7923189" y="2890236"/>
                <a:ext cx="227012" cy="481013"/>
                <a:chOff x="4140" y="429"/>
                <a:chExt cx="1425" cy="2396"/>
              </a:xfrm>
            </p:grpSpPr>
            <p:sp>
              <p:nvSpPr>
                <p:cNvPr id="214609" name="Freeform 951">
                  <a:extLst>
                    <a:ext uri="{FF2B5EF4-FFF2-40B4-BE49-F238E27FC236}">
                      <a16:creationId xmlns:a16="http://schemas.microsoft.com/office/drawing/2014/main" id="{0C47CAA2-49AC-4249-8690-07C160A2C94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0" name="Rectangle 952">
                  <a:extLst>
                    <a:ext uri="{FF2B5EF4-FFF2-40B4-BE49-F238E27FC236}">
                      <a16:creationId xmlns:a16="http://schemas.microsoft.com/office/drawing/2014/main" id="{59CD709A-8D3F-CE49-B1FF-F1C01B4D44E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1" name="Freeform 953">
                  <a:extLst>
                    <a:ext uri="{FF2B5EF4-FFF2-40B4-BE49-F238E27FC236}">
                      <a16:creationId xmlns:a16="http://schemas.microsoft.com/office/drawing/2014/main" id="{71CCBE77-2578-E248-B6C3-314F3EDDC7C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2" name="Freeform 954">
                  <a:extLst>
                    <a:ext uri="{FF2B5EF4-FFF2-40B4-BE49-F238E27FC236}">
                      <a16:creationId xmlns:a16="http://schemas.microsoft.com/office/drawing/2014/main" id="{781D5A2B-495C-A84A-8C77-F5FC8913480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3" name="Rectangle 955">
                  <a:extLst>
                    <a:ext uri="{FF2B5EF4-FFF2-40B4-BE49-F238E27FC236}">
                      <a16:creationId xmlns:a16="http://schemas.microsoft.com/office/drawing/2014/main" id="{2DFE5F82-32A0-334A-9DEC-94E388EAB43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4" name="Group 956">
                  <a:extLst>
                    <a:ext uri="{FF2B5EF4-FFF2-40B4-BE49-F238E27FC236}">
                      <a16:creationId xmlns:a16="http://schemas.microsoft.com/office/drawing/2014/main" id="{E89932DB-179E-6241-A8B9-C2400A798CFF}"/>
                    </a:ext>
                  </a:extLst>
                </p:cNvPr>
                <p:cNvGrpSpPr>
                  <a:grpSpLocks/>
                </p:cNvGrpSpPr>
                <p:nvPr/>
              </p:nvGrpSpPr>
              <p:grpSpPr bwMode="auto">
                <a:xfrm>
                  <a:off x="4749" y="668"/>
                  <a:ext cx="581" cy="145"/>
                  <a:chOff x="614" y="2568"/>
                  <a:chExt cx="725" cy="139"/>
                </a:xfrm>
              </p:grpSpPr>
              <p:sp>
                <p:nvSpPr>
                  <p:cNvPr id="214639" name="AutoShape 957">
                    <a:extLst>
                      <a:ext uri="{FF2B5EF4-FFF2-40B4-BE49-F238E27FC236}">
                        <a16:creationId xmlns:a16="http://schemas.microsoft.com/office/drawing/2014/main" id="{1D393EA7-13DC-014C-9A72-EA4893ADCAB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0" name="AutoShape 958">
                    <a:extLst>
                      <a:ext uri="{FF2B5EF4-FFF2-40B4-BE49-F238E27FC236}">
                        <a16:creationId xmlns:a16="http://schemas.microsoft.com/office/drawing/2014/main" id="{E2421AEE-CB31-3341-9E23-45BB51C7161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5" name="Rectangle 959">
                  <a:extLst>
                    <a:ext uri="{FF2B5EF4-FFF2-40B4-BE49-F238E27FC236}">
                      <a16:creationId xmlns:a16="http://schemas.microsoft.com/office/drawing/2014/main" id="{AEDFD6AB-D574-334D-9457-2AFEBF4CAB6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6" name="Group 960">
                  <a:extLst>
                    <a:ext uri="{FF2B5EF4-FFF2-40B4-BE49-F238E27FC236}">
                      <a16:creationId xmlns:a16="http://schemas.microsoft.com/office/drawing/2014/main" id="{636B9FE2-64DB-B948-8813-09763826DECD}"/>
                    </a:ext>
                  </a:extLst>
                </p:cNvPr>
                <p:cNvGrpSpPr>
                  <a:grpSpLocks/>
                </p:cNvGrpSpPr>
                <p:nvPr/>
              </p:nvGrpSpPr>
              <p:grpSpPr bwMode="auto">
                <a:xfrm>
                  <a:off x="4747" y="994"/>
                  <a:ext cx="581" cy="134"/>
                  <a:chOff x="614" y="2568"/>
                  <a:chExt cx="725" cy="139"/>
                </a:xfrm>
              </p:grpSpPr>
              <p:sp>
                <p:nvSpPr>
                  <p:cNvPr id="214637" name="AutoShape 961">
                    <a:extLst>
                      <a:ext uri="{FF2B5EF4-FFF2-40B4-BE49-F238E27FC236}">
                        <a16:creationId xmlns:a16="http://schemas.microsoft.com/office/drawing/2014/main" id="{B2B805DE-80C8-B140-804C-4685B428D17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8" name="AutoShape 962">
                    <a:extLst>
                      <a:ext uri="{FF2B5EF4-FFF2-40B4-BE49-F238E27FC236}">
                        <a16:creationId xmlns:a16="http://schemas.microsoft.com/office/drawing/2014/main" id="{19F8F38A-C09D-1A4B-BC66-03901EAC3B6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7" name="Rectangle 963">
                  <a:extLst>
                    <a:ext uri="{FF2B5EF4-FFF2-40B4-BE49-F238E27FC236}">
                      <a16:creationId xmlns:a16="http://schemas.microsoft.com/office/drawing/2014/main" id="{96542B13-9744-9B4D-B110-DB37C9B2971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8" name="Rectangle 964">
                  <a:extLst>
                    <a:ext uri="{FF2B5EF4-FFF2-40B4-BE49-F238E27FC236}">
                      <a16:creationId xmlns:a16="http://schemas.microsoft.com/office/drawing/2014/main" id="{4A0F0D86-DABE-014B-B93A-0622A4E941F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9" name="Group 965">
                  <a:extLst>
                    <a:ext uri="{FF2B5EF4-FFF2-40B4-BE49-F238E27FC236}">
                      <a16:creationId xmlns:a16="http://schemas.microsoft.com/office/drawing/2014/main" id="{EB5DD951-DE2E-1C4B-AF54-08C63A86F242}"/>
                    </a:ext>
                  </a:extLst>
                </p:cNvPr>
                <p:cNvGrpSpPr>
                  <a:grpSpLocks/>
                </p:cNvGrpSpPr>
                <p:nvPr/>
              </p:nvGrpSpPr>
              <p:grpSpPr bwMode="auto">
                <a:xfrm>
                  <a:off x="4735" y="1627"/>
                  <a:ext cx="582" cy="151"/>
                  <a:chOff x="614" y="2568"/>
                  <a:chExt cx="725" cy="139"/>
                </a:xfrm>
              </p:grpSpPr>
              <p:sp>
                <p:nvSpPr>
                  <p:cNvPr id="214635" name="AutoShape 966">
                    <a:extLst>
                      <a:ext uri="{FF2B5EF4-FFF2-40B4-BE49-F238E27FC236}">
                        <a16:creationId xmlns:a16="http://schemas.microsoft.com/office/drawing/2014/main" id="{1295AECE-1044-A046-8C03-48CB66B33A5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6" name="AutoShape 967">
                    <a:extLst>
                      <a:ext uri="{FF2B5EF4-FFF2-40B4-BE49-F238E27FC236}">
                        <a16:creationId xmlns:a16="http://schemas.microsoft.com/office/drawing/2014/main" id="{D86A711D-EFD1-4C45-B531-C0F0805252A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0" name="Freeform 968">
                  <a:extLst>
                    <a:ext uri="{FF2B5EF4-FFF2-40B4-BE49-F238E27FC236}">
                      <a16:creationId xmlns:a16="http://schemas.microsoft.com/office/drawing/2014/main" id="{71D47CC6-B1B1-7948-8C4D-CE799466060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21" name="Group 969">
                  <a:extLst>
                    <a:ext uri="{FF2B5EF4-FFF2-40B4-BE49-F238E27FC236}">
                      <a16:creationId xmlns:a16="http://schemas.microsoft.com/office/drawing/2014/main" id="{6E2EABD1-32B0-E648-80D1-730CD44DE35C}"/>
                    </a:ext>
                  </a:extLst>
                </p:cNvPr>
                <p:cNvGrpSpPr>
                  <a:grpSpLocks/>
                </p:cNvGrpSpPr>
                <p:nvPr/>
              </p:nvGrpSpPr>
              <p:grpSpPr bwMode="auto">
                <a:xfrm>
                  <a:off x="4739" y="1327"/>
                  <a:ext cx="582" cy="139"/>
                  <a:chOff x="614" y="2568"/>
                  <a:chExt cx="725" cy="139"/>
                </a:xfrm>
              </p:grpSpPr>
              <p:sp>
                <p:nvSpPr>
                  <p:cNvPr id="214633" name="AutoShape 970">
                    <a:extLst>
                      <a:ext uri="{FF2B5EF4-FFF2-40B4-BE49-F238E27FC236}">
                        <a16:creationId xmlns:a16="http://schemas.microsoft.com/office/drawing/2014/main" id="{5360B30E-6D2B-6B43-856D-F332717BF6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4" name="AutoShape 971">
                    <a:extLst>
                      <a:ext uri="{FF2B5EF4-FFF2-40B4-BE49-F238E27FC236}">
                        <a16:creationId xmlns:a16="http://schemas.microsoft.com/office/drawing/2014/main" id="{5B6F0033-8A83-1940-B9FF-DE68ABEF6C9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2" name="Rectangle 972">
                  <a:extLst>
                    <a:ext uri="{FF2B5EF4-FFF2-40B4-BE49-F238E27FC236}">
                      <a16:creationId xmlns:a16="http://schemas.microsoft.com/office/drawing/2014/main" id="{1AAA15BA-519D-604A-A063-111934D5315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3" name="Freeform 973">
                  <a:extLst>
                    <a:ext uri="{FF2B5EF4-FFF2-40B4-BE49-F238E27FC236}">
                      <a16:creationId xmlns:a16="http://schemas.microsoft.com/office/drawing/2014/main" id="{D7268FE4-3633-7E4F-A9DE-1A099614C81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4" name="Freeform 974">
                  <a:extLst>
                    <a:ext uri="{FF2B5EF4-FFF2-40B4-BE49-F238E27FC236}">
                      <a16:creationId xmlns:a16="http://schemas.microsoft.com/office/drawing/2014/main" id="{2240B9F2-DF1E-134D-A1CB-9B966296B32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5" name="Oval 975">
                  <a:extLst>
                    <a:ext uri="{FF2B5EF4-FFF2-40B4-BE49-F238E27FC236}">
                      <a16:creationId xmlns:a16="http://schemas.microsoft.com/office/drawing/2014/main" id="{9202F8D2-9D0C-434C-B909-5AC189F3639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6" name="Freeform 976">
                  <a:extLst>
                    <a:ext uri="{FF2B5EF4-FFF2-40B4-BE49-F238E27FC236}">
                      <a16:creationId xmlns:a16="http://schemas.microsoft.com/office/drawing/2014/main" id="{EB09ED96-E768-3444-9C5E-6BC4D1210CE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7" name="AutoShape 977">
                  <a:extLst>
                    <a:ext uri="{FF2B5EF4-FFF2-40B4-BE49-F238E27FC236}">
                      <a16:creationId xmlns:a16="http://schemas.microsoft.com/office/drawing/2014/main" id="{E493530B-AA1E-CA40-8FA9-8708AB0CEA3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8" name="AutoShape 978">
                  <a:extLst>
                    <a:ext uri="{FF2B5EF4-FFF2-40B4-BE49-F238E27FC236}">
                      <a16:creationId xmlns:a16="http://schemas.microsoft.com/office/drawing/2014/main" id="{29957C38-CF9D-BA4A-8483-4E9F151B0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9" name="Oval 979">
                  <a:extLst>
                    <a:ext uri="{FF2B5EF4-FFF2-40B4-BE49-F238E27FC236}">
                      <a16:creationId xmlns:a16="http://schemas.microsoft.com/office/drawing/2014/main" id="{34B9D8B5-03B1-6541-AB6C-0AB8440886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0" name="Oval 980">
                  <a:extLst>
                    <a:ext uri="{FF2B5EF4-FFF2-40B4-BE49-F238E27FC236}">
                      <a16:creationId xmlns:a16="http://schemas.microsoft.com/office/drawing/2014/main" id="{A33CE19C-067B-9646-B667-FD1D5A32F24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31" name="Oval 981">
                  <a:extLst>
                    <a:ext uri="{FF2B5EF4-FFF2-40B4-BE49-F238E27FC236}">
                      <a16:creationId xmlns:a16="http://schemas.microsoft.com/office/drawing/2014/main" id="{18AD08A0-EBDE-0D49-A805-5EFA0E85165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2" name="Rectangle 982">
                  <a:extLst>
                    <a:ext uri="{FF2B5EF4-FFF2-40B4-BE49-F238E27FC236}">
                      <a16:creationId xmlns:a16="http://schemas.microsoft.com/office/drawing/2014/main" id="{7BFD1C2B-DDA4-C640-A3FC-9EA3B37D388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6" name="Group 897">
              <a:extLst>
                <a:ext uri="{FF2B5EF4-FFF2-40B4-BE49-F238E27FC236}">
                  <a16:creationId xmlns:a16="http://schemas.microsoft.com/office/drawing/2014/main" id="{CD60E856-AD2F-574C-B841-E53BF7BEB3D6}"/>
                </a:ext>
              </a:extLst>
            </p:cNvPr>
            <p:cNvGrpSpPr>
              <a:grpSpLocks/>
            </p:cNvGrpSpPr>
            <p:nvPr/>
          </p:nvGrpSpPr>
          <p:grpSpPr bwMode="auto">
            <a:xfrm>
              <a:off x="6068038" y="3829780"/>
              <a:ext cx="347753" cy="680208"/>
              <a:chOff x="7923189" y="2486663"/>
              <a:chExt cx="360362" cy="884586"/>
            </a:xfrm>
          </p:grpSpPr>
          <p:pic>
            <p:nvPicPr>
              <p:cNvPr id="214573" name="Picture 3">
                <a:extLst>
                  <a:ext uri="{FF2B5EF4-FFF2-40B4-BE49-F238E27FC236}">
                    <a16:creationId xmlns:a16="http://schemas.microsoft.com/office/drawing/2014/main" id="{7C224992-1229-9E43-998F-00844EECB7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74" name="Group 950">
                <a:extLst>
                  <a:ext uri="{FF2B5EF4-FFF2-40B4-BE49-F238E27FC236}">
                    <a16:creationId xmlns:a16="http://schemas.microsoft.com/office/drawing/2014/main" id="{6F93D902-DF1A-4F4F-B6ED-D18240151B1F}"/>
                  </a:ext>
                </a:extLst>
              </p:cNvPr>
              <p:cNvGrpSpPr>
                <a:grpSpLocks/>
              </p:cNvGrpSpPr>
              <p:nvPr/>
            </p:nvGrpSpPr>
            <p:grpSpPr bwMode="auto">
              <a:xfrm>
                <a:off x="7923189" y="2890236"/>
                <a:ext cx="227012" cy="481013"/>
                <a:chOff x="4140" y="429"/>
                <a:chExt cx="1425" cy="2396"/>
              </a:xfrm>
            </p:grpSpPr>
            <p:sp>
              <p:nvSpPr>
                <p:cNvPr id="214575" name="Freeform 951">
                  <a:extLst>
                    <a:ext uri="{FF2B5EF4-FFF2-40B4-BE49-F238E27FC236}">
                      <a16:creationId xmlns:a16="http://schemas.microsoft.com/office/drawing/2014/main" id="{B0E86564-CD6D-3944-B48B-F5CAEDE6704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6" name="Rectangle 952">
                  <a:extLst>
                    <a:ext uri="{FF2B5EF4-FFF2-40B4-BE49-F238E27FC236}">
                      <a16:creationId xmlns:a16="http://schemas.microsoft.com/office/drawing/2014/main" id="{A167CAD0-6A8A-7941-B1F7-E0A74EFB0A0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7" name="Freeform 953">
                  <a:extLst>
                    <a:ext uri="{FF2B5EF4-FFF2-40B4-BE49-F238E27FC236}">
                      <a16:creationId xmlns:a16="http://schemas.microsoft.com/office/drawing/2014/main" id="{4726D2FD-E8A0-CC4B-A1D8-D89F5A36878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8" name="Freeform 954">
                  <a:extLst>
                    <a:ext uri="{FF2B5EF4-FFF2-40B4-BE49-F238E27FC236}">
                      <a16:creationId xmlns:a16="http://schemas.microsoft.com/office/drawing/2014/main" id="{4F20BF5E-E61A-4A48-BDA8-491822E5B26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9" name="Rectangle 955">
                  <a:extLst>
                    <a:ext uri="{FF2B5EF4-FFF2-40B4-BE49-F238E27FC236}">
                      <a16:creationId xmlns:a16="http://schemas.microsoft.com/office/drawing/2014/main" id="{FD7DC307-1108-F84E-8252-F7C39E957DC8}"/>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0" name="Group 956">
                  <a:extLst>
                    <a:ext uri="{FF2B5EF4-FFF2-40B4-BE49-F238E27FC236}">
                      <a16:creationId xmlns:a16="http://schemas.microsoft.com/office/drawing/2014/main" id="{742701A2-1BAB-1D4A-93EE-7945F9079FF3}"/>
                    </a:ext>
                  </a:extLst>
                </p:cNvPr>
                <p:cNvGrpSpPr>
                  <a:grpSpLocks/>
                </p:cNvGrpSpPr>
                <p:nvPr/>
              </p:nvGrpSpPr>
              <p:grpSpPr bwMode="auto">
                <a:xfrm>
                  <a:off x="4749" y="668"/>
                  <a:ext cx="581" cy="145"/>
                  <a:chOff x="614" y="2568"/>
                  <a:chExt cx="725" cy="139"/>
                </a:xfrm>
              </p:grpSpPr>
              <p:sp>
                <p:nvSpPr>
                  <p:cNvPr id="214605" name="AutoShape 957">
                    <a:extLst>
                      <a:ext uri="{FF2B5EF4-FFF2-40B4-BE49-F238E27FC236}">
                        <a16:creationId xmlns:a16="http://schemas.microsoft.com/office/drawing/2014/main" id="{B1DBF270-A4D7-6F43-BDAE-283D09FC33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6" name="AutoShape 958">
                    <a:extLst>
                      <a:ext uri="{FF2B5EF4-FFF2-40B4-BE49-F238E27FC236}">
                        <a16:creationId xmlns:a16="http://schemas.microsoft.com/office/drawing/2014/main" id="{8B922D59-1E34-5E49-A1A0-1A79FA563FD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1" name="Rectangle 959">
                  <a:extLst>
                    <a:ext uri="{FF2B5EF4-FFF2-40B4-BE49-F238E27FC236}">
                      <a16:creationId xmlns:a16="http://schemas.microsoft.com/office/drawing/2014/main" id="{720F6FB5-0794-834C-9FF7-0EDA784C544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2" name="Group 960">
                  <a:extLst>
                    <a:ext uri="{FF2B5EF4-FFF2-40B4-BE49-F238E27FC236}">
                      <a16:creationId xmlns:a16="http://schemas.microsoft.com/office/drawing/2014/main" id="{3EDABE8F-C0D3-F64F-9383-8EEB162419C4}"/>
                    </a:ext>
                  </a:extLst>
                </p:cNvPr>
                <p:cNvGrpSpPr>
                  <a:grpSpLocks/>
                </p:cNvGrpSpPr>
                <p:nvPr/>
              </p:nvGrpSpPr>
              <p:grpSpPr bwMode="auto">
                <a:xfrm>
                  <a:off x="4747" y="994"/>
                  <a:ext cx="581" cy="134"/>
                  <a:chOff x="614" y="2568"/>
                  <a:chExt cx="725" cy="139"/>
                </a:xfrm>
              </p:grpSpPr>
              <p:sp>
                <p:nvSpPr>
                  <p:cNvPr id="214603" name="AutoShape 961">
                    <a:extLst>
                      <a:ext uri="{FF2B5EF4-FFF2-40B4-BE49-F238E27FC236}">
                        <a16:creationId xmlns:a16="http://schemas.microsoft.com/office/drawing/2014/main" id="{F11EB9E8-25F5-3C4C-B45A-1E592BB9E6A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4" name="AutoShape 962">
                    <a:extLst>
                      <a:ext uri="{FF2B5EF4-FFF2-40B4-BE49-F238E27FC236}">
                        <a16:creationId xmlns:a16="http://schemas.microsoft.com/office/drawing/2014/main" id="{703CEBB7-DEC9-1048-A10F-083DD20EA20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3" name="Rectangle 963">
                  <a:extLst>
                    <a:ext uri="{FF2B5EF4-FFF2-40B4-BE49-F238E27FC236}">
                      <a16:creationId xmlns:a16="http://schemas.microsoft.com/office/drawing/2014/main" id="{9454D8B8-6B15-444B-B14F-63ECB29ED8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4" name="Rectangle 964">
                  <a:extLst>
                    <a:ext uri="{FF2B5EF4-FFF2-40B4-BE49-F238E27FC236}">
                      <a16:creationId xmlns:a16="http://schemas.microsoft.com/office/drawing/2014/main" id="{69DE74CF-EB07-AD4A-B698-E00F3D2666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5" name="Group 965">
                  <a:extLst>
                    <a:ext uri="{FF2B5EF4-FFF2-40B4-BE49-F238E27FC236}">
                      <a16:creationId xmlns:a16="http://schemas.microsoft.com/office/drawing/2014/main" id="{3081CBEE-87E9-5647-B228-1A327E765CEE}"/>
                    </a:ext>
                  </a:extLst>
                </p:cNvPr>
                <p:cNvGrpSpPr>
                  <a:grpSpLocks/>
                </p:cNvGrpSpPr>
                <p:nvPr/>
              </p:nvGrpSpPr>
              <p:grpSpPr bwMode="auto">
                <a:xfrm>
                  <a:off x="4735" y="1627"/>
                  <a:ext cx="582" cy="151"/>
                  <a:chOff x="614" y="2568"/>
                  <a:chExt cx="725" cy="139"/>
                </a:xfrm>
              </p:grpSpPr>
              <p:sp>
                <p:nvSpPr>
                  <p:cNvPr id="214601" name="AutoShape 966">
                    <a:extLst>
                      <a:ext uri="{FF2B5EF4-FFF2-40B4-BE49-F238E27FC236}">
                        <a16:creationId xmlns:a16="http://schemas.microsoft.com/office/drawing/2014/main" id="{701EE972-A5F2-444C-BC8E-70153B4777BA}"/>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2" name="AutoShape 967">
                    <a:extLst>
                      <a:ext uri="{FF2B5EF4-FFF2-40B4-BE49-F238E27FC236}">
                        <a16:creationId xmlns:a16="http://schemas.microsoft.com/office/drawing/2014/main" id="{0130ACB8-9781-EA4A-A1DB-82D0F29EBF2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6" name="Freeform 968">
                  <a:extLst>
                    <a:ext uri="{FF2B5EF4-FFF2-40B4-BE49-F238E27FC236}">
                      <a16:creationId xmlns:a16="http://schemas.microsoft.com/office/drawing/2014/main" id="{4AB44CEB-E837-7147-A8A7-57C5FDA6FF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87" name="Group 969">
                  <a:extLst>
                    <a:ext uri="{FF2B5EF4-FFF2-40B4-BE49-F238E27FC236}">
                      <a16:creationId xmlns:a16="http://schemas.microsoft.com/office/drawing/2014/main" id="{A74DE05C-88D9-774E-B8F5-0BA3B55D1114}"/>
                    </a:ext>
                  </a:extLst>
                </p:cNvPr>
                <p:cNvGrpSpPr>
                  <a:grpSpLocks/>
                </p:cNvGrpSpPr>
                <p:nvPr/>
              </p:nvGrpSpPr>
              <p:grpSpPr bwMode="auto">
                <a:xfrm>
                  <a:off x="4739" y="1327"/>
                  <a:ext cx="582" cy="139"/>
                  <a:chOff x="614" y="2568"/>
                  <a:chExt cx="725" cy="139"/>
                </a:xfrm>
              </p:grpSpPr>
              <p:sp>
                <p:nvSpPr>
                  <p:cNvPr id="214599" name="AutoShape 970">
                    <a:extLst>
                      <a:ext uri="{FF2B5EF4-FFF2-40B4-BE49-F238E27FC236}">
                        <a16:creationId xmlns:a16="http://schemas.microsoft.com/office/drawing/2014/main" id="{F6664F2B-8007-C042-8BD4-9DD26D6562F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0" name="AutoShape 971">
                    <a:extLst>
                      <a:ext uri="{FF2B5EF4-FFF2-40B4-BE49-F238E27FC236}">
                        <a16:creationId xmlns:a16="http://schemas.microsoft.com/office/drawing/2014/main" id="{681E6074-B6F0-504F-8D76-434A29BF799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8" name="Rectangle 972">
                  <a:extLst>
                    <a:ext uri="{FF2B5EF4-FFF2-40B4-BE49-F238E27FC236}">
                      <a16:creationId xmlns:a16="http://schemas.microsoft.com/office/drawing/2014/main" id="{016C43F7-AF1C-2148-8C6F-047013498BF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9" name="Freeform 973">
                  <a:extLst>
                    <a:ext uri="{FF2B5EF4-FFF2-40B4-BE49-F238E27FC236}">
                      <a16:creationId xmlns:a16="http://schemas.microsoft.com/office/drawing/2014/main" id="{960017AB-A9BC-7B49-A693-83AE1F1CE7E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0" name="Freeform 974">
                  <a:extLst>
                    <a:ext uri="{FF2B5EF4-FFF2-40B4-BE49-F238E27FC236}">
                      <a16:creationId xmlns:a16="http://schemas.microsoft.com/office/drawing/2014/main" id="{B4FEDAA7-65C7-7743-89B9-688476EC7D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1" name="Oval 975">
                  <a:extLst>
                    <a:ext uri="{FF2B5EF4-FFF2-40B4-BE49-F238E27FC236}">
                      <a16:creationId xmlns:a16="http://schemas.microsoft.com/office/drawing/2014/main" id="{F2EA992E-8FC3-CA49-80B6-2C38049950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2" name="Freeform 976">
                  <a:extLst>
                    <a:ext uri="{FF2B5EF4-FFF2-40B4-BE49-F238E27FC236}">
                      <a16:creationId xmlns:a16="http://schemas.microsoft.com/office/drawing/2014/main" id="{96A0DFAB-1B0D-C045-A4E7-A67AB0B521F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3" name="AutoShape 977">
                  <a:extLst>
                    <a:ext uri="{FF2B5EF4-FFF2-40B4-BE49-F238E27FC236}">
                      <a16:creationId xmlns:a16="http://schemas.microsoft.com/office/drawing/2014/main" id="{D8947F5E-F7D1-B64E-8558-F6B3FCA1C3D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4" name="AutoShape 978">
                  <a:extLst>
                    <a:ext uri="{FF2B5EF4-FFF2-40B4-BE49-F238E27FC236}">
                      <a16:creationId xmlns:a16="http://schemas.microsoft.com/office/drawing/2014/main" id="{1EB4BFCE-7C30-584C-B7B4-818CB34C41C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5" name="Oval 979">
                  <a:extLst>
                    <a:ext uri="{FF2B5EF4-FFF2-40B4-BE49-F238E27FC236}">
                      <a16:creationId xmlns:a16="http://schemas.microsoft.com/office/drawing/2014/main" id="{1A441EBF-90E7-A346-B395-AB5628A9320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6" name="Oval 980">
                  <a:extLst>
                    <a:ext uri="{FF2B5EF4-FFF2-40B4-BE49-F238E27FC236}">
                      <a16:creationId xmlns:a16="http://schemas.microsoft.com/office/drawing/2014/main" id="{F646C0CE-064B-8F45-BC86-4C7AC008D46B}"/>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97" name="Oval 981">
                  <a:extLst>
                    <a:ext uri="{FF2B5EF4-FFF2-40B4-BE49-F238E27FC236}">
                      <a16:creationId xmlns:a16="http://schemas.microsoft.com/office/drawing/2014/main" id="{49379C7D-E020-B342-93A3-E8AF6207970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8" name="Rectangle 982">
                  <a:extLst>
                    <a:ext uri="{FF2B5EF4-FFF2-40B4-BE49-F238E27FC236}">
                      <a16:creationId xmlns:a16="http://schemas.microsoft.com/office/drawing/2014/main" id="{084820A8-C10D-2D49-9723-2DF79F9B9FB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7" name="Group 932">
              <a:extLst>
                <a:ext uri="{FF2B5EF4-FFF2-40B4-BE49-F238E27FC236}">
                  <a16:creationId xmlns:a16="http://schemas.microsoft.com/office/drawing/2014/main" id="{0D03F1A7-2CEA-8449-B4F3-59622B4BB9F1}"/>
                </a:ext>
              </a:extLst>
            </p:cNvPr>
            <p:cNvGrpSpPr>
              <a:grpSpLocks/>
            </p:cNvGrpSpPr>
            <p:nvPr/>
          </p:nvGrpSpPr>
          <p:grpSpPr bwMode="auto">
            <a:xfrm>
              <a:off x="2122838" y="5630065"/>
              <a:ext cx="347753" cy="680208"/>
              <a:chOff x="7923189" y="2486663"/>
              <a:chExt cx="360362" cy="884586"/>
            </a:xfrm>
          </p:grpSpPr>
          <p:pic>
            <p:nvPicPr>
              <p:cNvPr id="214539" name="Picture 3">
                <a:extLst>
                  <a:ext uri="{FF2B5EF4-FFF2-40B4-BE49-F238E27FC236}">
                    <a16:creationId xmlns:a16="http://schemas.microsoft.com/office/drawing/2014/main" id="{5DE36EB3-3AFF-BA4F-BD6D-409F9CE17E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40" name="Group 950">
                <a:extLst>
                  <a:ext uri="{FF2B5EF4-FFF2-40B4-BE49-F238E27FC236}">
                    <a16:creationId xmlns:a16="http://schemas.microsoft.com/office/drawing/2014/main" id="{78FA27D7-EDBE-9B42-BE48-BD8D91C4F4B1}"/>
                  </a:ext>
                </a:extLst>
              </p:cNvPr>
              <p:cNvGrpSpPr>
                <a:grpSpLocks/>
              </p:cNvGrpSpPr>
              <p:nvPr/>
            </p:nvGrpSpPr>
            <p:grpSpPr bwMode="auto">
              <a:xfrm>
                <a:off x="7923189" y="2890236"/>
                <a:ext cx="227012" cy="481013"/>
                <a:chOff x="4140" y="429"/>
                <a:chExt cx="1425" cy="2396"/>
              </a:xfrm>
            </p:grpSpPr>
            <p:sp>
              <p:nvSpPr>
                <p:cNvPr id="214541" name="Freeform 951">
                  <a:extLst>
                    <a:ext uri="{FF2B5EF4-FFF2-40B4-BE49-F238E27FC236}">
                      <a16:creationId xmlns:a16="http://schemas.microsoft.com/office/drawing/2014/main" id="{BA79EE71-8A12-4640-8D04-F4A8C1152C6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2" name="Rectangle 952">
                  <a:extLst>
                    <a:ext uri="{FF2B5EF4-FFF2-40B4-BE49-F238E27FC236}">
                      <a16:creationId xmlns:a16="http://schemas.microsoft.com/office/drawing/2014/main" id="{5BF62D1C-48AC-7D48-95E1-670C967A2D9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43" name="Freeform 953">
                  <a:extLst>
                    <a:ext uri="{FF2B5EF4-FFF2-40B4-BE49-F238E27FC236}">
                      <a16:creationId xmlns:a16="http://schemas.microsoft.com/office/drawing/2014/main" id="{934C90DD-A5EE-3248-B6FB-FA697019225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4" name="Freeform 954">
                  <a:extLst>
                    <a:ext uri="{FF2B5EF4-FFF2-40B4-BE49-F238E27FC236}">
                      <a16:creationId xmlns:a16="http://schemas.microsoft.com/office/drawing/2014/main" id="{EFE7FF54-2122-3B4A-9237-801511A1E85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5" name="Rectangle 955">
                  <a:extLst>
                    <a:ext uri="{FF2B5EF4-FFF2-40B4-BE49-F238E27FC236}">
                      <a16:creationId xmlns:a16="http://schemas.microsoft.com/office/drawing/2014/main" id="{AA2E6AFB-B64A-0F47-A889-468715B276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6" name="Group 956">
                  <a:extLst>
                    <a:ext uri="{FF2B5EF4-FFF2-40B4-BE49-F238E27FC236}">
                      <a16:creationId xmlns:a16="http://schemas.microsoft.com/office/drawing/2014/main" id="{03D5C498-2613-CC40-9A1A-88B8C69DB4AC}"/>
                    </a:ext>
                  </a:extLst>
                </p:cNvPr>
                <p:cNvGrpSpPr>
                  <a:grpSpLocks/>
                </p:cNvGrpSpPr>
                <p:nvPr/>
              </p:nvGrpSpPr>
              <p:grpSpPr bwMode="auto">
                <a:xfrm>
                  <a:off x="4749" y="668"/>
                  <a:ext cx="581" cy="145"/>
                  <a:chOff x="614" y="2568"/>
                  <a:chExt cx="725" cy="139"/>
                </a:xfrm>
              </p:grpSpPr>
              <p:sp>
                <p:nvSpPr>
                  <p:cNvPr id="214571" name="AutoShape 957">
                    <a:extLst>
                      <a:ext uri="{FF2B5EF4-FFF2-40B4-BE49-F238E27FC236}">
                        <a16:creationId xmlns:a16="http://schemas.microsoft.com/office/drawing/2014/main" id="{91B8132F-1C0A-5A4C-88EE-B1FD03A61C5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2" name="AutoShape 958">
                    <a:extLst>
                      <a:ext uri="{FF2B5EF4-FFF2-40B4-BE49-F238E27FC236}">
                        <a16:creationId xmlns:a16="http://schemas.microsoft.com/office/drawing/2014/main" id="{AC41DB90-C49E-1142-883C-9F64F283D5D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7" name="Rectangle 959">
                  <a:extLst>
                    <a:ext uri="{FF2B5EF4-FFF2-40B4-BE49-F238E27FC236}">
                      <a16:creationId xmlns:a16="http://schemas.microsoft.com/office/drawing/2014/main" id="{3BFF5039-4721-2E4D-8E36-FCFE445AFDF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8" name="Group 960">
                  <a:extLst>
                    <a:ext uri="{FF2B5EF4-FFF2-40B4-BE49-F238E27FC236}">
                      <a16:creationId xmlns:a16="http://schemas.microsoft.com/office/drawing/2014/main" id="{01CD9547-2890-C74D-A640-EC13991ECC83}"/>
                    </a:ext>
                  </a:extLst>
                </p:cNvPr>
                <p:cNvGrpSpPr>
                  <a:grpSpLocks/>
                </p:cNvGrpSpPr>
                <p:nvPr/>
              </p:nvGrpSpPr>
              <p:grpSpPr bwMode="auto">
                <a:xfrm>
                  <a:off x="4747" y="994"/>
                  <a:ext cx="581" cy="134"/>
                  <a:chOff x="614" y="2568"/>
                  <a:chExt cx="725" cy="139"/>
                </a:xfrm>
              </p:grpSpPr>
              <p:sp>
                <p:nvSpPr>
                  <p:cNvPr id="214569" name="AutoShape 961">
                    <a:extLst>
                      <a:ext uri="{FF2B5EF4-FFF2-40B4-BE49-F238E27FC236}">
                        <a16:creationId xmlns:a16="http://schemas.microsoft.com/office/drawing/2014/main" id="{4E7C2351-B99F-FE48-8432-49883E0F2A2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0" name="AutoShape 962">
                    <a:extLst>
                      <a:ext uri="{FF2B5EF4-FFF2-40B4-BE49-F238E27FC236}">
                        <a16:creationId xmlns:a16="http://schemas.microsoft.com/office/drawing/2014/main" id="{70A705C3-0630-7743-85C8-3F5D10E564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9" name="Rectangle 963">
                  <a:extLst>
                    <a:ext uri="{FF2B5EF4-FFF2-40B4-BE49-F238E27FC236}">
                      <a16:creationId xmlns:a16="http://schemas.microsoft.com/office/drawing/2014/main" id="{4226CB1D-275D-024A-955F-6BC17F69C5A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0" name="Rectangle 964">
                  <a:extLst>
                    <a:ext uri="{FF2B5EF4-FFF2-40B4-BE49-F238E27FC236}">
                      <a16:creationId xmlns:a16="http://schemas.microsoft.com/office/drawing/2014/main" id="{3F11C6D0-E545-8C46-8D2B-C6F5E282E68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51" name="Group 965">
                  <a:extLst>
                    <a:ext uri="{FF2B5EF4-FFF2-40B4-BE49-F238E27FC236}">
                      <a16:creationId xmlns:a16="http://schemas.microsoft.com/office/drawing/2014/main" id="{6E742B3E-C6CE-9A42-9D1F-7A80FD035971}"/>
                    </a:ext>
                  </a:extLst>
                </p:cNvPr>
                <p:cNvGrpSpPr>
                  <a:grpSpLocks/>
                </p:cNvGrpSpPr>
                <p:nvPr/>
              </p:nvGrpSpPr>
              <p:grpSpPr bwMode="auto">
                <a:xfrm>
                  <a:off x="4735" y="1627"/>
                  <a:ext cx="582" cy="151"/>
                  <a:chOff x="614" y="2568"/>
                  <a:chExt cx="725" cy="139"/>
                </a:xfrm>
              </p:grpSpPr>
              <p:sp>
                <p:nvSpPr>
                  <p:cNvPr id="214567" name="AutoShape 966">
                    <a:extLst>
                      <a:ext uri="{FF2B5EF4-FFF2-40B4-BE49-F238E27FC236}">
                        <a16:creationId xmlns:a16="http://schemas.microsoft.com/office/drawing/2014/main" id="{26E60C4B-5F3A-244E-A71E-59C43916B1E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8" name="AutoShape 967">
                    <a:extLst>
                      <a:ext uri="{FF2B5EF4-FFF2-40B4-BE49-F238E27FC236}">
                        <a16:creationId xmlns:a16="http://schemas.microsoft.com/office/drawing/2014/main" id="{E3EAF3AD-8DFF-2048-882F-E23E3E9F30F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2" name="Freeform 968">
                  <a:extLst>
                    <a:ext uri="{FF2B5EF4-FFF2-40B4-BE49-F238E27FC236}">
                      <a16:creationId xmlns:a16="http://schemas.microsoft.com/office/drawing/2014/main" id="{43AAD801-E54F-A840-B9B9-5106EC5D10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53" name="Group 969">
                  <a:extLst>
                    <a:ext uri="{FF2B5EF4-FFF2-40B4-BE49-F238E27FC236}">
                      <a16:creationId xmlns:a16="http://schemas.microsoft.com/office/drawing/2014/main" id="{284D7B7E-FA9C-4C42-B210-91742B8823E6}"/>
                    </a:ext>
                  </a:extLst>
                </p:cNvPr>
                <p:cNvGrpSpPr>
                  <a:grpSpLocks/>
                </p:cNvGrpSpPr>
                <p:nvPr/>
              </p:nvGrpSpPr>
              <p:grpSpPr bwMode="auto">
                <a:xfrm>
                  <a:off x="4739" y="1327"/>
                  <a:ext cx="582" cy="139"/>
                  <a:chOff x="614" y="2568"/>
                  <a:chExt cx="725" cy="139"/>
                </a:xfrm>
              </p:grpSpPr>
              <p:sp>
                <p:nvSpPr>
                  <p:cNvPr id="214565" name="AutoShape 970">
                    <a:extLst>
                      <a:ext uri="{FF2B5EF4-FFF2-40B4-BE49-F238E27FC236}">
                        <a16:creationId xmlns:a16="http://schemas.microsoft.com/office/drawing/2014/main" id="{8FED6D26-E27C-5D41-88ED-BAD4B53B514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6" name="AutoShape 971">
                    <a:extLst>
                      <a:ext uri="{FF2B5EF4-FFF2-40B4-BE49-F238E27FC236}">
                        <a16:creationId xmlns:a16="http://schemas.microsoft.com/office/drawing/2014/main" id="{C8D2A46A-8F4E-9848-B2B2-4456B9EE1A0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4" name="Rectangle 972">
                  <a:extLst>
                    <a:ext uri="{FF2B5EF4-FFF2-40B4-BE49-F238E27FC236}">
                      <a16:creationId xmlns:a16="http://schemas.microsoft.com/office/drawing/2014/main" id="{67D5ECA4-557C-B845-86F6-AC44D0C0D18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5" name="Freeform 973">
                  <a:extLst>
                    <a:ext uri="{FF2B5EF4-FFF2-40B4-BE49-F238E27FC236}">
                      <a16:creationId xmlns:a16="http://schemas.microsoft.com/office/drawing/2014/main" id="{AF3298E6-C14C-CB46-8F61-E0E59FEADA7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6" name="Freeform 974">
                  <a:extLst>
                    <a:ext uri="{FF2B5EF4-FFF2-40B4-BE49-F238E27FC236}">
                      <a16:creationId xmlns:a16="http://schemas.microsoft.com/office/drawing/2014/main" id="{A56E4D83-9A3E-544A-BA23-873018E427A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7" name="Oval 975">
                  <a:extLst>
                    <a:ext uri="{FF2B5EF4-FFF2-40B4-BE49-F238E27FC236}">
                      <a16:creationId xmlns:a16="http://schemas.microsoft.com/office/drawing/2014/main" id="{AEF30947-F8A0-194F-B4BA-4AD952BE398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8" name="Freeform 976">
                  <a:extLst>
                    <a:ext uri="{FF2B5EF4-FFF2-40B4-BE49-F238E27FC236}">
                      <a16:creationId xmlns:a16="http://schemas.microsoft.com/office/drawing/2014/main" id="{68DA3ED0-277F-D841-85D5-AA483902579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9" name="AutoShape 977">
                  <a:extLst>
                    <a:ext uri="{FF2B5EF4-FFF2-40B4-BE49-F238E27FC236}">
                      <a16:creationId xmlns:a16="http://schemas.microsoft.com/office/drawing/2014/main" id="{E7834B2A-9B47-1041-9D90-15394F42B2C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0" name="AutoShape 978">
                  <a:extLst>
                    <a:ext uri="{FF2B5EF4-FFF2-40B4-BE49-F238E27FC236}">
                      <a16:creationId xmlns:a16="http://schemas.microsoft.com/office/drawing/2014/main" id="{02F3B69F-9FC0-ED46-95EA-40F27E1D120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1" name="Oval 979">
                  <a:extLst>
                    <a:ext uri="{FF2B5EF4-FFF2-40B4-BE49-F238E27FC236}">
                      <a16:creationId xmlns:a16="http://schemas.microsoft.com/office/drawing/2014/main" id="{4DE57B74-718C-334B-8B94-98CC94D5232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2" name="Oval 980">
                  <a:extLst>
                    <a:ext uri="{FF2B5EF4-FFF2-40B4-BE49-F238E27FC236}">
                      <a16:creationId xmlns:a16="http://schemas.microsoft.com/office/drawing/2014/main" id="{652A99B5-08D3-C64C-96C5-5ECCBF7E110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63" name="Oval 981">
                  <a:extLst>
                    <a:ext uri="{FF2B5EF4-FFF2-40B4-BE49-F238E27FC236}">
                      <a16:creationId xmlns:a16="http://schemas.microsoft.com/office/drawing/2014/main" id="{E9E54174-B84B-9146-8E65-121AE87CE6D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4" name="Rectangle 982">
                  <a:extLst>
                    <a:ext uri="{FF2B5EF4-FFF2-40B4-BE49-F238E27FC236}">
                      <a16:creationId xmlns:a16="http://schemas.microsoft.com/office/drawing/2014/main" id="{704EC13D-5637-0B42-BD20-1DE721BE161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8" name="Group 15">
              <a:extLst>
                <a:ext uri="{FF2B5EF4-FFF2-40B4-BE49-F238E27FC236}">
                  <a16:creationId xmlns:a16="http://schemas.microsoft.com/office/drawing/2014/main" id="{D8E1866F-6854-DA47-9762-C14A87A4DECA}"/>
                </a:ext>
              </a:extLst>
            </p:cNvPr>
            <p:cNvGrpSpPr>
              <a:grpSpLocks/>
            </p:cNvGrpSpPr>
            <p:nvPr/>
          </p:nvGrpSpPr>
          <p:grpSpPr bwMode="auto">
            <a:xfrm>
              <a:off x="7707615" y="4368892"/>
              <a:ext cx="990551" cy="731635"/>
              <a:chOff x="7707615" y="4368892"/>
              <a:chExt cx="990551" cy="731635"/>
            </a:xfrm>
          </p:grpSpPr>
          <p:pic>
            <p:nvPicPr>
              <p:cNvPr id="214439" name="Picture 14">
                <a:extLst>
                  <a:ext uri="{FF2B5EF4-FFF2-40B4-BE49-F238E27FC236}">
                    <a16:creationId xmlns:a16="http://schemas.microsoft.com/office/drawing/2014/main" id="{3BCD9759-5B21-114C-8761-09126950D3C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440" name="Group 249">
                <a:extLst>
                  <a:ext uri="{FF2B5EF4-FFF2-40B4-BE49-F238E27FC236}">
                    <a16:creationId xmlns:a16="http://schemas.microsoft.com/office/drawing/2014/main" id="{545A4638-7D8B-F449-B237-6472B9C5CF2B}"/>
                  </a:ext>
                </a:extLst>
              </p:cNvPr>
              <p:cNvGrpSpPr>
                <a:grpSpLocks/>
              </p:cNvGrpSpPr>
              <p:nvPr/>
            </p:nvGrpSpPr>
            <p:grpSpPr bwMode="auto">
              <a:xfrm flipH="1">
                <a:off x="7707615" y="4368892"/>
                <a:ext cx="225953" cy="395900"/>
                <a:chOff x="4140" y="429"/>
                <a:chExt cx="1425" cy="2396"/>
              </a:xfrm>
            </p:grpSpPr>
            <p:sp>
              <p:nvSpPr>
                <p:cNvPr id="214507" name="Freeform 250">
                  <a:extLst>
                    <a:ext uri="{FF2B5EF4-FFF2-40B4-BE49-F238E27FC236}">
                      <a16:creationId xmlns:a16="http://schemas.microsoft.com/office/drawing/2014/main" id="{FB58D26C-934D-1247-B2AC-3802534B9715}"/>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1" name="Rectangle 251">
                  <a:extLst>
                    <a:ext uri="{FF2B5EF4-FFF2-40B4-BE49-F238E27FC236}">
                      <a16:creationId xmlns:a16="http://schemas.microsoft.com/office/drawing/2014/main" id="{65302C2E-3662-3D47-B457-2ABF58402C16}"/>
                    </a:ext>
                  </a:extLst>
                </p:cNvPr>
                <p:cNvSpPr>
                  <a:spLocks noChangeArrowheads="1"/>
                </p:cNvSpPr>
                <p:nvPr/>
              </p:nvSpPr>
              <p:spPr bwMode="auto">
                <a:xfrm>
                  <a:off x="4204" y="425"/>
                  <a:ext cx="1051" cy="2259"/>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09" name="Freeform 252">
                  <a:extLst>
                    <a:ext uri="{FF2B5EF4-FFF2-40B4-BE49-F238E27FC236}">
                      <a16:creationId xmlns:a16="http://schemas.microsoft.com/office/drawing/2014/main" id="{A431C36B-24D9-1546-B351-A1FE2329624D}"/>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10" name="Freeform 253">
                  <a:extLst>
                    <a:ext uri="{FF2B5EF4-FFF2-40B4-BE49-F238E27FC236}">
                      <a16:creationId xmlns:a16="http://schemas.microsoft.com/office/drawing/2014/main" id="{4383C380-326F-3C48-9ACE-950CF0D017E9}"/>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4" name="Rectangle 254">
                  <a:extLst>
                    <a:ext uri="{FF2B5EF4-FFF2-40B4-BE49-F238E27FC236}">
                      <a16:creationId xmlns:a16="http://schemas.microsoft.com/office/drawing/2014/main" id="{DCE11187-1669-A547-907A-C9F158F5E0D1}"/>
                    </a:ext>
                  </a:extLst>
                </p:cNvPr>
                <p:cNvSpPr>
                  <a:spLocks noChangeArrowheads="1"/>
                </p:cNvSpPr>
                <p:nvPr/>
              </p:nvSpPr>
              <p:spPr bwMode="auto">
                <a:xfrm>
                  <a:off x="4214" y="685"/>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2" name="Group 255">
                  <a:extLst>
                    <a:ext uri="{FF2B5EF4-FFF2-40B4-BE49-F238E27FC236}">
                      <a16:creationId xmlns:a16="http://schemas.microsoft.com/office/drawing/2014/main" id="{990375B8-5CF9-284F-9EF8-6B9193FD690A}"/>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BCE01474-1697-9845-A36F-44B56DC3FB28}"/>
                      </a:ext>
                    </a:extLst>
                  </p:cNvPr>
                  <p:cNvSpPr>
                    <a:spLocks noChangeArrowheads="1"/>
                  </p:cNvSpPr>
                  <p:nvPr/>
                </p:nvSpPr>
                <p:spPr bwMode="auto">
                  <a:xfrm>
                    <a:off x="646" y="2566"/>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01" name="AutoShape 257">
                    <a:extLst>
                      <a:ext uri="{FF2B5EF4-FFF2-40B4-BE49-F238E27FC236}">
                        <a16:creationId xmlns:a16="http://schemas.microsoft.com/office/drawing/2014/main" id="{E67735CE-42B1-0644-8805-47682EB2CEC6}"/>
                      </a:ext>
                    </a:extLst>
                  </p:cNvPr>
                  <p:cNvSpPr>
                    <a:spLocks noChangeArrowheads="1"/>
                  </p:cNvSpPr>
                  <p:nvPr/>
                </p:nvSpPr>
                <p:spPr bwMode="auto">
                  <a:xfrm>
                    <a:off x="659" y="2584"/>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6" name="Rectangle 258">
                  <a:extLst>
                    <a:ext uri="{FF2B5EF4-FFF2-40B4-BE49-F238E27FC236}">
                      <a16:creationId xmlns:a16="http://schemas.microsoft.com/office/drawing/2014/main" id="{D1183BDC-3751-0D40-AF16-7EBEFA471653}"/>
                    </a:ext>
                  </a:extLst>
                </p:cNvPr>
                <p:cNvSpPr>
                  <a:spLocks noChangeArrowheads="1"/>
                </p:cNvSpPr>
                <p:nvPr/>
              </p:nvSpPr>
              <p:spPr bwMode="auto">
                <a:xfrm>
                  <a:off x="4224" y="1012"/>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4" name="Group 259">
                  <a:extLst>
                    <a:ext uri="{FF2B5EF4-FFF2-40B4-BE49-F238E27FC236}">
                      <a16:creationId xmlns:a16="http://schemas.microsoft.com/office/drawing/2014/main" id="{601517E3-C345-9B42-B1E3-85EB550F6D0F}"/>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BBD73B2-30D3-F543-9F93-BB96C0EA4592}"/>
                      </a:ext>
                    </a:extLst>
                  </p:cNvPr>
                  <p:cNvSpPr>
                    <a:spLocks noChangeArrowheads="1"/>
                  </p:cNvSpPr>
                  <p:nvPr/>
                </p:nvSpPr>
                <p:spPr bwMode="auto">
                  <a:xfrm>
                    <a:off x="611" y="2566"/>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9" name="AutoShape 261">
                    <a:extLst>
                      <a:ext uri="{FF2B5EF4-FFF2-40B4-BE49-F238E27FC236}">
                        <a16:creationId xmlns:a16="http://schemas.microsoft.com/office/drawing/2014/main" id="{C15B9CE5-6342-FC47-890E-3DE9B4B6C44D}"/>
                      </a:ext>
                    </a:extLst>
                  </p:cNvPr>
                  <p:cNvSpPr>
                    <a:spLocks noChangeArrowheads="1"/>
                  </p:cNvSpPr>
                  <p:nvPr/>
                </p:nvSpPr>
                <p:spPr bwMode="auto">
                  <a:xfrm>
                    <a:off x="624" y="258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8" name="Rectangle 262">
                  <a:extLst>
                    <a:ext uri="{FF2B5EF4-FFF2-40B4-BE49-F238E27FC236}">
                      <a16:creationId xmlns:a16="http://schemas.microsoft.com/office/drawing/2014/main" id="{08BF4B3F-334E-B84F-BD21-1D8E4CCAE115}"/>
                    </a:ext>
                  </a:extLst>
                </p:cNvPr>
                <p:cNvSpPr>
                  <a:spLocks noChangeArrowheads="1"/>
                </p:cNvSpPr>
                <p:nvPr/>
              </p:nvSpPr>
              <p:spPr bwMode="auto">
                <a:xfrm>
                  <a:off x="4224" y="1358"/>
                  <a:ext cx="591" cy="29"/>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79" name="Rectangle 263">
                  <a:extLst>
                    <a:ext uri="{FF2B5EF4-FFF2-40B4-BE49-F238E27FC236}">
                      <a16:creationId xmlns:a16="http://schemas.microsoft.com/office/drawing/2014/main" id="{66868866-1B9E-2D47-AA03-F94E46A0DCC5}"/>
                    </a:ext>
                  </a:extLst>
                </p:cNvPr>
                <p:cNvSpPr>
                  <a:spLocks noChangeArrowheads="1"/>
                </p:cNvSpPr>
                <p:nvPr/>
              </p:nvSpPr>
              <p:spPr bwMode="auto">
                <a:xfrm>
                  <a:off x="4234" y="1627"/>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7" name="Group 264">
                  <a:extLst>
                    <a:ext uri="{FF2B5EF4-FFF2-40B4-BE49-F238E27FC236}">
                      <a16:creationId xmlns:a16="http://schemas.microsoft.com/office/drawing/2014/main" id="{A0EE9E27-0661-B84B-8F3D-9C8510F42593}"/>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9DCA2718-B1F6-2244-AFCA-B960F4F6BC23}"/>
                      </a:ext>
                    </a:extLst>
                  </p:cNvPr>
                  <p:cNvSpPr>
                    <a:spLocks noChangeArrowheads="1"/>
                  </p:cNvSpPr>
                  <p:nvPr/>
                </p:nvSpPr>
                <p:spPr bwMode="auto">
                  <a:xfrm>
                    <a:off x="614" y="2568"/>
                    <a:ext cx="711"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7" name="AutoShape 266">
                    <a:extLst>
                      <a:ext uri="{FF2B5EF4-FFF2-40B4-BE49-F238E27FC236}">
                        <a16:creationId xmlns:a16="http://schemas.microsoft.com/office/drawing/2014/main" id="{9D04F19F-82C7-CD45-B603-E1678F4CA19D}"/>
                      </a:ext>
                    </a:extLst>
                  </p:cNvPr>
                  <p:cNvSpPr>
                    <a:spLocks noChangeArrowheads="1"/>
                  </p:cNvSpPr>
                  <p:nvPr/>
                </p:nvSpPr>
                <p:spPr bwMode="auto">
                  <a:xfrm>
                    <a:off x="626" y="2585"/>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518" name="Freeform 267">
                  <a:extLst>
                    <a:ext uri="{FF2B5EF4-FFF2-40B4-BE49-F238E27FC236}">
                      <a16:creationId xmlns:a16="http://schemas.microsoft.com/office/drawing/2014/main" id="{1B0EF3F8-744F-5343-AEDA-4EA404B50471}"/>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19" name="Group 268">
                  <a:extLst>
                    <a:ext uri="{FF2B5EF4-FFF2-40B4-BE49-F238E27FC236}">
                      <a16:creationId xmlns:a16="http://schemas.microsoft.com/office/drawing/2014/main" id="{6CDE9642-131D-C943-BED9-DE3B0D79D775}"/>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D4492096-351F-1B46-88EC-7C66E8E11228}"/>
                      </a:ext>
                    </a:extLst>
                  </p:cNvPr>
                  <p:cNvSpPr>
                    <a:spLocks noChangeArrowheads="1"/>
                  </p:cNvSpPr>
                  <p:nvPr/>
                </p:nvSpPr>
                <p:spPr bwMode="auto">
                  <a:xfrm>
                    <a:off x="646" y="2541"/>
                    <a:ext cx="698"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5" name="AutoShape 270">
                    <a:extLst>
                      <a:ext uri="{FF2B5EF4-FFF2-40B4-BE49-F238E27FC236}">
                        <a16:creationId xmlns:a16="http://schemas.microsoft.com/office/drawing/2014/main" id="{0EE67903-F639-F641-8C3D-290FEA9FDB21}"/>
                      </a:ext>
                    </a:extLst>
                  </p:cNvPr>
                  <p:cNvSpPr>
                    <a:spLocks noChangeArrowheads="1"/>
                  </p:cNvSpPr>
                  <p:nvPr/>
                </p:nvSpPr>
                <p:spPr bwMode="auto">
                  <a:xfrm>
                    <a:off x="659" y="2560"/>
                    <a:ext cx="661"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83" name="Rectangle 271">
                  <a:extLst>
                    <a:ext uri="{FF2B5EF4-FFF2-40B4-BE49-F238E27FC236}">
                      <a16:creationId xmlns:a16="http://schemas.microsoft.com/office/drawing/2014/main" id="{9B6F5948-7B18-7444-B017-378F820D7D58}"/>
                    </a:ext>
                  </a:extLst>
                </p:cNvPr>
                <p:cNvSpPr>
                  <a:spLocks noChangeArrowheads="1"/>
                </p:cNvSpPr>
                <p:nvPr/>
              </p:nvSpPr>
              <p:spPr bwMode="auto">
                <a:xfrm>
                  <a:off x="5256" y="425"/>
                  <a:ext cx="60" cy="226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1" name="Freeform 272">
                  <a:extLst>
                    <a:ext uri="{FF2B5EF4-FFF2-40B4-BE49-F238E27FC236}">
                      <a16:creationId xmlns:a16="http://schemas.microsoft.com/office/drawing/2014/main" id="{74A0B2B4-82A1-D04F-A6F9-F637E9C3FA4B}"/>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22" name="Freeform 273">
                  <a:extLst>
                    <a:ext uri="{FF2B5EF4-FFF2-40B4-BE49-F238E27FC236}">
                      <a16:creationId xmlns:a16="http://schemas.microsoft.com/office/drawing/2014/main" id="{A674C7C3-A1F0-F047-85E4-D70E3B0FEB30}"/>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6" name="Oval 274">
                  <a:extLst>
                    <a:ext uri="{FF2B5EF4-FFF2-40B4-BE49-F238E27FC236}">
                      <a16:creationId xmlns:a16="http://schemas.microsoft.com/office/drawing/2014/main" id="{3D83778D-962B-794B-AF8F-5038F5E44793}"/>
                    </a:ext>
                  </a:extLst>
                </p:cNvPr>
                <p:cNvSpPr>
                  <a:spLocks noChangeArrowheads="1"/>
                </p:cNvSpPr>
                <p:nvPr/>
              </p:nvSpPr>
              <p:spPr bwMode="auto">
                <a:xfrm>
                  <a:off x="5516" y="2588"/>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4" name="Freeform 275">
                  <a:extLst>
                    <a:ext uri="{FF2B5EF4-FFF2-40B4-BE49-F238E27FC236}">
                      <a16:creationId xmlns:a16="http://schemas.microsoft.com/office/drawing/2014/main" id="{9AADAACB-A17A-6741-B747-5F9F17B9106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8" name="AutoShape 276">
                  <a:extLst>
                    <a:ext uri="{FF2B5EF4-FFF2-40B4-BE49-F238E27FC236}">
                      <a16:creationId xmlns:a16="http://schemas.microsoft.com/office/drawing/2014/main" id="{D1AA7672-D337-5F4D-A5E3-73639F1FAF4F}"/>
                    </a:ext>
                  </a:extLst>
                </p:cNvPr>
                <p:cNvSpPr>
                  <a:spLocks noChangeArrowheads="1"/>
                </p:cNvSpPr>
                <p:nvPr/>
              </p:nvSpPr>
              <p:spPr bwMode="auto">
                <a:xfrm>
                  <a:off x="4144" y="2655"/>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89" name="AutoShape 277">
                  <a:extLst>
                    <a:ext uri="{FF2B5EF4-FFF2-40B4-BE49-F238E27FC236}">
                      <a16:creationId xmlns:a16="http://schemas.microsoft.com/office/drawing/2014/main" id="{DA4DF090-AE22-A54B-B1AD-BCBE6BD640C5}"/>
                    </a:ext>
                  </a:extLst>
                </p:cNvPr>
                <p:cNvSpPr>
                  <a:spLocks noChangeArrowheads="1"/>
                </p:cNvSpPr>
                <p:nvPr/>
              </p:nvSpPr>
              <p:spPr bwMode="auto">
                <a:xfrm>
                  <a:off x="4204" y="2684"/>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0" name="Oval 278">
                  <a:extLst>
                    <a:ext uri="{FF2B5EF4-FFF2-40B4-BE49-F238E27FC236}">
                      <a16:creationId xmlns:a16="http://schemas.microsoft.com/office/drawing/2014/main" id="{F221E6C5-36EF-6C48-A68C-81A3E0969972}"/>
                    </a:ext>
                  </a:extLst>
                </p:cNvPr>
                <p:cNvSpPr>
                  <a:spLocks noChangeArrowheads="1"/>
                </p:cNvSpPr>
                <p:nvPr/>
              </p:nvSpPr>
              <p:spPr bwMode="auto">
                <a:xfrm>
                  <a:off x="4314" y="2357"/>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1" name="Oval 279">
                  <a:extLst>
                    <a:ext uri="{FF2B5EF4-FFF2-40B4-BE49-F238E27FC236}">
                      <a16:creationId xmlns:a16="http://schemas.microsoft.com/office/drawing/2014/main" id="{3FAA8ECB-A278-8346-8C6D-8420A2CC8912}"/>
                    </a:ext>
                  </a:extLst>
                </p:cNvPr>
                <p:cNvSpPr>
                  <a:spLocks noChangeArrowheads="1"/>
                </p:cNvSpPr>
                <p:nvPr/>
              </p:nvSpPr>
              <p:spPr bwMode="auto">
                <a:xfrm>
                  <a:off x="4485" y="2357"/>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992" name="Oval 280">
                  <a:extLst>
                    <a:ext uri="{FF2B5EF4-FFF2-40B4-BE49-F238E27FC236}">
                      <a16:creationId xmlns:a16="http://schemas.microsoft.com/office/drawing/2014/main" id="{BA13D755-DBC5-9940-945C-18BC3EAF8015}"/>
                    </a:ext>
                  </a:extLst>
                </p:cNvPr>
                <p:cNvSpPr>
                  <a:spLocks noChangeArrowheads="1"/>
                </p:cNvSpPr>
                <p:nvPr/>
              </p:nvSpPr>
              <p:spPr bwMode="auto">
                <a:xfrm>
                  <a:off x="4665" y="2357"/>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3" name="Rectangle 281">
                  <a:extLst>
                    <a:ext uri="{FF2B5EF4-FFF2-40B4-BE49-F238E27FC236}">
                      <a16:creationId xmlns:a16="http://schemas.microsoft.com/office/drawing/2014/main" id="{281DE436-01CE-6245-9466-1E760328087F}"/>
                    </a:ext>
                  </a:extLst>
                </p:cNvPr>
                <p:cNvSpPr>
                  <a:spLocks noChangeArrowheads="1"/>
                </p:cNvSpPr>
                <p:nvPr/>
              </p:nvSpPr>
              <p:spPr bwMode="auto">
                <a:xfrm>
                  <a:off x="5065" y="1809"/>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1" name="Group 249">
                <a:extLst>
                  <a:ext uri="{FF2B5EF4-FFF2-40B4-BE49-F238E27FC236}">
                    <a16:creationId xmlns:a16="http://schemas.microsoft.com/office/drawing/2014/main" id="{35F1932C-326D-0146-A9A4-DA9DFE91851A}"/>
                  </a:ext>
                </a:extLst>
              </p:cNvPr>
              <p:cNvGrpSpPr>
                <a:grpSpLocks/>
              </p:cNvGrpSpPr>
              <p:nvPr/>
            </p:nvGrpSpPr>
            <p:grpSpPr bwMode="auto">
              <a:xfrm flipH="1">
                <a:off x="7939866" y="4369199"/>
                <a:ext cx="225953" cy="395900"/>
                <a:chOff x="4140" y="429"/>
                <a:chExt cx="1425" cy="2396"/>
              </a:xfrm>
            </p:grpSpPr>
            <p:sp>
              <p:nvSpPr>
                <p:cNvPr id="214475" name="Freeform 250">
                  <a:extLst>
                    <a:ext uri="{FF2B5EF4-FFF2-40B4-BE49-F238E27FC236}">
                      <a16:creationId xmlns:a16="http://schemas.microsoft.com/office/drawing/2014/main" id="{58CA36AC-C4F2-7143-8A51-7767B09075C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4" name="Rectangle 251">
                  <a:extLst>
                    <a:ext uri="{FF2B5EF4-FFF2-40B4-BE49-F238E27FC236}">
                      <a16:creationId xmlns:a16="http://schemas.microsoft.com/office/drawing/2014/main" id="{5BBE273B-E2F7-D042-A54D-C993852B4D3D}"/>
                    </a:ext>
                  </a:extLst>
                </p:cNvPr>
                <p:cNvSpPr>
                  <a:spLocks noChangeArrowheads="1"/>
                </p:cNvSpPr>
                <p:nvPr/>
              </p:nvSpPr>
              <p:spPr bwMode="auto">
                <a:xfrm>
                  <a:off x="4207" y="404"/>
                  <a:ext cx="1051" cy="230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77" name="Freeform 252">
                  <a:extLst>
                    <a:ext uri="{FF2B5EF4-FFF2-40B4-BE49-F238E27FC236}">
                      <a16:creationId xmlns:a16="http://schemas.microsoft.com/office/drawing/2014/main" id="{C776B47F-7FD8-B441-944A-621470F36FC8}"/>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78" name="Freeform 253">
                  <a:extLst>
                    <a:ext uri="{FF2B5EF4-FFF2-40B4-BE49-F238E27FC236}">
                      <a16:creationId xmlns:a16="http://schemas.microsoft.com/office/drawing/2014/main" id="{8466434E-4A0E-504B-8FE4-D7613363DEE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7" name="Rectangle 254">
                  <a:extLst>
                    <a:ext uri="{FF2B5EF4-FFF2-40B4-BE49-F238E27FC236}">
                      <a16:creationId xmlns:a16="http://schemas.microsoft.com/office/drawing/2014/main" id="{62B93510-50B3-9944-A74E-B4E7B09B0114}"/>
                    </a:ext>
                  </a:extLst>
                </p:cNvPr>
                <p:cNvSpPr>
                  <a:spLocks noChangeArrowheads="1"/>
                </p:cNvSpPr>
                <p:nvPr/>
              </p:nvSpPr>
              <p:spPr bwMode="auto">
                <a:xfrm>
                  <a:off x="4207" y="693"/>
                  <a:ext cx="60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0" name="Group 255">
                  <a:extLst>
                    <a:ext uri="{FF2B5EF4-FFF2-40B4-BE49-F238E27FC236}">
                      <a16:creationId xmlns:a16="http://schemas.microsoft.com/office/drawing/2014/main" id="{BA5EECC9-0945-AB4F-B835-A1970B1AB577}"/>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193AEA28-F13F-C042-82FC-1733A7A6B80B}"/>
                      </a:ext>
                    </a:extLst>
                  </p:cNvPr>
                  <p:cNvSpPr>
                    <a:spLocks noChangeArrowheads="1"/>
                  </p:cNvSpPr>
                  <p:nvPr/>
                </p:nvSpPr>
                <p:spPr bwMode="auto">
                  <a:xfrm>
                    <a:off x="612" y="2564"/>
                    <a:ext cx="725" cy="12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4" name="AutoShape 257">
                    <a:extLst>
                      <a:ext uri="{FF2B5EF4-FFF2-40B4-BE49-F238E27FC236}">
                        <a16:creationId xmlns:a16="http://schemas.microsoft.com/office/drawing/2014/main" id="{78A4EFB8-9EC9-164C-A0D2-6A616DA96AF8}"/>
                      </a:ext>
                    </a:extLst>
                  </p:cNvPr>
                  <p:cNvSpPr>
                    <a:spLocks noChangeArrowheads="1"/>
                  </p:cNvSpPr>
                  <p:nvPr/>
                </p:nvSpPr>
                <p:spPr bwMode="auto">
                  <a:xfrm>
                    <a:off x="625" y="2582"/>
                    <a:ext cx="700" cy="8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9" name="Rectangle 258">
                  <a:extLst>
                    <a:ext uri="{FF2B5EF4-FFF2-40B4-BE49-F238E27FC236}">
                      <a16:creationId xmlns:a16="http://schemas.microsoft.com/office/drawing/2014/main" id="{63FEDA8D-55C8-7F49-BC3C-444A45A9D5C9}"/>
                    </a:ext>
                  </a:extLst>
                </p:cNvPr>
                <p:cNvSpPr>
                  <a:spLocks noChangeArrowheads="1"/>
                </p:cNvSpPr>
                <p:nvPr/>
              </p:nvSpPr>
              <p:spPr bwMode="auto">
                <a:xfrm>
                  <a:off x="4227" y="1019"/>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2" name="Group 259">
                  <a:extLst>
                    <a:ext uri="{FF2B5EF4-FFF2-40B4-BE49-F238E27FC236}">
                      <a16:creationId xmlns:a16="http://schemas.microsoft.com/office/drawing/2014/main" id="{3BEB1F80-FFE7-3546-8E7A-FBF3400E9469}"/>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E38C416B-CFBE-9640-89DC-752097E578BC}"/>
                      </a:ext>
                    </a:extLst>
                  </p:cNvPr>
                  <p:cNvSpPr>
                    <a:spLocks noChangeArrowheads="1"/>
                  </p:cNvSpPr>
                  <p:nvPr/>
                </p:nvSpPr>
                <p:spPr bwMode="auto">
                  <a:xfrm>
                    <a:off x="615" y="2564"/>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2" name="AutoShape 261">
                    <a:extLst>
                      <a:ext uri="{FF2B5EF4-FFF2-40B4-BE49-F238E27FC236}">
                        <a16:creationId xmlns:a16="http://schemas.microsoft.com/office/drawing/2014/main" id="{2D82F72C-6E9D-0B4B-8C62-1153FEA5EAFD}"/>
                      </a:ext>
                    </a:extLst>
                  </p:cNvPr>
                  <p:cNvSpPr>
                    <a:spLocks noChangeArrowheads="1"/>
                  </p:cNvSpPr>
                  <p:nvPr/>
                </p:nvSpPr>
                <p:spPr bwMode="auto">
                  <a:xfrm>
                    <a:off x="627" y="258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1" name="Rectangle 262">
                  <a:extLst>
                    <a:ext uri="{FF2B5EF4-FFF2-40B4-BE49-F238E27FC236}">
                      <a16:creationId xmlns:a16="http://schemas.microsoft.com/office/drawing/2014/main" id="{8CEE0B6A-FBE5-1943-AE4A-4FC25DBD7DB4}"/>
                    </a:ext>
                  </a:extLst>
                </p:cNvPr>
                <p:cNvSpPr>
                  <a:spLocks noChangeArrowheads="1"/>
                </p:cNvSpPr>
                <p:nvPr/>
              </p:nvSpPr>
              <p:spPr bwMode="auto">
                <a:xfrm>
                  <a:off x="4217" y="1356"/>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12" name="Rectangle 263">
                  <a:extLst>
                    <a:ext uri="{FF2B5EF4-FFF2-40B4-BE49-F238E27FC236}">
                      <a16:creationId xmlns:a16="http://schemas.microsoft.com/office/drawing/2014/main" id="{C1C46E5B-0462-424F-BD79-914CF05F284F}"/>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5" name="Group 264">
                  <a:extLst>
                    <a:ext uri="{FF2B5EF4-FFF2-40B4-BE49-F238E27FC236}">
                      <a16:creationId xmlns:a16="http://schemas.microsoft.com/office/drawing/2014/main" id="{9AEA0B16-12AF-D24D-A5C8-F942794D7C92}"/>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B620330-9C28-5D47-9603-8259AB9CF278}"/>
                      </a:ext>
                    </a:extLst>
                  </p:cNvPr>
                  <p:cNvSpPr>
                    <a:spLocks noChangeArrowheads="1"/>
                  </p:cNvSpPr>
                  <p:nvPr/>
                </p:nvSpPr>
                <p:spPr bwMode="auto">
                  <a:xfrm>
                    <a:off x="617" y="2566"/>
                    <a:ext cx="711" cy="14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0" name="AutoShape 266">
                    <a:extLst>
                      <a:ext uri="{FF2B5EF4-FFF2-40B4-BE49-F238E27FC236}">
                        <a16:creationId xmlns:a16="http://schemas.microsoft.com/office/drawing/2014/main" id="{32016C95-9717-D047-94D8-D0E99634C98A}"/>
                      </a:ext>
                    </a:extLst>
                  </p:cNvPr>
                  <p:cNvSpPr>
                    <a:spLocks noChangeArrowheads="1"/>
                  </p:cNvSpPr>
                  <p:nvPr/>
                </p:nvSpPr>
                <p:spPr bwMode="auto">
                  <a:xfrm>
                    <a:off x="630" y="2584"/>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86" name="Freeform 267">
                  <a:extLst>
                    <a:ext uri="{FF2B5EF4-FFF2-40B4-BE49-F238E27FC236}">
                      <a16:creationId xmlns:a16="http://schemas.microsoft.com/office/drawing/2014/main" id="{ADEBFF28-FA5A-7845-B5DE-F597540D1D0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87" name="Group 268">
                  <a:extLst>
                    <a:ext uri="{FF2B5EF4-FFF2-40B4-BE49-F238E27FC236}">
                      <a16:creationId xmlns:a16="http://schemas.microsoft.com/office/drawing/2014/main" id="{6DAFC9B9-83CE-314E-9AA8-06487C5CE302}"/>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8D23CFC1-3A63-3D45-A5BB-EF2A6C7672CB}"/>
                      </a:ext>
                    </a:extLst>
                  </p:cNvPr>
                  <p:cNvSpPr>
                    <a:spLocks noChangeArrowheads="1"/>
                  </p:cNvSpPr>
                  <p:nvPr/>
                </p:nvSpPr>
                <p:spPr bwMode="auto">
                  <a:xfrm>
                    <a:off x="612" y="2568"/>
                    <a:ext cx="761" cy="13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8" name="AutoShape 270">
                    <a:extLst>
                      <a:ext uri="{FF2B5EF4-FFF2-40B4-BE49-F238E27FC236}">
                        <a16:creationId xmlns:a16="http://schemas.microsoft.com/office/drawing/2014/main" id="{E42888F7-E08A-234F-86B9-08D73E97260F}"/>
                      </a:ext>
                    </a:extLst>
                  </p:cNvPr>
                  <p:cNvSpPr>
                    <a:spLocks noChangeArrowheads="1"/>
                  </p:cNvSpPr>
                  <p:nvPr/>
                </p:nvSpPr>
                <p:spPr bwMode="auto">
                  <a:xfrm>
                    <a:off x="625" y="2587"/>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6" name="Rectangle 271">
                  <a:extLst>
                    <a:ext uri="{FF2B5EF4-FFF2-40B4-BE49-F238E27FC236}">
                      <a16:creationId xmlns:a16="http://schemas.microsoft.com/office/drawing/2014/main" id="{965FA2E4-5471-0644-9F81-AFBA51BB9AD0}"/>
                    </a:ext>
                  </a:extLst>
                </p:cNvPr>
                <p:cNvSpPr>
                  <a:spLocks noChangeArrowheads="1"/>
                </p:cNvSpPr>
                <p:nvPr/>
              </p:nvSpPr>
              <p:spPr bwMode="auto">
                <a:xfrm>
                  <a:off x="5248" y="404"/>
                  <a:ext cx="70" cy="231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89" name="Freeform 272">
                  <a:extLst>
                    <a:ext uri="{FF2B5EF4-FFF2-40B4-BE49-F238E27FC236}">
                      <a16:creationId xmlns:a16="http://schemas.microsoft.com/office/drawing/2014/main" id="{4BC223C0-AF49-B545-9700-0FBF226291B5}"/>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90" name="Freeform 273">
                  <a:extLst>
                    <a:ext uri="{FF2B5EF4-FFF2-40B4-BE49-F238E27FC236}">
                      <a16:creationId xmlns:a16="http://schemas.microsoft.com/office/drawing/2014/main" id="{58C61B7B-4AA6-B841-AB95-504F8A45B799}"/>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9" name="Oval 274">
                  <a:extLst>
                    <a:ext uri="{FF2B5EF4-FFF2-40B4-BE49-F238E27FC236}">
                      <a16:creationId xmlns:a16="http://schemas.microsoft.com/office/drawing/2014/main" id="{C784855E-AEB4-7749-814B-13BCBC7768FA}"/>
                    </a:ext>
                  </a:extLst>
                </p:cNvPr>
                <p:cNvSpPr>
                  <a:spLocks noChangeArrowheads="1"/>
                </p:cNvSpPr>
                <p:nvPr/>
              </p:nvSpPr>
              <p:spPr bwMode="auto">
                <a:xfrm>
                  <a:off x="5519" y="2615"/>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92" name="Freeform 275">
                  <a:extLst>
                    <a:ext uri="{FF2B5EF4-FFF2-40B4-BE49-F238E27FC236}">
                      <a16:creationId xmlns:a16="http://schemas.microsoft.com/office/drawing/2014/main" id="{CF4060A2-E54A-BA49-9820-6A1D199513F0}"/>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1" name="AutoShape 276">
                  <a:extLst>
                    <a:ext uri="{FF2B5EF4-FFF2-40B4-BE49-F238E27FC236}">
                      <a16:creationId xmlns:a16="http://schemas.microsoft.com/office/drawing/2014/main" id="{37FC0FC9-727A-EC4C-8EC7-98D9C2A865ED}"/>
                    </a:ext>
                  </a:extLst>
                </p:cNvPr>
                <p:cNvSpPr>
                  <a:spLocks noChangeArrowheads="1"/>
                </p:cNvSpPr>
                <p:nvPr/>
              </p:nvSpPr>
              <p:spPr bwMode="auto">
                <a:xfrm>
                  <a:off x="4137" y="2682"/>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2" name="AutoShape 277">
                  <a:extLst>
                    <a:ext uri="{FF2B5EF4-FFF2-40B4-BE49-F238E27FC236}">
                      <a16:creationId xmlns:a16="http://schemas.microsoft.com/office/drawing/2014/main" id="{72D3770A-F36F-8B4A-8FF8-DACD723511A4}"/>
                    </a:ext>
                  </a:extLst>
                </p:cNvPr>
                <p:cNvSpPr>
                  <a:spLocks noChangeArrowheads="1"/>
                </p:cNvSpPr>
                <p:nvPr/>
              </p:nvSpPr>
              <p:spPr bwMode="auto">
                <a:xfrm>
                  <a:off x="4207" y="2711"/>
                  <a:ext cx="1071" cy="8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3" name="Oval 278">
                  <a:extLst>
                    <a:ext uri="{FF2B5EF4-FFF2-40B4-BE49-F238E27FC236}">
                      <a16:creationId xmlns:a16="http://schemas.microsoft.com/office/drawing/2014/main" id="{E20F98A7-F69B-E74B-8FBF-9EA2B529A3D9}"/>
                    </a:ext>
                  </a:extLst>
                </p:cNvPr>
                <p:cNvSpPr>
                  <a:spLocks noChangeArrowheads="1"/>
                </p:cNvSpPr>
                <p:nvPr/>
              </p:nvSpPr>
              <p:spPr bwMode="auto">
                <a:xfrm>
                  <a:off x="4307" y="2384"/>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4" name="Oval 279">
                  <a:extLst>
                    <a:ext uri="{FF2B5EF4-FFF2-40B4-BE49-F238E27FC236}">
                      <a16:creationId xmlns:a16="http://schemas.microsoft.com/office/drawing/2014/main" id="{4E466273-2ADF-E349-88D5-2B6EEDFA380D}"/>
                    </a:ext>
                  </a:extLst>
                </p:cNvPr>
                <p:cNvSpPr>
                  <a:spLocks noChangeArrowheads="1"/>
                </p:cNvSpPr>
                <p:nvPr/>
              </p:nvSpPr>
              <p:spPr bwMode="auto">
                <a:xfrm>
                  <a:off x="4487" y="2384"/>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25" name="Oval 280">
                  <a:extLst>
                    <a:ext uri="{FF2B5EF4-FFF2-40B4-BE49-F238E27FC236}">
                      <a16:creationId xmlns:a16="http://schemas.microsoft.com/office/drawing/2014/main" id="{A0203193-3C0F-B547-9376-A3747E681834}"/>
                    </a:ext>
                  </a:extLst>
                </p:cNvPr>
                <p:cNvSpPr>
                  <a:spLocks noChangeArrowheads="1"/>
                </p:cNvSpPr>
                <p:nvPr/>
              </p:nvSpPr>
              <p:spPr bwMode="auto">
                <a:xfrm>
                  <a:off x="4658" y="2384"/>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6" name="Rectangle 281">
                  <a:extLst>
                    <a:ext uri="{FF2B5EF4-FFF2-40B4-BE49-F238E27FC236}">
                      <a16:creationId xmlns:a16="http://schemas.microsoft.com/office/drawing/2014/main" id="{622E5CFB-1FD5-FE4F-A8B3-4FDC9A6A1653}"/>
                    </a:ext>
                  </a:extLst>
                </p:cNvPr>
                <p:cNvSpPr>
                  <a:spLocks noChangeArrowheads="1"/>
                </p:cNvSpPr>
                <p:nvPr/>
              </p:nvSpPr>
              <p:spPr bwMode="auto">
                <a:xfrm>
                  <a:off x="5068" y="1836"/>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2" name="Group 249">
                <a:extLst>
                  <a:ext uri="{FF2B5EF4-FFF2-40B4-BE49-F238E27FC236}">
                    <a16:creationId xmlns:a16="http://schemas.microsoft.com/office/drawing/2014/main" id="{76302BE8-DE92-F84D-BCFA-F53FD5F6A917}"/>
                  </a:ext>
                </a:extLst>
              </p:cNvPr>
              <p:cNvGrpSpPr>
                <a:grpSpLocks/>
              </p:cNvGrpSpPr>
              <p:nvPr/>
            </p:nvGrpSpPr>
            <p:grpSpPr bwMode="auto">
              <a:xfrm flipH="1">
                <a:off x="8472213" y="4384408"/>
                <a:ext cx="225953" cy="395900"/>
                <a:chOff x="4140" y="429"/>
                <a:chExt cx="1425" cy="2396"/>
              </a:xfrm>
            </p:grpSpPr>
            <p:sp>
              <p:nvSpPr>
                <p:cNvPr id="214443" name="Freeform 250">
                  <a:extLst>
                    <a:ext uri="{FF2B5EF4-FFF2-40B4-BE49-F238E27FC236}">
                      <a16:creationId xmlns:a16="http://schemas.microsoft.com/office/drawing/2014/main" id="{D05C3500-37E9-8445-8053-751EA81CC7A4}"/>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7" name="Rectangle 251">
                  <a:extLst>
                    <a:ext uri="{FF2B5EF4-FFF2-40B4-BE49-F238E27FC236}">
                      <a16:creationId xmlns:a16="http://schemas.microsoft.com/office/drawing/2014/main" id="{F1AF5770-7B2A-4842-A16F-49B0B3EEAA02}"/>
                    </a:ext>
                  </a:extLst>
                </p:cNvPr>
                <p:cNvSpPr>
                  <a:spLocks noChangeArrowheads="1"/>
                </p:cNvSpPr>
                <p:nvPr/>
              </p:nvSpPr>
              <p:spPr bwMode="auto">
                <a:xfrm>
                  <a:off x="4200" y="428"/>
                  <a:ext cx="1051" cy="2278"/>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45" name="Freeform 252">
                  <a:extLst>
                    <a:ext uri="{FF2B5EF4-FFF2-40B4-BE49-F238E27FC236}">
                      <a16:creationId xmlns:a16="http://schemas.microsoft.com/office/drawing/2014/main" id="{FFEBF131-F741-FD40-99D6-A77188BEF40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46" name="Freeform 253">
                  <a:extLst>
                    <a:ext uri="{FF2B5EF4-FFF2-40B4-BE49-F238E27FC236}">
                      <a16:creationId xmlns:a16="http://schemas.microsoft.com/office/drawing/2014/main" id="{2700696E-48C2-014D-BBFB-F556CF419BF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0" name="Rectangle 254">
                  <a:extLst>
                    <a:ext uri="{FF2B5EF4-FFF2-40B4-BE49-F238E27FC236}">
                      <a16:creationId xmlns:a16="http://schemas.microsoft.com/office/drawing/2014/main" id="{1CF44EC9-2774-004D-9366-64CE185764BC}"/>
                    </a:ext>
                  </a:extLst>
                </p:cNvPr>
                <p:cNvSpPr>
                  <a:spLocks noChangeArrowheads="1"/>
                </p:cNvSpPr>
                <p:nvPr/>
              </p:nvSpPr>
              <p:spPr bwMode="auto">
                <a:xfrm>
                  <a:off x="4210" y="687"/>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48" name="Group 255">
                  <a:extLst>
                    <a:ext uri="{FF2B5EF4-FFF2-40B4-BE49-F238E27FC236}">
                      <a16:creationId xmlns:a16="http://schemas.microsoft.com/office/drawing/2014/main" id="{02FB440A-2D9A-A44D-8E86-4B3A8606E042}"/>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FEBCA26C-A96D-A949-B3AE-6BAA2A834599}"/>
                      </a:ext>
                    </a:extLst>
                  </p:cNvPr>
                  <p:cNvSpPr>
                    <a:spLocks noChangeArrowheads="1"/>
                  </p:cNvSpPr>
                  <p:nvPr/>
                </p:nvSpPr>
                <p:spPr bwMode="auto">
                  <a:xfrm>
                    <a:off x="616" y="2568"/>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7" name="AutoShape 257">
                    <a:extLst>
                      <a:ext uri="{FF2B5EF4-FFF2-40B4-BE49-F238E27FC236}">
                        <a16:creationId xmlns:a16="http://schemas.microsoft.com/office/drawing/2014/main" id="{1C20A722-7739-BA49-8AD3-F5AC8D9C255B}"/>
                      </a:ext>
                    </a:extLst>
                  </p:cNvPr>
                  <p:cNvSpPr>
                    <a:spLocks noChangeArrowheads="1"/>
                  </p:cNvSpPr>
                  <p:nvPr/>
                </p:nvSpPr>
                <p:spPr bwMode="auto">
                  <a:xfrm>
                    <a:off x="629"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2" name="Rectangle 258">
                  <a:extLst>
                    <a:ext uri="{FF2B5EF4-FFF2-40B4-BE49-F238E27FC236}">
                      <a16:creationId xmlns:a16="http://schemas.microsoft.com/office/drawing/2014/main" id="{F691BD7F-A36F-4148-99D4-B21E74B84AF6}"/>
                    </a:ext>
                  </a:extLst>
                </p:cNvPr>
                <p:cNvSpPr>
                  <a:spLocks noChangeArrowheads="1"/>
                </p:cNvSpPr>
                <p:nvPr/>
              </p:nvSpPr>
              <p:spPr bwMode="auto">
                <a:xfrm>
                  <a:off x="4220" y="101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0" name="Group 259">
                  <a:extLst>
                    <a:ext uri="{FF2B5EF4-FFF2-40B4-BE49-F238E27FC236}">
                      <a16:creationId xmlns:a16="http://schemas.microsoft.com/office/drawing/2014/main" id="{B54FA6C1-182C-3F40-8A70-A42ED10A3939}"/>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046347E6-06C0-3F44-8231-155ACC094D47}"/>
                      </a:ext>
                    </a:extLst>
                  </p:cNvPr>
                  <p:cNvSpPr>
                    <a:spLocks noChangeArrowheads="1"/>
                  </p:cNvSpPr>
                  <p:nvPr/>
                </p:nvSpPr>
                <p:spPr bwMode="auto">
                  <a:xfrm>
                    <a:off x="581" y="2569"/>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5" name="AutoShape 261">
                    <a:extLst>
                      <a:ext uri="{FF2B5EF4-FFF2-40B4-BE49-F238E27FC236}">
                        <a16:creationId xmlns:a16="http://schemas.microsoft.com/office/drawing/2014/main" id="{0F1E9FDF-4204-484B-AAB6-9486F6F7582C}"/>
                      </a:ext>
                    </a:extLst>
                  </p:cNvPr>
                  <p:cNvSpPr>
                    <a:spLocks noChangeArrowheads="1"/>
                  </p:cNvSpPr>
                  <p:nvPr/>
                </p:nvSpPr>
                <p:spPr bwMode="auto">
                  <a:xfrm>
                    <a:off x="594" y="2589"/>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4" name="Rectangle 262">
                  <a:extLst>
                    <a:ext uri="{FF2B5EF4-FFF2-40B4-BE49-F238E27FC236}">
                      <a16:creationId xmlns:a16="http://schemas.microsoft.com/office/drawing/2014/main" id="{001938B9-FAA2-6A4D-96CF-0421A182B86E}"/>
                    </a:ext>
                  </a:extLst>
                </p:cNvPr>
                <p:cNvSpPr>
                  <a:spLocks noChangeArrowheads="1"/>
                </p:cNvSpPr>
                <p:nvPr/>
              </p:nvSpPr>
              <p:spPr bwMode="auto">
                <a:xfrm>
                  <a:off x="4220" y="1360"/>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45" name="Rectangle 263">
                  <a:extLst>
                    <a:ext uri="{FF2B5EF4-FFF2-40B4-BE49-F238E27FC236}">
                      <a16:creationId xmlns:a16="http://schemas.microsoft.com/office/drawing/2014/main" id="{9FA949CE-3603-CE44-94FA-7B36697ADD90}"/>
                    </a:ext>
                  </a:extLst>
                </p:cNvPr>
                <p:cNvSpPr>
                  <a:spLocks noChangeArrowheads="1"/>
                </p:cNvSpPr>
                <p:nvPr/>
              </p:nvSpPr>
              <p:spPr bwMode="auto">
                <a:xfrm>
                  <a:off x="4230" y="1648"/>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3" name="Group 264">
                  <a:extLst>
                    <a:ext uri="{FF2B5EF4-FFF2-40B4-BE49-F238E27FC236}">
                      <a16:creationId xmlns:a16="http://schemas.microsoft.com/office/drawing/2014/main" id="{B07280F9-990B-5345-8393-50DC7B9DAF6A}"/>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189DFB0-206B-4045-9998-1808928BEA7C}"/>
                      </a:ext>
                    </a:extLst>
                  </p:cNvPr>
                  <p:cNvSpPr>
                    <a:spLocks noChangeArrowheads="1"/>
                  </p:cNvSpPr>
                  <p:nvPr/>
                </p:nvSpPr>
                <p:spPr bwMode="auto">
                  <a:xfrm>
                    <a:off x="609" y="2570"/>
                    <a:ext cx="686" cy="13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3" name="AutoShape 266">
                    <a:extLst>
                      <a:ext uri="{FF2B5EF4-FFF2-40B4-BE49-F238E27FC236}">
                        <a16:creationId xmlns:a16="http://schemas.microsoft.com/office/drawing/2014/main" id="{06A70B14-E14B-B84F-B481-2D76CC0AC332}"/>
                      </a:ext>
                    </a:extLst>
                  </p:cNvPr>
                  <p:cNvSpPr>
                    <a:spLocks noChangeArrowheads="1"/>
                  </p:cNvSpPr>
                  <p:nvPr/>
                </p:nvSpPr>
                <p:spPr bwMode="auto">
                  <a:xfrm>
                    <a:off x="621" y="2588"/>
                    <a:ext cx="649"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54" name="Freeform 267">
                  <a:extLst>
                    <a:ext uri="{FF2B5EF4-FFF2-40B4-BE49-F238E27FC236}">
                      <a16:creationId xmlns:a16="http://schemas.microsoft.com/office/drawing/2014/main" id="{6ADFE9D1-7ACF-4543-9F11-D56CFAC414D7}"/>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55" name="Group 268">
                  <a:extLst>
                    <a:ext uri="{FF2B5EF4-FFF2-40B4-BE49-F238E27FC236}">
                      <a16:creationId xmlns:a16="http://schemas.microsoft.com/office/drawing/2014/main" id="{38C52F42-3A47-9346-9D5C-8E2AC88345A3}"/>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51B35F6C-C7ED-D94A-98D7-E3A65AB24B3C}"/>
                      </a:ext>
                    </a:extLst>
                  </p:cNvPr>
                  <p:cNvSpPr>
                    <a:spLocks noChangeArrowheads="1"/>
                  </p:cNvSpPr>
                  <p:nvPr/>
                </p:nvSpPr>
                <p:spPr bwMode="auto">
                  <a:xfrm>
                    <a:off x="616" y="2543"/>
                    <a:ext cx="723"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1" name="AutoShape 270">
                    <a:extLst>
                      <a:ext uri="{FF2B5EF4-FFF2-40B4-BE49-F238E27FC236}">
                        <a16:creationId xmlns:a16="http://schemas.microsoft.com/office/drawing/2014/main" id="{62090D08-8FAA-E54D-AD6A-92AB5A60F216}"/>
                      </a:ext>
                    </a:extLst>
                  </p:cNvPr>
                  <p:cNvSpPr>
                    <a:spLocks noChangeArrowheads="1"/>
                  </p:cNvSpPr>
                  <p:nvPr/>
                </p:nvSpPr>
                <p:spPr bwMode="auto">
                  <a:xfrm>
                    <a:off x="629" y="2582"/>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9" name="Rectangle 271">
                  <a:extLst>
                    <a:ext uri="{FF2B5EF4-FFF2-40B4-BE49-F238E27FC236}">
                      <a16:creationId xmlns:a16="http://schemas.microsoft.com/office/drawing/2014/main" id="{0B1CD020-CC14-4B43-B14F-0B040EFAAEC3}"/>
                    </a:ext>
                  </a:extLst>
                </p:cNvPr>
                <p:cNvSpPr>
                  <a:spLocks noChangeArrowheads="1"/>
                </p:cNvSpPr>
                <p:nvPr/>
              </p:nvSpPr>
              <p:spPr bwMode="auto">
                <a:xfrm>
                  <a:off x="5251" y="428"/>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57" name="Freeform 272">
                  <a:extLst>
                    <a:ext uri="{FF2B5EF4-FFF2-40B4-BE49-F238E27FC236}">
                      <a16:creationId xmlns:a16="http://schemas.microsoft.com/office/drawing/2014/main" id="{210F67FC-77D0-104D-8E65-513959A55A44}"/>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58" name="Freeform 273">
                  <a:extLst>
                    <a:ext uri="{FF2B5EF4-FFF2-40B4-BE49-F238E27FC236}">
                      <a16:creationId xmlns:a16="http://schemas.microsoft.com/office/drawing/2014/main" id="{B18E5213-6144-5849-BAD7-C526BA656AEB}"/>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2" name="Oval 274">
                  <a:extLst>
                    <a:ext uri="{FF2B5EF4-FFF2-40B4-BE49-F238E27FC236}">
                      <a16:creationId xmlns:a16="http://schemas.microsoft.com/office/drawing/2014/main" id="{96F54578-92AC-674A-9F54-751152497819}"/>
                    </a:ext>
                  </a:extLst>
                </p:cNvPr>
                <p:cNvSpPr>
                  <a:spLocks noChangeArrowheads="1"/>
                </p:cNvSpPr>
                <p:nvPr/>
              </p:nvSpPr>
              <p:spPr bwMode="auto">
                <a:xfrm>
                  <a:off x="5512" y="2609"/>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60" name="Freeform 275">
                  <a:extLst>
                    <a:ext uri="{FF2B5EF4-FFF2-40B4-BE49-F238E27FC236}">
                      <a16:creationId xmlns:a16="http://schemas.microsoft.com/office/drawing/2014/main" id="{6E945926-057C-9543-BE63-D75A4488E43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4" name="AutoShape 276">
                  <a:extLst>
                    <a:ext uri="{FF2B5EF4-FFF2-40B4-BE49-F238E27FC236}">
                      <a16:creationId xmlns:a16="http://schemas.microsoft.com/office/drawing/2014/main" id="{53B8A41D-1E4A-8B41-96FD-332302291D71}"/>
                    </a:ext>
                  </a:extLst>
                </p:cNvPr>
                <p:cNvSpPr>
                  <a:spLocks noChangeArrowheads="1"/>
                </p:cNvSpPr>
                <p:nvPr/>
              </p:nvSpPr>
              <p:spPr bwMode="auto">
                <a:xfrm>
                  <a:off x="4140" y="2677"/>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5" name="AutoShape 277">
                  <a:extLst>
                    <a:ext uri="{FF2B5EF4-FFF2-40B4-BE49-F238E27FC236}">
                      <a16:creationId xmlns:a16="http://schemas.microsoft.com/office/drawing/2014/main" id="{8314FB35-6874-FF41-907C-0CEED2848344}"/>
                    </a:ext>
                  </a:extLst>
                </p:cNvPr>
                <p:cNvSpPr>
                  <a:spLocks noChangeArrowheads="1"/>
                </p:cNvSpPr>
                <p:nvPr/>
              </p:nvSpPr>
              <p:spPr bwMode="auto">
                <a:xfrm>
                  <a:off x="4200"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6" name="Oval 278">
                  <a:extLst>
                    <a:ext uri="{FF2B5EF4-FFF2-40B4-BE49-F238E27FC236}">
                      <a16:creationId xmlns:a16="http://schemas.microsoft.com/office/drawing/2014/main" id="{11F0D0AC-C1F8-5048-92EA-442EA334A9DD}"/>
                    </a:ext>
                  </a:extLst>
                </p:cNvPr>
                <p:cNvSpPr>
                  <a:spLocks noChangeArrowheads="1"/>
                </p:cNvSpPr>
                <p:nvPr/>
              </p:nvSpPr>
              <p:spPr bwMode="auto">
                <a:xfrm>
                  <a:off x="4310" y="2379"/>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7" name="Oval 279">
                  <a:extLst>
                    <a:ext uri="{FF2B5EF4-FFF2-40B4-BE49-F238E27FC236}">
                      <a16:creationId xmlns:a16="http://schemas.microsoft.com/office/drawing/2014/main" id="{00582064-967C-584D-9217-EFFA48369DF4}"/>
                    </a:ext>
                  </a:extLst>
                </p:cNvPr>
                <p:cNvSpPr>
                  <a:spLocks noChangeArrowheads="1"/>
                </p:cNvSpPr>
                <p:nvPr/>
              </p:nvSpPr>
              <p:spPr bwMode="auto">
                <a:xfrm>
                  <a:off x="4480" y="2379"/>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58" name="Oval 280">
                  <a:extLst>
                    <a:ext uri="{FF2B5EF4-FFF2-40B4-BE49-F238E27FC236}">
                      <a16:creationId xmlns:a16="http://schemas.microsoft.com/office/drawing/2014/main" id="{38FC02B0-E1F8-0247-8E72-2A07612BE3A5}"/>
                    </a:ext>
                  </a:extLst>
                </p:cNvPr>
                <p:cNvSpPr>
                  <a:spLocks noChangeArrowheads="1"/>
                </p:cNvSpPr>
                <p:nvPr/>
              </p:nvSpPr>
              <p:spPr bwMode="auto">
                <a:xfrm>
                  <a:off x="4661" y="2379"/>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9" name="Rectangle 281">
                  <a:extLst>
                    <a:ext uri="{FF2B5EF4-FFF2-40B4-BE49-F238E27FC236}">
                      <a16:creationId xmlns:a16="http://schemas.microsoft.com/office/drawing/2014/main" id="{1EE28A89-63F5-DF4C-84C8-9A84FAD8FCB3}"/>
                    </a:ext>
                  </a:extLst>
                </p:cNvPr>
                <p:cNvSpPr>
                  <a:spLocks noChangeArrowheads="1"/>
                </p:cNvSpPr>
                <p:nvPr/>
              </p:nvSpPr>
              <p:spPr bwMode="auto">
                <a:xfrm>
                  <a:off x="5061" y="1831"/>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399" name="Group 1068">
              <a:extLst>
                <a:ext uri="{FF2B5EF4-FFF2-40B4-BE49-F238E27FC236}">
                  <a16:creationId xmlns:a16="http://schemas.microsoft.com/office/drawing/2014/main" id="{8E402CA8-533B-1D4A-9CAE-4C31AA1D6632}"/>
                </a:ext>
              </a:extLst>
            </p:cNvPr>
            <p:cNvGrpSpPr>
              <a:grpSpLocks/>
            </p:cNvGrpSpPr>
            <p:nvPr/>
          </p:nvGrpSpPr>
          <p:grpSpPr bwMode="auto">
            <a:xfrm>
              <a:off x="7186941" y="5734675"/>
              <a:ext cx="347753" cy="680208"/>
              <a:chOff x="7923189" y="2486663"/>
              <a:chExt cx="360362" cy="884586"/>
            </a:xfrm>
          </p:grpSpPr>
          <p:pic>
            <p:nvPicPr>
              <p:cNvPr id="214405" name="Picture 3">
                <a:extLst>
                  <a:ext uri="{FF2B5EF4-FFF2-40B4-BE49-F238E27FC236}">
                    <a16:creationId xmlns:a16="http://schemas.microsoft.com/office/drawing/2014/main" id="{32733F9F-7586-5E4F-8834-78697C1804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406" name="Group 950">
                <a:extLst>
                  <a:ext uri="{FF2B5EF4-FFF2-40B4-BE49-F238E27FC236}">
                    <a16:creationId xmlns:a16="http://schemas.microsoft.com/office/drawing/2014/main" id="{278CF83B-2727-E840-82D3-4E01DA472DC3}"/>
                  </a:ext>
                </a:extLst>
              </p:cNvPr>
              <p:cNvGrpSpPr>
                <a:grpSpLocks/>
              </p:cNvGrpSpPr>
              <p:nvPr/>
            </p:nvGrpSpPr>
            <p:grpSpPr bwMode="auto">
              <a:xfrm>
                <a:off x="7923189" y="2890236"/>
                <a:ext cx="227012" cy="481013"/>
                <a:chOff x="4140" y="429"/>
                <a:chExt cx="1425" cy="2396"/>
              </a:xfrm>
            </p:grpSpPr>
            <p:sp>
              <p:nvSpPr>
                <p:cNvPr id="214407" name="Freeform 951">
                  <a:extLst>
                    <a:ext uri="{FF2B5EF4-FFF2-40B4-BE49-F238E27FC236}">
                      <a16:creationId xmlns:a16="http://schemas.microsoft.com/office/drawing/2014/main" id="{8DCEAEB6-8B9F-A743-8291-D894DCB08AB9}"/>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08" name="Rectangle 952">
                  <a:extLst>
                    <a:ext uri="{FF2B5EF4-FFF2-40B4-BE49-F238E27FC236}">
                      <a16:creationId xmlns:a16="http://schemas.microsoft.com/office/drawing/2014/main" id="{0C24C977-81AA-D943-AC95-ECAABC46359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09" name="Freeform 953">
                  <a:extLst>
                    <a:ext uri="{FF2B5EF4-FFF2-40B4-BE49-F238E27FC236}">
                      <a16:creationId xmlns:a16="http://schemas.microsoft.com/office/drawing/2014/main" id="{1AA76C4E-1179-9143-911B-B58CD9E12C9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10" name="Freeform 954">
                  <a:extLst>
                    <a:ext uri="{FF2B5EF4-FFF2-40B4-BE49-F238E27FC236}">
                      <a16:creationId xmlns:a16="http://schemas.microsoft.com/office/drawing/2014/main" id="{1EBF6E83-6A8C-7741-B346-DB75DFBE810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11" name="Rectangle 955">
                  <a:extLst>
                    <a:ext uri="{FF2B5EF4-FFF2-40B4-BE49-F238E27FC236}">
                      <a16:creationId xmlns:a16="http://schemas.microsoft.com/office/drawing/2014/main" id="{3C735847-0E2E-DB49-8559-785F4FF7CBB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2" name="Group 956">
                  <a:extLst>
                    <a:ext uri="{FF2B5EF4-FFF2-40B4-BE49-F238E27FC236}">
                      <a16:creationId xmlns:a16="http://schemas.microsoft.com/office/drawing/2014/main" id="{95902300-E8B5-9B4C-B771-8D658CE50690}"/>
                    </a:ext>
                  </a:extLst>
                </p:cNvPr>
                <p:cNvGrpSpPr>
                  <a:grpSpLocks/>
                </p:cNvGrpSpPr>
                <p:nvPr/>
              </p:nvGrpSpPr>
              <p:grpSpPr bwMode="auto">
                <a:xfrm>
                  <a:off x="4749" y="668"/>
                  <a:ext cx="581" cy="145"/>
                  <a:chOff x="614" y="2568"/>
                  <a:chExt cx="725" cy="139"/>
                </a:xfrm>
              </p:grpSpPr>
              <p:sp>
                <p:nvSpPr>
                  <p:cNvPr id="214437" name="AutoShape 957">
                    <a:extLst>
                      <a:ext uri="{FF2B5EF4-FFF2-40B4-BE49-F238E27FC236}">
                        <a16:creationId xmlns:a16="http://schemas.microsoft.com/office/drawing/2014/main" id="{D9BF973C-286D-6A4C-B74E-31C91AEB4C3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8" name="AutoShape 958">
                    <a:extLst>
                      <a:ext uri="{FF2B5EF4-FFF2-40B4-BE49-F238E27FC236}">
                        <a16:creationId xmlns:a16="http://schemas.microsoft.com/office/drawing/2014/main" id="{8A8F2273-F2F0-8246-8122-C389B0DB028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3" name="Rectangle 959">
                  <a:extLst>
                    <a:ext uri="{FF2B5EF4-FFF2-40B4-BE49-F238E27FC236}">
                      <a16:creationId xmlns:a16="http://schemas.microsoft.com/office/drawing/2014/main" id="{A215A618-2228-1E40-8380-BCFC3634359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4" name="Group 960">
                  <a:extLst>
                    <a:ext uri="{FF2B5EF4-FFF2-40B4-BE49-F238E27FC236}">
                      <a16:creationId xmlns:a16="http://schemas.microsoft.com/office/drawing/2014/main" id="{0CF5AE61-55C9-EE49-B017-931CF03BFE3F}"/>
                    </a:ext>
                  </a:extLst>
                </p:cNvPr>
                <p:cNvGrpSpPr>
                  <a:grpSpLocks/>
                </p:cNvGrpSpPr>
                <p:nvPr/>
              </p:nvGrpSpPr>
              <p:grpSpPr bwMode="auto">
                <a:xfrm>
                  <a:off x="4747" y="994"/>
                  <a:ext cx="581" cy="134"/>
                  <a:chOff x="614" y="2568"/>
                  <a:chExt cx="725" cy="139"/>
                </a:xfrm>
              </p:grpSpPr>
              <p:sp>
                <p:nvSpPr>
                  <p:cNvPr id="214435" name="AutoShape 961">
                    <a:extLst>
                      <a:ext uri="{FF2B5EF4-FFF2-40B4-BE49-F238E27FC236}">
                        <a16:creationId xmlns:a16="http://schemas.microsoft.com/office/drawing/2014/main" id="{51E98649-DA5D-F84C-9475-9029C4F2012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6" name="AutoShape 962">
                    <a:extLst>
                      <a:ext uri="{FF2B5EF4-FFF2-40B4-BE49-F238E27FC236}">
                        <a16:creationId xmlns:a16="http://schemas.microsoft.com/office/drawing/2014/main" id="{56E6C1E0-4B5B-C042-ADE7-0B89FAB8E07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5" name="Rectangle 963">
                  <a:extLst>
                    <a:ext uri="{FF2B5EF4-FFF2-40B4-BE49-F238E27FC236}">
                      <a16:creationId xmlns:a16="http://schemas.microsoft.com/office/drawing/2014/main" id="{97B4E582-7B38-FE4A-946C-21FE3ADE65F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16" name="Rectangle 964">
                  <a:extLst>
                    <a:ext uri="{FF2B5EF4-FFF2-40B4-BE49-F238E27FC236}">
                      <a16:creationId xmlns:a16="http://schemas.microsoft.com/office/drawing/2014/main" id="{2EF7FE66-E052-6E4B-A967-C146A6E59C0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7" name="Group 965">
                  <a:extLst>
                    <a:ext uri="{FF2B5EF4-FFF2-40B4-BE49-F238E27FC236}">
                      <a16:creationId xmlns:a16="http://schemas.microsoft.com/office/drawing/2014/main" id="{9AAE0792-8C21-B647-8993-E880A752C0F4}"/>
                    </a:ext>
                  </a:extLst>
                </p:cNvPr>
                <p:cNvGrpSpPr>
                  <a:grpSpLocks/>
                </p:cNvGrpSpPr>
                <p:nvPr/>
              </p:nvGrpSpPr>
              <p:grpSpPr bwMode="auto">
                <a:xfrm>
                  <a:off x="4735" y="1627"/>
                  <a:ext cx="582" cy="151"/>
                  <a:chOff x="614" y="2568"/>
                  <a:chExt cx="725" cy="139"/>
                </a:xfrm>
              </p:grpSpPr>
              <p:sp>
                <p:nvSpPr>
                  <p:cNvPr id="214433" name="AutoShape 966">
                    <a:extLst>
                      <a:ext uri="{FF2B5EF4-FFF2-40B4-BE49-F238E27FC236}">
                        <a16:creationId xmlns:a16="http://schemas.microsoft.com/office/drawing/2014/main" id="{E27A401E-0185-E04D-9EE8-F250AB0DA8F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4" name="AutoShape 967">
                    <a:extLst>
                      <a:ext uri="{FF2B5EF4-FFF2-40B4-BE49-F238E27FC236}">
                        <a16:creationId xmlns:a16="http://schemas.microsoft.com/office/drawing/2014/main" id="{688D841D-D13F-5246-A020-C0FBA68E25B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8" name="Freeform 968">
                  <a:extLst>
                    <a:ext uri="{FF2B5EF4-FFF2-40B4-BE49-F238E27FC236}">
                      <a16:creationId xmlns:a16="http://schemas.microsoft.com/office/drawing/2014/main" id="{40C4AE9E-8D37-8549-92CC-40854D242C4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19" name="Group 969">
                  <a:extLst>
                    <a:ext uri="{FF2B5EF4-FFF2-40B4-BE49-F238E27FC236}">
                      <a16:creationId xmlns:a16="http://schemas.microsoft.com/office/drawing/2014/main" id="{B0E06361-773E-594D-8BA8-A6BFEF56DAE7}"/>
                    </a:ext>
                  </a:extLst>
                </p:cNvPr>
                <p:cNvGrpSpPr>
                  <a:grpSpLocks/>
                </p:cNvGrpSpPr>
                <p:nvPr/>
              </p:nvGrpSpPr>
              <p:grpSpPr bwMode="auto">
                <a:xfrm>
                  <a:off x="4739" y="1327"/>
                  <a:ext cx="582" cy="139"/>
                  <a:chOff x="614" y="2568"/>
                  <a:chExt cx="725" cy="139"/>
                </a:xfrm>
              </p:grpSpPr>
              <p:sp>
                <p:nvSpPr>
                  <p:cNvPr id="214431" name="AutoShape 970">
                    <a:extLst>
                      <a:ext uri="{FF2B5EF4-FFF2-40B4-BE49-F238E27FC236}">
                        <a16:creationId xmlns:a16="http://schemas.microsoft.com/office/drawing/2014/main" id="{A254F874-2C1A-A94F-B104-6B11A3B3FFF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2" name="AutoShape 971">
                    <a:extLst>
                      <a:ext uri="{FF2B5EF4-FFF2-40B4-BE49-F238E27FC236}">
                        <a16:creationId xmlns:a16="http://schemas.microsoft.com/office/drawing/2014/main" id="{63C57A66-FE2A-9B49-AC7A-28FE9BBFE9B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20" name="Rectangle 972">
                  <a:extLst>
                    <a:ext uri="{FF2B5EF4-FFF2-40B4-BE49-F238E27FC236}">
                      <a16:creationId xmlns:a16="http://schemas.microsoft.com/office/drawing/2014/main" id="{41FC7717-503B-234E-8D7D-9022259F569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1" name="Freeform 973">
                  <a:extLst>
                    <a:ext uri="{FF2B5EF4-FFF2-40B4-BE49-F238E27FC236}">
                      <a16:creationId xmlns:a16="http://schemas.microsoft.com/office/drawing/2014/main" id="{D2714405-2380-B44B-99CA-B0213CFA7F7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2" name="Freeform 974">
                  <a:extLst>
                    <a:ext uri="{FF2B5EF4-FFF2-40B4-BE49-F238E27FC236}">
                      <a16:creationId xmlns:a16="http://schemas.microsoft.com/office/drawing/2014/main" id="{9F8F4988-F695-454E-9D54-EBC8E0AFDB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3" name="Oval 975">
                  <a:extLst>
                    <a:ext uri="{FF2B5EF4-FFF2-40B4-BE49-F238E27FC236}">
                      <a16:creationId xmlns:a16="http://schemas.microsoft.com/office/drawing/2014/main" id="{A24C5B25-D627-3649-8F12-A567A24A9B7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4" name="Freeform 976">
                  <a:extLst>
                    <a:ext uri="{FF2B5EF4-FFF2-40B4-BE49-F238E27FC236}">
                      <a16:creationId xmlns:a16="http://schemas.microsoft.com/office/drawing/2014/main" id="{2F3F0CC0-1CC5-834C-90FF-5DEC703CFCF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5" name="AutoShape 977">
                  <a:extLst>
                    <a:ext uri="{FF2B5EF4-FFF2-40B4-BE49-F238E27FC236}">
                      <a16:creationId xmlns:a16="http://schemas.microsoft.com/office/drawing/2014/main" id="{9E9EBBD6-ABA3-CE41-873E-E25C8CD3C53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6" name="AutoShape 978">
                  <a:extLst>
                    <a:ext uri="{FF2B5EF4-FFF2-40B4-BE49-F238E27FC236}">
                      <a16:creationId xmlns:a16="http://schemas.microsoft.com/office/drawing/2014/main" id="{DE66A82D-7F89-BA46-94BF-C440B325B83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7" name="Oval 979">
                  <a:extLst>
                    <a:ext uri="{FF2B5EF4-FFF2-40B4-BE49-F238E27FC236}">
                      <a16:creationId xmlns:a16="http://schemas.microsoft.com/office/drawing/2014/main" id="{8093C79D-2479-684D-9E42-329DA6A61D9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8" name="Oval 980">
                  <a:extLst>
                    <a:ext uri="{FF2B5EF4-FFF2-40B4-BE49-F238E27FC236}">
                      <a16:creationId xmlns:a16="http://schemas.microsoft.com/office/drawing/2014/main" id="{C0BC531C-6E59-9446-B664-FDD8EBABB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429" name="Oval 981">
                  <a:extLst>
                    <a:ext uri="{FF2B5EF4-FFF2-40B4-BE49-F238E27FC236}">
                      <a16:creationId xmlns:a16="http://schemas.microsoft.com/office/drawing/2014/main" id="{E9ED9C0E-3190-1C40-93DB-19A88E9CD08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0" name="Rectangle 982">
                  <a:extLst>
                    <a:ext uri="{FF2B5EF4-FFF2-40B4-BE49-F238E27FC236}">
                      <a16:creationId xmlns:a16="http://schemas.microsoft.com/office/drawing/2014/main" id="{541C1A9C-C313-D944-991B-F15BF1E1A46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400" name="Group 3">
              <a:extLst>
                <a:ext uri="{FF2B5EF4-FFF2-40B4-BE49-F238E27FC236}">
                  <a16:creationId xmlns:a16="http://schemas.microsoft.com/office/drawing/2014/main" id="{324EDE22-2FBE-CD4B-87F5-3AFE46AE84BA}"/>
                </a:ext>
              </a:extLst>
            </p:cNvPr>
            <p:cNvGrpSpPr>
              <a:grpSpLocks/>
            </p:cNvGrpSpPr>
            <p:nvPr/>
          </p:nvGrpSpPr>
          <p:grpSpPr bwMode="auto">
            <a:xfrm>
              <a:off x="439215" y="4827099"/>
              <a:ext cx="875523" cy="506826"/>
              <a:chOff x="439215" y="4827099"/>
              <a:chExt cx="875523" cy="506826"/>
            </a:xfrm>
          </p:grpSpPr>
          <p:grpSp>
            <p:nvGrpSpPr>
              <p:cNvPr id="214401" name="Group 418">
                <a:extLst>
                  <a:ext uri="{FF2B5EF4-FFF2-40B4-BE49-F238E27FC236}">
                    <a16:creationId xmlns:a16="http://schemas.microsoft.com/office/drawing/2014/main" id="{5EBBB6C8-77B2-BA46-8116-9CC4F54F5332}"/>
                  </a:ext>
                </a:extLst>
              </p:cNvPr>
              <p:cNvGrpSpPr>
                <a:grpSpLocks/>
              </p:cNvGrpSpPr>
              <p:nvPr/>
            </p:nvGrpSpPr>
            <p:grpSpPr bwMode="auto">
              <a:xfrm>
                <a:off x="439215" y="4827099"/>
                <a:ext cx="875523" cy="506826"/>
                <a:chOff x="2889" y="1631"/>
                <a:chExt cx="980" cy="743"/>
              </a:xfrm>
            </p:grpSpPr>
            <p:sp>
              <p:nvSpPr>
                <p:cNvPr id="214403" name="Rectangle 419">
                  <a:extLst>
                    <a:ext uri="{FF2B5EF4-FFF2-40B4-BE49-F238E27FC236}">
                      <a16:creationId xmlns:a16="http://schemas.microsoft.com/office/drawing/2014/main" id="{2E581D98-6885-D344-B42F-A717F5B85044}"/>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49" name="AutoShape 420">
                  <a:extLst>
                    <a:ext uri="{FF2B5EF4-FFF2-40B4-BE49-F238E27FC236}">
                      <a16:creationId xmlns:a16="http://schemas.microsoft.com/office/drawing/2014/main" id="{7543A277-20B6-4B4B-88B3-775CB6CE92FC}"/>
                    </a:ext>
                  </a:extLst>
                </p:cNvPr>
                <p:cNvSpPr>
                  <a:spLocks noChangeArrowheads="1"/>
                </p:cNvSpPr>
                <p:nvPr/>
              </p:nvSpPr>
              <p:spPr bwMode="auto">
                <a:xfrm>
                  <a:off x="2889" y="1631"/>
                  <a:ext cx="976" cy="254"/>
                </a:xfrm>
                <a:prstGeom prst="triangle">
                  <a:avLst>
                    <a:gd name="adj" fmla="val 50000"/>
                  </a:avLst>
                </a:prstGeom>
                <a:solidFill>
                  <a:schemeClr val="tx1">
                    <a:lumMod val="50000"/>
                    <a:lumOff val="5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402" name="Picture 9">
                <a:extLst>
                  <a:ext uri="{FF2B5EF4-FFF2-40B4-BE49-F238E27FC236}">
                    <a16:creationId xmlns:a16="http://schemas.microsoft.com/office/drawing/2014/main" id="{84AFFF33-43DD-D448-9B8B-7C7762B494CB}"/>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9" name="Group 8">
            <a:extLst>
              <a:ext uri="{FF2B5EF4-FFF2-40B4-BE49-F238E27FC236}">
                <a16:creationId xmlns:a16="http://schemas.microsoft.com/office/drawing/2014/main" id="{663E03E5-A035-FA4B-96FB-1DB1173EACF5}"/>
              </a:ext>
            </a:extLst>
          </p:cNvPr>
          <p:cNvGrpSpPr>
            <a:grpSpLocks/>
          </p:cNvGrpSpPr>
          <p:nvPr/>
        </p:nvGrpSpPr>
        <p:grpSpPr bwMode="auto">
          <a:xfrm>
            <a:off x="1949451" y="1181101"/>
            <a:ext cx="8258175" cy="5427663"/>
            <a:chOff x="425291" y="1016574"/>
            <a:chExt cx="8258951" cy="5427438"/>
          </a:xfrm>
        </p:grpSpPr>
        <p:grpSp>
          <p:nvGrpSpPr>
            <p:cNvPr id="214030" name="Group 7">
              <a:extLst>
                <a:ext uri="{FF2B5EF4-FFF2-40B4-BE49-F238E27FC236}">
                  <a16:creationId xmlns:a16="http://schemas.microsoft.com/office/drawing/2014/main" id="{A4AF4A7E-AAF4-534C-ABAC-8465AF89D6B5}"/>
                </a:ext>
              </a:extLst>
            </p:cNvPr>
            <p:cNvGrpSpPr>
              <a:grpSpLocks/>
            </p:cNvGrpSpPr>
            <p:nvPr/>
          </p:nvGrpSpPr>
          <p:grpSpPr bwMode="auto">
            <a:xfrm>
              <a:off x="861857" y="1488950"/>
              <a:ext cx="7326607" cy="4955062"/>
              <a:chOff x="861857" y="1488950"/>
              <a:chExt cx="7326607" cy="4955062"/>
            </a:xfrm>
          </p:grpSpPr>
          <p:cxnSp>
            <p:nvCxnSpPr>
              <p:cNvPr id="214383" name="Straight Connector 6">
                <a:extLst>
                  <a:ext uri="{FF2B5EF4-FFF2-40B4-BE49-F238E27FC236}">
                    <a16:creationId xmlns:a16="http://schemas.microsoft.com/office/drawing/2014/main" id="{9512D778-123C-7140-9209-CBA6A43BC19E}"/>
                  </a:ext>
                </a:extLst>
              </p:cNvPr>
              <p:cNvCxnSpPr>
                <a:cxnSpLocks noChangeShapeType="1"/>
                <a:stCxn id="214402" idx="2"/>
              </p:cNvCxnSpPr>
              <p:nvPr/>
            </p:nvCxnSpPr>
            <p:spPr bwMode="auto">
              <a:xfrm flipH="1" flipV="1">
                <a:off x="861857" y="2766634"/>
                <a:ext cx="24132" cy="237025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4" name="Straight Connector 786">
                <a:extLst>
                  <a:ext uri="{FF2B5EF4-FFF2-40B4-BE49-F238E27FC236}">
                    <a16:creationId xmlns:a16="http://schemas.microsoft.com/office/drawing/2014/main" id="{B2301258-B27E-2F44-9382-9A623C4D7000}"/>
                  </a:ext>
                </a:extLst>
              </p:cNvPr>
              <p:cNvCxnSpPr>
                <a:cxnSpLocks noChangeShapeType="1"/>
                <a:stCxn id="214712" idx="2"/>
              </p:cNvCxnSpPr>
              <p:nvPr/>
            </p:nvCxnSpPr>
            <p:spPr bwMode="auto">
              <a:xfrm flipV="1">
                <a:off x="1769891" y="1936350"/>
                <a:ext cx="381" cy="24137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5" name="Straight Connector 787">
                <a:extLst>
                  <a:ext uri="{FF2B5EF4-FFF2-40B4-BE49-F238E27FC236}">
                    <a16:creationId xmlns:a16="http://schemas.microsoft.com/office/drawing/2014/main" id="{7B952022-194E-AF45-BA8F-F3BA1517842D}"/>
                  </a:ext>
                </a:extLst>
              </p:cNvPr>
              <p:cNvCxnSpPr>
                <a:cxnSpLocks noChangeShapeType="1"/>
              </p:cNvCxnSpPr>
              <p:nvPr/>
            </p:nvCxnSpPr>
            <p:spPr bwMode="auto">
              <a:xfrm flipV="1">
                <a:off x="2209958" y="325285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6" name="Straight Connector 788">
                <a:extLst>
                  <a:ext uri="{FF2B5EF4-FFF2-40B4-BE49-F238E27FC236}">
                    <a16:creationId xmlns:a16="http://schemas.microsoft.com/office/drawing/2014/main" id="{DA4CF229-090E-D040-A819-79B58CD0D157}"/>
                  </a:ext>
                </a:extLst>
              </p:cNvPr>
              <p:cNvCxnSpPr>
                <a:cxnSpLocks noChangeShapeType="1"/>
              </p:cNvCxnSpPr>
              <p:nvPr/>
            </p:nvCxnSpPr>
            <p:spPr bwMode="auto">
              <a:xfrm flipV="1">
                <a:off x="3314938" y="3904152"/>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7" name="Straight Connector 789">
                <a:extLst>
                  <a:ext uri="{FF2B5EF4-FFF2-40B4-BE49-F238E27FC236}">
                    <a16:creationId xmlns:a16="http://schemas.microsoft.com/office/drawing/2014/main" id="{F1FD2E17-FCFD-7A49-80F1-F0132E422F6F}"/>
                  </a:ext>
                </a:extLst>
              </p:cNvPr>
              <p:cNvCxnSpPr>
                <a:cxnSpLocks noChangeShapeType="1"/>
              </p:cNvCxnSpPr>
              <p:nvPr/>
            </p:nvCxnSpPr>
            <p:spPr bwMode="auto">
              <a:xfrm flipV="1">
                <a:off x="4465279" y="1488950"/>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8" name="Straight Connector 791">
                <a:extLst>
                  <a:ext uri="{FF2B5EF4-FFF2-40B4-BE49-F238E27FC236}">
                    <a16:creationId xmlns:a16="http://schemas.microsoft.com/office/drawing/2014/main" id="{F2AA9CB3-A15F-6A4F-BD49-8C86FD328DF0}"/>
                  </a:ext>
                </a:extLst>
              </p:cNvPr>
              <p:cNvCxnSpPr>
                <a:cxnSpLocks noChangeShapeType="1"/>
              </p:cNvCxnSpPr>
              <p:nvPr/>
            </p:nvCxnSpPr>
            <p:spPr bwMode="auto">
              <a:xfrm flipV="1">
                <a:off x="5162011" y="356135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9" name="Straight Connector 967">
                <a:extLst>
                  <a:ext uri="{FF2B5EF4-FFF2-40B4-BE49-F238E27FC236}">
                    <a16:creationId xmlns:a16="http://schemas.microsoft.com/office/drawing/2014/main" id="{1A84D6ED-7888-4649-8F9A-6F97B339F199}"/>
                  </a:ext>
                </a:extLst>
              </p:cNvPr>
              <p:cNvCxnSpPr>
                <a:cxnSpLocks noChangeShapeType="1"/>
              </p:cNvCxnSpPr>
              <p:nvPr/>
            </p:nvCxnSpPr>
            <p:spPr bwMode="auto">
              <a:xfrm flipV="1">
                <a:off x="6130907" y="177844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0" name="Straight Connector 1067">
                <a:extLst>
                  <a:ext uri="{FF2B5EF4-FFF2-40B4-BE49-F238E27FC236}">
                    <a16:creationId xmlns:a16="http://schemas.microsoft.com/office/drawing/2014/main" id="{6E0210E8-9E52-B64F-AB77-2FE66D785BB6}"/>
                  </a:ext>
                </a:extLst>
              </p:cNvPr>
              <p:cNvCxnSpPr>
                <a:cxnSpLocks noChangeShapeType="1"/>
              </p:cNvCxnSpPr>
              <p:nvPr/>
            </p:nvCxnSpPr>
            <p:spPr bwMode="auto">
              <a:xfrm flipV="1">
                <a:off x="8188464" y="238403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1" name="Straight Connector 1103">
                <a:extLst>
                  <a:ext uri="{FF2B5EF4-FFF2-40B4-BE49-F238E27FC236}">
                    <a16:creationId xmlns:a16="http://schemas.microsoft.com/office/drawing/2014/main" id="{4BD7FE31-973D-2149-85C0-0E13ED55A48A}"/>
                  </a:ext>
                </a:extLst>
              </p:cNvPr>
              <p:cNvCxnSpPr>
                <a:cxnSpLocks noChangeShapeType="1"/>
              </p:cNvCxnSpPr>
              <p:nvPr/>
            </p:nvCxnSpPr>
            <p:spPr bwMode="auto">
              <a:xfrm flipV="1">
                <a:off x="7267323" y="388000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14031" name="Group 1104">
              <a:extLst>
                <a:ext uri="{FF2B5EF4-FFF2-40B4-BE49-F238E27FC236}">
                  <a16:creationId xmlns:a16="http://schemas.microsoft.com/office/drawing/2014/main" id="{765F4DA0-16C7-9A4A-BC15-42B419D784ED}"/>
                </a:ext>
              </a:extLst>
            </p:cNvPr>
            <p:cNvGrpSpPr>
              <a:grpSpLocks/>
            </p:cNvGrpSpPr>
            <p:nvPr/>
          </p:nvGrpSpPr>
          <p:grpSpPr bwMode="auto">
            <a:xfrm>
              <a:off x="425291" y="1016574"/>
              <a:ext cx="8258951" cy="2901368"/>
              <a:chOff x="439215" y="3555216"/>
              <a:chExt cx="8258951" cy="2901368"/>
            </a:xfrm>
          </p:grpSpPr>
          <p:grpSp>
            <p:nvGrpSpPr>
              <p:cNvPr id="214032" name="Group 1105">
                <a:extLst>
                  <a:ext uri="{FF2B5EF4-FFF2-40B4-BE49-F238E27FC236}">
                    <a16:creationId xmlns:a16="http://schemas.microsoft.com/office/drawing/2014/main" id="{E694307B-217B-FB40-81BB-A309B6A9FADA}"/>
                  </a:ext>
                </a:extLst>
              </p:cNvPr>
              <p:cNvGrpSpPr>
                <a:grpSpLocks/>
              </p:cNvGrpSpPr>
              <p:nvPr/>
            </p:nvGrpSpPr>
            <p:grpSpPr bwMode="auto">
              <a:xfrm>
                <a:off x="1678362" y="3855145"/>
                <a:ext cx="347753" cy="680208"/>
                <a:chOff x="7923189" y="2486663"/>
                <a:chExt cx="360362" cy="884586"/>
              </a:xfrm>
            </p:grpSpPr>
            <p:pic>
              <p:nvPicPr>
                <p:cNvPr id="214349" name="Picture 3">
                  <a:extLst>
                    <a:ext uri="{FF2B5EF4-FFF2-40B4-BE49-F238E27FC236}">
                      <a16:creationId xmlns:a16="http://schemas.microsoft.com/office/drawing/2014/main" id="{A5775926-AFE6-1449-9A27-5441A654C9E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50" name="Group 950">
                  <a:extLst>
                    <a:ext uri="{FF2B5EF4-FFF2-40B4-BE49-F238E27FC236}">
                      <a16:creationId xmlns:a16="http://schemas.microsoft.com/office/drawing/2014/main" id="{38CC53F0-B414-2E4E-8986-2F7DDC5D0D82}"/>
                    </a:ext>
                  </a:extLst>
                </p:cNvPr>
                <p:cNvGrpSpPr>
                  <a:grpSpLocks/>
                </p:cNvGrpSpPr>
                <p:nvPr/>
              </p:nvGrpSpPr>
              <p:grpSpPr bwMode="auto">
                <a:xfrm>
                  <a:off x="7923189" y="2890236"/>
                  <a:ext cx="227012" cy="481013"/>
                  <a:chOff x="4140" y="429"/>
                  <a:chExt cx="1425" cy="2396"/>
                </a:xfrm>
              </p:grpSpPr>
              <p:sp>
                <p:nvSpPr>
                  <p:cNvPr id="214351" name="Freeform 951">
                    <a:extLst>
                      <a:ext uri="{FF2B5EF4-FFF2-40B4-BE49-F238E27FC236}">
                        <a16:creationId xmlns:a16="http://schemas.microsoft.com/office/drawing/2014/main" id="{1D940CF4-9ED0-F04D-B582-4A54E780ED7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2" name="Rectangle 952">
                    <a:extLst>
                      <a:ext uri="{FF2B5EF4-FFF2-40B4-BE49-F238E27FC236}">
                        <a16:creationId xmlns:a16="http://schemas.microsoft.com/office/drawing/2014/main" id="{5C864C79-25E8-8D48-A1F0-E6D2174CB77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53" name="Freeform 953">
                    <a:extLst>
                      <a:ext uri="{FF2B5EF4-FFF2-40B4-BE49-F238E27FC236}">
                        <a16:creationId xmlns:a16="http://schemas.microsoft.com/office/drawing/2014/main" id="{F9230EA0-40F1-F944-A1C8-C87B9C4B3110}"/>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4" name="Freeform 954">
                    <a:extLst>
                      <a:ext uri="{FF2B5EF4-FFF2-40B4-BE49-F238E27FC236}">
                        <a16:creationId xmlns:a16="http://schemas.microsoft.com/office/drawing/2014/main" id="{F0AB7CF6-089B-1148-BBF7-D843D80D901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5" name="Rectangle 955">
                    <a:extLst>
                      <a:ext uri="{FF2B5EF4-FFF2-40B4-BE49-F238E27FC236}">
                        <a16:creationId xmlns:a16="http://schemas.microsoft.com/office/drawing/2014/main" id="{98CC2FCF-928D-5E48-AEAC-621C4884E8C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6" name="Group 956">
                    <a:extLst>
                      <a:ext uri="{FF2B5EF4-FFF2-40B4-BE49-F238E27FC236}">
                        <a16:creationId xmlns:a16="http://schemas.microsoft.com/office/drawing/2014/main" id="{32064450-79DB-9B42-B425-E4053B0D45F8}"/>
                      </a:ext>
                    </a:extLst>
                  </p:cNvPr>
                  <p:cNvGrpSpPr>
                    <a:grpSpLocks/>
                  </p:cNvGrpSpPr>
                  <p:nvPr/>
                </p:nvGrpSpPr>
                <p:grpSpPr bwMode="auto">
                  <a:xfrm>
                    <a:off x="4749" y="668"/>
                    <a:ext cx="581" cy="145"/>
                    <a:chOff x="614" y="2568"/>
                    <a:chExt cx="725" cy="139"/>
                  </a:xfrm>
                </p:grpSpPr>
                <p:sp>
                  <p:nvSpPr>
                    <p:cNvPr id="214381" name="AutoShape 957">
                      <a:extLst>
                        <a:ext uri="{FF2B5EF4-FFF2-40B4-BE49-F238E27FC236}">
                          <a16:creationId xmlns:a16="http://schemas.microsoft.com/office/drawing/2014/main" id="{81709B80-81CD-484F-90A0-829B27DBF22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2" name="AutoShape 958">
                      <a:extLst>
                        <a:ext uri="{FF2B5EF4-FFF2-40B4-BE49-F238E27FC236}">
                          <a16:creationId xmlns:a16="http://schemas.microsoft.com/office/drawing/2014/main" id="{59C6BA8F-1200-164F-A9AE-4A6580C660B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7" name="Rectangle 959">
                    <a:extLst>
                      <a:ext uri="{FF2B5EF4-FFF2-40B4-BE49-F238E27FC236}">
                        <a16:creationId xmlns:a16="http://schemas.microsoft.com/office/drawing/2014/main" id="{DC21CC66-F586-0442-ABD4-46DA223A4C8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8" name="Group 960">
                    <a:extLst>
                      <a:ext uri="{FF2B5EF4-FFF2-40B4-BE49-F238E27FC236}">
                        <a16:creationId xmlns:a16="http://schemas.microsoft.com/office/drawing/2014/main" id="{522CC6A9-9C0A-A348-B0AE-A15925D12CDB}"/>
                      </a:ext>
                    </a:extLst>
                  </p:cNvPr>
                  <p:cNvGrpSpPr>
                    <a:grpSpLocks/>
                  </p:cNvGrpSpPr>
                  <p:nvPr/>
                </p:nvGrpSpPr>
                <p:grpSpPr bwMode="auto">
                  <a:xfrm>
                    <a:off x="4747" y="994"/>
                    <a:ext cx="581" cy="134"/>
                    <a:chOff x="614" y="2568"/>
                    <a:chExt cx="725" cy="139"/>
                  </a:xfrm>
                </p:grpSpPr>
                <p:sp>
                  <p:nvSpPr>
                    <p:cNvPr id="214379" name="AutoShape 961">
                      <a:extLst>
                        <a:ext uri="{FF2B5EF4-FFF2-40B4-BE49-F238E27FC236}">
                          <a16:creationId xmlns:a16="http://schemas.microsoft.com/office/drawing/2014/main" id="{FB03F716-8759-2347-BC2A-0F6B8586036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0" name="AutoShape 962">
                      <a:extLst>
                        <a:ext uri="{FF2B5EF4-FFF2-40B4-BE49-F238E27FC236}">
                          <a16:creationId xmlns:a16="http://schemas.microsoft.com/office/drawing/2014/main" id="{968FE5C9-C21A-434D-9892-A0B42A53022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9" name="Rectangle 963">
                    <a:extLst>
                      <a:ext uri="{FF2B5EF4-FFF2-40B4-BE49-F238E27FC236}">
                        <a16:creationId xmlns:a16="http://schemas.microsoft.com/office/drawing/2014/main" id="{B266DFC4-3207-8841-9669-94EE2546F3D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0" name="Rectangle 964">
                    <a:extLst>
                      <a:ext uri="{FF2B5EF4-FFF2-40B4-BE49-F238E27FC236}">
                        <a16:creationId xmlns:a16="http://schemas.microsoft.com/office/drawing/2014/main" id="{B4358FEB-66AD-A549-8017-15821E824D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61" name="Group 965">
                    <a:extLst>
                      <a:ext uri="{FF2B5EF4-FFF2-40B4-BE49-F238E27FC236}">
                        <a16:creationId xmlns:a16="http://schemas.microsoft.com/office/drawing/2014/main" id="{A501AB8D-E194-184D-B93F-CE0B3F993719}"/>
                      </a:ext>
                    </a:extLst>
                  </p:cNvPr>
                  <p:cNvGrpSpPr>
                    <a:grpSpLocks/>
                  </p:cNvGrpSpPr>
                  <p:nvPr/>
                </p:nvGrpSpPr>
                <p:grpSpPr bwMode="auto">
                  <a:xfrm>
                    <a:off x="4735" y="1627"/>
                    <a:ext cx="582" cy="151"/>
                    <a:chOff x="614" y="2568"/>
                    <a:chExt cx="725" cy="139"/>
                  </a:xfrm>
                </p:grpSpPr>
                <p:sp>
                  <p:nvSpPr>
                    <p:cNvPr id="214377" name="AutoShape 966">
                      <a:extLst>
                        <a:ext uri="{FF2B5EF4-FFF2-40B4-BE49-F238E27FC236}">
                          <a16:creationId xmlns:a16="http://schemas.microsoft.com/office/drawing/2014/main" id="{6F4F8E69-BE61-B843-B396-7042AFECE11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8" name="AutoShape 967">
                      <a:extLst>
                        <a:ext uri="{FF2B5EF4-FFF2-40B4-BE49-F238E27FC236}">
                          <a16:creationId xmlns:a16="http://schemas.microsoft.com/office/drawing/2014/main" id="{154AE41D-488D-8F44-88B1-F11C857D77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2" name="Freeform 968">
                    <a:extLst>
                      <a:ext uri="{FF2B5EF4-FFF2-40B4-BE49-F238E27FC236}">
                        <a16:creationId xmlns:a16="http://schemas.microsoft.com/office/drawing/2014/main" id="{1B1846C0-35D3-4E43-AED9-CEBA5DFA665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363" name="Group 969">
                    <a:extLst>
                      <a:ext uri="{FF2B5EF4-FFF2-40B4-BE49-F238E27FC236}">
                        <a16:creationId xmlns:a16="http://schemas.microsoft.com/office/drawing/2014/main" id="{BE50C039-2456-0A43-8A8F-7974C27908F9}"/>
                      </a:ext>
                    </a:extLst>
                  </p:cNvPr>
                  <p:cNvGrpSpPr>
                    <a:grpSpLocks/>
                  </p:cNvGrpSpPr>
                  <p:nvPr/>
                </p:nvGrpSpPr>
                <p:grpSpPr bwMode="auto">
                  <a:xfrm>
                    <a:off x="4739" y="1327"/>
                    <a:ext cx="582" cy="139"/>
                    <a:chOff x="614" y="2568"/>
                    <a:chExt cx="725" cy="139"/>
                  </a:xfrm>
                </p:grpSpPr>
                <p:sp>
                  <p:nvSpPr>
                    <p:cNvPr id="214375" name="AutoShape 970">
                      <a:extLst>
                        <a:ext uri="{FF2B5EF4-FFF2-40B4-BE49-F238E27FC236}">
                          <a16:creationId xmlns:a16="http://schemas.microsoft.com/office/drawing/2014/main" id="{D6415243-02B9-604D-8712-065D4F3F992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6" name="AutoShape 971">
                      <a:extLst>
                        <a:ext uri="{FF2B5EF4-FFF2-40B4-BE49-F238E27FC236}">
                          <a16:creationId xmlns:a16="http://schemas.microsoft.com/office/drawing/2014/main" id="{7940FDC4-5E59-1B4D-AC78-6F272DC2CA9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4" name="Rectangle 972">
                    <a:extLst>
                      <a:ext uri="{FF2B5EF4-FFF2-40B4-BE49-F238E27FC236}">
                        <a16:creationId xmlns:a16="http://schemas.microsoft.com/office/drawing/2014/main" id="{B61E69CD-4454-3643-BD20-839CE28043D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5" name="Freeform 973">
                    <a:extLst>
                      <a:ext uri="{FF2B5EF4-FFF2-40B4-BE49-F238E27FC236}">
                        <a16:creationId xmlns:a16="http://schemas.microsoft.com/office/drawing/2014/main" id="{B09FCB36-68EA-6E43-AC71-461A29D5447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6" name="Freeform 974">
                    <a:extLst>
                      <a:ext uri="{FF2B5EF4-FFF2-40B4-BE49-F238E27FC236}">
                        <a16:creationId xmlns:a16="http://schemas.microsoft.com/office/drawing/2014/main" id="{4DF52331-2EAD-5B4B-90D5-064E127358F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7" name="Oval 975">
                    <a:extLst>
                      <a:ext uri="{FF2B5EF4-FFF2-40B4-BE49-F238E27FC236}">
                        <a16:creationId xmlns:a16="http://schemas.microsoft.com/office/drawing/2014/main" id="{BB63952B-4392-CE42-8365-B9FC248F77B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8" name="Freeform 976">
                    <a:extLst>
                      <a:ext uri="{FF2B5EF4-FFF2-40B4-BE49-F238E27FC236}">
                        <a16:creationId xmlns:a16="http://schemas.microsoft.com/office/drawing/2014/main" id="{6CAE91DE-B423-4643-8A87-F427B89F196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9" name="AutoShape 977">
                    <a:extLst>
                      <a:ext uri="{FF2B5EF4-FFF2-40B4-BE49-F238E27FC236}">
                        <a16:creationId xmlns:a16="http://schemas.microsoft.com/office/drawing/2014/main" id="{0D7858BE-3E40-6341-BB59-D191C3AC6112}"/>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0" name="AutoShape 978">
                    <a:extLst>
                      <a:ext uri="{FF2B5EF4-FFF2-40B4-BE49-F238E27FC236}">
                        <a16:creationId xmlns:a16="http://schemas.microsoft.com/office/drawing/2014/main" id="{A852E96A-2320-5744-BC11-26B7E723312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1" name="Oval 979">
                    <a:extLst>
                      <a:ext uri="{FF2B5EF4-FFF2-40B4-BE49-F238E27FC236}">
                        <a16:creationId xmlns:a16="http://schemas.microsoft.com/office/drawing/2014/main" id="{DC96CAF8-19F8-0048-BF8B-8C68ED47B96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2" name="Oval 980">
                    <a:extLst>
                      <a:ext uri="{FF2B5EF4-FFF2-40B4-BE49-F238E27FC236}">
                        <a16:creationId xmlns:a16="http://schemas.microsoft.com/office/drawing/2014/main" id="{AB248E44-3DC8-444A-8C84-7C4F2AF161D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73" name="Oval 981">
                    <a:extLst>
                      <a:ext uri="{FF2B5EF4-FFF2-40B4-BE49-F238E27FC236}">
                        <a16:creationId xmlns:a16="http://schemas.microsoft.com/office/drawing/2014/main" id="{4DBBD334-0E75-8E4F-9DBD-742A7B67A10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4" name="Rectangle 982">
                    <a:extLst>
                      <a:ext uri="{FF2B5EF4-FFF2-40B4-BE49-F238E27FC236}">
                        <a16:creationId xmlns:a16="http://schemas.microsoft.com/office/drawing/2014/main" id="{6D589F8A-DA14-5F4D-AC80-DF0C9F36CD9E}"/>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3" name="Group 1106">
                <a:extLst>
                  <a:ext uri="{FF2B5EF4-FFF2-40B4-BE49-F238E27FC236}">
                    <a16:creationId xmlns:a16="http://schemas.microsoft.com/office/drawing/2014/main" id="{C6C4C3FE-A2CC-F64A-A43C-914F88CFCB0D}"/>
                  </a:ext>
                </a:extLst>
              </p:cNvPr>
              <p:cNvGrpSpPr>
                <a:grpSpLocks/>
              </p:cNvGrpSpPr>
              <p:nvPr/>
            </p:nvGrpSpPr>
            <p:grpSpPr bwMode="auto">
              <a:xfrm>
                <a:off x="3221830" y="5776376"/>
                <a:ext cx="347753" cy="680208"/>
                <a:chOff x="7923189" y="2486663"/>
                <a:chExt cx="360362" cy="884586"/>
              </a:xfrm>
            </p:grpSpPr>
            <p:pic>
              <p:nvPicPr>
                <p:cNvPr id="214315" name="Picture 3">
                  <a:extLst>
                    <a:ext uri="{FF2B5EF4-FFF2-40B4-BE49-F238E27FC236}">
                      <a16:creationId xmlns:a16="http://schemas.microsoft.com/office/drawing/2014/main" id="{260B4362-0575-F74D-954B-5E4CD0D076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16" name="Group 950">
                  <a:extLst>
                    <a:ext uri="{FF2B5EF4-FFF2-40B4-BE49-F238E27FC236}">
                      <a16:creationId xmlns:a16="http://schemas.microsoft.com/office/drawing/2014/main" id="{4A701EFD-908E-364D-8A6D-551B0387068C}"/>
                    </a:ext>
                  </a:extLst>
                </p:cNvPr>
                <p:cNvGrpSpPr>
                  <a:grpSpLocks/>
                </p:cNvGrpSpPr>
                <p:nvPr/>
              </p:nvGrpSpPr>
              <p:grpSpPr bwMode="auto">
                <a:xfrm>
                  <a:off x="7923189" y="2890236"/>
                  <a:ext cx="227012" cy="481013"/>
                  <a:chOff x="4140" y="429"/>
                  <a:chExt cx="1425" cy="2396"/>
                </a:xfrm>
              </p:grpSpPr>
              <p:sp>
                <p:nvSpPr>
                  <p:cNvPr id="214317" name="Freeform 951">
                    <a:extLst>
                      <a:ext uri="{FF2B5EF4-FFF2-40B4-BE49-F238E27FC236}">
                        <a16:creationId xmlns:a16="http://schemas.microsoft.com/office/drawing/2014/main" id="{E6062FE3-75DD-FA43-83DD-1C2B4515115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18" name="Rectangle 952">
                    <a:extLst>
                      <a:ext uri="{FF2B5EF4-FFF2-40B4-BE49-F238E27FC236}">
                        <a16:creationId xmlns:a16="http://schemas.microsoft.com/office/drawing/2014/main" id="{FF82ADFA-572F-C74B-A1C4-568A9EB8F6B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9" name="Freeform 953">
                    <a:extLst>
                      <a:ext uri="{FF2B5EF4-FFF2-40B4-BE49-F238E27FC236}">
                        <a16:creationId xmlns:a16="http://schemas.microsoft.com/office/drawing/2014/main" id="{49B35CCA-6F24-A84D-9C1D-1CF611C6753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20" name="Freeform 954">
                    <a:extLst>
                      <a:ext uri="{FF2B5EF4-FFF2-40B4-BE49-F238E27FC236}">
                        <a16:creationId xmlns:a16="http://schemas.microsoft.com/office/drawing/2014/main" id="{350BEFC5-5530-DA47-85B7-6B72F157437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21" name="Rectangle 955">
                    <a:extLst>
                      <a:ext uri="{FF2B5EF4-FFF2-40B4-BE49-F238E27FC236}">
                        <a16:creationId xmlns:a16="http://schemas.microsoft.com/office/drawing/2014/main" id="{2B66742B-4655-114F-9D78-84F2EB77D5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2" name="Group 956">
                    <a:extLst>
                      <a:ext uri="{FF2B5EF4-FFF2-40B4-BE49-F238E27FC236}">
                        <a16:creationId xmlns:a16="http://schemas.microsoft.com/office/drawing/2014/main" id="{D095D206-B97B-754E-9B61-548F2005901D}"/>
                      </a:ext>
                    </a:extLst>
                  </p:cNvPr>
                  <p:cNvGrpSpPr>
                    <a:grpSpLocks/>
                  </p:cNvGrpSpPr>
                  <p:nvPr/>
                </p:nvGrpSpPr>
                <p:grpSpPr bwMode="auto">
                  <a:xfrm>
                    <a:off x="4749" y="668"/>
                    <a:ext cx="581" cy="145"/>
                    <a:chOff x="614" y="2568"/>
                    <a:chExt cx="725" cy="139"/>
                  </a:xfrm>
                </p:grpSpPr>
                <p:sp>
                  <p:nvSpPr>
                    <p:cNvPr id="214347" name="AutoShape 957">
                      <a:extLst>
                        <a:ext uri="{FF2B5EF4-FFF2-40B4-BE49-F238E27FC236}">
                          <a16:creationId xmlns:a16="http://schemas.microsoft.com/office/drawing/2014/main" id="{794C0100-9908-FA4D-B12F-68EB92D1E14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8" name="AutoShape 958">
                      <a:extLst>
                        <a:ext uri="{FF2B5EF4-FFF2-40B4-BE49-F238E27FC236}">
                          <a16:creationId xmlns:a16="http://schemas.microsoft.com/office/drawing/2014/main" id="{4934E9C0-E5CC-BE4F-8C87-255B6859F86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3" name="Rectangle 959">
                    <a:extLst>
                      <a:ext uri="{FF2B5EF4-FFF2-40B4-BE49-F238E27FC236}">
                        <a16:creationId xmlns:a16="http://schemas.microsoft.com/office/drawing/2014/main" id="{24141002-9948-3047-847B-82F4D74779C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4" name="Group 960">
                    <a:extLst>
                      <a:ext uri="{FF2B5EF4-FFF2-40B4-BE49-F238E27FC236}">
                        <a16:creationId xmlns:a16="http://schemas.microsoft.com/office/drawing/2014/main" id="{45C5223C-B1C1-714C-8C0B-28BA6D604329}"/>
                      </a:ext>
                    </a:extLst>
                  </p:cNvPr>
                  <p:cNvGrpSpPr>
                    <a:grpSpLocks/>
                  </p:cNvGrpSpPr>
                  <p:nvPr/>
                </p:nvGrpSpPr>
                <p:grpSpPr bwMode="auto">
                  <a:xfrm>
                    <a:off x="4747" y="994"/>
                    <a:ext cx="581" cy="134"/>
                    <a:chOff x="614" y="2568"/>
                    <a:chExt cx="725" cy="139"/>
                  </a:xfrm>
                </p:grpSpPr>
                <p:sp>
                  <p:nvSpPr>
                    <p:cNvPr id="214345" name="AutoShape 961">
                      <a:extLst>
                        <a:ext uri="{FF2B5EF4-FFF2-40B4-BE49-F238E27FC236}">
                          <a16:creationId xmlns:a16="http://schemas.microsoft.com/office/drawing/2014/main" id="{18BA5F5B-4712-BA47-B5BF-3B42631D02C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6" name="AutoShape 962">
                      <a:extLst>
                        <a:ext uri="{FF2B5EF4-FFF2-40B4-BE49-F238E27FC236}">
                          <a16:creationId xmlns:a16="http://schemas.microsoft.com/office/drawing/2014/main" id="{E3013E6F-78BE-AF4E-9314-F26F3E9ACC5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5" name="Rectangle 963">
                    <a:extLst>
                      <a:ext uri="{FF2B5EF4-FFF2-40B4-BE49-F238E27FC236}">
                        <a16:creationId xmlns:a16="http://schemas.microsoft.com/office/drawing/2014/main" id="{F88C31A1-A785-4448-8EC5-94B27B8EFFD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26" name="Rectangle 964">
                    <a:extLst>
                      <a:ext uri="{FF2B5EF4-FFF2-40B4-BE49-F238E27FC236}">
                        <a16:creationId xmlns:a16="http://schemas.microsoft.com/office/drawing/2014/main" id="{41590F59-952A-7746-A258-659BCB0F058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7" name="Group 965">
                    <a:extLst>
                      <a:ext uri="{FF2B5EF4-FFF2-40B4-BE49-F238E27FC236}">
                        <a16:creationId xmlns:a16="http://schemas.microsoft.com/office/drawing/2014/main" id="{529AF34E-4521-2B40-AB73-3D5A5FBB4CC7}"/>
                      </a:ext>
                    </a:extLst>
                  </p:cNvPr>
                  <p:cNvGrpSpPr>
                    <a:grpSpLocks/>
                  </p:cNvGrpSpPr>
                  <p:nvPr/>
                </p:nvGrpSpPr>
                <p:grpSpPr bwMode="auto">
                  <a:xfrm>
                    <a:off x="4735" y="1627"/>
                    <a:ext cx="582" cy="151"/>
                    <a:chOff x="614" y="2568"/>
                    <a:chExt cx="725" cy="139"/>
                  </a:xfrm>
                </p:grpSpPr>
                <p:sp>
                  <p:nvSpPr>
                    <p:cNvPr id="214343" name="AutoShape 966">
                      <a:extLst>
                        <a:ext uri="{FF2B5EF4-FFF2-40B4-BE49-F238E27FC236}">
                          <a16:creationId xmlns:a16="http://schemas.microsoft.com/office/drawing/2014/main" id="{22C6E18A-60A4-6D43-9F16-EA1672E694AE}"/>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4" name="AutoShape 967">
                      <a:extLst>
                        <a:ext uri="{FF2B5EF4-FFF2-40B4-BE49-F238E27FC236}">
                          <a16:creationId xmlns:a16="http://schemas.microsoft.com/office/drawing/2014/main" id="{9AB8339A-C61F-3049-8F4C-42B6C6B2E38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8" name="Freeform 968">
                    <a:extLst>
                      <a:ext uri="{FF2B5EF4-FFF2-40B4-BE49-F238E27FC236}">
                        <a16:creationId xmlns:a16="http://schemas.microsoft.com/office/drawing/2014/main" id="{3209BB09-C9CD-4F47-96FA-4B0B6A43FFD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329" name="Group 969">
                    <a:extLst>
                      <a:ext uri="{FF2B5EF4-FFF2-40B4-BE49-F238E27FC236}">
                        <a16:creationId xmlns:a16="http://schemas.microsoft.com/office/drawing/2014/main" id="{14AA97B1-880D-F54A-98BB-64F7E784FB3B}"/>
                      </a:ext>
                    </a:extLst>
                  </p:cNvPr>
                  <p:cNvGrpSpPr>
                    <a:grpSpLocks/>
                  </p:cNvGrpSpPr>
                  <p:nvPr/>
                </p:nvGrpSpPr>
                <p:grpSpPr bwMode="auto">
                  <a:xfrm>
                    <a:off x="4739" y="1327"/>
                    <a:ext cx="582" cy="139"/>
                    <a:chOff x="614" y="2568"/>
                    <a:chExt cx="725" cy="139"/>
                  </a:xfrm>
                </p:grpSpPr>
                <p:sp>
                  <p:nvSpPr>
                    <p:cNvPr id="214341" name="AutoShape 970">
                      <a:extLst>
                        <a:ext uri="{FF2B5EF4-FFF2-40B4-BE49-F238E27FC236}">
                          <a16:creationId xmlns:a16="http://schemas.microsoft.com/office/drawing/2014/main" id="{810C0E7D-2C0F-7946-B5EC-3F5BE880F86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2" name="AutoShape 971">
                      <a:extLst>
                        <a:ext uri="{FF2B5EF4-FFF2-40B4-BE49-F238E27FC236}">
                          <a16:creationId xmlns:a16="http://schemas.microsoft.com/office/drawing/2014/main" id="{8110FF09-5F65-0D49-949E-0E03D49B695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30" name="Rectangle 972">
                    <a:extLst>
                      <a:ext uri="{FF2B5EF4-FFF2-40B4-BE49-F238E27FC236}">
                        <a16:creationId xmlns:a16="http://schemas.microsoft.com/office/drawing/2014/main" id="{39EA80F1-CF65-4746-AA93-FAA23F9CA03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1" name="Freeform 973">
                    <a:extLst>
                      <a:ext uri="{FF2B5EF4-FFF2-40B4-BE49-F238E27FC236}">
                        <a16:creationId xmlns:a16="http://schemas.microsoft.com/office/drawing/2014/main" id="{6F140D38-80A8-6142-8321-2AF77C7739A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2" name="Freeform 974">
                    <a:extLst>
                      <a:ext uri="{FF2B5EF4-FFF2-40B4-BE49-F238E27FC236}">
                        <a16:creationId xmlns:a16="http://schemas.microsoft.com/office/drawing/2014/main" id="{B90ADC71-0ED5-0B4B-81EA-EE6B208CBD5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3" name="Oval 975">
                    <a:extLst>
                      <a:ext uri="{FF2B5EF4-FFF2-40B4-BE49-F238E27FC236}">
                        <a16:creationId xmlns:a16="http://schemas.microsoft.com/office/drawing/2014/main" id="{8C70E236-91DA-4947-82CE-2F7A8813F70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4" name="Freeform 976">
                    <a:extLst>
                      <a:ext uri="{FF2B5EF4-FFF2-40B4-BE49-F238E27FC236}">
                        <a16:creationId xmlns:a16="http://schemas.microsoft.com/office/drawing/2014/main" id="{5373FF10-13C3-3D41-AA0C-1430B0347B5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5" name="AutoShape 977">
                    <a:extLst>
                      <a:ext uri="{FF2B5EF4-FFF2-40B4-BE49-F238E27FC236}">
                        <a16:creationId xmlns:a16="http://schemas.microsoft.com/office/drawing/2014/main" id="{50EFEF24-2F6A-174B-8DB4-1DEA100A6BC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6" name="AutoShape 978">
                    <a:extLst>
                      <a:ext uri="{FF2B5EF4-FFF2-40B4-BE49-F238E27FC236}">
                        <a16:creationId xmlns:a16="http://schemas.microsoft.com/office/drawing/2014/main" id="{943AAD1B-8287-8B48-8A05-3445EDA1521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7" name="Oval 979">
                    <a:extLst>
                      <a:ext uri="{FF2B5EF4-FFF2-40B4-BE49-F238E27FC236}">
                        <a16:creationId xmlns:a16="http://schemas.microsoft.com/office/drawing/2014/main" id="{48CF1179-A3EC-E447-B856-F8B70CDCE5F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8" name="Oval 980">
                    <a:extLst>
                      <a:ext uri="{FF2B5EF4-FFF2-40B4-BE49-F238E27FC236}">
                        <a16:creationId xmlns:a16="http://schemas.microsoft.com/office/drawing/2014/main" id="{CBC38746-9958-7741-A37C-513EE869719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39" name="Oval 981">
                    <a:extLst>
                      <a:ext uri="{FF2B5EF4-FFF2-40B4-BE49-F238E27FC236}">
                        <a16:creationId xmlns:a16="http://schemas.microsoft.com/office/drawing/2014/main" id="{134AF8DB-AD09-5347-A5D0-35B528D6BDF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0" name="Rectangle 982">
                    <a:extLst>
                      <a:ext uri="{FF2B5EF4-FFF2-40B4-BE49-F238E27FC236}">
                        <a16:creationId xmlns:a16="http://schemas.microsoft.com/office/drawing/2014/main" id="{0F2B3047-45DC-0649-A004-526EEF70429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4" name="Group 1108">
                <a:extLst>
                  <a:ext uri="{FF2B5EF4-FFF2-40B4-BE49-F238E27FC236}">
                    <a16:creationId xmlns:a16="http://schemas.microsoft.com/office/drawing/2014/main" id="{C9F6364A-00DB-0D4A-A004-57E8EAD7B8DC}"/>
                  </a:ext>
                </a:extLst>
              </p:cNvPr>
              <p:cNvGrpSpPr>
                <a:grpSpLocks/>
              </p:cNvGrpSpPr>
              <p:nvPr/>
            </p:nvGrpSpPr>
            <p:grpSpPr bwMode="auto">
              <a:xfrm>
                <a:off x="4387291" y="3555216"/>
                <a:ext cx="347753" cy="680208"/>
                <a:chOff x="7923189" y="2486663"/>
                <a:chExt cx="360362" cy="884586"/>
              </a:xfrm>
            </p:grpSpPr>
            <p:pic>
              <p:nvPicPr>
                <p:cNvPr id="214281" name="Picture 3">
                  <a:extLst>
                    <a:ext uri="{FF2B5EF4-FFF2-40B4-BE49-F238E27FC236}">
                      <a16:creationId xmlns:a16="http://schemas.microsoft.com/office/drawing/2014/main" id="{A3A1807C-874F-704F-B03F-29975291B2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82" name="Group 950">
                  <a:extLst>
                    <a:ext uri="{FF2B5EF4-FFF2-40B4-BE49-F238E27FC236}">
                      <a16:creationId xmlns:a16="http://schemas.microsoft.com/office/drawing/2014/main" id="{F3528668-B597-9440-80E1-2A3F2EBAD6BE}"/>
                    </a:ext>
                  </a:extLst>
                </p:cNvPr>
                <p:cNvGrpSpPr>
                  <a:grpSpLocks/>
                </p:cNvGrpSpPr>
                <p:nvPr/>
              </p:nvGrpSpPr>
              <p:grpSpPr bwMode="auto">
                <a:xfrm>
                  <a:off x="7923189" y="2890236"/>
                  <a:ext cx="227012" cy="481013"/>
                  <a:chOff x="4140" y="429"/>
                  <a:chExt cx="1425" cy="2396"/>
                </a:xfrm>
              </p:grpSpPr>
              <p:sp>
                <p:nvSpPr>
                  <p:cNvPr id="214283" name="Freeform 951">
                    <a:extLst>
                      <a:ext uri="{FF2B5EF4-FFF2-40B4-BE49-F238E27FC236}">
                        <a16:creationId xmlns:a16="http://schemas.microsoft.com/office/drawing/2014/main" id="{4F8C89E0-A80B-274B-B34C-74AB11788FC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4" name="Rectangle 952">
                    <a:extLst>
                      <a:ext uri="{FF2B5EF4-FFF2-40B4-BE49-F238E27FC236}">
                        <a16:creationId xmlns:a16="http://schemas.microsoft.com/office/drawing/2014/main" id="{30A156CA-8A00-764A-8009-1728BB3757B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5" name="Freeform 953">
                    <a:extLst>
                      <a:ext uri="{FF2B5EF4-FFF2-40B4-BE49-F238E27FC236}">
                        <a16:creationId xmlns:a16="http://schemas.microsoft.com/office/drawing/2014/main" id="{3D9F74DA-52B3-F84E-A304-BB0AC72DBA0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6" name="Freeform 954">
                    <a:extLst>
                      <a:ext uri="{FF2B5EF4-FFF2-40B4-BE49-F238E27FC236}">
                        <a16:creationId xmlns:a16="http://schemas.microsoft.com/office/drawing/2014/main" id="{DACC5686-4AAE-5E4D-86E2-D29729FE67C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7" name="Rectangle 955">
                    <a:extLst>
                      <a:ext uri="{FF2B5EF4-FFF2-40B4-BE49-F238E27FC236}">
                        <a16:creationId xmlns:a16="http://schemas.microsoft.com/office/drawing/2014/main" id="{6ABA95F7-1195-B046-8531-1594709526F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88" name="Group 956">
                    <a:extLst>
                      <a:ext uri="{FF2B5EF4-FFF2-40B4-BE49-F238E27FC236}">
                        <a16:creationId xmlns:a16="http://schemas.microsoft.com/office/drawing/2014/main" id="{EFCB0AF3-5CB1-CE47-A2B2-A324FB60CFF7}"/>
                      </a:ext>
                    </a:extLst>
                  </p:cNvPr>
                  <p:cNvGrpSpPr>
                    <a:grpSpLocks/>
                  </p:cNvGrpSpPr>
                  <p:nvPr/>
                </p:nvGrpSpPr>
                <p:grpSpPr bwMode="auto">
                  <a:xfrm>
                    <a:off x="4749" y="668"/>
                    <a:ext cx="581" cy="145"/>
                    <a:chOff x="614" y="2568"/>
                    <a:chExt cx="725" cy="139"/>
                  </a:xfrm>
                </p:grpSpPr>
                <p:sp>
                  <p:nvSpPr>
                    <p:cNvPr id="214313" name="AutoShape 957">
                      <a:extLst>
                        <a:ext uri="{FF2B5EF4-FFF2-40B4-BE49-F238E27FC236}">
                          <a16:creationId xmlns:a16="http://schemas.microsoft.com/office/drawing/2014/main" id="{69C9C0B6-E55A-1147-8ED0-6C5ED23187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4" name="AutoShape 958">
                      <a:extLst>
                        <a:ext uri="{FF2B5EF4-FFF2-40B4-BE49-F238E27FC236}">
                          <a16:creationId xmlns:a16="http://schemas.microsoft.com/office/drawing/2014/main" id="{B9C7CE90-766D-D34B-BC12-9F8A2EFADF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89" name="Rectangle 959">
                    <a:extLst>
                      <a:ext uri="{FF2B5EF4-FFF2-40B4-BE49-F238E27FC236}">
                        <a16:creationId xmlns:a16="http://schemas.microsoft.com/office/drawing/2014/main" id="{AD6F9820-F116-E449-8826-CDCC64ACADF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0" name="Group 960">
                    <a:extLst>
                      <a:ext uri="{FF2B5EF4-FFF2-40B4-BE49-F238E27FC236}">
                        <a16:creationId xmlns:a16="http://schemas.microsoft.com/office/drawing/2014/main" id="{9A4A5380-AFD4-534F-BD55-D4516EB4FF6B}"/>
                      </a:ext>
                    </a:extLst>
                  </p:cNvPr>
                  <p:cNvGrpSpPr>
                    <a:grpSpLocks/>
                  </p:cNvGrpSpPr>
                  <p:nvPr/>
                </p:nvGrpSpPr>
                <p:grpSpPr bwMode="auto">
                  <a:xfrm>
                    <a:off x="4747" y="994"/>
                    <a:ext cx="581" cy="134"/>
                    <a:chOff x="614" y="2568"/>
                    <a:chExt cx="725" cy="139"/>
                  </a:xfrm>
                </p:grpSpPr>
                <p:sp>
                  <p:nvSpPr>
                    <p:cNvPr id="214311" name="AutoShape 961">
                      <a:extLst>
                        <a:ext uri="{FF2B5EF4-FFF2-40B4-BE49-F238E27FC236}">
                          <a16:creationId xmlns:a16="http://schemas.microsoft.com/office/drawing/2014/main" id="{413FB5AF-FF28-2D43-A246-2D572D14072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2" name="AutoShape 962">
                      <a:extLst>
                        <a:ext uri="{FF2B5EF4-FFF2-40B4-BE49-F238E27FC236}">
                          <a16:creationId xmlns:a16="http://schemas.microsoft.com/office/drawing/2014/main" id="{5D02AF92-9E92-9D43-8B73-8DA98C78AEF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1" name="Rectangle 963">
                    <a:extLst>
                      <a:ext uri="{FF2B5EF4-FFF2-40B4-BE49-F238E27FC236}">
                        <a16:creationId xmlns:a16="http://schemas.microsoft.com/office/drawing/2014/main" id="{CA29BD30-39BE-2640-9DD0-2BA29821811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2" name="Rectangle 964">
                    <a:extLst>
                      <a:ext uri="{FF2B5EF4-FFF2-40B4-BE49-F238E27FC236}">
                        <a16:creationId xmlns:a16="http://schemas.microsoft.com/office/drawing/2014/main" id="{ADE677C4-76C2-2F46-A31A-14A89CDF639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3" name="Group 965">
                    <a:extLst>
                      <a:ext uri="{FF2B5EF4-FFF2-40B4-BE49-F238E27FC236}">
                        <a16:creationId xmlns:a16="http://schemas.microsoft.com/office/drawing/2014/main" id="{B5FB862D-6A37-8442-87D7-9A4494C38FFF}"/>
                      </a:ext>
                    </a:extLst>
                  </p:cNvPr>
                  <p:cNvGrpSpPr>
                    <a:grpSpLocks/>
                  </p:cNvGrpSpPr>
                  <p:nvPr/>
                </p:nvGrpSpPr>
                <p:grpSpPr bwMode="auto">
                  <a:xfrm>
                    <a:off x="4735" y="1627"/>
                    <a:ext cx="582" cy="151"/>
                    <a:chOff x="614" y="2568"/>
                    <a:chExt cx="725" cy="139"/>
                  </a:xfrm>
                </p:grpSpPr>
                <p:sp>
                  <p:nvSpPr>
                    <p:cNvPr id="214309" name="AutoShape 966">
                      <a:extLst>
                        <a:ext uri="{FF2B5EF4-FFF2-40B4-BE49-F238E27FC236}">
                          <a16:creationId xmlns:a16="http://schemas.microsoft.com/office/drawing/2014/main" id="{E3E4AD67-2B88-5947-BC94-A1E8FAC64E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0" name="AutoShape 967">
                      <a:extLst>
                        <a:ext uri="{FF2B5EF4-FFF2-40B4-BE49-F238E27FC236}">
                          <a16:creationId xmlns:a16="http://schemas.microsoft.com/office/drawing/2014/main" id="{CCE8A02D-264B-5849-B019-CD128319179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4" name="Freeform 968">
                    <a:extLst>
                      <a:ext uri="{FF2B5EF4-FFF2-40B4-BE49-F238E27FC236}">
                        <a16:creationId xmlns:a16="http://schemas.microsoft.com/office/drawing/2014/main" id="{2CDE6799-D43D-FE44-BA3B-576A7A042E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95" name="Group 969">
                    <a:extLst>
                      <a:ext uri="{FF2B5EF4-FFF2-40B4-BE49-F238E27FC236}">
                        <a16:creationId xmlns:a16="http://schemas.microsoft.com/office/drawing/2014/main" id="{AD225CAB-2CD6-CE43-B805-2745BBEA106A}"/>
                      </a:ext>
                    </a:extLst>
                  </p:cNvPr>
                  <p:cNvGrpSpPr>
                    <a:grpSpLocks/>
                  </p:cNvGrpSpPr>
                  <p:nvPr/>
                </p:nvGrpSpPr>
                <p:grpSpPr bwMode="auto">
                  <a:xfrm>
                    <a:off x="4739" y="1327"/>
                    <a:ext cx="582" cy="139"/>
                    <a:chOff x="614" y="2568"/>
                    <a:chExt cx="725" cy="139"/>
                  </a:xfrm>
                </p:grpSpPr>
                <p:sp>
                  <p:nvSpPr>
                    <p:cNvPr id="214307" name="AutoShape 970">
                      <a:extLst>
                        <a:ext uri="{FF2B5EF4-FFF2-40B4-BE49-F238E27FC236}">
                          <a16:creationId xmlns:a16="http://schemas.microsoft.com/office/drawing/2014/main" id="{D3B68CF7-3D65-2844-8F1C-A0A1F4D3CB3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8" name="AutoShape 971">
                      <a:extLst>
                        <a:ext uri="{FF2B5EF4-FFF2-40B4-BE49-F238E27FC236}">
                          <a16:creationId xmlns:a16="http://schemas.microsoft.com/office/drawing/2014/main" id="{71270FBB-F117-5541-80F9-D59579D8E5D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6" name="Rectangle 972">
                    <a:extLst>
                      <a:ext uri="{FF2B5EF4-FFF2-40B4-BE49-F238E27FC236}">
                        <a16:creationId xmlns:a16="http://schemas.microsoft.com/office/drawing/2014/main" id="{F84536D9-5E62-524F-8348-FF69B6286E4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7" name="Freeform 973">
                    <a:extLst>
                      <a:ext uri="{FF2B5EF4-FFF2-40B4-BE49-F238E27FC236}">
                        <a16:creationId xmlns:a16="http://schemas.microsoft.com/office/drawing/2014/main" id="{4337C0C8-AE7B-034F-9062-77AD15C80A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98" name="Freeform 974">
                    <a:extLst>
                      <a:ext uri="{FF2B5EF4-FFF2-40B4-BE49-F238E27FC236}">
                        <a16:creationId xmlns:a16="http://schemas.microsoft.com/office/drawing/2014/main" id="{EE05D2CE-39EC-5242-9BAE-F9B03F56AB3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99" name="Oval 975">
                    <a:extLst>
                      <a:ext uri="{FF2B5EF4-FFF2-40B4-BE49-F238E27FC236}">
                        <a16:creationId xmlns:a16="http://schemas.microsoft.com/office/drawing/2014/main" id="{E377548E-77E8-844A-A40D-31E0E5735047}"/>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0" name="Freeform 976">
                    <a:extLst>
                      <a:ext uri="{FF2B5EF4-FFF2-40B4-BE49-F238E27FC236}">
                        <a16:creationId xmlns:a16="http://schemas.microsoft.com/office/drawing/2014/main" id="{71625FD5-75AD-7B4E-A150-6BDAF574D4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01" name="AutoShape 977">
                    <a:extLst>
                      <a:ext uri="{FF2B5EF4-FFF2-40B4-BE49-F238E27FC236}">
                        <a16:creationId xmlns:a16="http://schemas.microsoft.com/office/drawing/2014/main" id="{10B4DE7F-36E8-294B-9FE8-B3CF7FD7C71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2" name="AutoShape 978">
                    <a:extLst>
                      <a:ext uri="{FF2B5EF4-FFF2-40B4-BE49-F238E27FC236}">
                        <a16:creationId xmlns:a16="http://schemas.microsoft.com/office/drawing/2014/main" id="{DFFED938-1D43-CE4A-9C14-0FFD74D4124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3" name="Oval 979">
                    <a:extLst>
                      <a:ext uri="{FF2B5EF4-FFF2-40B4-BE49-F238E27FC236}">
                        <a16:creationId xmlns:a16="http://schemas.microsoft.com/office/drawing/2014/main" id="{B3AACB26-D561-E943-88B5-B31586D61A7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4" name="Oval 980">
                    <a:extLst>
                      <a:ext uri="{FF2B5EF4-FFF2-40B4-BE49-F238E27FC236}">
                        <a16:creationId xmlns:a16="http://schemas.microsoft.com/office/drawing/2014/main" id="{CD643D1D-8A9A-4843-A1AB-9ACE79E1779D}"/>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05" name="Oval 981">
                    <a:extLst>
                      <a:ext uri="{FF2B5EF4-FFF2-40B4-BE49-F238E27FC236}">
                        <a16:creationId xmlns:a16="http://schemas.microsoft.com/office/drawing/2014/main" id="{4C3E8424-6FC2-194A-8AEE-595A3DEC0F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6" name="Rectangle 982">
                    <a:extLst>
                      <a:ext uri="{FF2B5EF4-FFF2-40B4-BE49-F238E27FC236}">
                        <a16:creationId xmlns:a16="http://schemas.microsoft.com/office/drawing/2014/main" id="{154139AE-AE74-B04A-90C3-E6017A9484C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5" name="Group 1109">
                <a:extLst>
                  <a:ext uri="{FF2B5EF4-FFF2-40B4-BE49-F238E27FC236}">
                    <a16:creationId xmlns:a16="http://schemas.microsoft.com/office/drawing/2014/main" id="{79500CAF-5FA7-4647-96EF-1CF1E649751B}"/>
                  </a:ext>
                </a:extLst>
              </p:cNvPr>
              <p:cNvGrpSpPr>
                <a:grpSpLocks/>
              </p:cNvGrpSpPr>
              <p:nvPr/>
            </p:nvGrpSpPr>
            <p:grpSpPr bwMode="auto">
              <a:xfrm>
                <a:off x="5084012" y="5612511"/>
                <a:ext cx="347767" cy="680207"/>
                <a:chOff x="7923189" y="2486664"/>
                <a:chExt cx="360377" cy="884585"/>
              </a:xfrm>
            </p:grpSpPr>
            <p:pic>
              <p:nvPicPr>
                <p:cNvPr id="214247" name="Picture 3">
                  <a:extLst>
                    <a:ext uri="{FF2B5EF4-FFF2-40B4-BE49-F238E27FC236}">
                      <a16:creationId xmlns:a16="http://schemas.microsoft.com/office/drawing/2014/main" id="{97CFF1D3-1264-8245-9548-CCE6B76618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48" name="Group 950">
                  <a:extLst>
                    <a:ext uri="{FF2B5EF4-FFF2-40B4-BE49-F238E27FC236}">
                      <a16:creationId xmlns:a16="http://schemas.microsoft.com/office/drawing/2014/main" id="{72842E99-C142-F741-BC93-319E787290F6}"/>
                    </a:ext>
                  </a:extLst>
                </p:cNvPr>
                <p:cNvGrpSpPr>
                  <a:grpSpLocks/>
                </p:cNvGrpSpPr>
                <p:nvPr/>
              </p:nvGrpSpPr>
              <p:grpSpPr bwMode="auto">
                <a:xfrm>
                  <a:off x="7923189" y="2890236"/>
                  <a:ext cx="227012" cy="481013"/>
                  <a:chOff x="4140" y="429"/>
                  <a:chExt cx="1425" cy="2396"/>
                </a:xfrm>
              </p:grpSpPr>
              <p:sp>
                <p:nvSpPr>
                  <p:cNvPr id="214249" name="Freeform 951">
                    <a:extLst>
                      <a:ext uri="{FF2B5EF4-FFF2-40B4-BE49-F238E27FC236}">
                        <a16:creationId xmlns:a16="http://schemas.microsoft.com/office/drawing/2014/main" id="{B6BBC861-7F3D-1748-8F5D-8744BBAA529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0" name="Rectangle 952">
                    <a:extLst>
                      <a:ext uri="{FF2B5EF4-FFF2-40B4-BE49-F238E27FC236}">
                        <a16:creationId xmlns:a16="http://schemas.microsoft.com/office/drawing/2014/main" id="{FE2BB6FC-1678-1C4A-8B91-6ACB8F3A764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1" name="Freeform 953">
                    <a:extLst>
                      <a:ext uri="{FF2B5EF4-FFF2-40B4-BE49-F238E27FC236}">
                        <a16:creationId xmlns:a16="http://schemas.microsoft.com/office/drawing/2014/main" id="{D4877522-C30A-6A4E-BDF2-9EBC91A9532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2" name="Freeform 954">
                    <a:extLst>
                      <a:ext uri="{FF2B5EF4-FFF2-40B4-BE49-F238E27FC236}">
                        <a16:creationId xmlns:a16="http://schemas.microsoft.com/office/drawing/2014/main" id="{2D8D9AC1-ED2B-4140-809E-75563A228F2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3" name="Rectangle 955">
                    <a:extLst>
                      <a:ext uri="{FF2B5EF4-FFF2-40B4-BE49-F238E27FC236}">
                        <a16:creationId xmlns:a16="http://schemas.microsoft.com/office/drawing/2014/main" id="{FB6CD6F9-5B37-E446-A6C5-4530910CF3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4" name="Group 956">
                    <a:extLst>
                      <a:ext uri="{FF2B5EF4-FFF2-40B4-BE49-F238E27FC236}">
                        <a16:creationId xmlns:a16="http://schemas.microsoft.com/office/drawing/2014/main" id="{73C799E3-BCAA-AD4C-AABE-9AF87F583809}"/>
                      </a:ext>
                    </a:extLst>
                  </p:cNvPr>
                  <p:cNvGrpSpPr>
                    <a:grpSpLocks/>
                  </p:cNvGrpSpPr>
                  <p:nvPr/>
                </p:nvGrpSpPr>
                <p:grpSpPr bwMode="auto">
                  <a:xfrm>
                    <a:off x="4749" y="668"/>
                    <a:ext cx="581" cy="145"/>
                    <a:chOff x="614" y="2568"/>
                    <a:chExt cx="725" cy="139"/>
                  </a:xfrm>
                </p:grpSpPr>
                <p:sp>
                  <p:nvSpPr>
                    <p:cNvPr id="214279" name="AutoShape 957">
                      <a:extLst>
                        <a:ext uri="{FF2B5EF4-FFF2-40B4-BE49-F238E27FC236}">
                          <a16:creationId xmlns:a16="http://schemas.microsoft.com/office/drawing/2014/main" id="{F10E0493-3CBE-C944-B5E2-5D308BC1837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0" name="AutoShape 958">
                      <a:extLst>
                        <a:ext uri="{FF2B5EF4-FFF2-40B4-BE49-F238E27FC236}">
                          <a16:creationId xmlns:a16="http://schemas.microsoft.com/office/drawing/2014/main" id="{FE1810D1-C12A-134B-B953-93C2046460E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5" name="Rectangle 959">
                    <a:extLst>
                      <a:ext uri="{FF2B5EF4-FFF2-40B4-BE49-F238E27FC236}">
                        <a16:creationId xmlns:a16="http://schemas.microsoft.com/office/drawing/2014/main" id="{C40FF08A-AD54-104E-B3B3-BAEC79FEA7B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6" name="Group 960">
                    <a:extLst>
                      <a:ext uri="{FF2B5EF4-FFF2-40B4-BE49-F238E27FC236}">
                        <a16:creationId xmlns:a16="http://schemas.microsoft.com/office/drawing/2014/main" id="{2BDCA173-503C-D54F-A46B-61365379BAC6}"/>
                      </a:ext>
                    </a:extLst>
                  </p:cNvPr>
                  <p:cNvGrpSpPr>
                    <a:grpSpLocks/>
                  </p:cNvGrpSpPr>
                  <p:nvPr/>
                </p:nvGrpSpPr>
                <p:grpSpPr bwMode="auto">
                  <a:xfrm>
                    <a:off x="4747" y="994"/>
                    <a:ext cx="581" cy="134"/>
                    <a:chOff x="614" y="2568"/>
                    <a:chExt cx="725" cy="139"/>
                  </a:xfrm>
                </p:grpSpPr>
                <p:sp>
                  <p:nvSpPr>
                    <p:cNvPr id="214277" name="AutoShape 961">
                      <a:extLst>
                        <a:ext uri="{FF2B5EF4-FFF2-40B4-BE49-F238E27FC236}">
                          <a16:creationId xmlns:a16="http://schemas.microsoft.com/office/drawing/2014/main" id="{B0D24083-1748-6544-BE6B-7954F96C1E0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8" name="AutoShape 962">
                      <a:extLst>
                        <a:ext uri="{FF2B5EF4-FFF2-40B4-BE49-F238E27FC236}">
                          <a16:creationId xmlns:a16="http://schemas.microsoft.com/office/drawing/2014/main" id="{B0025021-1822-D04A-AFCE-1E7C4EB263D9}"/>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7" name="Rectangle 963">
                    <a:extLst>
                      <a:ext uri="{FF2B5EF4-FFF2-40B4-BE49-F238E27FC236}">
                        <a16:creationId xmlns:a16="http://schemas.microsoft.com/office/drawing/2014/main" id="{3B6FC2C1-B3FF-5A4E-B03E-F700F824B5C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8" name="Rectangle 964">
                    <a:extLst>
                      <a:ext uri="{FF2B5EF4-FFF2-40B4-BE49-F238E27FC236}">
                        <a16:creationId xmlns:a16="http://schemas.microsoft.com/office/drawing/2014/main" id="{10E96F8E-43D3-E845-A3CD-5D4A119FDF0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9" name="Group 965">
                    <a:extLst>
                      <a:ext uri="{FF2B5EF4-FFF2-40B4-BE49-F238E27FC236}">
                        <a16:creationId xmlns:a16="http://schemas.microsoft.com/office/drawing/2014/main" id="{22B128C3-B26E-2244-8A6A-36A0148B5570}"/>
                      </a:ext>
                    </a:extLst>
                  </p:cNvPr>
                  <p:cNvGrpSpPr>
                    <a:grpSpLocks/>
                  </p:cNvGrpSpPr>
                  <p:nvPr/>
                </p:nvGrpSpPr>
                <p:grpSpPr bwMode="auto">
                  <a:xfrm>
                    <a:off x="4735" y="1627"/>
                    <a:ext cx="582" cy="151"/>
                    <a:chOff x="614" y="2568"/>
                    <a:chExt cx="725" cy="139"/>
                  </a:xfrm>
                </p:grpSpPr>
                <p:sp>
                  <p:nvSpPr>
                    <p:cNvPr id="214275" name="AutoShape 966">
                      <a:extLst>
                        <a:ext uri="{FF2B5EF4-FFF2-40B4-BE49-F238E27FC236}">
                          <a16:creationId xmlns:a16="http://schemas.microsoft.com/office/drawing/2014/main" id="{0A28496D-9572-1F4A-87C7-282B91B0648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6" name="AutoShape 967">
                      <a:extLst>
                        <a:ext uri="{FF2B5EF4-FFF2-40B4-BE49-F238E27FC236}">
                          <a16:creationId xmlns:a16="http://schemas.microsoft.com/office/drawing/2014/main" id="{51F6E259-52E5-2E4B-9144-E9922B9DA3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0" name="Freeform 968">
                    <a:extLst>
                      <a:ext uri="{FF2B5EF4-FFF2-40B4-BE49-F238E27FC236}">
                        <a16:creationId xmlns:a16="http://schemas.microsoft.com/office/drawing/2014/main" id="{A12E5778-902E-D940-981E-F04DF8F1E4F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61" name="Group 969">
                    <a:extLst>
                      <a:ext uri="{FF2B5EF4-FFF2-40B4-BE49-F238E27FC236}">
                        <a16:creationId xmlns:a16="http://schemas.microsoft.com/office/drawing/2014/main" id="{7259CC91-0F9B-8E40-805D-8E8BD01AC6AF}"/>
                      </a:ext>
                    </a:extLst>
                  </p:cNvPr>
                  <p:cNvGrpSpPr>
                    <a:grpSpLocks/>
                  </p:cNvGrpSpPr>
                  <p:nvPr/>
                </p:nvGrpSpPr>
                <p:grpSpPr bwMode="auto">
                  <a:xfrm>
                    <a:off x="4739" y="1327"/>
                    <a:ext cx="582" cy="139"/>
                    <a:chOff x="614" y="2568"/>
                    <a:chExt cx="725" cy="139"/>
                  </a:xfrm>
                </p:grpSpPr>
                <p:sp>
                  <p:nvSpPr>
                    <p:cNvPr id="214273" name="AutoShape 970">
                      <a:extLst>
                        <a:ext uri="{FF2B5EF4-FFF2-40B4-BE49-F238E27FC236}">
                          <a16:creationId xmlns:a16="http://schemas.microsoft.com/office/drawing/2014/main" id="{2650EFD0-82ED-0B4F-8595-9CE7EC88BB7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4" name="AutoShape 971">
                      <a:extLst>
                        <a:ext uri="{FF2B5EF4-FFF2-40B4-BE49-F238E27FC236}">
                          <a16:creationId xmlns:a16="http://schemas.microsoft.com/office/drawing/2014/main" id="{94CD0936-D758-4946-8371-16324765439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2" name="Rectangle 972">
                    <a:extLst>
                      <a:ext uri="{FF2B5EF4-FFF2-40B4-BE49-F238E27FC236}">
                        <a16:creationId xmlns:a16="http://schemas.microsoft.com/office/drawing/2014/main" id="{D8CD3297-903E-7741-A6C1-D675C50F111D}"/>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3" name="Freeform 973">
                    <a:extLst>
                      <a:ext uri="{FF2B5EF4-FFF2-40B4-BE49-F238E27FC236}">
                        <a16:creationId xmlns:a16="http://schemas.microsoft.com/office/drawing/2014/main" id="{DE88E5C8-6504-3D43-A3AF-BCAEB9EF61D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4" name="Freeform 974">
                    <a:extLst>
                      <a:ext uri="{FF2B5EF4-FFF2-40B4-BE49-F238E27FC236}">
                        <a16:creationId xmlns:a16="http://schemas.microsoft.com/office/drawing/2014/main" id="{13651564-7FC1-114F-A269-35AF401187D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5" name="Oval 975">
                    <a:extLst>
                      <a:ext uri="{FF2B5EF4-FFF2-40B4-BE49-F238E27FC236}">
                        <a16:creationId xmlns:a16="http://schemas.microsoft.com/office/drawing/2014/main" id="{7DA4DF9E-ECB3-7E46-833F-E5EBA92F636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6" name="Freeform 976">
                    <a:extLst>
                      <a:ext uri="{FF2B5EF4-FFF2-40B4-BE49-F238E27FC236}">
                        <a16:creationId xmlns:a16="http://schemas.microsoft.com/office/drawing/2014/main" id="{21EAEFF3-18DC-8240-82B0-822E1C61F2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7" name="AutoShape 977">
                    <a:extLst>
                      <a:ext uri="{FF2B5EF4-FFF2-40B4-BE49-F238E27FC236}">
                        <a16:creationId xmlns:a16="http://schemas.microsoft.com/office/drawing/2014/main" id="{83B2DF90-F16A-F041-96D7-F74087DDBD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8" name="AutoShape 978">
                    <a:extLst>
                      <a:ext uri="{FF2B5EF4-FFF2-40B4-BE49-F238E27FC236}">
                        <a16:creationId xmlns:a16="http://schemas.microsoft.com/office/drawing/2014/main" id="{93DB74E5-66C8-F84B-9C34-549CF6B8090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9" name="Oval 979">
                    <a:extLst>
                      <a:ext uri="{FF2B5EF4-FFF2-40B4-BE49-F238E27FC236}">
                        <a16:creationId xmlns:a16="http://schemas.microsoft.com/office/drawing/2014/main" id="{306BC6AF-90F0-DE49-84C3-478A9F811A8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0" name="Oval 980">
                    <a:extLst>
                      <a:ext uri="{FF2B5EF4-FFF2-40B4-BE49-F238E27FC236}">
                        <a16:creationId xmlns:a16="http://schemas.microsoft.com/office/drawing/2014/main" id="{DBA7E1CD-72BA-A74B-A79F-5F0C3C1D51B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71" name="Oval 981">
                    <a:extLst>
                      <a:ext uri="{FF2B5EF4-FFF2-40B4-BE49-F238E27FC236}">
                        <a16:creationId xmlns:a16="http://schemas.microsoft.com/office/drawing/2014/main" id="{A858F6A7-0B30-634A-AB04-2846C73E02B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2" name="Rectangle 982">
                    <a:extLst>
                      <a:ext uri="{FF2B5EF4-FFF2-40B4-BE49-F238E27FC236}">
                        <a16:creationId xmlns:a16="http://schemas.microsoft.com/office/drawing/2014/main" id="{A884C742-05FC-D449-B87E-20D6EB1BF626}"/>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6" name="Group 1110">
                <a:extLst>
                  <a:ext uri="{FF2B5EF4-FFF2-40B4-BE49-F238E27FC236}">
                    <a16:creationId xmlns:a16="http://schemas.microsoft.com/office/drawing/2014/main" id="{7748FFC1-6505-D84E-8A46-6E1765165767}"/>
                  </a:ext>
                </a:extLst>
              </p:cNvPr>
              <p:cNvGrpSpPr>
                <a:grpSpLocks/>
              </p:cNvGrpSpPr>
              <p:nvPr/>
            </p:nvGrpSpPr>
            <p:grpSpPr bwMode="auto">
              <a:xfrm>
                <a:off x="6068038" y="3829780"/>
                <a:ext cx="347753" cy="680208"/>
                <a:chOff x="7923189" y="2486663"/>
                <a:chExt cx="360362" cy="884586"/>
              </a:xfrm>
            </p:grpSpPr>
            <p:pic>
              <p:nvPicPr>
                <p:cNvPr id="214213" name="Picture 3">
                  <a:extLst>
                    <a:ext uri="{FF2B5EF4-FFF2-40B4-BE49-F238E27FC236}">
                      <a16:creationId xmlns:a16="http://schemas.microsoft.com/office/drawing/2014/main" id="{ABC25986-660B-5847-9BBD-97EA30CB5C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14" name="Group 950">
                  <a:extLst>
                    <a:ext uri="{FF2B5EF4-FFF2-40B4-BE49-F238E27FC236}">
                      <a16:creationId xmlns:a16="http://schemas.microsoft.com/office/drawing/2014/main" id="{09ADFF19-D42B-274E-B947-2C947C83CD60}"/>
                    </a:ext>
                  </a:extLst>
                </p:cNvPr>
                <p:cNvGrpSpPr>
                  <a:grpSpLocks/>
                </p:cNvGrpSpPr>
                <p:nvPr/>
              </p:nvGrpSpPr>
              <p:grpSpPr bwMode="auto">
                <a:xfrm>
                  <a:off x="7923189" y="2890236"/>
                  <a:ext cx="227012" cy="481013"/>
                  <a:chOff x="4140" y="429"/>
                  <a:chExt cx="1425" cy="2396"/>
                </a:xfrm>
              </p:grpSpPr>
              <p:sp>
                <p:nvSpPr>
                  <p:cNvPr id="214215" name="Freeform 951">
                    <a:extLst>
                      <a:ext uri="{FF2B5EF4-FFF2-40B4-BE49-F238E27FC236}">
                        <a16:creationId xmlns:a16="http://schemas.microsoft.com/office/drawing/2014/main" id="{F6F1BBF9-CEB3-B044-A2A9-F8FA8C3CCE9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6" name="Rectangle 952">
                    <a:extLst>
                      <a:ext uri="{FF2B5EF4-FFF2-40B4-BE49-F238E27FC236}">
                        <a16:creationId xmlns:a16="http://schemas.microsoft.com/office/drawing/2014/main" id="{09112957-C741-3442-BBDD-D1D4AFE5563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7" name="Freeform 953">
                    <a:extLst>
                      <a:ext uri="{FF2B5EF4-FFF2-40B4-BE49-F238E27FC236}">
                        <a16:creationId xmlns:a16="http://schemas.microsoft.com/office/drawing/2014/main" id="{948A7F61-6A49-B84E-8FE3-C2913BC08D8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8" name="Freeform 954">
                    <a:extLst>
                      <a:ext uri="{FF2B5EF4-FFF2-40B4-BE49-F238E27FC236}">
                        <a16:creationId xmlns:a16="http://schemas.microsoft.com/office/drawing/2014/main" id="{11F797E0-1F9F-0248-B693-00BED7B54B4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9" name="Rectangle 955">
                    <a:extLst>
                      <a:ext uri="{FF2B5EF4-FFF2-40B4-BE49-F238E27FC236}">
                        <a16:creationId xmlns:a16="http://schemas.microsoft.com/office/drawing/2014/main" id="{BF7037DF-06D3-C448-981B-3FA7E3F2F41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0" name="Group 956">
                    <a:extLst>
                      <a:ext uri="{FF2B5EF4-FFF2-40B4-BE49-F238E27FC236}">
                        <a16:creationId xmlns:a16="http://schemas.microsoft.com/office/drawing/2014/main" id="{320F532F-1FD5-324C-965F-509FBF3D8008}"/>
                      </a:ext>
                    </a:extLst>
                  </p:cNvPr>
                  <p:cNvGrpSpPr>
                    <a:grpSpLocks/>
                  </p:cNvGrpSpPr>
                  <p:nvPr/>
                </p:nvGrpSpPr>
                <p:grpSpPr bwMode="auto">
                  <a:xfrm>
                    <a:off x="4749" y="668"/>
                    <a:ext cx="581" cy="145"/>
                    <a:chOff x="614" y="2568"/>
                    <a:chExt cx="725" cy="139"/>
                  </a:xfrm>
                </p:grpSpPr>
                <p:sp>
                  <p:nvSpPr>
                    <p:cNvPr id="214245" name="AutoShape 957">
                      <a:extLst>
                        <a:ext uri="{FF2B5EF4-FFF2-40B4-BE49-F238E27FC236}">
                          <a16:creationId xmlns:a16="http://schemas.microsoft.com/office/drawing/2014/main" id="{5B4E4266-75AA-C346-9D72-3EC64F7BCC2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6" name="AutoShape 958">
                      <a:extLst>
                        <a:ext uri="{FF2B5EF4-FFF2-40B4-BE49-F238E27FC236}">
                          <a16:creationId xmlns:a16="http://schemas.microsoft.com/office/drawing/2014/main" id="{5C2A8678-470A-D14D-8326-54A99A27932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1" name="Rectangle 959">
                    <a:extLst>
                      <a:ext uri="{FF2B5EF4-FFF2-40B4-BE49-F238E27FC236}">
                        <a16:creationId xmlns:a16="http://schemas.microsoft.com/office/drawing/2014/main" id="{C7E6DF36-E2BA-EB40-ABAB-B9988840CF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2" name="Group 960">
                    <a:extLst>
                      <a:ext uri="{FF2B5EF4-FFF2-40B4-BE49-F238E27FC236}">
                        <a16:creationId xmlns:a16="http://schemas.microsoft.com/office/drawing/2014/main" id="{27E13843-ADCA-B941-8223-B780FF090BBD}"/>
                      </a:ext>
                    </a:extLst>
                  </p:cNvPr>
                  <p:cNvGrpSpPr>
                    <a:grpSpLocks/>
                  </p:cNvGrpSpPr>
                  <p:nvPr/>
                </p:nvGrpSpPr>
                <p:grpSpPr bwMode="auto">
                  <a:xfrm>
                    <a:off x="4747" y="994"/>
                    <a:ext cx="581" cy="134"/>
                    <a:chOff x="614" y="2568"/>
                    <a:chExt cx="725" cy="139"/>
                  </a:xfrm>
                </p:grpSpPr>
                <p:sp>
                  <p:nvSpPr>
                    <p:cNvPr id="214243" name="AutoShape 961">
                      <a:extLst>
                        <a:ext uri="{FF2B5EF4-FFF2-40B4-BE49-F238E27FC236}">
                          <a16:creationId xmlns:a16="http://schemas.microsoft.com/office/drawing/2014/main" id="{3A88802A-218E-6A43-8006-F9DFD9473E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4" name="AutoShape 962">
                      <a:extLst>
                        <a:ext uri="{FF2B5EF4-FFF2-40B4-BE49-F238E27FC236}">
                          <a16:creationId xmlns:a16="http://schemas.microsoft.com/office/drawing/2014/main" id="{E3BC9762-8582-B543-A290-B7E012B3DE1C}"/>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3" name="Rectangle 963">
                    <a:extLst>
                      <a:ext uri="{FF2B5EF4-FFF2-40B4-BE49-F238E27FC236}">
                        <a16:creationId xmlns:a16="http://schemas.microsoft.com/office/drawing/2014/main" id="{18D446BB-3758-B64F-AFB6-C6D63C87DC2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4" name="Rectangle 964">
                    <a:extLst>
                      <a:ext uri="{FF2B5EF4-FFF2-40B4-BE49-F238E27FC236}">
                        <a16:creationId xmlns:a16="http://schemas.microsoft.com/office/drawing/2014/main" id="{0D90F07F-4335-1541-9F09-82C67F4CCB8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5" name="Group 965">
                    <a:extLst>
                      <a:ext uri="{FF2B5EF4-FFF2-40B4-BE49-F238E27FC236}">
                        <a16:creationId xmlns:a16="http://schemas.microsoft.com/office/drawing/2014/main" id="{2407C1B8-E962-4A46-8C66-95D2FDC29599}"/>
                      </a:ext>
                    </a:extLst>
                  </p:cNvPr>
                  <p:cNvGrpSpPr>
                    <a:grpSpLocks/>
                  </p:cNvGrpSpPr>
                  <p:nvPr/>
                </p:nvGrpSpPr>
                <p:grpSpPr bwMode="auto">
                  <a:xfrm>
                    <a:off x="4735" y="1627"/>
                    <a:ext cx="582" cy="151"/>
                    <a:chOff x="614" y="2568"/>
                    <a:chExt cx="725" cy="139"/>
                  </a:xfrm>
                </p:grpSpPr>
                <p:sp>
                  <p:nvSpPr>
                    <p:cNvPr id="214241" name="AutoShape 966">
                      <a:extLst>
                        <a:ext uri="{FF2B5EF4-FFF2-40B4-BE49-F238E27FC236}">
                          <a16:creationId xmlns:a16="http://schemas.microsoft.com/office/drawing/2014/main" id="{101187E0-8B6E-0D4C-A9B1-796C031E993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2" name="AutoShape 967">
                      <a:extLst>
                        <a:ext uri="{FF2B5EF4-FFF2-40B4-BE49-F238E27FC236}">
                          <a16:creationId xmlns:a16="http://schemas.microsoft.com/office/drawing/2014/main" id="{69EEDBBF-3734-0D45-818E-E7C9C46F56F6}"/>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6" name="Freeform 968">
                    <a:extLst>
                      <a:ext uri="{FF2B5EF4-FFF2-40B4-BE49-F238E27FC236}">
                        <a16:creationId xmlns:a16="http://schemas.microsoft.com/office/drawing/2014/main" id="{A5530117-CC03-0D49-8D2C-6E0DFC16605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27" name="Group 969">
                    <a:extLst>
                      <a:ext uri="{FF2B5EF4-FFF2-40B4-BE49-F238E27FC236}">
                        <a16:creationId xmlns:a16="http://schemas.microsoft.com/office/drawing/2014/main" id="{532C73EC-136D-4241-8A77-C694C3FECEA5}"/>
                      </a:ext>
                    </a:extLst>
                  </p:cNvPr>
                  <p:cNvGrpSpPr>
                    <a:grpSpLocks/>
                  </p:cNvGrpSpPr>
                  <p:nvPr/>
                </p:nvGrpSpPr>
                <p:grpSpPr bwMode="auto">
                  <a:xfrm>
                    <a:off x="4739" y="1327"/>
                    <a:ext cx="582" cy="139"/>
                    <a:chOff x="614" y="2568"/>
                    <a:chExt cx="725" cy="139"/>
                  </a:xfrm>
                </p:grpSpPr>
                <p:sp>
                  <p:nvSpPr>
                    <p:cNvPr id="214239" name="AutoShape 970">
                      <a:extLst>
                        <a:ext uri="{FF2B5EF4-FFF2-40B4-BE49-F238E27FC236}">
                          <a16:creationId xmlns:a16="http://schemas.microsoft.com/office/drawing/2014/main" id="{CBB41D50-1420-0049-AC87-B48CAE8A76C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0" name="AutoShape 971">
                      <a:extLst>
                        <a:ext uri="{FF2B5EF4-FFF2-40B4-BE49-F238E27FC236}">
                          <a16:creationId xmlns:a16="http://schemas.microsoft.com/office/drawing/2014/main" id="{5B8A5878-2927-0E43-AE85-BB07D0B0AE2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8" name="Rectangle 972">
                    <a:extLst>
                      <a:ext uri="{FF2B5EF4-FFF2-40B4-BE49-F238E27FC236}">
                        <a16:creationId xmlns:a16="http://schemas.microsoft.com/office/drawing/2014/main" id="{8181E321-7960-AD44-B079-E65314895EB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9" name="Freeform 973">
                    <a:extLst>
                      <a:ext uri="{FF2B5EF4-FFF2-40B4-BE49-F238E27FC236}">
                        <a16:creationId xmlns:a16="http://schemas.microsoft.com/office/drawing/2014/main" id="{FC8A041C-7EAD-D241-ACC2-EDD4AF353AD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0" name="Freeform 974">
                    <a:extLst>
                      <a:ext uri="{FF2B5EF4-FFF2-40B4-BE49-F238E27FC236}">
                        <a16:creationId xmlns:a16="http://schemas.microsoft.com/office/drawing/2014/main" id="{2ACB0CEA-4401-574E-BA0A-F79EED9E9D0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1" name="Oval 975">
                    <a:extLst>
                      <a:ext uri="{FF2B5EF4-FFF2-40B4-BE49-F238E27FC236}">
                        <a16:creationId xmlns:a16="http://schemas.microsoft.com/office/drawing/2014/main" id="{E2BD881E-E4C4-7246-9F00-ED506F4A417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2" name="Freeform 976">
                    <a:extLst>
                      <a:ext uri="{FF2B5EF4-FFF2-40B4-BE49-F238E27FC236}">
                        <a16:creationId xmlns:a16="http://schemas.microsoft.com/office/drawing/2014/main" id="{BF653734-CBF6-C84D-84D3-9D1F48894C7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3" name="AutoShape 977">
                    <a:extLst>
                      <a:ext uri="{FF2B5EF4-FFF2-40B4-BE49-F238E27FC236}">
                        <a16:creationId xmlns:a16="http://schemas.microsoft.com/office/drawing/2014/main" id="{83BF0E8E-08CF-AE46-8057-3595A68B41B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4" name="AutoShape 978">
                    <a:extLst>
                      <a:ext uri="{FF2B5EF4-FFF2-40B4-BE49-F238E27FC236}">
                        <a16:creationId xmlns:a16="http://schemas.microsoft.com/office/drawing/2014/main" id="{2F6CACC1-3107-5E44-9CE0-423267340AE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5" name="Oval 979">
                    <a:extLst>
                      <a:ext uri="{FF2B5EF4-FFF2-40B4-BE49-F238E27FC236}">
                        <a16:creationId xmlns:a16="http://schemas.microsoft.com/office/drawing/2014/main" id="{DFFDE8C5-5C88-8249-98E5-7A9EA610E3F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6" name="Oval 980">
                    <a:extLst>
                      <a:ext uri="{FF2B5EF4-FFF2-40B4-BE49-F238E27FC236}">
                        <a16:creationId xmlns:a16="http://schemas.microsoft.com/office/drawing/2014/main" id="{AB2A1091-EBDE-2745-871F-8ED6CA4CB04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37" name="Oval 981">
                    <a:extLst>
                      <a:ext uri="{FF2B5EF4-FFF2-40B4-BE49-F238E27FC236}">
                        <a16:creationId xmlns:a16="http://schemas.microsoft.com/office/drawing/2014/main" id="{D14EED52-EE51-384D-967B-FFDDF7702BB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8" name="Rectangle 982">
                    <a:extLst>
                      <a:ext uri="{FF2B5EF4-FFF2-40B4-BE49-F238E27FC236}">
                        <a16:creationId xmlns:a16="http://schemas.microsoft.com/office/drawing/2014/main" id="{1A064D30-C18C-FD48-90BD-D0AC9F8C68B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7" name="Group 1111">
                <a:extLst>
                  <a:ext uri="{FF2B5EF4-FFF2-40B4-BE49-F238E27FC236}">
                    <a16:creationId xmlns:a16="http://schemas.microsoft.com/office/drawing/2014/main" id="{63688B10-3CA2-0C4C-AC5F-5ED101090202}"/>
                  </a:ext>
                </a:extLst>
              </p:cNvPr>
              <p:cNvGrpSpPr>
                <a:grpSpLocks/>
              </p:cNvGrpSpPr>
              <p:nvPr/>
            </p:nvGrpSpPr>
            <p:grpSpPr bwMode="auto">
              <a:xfrm>
                <a:off x="2122838" y="5630065"/>
                <a:ext cx="347753" cy="680208"/>
                <a:chOff x="7923189" y="2486663"/>
                <a:chExt cx="360362" cy="884586"/>
              </a:xfrm>
            </p:grpSpPr>
            <p:pic>
              <p:nvPicPr>
                <p:cNvPr id="214179" name="Picture 3">
                  <a:extLst>
                    <a:ext uri="{FF2B5EF4-FFF2-40B4-BE49-F238E27FC236}">
                      <a16:creationId xmlns:a16="http://schemas.microsoft.com/office/drawing/2014/main" id="{132988F5-D98C-964E-A693-F53D6AC3AF6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180" name="Group 950">
                  <a:extLst>
                    <a:ext uri="{FF2B5EF4-FFF2-40B4-BE49-F238E27FC236}">
                      <a16:creationId xmlns:a16="http://schemas.microsoft.com/office/drawing/2014/main" id="{586CC089-82D3-9A44-A61E-3BF74CC99DBE}"/>
                    </a:ext>
                  </a:extLst>
                </p:cNvPr>
                <p:cNvGrpSpPr>
                  <a:grpSpLocks/>
                </p:cNvGrpSpPr>
                <p:nvPr/>
              </p:nvGrpSpPr>
              <p:grpSpPr bwMode="auto">
                <a:xfrm>
                  <a:off x="7923189" y="2890236"/>
                  <a:ext cx="227012" cy="481013"/>
                  <a:chOff x="4140" y="429"/>
                  <a:chExt cx="1425" cy="2396"/>
                </a:xfrm>
              </p:grpSpPr>
              <p:sp>
                <p:nvSpPr>
                  <p:cNvPr id="214181" name="Freeform 951">
                    <a:extLst>
                      <a:ext uri="{FF2B5EF4-FFF2-40B4-BE49-F238E27FC236}">
                        <a16:creationId xmlns:a16="http://schemas.microsoft.com/office/drawing/2014/main" id="{735BC969-3DA1-8343-9917-D0C4A886E90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2" name="Rectangle 952">
                    <a:extLst>
                      <a:ext uri="{FF2B5EF4-FFF2-40B4-BE49-F238E27FC236}">
                        <a16:creationId xmlns:a16="http://schemas.microsoft.com/office/drawing/2014/main" id="{7DF346B4-1DC1-9E48-8B4C-8A9C5671F05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83" name="Freeform 953">
                    <a:extLst>
                      <a:ext uri="{FF2B5EF4-FFF2-40B4-BE49-F238E27FC236}">
                        <a16:creationId xmlns:a16="http://schemas.microsoft.com/office/drawing/2014/main" id="{42E93B7C-838D-DE47-A309-84BDEEDEB6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4" name="Freeform 954">
                    <a:extLst>
                      <a:ext uri="{FF2B5EF4-FFF2-40B4-BE49-F238E27FC236}">
                        <a16:creationId xmlns:a16="http://schemas.microsoft.com/office/drawing/2014/main" id="{C91B187A-F69A-934B-96EC-9CB23566959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5" name="Rectangle 955">
                    <a:extLst>
                      <a:ext uri="{FF2B5EF4-FFF2-40B4-BE49-F238E27FC236}">
                        <a16:creationId xmlns:a16="http://schemas.microsoft.com/office/drawing/2014/main" id="{7D54F33E-54A3-3747-A2F2-0DF233A6F58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6" name="Group 956">
                    <a:extLst>
                      <a:ext uri="{FF2B5EF4-FFF2-40B4-BE49-F238E27FC236}">
                        <a16:creationId xmlns:a16="http://schemas.microsoft.com/office/drawing/2014/main" id="{E25BCAF3-8B48-F44F-B38A-00BFDDE0E5A7}"/>
                      </a:ext>
                    </a:extLst>
                  </p:cNvPr>
                  <p:cNvGrpSpPr>
                    <a:grpSpLocks/>
                  </p:cNvGrpSpPr>
                  <p:nvPr/>
                </p:nvGrpSpPr>
                <p:grpSpPr bwMode="auto">
                  <a:xfrm>
                    <a:off x="4749" y="668"/>
                    <a:ext cx="581" cy="145"/>
                    <a:chOff x="614" y="2568"/>
                    <a:chExt cx="725" cy="139"/>
                  </a:xfrm>
                </p:grpSpPr>
                <p:sp>
                  <p:nvSpPr>
                    <p:cNvPr id="214211" name="AutoShape 957">
                      <a:extLst>
                        <a:ext uri="{FF2B5EF4-FFF2-40B4-BE49-F238E27FC236}">
                          <a16:creationId xmlns:a16="http://schemas.microsoft.com/office/drawing/2014/main" id="{EAA3E11F-E9E6-7F47-B84A-569C5EFFB41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2" name="AutoShape 958">
                      <a:extLst>
                        <a:ext uri="{FF2B5EF4-FFF2-40B4-BE49-F238E27FC236}">
                          <a16:creationId xmlns:a16="http://schemas.microsoft.com/office/drawing/2014/main" id="{3424F322-3055-9748-A32E-3A4C8AD6B6A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7" name="Rectangle 959">
                    <a:extLst>
                      <a:ext uri="{FF2B5EF4-FFF2-40B4-BE49-F238E27FC236}">
                        <a16:creationId xmlns:a16="http://schemas.microsoft.com/office/drawing/2014/main" id="{3BE15F0A-93E1-104C-8671-F23F447BD6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8" name="Group 960">
                    <a:extLst>
                      <a:ext uri="{FF2B5EF4-FFF2-40B4-BE49-F238E27FC236}">
                        <a16:creationId xmlns:a16="http://schemas.microsoft.com/office/drawing/2014/main" id="{A783FCB0-DD9C-E043-A9BE-DE3BA81EE40C}"/>
                      </a:ext>
                    </a:extLst>
                  </p:cNvPr>
                  <p:cNvGrpSpPr>
                    <a:grpSpLocks/>
                  </p:cNvGrpSpPr>
                  <p:nvPr/>
                </p:nvGrpSpPr>
                <p:grpSpPr bwMode="auto">
                  <a:xfrm>
                    <a:off x="4747" y="994"/>
                    <a:ext cx="581" cy="134"/>
                    <a:chOff x="614" y="2568"/>
                    <a:chExt cx="725" cy="139"/>
                  </a:xfrm>
                </p:grpSpPr>
                <p:sp>
                  <p:nvSpPr>
                    <p:cNvPr id="214209" name="AutoShape 961">
                      <a:extLst>
                        <a:ext uri="{FF2B5EF4-FFF2-40B4-BE49-F238E27FC236}">
                          <a16:creationId xmlns:a16="http://schemas.microsoft.com/office/drawing/2014/main" id="{9BFDA089-AD73-5C4E-8637-F85428CB4B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0" name="AutoShape 962">
                      <a:extLst>
                        <a:ext uri="{FF2B5EF4-FFF2-40B4-BE49-F238E27FC236}">
                          <a16:creationId xmlns:a16="http://schemas.microsoft.com/office/drawing/2014/main" id="{022F2AF4-C3ED-A34D-BF89-32D8E4B29C3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9" name="Rectangle 963">
                    <a:extLst>
                      <a:ext uri="{FF2B5EF4-FFF2-40B4-BE49-F238E27FC236}">
                        <a16:creationId xmlns:a16="http://schemas.microsoft.com/office/drawing/2014/main" id="{53EB4C46-F9E2-2949-8E19-5915942260B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0" name="Rectangle 964">
                    <a:extLst>
                      <a:ext uri="{FF2B5EF4-FFF2-40B4-BE49-F238E27FC236}">
                        <a16:creationId xmlns:a16="http://schemas.microsoft.com/office/drawing/2014/main" id="{40B67C1C-F7A7-C34D-A50E-7B7A644787B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91" name="Group 965">
                    <a:extLst>
                      <a:ext uri="{FF2B5EF4-FFF2-40B4-BE49-F238E27FC236}">
                        <a16:creationId xmlns:a16="http://schemas.microsoft.com/office/drawing/2014/main" id="{D11D60DC-5FDB-EB4A-B6B0-53EB69C6906C}"/>
                      </a:ext>
                    </a:extLst>
                  </p:cNvPr>
                  <p:cNvGrpSpPr>
                    <a:grpSpLocks/>
                  </p:cNvGrpSpPr>
                  <p:nvPr/>
                </p:nvGrpSpPr>
                <p:grpSpPr bwMode="auto">
                  <a:xfrm>
                    <a:off x="4735" y="1627"/>
                    <a:ext cx="582" cy="151"/>
                    <a:chOff x="614" y="2568"/>
                    <a:chExt cx="725" cy="139"/>
                  </a:xfrm>
                </p:grpSpPr>
                <p:sp>
                  <p:nvSpPr>
                    <p:cNvPr id="214207" name="AutoShape 966">
                      <a:extLst>
                        <a:ext uri="{FF2B5EF4-FFF2-40B4-BE49-F238E27FC236}">
                          <a16:creationId xmlns:a16="http://schemas.microsoft.com/office/drawing/2014/main" id="{39F66139-0570-A64A-B903-3E36DEEDD85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8" name="AutoShape 967">
                      <a:extLst>
                        <a:ext uri="{FF2B5EF4-FFF2-40B4-BE49-F238E27FC236}">
                          <a16:creationId xmlns:a16="http://schemas.microsoft.com/office/drawing/2014/main" id="{12F74A89-FB2F-644A-8EB0-4EFD2315F3F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2" name="Freeform 968">
                    <a:extLst>
                      <a:ext uri="{FF2B5EF4-FFF2-40B4-BE49-F238E27FC236}">
                        <a16:creationId xmlns:a16="http://schemas.microsoft.com/office/drawing/2014/main" id="{0FBA322F-0E08-4543-92E2-49872882FE8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93" name="Group 969">
                    <a:extLst>
                      <a:ext uri="{FF2B5EF4-FFF2-40B4-BE49-F238E27FC236}">
                        <a16:creationId xmlns:a16="http://schemas.microsoft.com/office/drawing/2014/main" id="{22727495-0D9C-9D4B-B500-20A9C656C199}"/>
                      </a:ext>
                    </a:extLst>
                  </p:cNvPr>
                  <p:cNvGrpSpPr>
                    <a:grpSpLocks/>
                  </p:cNvGrpSpPr>
                  <p:nvPr/>
                </p:nvGrpSpPr>
                <p:grpSpPr bwMode="auto">
                  <a:xfrm>
                    <a:off x="4739" y="1327"/>
                    <a:ext cx="582" cy="139"/>
                    <a:chOff x="614" y="2568"/>
                    <a:chExt cx="725" cy="139"/>
                  </a:xfrm>
                </p:grpSpPr>
                <p:sp>
                  <p:nvSpPr>
                    <p:cNvPr id="214205" name="AutoShape 970">
                      <a:extLst>
                        <a:ext uri="{FF2B5EF4-FFF2-40B4-BE49-F238E27FC236}">
                          <a16:creationId xmlns:a16="http://schemas.microsoft.com/office/drawing/2014/main" id="{F6C374DA-8DDA-D241-8C36-76384B99E59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6" name="AutoShape 971">
                      <a:extLst>
                        <a:ext uri="{FF2B5EF4-FFF2-40B4-BE49-F238E27FC236}">
                          <a16:creationId xmlns:a16="http://schemas.microsoft.com/office/drawing/2014/main" id="{6606F760-8794-F14F-B69C-88C19D6630F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4" name="Rectangle 972">
                    <a:extLst>
                      <a:ext uri="{FF2B5EF4-FFF2-40B4-BE49-F238E27FC236}">
                        <a16:creationId xmlns:a16="http://schemas.microsoft.com/office/drawing/2014/main" id="{8B5209F5-0805-1E4B-BB7D-AF2A65A1B17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5" name="Freeform 973">
                    <a:extLst>
                      <a:ext uri="{FF2B5EF4-FFF2-40B4-BE49-F238E27FC236}">
                        <a16:creationId xmlns:a16="http://schemas.microsoft.com/office/drawing/2014/main" id="{6FE19D70-F2B7-E046-8A9D-89EB8A576F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6" name="Freeform 974">
                    <a:extLst>
                      <a:ext uri="{FF2B5EF4-FFF2-40B4-BE49-F238E27FC236}">
                        <a16:creationId xmlns:a16="http://schemas.microsoft.com/office/drawing/2014/main" id="{9F039815-24B8-0F47-B17E-E8DA8E1413C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7" name="Oval 975">
                    <a:extLst>
                      <a:ext uri="{FF2B5EF4-FFF2-40B4-BE49-F238E27FC236}">
                        <a16:creationId xmlns:a16="http://schemas.microsoft.com/office/drawing/2014/main" id="{DBE12ABE-7884-C14B-B6EF-9986B9699F7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8" name="Freeform 976">
                    <a:extLst>
                      <a:ext uri="{FF2B5EF4-FFF2-40B4-BE49-F238E27FC236}">
                        <a16:creationId xmlns:a16="http://schemas.microsoft.com/office/drawing/2014/main" id="{693D7F73-DD2C-E74A-B9EF-4B3BE246569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9" name="AutoShape 977">
                    <a:extLst>
                      <a:ext uri="{FF2B5EF4-FFF2-40B4-BE49-F238E27FC236}">
                        <a16:creationId xmlns:a16="http://schemas.microsoft.com/office/drawing/2014/main" id="{A59830E7-CF51-584A-B0B9-FDD9E66B5C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0" name="AutoShape 978">
                    <a:extLst>
                      <a:ext uri="{FF2B5EF4-FFF2-40B4-BE49-F238E27FC236}">
                        <a16:creationId xmlns:a16="http://schemas.microsoft.com/office/drawing/2014/main" id="{CF4E38DF-02D7-4941-9B02-C6CDB640092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1" name="Oval 979">
                    <a:extLst>
                      <a:ext uri="{FF2B5EF4-FFF2-40B4-BE49-F238E27FC236}">
                        <a16:creationId xmlns:a16="http://schemas.microsoft.com/office/drawing/2014/main" id="{59495E51-586A-C34D-89B7-AEA0D72D460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2" name="Oval 980">
                    <a:extLst>
                      <a:ext uri="{FF2B5EF4-FFF2-40B4-BE49-F238E27FC236}">
                        <a16:creationId xmlns:a16="http://schemas.microsoft.com/office/drawing/2014/main" id="{20C8E197-143F-5345-AEF8-54327DCA1F1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03" name="Oval 981">
                    <a:extLst>
                      <a:ext uri="{FF2B5EF4-FFF2-40B4-BE49-F238E27FC236}">
                        <a16:creationId xmlns:a16="http://schemas.microsoft.com/office/drawing/2014/main" id="{5E9B1C72-A47D-B74A-9E0A-78BB6D7F36B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4" name="Rectangle 982">
                    <a:extLst>
                      <a:ext uri="{FF2B5EF4-FFF2-40B4-BE49-F238E27FC236}">
                        <a16:creationId xmlns:a16="http://schemas.microsoft.com/office/drawing/2014/main" id="{7B16A707-B72C-7E4C-81A5-597858293B9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8" name="Group 1115">
                <a:extLst>
                  <a:ext uri="{FF2B5EF4-FFF2-40B4-BE49-F238E27FC236}">
                    <a16:creationId xmlns:a16="http://schemas.microsoft.com/office/drawing/2014/main" id="{501AC210-7162-A14B-B03B-E46C8F9FA764}"/>
                  </a:ext>
                </a:extLst>
              </p:cNvPr>
              <p:cNvGrpSpPr>
                <a:grpSpLocks/>
              </p:cNvGrpSpPr>
              <p:nvPr/>
            </p:nvGrpSpPr>
            <p:grpSpPr bwMode="auto">
              <a:xfrm>
                <a:off x="7707615" y="4368892"/>
                <a:ext cx="990551" cy="731635"/>
                <a:chOff x="7707615" y="4368892"/>
                <a:chExt cx="990551" cy="731635"/>
              </a:xfrm>
            </p:grpSpPr>
            <p:pic>
              <p:nvPicPr>
                <p:cNvPr id="214079" name="Picture 1159">
                  <a:extLst>
                    <a:ext uri="{FF2B5EF4-FFF2-40B4-BE49-F238E27FC236}">
                      <a16:creationId xmlns:a16="http://schemas.microsoft.com/office/drawing/2014/main" id="{3EEA3963-4E11-E242-A3D8-6FF58800B9FF}"/>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080" name="Group 249">
                  <a:extLst>
                    <a:ext uri="{FF2B5EF4-FFF2-40B4-BE49-F238E27FC236}">
                      <a16:creationId xmlns:a16="http://schemas.microsoft.com/office/drawing/2014/main" id="{559CEC6E-1FFA-E24A-8417-DBCCEC6705DF}"/>
                    </a:ext>
                  </a:extLst>
                </p:cNvPr>
                <p:cNvGrpSpPr>
                  <a:grpSpLocks/>
                </p:cNvGrpSpPr>
                <p:nvPr/>
              </p:nvGrpSpPr>
              <p:grpSpPr bwMode="auto">
                <a:xfrm flipH="1">
                  <a:off x="7707615" y="4368892"/>
                  <a:ext cx="225953" cy="395900"/>
                  <a:chOff x="4140" y="429"/>
                  <a:chExt cx="1425" cy="2396"/>
                </a:xfrm>
              </p:grpSpPr>
              <p:sp>
                <p:nvSpPr>
                  <p:cNvPr id="214147" name="Freeform 250">
                    <a:extLst>
                      <a:ext uri="{FF2B5EF4-FFF2-40B4-BE49-F238E27FC236}">
                        <a16:creationId xmlns:a16="http://schemas.microsoft.com/office/drawing/2014/main" id="{32FA948E-BFDC-B344-900D-B39BB398DADD}"/>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9" name="Rectangle 251">
                    <a:extLst>
                      <a:ext uri="{FF2B5EF4-FFF2-40B4-BE49-F238E27FC236}">
                        <a16:creationId xmlns:a16="http://schemas.microsoft.com/office/drawing/2014/main" id="{4FCCA3B9-9C41-D24C-ABFE-36C6E3EF2236}"/>
                      </a:ext>
                    </a:extLst>
                  </p:cNvPr>
                  <p:cNvSpPr>
                    <a:spLocks noChangeArrowheads="1"/>
                  </p:cNvSpPr>
                  <p:nvPr/>
                </p:nvSpPr>
                <p:spPr bwMode="auto">
                  <a:xfrm>
                    <a:off x="4204" y="433"/>
                    <a:ext cx="1051" cy="227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49" name="Freeform 252">
                    <a:extLst>
                      <a:ext uri="{FF2B5EF4-FFF2-40B4-BE49-F238E27FC236}">
                        <a16:creationId xmlns:a16="http://schemas.microsoft.com/office/drawing/2014/main" id="{0E66DCD0-CA20-9449-8805-8E4E75E914C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50" name="Freeform 253">
                    <a:extLst>
                      <a:ext uri="{FF2B5EF4-FFF2-40B4-BE49-F238E27FC236}">
                        <a16:creationId xmlns:a16="http://schemas.microsoft.com/office/drawing/2014/main" id="{552E8F95-7D3D-484E-A134-00B9CE9C936F}"/>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2" name="Rectangle 254">
                    <a:extLst>
                      <a:ext uri="{FF2B5EF4-FFF2-40B4-BE49-F238E27FC236}">
                        <a16:creationId xmlns:a16="http://schemas.microsoft.com/office/drawing/2014/main" id="{6C418519-1151-E347-A6E2-34F8090973CB}"/>
                      </a:ext>
                    </a:extLst>
                  </p:cNvPr>
                  <p:cNvSpPr>
                    <a:spLocks noChangeArrowheads="1"/>
                  </p:cNvSpPr>
                  <p:nvPr/>
                </p:nvSpPr>
                <p:spPr bwMode="auto">
                  <a:xfrm>
                    <a:off x="4214" y="692"/>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2" name="Group 255">
                    <a:extLst>
                      <a:ext uri="{FF2B5EF4-FFF2-40B4-BE49-F238E27FC236}">
                        <a16:creationId xmlns:a16="http://schemas.microsoft.com/office/drawing/2014/main" id="{B8D238DD-2FFA-2543-83C3-50D63420FD61}"/>
                      </a:ext>
                    </a:extLst>
                  </p:cNvPr>
                  <p:cNvGrpSpPr>
                    <a:grpSpLocks/>
                  </p:cNvGrpSpPr>
                  <p:nvPr/>
                </p:nvGrpSpPr>
                <p:grpSpPr bwMode="auto">
                  <a:xfrm>
                    <a:off x="4749" y="668"/>
                    <a:ext cx="581" cy="145"/>
                    <a:chOff x="614" y="2568"/>
                    <a:chExt cx="725" cy="139"/>
                  </a:xfrm>
                </p:grpSpPr>
                <p:sp>
                  <p:nvSpPr>
                    <p:cNvPr id="1258" name="AutoShape 256">
                      <a:extLst>
                        <a:ext uri="{FF2B5EF4-FFF2-40B4-BE49-F238E27FC236}">
                          <a16:creationId xmlns:a16="http://schemas.microsoft.com/office/drawing/2014/main" id="{0E9DD485-9924-C24F-BF12-406FB2731D0D}"/>
                        </a:ext>
                      </a:extLst>
                    </p:cNvPr>
                    <p:cNvSpPr>
                      <a:spLocks noChangeArrowheads="1"/>
                    </p:cNvSpPr>
                    <p:nvPr/>
                  </p:nvSpPr>
                  <p:spPr bwMode="auto">
                    <a:xfrm>
                      <a:off x="646" y="2591"/>
                      <a:ext cx="725" cy="12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9" name="AutoShape 257">
                      <a:extLst>
                        <a:ext uri="{FF2B5EF4-FFF2-40B4-BE49-F238E27FC236}">
                          <a16:creationId xmlns:a16="http://schemas.microsoft.com/office/drawing/2014/main" id="{A6F81680-4F96-A241-AB5A-DD079EBF4A16}"/>
                        </a:ext>
                      </a:extLst>
                    </p:cNvPr>
                    <p:cNvSpPr>
                      <a:spLocks noChangeArrowheads="1"/>
                    </p:cNvSpPr>
                    <p:nvPr/>
                  </p:nvSpPr>
                  <p:spPr bwMode="auto">
                    <a:xfrm>
                      <a:off x="659" y="2591"/>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4" name="Rectangle 258">
                    <a:extLst>
                      <a:ext uri="{FF2B5EF4-FFF2-40B4-BE49-F238E27FC236}">
                        <a16:creationId xmlns:a16="http://schemas.microsoft.com/office/drawing/2014/main" id="{909C5B8C-1CD5-DC4E-9EDC-4D57F2F469AE}"/>
                      </a:ext>
                    </a:extLst>
                  </p:cNvPr>
                  <p:cNvSpPr>
                    <a:spLocks noChangeArrowheads="1"/>
                  </p:cNvSpPr>
                  <p:nvPr/>
                </p:nvSpPr>
                <p:spPr bwMode="auto">
                  <a:xfrm>
                    <a:off x="4224" y="1019"/>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4" name="Group 259">
                    <a:extLst>
                      <a:ext uri="{FF2B5EF4-FFF2-40B4-BE49-F238E27FC236}">
                        <a16:creationId xmlns:a16="http://schemas.microsoft.com/office/drawing/2014/main" id="{FEAC3470-AE01-DB49-BFFF-0A595B7C6433}"/>
                      </a:ext>
                    </a:extLst>
                  </p:cNvPr>
                  <p:cNvGrpSpPr>
                    <a:grpSpLocks/>
                  </p:cNvGrpSpPr>
                  <p:nvPr/>
                </p:nvGrpSpPr>
                <p:grpSpPr bwMode="auto">
                  <a:xfrm>
                    <a:off x="4747" y="994"/>
                    <a:ext cx="581" cy="134"/>
                    <a:chOff x="614" y="2568"/>
                    <a:chExt cx="725" cy="139"/>
                  </a:xfrm>
                </p:grpSpPr>
                <p:sp>
                  <p:nvSpPr>
                    <p:cNvPr id="1256" name="AutoShape 260">
                      <a:extLst>
                        <a:ext uri="{FF2B5EF4-FFF2-40B4-BE49-F238E27FC236}">
                          <a16:creationId xmlns:a16="http://schemas.microsoft.com/office/drawing/2014/main" id="{BB1F31AD-F226-A343-9747-498C2BD918E5}"/>
                        </a:ext>
                      </a:extLst>
                    </p:cNvPr>
                    <p:cNvSpPr>
                      <a:spLocks noChangeArrowheads="1"/>
                    </p:cNvSpPr>
                    <p:nvPr/>
                  </p:nvSpPr>
                  <p:spPr bwMode="auto">
                    <a:xfrm>
                      <a:off x="611" y="2594"/>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7" name="AutoShape 261">
                      <a:extLst>
                        <a:ext uri="{FF2B5EF4-FFF2-40B4-BE49-F238E27FC236}">
                          <a16:creationId xmlns:a16="http://schemas.microsoft.com/office/drawing/2014/main" id="{6B06EB69-6CFD-B043-99AC-DA0DC48E6E24}"/>
                        </a:ext>
                      </a:extLst>
                    </p:cNvPr>
                    <p:cNvSpPr>
                      <a:spLocks noChangeArrowheads="1"/>
                    </p:cNvSpPr>
                    <p:nvPr/>
                  </p:nvSpPr>
                  <p:spPr bwMode="auto">
                    <a:xfrm>
                      <a:off x="624" y="261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6" name="Rectangle 262">
                    <a:extLst>
                      <a:ext uri="{FF2B5EF4-FFF2-40B4-BE49-F238E27FC236}">
                        <a16:creationId xmlns:a16="http://schemas.microsoft.com/office/drawing/2014/main" id="{C309DAA6-4E33-CE47-BD8F-34A00B3F9273}"/>
                      </a:ext>
                    </a:extLst>
                  </p:cNvPr>
                  <p:cNvSpPr>
                    <a:spLocks noChangeArrowheads="1"/>
                  </p:cNvSpPr>
                  <p:nvPr/>
                </p:nvSpPr>
                <p:spPr bwMode="auto">
                  <a:xfrm>
                    <a:off x="4224" y="1365"/>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37" name="Rectangle 263">
                    <a:extLst>
                      <a:ext uri="{FF2B5EF4-FFF2-40B4-BE49-F238E27FC236}">
                        <a16:creationId xmlns:a16="http://schemas.microsoft.com/office/drawing/2014/main" id="{31FE18AD-88FB-7249-A1E2-F59F36B1E9EE}"/>
                      </a:ext>
                    </a:extLst>
                  </p:cNvPr>
                  <p:cNvSpPr>
                    <a:spLocks noChangeArrowheads="1"/>
                  </p:cNvSpPr>
                  <p:nvPr/>
                </p:nvSpPr>
                <p:spPr bwMode="auto">
                  <a:xfrm>
                    <a:off x="4234" y="1653"/>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7" name="Group 264">
                    <a:extLst>
                      <a:ext uri="{FF2B5EF4-FFF2-40B4-BE49-F238E27FC236}">
                        <a16:creationId xmlns:a16="http://schemas.microsoft.com/office/drawing/2014/main" id="{C781639A-B9E3-1F41-A1F2-2D6BC714369D}"/>
                      </a:ext>
                    </a:extLst>
                  </p:cNvPr>
                  <p:cNvGrpSpPr>
                    <a:grpSpLocks/>
                  </p:cNvGrpSpPr>
                  <p:nvPr/>
                </p:nvGrpSpPr>
                <p:grpSpPr bwMode="auto">
                  <a:xfrm>
                    <a:off x="4735" y="1627"/>
                    <a:ext cx="582" cy="151"/>
                    <a:chOff x="614" y="2568"/>
                    <a:chExt cx="725" cy="139"/>
                  </a:xfrm>
                </p:grpSpPr>
                <p:sp>
                  <p:nvSpPr>
                    <p:cNvPr id="1254" name="AutoShape 265">
                      <a:extLst>
                        <a:ext uri="{FF2B5EF4-FFF2-40B4-BE49-F238E27FC236}">
                          <a16:creationId xmlns:a16="http://schemas.microsoft.com/office/drawing/2014/main" id="{F3B27AEF-462F-714A-925E-CD57B30D2A37}"/>
                        </a:ext>
                      </a:extLst>
                    </p:cNvPr>
                    <p:cNvSpPr>
                      <a:spLocks noChangeArrowheads="1"/>
                    </p:cNvSpPr>
                    <p:nvPr/>
                  </p:nvSpPr>
                  <p:spPr bwMode="auto">
                    <a:xfrm>
                      <a:off x="614" y="2592"/>
                      <a:ext cx="711"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5" name="AutoShape 266">
                      <a:extLst>
                        <a:ext uri="{FF2B5EF4-FFF2-40B4-BE49-F238E27FC236}">
                          <a16:creationId xmlns:a16="http://schemas.microsoft.com/office/drawing/2014/main" id="{3DCA27E7-F791-C542-9A1B-4C168AFF853D}"/>
                        </a:ext>
                      </a:extLst>
                    </p:cNvPr>
                    <p:cNvSpPr>
                      <a:spLocks noChangeArrowheads="1"/>
                    </p:cNvSpPr>
                    <p:nvPr/>
                  </p:nvSpPr>
                  <p:spPr bwMode="auto">
                    <a:xfrm>
                      <a:off x="626" y="2610"/>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58" name="Freeform 267">
                    <a:extLst>
                      <a:ext uri="{FF2B5EF4-FFF2-40B4-BE49-F238E27FC236}">
                        <a16:creationId xmlns:a16="http://schemas.microsoft.com/office/drawing/2014/main" id="{AECDB4C9-5621-594D-AECC-69FC51E6FAB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59" name="Group 268">
                    <a:extLst>
                      <a:ext uri="{FF2B5EF4-FFF2-40B4-BE49-F238E27FC236}">
                        <a16:creationId xmlns:a16="http://schemas.microsoft.com/office/drawing/2014/main" id="{530F28CF-4DEF-CE42-BCA2-AB61FC970C19}"/>
                      </a:ext>
                    </a:extLst>
                  </p:cNvPr>
                  <p:cNvGrpSpPr>
                    <a:grpSpLocks/>
                  </p:cNvGrpSpPr>
                  <p:nvPr/>
                </p:nvGrpSpPr>
                <p:grpSpPr bwMode="auto">
                  <a:xfrm>
                    <a:off x="4739" y="1327"/>
                    <a:ext cx="582" cy="139"/>
                    <a:chOff x="614" y="2568"/>
                    <a:chExt cx="725" cy="139"/>
                  </a:xfrm>
                </p:grpSpPr>
                <p:sp>
                  <p:nvSpPr>
                    <p:cNvPr id="1252" name="AutoShape 269">
                      <a:extLst>
                        <a:ext uri="{FF2B5EF4-FFF2-40B4-BE49-F238E27FC236}">
                          <a16:creationId xmlns:a16="http://schemas.microsoft.com/office/drawing/2014/main" id="{E3D43DA1-A342-2141-803A-DA7E4021571C}"/>
                        </a:ext>
                      </a:extLst>
                    </p:cNvPr>
                    <p:cNvSpPr>
                      <a:spLocks noChangeArrowheads="1"/>
                    </p:cNvSpPr>
                    <p:nvPr/>
                  </p:nvSpPr>
                  <p:spPr bwMode="auto">
                    <a:xfrm>
                      <a:off x="646" y="2568"/>
                      <a:ext cx="698"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3" name="AutoShape 270">
                      <a:extLst>
                        <a:ext uri="{FF2B5EF4-FFF2-40B4-BE49-F238E27FC236}">
                          <a16:creationId xmlns:a16="http://schemas.microsoft.com/office/drawing/2014/main" id="{0B518669-996F-A040-AA1A-27FF078C0598}"/>
                        </a:ext>
                      </a:extLst>
                    </p:cNvPr>
                    <p:cNvSpPr>
                      <a:spLocks noChangeArrowheads="1"/>
                    </p:cNvSpPr>
                    <p:nvPr/>
                  </p:nvSpPr>
                  <p:spPr bwMode="auto">
                    <a:xfrm>
                      <a:off x="659" y="2587"/>
                      <a:ext cx="661"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41" name="Rectangle 271">
                    <a:extLst>
                      <a:ext uri="{FF2B5EF4-FFF2-40B4-BE49-F238E27FC236}">
                        <a16:creationId xmlns:a16="http://schemas.microsoft.com/office/drawing/2014/main" id="{96F43160-19A6-3545-87F1-FA06C63970DD}"/>
                      </a:ext>
                    </a:extLst>
                  </p:cNvPr>
                  <p:cNvSpPr>
                    <a:spLocks noChangeArrowheads="1"/>
                  </p:cNvSpPr>
                  <p:nvPr/>
                </p:nvSpPr>
                <p:spPr bwMode="auto">
                  <a:xfrm>
                    <a:off x="5255" y="433"/>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1" name="Freeform 272">
                    <a:extLst>
                      <a:ext uri="{FF2B5EF4-FFF2-40B4-BE49-F238E27FC236}">
                        <a16:creationId xmlns:a16="http://schemas.microsoft.com/office/drawing/2014/main" id="{7428AD33-7871-0D4F-8C8D-5C6B9723A247}"/>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62" name="Freeform 273">
                    <a:extLst>
                      <a:ext uri="{FF2B5EF4-FFF2-40B4-BE49-F238E27FC236}">
                        <a16:creationId xmlns:a16="http://schemas.microsoft.com/office/drawing/2014/main" id="{CBE613F3-A88D-8D43-AC9A-847B88C8ECE8}"/>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4" name="Oval 274">
                    <a:extLst>
                      <a:ext uri="{FF2B5EF4-FFF2-40B4-BE49-F238E27FC236}">
                        <a16:creationId xmlns:a16="http://schemas.microsoft.com/office/drawing/2014/main" id="{D866BE52-F00D-CE45-88F2-C6143416B4FE}"/>
                      </a:ext>
                    </a:extLst>
                  </p:cNvPr>
                  <p:cNvSpPr>
                    <a:spLocks noChangeArrowheads="1"/>
                  </p:cNvSpPr>
                  <p:nvPr/>
                </p:nvSpPr>
                <p:spPr bwMode="auto">
                  <a:xfrm>
                    <a:off x="5516" y="2614"/>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4" name="Freeform 275">
                    <a:extLst>
                      <a:ext uri="{FF2B5EF4-FFF2-40B4-BE49-F238E27FC236}">
                        <a16:creationId xmlns:a16="http://schemas.microsoft.com/office/drawing/2014/main" id="{F99F046E-BDF2-CB4B-A95C-91E1BB5C68FA}"/>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6" name="AutoShape 276">
                    <a:extLst>
                      <a:ext uri="{FF2B5EF4-FFF2-40B4-BE49-F238E27FC236}">
                        <a16:creationId xmlns:a16="http://schemas.microsoft.com/office/drawing/2014/main" id="{CBEBD2C6-CFED-CB4F-BC79-868C395F7F0F}"/>
                      </a:ext>
                    </a:extLst>
                  </p:cNvPr>
                  <p:cNvSpPr>
                    <a:spLocks noChangeArrowheads="1"/>
                  </p:cNvSpPr>
                  <p:nvPr/>
                </p:nvSpPr>
                <p:spPr bwMode="auto">
                  <a:xfrm>
                    <a:off x="4144" y="2681"/>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7" name="AutoShape 277">
                    <a:extLst>
                      <a:ext uri="{FF2B5EF4-FFF2-40B4-BE49-F238E27FC236}">
                        <a16:creationId xmlns:a16="http://schemas.microsoft.com/office/drawing/2014/main" id="{A37F0F82-C20D-E844-B043-F3B6AB4529EA}"/>
                      </a:ext>
                    </a:extLst>
                  </p:cNvPr>
                  <p:cNvSpPr>
                    <a:spLocks noChangeArrowheads="1"/>
                  </p:cNvSpPr>
                  <p:nvPr/>
                </p:nvSpPr>
                <p:spPr bwMode="auto">
                  <a:xfrm>
                    <a:off x="4204" y="2710"/>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8" name="Oval 278">
                    <a:extLst>
                      <a:ext uri="{FF2B5EF4-FFF2-40B4-BE49-F238E27FC236}">
                        <a16:creationId xmlns:a16="http://schemas.microsoft.com/office/drawing/2014/main" id="{866EC59D-6138-6449-9AC8-0E4557B2BF77}"/>
                      </a:ext>
                    </a:extLst>
                  </p:cNvPr>
                  <p:cNvSpPr>
                    <a:spLocks noChangeArrowheads="1"/>
                  </p:cNvSpPr>
                  <p:nvPr/>
                </p:nvSpPr>
                <p:spPr bwMode="auto">
                  <a:xfrm>
                    <a:off x="4314" y="2383"/>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9" name="Oval 279">
                    <a:extLst>
                      <a:ext uri="{FF2B5EF4-FFF2-40B4-BE49-F238E27FC236}">
                        <a16:creationId xmlns:a16="http://schemas.microsoft.com/office/drawing/2014/main" id="{B51FB6EE-FDF7-6241-A083-5351AB12DE4D}"/>
                      </a:ext>
                    </a:extLst>
                  </p:cNvPr>
                  <p:cNvSpPr>
                    <a:spLocks noChangeArrowheads="1"/>
                  </p:cNvSpPr>
                  <p:nvPr/>
                </p:nvSpPr>
                <p:spPr bwMode="auto">
                  <a:xfrm>
                    <a:off x="4485" y="2383"/>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50" name="Oval 280">
                    <a:extLst>
                      <a:ext uri="{FF2B5EF4-FFF2-40B4-BE49-F238E27FC236}">
                        <a16:creationId xmlns:a16="http://schemas.microsoft.com/office/drawing/2014/main" id="{89A59A8D-6CEC-464D-9BD7-09E40E86396B}"/>
                      </a:ext>
                    </a:extLst>
                  </p:cNvPr>
                  <p:cNvSpPr>
                    <a:spLocks noChangeArrowheads="1"/>
                  </p:cNvSpPr>
                  <p:nvPr/>
                </p:nvSpPr>
                <p:spPr bwMode="auto">
                  <a:xfrm>
                    <a:off x="4665" y="2383"/>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1" name="Rectangle 281">
                    <a:extLst>
                      <a:ext uri="{FF2B5EF4-FFF2-40B4-BE49-F238E27FC236}">
                        <a16:creationId xmlns:a16="http://schemas.microsoft.com/office/drawing/2014/main" id="{F0E1C006-B779-004D-B275-AD7CC5F63B35}"/>
                      </a:ext>
                    </a:extLst>
                  </p:cNvPr>
                  <p:cNvSpPr>
                    <a:spLocks noChangeArrowheads="1"/>
                  </p:cNvSpPr>
                  <p:nvPr/>
                </p:nvSpPr>
                <p:spPr bwMode="auto">
                  <a:xfrm>
                    <a:off x="5065" y="1836"/>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1" name="Group 249">
                  <a:extLst>
                    <a:ext uri="{FF2B5EF4-FFF2-40B4-BE49-F238E27FC236}">
                      <a16:creationId xmlns:a16="http://schemas.microsoft.com/office/drawing/2014/main" id="{4BE2179E-774D-C843-8DB9-3E128788BA1A}"/>
                    </a:ext>
                  </a:extLst>
                </p:cNvPr>
                <p:cNvGrpSpPr>
                  <a:grpSpLocks/>
                </p:cNvGrpSpPr>
                <p:nvPr/>
              </p:nvGrpSpPr>
              <p:grpSpPr bwMode="auto">
                <a:xfrm flipH="1">
                  <a:off x="7939866" y="4369199"/>
                  <a:ext cx="225953" cy="395900"/>
                  <a:chOff x="4140" y="429"/>
                  <a:chExt cx="1425" cy="2396"/>
                </a:xfrm>
              </p:grpSpPr>
              <p:sp>
                <p:nvSpPr>
                  <p:cNvPr id="214115" name="Freeform 250">
                    <a:extLst>
                      <a:ext uri="{FF2B5EF4-FFF2-40B4-BE49-F238E27FC236}">
                        <a16:creationId xmlns:a16="http://schemas.microsoft.com/office/drawing/2014/main" id="{E86DD0C5-E60F-9A40-83F4-23079F91A732}"/>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7" name="Rectangle 251">
                    <a:extLst>
                      <a:ext uri="{FF2B5EF4-FFF2-40B4-BE49-F238E27FC236}">
                        <a16:creationId xmlns:a16="http://schemas.microsoft.com/office/drawing/2014/main" id="{031F551E-F66E-DC4F-BB0F-BDFD2A986289}"/>
                      </a:ext>
                    </a:extLst>
                  </p:cNvPr>
                  <p:cNvSpPr>
                    <a:spLocks noChangeArrowheads="1"/>
                  </p:cNvSpPr>
                  <p:nvPr/>
                </p:nvSpPr>
                <p:spPr bwMode="auto">
                  <a:xfrm>
                    <a:off x="4207" y="431"/>
                    <a:ext cx="1051" cy="230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17" name="Freeform 252">
                    <a:extLst>
                      <a:ext uri="{FF2B5EF4-FFF2-40B4-BE49-F238E27FC236}">
                        <a16:creationId xmlns:a16="http://schemas.microsoft.com/office/drawing/2014/main" id="{1F094852-FE6A-254E-AE59-F164949D4AA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18" name="Freeform 253">
                    <a:extLst>
                      <a:ext uri="{FF2B5EF4-FFF2-40B4-BE49-F238E27FC236}">
                        <a16:creationId xmlns:a16="http://schemas.microsoft.com/office/drawing/2014/main" id="{3822EE13-4CE8-5A4B-98E2-B96B4A93D31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0" name="Rectangle 254">
                    <a:extLst>
                      <a:ext uri="{FF2B5EF4-FFF2-40B4-BE49-F238E27FC236}">
                        <a16:creationId xmlns:a16="http://schemas.microsoft.com/office/drawing/2014/main" id="{6FBE4BF3-9A08-A740-B0C7-5B153A1D2061}"/>
                      </a:ext>
                    </a:extLst>
                  </p:cNvPr>
                  <p:cNvSpPr>
                    <a:spLocks noChangeArrowheads="1"/>
                  </p:cNvSpPr>
                  <p:nvPr/>
                </p:nvSpPr>
                <p:spPr bwMode="auto">
                  <a:xfrm>
                    <a:off x="4207" y="700"/>
                    <a:ext cx="60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0" name="Group 255">
                    <a:extLst>
                      <a:ext uri="{FF2B5EF4-FFF2-40B4-BE49-F238E27FC236}">
                        <a16:creationId xmlns:a16="http://schemas.microsoft.com/office/drawing/2014/main" id="{A6B07E4C-BDA4-6642-AD5B-6D4DA9F720FE}"/>
                      </a:ext>
                    </a:extLst>
                  </p:cNvPr>
                  <p:cNvGrpSpPr>
                    <a:grpSpLocks/>
                  </p:cNvGrpSpPr>
                  <p:nvPr/>
                </p:nvGrpSpPr>
                <p:grpSpPr bwMode="auto">
                  <a:xfrm>
                    <a:off x="4749" y="668"/>
                    <a:ext cx="581" cy="145"/>
                    <a:chOff x="614" y="2568"/>
                    <a:chExt cx="725" cy="139"/>
                  </a:xfrm>
                </p:grpSpPr>
                <p:sp>
                  <p:nvSpPr>
                    <p:cNvPr id="1226" name="AutoShape 256">
                      <a:extLst>
                        <a:ext uri="{FF2B5EF4-FFF2-40B4-BE49-F238E27FC236}">
                          <a16:creationId xmlns:a16="http://schemas.microsoft.com/office/drawing/2014/main" id="{3B0846A9-93AE-0645-B4F6-DB72AF66C37D}"/>
                        </a:ext>
                      </a:extLst>
                    </p:cNvPr>
                    <p:cNvSpPr>
                      <a:spLocks noChangeArrowheads="1"/>
                    </p:cNvSpPr>
                    <p:nvPr/>
                  </p:nvSpPr>
                  <p:spPr bwMode="auto">
                    <a:xfrm>
                      <a:off x="612" y="2571"/>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7" name="AutoShape 257">
                      <a:extLst>
                        <a:ext uri="{FF2B5EF4-FFF2-40B4-BE49-F238E27FC236}">
                          <a16:creationId xmlns:a16="http://schemas.microsoft.com/office/drawing/2014/main" id="{CFA1723B-8474-2146-8074-8959E0A1E69A}"/>
                        </a:ext>
                      </a:extLst>
                    </p:cNvPr>
                    <p:cNvSpPr>
                      <a:spLocks noChangeArrowheads="1"/>
                    </p:cNvSpPr>
                    <p:nvPr/>
                  </p:nvSpPr>
                  <p:spPr bwMode="auto">
                    <a:xfrm>
                      <a:off x="625"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2" name="Rectangle 258">
                    <a:extLst>
                      <a:ext uri="{FF2B5EF4-FFF2-40B4-BE49-F238E27FC236}">
                        <a16:creationId xmlns:a16="http://schemas.microsoft.com/office/drawing/2014/main" id="{4282B151-2830-FD44-B601-645CB35CE814}"/>
                      </a:ext>
                    </a:extLst>
                  </p:cNvPr>
                  <p:cNvSpPr>
                    <a:spLocks noChangeArrowheads="1"/>
                  </p:cNvSpPr>
                  <p:nvPr/>
                </p:nvSpPr>
                <p:spPr bwMode="auto">
                  <a:xfrm>
                    <a:off x="4227" y="1027"/>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2" name="Group 259">
                    <a:extLst>
                      <a:ext uri="{FF2B5EF4-FFF2-40B4-BE49-F238E27FC236}">
                        <a16:creationId xmlns:a16="http://schemas.microsoft.com/office/drawing/2014/main" id="{DF984A29-56B5-3740-8843-115A75B2B377}"/>
                      </a:ext>
                    </a:extLst>
                  </p:cNvPr>
                  <p:cNvGrpSpPr>
                    <a:grpSpLocks/>
                  </p:cNvGrpSpPr>
                  <p:nvPr/>
                </p:nvGrpSpPr>
                <p:grpSpPr bwMode="auto">
                  <a:xfrm>
                    <a:off x="4747" y="994"/>
                    <a:ext cx="581" cy="134"/>
                    <a:chOff x="614" y="2568"/>
                    <a:chExt cx="725" cy="139"/>
                  </a:xfrm>
                </p:grpSpPr>
                <p:sp>
                  <p:nvSpPr>
                    <p:cNvPr id="1224" name="AutoShape 260">
                      <a:extLst>
                        <a:ext uri="{FF2B5EF4-FFF2-40B4-BE49-F238E27FC236}">
                          <a16:creationId xmlns:a16="http://schemas.microsoft.com/office/drawing/2014/main" id="{1687555E-AB34-AE42-8C5B-D8AC6B95F4AA}"/>
                        </a:ext>
                      </a:extLst>
                    </p:cNvPr>
                    <p:cNvSpPr>
                      <a:spLocks noChangeArrowheads="1"/>
                    </p:cNvSpPr>
                    <p:nvPr/>
                  </p:nvSpPr>
                  <p:spPr bwMode="auto">
                    <a:xfrm>
                      <a:off x="615" y="2572"/>
                      <a:ext cx="725" cy="14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5" name="AutoShape 261">
                      <a:extLst>
                        <a:ext uri="{FF2B5EF4-FFF2-40B4-BE49-F238E27FC236}">
                          <a16:creationId xmlns:a16="http://schemas.microsoft.com/office/drawing/2014/main" id="{B24778EA-690F-FF4C-9E9B-C5A20C24F113}"/>
                        </a:ext>
                      </a:extLst>
                    </p:cNvPr>
                    <p:cNvSpPr>
                      <a:spLocks noChangeArrowheads="1"/>
                    </p:cNvSpPr>
                    <p:nvPr/>
                  </p:nvSpPr>
                  <p:spPr bwMode="auto">
                    <a:xfrm>
                      <a:off x="627"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4" name="Rectangle 262">
                    <a:extLst>
                      <a:ext uri="{FF2B5EF4-FFF2-40B4-BE49-F238E27FC236}">
                        <a16:creationId xmlns:a16="http://schemas.microsoft.com/office/drawing/2014/main" id="{29162181-8D2E-B74D-8CCB-341B37800D84}"/>
                      </a:ext>
                    </a:extLst>
                  </p:cNvPr>
                  <p:cNvSpPr>
                    <a:spLocks noChangeArrowheads="1"/>
                  </p:cNvSpPr>
                  <p:nvPr/>
                </p:nvSpPr>
                <p:spPr bwMode="auto">
                  <a:xfrm>
                    <a:off x="4217" y="1363"/>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05" name="Rectangle 263">
                    <a:extLst>
                      <a:ext uri="{FF2B5EF4-FFF2-40B4-BE49-F238E27FC236}">
                        <a16:creationId xmlns:a16="http://schemas.microsoft.com/office/drawing/2014/main" id="{7DAC4204-B998-5846-9361-BEC74A4ED9CE}"/>
                      </a:ext>
                    </a:extLst>
                  </p:cNvPr>
                  <p:cNvSpPr>
                    <a:spLocks noChangeArrowheads="1"/>
                  </p:cNvSpPr>
                  <p:nvPr/>
                </p:nvSpPr>
                <p:spPr bwMode="auto">
                  <a:xfrm>
                    <a:off x="4227" y="1680"/>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5" name="Group 264">
                    <a:extLst>
                      <a:ext uri="{FF2B5EF4-FFF2-40B4-BE49-F238E27FC236}">
                        <a16:creationId xmlns:a16="http://schemas.microsoft.com/office/drawing/2014/main" id="{8960A9DC-1384-A341-AA27-6244E92FAA36}"/>
                      </a:ext>
                    </a:extLst>
                  </p:cNvPr>
                  <p:cNvGrpSpPr>
                    <a:grpSpLocks/>
                  </p:cNvGrpSpPr>
                  <p:nvPr/>
                </p:nvGrpSpPr>
                <p:grpSpPr bwMode="auto">
                  <a:xfrm>
                    <a:off x="4735" y="1627"/>
                    <a:ext cx="582" cy="151"/>
                    <a:chOff x="614" y="2568"/>
                    <a:chExt cx="725" cy="139"/>
                  </a:xfrm>
                </p:grpSpPr>
                <p:sp>
                  <p:nvSpPr>
                    <p:cNvPr id="1222" name="AutoShape 265">
                      <a:extLst>
                        <a:ext uri="{FF2B5EF4-FFF2-40B4-BE49-F238E27FC236}">
                          <a16:creationId xmlns:a16="http://schemas.microsoft.com/office/drawing/2014/main" id="{1F4C2369-6F06-2547-B950-141A88740FD1}"/>
                        </a:ext>
                      </a:extLst>
                    </p:cNvPr>
                    <p:cNvSpPr>
                      <a:spLocks noChangeArrowheads="1"/>
                    </p:cNvSpPr>
                    <p:nvPr/>
                  </p:nvSpPr>
                  <p:spPr bwMode="auto">
                    <a:xfrm>
                      <a:off x="617" y="2590"/>
                      <a:ext cx="711" cy="14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3" name="AutoShape 266">
                      <a:extLst>
                        <a:ext uri="{FF2B5EF4-FFF2-40B4-BE49-F238E27FC236}">
                          <a16:creationId xmlns:a16="http://schemas.microsoft.com/office/drawing/2014/main" id="{7FF4A2E6-E067-B040-A699-B7CC4626EE91}"/>
                        </a:ext>
                      </a:extLst>
                    </p:cNvPr>
                    <p:cNvSpPr>
                      <a:spLocks noChangeArrowheads="1"/>
                    </p:cNvSpPr>
                    <p:nvPr/>
                  </p:nvSpPr>
                  <p:spPr bwMode="auto">
                    <a:xfrm>
                      <a:off x="630" y="2608"/>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26" name="Freeform 267">
                    <a:extLst>
                      <a:ext uri="{FF2B5EF4-FFF2-40B4-BE49-F238E27FC236}">
                        <a16:creationId xmlns:a16="http://schemas.microsoft.com/office/drawing/2014/main" id="{CD1E835B-6445-8346-AE6F-D74239535519}"/>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27" name="Group 268">
                    <a:extLst>
                      <a:ext uri="{FF2B5EF4-FFF2-40B4-BE49-F238E27FC236}">
                        <a16:creationId xmlns:a16="http://schemas.microsoft.com/office/drawing/2014/main" id="{8CC7DE98-AE7C-5C48-AE5D-A9CDE7184FB5}"/>
                      </a:ext>
                    </a:extLst>
                  </p:cNvPr>
                  <p:cNvGrpSpPr>
                    <a:grpSpLocks/>
                  </p:cNvGrpSpPr>
                  <p:nvPr/>
                </p:nvGrpSpPr>
                <p:grpSpPr bwMode="auto">
                  <a:xfrm>
                    <a:off x="4739" y="1327"/>
                    <a:ext cx="582" cy="139"/>
                    <a:chOff x="614" y="2568"/>
                    <a:chExt cx="725" cy="139"/>
                  </a:xfrm>
                </p:grpSpPr>
                <p:sp>
                  <p:nvSpPr>
                    <p:cNvPr id="1220" name="AutoShape 269">
                      <a:extLst>
                        <a:ext uri="{FF2B5EF4-FFF2-40B4-BE49-F238E27FC236}">
                          <a16:creationId xmlns:a16="http://schemas.microsoft.com/office/drawing/2014/main" id="{2E01CD59-F244-1543-9F18-F6F83D470056}"/>
                        </a:ext>
                      </a:extLst>
                    </p:cNvPr>
                    <p:cNvSpPr>
                      <a:spLocks noChangeArrowheads="1"/>
                    </p:cNvSpPr>
                    <p:nvPr/>
                  </p:nvSpPr>
                  <p:spPr bwMode="auto">
                    <a:xfrm>
                      <a:off x="612" y="2595"/>
                      <a:ext cx="761"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1" name="AutoShape 270">
                      <a:extLst>
                        <a:ext uri="{FF2B5EF4-FFF2-40B4-BE49-F238E27FC236}">
                          <a16:creationId xmlns:a16="http://schemas.microsoft.com/office/drawing/2014/main" id="{95EBD9EB-B559-864E-B0CD-06C5E747178B}"/>
                        </a:ext>
                      </a:extLst>
                    </p:cNvPr>
                    <p:cNvSpPr>
                      <a:spLocks noChangeArrowheads="1"/>
                    </p:cNvSpPr>
                    <p:nvPr/>
                  </p:nvSpPr>
                  <p:spPr bwMode="auto">
                    <a:xfrm>
                      <a:off x="625" y="2614"/>
                      <a:ext cx="723" cy="8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9" name="Rectangle 271">
                    <a:extLst>
                      <a:ext uri="{FF2B5EF4-FFF2-40B4-BE49-F238E27FC236}">
                        <a16:creationId xmlns:a16="http://schemas.microsoft.com/office/drawing/2014/main" id="{CC8EC1D3-7D4E-0E4C-BA22-FEDB4E9DDDB7}"/>
                      </a:ext>
                    </a:extLst>
                  </p:cNvPr>
                  <p:cNvSpPr>
                    <a:spLocks noChangeArrowheads="1"/>
                  </p:cNvSpPr>
                  <p:nvPr/>
                </p:nvSpPr>
                <p:spPr bwMode="auto">
                  <a:xfrm>
                    <a:off x="5248" y="431"/>
                    <a:ext cx="70" cy="231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29" name="Freeform 272">
                    <a:extLst>
                      <a:ext uri="{FF2B5EF4-FFF2-40B4-BE49-F238E27FC236}">
                        <a16:creationId xmlns:a16="http://schemas.microsoft.com/office/drawing/2014/main" id="{8CEEC237-A5BC-7B4F-A4D7-1176BC8B58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30" name="Freeform 273">
                    <a:extLst>
                      <a:ext uri="{FF2B5EF4-FFF2-40B4-BE49-F238E27FC236}">
                        <a16:creationId xmlns:a16="http://schemas.microsoft.com/office/drawing/2014/main" id="{063875F7-09BB-AD48-9393-5191E482E5DD}"/>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2" name="Oval 274">
                    <a:extLst>
                      <a:ext uri="{FF2B5EF4-FFF2-40B4-BE49-F238E27FC236}">
                        <a16:creationId xmlns:a16="http://schemas.microsoft.com/office/drawing/2014/main" id="{321C0266-B832-1143-81E5-0C3628930FC4}"/>
                      </a:ext>
                    </a:extLst>
                  </p:cNvPr>
                  <p:cNvSpPr>
                    <a:spLocks noChangeArrowheads="1"/>
                  </p:cNvSpPr>
                  <p:nvPr/>
                </p:nvSpPr>
                <p:spPr bwMode="auto">
                  <a:xfrm>
                    <a:off x="5519" y="2641"/>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32" name="Freeform 275">
                    <a:extLst>
                      <a:ext uri="{FF2B5EF4-FFF2-40B4-BE49-F238E27FC236}">
                        <a16:creationId xmlns:a16="http://schemas.microsoft.com/office/drawing/2014/main" id="{9701DB6E-C16C-B24B-BBA2-AD6CAE804269}"/>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4" name="AutoShape 276">
                    <a:extLst>
                      <a:ext uri="{FF2B5EF4-FFF2-40B4-BE49-F238E27FC236}">
                        <a16:creationId xmlns:a16="http://schemas.microsoft.com/office/drawing/2014/main" id="{8C5A52FC-DBA2-6541-9C29-F4812C362D0E}"/>
                      </a:ext>
                    </a:extLst>
                  </p:cNvPr>
                  <p:cNvSpPr>
                    <a:spLocks noChangeArrowheads="1"/>
                  </p:cNvSpPr>
                  <p:nvPr/>
                </p:nvSpPr>
                <p:spPr bwMode="auto">
                  <a:xfrm>
                    <a:off x="4137" y="2708"/>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5" name="AutoShape 277">
                    <a:extLst>
                      <a:ext uri="{FF2B5EF4-FFF2-40B4-BE49-F238E27FC236}">
                        <a16:creationId xmlns:a16="http://schemas.microsoft.com/office/drawing/2014/main" id="{80D3DADD-2D14-2F48-B6C6-F66AD9488EAD}"/>
                      </a:ext>
                    </a:extLst>
                  </p:cNvPr>
                  <p:cNvSpPr>
                    <a:spLocks noChangeArrowheads="1"/>
                  </p:cNvSpPr>
                  <p:nvPr/>
                </p:nvSpPr>
                <p:spPr bwMode="auto">
                  <a:xfrm>
                    <a:off x="4207" y="2737"/>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6" name="Oval 278">
                    <a:extLst>
                      <a:ext uri="{FF2B5EF4-FFF2-40B4-BE49-F238E27FC236}">
                        <a16:creationId xmlns:a16="http://schemas.microsoft.com/office/drawing/2014/main" id="{0BA070D8-EDAC-4D4C-9D4D-360E3482D1B4}"/>
                      </a:ext>
                    </a:extLst>
                  </p:cNvPr>
                  <p:cNvSpPr>
                    <a:spLocks noChangeArrowheads="1"/>
                  </p:cNvSpPr>
                  <p:nvPr/>
                </p:nvSpPr>
                <p:spPr bwMode="auto">
                  <a:xfrm>
                    <a:off x="4307" y="2410"/>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7" name="Oval 279">
                    <a:extLst>
                      <a:ext uri="{FF2B5EF4-FFF2-40B4-BE49-F238E27FC236}">
                        <a16:creationId xmlns:a16="http://schemas.microsoft.com/office/drawing/2014/main" id="{2990F973-EF67-BD4D-BFEE-2BCEC73D1AAE}"/>
                      </a:ext>
                    </a:extLst>
                  </p:cNvPr>
                  <p:cNvSpPr>
                    <a:spLocks noChangeArrowheads="1"/>
                  </p:cNvSpPr>
                  <p:nvPr/>
                </p:nvSpPr>
                <p:spPr bwMode="auto">
                  <a:xfrm>
                    <a:off x="4487" y="2410"/>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18" name="Oval 280">
                    <a:extLst>
                      <a:ext uri="{FF2B5EF4-FFF2-40B4-BE49-F238E27FC236}">
                        <a16:creationId xmlns:a16="http://schemas.microsoft.com/office/drawing/2014/main" id="{C8018FC5-B45A-7740-A81F-39EF53B42E24}"/>
                      </a:ext>
                    </a:extLst>
                  </p:cNvPr>
                  <p:cNvSpPr>
                    <a:spLocks noChangeArrowheads="1"/>
                  </p:cNvSpPr>
                  <p:nvPr/>
                </p:nvSpPr>
                <p:spPr bwMode="auto">
                  <a:xfrm>
                    <a:off x="4658" y="2410"/>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9" name="Rectangle 281">
                    <a:extLst>
                      <a:ext uri="{FF2B5EF4-FFF2-40B4-BE49-F238E27FC236}">
                        <a16:creationId xmlns:a16="http://schemas.microsoft.com/office/drawing/2014/main" id="{BF1D7910-50D3-2C4D-BE30-D72C3FA015A6}"/>
                      </a:ext>
                    </a:extLst>
                  </p:cNvPr>
                  <p:cNvSpPr>
                    <a:spLocks noChangeArrowheads="1"/>
                  </p:cNvSpPr>
                  <p:nvPr/>
                </p:nvSpPr>
                <p:spPr bwMode="auto">
                  <a:xfrm>
                    <a:off x="5068" y="1863"/>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2" name="Group 249">
                  <a:extLst>
                    <a:ext uri="{FF2B5EF4-FFF2-40B4-BE49-F238E27FC236}">
                      <a16:creationId xmlns:a16="http://schemas.microsoft.com/office/drawing/2014/main" id="{34735D60-3E59-1A44-933E-3CCF76E1A032}"/>
                    </a:ext>
                  </a:extLst>
                </p:cNvPr>
                <p:cNvGrpSpPr>
                  <a:grpSpLocks/>
                </p:cNvGrpSpPr>
                <p:nvPr/>
              </p:nvGrpSpPr>
              <p:grpSpPr bwMode="auto">
                <a:xfrm flipH="1">
                  <a:off x="8472213" y="4384408"/>
                  <a:ext cx="225953" cy="395900"/>
                  <a:chOff x="4140" y="429"/>
                  <a:chExt cx="1425" cy="2396"/>
                </a:xfrm>
              </p:grpSpPr>
              <p:sp>
                <p:nvSpPr>
                  <p:cNvPr id="214083" name="Freeform 250">
                    <a:extLst>
                      <a:ext uri="{FF2B5EF4-FFF2-40B4-BE49-F238E27FC236}">
                        <a16:creationId xmlns:a16="http://schemas.microsoft.com/office/drawing/2014/main" id="{F85FB4E5-3C16-D84C-A8D4-6F702EC0A1F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5" name="Rectangle 251">
                    <a:extLst>
                      <a:ext uri="{FF2B5EF4-FFF2-40B4-BE49-F238E27FC236}">
                        <a16:creationId xmlns:a16="http://schemas.microsoft.com/office/drawing/2014/main" id="{ABABED1D-0CCC-C94E-AB7B-95DBA43E99C2}"/>
                      </a:ext>
                    </a:extLst>
                  </p:cNvPr>
                  <p:cNvSpPr>
                    <a:spLocks noChangeArrowheads="1"/>
                  </p:cNvSpPr>
                  <p:nvPr/>
                </p:nvSpPr>
                <p:spPr bwMode="auto">
                  <a:xfrm>
                    <a:off x="4200" y="454"/>
                    <a:ext cx="1051" cy="2258"/>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85" name="Freeform 252">
                    <a:extLst>
                      <a:ext uri="{FF2B5EF4-FFF2-40B4-BE49-F238E27FC236}">
                        <a16:creationId xmlns:a16="http://schemas.microsoft.com/office/drawing/2014/main" id="{74556BFA-B6FE-E04F-AECD-1D4E4F15C8E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86" name="Freeform 253">
                    <a:extLst>
                      <a:ext uri="{FF2B5EF4-FFF2-40B4-BE49-F238E27FC236}">
                        <a16:creationId xmlns:a16="http://schemas.microsoft.com/office/drawing/2014/main" id="{D02E1178-E23E-8448-8275-318BF93970F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8" name="Rectangle 254">
                    <a:extLst>
                      <a:ext uri="{FF2B5EF4-FFF2-40B4-BE49-F238E27FC236}">
                        <a16:creationId xmlns:a16="http://schemas.microsoft.com/office/drawing/2014/main" id="{6E44DEDC-A7BA-4543-B7A7-F46C7A7749CB}"/>
                      </a:ext>
                    </a:extLst>
                  </p:cNvPr>
                  <p:cNvSpPr>
                    <a:spLocks noChangeArrowheads="1"/>
                  </p:cNvSpPr>
                  <p:nvPr/>
                </p:nvSpPr>
                <p:spPr bwMode="auto">
                  <a:xfrm>
                    <a:off x="4210" y="71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88" name="Group 255">
                    <a:extLst>
                      <a:ext uri="{FF2B5EF4-FFF2-40B4-BE49-F238E27FC236}">
                        <a16:creationId xmlns:a16="http://schemas.microsoft.com/office/drawing/2014/main" id="{BFC54D7A-EA55-D84C-936C-CD3C5D3F20FB}"/>
                      </a:ext>
                    </a:extLst>
                  </p:cNvPr>
                  <p:cNvGrpSpPr>
                    <a:grpSpLocks/>
                  </p:cNvGrpSpPr>
                  <p:nvPr/>
                </p:nvGrpSpPr>
                <p:grpSpPr bwMode="auto">
                  <a:xfrm>
                    <a:off x="4749" y="668"/>
                    <a:ext cx="581" cy="145"/>
                    <a:chOff x="614" y="2568"/>
                    <a:chExt cx="725" cy="139"/>
                  </a:xfrm>
                </p:grpSpPr>
                <p:sp>
                  <p:nvSpPr>
                    <p:cNvPr id="1194" name="AutoShape 256">
                      <a:extLst>
                        <a:ext uri="{FF2B5EF4-FFF2-40B4-BE49-F238E27FC236}">
                          <a16:creationId xmlns:a16="http://schemas.microsoft.com/office/drawing/2014/main" id="{35694AE0-C883-514B-8132-0B53FE45F93A}"/>
                        </a:ext>
                      </a:extLst>
                    </p:cNvPr>
                    <p:cNvSpPr>
                      <a:spLocks noChangeArrowheads="1"/>
                    </p:cNvSpPr>
                    <p:nvPr/>
                  </p:nvSpPr>
                  <p:spPr bwMode="auto">
                    <a:xfrm>
                      <a:off x="616" y="2594"/>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5" name="AutoShape 257">
                      <a:extLst>
                        <a:ext uri="{FF2B5EF4-FFF2-40B4-BE49-F238E27FC236}">
                          <a16:creationId xmlns:a16="http://schemas.microsoft.com/office/drawing/2014/main" id="{694501A7-ED28-364F-AD8C-608F3F34C5DE}"/>
                        </a:ext>
                      </a:extLst>
                    </p:cNvPr>
                    <p:cNvSpPr>
                      <a:spLocks noChangeArrowheads="1"/>
                    </p:cNvSpPr>
                    <p:nvPr/>
                  </p:nvSpPr>
                  <p:spPr bwMode="auto">
                    <a:xfrm>
                      <a:off x="629" y="2612"/>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0" name="Rectangle 258">
                    <a:extLst>
                      <a:ext uri="{FF2B5EF4-FFF2-40B4-BE49-F238E27FC236}">
                        <a16:creationId xmlns:a16="http://schemas.microsoft.com/office/drawing/2014/main" id="{B91FE8EC-E4EC-804E-8830-B03D02528BCF}"/>
                      </a:ext>
                    </a:extLst>
                  </p:cNvPr>
                  <p:cNvSpPr>
                    <a:spLocks noChangeArrowheads="1"/>
                  </p:cNvSpPr>
                  <p:nvPr/>
                </p:nvSpPr>
                <p:spPr bwMode="auto">
                  <a:xfrm>
                    <a:off x="4220" y="1041"/>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0" name="Group 259">
                    <a:extLst>
                      <a:ext uri="{FF2B5EF4-FFF2-40B4-BE49-F238E27FC236}">
                        <a16:creationId xmlns:a16="http://schemas.microsoft.com/office/drawing/2014/main" id="{EC4E0D0B-6146-3840-9DE0-E339E3681902}"/>
                      </a:ext>
                    </a:extLst>
                  </p:cNvPr>
                  <p:cNvGrpSpPr>
                    <a:grpSpLocks/>
                  </p:cNvGrpSpPr>
                  <p:nvPr/>
                </p:nvGrpSpPr>
                <p:grpSpPr bwMode="auto">
                  <a:xfrm>
                    <a:off x="4747" y="994"/>
                    <a:ext cx="581" cy="134"/>
                    <a:chOff x="614" y="2568"/>
                    <a:chExt cx="725" cy="139"/>
                  </a:xfrm>
                </p:grpSpPr>
                <p:sp>
                  <p:nvSpPr>
                    <p:cNvPr id="1192" name="AutoShape 260">
                      <a:extLst>
                        <a:ext uri="{FF2B5EF4-FFF2-40B4-BE49-F238E27FC236}">
                          <a16:creationId xmlns:a16="http://schemas.microsoft.com/office/drawing/2014/main" id="{75FBA164-E26E-3245-8C04-23BDD8C49B53}"/>
                        </a:ext>
                      </a:extLst>
                    </p:cNvPr>
                    <p:cNvSpPr>
                      <a:spLocks noChangeArrowheads="1"/>
                    </p:cNvSpPr>
                    <p:nvPr/>
                  </p:nvSpPr>
                  <p:spPr bwMode="auto">
                    <a:xfrm>
                      <a:off x="581" y="2596"/>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3" name="AutoShape 261">
                      <a:extLst>
                        <a:ext uri="{FF2B5EF4-FFF2-40B4-BE49-F238E27FC236}">
                          <a16:creationId xmlns:a16="http://schemas.microsoft.com/office/drawing/2014/main" id="{455F8959-589E-404E-8CE0-574D6E0AF9D8}"/>
                        </a:ext>
                      </a:extLst>
                    </p:cNvPr>
                    <p:cNvSpPr>
                      <a:spLocks noChangeArrowheads="1"/>
                    </p:cNvSpPr>
                    <p:nvPr/>
                  </p:nvSpPr>
                  <p:spPr bwMode="auto">
                    <a:xfrm>
                      <a:off x="594" y="261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2" name="Rectangle 262">
                    <a:extLst>
                      <a:ext uri="{FF2B5EF4-FFF2-40B4-BE49-F238E27FC236}">
                        <a16:creationId xmlns:a16="http://schemas.microsoft.com/office/drawing/2014/main" id="{C698771E-7684-4845-BC5F-F3CB491A6CF6}"/>
                      </a:ext>
                    </a:extLst>
                  </p:cNvPr>
                  <p:cNvSpPr>
                    <a:spLocks noChangeArrowheads="1"/>
                  </p:cNvSpPr>
                  <p:nvPr/>
                </p:nvSpPr>
                <p:spPr bwMode="auto">
                  <a:xfrm>
                    <a:off x="4220" y="1367"/>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73" name="Rectangle 263">
                    <a:extLst>
                      <a:ext uri="{FF2B5EF4-FFF2-40B4-BE49-F238E27FC236}">
                        <a16:creationId xmlns:a16="http://schemas.microsoft.com/office/drawing/2014/main" id="{2D66D904-CC13-EE49-A7CF-538219559EAF}"/>
                      </a:ext>
                    </a:extLst>
                  </p:cNvPr>
                  <p:cNvSpPr>
                    <a:spLocks noChangeArrowheads="1"/>
                  </p:cNvSpPr>
                  <p:nvPr/>
                </p:nvSpPr>
                <p:spPr bwMode="auto">
                  <a:xfrm>
                    <a:off x="4230" y="1655"/>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3" name="Group 264">
                    <a:extLst>
                      <a:ext uri="{FF2B5EF4-FFF2-40B4-BE49-F238E27FC236}">
                        <a16:creationId xmlns:a16="http://schemas.microsoft.com/office/drawing/2014/main" id="{3AAA81F7-9D3A-E142-A908-857026894746}"/>
                      </a:ext>
                    </a:extLst>
                  </p:cNvPr>
                  <p:cNvGrpSpPr>
                    <a:grpSpLocks/>
                  </p:cNvGrpSpPr>
                  <p:nvPr/>
                </p:nvGrpSpPr>
                <p:grpSpPr bwMode="auto">
                  <a:xfrm>
                    <a:off x="4735" y="1627"/>
                    <a:ext cx="582" cy="151"/>
                    <a:chOff x="614" y="2568"/>
                    <a:chExt cx="725" cy="139"/>
                  </a:xfrm>
                </p:grpSpPr>
                <p:sp>
                  <p:nvSpPr>
                    <p:cNvPr id="1190" name="AutoShape 265">
                      <a:extLst>
                        <a:ext uri="{FF2B5EF4-FFF2-40B4-BE49-F238E27FC236}">
                          <a16:creationId xmlns:a16="http://schemas.microsoft.com/office/drawing/2014/main" id="{471C6748-6C90-CD41-B215-DCC3856272F9}"/>
                        </a:ext>
                      </a:extLst>
                    </p:cNvPr>
                    <p:cNvSpPr>
                      <a:spLocks noChangeArrowheads="1"/>
                    </p:cNvSpPr>
                    <p:nvPr/>
                  </p:nvSpPr>
                  <p:spPr bwMode="auto">
                    <a:xfrm>
                      <a:off x="609" y="2594"/>
                      <a:ext cx="686"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1" name="AutoShape 266">
                      <a:extLst>
                        <a:ext uri="{FF2B5EF4-FFF2-40B4-BE49-F238E27FC236}">
                          <a16:creationId xmlns:a16="http://schemas.microsoft.com/office/drawing/2014/main" id="{CA18DBA7-CA44-AF4B-9612-BB134F7E0DEF}"/>
                        </a:ext>
                      </a:extLst>
                    </p:cNvPr>
                    <p:cNvSpPr>
                      <a:spLocks noChangeArrowheads="1"/>
                    </p:cNvSpPr>
                    <p:nvPr/>
                  </p:nvSpPr>
                  <p:spPr bwMode="auto">
                    <a:xfrm>
                      <a:off x="621" y="2612"/>
                      <a:ext cx="649"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094" name="Freeform 267">
                    <a:extLst>
                      <a:ext uri="{FF2B5EF4-FFF2-40B4-BE49-F238E27FC236}">
                        <a16:creationId xmlns:a16="http://schemas.microsoft.com/office/drawing/2014/main" id="{3AF0EDAF-86D9-8140-8397-45FD6404D19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095" name="Group 268">
                    <a:extLst>
                      <a:ext uri="{FF2B5EF4-FFF2-40B4-BE49-F238E27FC236}">
                        <a16:creationId xmlns:a16="http://schemas.microsoft.com/office/drawing/2014/main" id="{05AB345F-D2A1-FF4A-8734-C89FECAB3BAE}"/>
                      </a:ext>
                    </a:extLst>
                  </p:cNvPr>
                  <p:cNvGrpSpPr>
                    <a:grpSpLocks/>
                  </p:cNvGrpSpPr>
                  <p:nvPr/>
                </p:nvGrpSpPr>
                <p:grpSpPr bwMode="auto">
                  <a:xfrm>
                    <a:off x="4739" y="1327"/>
                    <a:ext cx="582" cy="139"/>
                    <a:chOff x="614" y="2568"/>
                    <a:chExt cx="725" cy="139"/>
                  </a:xfrm>
                </p:grpSpPr>
                <p:sp>
                  <p:nvSpPr>
                    <p:cNvPr id="1188" name="AutoShape 269">
                      <a:extLst>
                        <a:ext uri="{FF2B5EF4-FFF2-40B4-BE49-F238E27FC236}">
                          <a16:creationId xmlns:a16="http://schemas.microsoft.com/office/drawing/2014/main" id="{8A01772C-366F-D643-A0B6-8DD6419864AE}"/>
                        </a:ext>
                      </a:extLst>
                    </p:cNvPr>
                    <p:cNvSpPr>
                      <a:spLocks noChangeArrowheads="1"/>
                    </p:cNvSpPr>
                    <p:nvPr/>
                  </p:nvSpPr>
                  <p:spPr bwMode="auto">
                    <a:xfrm>
                      <a:off x="616" y="2570"/>
                      <a:ext cx="723"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9" name="AutoShape 270">
                      <a:extLst>
                        <a:ext uri="{FF2B5EF4-FFF2-40B4-BE49-F238E27FC236}">
                          <a16:creationId xmlns:a16="http://schemas.microsoft.com/office/drawing/2014/main" id="{D7199789-730D-D540-8329-FA349F87C65A}"/>
                        </a:ext>
                      </a:extLst>
                    </p:cNvPr>
                    <p:cNvSpPr>
                      <a:spLocks noChangeArrowheads="1"/>
                    </p:cNvSpPr>
                    <p:nvPr/>
                  </p:nvSpPr>
                  <p:spPr bwMode="auto">
                    <a:xfrm>
                      <a:off x="629" y="2589"/>
                      <a:ext cx="686"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7" name="Rectangle 271">
                    <a:extLst>
                      <a:ext uri="{FF2B5EF4-FFF2-40B4-BE49-F238E27FC236}">
                        <a16:creationId xmlns:a16="http://schemas.microsoft.com/office/drawing/2014/main" id="{8B047AC7-93FF-AC4A-BE1C-B5586545A995}"/>
                      </a:ext>
                    </a:extLst>
                  </p:cNvPr>
                  <p:cNvSpPr>
                    <a:spLocks noChangeArrowheads="1"/>
                  </p:cNvSpPr>
                  <p:nvPr/>
                </p:nvSpPr>
                <p:spPr bwMode="auto">
                  <a:xfrm>
                    <a:off x="5251" y="454"/>
                    <a:ext cx="60" cy="226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97" name="Freeform 272">
                    <a:extLst>
                      <a:ext uri="{FF2B5EF4-FFF2-40B4-BE49-F238E27FC236}">
                        <a16:creationId xmlns:a16="http://schemas.microsoft.com/office/drawing/2014/main" id="{C5B9224A-C8B0-F444-AF3A-AA9C058DCA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98" name="Freeform 273">
                    <a:extLst>
                      <a:ext uri="{FF2B5EF4-FFF2-40B4-BE49-F238E27FC236}">
                        <a16:creationId xmlns:a16="http://schemas.microsoft.com/office/drawing/2014/main" id="{AD61F383-3BFD-164B-BE28-5A93E8BA4D95}"/>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0" name="Oval 274">
                    <a:extLst>
                      <a:ext uri="{FF2B5EF4-FFF2-40B4-BE49-F238E27FC236}">
                        <a16:creationId xmlns:a16="http://schemas.microsoft.com/office/drawing/2014/main" id="{9851C0C1-89C0-6541-9FBB-1CA7E63F59EA}"/>
                      </a:ext>
                    </a:extLst>
                  </p:cNvPr>
                  <p:cNvSpPr>
                    <a:spLocks noChangeArrowheads="1"/>
                  </p:cNvSpPr>
                  <p:nvPr/>
                </p:nvSpPr>
                <p:spPr bwMode="auto">
                  <a:xfrm>
                    <a:off x="5512" y="2616"/>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00" name="Freeform 275">
                    <a:extLst>
                      <a:ext uri="{FF2B5EF4-FFF2-40B4-BE49-F238E27FC236}">
                        <a16:creationId xmlns:a16="http://schemas.microsoft.com/office/drawing/2014/main" id="{D9EB9732-6FAF-E943-B767-B356AD4DD82B}"/>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2" name="AutoShape 276">
                    <a:extLst>
                      <a:ext uri="{FF2B5EF4-FFF2-40B4-BE49-F238E27FC236}">
                        <a16:creationId xmlns:a16="http://schemas.microsoft.com/office/drawing/2014/main" id="{49E0A66E-5BDD-B942-B3AF-8712C45A302C}"/>
                      </a:ext>
                    </a:extLst>
                  </p:cNvPr>
                  <p:cNvSpPr>
                    <a:spLocks noChangeArrowheads="1"/>
                  </p:cNvSpPr>
                  <p:nvPr/>
                </p:nvSpPr>
                <p:spPr bwMode="auto">
                  <a:xfrm>
                    <a:off x="4140" y="2683"/>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3" name="AutoShape 277">
                    <a:extLst>
                      <a:ext uri="{FF2B5EF4-FFF2-40B4-BE49-F238E27FC236}">
                        <a16:creationId xmlns:a16="http://schemas.microsoft.com/office/drawing/2014/main" id="{F7873A47-6CB0-E443-9D17-3B6740476353}"/>
                      </a:ext>
                    </a:extLst>
                  </p:cNvPr>
                  <p:cNvSpPr>
                    <a:spLocks noChangeArrowheads="1"/>
                  </p:cNvSpPr>
                  <p:nvPr/>
                </p:nvSpPr>
                <p:spPr bwMode="auto">
                  <a:xfrm>
                    <a:off x="4200" y="2712"/>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4" name="Oval 278">
                    <a:extLst>
                      <a:ext uri="{FF2B5EF4-FFF2-40B4-BE49-F238E27FC236}">
                        <a16:creationId xmlns:a16="http://schemas.microsoft.com/office/drawing/2014/main" id="{FEB17BBD-9AF6-D242-9493-E4BF6943B9F4}"/>
                      </a:ext>
                    </a:extLst>
                  </p:cNvPr>
                  <p:cNvSpPr>
                    <a:spLocks noChangeArrowheads="1"/>
                  </p:cNvSpPr>
                  <p:nvPr/>
                </p:nvSpPr>
                <p:spPr bwMode="auto">
                  <a:xfrm>
                    <a:off x="4310" y="2386"/>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5" name="Oval 279">
                    <a:extLst>
                      <a:ext uri="{FF2B5EF4-FFF2-40B4-BE49-F238E27FC236}">
                        <a16:creationId xmlns:a16="http://schemas.microsoft.com/office/drawing/2014/main" id="{4E2F0601-169F-EE48-9380-8B195120CAF7}"/>
                      </a:ext>
                    </a:extLst>
                  </p:cNvPr>
                  <p:cNvSpPr>
                    <a:spLocks noChangeArrowheads="1"/>
                  </p:cNvSpPr>
                  <p:nvPr/>
                </p:nvSpPr>
                <p:spPr bwMode="auto">
                  <a:xfrm>
                    <a:off x="4480" y="2386"/>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186" name="Oval 280">
                    <a:extLst>
                      <a:ext uri="{FF2B5EF4-FFF2-40B4-BE49-F238E27FC236}">
                        <a16:creationId xmlns:a16="http://schemas.microsoft.com/office/drawing/2014/main" id="{7E5E1D5A-D32B-3E43-8811-0BE840297B40}"/>
                      </a:ext>
                    </a:extLst>
                  </p:cNvPr>
                  <p:cNvSpPr>
                    <a:spLocks noChangeArrowheads="1"/>
                  </p:cNvSpPr>
                  <p:nvPr/>
                </p:nvSpPr>
                <p:spPr bwMode="auto">
                  <a:xfrm>
                    <a:off x="4661" y="2386"/>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7" name="Rectangle 281">
                    <a:extLst>
                      <a:ext uri="{FF2B5EF4-FFF2-40B4-BE49-F238E27FC236}">
                        <a16:creationId xmlns:a16="http://schemas.microsoft.com/office/drawing/2014/main" id="{F8BE9160-0AD9-6547-9FB8-9955DED57954}"/>
                      </a:ext>
                    </a:extLst>
                  </p:cNvPr>
                  <p:cNvSpPr>
                    <a:spLocks noChangeArrowheads="1"/>
                  </p:cNvSpPr>
                  <p:nvPr/>
                </p:nvSpPr>
                <p:spPr bwMode="auto">
                  <a:xfrm>
                    <a:off x="5061" y="1838"/>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039" name="Group 1116">
                <a:extLst>
                  <a:ext uri="{FF2B5EF4-FFF2-40B4-BE49-F238E27FC236}">
                    <a16:creationId xmlns:a16="http://schemas.microsoft.com/office/drawing/2014/main" id="{239F2D0A-BCE4-4645-9C26-BE39B9FFBB58}"/>
                  </a:ext>
                </a:extLst>
              </p:cNvPr>
              <p:cNvGrpSpPr>
                <a:grpSpLocks/>
              </p:cNvGrpSpPr>
              <p:nvPr/>
            </p:nvGrpSpPr>
            <p:grpSpPr bwMode="auto">
              <a:xfrm>
                <a:off x="7186941" y="5734675"/>
                <a:ext cx="347753" cy="680208"/>
                <a:chOff x="7923189" y="2486663"/>
                <a:chExt cx="360362" cy="884586"/>
              </a:xfrm>
            </p:grpSpPr>
            <p:pic>
              <p:nvPicPr>
                <p:cNvPr id="214045" name="Picture 3">
                  <a:extLst>
                    <a:ext uri="{FF2B5EF4-FFF2-40B4-BE49-F238E27FC236}">
                      <a16:creationId xmlns:a16="http://schemas.microsoft.com/office/drawing/2014/main" id="{A7233E4E-D929-BE4D-808F-ED78499948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046" name="Group 950">
                  <a:extLst>
                    <a:ext uri="{FF2B5EF4-FFF2-40B4-BE49-F238E27FC236}">
                      <a16:creationId xmlns:a16="http://schemas.microsoft.com/office/drawing/2014/main" id="{4C7C4138-C9C3-C94F-B624-6AF71CDD433E}"/>
                    </a:ext>
                  </a:extLst>
                </p:cNvPr>
                <p:cNvGrpSpPr>
                  <a:grpSpLocks/>
                </p:cNvGrpSpPr>
                <p:nvPr/>
              </p:nvGrpSpPr>
              <p:grpSpPr bwMode="auto">
                <a:xfrm>
                  <a:off x="7923189" y="2890236"/>
                  <a:ext cx="227012" cy="481013"/>
                  <a:chOff x="4140" y="429"/>
                  <a:chExt cx="1425" cy="2396"/>
                </a:xfrm>
              </p:grpSpPr>
              <p:sp>
                <p:nvSpPr>
                  <p:cNvPr id="214047" name="Freeform 951">
                    <a:extLst>
                      <a:ext uri="{FF2B5EF4-FFF2-40B4-BE49-F238E27FC236}">
                        <a16:creationId xmlns:a16="http://schemas.microsoft.com/office/drawing/2014/main" id="{B1031031-32FB-3A40-9A5E-9CF6D5E1A0FF}"/>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48" name="Rectangle 952">
                    <a:extLst>
                      <a:ext uri="{FF2B5EF4-FFF2-40B4-BE49-F238E27FC236}">
                        <a16:creationId xmlns:a16="http://schemas.microsoft.com/office/drawing/2014/main" id="{CEE03C58-61AF-D240-A7E9-F3A0F11EEAB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49" name="Freeform 953">
                    <a:extLst>
                      <a:ext uri="{FF2B5EF4-FFF2-40B4-BE49-F238E27FC236}">
                        <a16:creationId xmlns:a16="http://schemas.microsoft.com/office/drawing/2014/main" id="{5693ED73-4F01-9D46-A15C-29E0188F09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50" name="Freeform 954">
                    <a:extLst>
                      <a:ext uri="{FF2B5EF4-FFF2-40B4-BE49-F238E27FC236}">
                        <a16:creationId xmlns:a16="http://schemas.microsoft.com/office/drawing/2014/main" id="{9DAC6B31-4D55-0444-9A2F-855A656424D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51" name="Rectangle 955">
                    <a:extLst>
                      <a:ext uri="{FF2B5EF4-FFF2-40B4-BE49-F238E27FC236}">
                        <a16:creationId xmlns:a16="http://schemas.microsoft.com/office/drawing/2014/main" id="{AA01D1C3-2AF9-BA42-BE91-2FB4FDBB74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2" name="Group 956">
                    <a:extLst>
                      <a:ext uri="{FF2B5EF4-FFF2-40B4-BE49-F238E27FC236}">
                        <a16:creationId xmlns:a16="http://schemas.microsoft.com/office/drawing/2014/main" id="{3029AC5D-6919-134D-9755-596CE74578A6}"/>
                      </a:ext>
                    </a:extLst>
                  </p:cNvPr>
                  <p:cNvGrpSpPr>
                    <a:grpSpLocks/>
                  </p:cNvGrpSpPr>
                  <p:nvPr/>
                </p:nvGrpSpPr>
                <p:grpSpPr bwMode="auto">
                  <a:xfrm>
                    <a:off x="4749" y="668"/>
                    <a:ext cx="581" cy="145"/>
                    <a:chOff x="614" y="2568"/>
                    <a:chExt cx="725" cy="139"/>
                  </a:xfrm>
                </p:grpSpPr>
                <p:sp>
                  <p:nvSpPr>
                    <p:cNvPr id="214077" name="AutoShape 957">
                      <a:extLst>
                        <a:ext uri="{FF2B5EF4-FFF2-40B4-BE49-F238E27FC236}">
                          <a16:creationId xmlns:a16="http://schemas.microsoft.com/office/drawing/2014/main" id="{4AF76AD9-3452-C84D-9438-FA2817CC0CF7}"/>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8" name="AutoShape 958">
                      <a:extLst>
                        <a:ext uri="{FF2B5EF4-FFF2-40B4-BE49-F238E27FC236}">
                          <a16:creationId xmlns:a16="http://schemas.microsoft.com/office/drawing/2014/main" id="{8CE4B50B-20AA-354A-ABC0-5FA7E817D3E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3" name="Rectangle 959">
                    <a:extLst>
                      <a:ext uri="{FF2B5EF4-FFF2-40B4-BE49-F238E27FC236}">
                        <a16:creationId xmlns:a16="http://schemas.microsoft.com/office/drawing/2014/main" id="{5B5FB923-93D2-BA42-8F2A-4280461DAB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4" name="Group 960">
                    <a:extLst>
                      <a:ext uri="{FF2B5EF4-FFF2-40B4-BE49-F238E27FC236}">
                        <a16:creationId xmlns:a16="http://schemas.microsoft.com/office/drawing/2014/main" id="{5275538C-E413-264D-AA09-46F8565AFC5B}"/>
                      </a:ext>
                    </a:extLst>
                  </p:cNvPr>
                  <p:cNvGrpSpPr>
                    <a:grpSpLocks/>
                  </p:cNvGrpSpPr>
                  <p:nvPr/>
                </p:nvGrpSpPr>
                <p:grpSpPr bwMode="auto">
                  <a:xfrm>
                    <a:off x="4747" y="994"/>
                    <a:ext cx="581" cy="134"/>
                    <a:chOff x="614" y="2568"/>
                    <a:chExt cx="725" cy="139"/>
                  </a:xfrm>
                </p:grpSpPr>
                <p:sp>
                  <p:nvSpPr>
                    <p:cNvPr id="214075" name="AutoShape 961">
                      <a:extLst>
                        <a:ext uri="{FF2B5EF4-FFF2-40B4-BE49-F238E27FC236}">
                          <a16:creationId xmlns:a16="http://schemas.microsoft.com/office/drawing/2014/main" id="{ABBADB57-4269-CA49-B6F6-C51C6F71171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6" name="AutoShape 962">
                      <a:extLst>
                        <a:ext uri="{FF2B5EF4-FFF2-40B4-BE49-F238E27FC236}">
                          <a16:creationId xmlns:a16="http://schemas.microsoft.com/office/drawing/2014/main" id="{B48419FF-A851-F14C-AA89-C300E83B3B9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5" name="Rectangle 963">
                    <a:extLst>
                      <a:ext uri="{FF2B5EF4-FFF2-40B4-BE49-F238E27FC236}">
                        <a16:creationId xmlns:a16="http://schemas.microsoft.com/office/drawing/2014/main" id="{D25ED4DB-D349-0343-B6A6-7F14F741C4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56" name="Rectangle 964">
                    <a:extLst>
                      <a:ext uri="{FF2B5EF4-FFF2-40B4-BE49-F238E27FC236}">
                        <a16:creationId xmlns:a16="http://schemas.microsoft.com/office/drawing/2014/main" id="{A487E311-359A-A445-95E6-45466BF9D69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7" name="Group 965">
                    <a:extLst>
                      <a:ext uri="{FF2B5EF4-FFF2-40B4-BE49-F238E27FC236}">
                        <a16:creationId xmlns:a16="http://schemas.microsoft.com/office/drawing/2014/main" id="{499D523F-BE95-3642-AF2E-055C3506C00E}"/>
                      </a:ext>
                    </a:extLst>
                  </p:cNvPr>
                  <p:cNvGrpSpPr>
                    <a:grpSpLocks/>
                  </p:cNvGrpSpPr>
                  <p:nvPr/>
                </p:nvGrpSpPr>
                <p:grpSpPr bwMode="auto">
                  <a:xfrm>
                    <a:off x="4735" y="1627"/>
                    <a:ext cx="582" cy="151"/>
                    <a:chOff x="614" y="2568"/>
                    <a:chExt cx="725" cy="139"/>
                  </a:xfrm>
                </p:grpSpPr>
                <p:sp>
                  <p:nvSpPr>
                    <p:cNvPr id="214073" name="AutoShape 966">
                      <a:extLst>
                        <a:ext uri="{FF2B5EF4-FFF2-40B4-BE49-F238E27FC236}">
                          <a16:creationId xmlns:a16="http://schemas.microsoft.com/office/drawing/2014/main" id="{2C94FCB3-C382-C941-A04B-F92A26C0D11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4" name="AutoShape 967">
                      <a:extLst>
                        <a:ext uri="{FF2B5EF4-FFF2-40B4-BE49-F238E27FC236}">
                          <a16:creationId xmlns:a16="http://schemas.microsoft.com/office/drawing/2014/main" id="{E51C8899-6E1F-914D-A677-1E747925158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8" name="Freeform 968">
                    <a:extLst>
                      <a:ext uri="{FF2B5EF4-FFF2-40B4-BE49-F238E27FC236}">
                        <a16:creationId xmlns:a16="http://schemas.microsoft.com/office/drawing/2014/main" id="{EAFCD1C9-98C5-5C41-9350-B6CC0443AF7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059" name="Group 969">
                    <a:extLst>
                      <a:ext uri="{FF2B5EF4-FFF2-40B4-BE49-F238E27FC236}">
                        <a16:creationId xmlns:a16="http://schemas.microsoft.com/office/drawing/2014/main" id="{6DFB70C3-1340-DA49-8EE1-42843C0317D5}"/>
                      </a:ext>
                    </a:extLst>
                  </p:cNvPr>
                  <p:cNvGrpSpPr>
                    <a:grpSpLocks/>
                  </p:cNvGrpSpPr>
                  <p:nvPr/>
                </p:nvGrpSpPr>
                <p:grpSpPr bwMode="auto">
                  <a:xfrm>
                    <a:off x="4739" y="1327"/>
                    <a:ext cx="582" cy="139"/>
                    <a:chOff x="614" y="2568"/>
                    <a:chExt cx="725" cy="139"/>
                  </a:xfrm>
                </p:grpSpPr>
                <p:sp>
                  <p:nvSpPr>
                    <p:cNvPr id="214071" name="AutoShape 970">
                      <a:extLst>
                        <a:ext uri="{FF2B5EF4-FFF2-40B4-BE49-F238E27FC236}">
                          <a16:creationId xmlns:a16="http://schemas.microsoft.com/office/drawing/2014/main" id="{CD07D5CF-AF1C-0942-8F71-631C7F94A4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2" name="AutoShape 971">
                      <a:extLst>
                        <a:ext uri="{FF2B5EF4-FFF2-40B4-BE49-F238E27FC236}">
                          <a16:creationId xmlns:a16="http://schemas.microsoft.com/office/drawing/2014/main" id="{231DCD94-5CA6-4E4E-ACEF-85E8E76D78F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60" name="Rectangle 972">
                    <a:extLst>
                      <a:ext uri="{FF2B5EF4-FFF2-40B4-BE49-F238E27FC236}">
                        <a16:creationId xmlns:a16="http://schemas.microsoft.com/office/drawing/2014/main" id="{1E7AC1BF-6310-0843-A6F7-B2BA60A6E583}"/>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1" name="Freeform 973">
                    <a:extLst>
                      <a:ext uri="{FF2B5EF4-FFF2-40B4-BE49-F238E27FC236}">
                        <a16:creationId xmlns:a16="http://schemas.microsoft.com/office/drawing/2014/main" id="{0935325B-0307-9E4E-B734-ED5744070CA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2" name="Freeform 974">
                    <a:extLst>
                      <a:ext uri="{FF2B5EF4-FFF2-40B4-BE49-F238E27FC236}">
                        <a16:creationId xmlns:a16="http://schemas.microsoft.com/office/drawing/2014/main" id="{385520D9-3829-7E4B-8EA8-0DC115B179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3" name="Oval 975">
                    <a:extLst>
                      <a:ext uri="{FF2B5EF4-FFF2-40B4-BE49-F238E27FC236}">
                        <a16:creationId xmlns:a16="http://schemas.microsoft.com/office/drawing/2014/main" id="{B8901D8E-E4E1-A648-B2B0-98A52F219B8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4" name="Freeform 976">
                    <a:extLst>
                      <a:ext uri="{FF2B5EF4-FFF2-40B4-BE49-F238E27FC236}">
                        <a16:creationId xmlns:a16="http://schemas.microsoft.com/office/drawing/2014/main" id="{246FCFD3-79F4-1643-95D0-FFED191EB0A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5" name="AutoShape 977">
                    <a:extLst>
                      <a:ext uri="{FF2B5EF4-FFF2-40B4-BE49-F238E27FC236}">
                        <a16:creationId xmlns:a16="http://schemas.microsoft.com/office/drawing/2014/main" id="{049E768D-768E-FB49-9388-D19AACA693F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6" name="AutoShape 978">
                    <a:extLst>
                      <a:ext uri="{FF2B5EF4-FFF2-40B4-BE49-F238E27FC236}">
                        <a16:creationId xmlns:a16="http://schemas.microsoft.com/office/drawing/2014/main" id="{FD640D90-3AEE-BF4D-9E6E-ABA0E32526A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7" name="Oval 979">
                    <a:extLst>
                      <a:ext uri="{FF2B5EF4-FFF2-40B4-BE49-F238E27FC236}">
                        <a16:creationId xmlns:a16="http://schemas.microsoft.com/office/drawing/2014/main" id="{4B8570A1-01B0-0B4A-AE4B-BB2AA15DA43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8" name="Oval 980">
                    <a:extLst>
                      <a:ext uri="{FF2B5EF4-FFF2-40B4-BE49-F238E27FC236}">
                        <a16:creationId xmlns:a16="http://schemas.microsoft.com/office/drawing/2014/main" id="{B6B22C19-C9CA-4346-845D-EC1C91BD5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069" name="Oval 981">
                    <a:extLst>
                      <a:ext uri="{FF2B5EF4-FFF2-40B4-BE49-F238E27FC236}">
                        <a16:creationId xmlns:a16="http://schemas.microsoft.com/office/drawing/2014/main" id="{0B51B8FC-4295-B841-9C40-E622E502DF8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0" name="Rectangle 982">
                    <a:extLst>
                      <a:ext uri="{FF2B5EF4-FFF2-40B4-BE49-F238E27FC236}">
                        <a16:creationId xmlns:a16="http://schemas.microsoft.com/office/drawing/2014/main" id="{1E88A228-A2BB-1C43-A2F9-7B61233BB6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40" name="Group 1117">
                <a:extLst>
                  <a:ext uri="{FF2B5EF4-FFF2-40B4-BE49-F238E27FC236}">
                    <a16:creationId xmlns:a16="http://schemas.microsoft.com/office/drawing/2014/main" id="{6083C815-F5AC-C644-BFF2-1B0FF3CC86EE}"/>
                  </a:ext>
                </a:extLst>
              </p:cNvPr>
              <p:cNvGrpSpPr>
                <a:grpSpLocks/>
              </p:cNvGrpSpPr>
              <p:nvPr/>
            </p:nvGrpSpPr>
            <p:grpSpPr bwMode="auto">
              <a:xfrm>
                <a:off x="439215" y="4827099"/>
                <a:ext cx="875523" cy="506826"/>
                <a:chOff x="439215" y="4827099"/>
                <a:chExt cx="875523" cy="506826"/>
              </a:xfrm>
            </p:grpSpPr>
            <p:grpSp>
              <p:nvGrpSpPr>
                <p:cNvPr id="214041" name="Group 418">
                  <a:extLst>
                    <a:ext uri="{FF2B5EF4-FFF2-40B4-BE49-F238E27FC236}">
                      <a16:creationId xmlns:a16="http://schemas.microsoft.com/office/drawing/2014/main" id="{3F1969C6-FCD5-0B47-87D9-3E8634996C54}"/>
                    </a:ext>
                  </a:extLst>
                </p:cNvPr>
                <p:cNvGrpSpPr>
                  <a:grpSpLocks/>
                </p:cNvGrpSpPr>
                <p:nvPr/>
              </p:nvGrpSpPr>
              <p:grpSpPr bwMode="auto">
                <a:xfrm>
                  <a:off x="439215" y="4827099"/>
                  <a:ext cx="875523" cy="506826"/>
                  <a:chOff x="2889" y="1631"/>
                  <a:chExt cx="980" cy="743"/>
                </a:xfrm>
              </p:grpSpPr>
              <p:sp>
                <p:nvSpPr>
                  <p:cNvPr id="214043" name="Rectangle 419">
                    <a:extLst>
                      <a:ext uri="{FF2B5EF4-FFF2-40B4-BE49-F238E27FC236}">
                        <a16:creationId xmlns:a16="http://schemas.microsoft.com/office/drawing/2014/main" id="{FBC9B5A0-5134-CB4D-9A09-33D828FAAFAF}"/>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5" name="AutoShape 420">
                    <a:extLst>
                      <a:ext uri="{FF2B5EF4-FFF2-40B4-BE49-F238E27FC236}">
                        <a16:creationId xmlns:a16="http://schemas.microsoft.com/office/drawing/2014/main" id="{A912CE0B-005D-8C44-B188-ED72F4D6108B}"/>
                      </a:ext>
                    </a:extLst>
                  </p:cNvPr>
                  <p:cNvSpPr>
                    <a:spLocks noChangeArrowheads="1"/>
                  </p:cNvSpPr>
                  <p:nvPr/>
                </p:nvSpPr>
                <p:spPr bwMode="auto">
                  <a:xfrm>
                    <a:off x="2889" y="1630"/>
                    <a:ext cx="976" cy="254"/>
                  </a:xfrm>
                  <a:prstGeom prst="triangle">
                    <a:avLst>
                      <a:gd name="adj" fmla="val 50000"/>
                    </a:avLst>
                  </a:prstGeom>
                  <a:solidFill>
                    <a:schemeClr val="tx1">
                      <a:lumMod val="50000"/>
                      <a:lumOff val="5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042" name="Picture 1119">
                  <a:extLst>
                    <a:ext uri="{FF2B5EF4-FFF2-40B4-BE49-F238E27FC236}">
                      <a16:creationId xmlns:a16="http://schemas.microsoft.com/office/drawing/2014/main" id="{32A9EC3D-33BD-7049-A936-86E74A5C4835}"/>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
        <p:nvSpPr>
          <p:cNvPr id="11" name="Rectangle 10">
            <a:extLst>
              <a:ext uri="{FF2B5EF4-FFF2-40B4-BE49-F238E27FC236}">
                <a16:creationId xmlns:a16="http://schemas.microsoft.com/office/drawing/2014/main" id="{74D2A9AE-208A-4E4C-BCF7-493AFE59887F}"/>
              </a:ext>
            </a:extLst>
          </p:cNvPr>
          <p:cNvSpPr>
            <a:spLocks noChangeArrowheads="1"/>
          </p:cNvSpPr>
          <p:nvPr/>
        </p:nvSpPr>
        <p:spPr bwMode="auto">
          <a:xfrm>
            <a:off x="1459847" y="4108856"/>
            <a:ext cx="9037638" cy="25034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 name="Group 23">
            <a:extLst>
              <a:ext uri="{FF2B5EF4-FFF2-40B4-BE49-F238E27FC236}">
                <a16:creationId xmlns:a16="http://schemas.microsoft.com/office/drawing/2014/main" id="{BE7A2D06-49A3-4B4C-969A-7D43248925F4}"/>
              </a:ext>
            </a:extLst>
          </p:cNvPr>
          <p:cNvGrpSpPr>
            <a:grpSpLocks/>
          </p:cNvGrpSpPr>
          <p:nvPr/>
        </p:nvGrpSpPr>
        <p:grpSpPr bwMode="auto">
          <a:xfrm>
            <a:off x="1925639" y="4171941"/>
            <a:ext cx="8074025" cy="523220"/>
            <a:chOff x="379080" y="5456397"/>
            <a:chExt cx="8074239" cy="524687"/>
          </a:xfrm>
        </p:grpSpPr>
        <p:sp>
          <p:nvSpPr>
            <p:cNvPr id="12" name="Rectangle 11">
              <a:extLst>
                <a:ext uri="{FF2B5EF4-FFF2-40B4-BE49-F238E27FC236}">
                  <a16:creationId xmlns:a16="http://schemas.microsoft.com/office/drawing/2014/main" id="{D4551681-7F48-DD46-9D92-F7E884A68FDD}"/>
                </a:ext>
              </a:extLst>
            </p:cNvPr>
            <p:cNvSpPr/>
            <p:nvPr/>
          </p:nvSpPr>
          <p:spPr>
            <a:xfrm>
              <a:off x="379080" y="5489828"/>
              <a:ext cx="8074239" cy="421866"/>
            </a:xfrm>
            <a:prstGeom prst="rect">
              <a:avLst/>
            </a:prstGeom>
            <a:ln>
              <a:solidFill>
                <a:srgbClr val="C00000"/>
              </a:solidFill>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214029" name="TextBox 17">
              <a:extLst>
                <a:ext uri="{FF2B5EF4-FFF2-40B4-BE49-F238E27FC236}">
                  <a16:creationId xmlns:a16="http://schemas.microsoft.com/office/drawing/2014/main" id="{8F3B0DDD-75FE-DF4B-9738-358B7A86A7D7}"/>
                </a:ext>
              </a:extLst>
            </p:cNvPr>
            <p:cNvSpPr txBox="1">
              <a:spLocks noChangeArrowheads="1"/>
            </p:cNvSpPr>
            <p:nvPr/>
          </p:nvSpPr>
          <p:spPr bwMode="auto">
            <a:xfrm>
              <a:off x="1081801" y="5456397"/>
              <a:ext cx="6920219" cy="524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 host-host communication as a service</a:t>
              </a:r>
            </a:p>
          </p:txBody>
        </p:sp>
      </p:grpSp>
      <p:sp>
        <p:nvSpPr>
          <p:cNvPr id="6" name="Content Placeholder 5">
            <a:extLst>
              <a:ext uri="{FF2B5EF4-FFF2-40B4-BE49-F238E27FC236}">
                <a16:creationId xmlns:a16="http://schemas.microsoft.com/office/drawing/2014/main" id="{AEB7511E-D73C-7A4F-88A9-D627FE6294A6}"/>
              </a:ext>
            </a:extLst>
          </p:cNvPr>
          <p:cNvSpPr>
            <a:spLocks noGrp="1"/>
          </p:cNvSpPr>
          <p:nvPr>
            <p:ph idx="1"/>
          </p:nvPr>
        </p:nvSpPr>
        <p:spPr>
          <a:xfrm>
            <a:off x="925817" y="5070373"/>
            <a:ext cx="9700619" cy="1344281"/>
          </a:xfrm>
        </p:spPr>
        <p:txBody>
          <a:bodyPr>
            <a:normAutofit/>
          </a:bodyPr>
          <a:lstStyle/>
          <a:p>
            <a:pPr marL="0" indent="0">
              <a:buClr>
                <a:srgbClr val="0000A8"/>
              </a:buClr>
              <a:buNone/>
            </a:pPr>
            <a:r>
              <a:rPr lang="en-US" altLang="en-US" i="1" dirty="0">
                <a:solidFill>
                  <a:srgbClr val="CD0000"/>
                </a:solidFill>
                <a:latin typeface="Calibri" panose="020F0502020204030204" pitchFamily="34" charset="0"/>
                <a:ea typeface="ＭＳ Ｐゴシック" panose="020B0600070205080204" pitchFamily="34" charset="-128"/>
                <a:cs typeface="Calibri" panose="020F0502020204030204" pitchFamily="34" charset="0"/>
              </a:rPr>
              <a:t>OTT challenges: </a:t>
            </a:r>
            <a:r>
              <a:rPr lang="en-US" altLang="en-US" dirty="0">
                <a:latin typeface="Calibri" panose="020F0502020204030204" pitchFamily="34" charset="0"/>
                <a:ea typeface="ＭＳ Ｐゴシック" panose="020B0600070205080204" pitchFamily="34" charset="-128"/>
                <a:cs typeface="Calibri" panose="020F0502020204030204" pitchFamily="34" charset="0"/>
              </a:rPr>
              <a:t>coping with a congested Internet from the “edge”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what content to place in which CDN node?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from which CDN node to retrieve content? At which rate?</a:t>
            </a:r>
          </a:p>
        </p:txBody>
      </p:sp>
      <p:sp>
        <p:nvSpPr>
          <p:cNvPr id="10" name="TextBox 9">
            <a:extLst>
              <a:ext uri="{FF2B5EF4-FFF2-40B4-BE49-F238E27FC236}">
                <a16:creationId xmlns:a16="http://schemas.microsoft.com/office/drawing/2014/main" id="{1EEAFC86-034D-F945-B43F-7739F70F4093}"/>
              </a:ext>
            </a:extLst>
          </p:cNvPr>
          <p:cNvSpPr txBox="1">
            <a:spLocks noChangeArrowheads="1"/>
          </p:cNvSpPr>
          <p:nvPr/>
        </p:nvSpPr>
        <p:spPr bwMode="auto">
          <a:xfrm>
            <a:off x="3409501" y="2041781"/>
            <a:ext cx="457182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4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OTT: “over the top”</a:t>
            </a:r>
          </a:p>
        </p:txBody>
      </p:sp>
      <p:sp>
        <p:nvSpPr>
          <p:cNvPr id="1036" name="Title 1">
            <a:extLst>
              <a:ext uri="{FF2B5EF4-FFF2-40B4-BE49-F238E27FC236}">
                <a16:creationId xmlns:a16="http://schemas.microsoft.com/office/drawing/2014/main" id="{AAA3A287-D94D-A745-B380-C550D44772FA}"/>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1035" name="Slide Number Placeholder 2">
            <a:extLst>
              <a:ext uri="{FF2B5EF4-FFF2-40B4-BE49-F238E27FC236}">
                <a16:creationId xmlns:a16="http://schemas.microsoft.com/office/drawing/2014/main" id="{D64B4E52-D9B8-4A4C-8826-6513C716F2B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246571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xit" presetSubtype="0" fill="hold" grpId="0" nodeType="clickEffect">
                                  <p:stCondLst>
                                    <p:cond delay="0"/>
                                  </p:stCondLst>
                                  <p:childTnLst>
                                    <p:animEffect transition="out" filter="dissolve">
                                      <p:cBhvr>
                                        <p:cTn id="6" dur="500"/>
                                        <p:tgtEl>
                                          <p:spTgt spid="10"/>
                                        </p:tgtEl>
                                      </p:cBhvr>
                                    </p:animEffect>
                                    <p:set>
                                      <p:cBhvr>
                                        <p:cTn id="7" dur="1" fill="hold">
                                          <p:stCondLst>
                                            <p:cond delay="499"/>
                                          </p:stCondLst>
                                        </p:cTn>
                                        <p:tgtEl>
                                          <p:spTgt spid="10"/>
                                        </p:tgtEl>
                                        <p:attrNameLst>
                                          <p:attrName>style.visibility</p:attrName>
                                        </p:attrNameLst>
                                      </p:cBhvr>
                                      <p:to>
                                        <p:strVal val="hidden"/>
                                      </p:to>
                                    </p:set>
                                  </p:childTnLst>
                                </p:cTn>
                              </p:par>
                              <p:par>
                                <p:cTn id="8" presetID="22" presetClass="entr" presetSubtype="4"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down)">
                                      <p:cBhvr>
                                        <p:cTn id="10" dur="2000"/>
                                        <p:tgtEl>
                                          <p:spTgt spid="9"/>
                                        </p:tgtEl>
                                      </p:cBhvr>
                                    </p:animEffect>
                                  </p:childTnLst>
                                </p:cTn>
                              </p:par>
                              <p:par>
                                <p:cTn id="11" presetID="9" presetClass="exit" presetSubtype="0" fill="hold" nodeType="withEffect">
                                  <p:stCondLst>
                                    <p:cond delay="0"/>
                                  </p:stCondLst>
                                  <p:childTnLst>
                                    <p:animEffect transition="out" filter="dissolve">
                                      <p:cBhvr>
                                        <p:cTn id="12" dur="500"/>
                                        <p:tgtEl>
                                          <p:spTgt spid="5"/>
                                        </p:tgtEl>
                                      </p:cBhvr>
                                    </p:animEffect>
                                    <p:set>
                                      <p:cBhvr>
                                        <p:cTn id="13" dur="1" fill="hold">
                                          <p:stCondLst>
                                            <p:cond delay="499"/>
                                          </p:stCondLst>
                                        </p:cTn>
                                        <p:tgtEl>
                                          <p:spTgt spid="5"/>
                                        </p:tgtEl>
                                        <p:attrNameLst>
                                          <p:attrName>style.visibility</p:attrName>
                                        </p:attrNameLst>
                                      </p:cBhvr>
                                      <p:to>
                                        <p:strVal val="hidden"/>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dissolve">
                                      <p:cBhvr>
                                        <p:cTn id="18" dur="500"/>
                                        <p:tgtEl>
                                          <p:spTgt spid="11"/>
                                        </p:tgtEl>
                                      </p:cBhvr>
                                    </p:animEffect>
                                  </p:childTnLst>
                                </p:cTn>
                              </p:par>
                              <p:par>
                                <p:cTn id="19" presetID="9" presetClass="entr" presetSubtype="0" fill="hold" nodeType="with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dissolve">
                                      <p:cBhvr>
                                        <p:cTn id="21" dur="2000"/>
                                        <p:tgtEl>
                                          <p:spTgt spid="24"/>
                                        </p:tgtEl>
                                      </p:cBhvr>
                                    </p:animEffect>
                                  </p:childTnLst>
                                </p:cTn>
                              </p:par>
                              <p:par>
                                <p:cTn id="22" presetID="1" presetClass="exit" presetSubtype="0" fill="hold" nodeType="withEffect">
                                  <p:stCondLst>
                                    <p:cond delay="0"/>
                                  </p:stCondLst>
                                  <p:childTnLst>
                                    <p:set>
                                      <p:cBhvr>
                                        <p:cTn id="23" dur="1" fill="hold">
                                          <p:stCondLst>
                                            <p:cond delay="0"/>
                                          </p:stCondLst>
                                        </p:cTn>
                                        <p:tgtEl>
                                          <p:spTgt spid="50178"/>
                                        </p:tgtEl>
                                        <p:attrNameLst>
                                          <p:attrName>style.visibility</p:attrName>
                                        </p:attrNameLst>
                                      </p:cBhvr>
                                      <p:to>
                                        <p:strVal val="hidden"/>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xEl>
                                              <p:pRg st="0" end="0"/>
                                            </p:txEl>
                                          </p:spTgt>
                                        </p:tgtEl>
                                        <p:attrNameLst>
                                          <p:attrName>style.visibility</p:attrName>
                                        </p:attrNameLst>
                                      </p:cBhvr>
                                      <p:to>
                                        <p:strVal val="visible"/>
                                      </p:to>
                                    </p:set>
                                    <p:animEffect transition="in" filter="dissolve">
                                      <p:cBhvr>
                                        <p:cTn id="28" dur="500"/>
                                        <p:tgtEl>
                                          <p:spTgt spid="6">
                                            <p:txEl>
                                              <p:pRg st="0" end="0"/>
                                            </p:txEl>
                                          </p:spTgt>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6">
                                            <p:txEl>
                                              <p:pRg st="1" end="1"/>
                                            </p:txEl>
                                          </p:spTgt>
                                        </p:tgtEl>
                                        <p:attrNameLst>
                                          <p:attrName>style.visibility</p:attrName>
                                        </p:attrNameLst>
                                      </p:cBhvr>
                                      <p:to>
                                        <p:strVal val="visible"/>
                                      </p:to>
                                    </p:set>
                                    <p:animEffect transition="in" filter="dissolve">
                                      <p:cBhvr>
                                        <p:cTn id="31" dur="500"/>
                                        <p:tgtEl>
                                          <p:spTgt spid="6">
                                            <p:txEl>
                                              <p:pRg st="1" end="1"/>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
                                            <p:txEl>
                                              <p:pRg st="2" end="2"/>
                                            </p:txEl>
                                          </p:spTgt>
                                        </p:tgtEl>
                                        <p:attrNameLst>
                                          <p:attrName>style.visibility</p:attrName>
                                        </p:attrNameLst>
                                      </p:cBhvr>
                                      <p:to>
                                        <p:strVal val="visible"/>
                                      </p:to>
                                    </p:set>
                                    <p:animEffect transition="in" filter="dissolve">
                                      <p:cBhvr>
                                        <p:cTn id="34"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6" grpId="0" build="p"/>
      <p:bldP spid="10"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rgbClr val="0000A8"/>
              </a:buClr>
            </a:pPr>
            <a:r>
              <a:rPr lang="en-US" altLang="en-US" sz="3200" dirty="0">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97</a:t>
            </a:fld>
            <a:endParaRPr lang="en-US" dirty="0"/>
          </a:p>
        </p:txBody>
      </p:sp>
      <p:pic>
        <p:nvPicPr>
          <p:cNvPr id="7" name="Picture 6" descr="Kurose&amp;Ross 8th edition photo">
            <a:extLst>
              <a:ext uri="{FF2B5EF4-FFF2-40B4-BE49-F238E27FC236}">
                <a16:creationId xmlns:a16="http://schemas.microsoft.com/office/drawing/2014/main" id="{32D6009B-3949-F544-A9DE-CB9BC7D568C7}"/>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315409998"/>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Socket programming </a:t>
            </a:r>
          </a:p>
        </p:txBody>
      </p:sp>
      <p:sp>
        <p:nvSpPr>
          <p:cNvPr id="62" name="Rectangle 3">
            <a:extLst>
              <a:ext uri="{FF2B5EF4-FFF2-40B4-BE49-F238E27FC236}">
                <a16:creationId xmlns:a16="http://schemas.microsoft.com/office/drawing/2014/main" id="{DE711DC5-9C34-FB4F-827E-14567B9170D7}"/>
              </a:ext>
            </a:extLst>
          </p:cNvPr>
          <p:cNvSpPr txBox="1">
            <a:spLocks noChangeArrowheads="1"/>
          </p:cNvSpPr>
          <p:nvPr/>
        </p:nvSpPr>
        <p:spPr bwMode="auto">
          <a:xfrm>
            <a:off x="838200" y="1446842"/>
            <a:ext cx="11124616"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goal:</a:t>
            </a:r>
            <a:r>
              <a:rPr kumimoji="0" lang="en-US" altLang="en-US" sz="3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rPr>
              <a:t> learn how to build client/server applications that communicate using sockets</a:t>
            </a:r>
            <a:endPar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door between application process and end-end-transport protocol </a:t>
            </a:r>
          </a:p>
        </p:txBody>
      </p:sp>
      <p:sp>
        <p:nvSpPr>
          <p:cNvPr id="117" name="Freeform 66">
            <a:extLst>
              <a:ext uri="{FF2B5EF4-FFF2-40B4-BE49-F238E27FC236}">
                <a16:creationId xmlns:a16="http://schemas.microsoft.com/office/drawing/2014/main" id="{532EF64A-98FA-854C-BC6E-37DCF5442402}"/>
              </a:ext>
            </a:extLst>
          </p:cNvPr>
          <p:cNvSpPr>
            <a:spLocks/>
          </p:cNvSpPr>
          <p:nvPr/>
        </p:nvSpPr>
        <p:spPr bwMode="auto">
          <a:xfrm>
            <a:off x="8379242" y="3598233"/>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chemeClr val="accent1">
                  <a:lumMod val="75000"/>
                </a:schemeClr>
              </a:gs>
            </a:gsLst>
            <a:lin ang="10800000" scaled="0"/>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7">
            <a:extLst>
              <a:ext uri="{FF2B5EF4-FFF2-40B4-BE49-F238E27FC236}">
                <a16:creationId xmlns:a16="http://schemas.microsoft.com/office/drawing/2014/main" id="{0B3FAB7F-D751-694B-8438-BA60B5BE46B5}"/>
              </a:ext>
            </a:extLst>
          </p:cNvPr>
          <p:cNvSpPr>
            <a:spLocks/>
          </p:cNvSpPr>
          <p:nvPr/>
        </p:nvSpPr>
        <p:spPr bwMode="auto">
          <a:xfrm>
            <a:off x="5064542" y="4895220"/>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51">
            <a:extLst>
              <a:ext uri="{FF2B5EF4-FFF2-40B4-BE49-F238E27FC236}">
                <a16:creationId xmlns:a16="http://schemas.microsoft.com/office/drawing/2014/main" id="{31F42B0C-9D7E-B148-8731-AA200CC8E7BC}"/>
              </a:ext>
            </a:extLst>
          </p:cNvPr>
          <p:cNvSpPr txBox="1">
            <a:spLocks noChangeArrowheads="1"/>
          </p:cNvSpPr>
          <p:nvPr/>
        </p:nvSpPr>
        <p:spPr bwMode="auto">
          <a:xfrm>
            <a:off x="5502692" y="5026983"/>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120" name="Line 52">
            <a:extLst>
              <a:ext uri="{FF2B5EF4-FFF2-40B4-BE49-F238E27FC236}">
                <a16:creationId xmlns:a16="http://schemas.microsoft.com/office/drawing/2014/main" id="{4BBAA32D-9FE8-6946-993E-FD9CF5FF2D22}"/>
              </a:ext>
            </a:extLst>
          </p:cNvPr>
          <p:cNvSpPr>
            <a:spLocks noChangeShapeType="1"/>
          </p:cNvSpPr>
          <p:nvPr/>
        </p:nvSpPr>
        <p:spPr bwMode="auto">
          <a:xfrm>
            <a:off x="4823242" y="5438145"/>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53">
            <a:extLst>
              <a:ext uri="{FF2B5EF4-FFF2-40B4-BE49-F238E27FC236}">
                <a16:creationId xmlns:a16="http://schemas.microsoft.com/office/drawing/2014/main" id="{8DD3EB16-70D9-0E41-9219-8BACFD2FF0FE}"/>
              </a:ext>
            </a:extLst>
          </p:cNvPr>
          <p:cNvSpPr txBox="1">
            <a:spLocks noChangeArrowheads="1"/>
          </p:cNvSpPr>
          <p:nvPr/>
        </p:nvSpPr>
        <p:spPr bwMode="auto">
          <a:xfrm>
            <a:off x="8844379" y="4663445"/>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56">
            <a:extLst>
              <a:ext uri="{FF2B5EF4-FFF2-40B4-BE49-F238E27FC236}">
                <a16:creationId xmlns:a16="http://schemas.microsoft.com/office/drawing/2014/main" id="{DE211F08-2700-6642-9DC3-1997DC8EDCDD}"/>
              </a:ext>
            </a:extLst>
          </p:cNvPr>
          <p:cNvSpPr txBox="1">
            <a:spLocks noChangeArrowheads="1"/>
          </p:cNvSpPr>
          <p:nvPr/>
        </p:nvSpPr>
        <p:spPr bwMode="auto">
          <a:xfrm>
            <a:off x="8822154" y="3763333"/>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123" name="Freeform 45">
            <a:extLst>
              <a:ext uri="{FF2B5EF4-FFF2-40B4-BE49-F238E27FC236}">
                <a16:creationId xmlns:a16="http://schemas.microsoft.com/office/drawing/2014/main" id="{07B0F571-0623-E94E-AC3A-B1389138AC28}"/>
              </a:ext>
            </a:extLst>
          </p:cNvPr>
          <p:cNvSpPr>
            <a:spLocks/>
          </p:cNvSpPr>
          <p:nvPr/>
        </p:nvSpPr>
        <p:spPr bwMode="auto">
          <a:xfrm>
            <a:off x="2638842" y="3661733"/>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chemeClr val="accent1">
                  <a:lumMod val="75000"/>
                </a:schemeClr>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23">
            <a:extLst>
              <a:ext uri="{FF2B5EF4-FFF2-40B4-BE49-F238E27FC236}">
                <a16:creationId xmlns:a16="http://schemas.microsoft.com/office/drawing/2014/main" id="{5F3EC8D2-BC57-284F-B438-D2889E964E36}"/>
              </a:ext>
            </a:extLst>
          </p:cNvPr>
          <p:cNvSpPr>
            <a:spLocks noChangeArrowheads="1"/>
          </p:cNvSpPr>
          <p:nvPr/>
        </p:nvSpPr>
        <p:spPr bwMode="auto">
          <a:xfrm>
            <a:off x="3442117" y="3617283"/>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5" name="Rectangle 24">
            <a:extLst>
              <a:ext uri="{FF2B5EF4-FFF2-40B4-BE49-F238E27FC236}">
                <a16:creationId xmlns:a16="http://schemas.microsoft.com/office/drawing/2014/main" id="{48E3F4A8-8297-154C-8417-C2DCBDE270E5}"/>
              </a:ext>
            </a:extLst>
          </p:cNvPr>
          <p:cNvSpPr>
            <a:spLocks noChangeArrowheads="1"/>
          </p:cNvSpPr>
          <p:nvPr/>
        </p:nvSpPr>
        <p:spPr bwMode="auto">
          <a:xfrm>
            <a:off x="3404017" y="3671258"/>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Line 25">
            <a:extLst>
              <a:ext uri="{FF2B5EF4-FFF2-40B4-BE49-F238E27FC236}">
                <a16:creationId xmlns:a16="http://schemas.microsoft.com/office/drawing/2014/main" id="{105AE91D-03CF-5F44-82E5-D8920536B375}"/>
              </a:ext>
            </a:extLst>
          </p:cNvPr>
          <p:cNvSpPr>
            <a:spLocks noChangeShapeType="1"/>
          </p:cNvSpPr>
          <p:nvPr/>
        </p:nvSpPr>
        <p:spPr bwMode="auto">
          <a:xfrm>
            <a:off x="3413542" y="44316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26">
            <a:extLst>
              <a:ext uri="{FF2B5EF4-FFF2-40B4-BE49-F238E27FC236}">
                <a16:creationId xmlns:a16="http://schemas.microsoft.com/office/drawing/2014/main" id="{68C4EA48-A98F-F641-BB8C-5DF3E3907ECC}"/>
              </a:ext>
            </a:extLst>
          </p:cNvPr>
          <p:cNvSpPr txBox="1">
            <a:spLocks noChangeArrowheads="1"/>
          </p:cNvSpPr>
          <p:nvPr/>
        </p:nvSpPr>
        <p:spPr bwMode="auto">
          <a:xfrm>
            <a:off x="3370679" y="44142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28" name="Line 27">
            <a:extLst>
              <a:ext uri="{FF2B5EF4-FFF2-40B4-BE49-F238E27FC236}">
                <a16:creationId xmlns:a16="http://schemas.microsoft.com/office/drawing/2014/main" id="{E85BFD82-4C55-F145-9B37-39406E46DD38}"/>
              </a:ext>
            </a:extLst>
          </p:cNvPr>
          <p:cNvSpPr>
            <a:spLocks noChangeShapeType="1"/>
          </p:cNvSpPr>
          <p:nvPr/>
        </p:nvSpPr>
        <p:spPr bwMode="auto">
          <a:xfrm>
            <a:off x="3421479" y="475234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28">
            <a:extLst>
              <a:ext uri="{FF2B5EF4-FFF2-40B4-BE49-F238E27FC236}">
                <a16:creationId xmlns:a16="http://schemas.microsoft.com/office/drawing/2014/main" id="{428A6E03-2BA0-6243-85AC-2DD8D7EB6CA1}"/>
              </a:ext>
            </a:extLst>
          </p:cNvPr>
          <p:cNvSpPr>
            <a:spLocks noChangeShapeType="1"/>
          </p:cNvSpPr>
          <p:nvPr/>
        </p:nvSpPr>
        <p:spPr bwMode="auto">
          <a:xfrm>
            <a:off x="3407192" y="506190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29">
            <a:extLst>
              <a:ext uri="{FF2B5EF4-FFF2-40B4-BE49-F238E27FC236}">
                <a16:creationId xmlns:a16="http://schemas.microsoft.com/office/drawing/2014/main" id="{80E8C02C-0DBA-6E4F-BBEC-8772FE1F381F}"/>
              </a:ext>
            </a:extLst>
          </p:cNvPr>
          <p:cNvSpPr>
            <a:spLocks noChangeShapeType="1"/>
          </p:cNvSpPr>
          <p:nvPr/>
        </p:nvSpPr>
        <p:spPr bwMode="auto">
          <a:xfrm>
            <a:off x="3407192" y="534765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26">
            <a:extLst>
              <a:ext uri="{FF2B5EF4-FFF2-40B4-BE49-F238E27FC236}">
                <a16:creationId xmlns:a16="http://schemas.microsoft.com/office/drawing/2014/main" id="{E521FADF-C422-1E4C-A4EF-0C457D015D37}"/>
              </a:ext>
            </a:extLst>
          </p:cNvPr>
          <p:cNvSpPr txBox="1">
            <a:spLocks noChangeArrowheads="1"/>
          </p:cNvSpPr>
          <p:nvPr/>
        </p:nvSpPr>
        <p:spPr bwMode="auto">
          <a:xfrm>
            <a:off x="3405604" y="36617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32" name="Text Box 26">
            <a:extLst>
              <a:ext uri="{FF2B5EF4-FFF2-40B4-BE49-F238E27FC236}">
                <a16:creationId xmlns:a16="http://schemas.microsoft.com/office/drawing/2014/main" id="{2BD2A730-1670-1444-BFD6-C3B745F28EF4}"/>
              </a:ext>
            </a:extLst>
          </p:cNvPr>
          <p:cNvSpPr txBox="1">
            <a:spLocks noChangeArrowheads="1"/>
          </p:cNvSpPr>
          <p:nvPr/>
        </p:nvSpPr>
        <p:spPr bwMode="auto">
          <a:xfrm>
            <a:off x="3361154" y="53190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33" name="Text Box 26">
            <a:extLst>
              <a:ext uri="{FF2B5EF4-FFF2-40B4-BE49-F238E27FC236}">
                <a16:creationId xmlns:a16="http://schemas.microsoft.com/office/drawing/2014/main" id="{F1BA5AB6-F404-DF48-BA11-738F64F024FD}"/>
              </a:ext>
            </a:extLst>
          </p:cNvPr>
          <p:cNvSpPr txBox="1">
            <a:spLocks noChangeArrowheads="1"/>
          </p:cNvSpPr>
          <p:nvPr/>
        </p:nvSpPr>
        <p:spPr bwMode="auto">
          <a:xfrm>
            <a:off x="3380204" y="50333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34" name="Text Box 26">
            <a:extLst>
              <a:ext uri="{FF2B5EF4-FFF2-40B4-BE49-F238E27FC236}">
                <a16:creationId xmlns:a16="http://schemas.microsoft.com/office/drawing/2014/main" id="{E65C1E73-F682-E145-9DAF-B7E55ECCE7B6}"/>
              </a:ext>
            </a:extLst>
          </p:cNvPr>
          <p:cNvSpPr txBox="1">
            <a:spLocks noChangeArrowheads="1"/>
          </p:cNvSpPr>
          <p:nvPr/>
        </p:nvSpPr>
        <p:spPr bwMode="auto">
          <a:xfrm>
            <a:off x="3370679" y="47380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35" name="Oval 57">
            <a:extLst>
              <a:ext uri="{FF2B5EF4-FFF2-40B4-BE49-F238E27FC236}">
                <a16:creationId xmlns:a16="http://schemas.microsoft.com/office/drawing/2014/main" id="{64DC0B32-AD14-4F4C-AA5D-A0175C3E0687}"/>
              </a:ext>
            </a:extLst>
          </p:cNvPr>
          <p:cNvSpPr>
            <a:spLocks noChangeArrowheads="1"/>
          </p:cNvSpPr>
          <p:nvPr/>
        </p:nvSpPr>
        <p:spPr bwMode="auto">
          <a:xfrm>
            <a:off x="3538954" y="3936370"/>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41" name="Rectangle 23">
            <a:extLst>
              <a:ext uri="{FF2B5EF4-FFF2-40B4-BE49-F238E27FC236}">
                <a16:creationId xmlns:a16="http://schemas.microsoft.com/office/drawing/2014/main" id="{54E0D8CA-A90B-D443-A809-60E5D3C430E0}"/>
              </a:ext>
            </a:extLst>
          </p:cNvPr>
          <p:cNvSpPr>
            <a:spLocks noChangeArrowheads="1"/>
          </p:cNvSpPr>
          <p:nvPr/>
        </p:nvSpPr>
        <p:spPr bwMode="auto">
          <a:xfrm>
            <a:off x="7104479" y="3588708"/>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68855CF6-22DF-7942-990A-E44BCC268037}"/>
              </a:ext>
            </a:extLst>
          </p:cNvPr>
          <p:cNvSpPr>
            <a:spLocks noChangeArrowheads="1"/>
          </p:cNvSpPr>
          <p:nvPr/>
        </p:nvSpPr>
        <p:spPr bwMode="auto">
          <a:xfrm>
            <a:off x="7066379" y="3642683"/>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333B2DFF-19AD-5D41-A13A-CAD8D4D1E7AA}"/>
              </a:ext>
            </a:extLst>
          </p:cNvPr>
          <p:cNvSpPr>
            <a:spLocks noChangeShapeType="1"/>
          </p:cNvSpPr>
          <p:nvPr/>
        </p:nvSpPr>
        <p:spPr bwMode="auto">
          <a:xfrm>
            <a:off x="7075904" y="440309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ABD5AE77-C968-524B-8267-F5F9D07A9CF7}"/>
              </a:ext>
            </a:extLst>
          </p:cNvPr>
          <p:cNvSpPr txBox="1">
            <a:spLocks noChangeArrowheads="1"/>
          </p:cNvSpPr>
          <p:nvPr/>
        </p:nvSpPr>
        <p:spPr bwMode="auto">
          <a:xfrm>
            <a:off x="7033042" y="43856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655A70A-1998-F04C-9071-DB527B7184C0}"/>
              </a:ext>
            </a:extLst>
          </p:cNvPr>
          <p:cNvSpPr>
            <a:spLocks noChangeShapeType="1"/>
          </p:cNvSpPr>
          <p:nvPr/>
        </p:nvSpPr>
        <p:spPr bwMode="auto">
          <a:xfrm>
            <a:off x="7083842" y="47237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FFFB9613-6926-D64E-9BCE-95B470FE283A}"/>
              </a:ext>
            </a:extLst>
          </p:cNvPr>
          <p:cNvSpPr>
            <a:spLocks noChangeShapeType="1"/>
          </p:cNvSpPr>
          <p:nvPr/>
        </p:nvSpPr>
        <p:spPr bwMode="auto">
          <a:xfrm>
            <a:off x="7069554" y="503333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4AA23EE-17EA-094E-A14C-C35EF1D4E761}"/>
              </a:ext>
            </a:extLst>
          </p:cNvPr>
          <p:cNvSpPr>
            <a:spLocks noChangeShapeType="1"/>
          </p:cNvSpPr>
          <p:nvPr/>
        </p:nvSpPr>
        <p:spPr bwMode="auto">
          <a:xfrm>
            <a:off x="7069554" y="531908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159414D4-A31C-4C4B-AD86-719BE126A831}"/>
              </a:ext>
            </a:extLst>
          </p:cNvPr>
          <p:cNvSpPr txBox="1">
            <a:spLocks noChangeArrowheads="1"/>
          </p:cNvSpPr>
          <p:nvPr/>
        </p:nvSpPr>
        <p:spPr bwMode="auto">
          <a:xfrm>
            <a:off x="7067967" y="36331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6D188352-EF4C-FE42-8176-6AE1E5353883}"/>
              </a:ext>
            </a:extLst>
          </p:cNvPr>
          <p:cNvSpPr txBox="1">
            <a:spLocks noChangeArrowheads="1"/>
          </p:cNvSpPr>
          <p:nvPr/>
        </p:nvSpPr>
        <p:spPr bwMode="auto">
          <a:xfrm>
            <a:off x="7023517" y="52905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2E91368D-F47D-2247-9B9B-1AA9BD1A5674}"/>
              </a:ext>
            </a:extLst>
          </p:cNvPr>
          <p:cNvSpPr txBox="1">
            <a:spLocks noChangeArrowheads="1"/>
          </p:cNvSpPr>
          <p:nvPr/>
        </p:nvSpPr>
        <p:spPr bwMode="auto">
          <a:xfrm>
            <a:off x="7042567" y="50047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CF4D2E62-8AC3-6447-8A4A-38E1546DB977}"/>
              </a:ext>
            </a:extLst>
          </p:cNvPr>
          <p:cNvSpPr txBox="1">
            <a:spLocks noChangeArrowheads="1"/>
          </p:cNvSpPr>
          <p:nvPr/>
        </p:nvSpPr>
        <p:spPr bwMode="auto">
          <a:xfrm>
            <a:off x="7033042" y="47094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78">
            <a:extLst>
              <a:ext uri="{FF2B5EF4-FFF2-40B4-BE49-F238E27FC236}">
                <a16:creationId xmlns:a16="http://schemas.microsoft.com/office/drawing/2014/main" id="{24268CA0-4017-FA41-A0A9-063CDE36F2E6}"/>
              </a:ext>
            </a:extLst>
          </p:cNvPr>
          <p:cNvSpPr>
            <a:spLocks noChangeArrowheads="1"/>
          </p:cNvSpPr>
          <p:nvPr/>
        </p:nvSpPr>
        <p:spPr bwMode="auto">
          <a:xfrm>
            <a:off x="7201317" y="3907795"/>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58" name="Line 88">
            <a:extLst>
              <a:ext uri="{FF2B5EF4-FFF2-40B4-BE49-F238E27FC236}">
                <a16:creationId xmlns:a16="http://schemas.microsoft.com/office/drawing/2014/main" id="{357D04DF-5A8F-3946-A05F-B134A08152BD}"/>
              </a:ext>
            </a:extLst>
          </p:cNvPr>
          <p:cNvSpPr>
            <a:spLocks noChangeShapeType="1"/>
          </p:cNvSpPr>
          <p:nvPr/>
        </p:nvSpPr>
        <p:spPr bwMode="auto">
          <a:xfrm flipH="1">
            <a:off x="8258592" y="4039558"/>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9" name="Line 89">
            <a:extLst>
              <a:ext uri="{FF2B5EF4-FFF2-40B4-BE49-F238E27FC236}">
                <a16:creationId xmlns:a16="http://schemas.microsoft.com/office/drawing/2014/main" id="{1F64B7FA-0FDF-AA41-954C-B46F96B69793}"/>
              </a:ext>
            </a:extLst>
          </p:cNvPr>
          <p:cNvSpPr>
            <a:spLocks noChangeShapeType="1"/>
          </p:cNvSpPr>
          <p:nvPr/>
        </p:nvSpPr>
        <p:spPr bwMode="auto">
          <a:xfrm>
            <a:off x="8484017" y="4465008"/>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0" name="Line 90">
            <a:extLst>
              <a:ext uri="{FF2B5EF4-FFF2-40B4-BE49-F238E27FC236}">
                <a16:creationId xmlns:a16="http://schemas.microsoft.com/office/drawing/2014/main" id="{1C49FAA4-451C-9346-B2A1-9DADDB3735D1}"/>
              </a:ext>
            </a:extLst>
          </p:cNvPr>
          <p:cNvSpPr>
            <a:spLocks noChangeShapeType="1"/>
          </p:cNvSpPr>
          <p:nvPr/>
        </p:nvSpPr>
        <p:spPr bwMode="auto">
          <a:xfrm flipH="1">
            <a:off x="8507829" y="4965070"/>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3E6F8F39-CC95-5944-86C7-18592B3F79C2}"/>
              </a:ext>
            </a:extLst>
          </p:cNvPr>
          <p:cNvGrpSpPr/>
          <p:nvPr/>
        </p:nvGrpSpPr>
        <p:grpSpPr>
          <a:xfrm>
            <a:off x="3786604" y="3720470"/>
            <a:ext cx="4208463" cy="801688"/>
            <a:chOff x="3786604" y="3720470"/>
            <a:chExt cx="4208463" cy="801688"/>
          </a:xfrm>
        </p:grpSpPr>
        <p:grpSp>
          <p:nvGrpSpPr>
            <p:cNvPr id="136" name="Group 58">
              <a:extLst>
                <a:ext uri="{FF2B5EF4-FFF2-40B4-BE49-F238E27FC236}">
                  <a16:creationId xmlns:a16="http://schemas.microsoft.com/office/drawing/2014/main" id="{E675645C-771D-1C4D-BD09-0A50219A704A}"/>
                </a:ext>
              </a:extLst>
            </p:cNvPr>
            <p:cNvGrpSpPr>
              <a:grpSpLocks/>
            </p:cNvGrpSpPr>
            <p:nvPr/>
          </p:nvGrpSpPr>
          <p:grpSpPr bwMode="auto">
            <a:xfrm>
              <a:off x="3786604" y="4296733"/>
              <a:ext cx="546100" cy="225425"/>
              <a:chOff x="1287" y="2524"/>
              <a:chExt cx="260" cy="100"/>
            </a:xfrm>
          </p:grpSpPr>
          <p:sp>
            <p:nvSpPr>
              <p:cNvPr id="137" name="Rectangle 59">
                <a:extLst>
                  <a:ext uri="{FF2B5EF4-FFF2-40B4-BE49-F238E27FC236}">
                    <a16:creationId xmlns:a16="http://schemas.microsoft.com/office/drawing/2014/main" id="{4BD7EDAC-534F-D84F-8E24-977FE250A0C6}"/>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Rectangle 60">
                <a:extLst>
                  <a:ext uri="{FF2B5EF4-FFF2-40B4-BE49-F238E27FC236}">
                    <a16:creationId xmlns:a16="http://schemas.microsoft.com/office/drawing/2014/main" id="{522C0AA5-89A7-AE45-9EA6-0984C3D36702}"/>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61">
                <a:extLst>
                  <a:ext uri="{FF2B5EF4-FFF2-40B4-BE49-F238E27FC236}">
                    <a16:creationId xmlns:a16="http://schemas.microsoft.com/office/drawing/2014/main" id="{E45B888C-A7C7-C04F-96C2-AC5495901CD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62">
                <a:extLst>
                  <a:ext uri="{FF2B5EF4-FFF2-40B4-BE49-F238E27FC236}">
                    <a16:creationId xmlns:a16="http://schemas.microsoft.com/office/drawing/2014/main" id="{6D259067-30CA-3A43-B969-2FED80C101C4}"/>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79">
              <a:extLst>
                <a:ext uri="{FF2B5EF4-FFF2-40B4-BE49-F238E27FC236}">
                  <a16:creationId xmlns:a16="http://schemas.microsoft.com/office/drawing/2014/main" id="{2953A696-2D0B-4946-96FC-8F6534A2F156}"/>
                </a:ext>
              </a:extLst>
            </p:cNvPr>
            <p:cNvGrpSpPr>
              <a:grpSpLocks/>
            </p:cNvGrpSpPr>
            <p:nvPr/>
          </p:nvGrpSpPr>
          <p:grpSpPr bwMode="auto">
            <a:xfrm>
              <a:off x="7448967" y="4268158"/>
              <a:ext cx="546100" cy="225425"/>
              <a:chOff x="1287" y="2524"/>
              <a:chExt cx="260" cy="100"/>
            </a:xfrm>
          </p:grpSpPr>
          <p:sp>
            <p:nvSpPr>
              <p:cNvPr id="154" name="Rectangle 80">
                <a:extLst>
                  <a:ext uri="{FF2B5EF4-FFF2-40B4-BE49-F238E27FC236}">
                    <a16:creationId xmlns:a16="http://schemas.microsoft.com/office/drawing/2014/main" id="{313605CC-1AC5-8944-94FF-94268AD80469}"/>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81">
                <a:extLst>
                  <a:ext uri="{FF2B5EF4-FFF2-40B4-BE49-F238E27FC236}">
                    <a16:creationId xmlns:a16="http://schemas.microsoft.com/office/drawing/2014/main" id="{BAFE64F2-A025-9F4E-99C9-ACC9BFF25919}"/>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6" name="Rectangle 82">
                <a:extLst>
                  <a:ext uri="{FF2B5EF4-FFF2-40B4-BE49-F238E27FC236}">
                    <a16:creationId xmlns:a16="http://schemas.microsoft.com/office/drawing/2014/main" id="{3829DF34-8663-6146-9BA0-7632285CE66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83">
                <a:extLst>
                  <a:ext uri="{FF2B5EF4-FFF2-40B4-BE49-F238E27FC236}">
                    <a16:creationId xmlns:a16="http://schemas.microsoft.com/office/drawing/2014/main" id="{D148D136-2E3F-5745-9E50-2A0525F6E166}"/>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1" name="Text Box 56">
              <a:extLst>
                <a:ext uri="{FF2B5EF4-FFF2-40B4-BE49-F238E27FC236}">
                  <a16:creationId xmlns:a16="http://schemas.microsoft.com/office/drawing/2014/main" id="{0AD3AB67-1B7A-DC4C-8CF0-ED4CE6AD679E}"/>
                </a:ext>
              </a:extLst>
            </p:cNvPr>
            <p:cNvSpPr txBox="1">
              <a:spLocks noChangeArrowheads="1"/>
            </p:cNvSpPr>
            <p:nvPr/>
          </p:nvSpPr>
          <p:spPr bwMode="auto">
            <a:xfrm>
              <a:off x="5421729" y="3720470"/>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62" name="Line 92">
              <a:extLst>
                <a:ext uri="{FF2B5EF4-FFF2-40B4-BE49-F238E27FC236}">
                  <a16:creationId xmlns:a16="http://schemas.microsoft.com/office/drawing/2014/main" id="{143E3CCF-902D-1B48-A226-00DCF5BF008C}"/>
                </a:ext>
              </a:extLst>
            </p:cNvPr>
            <p:cNvSpPr>
              <a:spLocks noChangeShapeType="1"/>
            </p:cNvSpPr>
            <p:nvPr/>
          </p:nvSpPr>
          <p:spPr bwMode="auto">
            <a:xfrm flipV="1">
              <a:off x="4424779" y="3920495"/>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93">
              <a:extLst>
                <a:ext uri="{FF2B5EF4-FFF2-40B4-BE49-F238E27FC236}">
                  <a16:creationId xmlns:a16="http://schemas.microsoft.com/office/drawing/2014/main" id="{C4134BE9-E71D-0348-B019-E892502C5FBE}"/>
                </a:ext>
              </a:extLst>
            </p:cNvPr>
            <p:cNvSpPr>
              <a:spLocks noChangeShapeType="1"/>
            </p:cNvSpPr>
            <p:nvPr/>
          </p:nvSpPr>
          <p:spPr bwMode="auto">
            <a:xfrm flipH="1" flipV="1">
              <a:off x="6359942" y="3909383"/>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4" name="Group 96">
            <a:extLst>
              <a:ext uri="{FF2B5EF4-FFF2-40B4-BE49-F238E27FC236}">
                <a16:creationId xmlns:a16="http://schemas.microsoft.com/office/drawing/2014/main" id="{9A6CA79B-4989-1B42-B637-EB423445684E}"/>
              </a:ext>
            </a:extLst>
          </p:cNvPr>
          <p:cNvGrpSpPr>
            <a:grpSpLocks/>
          </p:cNvGrpSpPr>
          <p:nvPr/>
        </p:nvGrpSpPr>
        <p:grpSpPr bwMode="auto">
          <a:xfrm>
            <a:off x="2214979" y="4974595"/>
            <a:ext cx="719138" cy="773113"/>
            <a:chOff x="-44" y="1473"/>
            <a:chExt cx="981" cy="1105"/>
          </a:xfrm>
        </p:grpSpPr>
        <p:pic>
          <p:nvPicPr>
            <p:cNvPr id="165" name="Picture 97" descr="desktop_computer_stylized_medium">
              <a:extLst>
                <a:ext uri="{FF2B5EF4-FFF2-40B4-BE49-F238E27FC236}">
                  <a16:creationId xmlns:a16="http://schemas.microsoft.com/office/drawing/2014/main" id="{52A0739D-A2B2-9B4C-808E-15A031326E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Freeform 98">
              <a:extLst>
                <a:ext uri="{FF2B5EF4-FFF2-40B4-BE49-F238E27FC236}">
                  <a16:creationId xmlns:a16="http://schemas.microsoft.com/office/drawing/2014/main" id="{DA46FEF0-4E21-2249-B7F5-7F6F7B7F0DE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7" name="Group 99">
            <a:extLst>
              <a:ext uri="{FF2B5EF4-FFF2-40B4-BE49-F238E27FC236}">
                <a16:creationId xmlns:a16="http://schemas.microsoft.com/office/drawing/2014/main" id="{05F61B1A-C7F7-544F-B009-739C54EFEA01}"/>
              </a:ext>
            </a:extLst>
          </p:cNvPr>
          <p:cNvGrpSpPr>
            <a:grpSpLocks/>
          </p:cNvGrpSpPr>
          <p:nvPr/>
        </p:nvGrpSpPr>
        <p:grpSpPr bwMode="auto">
          <a:xfrm flipH="1">
            <a:off x="8911054" y="5169858"/>
            <a:ext cx="719138" cy="773112"/>
            <a:chOff x="-44" y="1473"/>
            <a:chExt cx="981" cy="1105"/>
          </a:xfrm>
        </p:grpSpPr>
        <p:pic>
          <p:nvPicPr>
            <p:cNvPr id="168" name="Picture 100" descr="desktop_computer_stylized_medium">
              <a:extLst>
                <a:ext uri="{FF2B5EF4-FFF2-40B4-BE49-F238E27FC236}">
                  <a16:creationId xmlns:a16="http://schemas.microsoft.com/office/drawing/2014/main" id="{23181BD9-C2D1-5E4C-A8EE-29F5422B96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Freeform 101">
              <a:extLst>
                <a:ext uri="{FF2B5EF4-FFF2-40B4-BE49-F238E27FC236}">
                  <a16:creationId xmlns:a16="http://schemas.microsoft.com/office/drawing/2014/main" id="{2BA7DD97-C4EE-0C4B-B331-0E1CF367EC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2">
            <a:extLst>
              <a:ext uri="{FF2B5EF4-FFF2-40B4-BE49-F238E27FC236}">
                <a16:creationId xmlns:a16="http://schemas.microsoft.com/office/drawing/2014/main" id="{1C5A2542-7006-334B-B956-C24DF5F2DE7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98</a:t>
            </a:fld>
            <a:endParaRPr lang="en-US" dirty="0"/>
          </a:p>
        </p:txBody>
      </p:sp>
    </p:spTree>
    <p:extLst>
      <p:ext uri="{BB962C8B-B14F-4D97-AF65-F5344CB8AC3E}">
        <p14:creationId xmlns:p14="http://schemas.microsoft.com/office/powerpoint/2010/main" val="4052617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Socket programming </a:t>
            </a:r>
          </a:p>
        </p:txBody>
      </p:sp>
      <p:sp>
        <p:nvSpPr>
          <p:cNvPr id="58" name="Rectangle 3">
            <a:extLst>
              <a:ext uri="{FF2B5EF4-FFF2-40B4-BE49-F238E27FC236}">
                <a16:creationId xmlns:a16="http://schemas.microsoft.com/office/drawing/2014/main" id="{616F4545-210A-A74D-A31A-E4339596B317}"/>
              </a:ext>
            </a:extLst>
          </p:cNvPr>
          <p:cNvSpPr>
            <a:spLocks noGrp="1" noChangeArrowheads="1"/>
          </p:cNvSpPr>
          <p:nvPr>
            <p:ph idx="1"/>
          </p:nvPr>
        </p:nvSpPr>
        <p:spPr>
          <a:xfrm>
            <a:off x="838199" y="1513591"/>
            <a:ext cx="10798277" cy="1742641"/>
          </a:xfrm>
        </p:spPr>
        <p:txBody>
          <a:bodyPr>
            <a:normAutofit/>
          </a:bodyPr>
          <a:lstStyle/>
          <a:p>
            <a:pPr marL="342900" lvl="1" indent="-342900">
              <a:buSzPct val="65000"/>
              <a:buFont typeface="Wingdings" pitchFamily="2" charset="2"/>
              <a:buNone/>
            </a:pPr>
            <a:r>
              <a:rPr lang="en-US" altLang="en-US" sz="3200" dirty="0">
                <a:solidFill>
                  <a:srgbClr val="22228B"/>
                </a:solidFill>
                <a:ea typeface="ＭＳ Ｐゴシック" panose="020B0600070205080204" pitchFamily="34" charset="-128"/>
              </a:rPr>
              <a:t>Two socket types for two transport services:</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UDP:</a:t>
            </a:r>
            <a:r>
              <a:rPr lang="en-US" altLang="en-US" sz="3200" dirty="0">
                <a:solidFill>
                  <a:srgbClr val="000000"/>
                </a:solidFill>
                <a:ea typeface="ＭＳ Ｐゴシック" panose="020B0600070205080204" pitchFamily="34" charset="-128"/>
              </a:rPr>
              <a:t> </a:t>
            </a:r>
            <a:r>
              <a:rPr lang="en-US" altLang="en-US" sz="3200" dirty="0">
                <a:ea typeface="ＭＳ Ｐゴシック" panose="020B0600070205080204" pitchFamily="34" charset="-128"/>
              </a:rPr>
              <a:t>unreliable datagram </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TCP:</a:t>
            </a:r>
            <a:r>
              <a:rPr lang="en-US" altLang="en-US" sz="3200" dirty="0">
                <a:ea typeface="ＭＳ Ｐゴシック" panose="020B0600070205080204" pitchFamily="34" charset="-128"/>
              </a:rPr>
              <a:t> reliable, byte stream-oriented</a:t>
            </a:r>
            <a:endParaRPr lang="en-US" altLang="en-US" dirty="0">
              <a:latin typeface="Gill Sans MT" panose="020B0502020104020203" pitchFamily="34" charset="77"/>
              <a:ea typeface="ＭＳ Ｐゴシック" panose="020B0600070205080204" pitchFamily="34" charset="-128"/>
            </a:endParaRPr>
          </a:p>
        </p:txBody>
      </p:sp>
      <p:sp>
        <p:nvSpPr>
          <p:cNvPr id="59" name="Rectangle 3">
            <a:extLst>
              <a:ext uri="{FF2B5EF4-FFF2-40B4-BE49-F238E27FC236}">
                <a16:creationId xmlns:a16="http://schemas.microsoft.com/office/drawing/2014/main" id="{E8FBE9BD-5125-8341-AC98-0DB0D8C28ED1}"/>
              </a:ext>
            </a:extLst>
          </p:cNvPr>
          <p:cNvSpPr txBox="1">
            <a:spLocks noChangeArrowheads="1"/>
          </p:cNvSpPr>
          <p:nvPr/>
        </p:nvSpPr>
        <p:spPr bwMode="auto">
          <a:xfrm>
            <a:off x="878760" y="3291529"/>
            <a:ext cx="10798277" cy="3481388"/>
          </a:xfrm>
          <a:prstGeom prst="rect">
            <a:avLst/>
          </a:prstGeom>
          <a:noFill/>
          <a:ln w="9525">
            <a:noFill/>
            <a:miter lim="800000"/>
            <a:headEnd/>
            <a:tailEnd/>
          </a:ln>
        </p:spPr>
        <p:txBody>
          <a:bodyPr/>
          <a:lstStyle/>
          <a:p>
            <a:pPr marL="342900" marR="0" lvl="1"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sz="3200" b="0" i="0" u="none" strike="noStrike" kern="0" cap="none" spc="0" normalizeH="0" baseline="0" noProof="0" dirty="0">
                <a:ln>
                  <a:noFill/>
                </a:ln>
                <a:solidFill>
                  <a:srgbClr val="0000A3"/>
                </a:solidFill>
                <a:effectLst/>
                <a:uLnTx/>
                <a:uFillTx/>
                <a:latin typeface="Calibri" panose="020F0502020204030204"/>
                <a:ea typeface="ＭＳ Ｐゴシック" charset="0"/>
                <a:cs typeface="+mn-cs"/>
              </a:rPr>
              <a:t>Application Example: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reads a line of characters (data) from its keyboard and sends data to server</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receives the data and converts characters to uppercase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sends modified data to client</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receives modified data and displays line on its screen</a:t>
            </a:r>
          </a:p>
        </p:txBody>
      </p:sp>
      <p:sp>
        <p:nvSpPr>
          <p:cNvPr id="5" name="Slide Number Placeholder 2">
            <a:extLst>
              <a:ext uri="{FF2B5EF4-FFF2-40B4-BE49-F238E27FC236}">
                <a16:creationId xmlns:a16="http://schemas.microsoft.com/office/drawing/2014/main" id="{B86523E8-8571-1B4B-B7F3-5188B316872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99</a:t>
            </a:fld>
            <a:endParaRPr lang="en-US" dirty="0"/>
          </a:p>
        </p:txBody>
      </p:sp>
    </p:spTree>
    <p:extLst>
      <p:ext uri="{BB962C8B-B14F-4D97-AF65-F5344CB8AC3E}">
        <p14:creationId xmlns:p14="http://schemas.microsoft.com/office/powerpoint/2010/main" val="3762298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dissolve">
                                      <p:cBhvr>
                                        <p:cTn id="7"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04333" y="333288"/>
            <a:ext cx="10515600" cy="894622"/>
          </a:xfrm>
        </p:spPr>
        <p:txBody>
          <a:bodyPr>
            <a:normAutofit/>
          </a:bodyPr>
          <a:lstStyle/>
          <a:p>
            <a:r>
              <a:rPr lang="en-US" altLang="en-US" sz="4400" dirty="0">
                <a:ea typeface="ＭＳ Ｐゴシック" panose="020B0600070205080204" pitchFamily="34" charset="-128"/>
              </a:rPr>
              <a:t>Socket programming with UDP </a:t>
            </a:r>
          </a:p>
        </p:txBody>
      </p:sp>
      <p:sp>
        <p:nvSpPr>
          <p:cNvPr id="8" name="Rectangle 3">
            <a:extLst>
              <a:ext uri="{FF2B5EF4-FFF2-40B4-BE49-F238E27FC236}">
                <a16:creationId xmlns:a16="http://schemas.microsoft.com/office/drawing/2014/main" id="{6CF53D30-07DA-0041-8212-FA74FE4546A8}"/>
              </a:ext>
            </a:extLst>
          </p:cNvPr>
          <p:cNvSpPr>
            <a:spLocks noGrp="1" noChangeArrowheads="1"/>
          </p:cNvSpPr>
          <p:nvPr>
            <p:ph sz="half" idx="1"/>
          </p:nvPr>
        </p:nvSpPr>
        <p:spPr>
          <a:xfrm>
            <a:off x="714803" y="1318820"/>
            <a:ext cx="6363331" cy="4853335"/>
          </a:xfrm>
        </p:spPr>
        <p:txBody>
          <a:bodyPr>
            <a:normAutofit/>
          </a:bodyPr>
          <a:lstStyle/>
          <a:p>
            <a:pPr>
              <a:buFont typeface="Wingdings" pitchFamily="2" charset="2"/>
              <a:buNone/>
            </a:pPr>
            <a:r>
              <a:rPr lang="en-US" altLang="en-US" sz="3200" dirty="0">
                <a:solidFill>
                  <a:srgbClr val="CC0000"/>
                </a:solidFill>
                <a:ea typeface="ＭＳ Ｐゴシック" panose="020B0600070205080204" pitchFamily="34" charset="-128"/>
              </a:rPr>
              <a:t>UDP: </a:t>
            </a:r>
            <a:r>
              <a:rPr lang="en-US" altLang="en-US" sz="3200" dirty="0">
                <a:solidFill>
                  <a:srgbClr val="0000A3"/>
                </a:solidFill>
                <a:ea typeface="ＭＳ Ｐゴシック" panose="020B0600070205080204" pitchFamily="34" charset="-128"/>
              </a:rPr>
              <a:t>no “</a:t>
            </a:r>
            <a:r>
              <a:rPr lang="en-US" altLang="ja-JP" sz="3200" dirty="0">
                <a:solidFill>
                  <a:srgbClr val="0000A3"/>
                </a:solidFill>
                <a:ea typeface="ＭＳ Ｐゴシック" panose="020B0600070205080204" pitchFamily="34" charset="-128"/>
              </a:rPr>
              <a:t>connection” between client and server:</a:t>
            </a:r>
          </a:p>
          <a:p>
            <a:pPr marL="466725" indent="-292100">
              <a:spcBef>
                <a:spcPts val="400"/>
              </a:spcBef>
            </a:pPr>
            <a:r>
              <a:rPr lang="en-US" altLang="en-US" dirty="0">
                <a:ea typeface="ＭＳ Ｐゴシック" panose="020B0600070205080204" pitchFamily="34" charset="-128"/>
              </a:rPr>
              <a:t>no handshaking before sending data</a:t>
            </a:r>
          </a:p>
          <a:p>
            <a:pPr marL="466725" indent="-292100">
              <a:spcBef>
                <a:spcPts val="400"/>
              </a:spcBef>
            </a:pPr>
            <a:r>
              <a:rPr lang="en-US" altLang="en-US" dirty="0">
                <a:ea typeface="ＭＳ Ｐゴシック" panose="020B0600070205080204" pitchFamily="34" charset="-128"/>
              </a:rPr>
              <a:t>sender explicitly attaches IP destination address and port # to each packet</a:t>
            </a:r>
          </a:p>
          <a:p>
            <a:pPr marL="466725" indent="-292100">
              <a:spcBef>
                <a:spcPts val="400"/>
              </a:spcBef>
            </a:pPr>
            <a:r>
              <a:rPr lang="en-US" altLang="en-US" dirty="0">
                <a:ea typeface="ＭＳ Ｐゴシック" panose="020B0600070205080204" pitchFamily="34" charset="-128"/>
              </a:rPr>
              <a:t>receiver extracts sender IP address and port# from received packet</a:t>
            </a: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p:txBody>
      </p:sp>
      <p:sp>
        <p:nvSpPr>
          <p:cNvPr id="6" name="Rectangle 3">
            <a:extLst>
              <a:ext uri="{FF2B5EF4-FFF2-40B4-BE49-F238E27FC236}">
                <a16:creationId xmlns:a16="http://schemas.microsoft.com/office/drawing/2014/main" id="{D0E341AE-C6C9-1C45-BF8F-D552077CBC01}"/>
              </a:ext>
            </a:extLst>
          </p:cNvPr>
          <p:cNvSpPr txBox="1">
            <a:spLocks noChangeArrowheads="1"/>
          </p:cNvSpPr>
          <p:nvPr/>
        </p:nvSpPr>
        <p:spPr>
          <a:xfrm>
            <a:off x="680936" y="4553087"/>
            <a:ext cx="10352496" cy="21774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transmitted data may be lost or received out-of-order</a:t>
            </a: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 viewpoint:</a:t>
            </a:r>
          </a:p>
          <a:p>
            <a:pPr marL="466725" marR="0" lvl="0" indent="-292100" algn="l" defTabSz="914400" rtl="0" eaLnBrk="1" fontAlgn="auto" latinLnBrk="0" hangingPunct="1">
              <a:lnSpc>
                <a:spcPct val="100000"/>
              </a:lnSpc>
              <a:spcBef>
                <a:spcPct val="0"/>
              </a:spcBef>
              <a:spcAft>
                <a:spcPts val="0"/>
              </a:spcAft>
              <a:buClr>
                <a:srgbClr val="010086"/>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provides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transfer  of groups of bytes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between client and server processes</a:t>
            </a: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32626431-77B6-C54A-8DC7-1033C90BA81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100</a:t>
            </a:fld>
            <a:endParaRPr lang="en-US" dirty="0"/>
          </a:p>
        </p:txBody>
      </p:sp>
    </p:spTree>
    <p:extLst>
      <p:ext uri="{BB962C8B-B14F-4D97-AF65-F5344CB8AC3E}">
        <p14:creationId xmlns:p14="http://schemas.microsoft.com/office/powerpoint/2010/main" val="498042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dissolve">
                                      <p:cBhvr>
                                        <p:cTn id="7" dur="500"/>
                                        <p:tgtEl>
                                          <p:spTgt spid="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xEl>
                                              <p:pRg st="2" end="2"/>
                                            </p:txEl>
                                          </p:spTgt>
                                        </p:tgtEl>
                                        <p:attrNameLst>
                                          <p:attrName>style.visibility</p:attrName>
                                        </p:attrNameLst>
                                      </p:cBhvr>
                                      <p:to>
                                        <p:strVal val="visible"/>
                                      </p:to>
                                    </p:set>
                                    <p:animEffect transition="in" filter="dissolve">
                                      <p:cBhvr>
                                        <p:cTn id="12" dur="500"/>
                                        <p:tgtEl>
                                          <p:spTgt spid="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xEl>
                                              <p:pRg st="3" end="3"/>
                                            </p:txEl>
                                          </p:spTgt>
                                        </p:tgtEl>
                                        <p:attrNameLst>
                                          <p:attrName>style.visibility</p:attrName>
                                        </p:attrNameLst>
                                      </p:cBhvr>
                                      <p:to>
                                        <p:strVal val="visible"/>
                                      </p:to>
                                    </p:set>
                                    <p:animEffect transition="in" filter="dissolve">
                                      <p:cBhvr>
                                        <p:cTn id="17" dur="500"/>
                                        <p:tgtEl>
                                          <p:spTgt spid="8">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xEl>
                                              <p:pRg st="0" end="0"/>
                                            </p:txEl>
                                          </p:spTgt>
                                        </p:tgtEl>
                                        <p:attrNameLst>
                                          <p:attrName>style.visibility</p:attrName>
                                        </p:attrNameLst>
                                      </p:cBhvr>
                                      <p:to>
                                        <p:strVal val="visible"/>
                                      </p:to>
                                    </p:set>
                                    <p:animEffect transition="in" filter="dissolve">
                                      <p:cBhvr>
                                        <p:cTn id="22" dur="500"/>
                                        <p:tgtEl>
                                          <p:spTgt spid="6">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
                                            <p:txEl>
                                              <p:pRg st="1" end="1"/>
                                            </p:txEl>
                                          </p:spTgt>
                                        </p:tgtEl>
                                        <p:attrNameLst>
                                          <p:attrName>style.visibility</p:attrName>
                                        </p:attrNameLst>
                                      </p:cBhvr>
                                      <p:to>
                                        <p:strVal val="visible"/>
                                      </p:to>
                                    </p:set>
                                    <p:animEffect transition="in" filter="dissolve">
                                      <p:cBhvr>
                                        <p:cTn id="27" dur="500"/>
                                        <p:tgtEl>
                                          <p:spTgt spid="6">
                                            <p:txEl>
                                              <p:pRg st="1" end="1"/>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
                                            <p:txEl>
                                              <p:pRg st="2" end="2"/>
                                            </p:txEl>
                                          </p:spTgt>
                                        </p:tgtEl>
                                        <p:attrNameLst>
                                          <p:attrName>style.visibility</p:attrName>
                                        </p:attrNameLst>
                                      </p:cBhvr>
                                      <p:to>
                                        <p:strVal val="visible"/>
                                      </p:to>
                                    </p:set>
                                    <p:animEffect transition="in" filter="dissolve">
                                      <p:cBhvr>
                                        <p:cTn id="30"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Client/server socket interaction: UDP</a:t>
            </a:r>
          </a:p>
        </p:txBody>
      </p:sp>
      <p:grpSp>
        <p:nvGrpSpPr>
          <p:cNvPr id="37" name="Group 4">
            <a:extLst>
              <a:ext uri="{FF2B5EF4-FFF2-40B4-BE49-F238E27FC236}">
                <a16:creationId xmlns:a16="http://schemas.microsoft.com/office/drawing/2014/main" id="{7F44DCB0-3AAB-534C-89CD-DB913DF09229}"/>
              </a:ext>
            </a:extLst>
          </p:cNvPr>
          <p:cNvGrpSpPr>
            <a:grpSpLocks/>
          </p:cNvGrpSpPr>
          <p:nvPr/>
        </p:nvGrpSpPr>
        <p:grpSpPr bwMode="auto">
          <a:xfrm>
            <a:off x="7008229" y="4140035"/>
            <a:ext cx="2211387" cy="2200275"/>
            <a:chOff x="3485" y="2494"/>
            <a:chExt cx="1393" cy="1386"/>
          </a:xfrm>
        </p:grpSpPr>
        <p:grpSp>
          <p:nvGrpSpPr>
            <p:cNvPr id="38" name="Group 5">
              <a:extLst>
                <a:ext uri="{FF2B5EF4-FFF2-40B4-BE49-F238E27FC236}">
                  <a16:creationId xmlns:a16="http://schemas.microsoft.com/office/drawing/2014/main" id="{702C97B7-DA60-0149-85AB-47F1FE0F7F57}"/>
                </a:ext>
              </a:extLst>
            </p:cNvPr>
            <p:cNvGrpSpPr>
              <a:grpSpLocks/>
            </p:cNvGrpSpPr>
            <p:nvPr/>
          </p:nvGrpSpPr>
          <p:grpSpPr bwMode="auto">
            <a:xfrm>
              <a:off x="3485" y="2964"/>
              <a:ext cx="1393" cy="916"/>
              <a:chOff x="3485" y="2964"/>
              <a:chExt cx="1393" cy="916"/>
            </a:xfrm>
          </p:grpSpPr>
          <p:sp>
            <p:nvSpPr>
              <p:cNvPr id="40" name="Text Box 6">
                <a:extLst>
                  <a:ext uri="{FF2B5EF4-FFF2-40B4-BE49-F238E27FC236}">
                    <a16:creationId xmlns:a16="http://schemas.microsoft.com/office/drawing/2014/main" id="{ACD138B3-6FD3-074F-B4D6-833745FCB1A1}"/>
                  </a:ext>
                </a:extLst>
              </p:cNvPr>
              <p:cNvSpPr txBox="1">
                <a:spLocks noChangeArrowheads="1"/>
              </p:cNvSpPr>
              <p:nvPr/>
            </p:nvSpPr>
            <p:spPr bwMode="auto">
              <a:xfrm>
                <a:off x="3509" y="3473"/>
                <a:ext cx="90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a:t>
                </a:r>
                <a:r>
                  <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1" name="Line 7">
                <a:extLst>
                  <a:ext uri="{FF2B5EF4-FFF2-40B4-BE49-F238E27FC236}">
                    <a16:creationId xmlns:a16="http://schemas.microsoft.com/office/drawing/2014/main" id="{4F1734AF-E8AC-FE4D-A9A8-4AF1B202B402}"/>
                  </a:ext>
                </a:extLst>
              </p:cNvPr>
              <p:cNvSpPr>
                <a:spLocks noChangeShapeType="1"/>
              </p:cNvSpPr>
              <p:nvPr/>
            </p:nvSpPr>
            <p:spPr bwMode="auto">
              <a:xfrm>
                <a:off x="3867" y="3335"/>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Text Box 8">
                <a:extLst>
                  <a:ext uri="{FF2B5EF4-FFF2-40B4-BE49-F238E27FC236}">
                    <a16:creationId xmlns:a16="http://schemas.microsoft.com/office/drawing/2014/main" id="{81054262-2955-D24D-A204-BF36CA6FD4E7}"/>
                  </a:ext>
                </a:extLst>
              </p:cNvPr>
              <p:cNvSpPr txBox="1">
                <a:spLocks noChangeArrowheads="1"/>
              </p:cNvSpPr>
              <p:nvPr/>
            </p:nvSpPr>
            <p:spPr bwMode="auto">
              <a:xfrm>
                <a:off x="3485" y="296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9" name="Line 9">
              <a:extLst>
                <a:ext uri="{FF2B5EF4-FFF2-40B4-BE49-F238E27FC236}">
                  <a16:creationId xmlns:a16="http://schemas.microsoft.com/office/drawing/2014/main" id="{FC178652-3FBA-1743-A65B-D82CC0E63C1B}"/>
                </a:ext>
              </a:extLst>
            </p:cNvPr>
            <p:cNvSpPr>
              <a:spLocks noChangeShapeType="1"/>
            </p:cNvSpPr>
            <p:nvPr/>
          </p:nvSpPr>
          <p:spPr bwMode="auto">
            <a:xfrm>
              <a:off x="3864" y="2494"/>
              <a:ext cx="0" cy="52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 name="Text Box 14">
            <a:extLst>
              <a:ext uri="{FF2B5EF4-FFF2-40B4-BE49-F238E27FC236}">
                <a16:creationId xmlns:a16="http://schemas.microsoft.com/office/drawing/2014/main" id="{9FDD06E3-D412-AA43-B8B8-10BB6577ED95}"/>
              </a:ext>
            </a:extLst>
          </p:cNvPr>
          <p:cNvSpPr txBox="1">
            <a:spLocks noChangeArrowheads="1"/>
          </p:cNvSpPr>
          <p:nvPr/>
        </p:nvSpPr>
        <p:spPr bwMode="auto">
          <a:xfrm>
            <a:off x="7165392" y="1480972"/>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1CA67099-9B1F-AF4B-AADB-081B7A2FC10D}"/>
              </a:ext>
            </a:extLst>
          </p:cNvPr>
          <p:cNvGrpSpPr/>
          <p:nvPr/>
        </p:nvGrpSpPr>
        <p:grpSpPr>
          <a:xfrm>
            <a:off x="6878054" y="2115972"/>
            <a:ext cx="4198939" cy="2055813"/>
            <a:chOff x="6878054" y="2115972"/>
            <a:chExt cx="4198939" cy="2055813"/>
          </a:xfrm>
        </p:grpSpPr>
        <p:grpSp>
          <p:nvGrpSpPr>
            <p:cNvPr id="44" name="Group 11">
              <a:extLst>
                <a:ext uri="{FF2B5EF4-FFF2-40B4-BE49-F238E27FC236}">
                  <a16:creationId xmlns:a16="http://schemas.microsoft.com/office/drawing/2014/main" id="{798733F7-216A-784C-9688-7517E2CC9831}"/>
                </a:ext>
              </a:extLst>
            </p:cNvPr>
            <p:cNvGrpSpPr>
              <a:grpSpLocks/>
            </p:cNvGrpSpPr>
            <p:nvPr/>
          </p:nvGrpSpPr>
          <p:grpSpPr bwMode="auto">
            <a:xfrm>
              <a:off x="6890754" y="2115972"/>
              <a:ext cx="3635376" cy="971550"/>
              <a:chOff x="3241" y="1750"/>
              <a:chExt cx="2290" cy="612"/>
            </a:xfrm>
          </p:grpSpPr>
          <p:sp>
            <p:nvSpPr>
              <p:cNvPr id="49" name="Text Box 12">
                <a:extLst>
                  <a:ext uri="{FF2B5EF4-FFF2-40B4-BE49-F238E27FC236}">
                    <a16:creationId xmlns:a16="http://schemas.microsoft.com/office/drawing/2014/main" id="{4BB2271A-4FFC-8048-A612-7E12F9F50E74}"/>
                  </a:ext>
                </a:extLst>
              </p:cNvPr>
              <p:cNvSpPr txBox="1">
                <a:spLocks noChangeArrowheads="1"/>
              </p:cNvSpPr>
              <p:nvPr/>
            </p:nvSpPr>
            <p:spPr bwMode="auto">
              <a:xfrm>
                <a:off x="3241" y="1750"/>
                <a:ext cx="102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Text Box 13">
                <a:extLst>
                  <a:ext uri="{FF2B5EF4-FFF2-40B4-BE49-F238E27FC236}">
                    <a16:creationId xmlns:a16="http://schemas.microsoft.com/office/drawing/2014/main" id="{277D84D0-CE11-2846-B401-8AB4D0BF51EF}"/>
                  </a:ext>
                </a:extLst>
              </p:cNvPr>
              <p:cNvSpPr txBox="1">
                <a:spLocks noChangeArrowheads="1"/>
              </p:cNvSpPr>
              <p:nvPr/>
            </p:nvSpPr>
            <p:spPr bwMode="auto">
              <a:xfrm>
                <a:off x="3241" y="1944"/>
                <a:ext cx="2290"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6" name="Text Box 15">
              <a:extLst>
                <a:ext uri="{FF2B5EF4-FFF2-40B4-BE49-F238E27FC236}">
                  <a16:creationId xmlns:a16="http://schemas.microsoft.com/office/drawing/2014/main" id="{97D964F3-BC0D-9344-837B-2B0BF990E4A5}"/>
                </a:ext>
              </a:extLst>
            </p:cNvPr>
            <p:cNvSpPr txBox="1">
              <a:spLocks noChangeArrowheads="1"/>
            </p:cNvSpPr>
            <p:nvPr/>
          </p:nvSpPr>
          <p:spPr bwMode="auto">
            <a:xfrm>
              <a:off x="6878054" y="3247860"/>
              <a:ext cx="4198939"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datagram with serverIP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And port=x; send datagram via</a:t>
              </a:r>
              <a:b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47" name="Line 16">
              <a:extLst>
                <a:ext uri="{FF2B5EF4-FFF2-40B4-BE49-F238E27FC236}">
                  <a16:creationId xmlns:a16="http://schemas.microsoft.com/office/drawing/2014/main" id="{7EC03F56-353B-7E42-A0A2-334C1287EAFA}"/>
                </a:ext>
              </a:extLst>
            </p:cNvPr>
            <p:cNvSpPr>
              <a:spLocks noChangeShapeType="1"/>
            </p:cNvSpPr>
            <p:nvPr/>
          </p:nvSpPr>
          <p:spPr bwMode="auto">
            <a:xfrm>
              <a:off x="7574967" y="3052597"/>
              <a:ext cx="0" cy="32385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 name="Line 17">
            <a:extLst>
              <a:ext uri="{FF2B5EF4-FFF2-40B4-BE49-F238E27FC236}">
                <a16:creationId xmlns:a16="http://schemas.microsoft.com/office/drawing/2014/main" id="{40634A1C-2FFB-FC4C-80CE-D90FD19221DF}"/>
              </a:ext>
            </a:extLst>
          </p:cNvPr>
          <p:cNvSpPr>
            <a:spLocks noChangeShapeType="1"/>
          </p:cNvSpPr>
          <p:nvPr/>
        </p:nvSpPr>
        <p:spPr bwMode="auto">
          <a:xfrm flipH="1">
            <a:off x="4498391" y="3652672"/>
            <a:ext cx="2409826" cy="4000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Text Box 18">
            <a:extLst>
              <a:ext uri="{FF2B5EF4-FFF2-40B4-BE49-F238E27FC236}">
                <a16:creationId xmlns:a16="http://schemas.microsoft.com/office/drawing/2014/main" id="{C819A4BA-113E-964D-96AD-ED683094AA75}"/>
              </a:ext>
            </a:extLst>
          </p:cNvPr>
          <p:cNvSpPr txBox="1">
            <a:spLocks noChangeArrowheads="1"/>
          </p:cNvSpPr>
          <p:nvPr/>
        </p:nvSpPr>
        <p:spPr bwMode="auto">
          <a:xfrm>
            <a:off x="2318754" y="2335047"/>
            <a:ext cx="24622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 port= x:</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Text Box 19">
            <a:extLst>
              <a:ext uri="{FF2B5EF4-FFF2-40B4-BE49-F238E27FC236}">
                <a16:creationId xmlns:a16="http://schemas.microsoft.com/office/drawing/2014/main" id="{E75AC30B-2B60-9B49-9BC6-1121B1556EA2}"/>
              </a:ext>
            </a:extLst>
          </p:cNvPr>
          <p:cNvSpPr txBox="1">
            <a:spLocks noChangeArrowheads="1"/>
          </p:cNvSpPr>
          <p:nvPr/>
        </p:nvSpPr>
        <p:spPr bwMode="auto">
          <a:xfrm>
            <a:off x="2331454" y="2630322"/>
            <a:ext cx="3635375"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3" name="Group 20">
            <a:extLst>
              <a:ext uri="{FF2B5EF4-FFF2-40B4-BE49-F238E27FC236}">
                <a16:creationId xmlns:a16="http://schemas.microsoft.com/office/drawing/2014/main" id="{105B53F6-4E11-9B4F-83AD-A12D7B45002E}"/>
              </a:ext>
            </a:extLst>
          </p:cNvPr>
          <p:cNvGrpSpPr>
            <a:grpSpLocks/>
          </p:cNvGrpSpPr>
          <p:nvPr/>
        </p:nvGrpSpPr>
        <p:grpSpPr bwMode="auto">
          <a:xfrm>
            <a:off x="2344154" y="3293897"/>
            <a:ext cx="2211387" cy="1109663"/>
            <a:chOff x="589" y="1982"/>
            <a:chExt cx="1393" cy="699"/>
          </a:xfrm>
        </p:grpSpPr>
        <p:sp>
          <p:nvSpPr>
            <p:cNvPr id="54" name="Line 21">
              <a:extLst>
                <a:ext uri="{FF2B5EF4-FFF2-40B4-BE49-F238E27FC236}">
                  <a16:creationId xmlns:a16="http://schemas.microsoft.com/office/drawing/2014/main" id="{2DB889B3-B55C-E94B-B323-72AECF179D85}"/>
                </a:ext>
              </a:extLst>
            </p:cNvPr>
            <p:cNvSpPr>
              <a:spLocks noChangeShapeType="1"/>
            </p:cNvSpPr>
            <p:nvPr/>
          </p:nvSpPr>
          <p:spPr bwMode="auto">
            <a:xfrm>
              <a:off x="1276" y="1982"/>
              <a:ext cx="0" cy="36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22">
              <a:extLst>
                <a:ext uri="{FF2B5EF4-FFF2-40B4-BE49-F238E27FC236}">
                  <a16:creationId xmlns:a16="http://schemas.microsoft.com/office/drawing/2014/main" id="{9FE4B9D3-FE8A-7E4C-8E08-01C28E81023D}"/>
                </a:ext>
              </a:extLst>
            </p:cNvPr>
            <p:cNvSpPr txBox="1">
              <a:spLocks noChangeArrowheads="1"/>
            </p:cNvSpPr>
            <p:nvPr/>
          </p:nvSpPr>
          <p:spPr bwMode="auto">
            <a:xfrm>
              <a:off x="589" y="227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a:t>
              </a:r>
              <a:r>
                <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6" name="Group 23">
            <a:extLst>
              <a:ext uri="{FF2B5EF4-FFF2-40B4-BE49-F238E27FC236}">
                <a16:creationId xmlns:a16="http://schemas.microsoft.com/office/drawing/2014/main" id="{6729A767-0894-134A-B58D-6CE959F3ABBB}"/>
              </a:ext>
            </a:extLst>
          </p:cNvPr>
          <p:cNvGrpSpPr>
            <a:grpSpLocks/>
          </p:cNvGrpSpPr>
          <p:nvPr/>
        </p:nvGrpSpPr>
        <p:grpSpPr bwMode="auto">
          <a:xfrm>
            <a:off x="2607679" y="4405147"/>
            <a:ext cx="4202112" cy="1698625"/>
            <a:chOff x="755" y="2696"/>
            <a:chExt cx="2647" cy="1070"/>
          </a:xfrm>
        </p:grpSpPr>
        <p:sp>
          <p:nvSpPr>
            <p:cNvPr id="57" name="Text Box 24">
              <a:extLst>
                <a:ext uri="{FF2B5EF4-FFF2-40B4-BE49-F238E27FC236}">
                  <a16:creationId xmlns:a16="http://schemas.microsoft.com/office/drawing/2014/main" id="{45FE834E-F5E7-9341-B57D-B054DC6E28DA}"/>
                </a:ext>
              </a:extLst>
            </p:cNvPr>
            <p:cNvSpPr txBox="1">
              <a:spLocks noChangeArrowheads="1"/>
            </p:cNvSpPr>
            <p:nvPr/>
          </p:nvSpPr>
          <p:spPr bwMode="auto">
            <a:xfrm>
              <a:off x="755" y="2835"/>
              <a:ext cx="1062" cy="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write reply to</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specifying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client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 number</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25">
              <a:extLst>
                <a:ext uri="{FF2B5EF4-FFF2-40B4-BE49-F238E27FC236}">
                  <a16:creationId xmlns:a16="http://schemas.microsoft.com/office/drawing/2014/main" id="{77A2D0F4-2C33-7B48-B528-6DAF87636FD4}"/>
                </a:ext>
              </a:extLst>
            </p:cNvPr>
            <p:cNvSpPr>
              <a:spLocks noChangeShapeType="1"/>
            </p:cNvSpPr>
            <p:nvPr/>
          </p:nvSpPr>
          <p:spPr bwMode="auto">
            <a:xfrm>
              <a:off x="1278" y="2696"/>
              <a:ext cx="0" cy="198"/>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Line 26">
              <a:extLst>
                <a:ext uri="{FF2B5EF4-FFF2-40B4-BE49-F238E27FC236}">
                  <a16:creationId xmlns:a16="http://schemas.microsoft.com/office/drawing/2014/main" id="{77CA0ACB-6768-D649-A01B-D103D4E2B585}"/>
                </a:ext>
              </a:extLst>
            </p:cNvPr>
            <p:cNvSpPr>
              <a:spLocks noChangeShapeType="1"/>
            </p:cNvSpPr>
            <p:nvPr/>
          </p:nvSpPr>
          <p:spPr bwMode="auto">
            <a:xfrm>
              <a:off x="1866" y="2970"/>
              <a:ext cx="1536" cy="18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BA5A099E-C76D-334B-B273-AED0342E41BB}"/>
              </a:ext>
            </a:extLst>
          </p:cNvPr>
          <p:cNvSpPr txBox="1">
            <a:spLocks noChangeArrowheads="1"/>
          </p:cNvSpPr>
          <p:nvPr/>
        </p:nvSpPr>
        <p:spPr bwMode="auto">
          <a:xfrm>
            <a:off x="2036195" y="1465007"/>
            <a:ext cx="328609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(running on serverIP)</a:t>
            </a:r>
          </a:p>
        </p:txBody>
      </p:sp>
      <p:sp>
        <p:nvSpPr>
          <p:cNvPr id="61" name="Text Box 23">
            <a:extLst>
              <a:ext uri="{FF2B5EF4-FFF2-40B4-BE49-F238E27FC236}">
                <a16:creationId xmlns:a16="http://schemas.microsoft.com/office/drawing/2014/main" id="{2C0B647E-1C2C-574A-86D4-A8DBF242771B}"/>
              </a:ext>
            </a:extLst>
          </p:cNvPr>
          <p:cNvSpPr txBox="1">
            <a:spLocks noChangeArrowheads="1"/>
          </p:cNvSpPr>
          <p:nvPr/>
        </p:nvSpPr>
        <p:spPr bwMode="auto">
          <a:xfrm>
            <a:off x="6840313" y="141639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client</a:t>
            </a:r>
          </a:p>
        </p:txBody>
      </p:sp>
      <p:grpSp>
        <p:nvGrpSpPr>
          <p:cNvPr id="64" name="Group 34">
            <a:extLst>
              <a:ext uri="{FF2B5EF4-FFF2-40B4-BE49-F238E27FC236}">
                <a16:creationId xmlns:a16="http://schemas.microsoft.com/office/drawing/2014/main" id="{B18363F5-9DA8-C844-9FF5-8607E23ECAE0}"/>
              </a:ext>
            </a:extLst>
          </p:cNvPr>
          <p:cNvGrpSpPr>
            <a:grpSpLocks/>
          </p:cNvGrpSpPr>
          <p:nvPr/>
        </p:nvGrpSpPr>
        <p:grpSpPr bwMode="auto">
          <a:xfrm>
            <a:off x="1534349" y="1399326"/>
            <a:ext cx="422275" cy="685800"/>
            <a:chOff x="4140" y="429"/>
            <a:chExt cx="1425" cy="2396"/>
          </a:xfrm>
        </p:grpSpPr>
        <p:sp>
          <p:nvSpPr>
            <p:cNvPr id="65" name="Freeform 35">
              <a:extLst>
                <a:ext uri="{FF2B5EF4-FFF2-40B4-BE49-F238E27FC236}">
                  <a16:creationId xmlns:a16="http://schemas.microsoft.com/office/drawing/2014/main" id="{0528A8CB-65E5-964D-B654-85E03FD18B5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36">
              <a:extLst>
                <a:ext uri="{FF2B5EF4-FFF2-40B4-BE49-F238E27FC236}">
                  <a16:creationId xmlns:a16="http://schemas.microsoft.com/office/drawing/2014/main" id="{6E84855E-322D-B04A-A7A9-4DC0337256CF}"/>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Freeform 37">
              <a:extLst>
                <a:ext uri="{FF2B5EF4-FFF2-40B4-BE49-F238E27FC236}">
                  <a16:creationId xmlns:a16="http://schemas.microsoft.com/office/drawing/2014/main" id="{0DE429C7-30A9-C04A-A526-765AC5EAA18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38">
              <a:extLst>
                <a:ext uri="{FF2B5EF4-FFF2-40B4-BE49-F238E27FC236}">
                  <a16:creationId xmlns:a16="http://schemas.microsoft.com/office/drawing/2014/main" id="{DF53DCF7-7CCE-A14D-89D6-6AAAE8C142F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39">
              <a:extLst>
                <a:ext uri="{FF2B5EF4-FFF2-40B4-BE49-F238E27FC236}">
                  <a16:creationId xmlns:a16="http://schemas.microsoft.com/office/drawing/2014/main" id="{FCF7FE3C-7CB1-1949-80FD-5DEB7C2DF81F}"/>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0" name="Group 40">
              <a:extLst>
                <a:ext uri="{FF2B5EF4-FFF2-40B4-BE49-F238E27FC236}">
                  <a16:creationId xmlns:a16="http://schemas.microsoft.com/office/drawing/2014/main" id="{9EA93011-9988-1C46-8FFD-C704F4A48C93}"/>
                </a:ext>
              </a:extLst>
            </p:cNvPr>
            <p:cNvGrpSpPr>
              <a:grpSpLocks/>
            </p:cNvGrpSpPr>
            <p:nvPr/>
          </p:nvGrpSpPr>
          <p:grpSpPr bwMode="auto">
            <a:xfrm>
              <a:off x="4749" y="668"/>
              <a:ext cx="581" cy="145"/>
              <a:chOff x="614" y="2568"/>
              <a:chExt cx="725" cy="139"/>
            </a:xfrm>
          </p:grpSpPr>
          <p:sp>
            <p:nvSpPr>
              <p:cNvPr id="95" name="AutoShape 41">
                <a:extLst>
                  <a:ext uri="{FF2B5EF4-FFF2-40B4-BE49-F238E27FC236}">
                    <a16:creationId xmlns:a16="http://schemas.microsoft.com/office/drawing/2014/main" id="{79ABB3C1-EE56-6F45-9499-45BC8012910B}"/>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AutoShape 42">
                <a:extLst>
                  <a:ext uri="{FF2B5EF4-FFF2-40B4-BE49-F238E27FC236}">
                    <a16:creationId xmlns:a16="http://schemas.microsoft.com/office/drawing/2014/main" id="{3CE416CE-22C1-B44C-A8BC-DD8D49FA16E5}"/>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1" name="Rectangle 43">
              <a:extLst>
                <a:ext uri="{FF2B5EF4-FFF2-40B4-BE49-F238E27FC236}">
                  <a16:creationId xmlns:a16="http://schemas.microsoft.com/office/drawing/2014/main" id="{E9AF4519-635B-C444-AD0B-889732CA4F5A}"/>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2" name="Group 44">
              <a:extLst>
                <a:ext uri="{FF2B5EF4-FFF2-40B4-BE49-F238E27FC236}">
                  <a16:creationId xmlns:a16="http://schemas.microsoft.com/office/drawing/2014/main" id="{AE3F7048-2B7F-8146-8234-207ED13E9021}"/>
                </a:ext>
              </a:extLst>
            </p:cNvPr>
            <p:cNvGrpSpPr>
              <a:grpSpLocks/>
            </p:cNvGrpSpPr>
            <p:nvPr/>
          </p:nvGrpSpPr>
          <p:grpSpPr bwMode="auto">
            <a:xfrm>
              <a:off x="4747" y="994"/>
              <a:ext cx="581" cy="134"/>
              <a:chOff x="614" y="2568"/>
              <a:chExt cx="725" cy="139"/>
            </a:xfrm>
          </p:grpSpPr>
          <p:sp>
            <p:nvSpPr>
              <p:cNvPr id="93" name="AutoShape 45">
                <a:extLst>
                  <a:ext uri="{FF2B5EF4-FFF2-40B4-BE49-F238E27FC236}">
                    <a16:creationId xmlns:a16="http://schemas.microsoft.com/office/drawing/2014/main" id="{53908CFC-D723-4742-8456-2D30C66E3524}"/>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AutoShape 46">
                <a:extLst>
                  <a:ext uri="{FF2B5EF4-FFF2-40B4-BE49-F238E27FC236}">
                    <a16:creationId xmlns:a16="http://schemas.microsoft.com/office/drawing/2014/main" id="{3A7947BE-FF10-9D41-9767-56A9F87FC393}"/>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3" name="Rectangle 47">
              <a:extLst>
                <a:ext uri="{FF2B5EF4-FFF2-40B4-BE49-F238E27FC236}">
                  <a16:creationId xmlns:a16="http://schemas.microsoft.com/office/drawing/2014/main" id="{A116F8BE-CE6D-0046-BBDF-ED91EC563CE1}"/>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4" name="Rectangle 48">
              <a:extLst>
                <a:ext uri="{FF2B5EF4-FFF2-40B4-BE49-F238E27FC236}">
                  <a16:creationId xmlns:a16="http://schemas.microsoft.com/office/drawing/2014/main" id="{EDDDAA43-84E9-5649-B997-CD32383C8A23}"/>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5" name="Group 49">
              <a:extLst>
                <a:ext uri="{FF2B5EF4-FFF2-40B4-BE49-F238E27FC236}">
                  <a16:creationId xmlns:a16="http://schemas.microsoft.com/office/drawing/2014/main" id="{ED22CCB4-0F75-C14E-8FF6-F0FB9D3FC9FC}"/>
                </a:ext>
              </a:extLst>
            </p:cNvPr>
            <p:cNvGrpSpPr>
              <a:grpSpLocks/>
            </p:cNvGrpSpPr>
            <p:nvPr/>
          </p:nvGrpSpPr>
          <p:grpSpPr bwMode="auto">
            <a:xfrm>
              <a:off x="4735" y="1627"/>
              <a:ext cx="582" cy="151"/>
              <a:chOff x="614" y="2568"/>
              <a:chExt cx="725" cy="139"/>
            </a:xfrm>
          </p:grpSpPr>
          <p:sp>
            <p:nvSpPr>
              <p:cNvPr id="91" name="AutoShape 50">
                <a:extLst>
                  <a:ext uri="{FF2B5EF4-FFF2-40B4-BE49-F238E27FC236}">
                    <a16:creationId xmlns:a16="http://schemas.microsoft.com/office/drawing/2014/main" id="{23A963E3-E563-8243-8CD5-AD41B731D0B3}"/>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2" name="AutoShape 51">
                <a:extLst>
                  <a:ext uri="{FF2B5EF4-FFF2-40B4-BE49-F238E27FC236}">
                    <a16:creationId xmlns:a16="http://schemas.microsoft.com/office/drawing/2014/main" id="{3CDFE710-0763-8B45-AFC8-16BE12CABF0C}"/>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6" name="Freeform 52">
              <a:extLst>
                <a:ext uri="{FF2B5EF4-FFF2-40B4-BE49-F238E27FC236}">
                  <a16:creationId xmlns:a16="http://schemas.microsoft.com/office/drawing/2014/main" id="{DFF03B02-CD58-954F-8277-362C27F82A3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7" name="Group 53">
              <a:extLst>
                <a:ext uri="{FF2B5EF4-FFF2-40B4-BE49-F238E27FC236}">
                  <a16:creationId xmlns:a16="http://schemas.microsoft.com/office/drawing/2014/main" id="{3E689C5E-F98B-8049-943E-5C1ACD1083B3}"/>
                </a:ext>
              </a:extLst>
            </p:cNvPr>
            <p:cNvGrpSpPr>
              <a:grpSpLocks/>
            </p:cNvGrpSpPr>
            <p:nvPr/>
          </p:nvGrpSpPr>
          <p:grpSpPr bwMode="auto">
            <a:xfrm>
              <a:off x="4739" y="1327"/>
              <a:ext cx="582" cy="139"/>
              <a:chOff x="614" y="2568"/>
              <a:chExt cx="725" cy="139"/>
            </a:xfrm>
          </p:grpSpPr>
          <p:sp>
            <p:nvSpPr>
              <p:cNvPr id="89" name="AutoShape 54">
                <a:extLst>
                  <a:ext uri="{FF2B5EF4-FFF2-40B4-BE49-F238E27FC236}">
                    <a16:creationId xmlns:a16="http://schemas.microsoft.com/office/drawing/2014/main" id="{6761E2B1-103D-4445-A2AE-88446D2628E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0" name="AutoShape 55">
                <a:extLst>
                  <a:ext uri="{FF2B5EF4-FFF2-40B4-BE49-F238E27FC236}">
                    <a16:creationId xmlns:a16="http://schemas.microsoft.com/office/drawing/2014/main" id="{EAB91C60-8F54-7C41-988D-5BE6CF059545}"/>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8" name="Rectangle 56">
              <a:extLst>
                <a:ext uri="{FF2B5EF4-FFF2-40B4-BE49-F238E27FC236}">
                  <a16:creationId xmlns:a16="http://schemas.microsoft.com/office/drawing/2014/main" id="{87AAEB8B-15DB-FF40-9AE1-E4AF827B85B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Freeform 57">
              <a:extLst>
                <a:ext uri="{FF2B5EF4-FFF2-40B4-BE49-F238E27FC236}">
                  <a16:creationId xmlns:a16="http://schemas.microsoft.com/office/drawing/2014/main" id="{CC9C0288-5815-DA49-8C3D-91F3048A636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8">
              <a:extLst>
                <a:ext uri="{FF2B5EF4-FFF2-40B4-BE49-F238E27FC236}">
                  <a16:creationId xmlns:a16="http://schemas.microsoft.com/office/drawing/2014/main" id="{298D6A78-AAD4-6C42-8184-6B5B0ADD712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Oval 59">
              <a:extLst>
                <a:ext uri="{FF2B5EF4-FFF2-40B4-BE49-F238E27FC236}">
                  <a16:creationId xmlns:a16="http://schemas.microsoft.com/office/drawing/2014/main" id="{2C2ADEA9-27C8-8047-B295-9313B8ABB6DD}"/>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Freeform 60">
              <a:extLst>
                <a:ext uri="{FF2B5EF4-FFF2-40B4-BE49-F238E27FC236}">
                  <a16:creationId xmlns:a16="http://schemas.microsoft.com/office/drawing/2014/main" id="{9CAEC79C-34C3-884C-93EA-251A84F7068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AutoShape 61">
              <a:extLst>
                <a:ext uri="{FF2B5EF4-FFF2-40B4-BE49-F238E27FC236}">
                  <a16:creationId xmlns:a16="http://schemas.microsoft.com/office/drawing/2014/main" id="{36B22FB8-29CC-B041-B349-ADB1A1CF0D5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AutoShape 62">
              <a:extLst>
                <a:ext uri="{FF2B5EF4-FFF2-40B4-BE49-F238E27FC236}">
                  <a16:creationId xmlns:a16="http://schemas.microsoft.com/office/drawing/2014/main" id="{A568E896-D157-6749-8B5C-38036DCDA9C8}"/>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63">
              <a:extLst>
                <a:ext uri="{FF2B5EF4-FFF2-40B4-BE49-F238E27FC236}">
                  <a16:creationId xmlns:a16="http://schemas.microsoft.com/office/drawing/2014/main" id="{76E67DE4-8580-984E-96DB-32AA41DD1301}"/>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6" name="Oval 64">
              <a:extLst>
                <a:ext uri="{FF2B5EF4-FFF2-40B4-BE49-F238E27FC236}">
                  <a16:creationId xmlns:a16="http://schemas.microsoft.com/office/drawing/2014/main" id="{B85D964A-BC7F-0243-8B3C-55498AEBC027}"/>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7" name="Oval 65">
              <a:extLst>
                <a:ext uri="{FF2B5EF4-FFF2-40B4-BE49-F238E27FC236}">
                  <a16:creationId xmlns:a16="http://schemas.microsoft.com/office/drawing/2014/main" id="{1023622E-7290-DB4F-BDFC-4AE5806C35D8}"/>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66">
              <a:extLst>
                <a:ext uri="{FF2B5EF4-FFF2-40B4-BE49-F238E27FC236}">
                  <a16:creationId xmlns:a16="http://schemas.microsoft.com/office/drawing/2014/main" id="{C404F913-10F9-264F-B4B2-2C47E82E0029}"/>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67">
            <a:extLst>
              <a:ext uri="{FF2B5EF4-FFF2-40B4-BE49-F238E27FC236}">
                <a16:creationId xmlns:a16="http://schemas.microsoft.com/office/drawing/2014/main" id="{CED85610-CD29-5E4F-BB21-F275B7666450}"/>
              </a:ext>
            </a:extLst>
          </p:cNvPr>
          <p:cNvGrpSpPr>
            <a:grpSpLocks/>
          </p:cNvGrpSpPr>
          <p:nvPr/>
        </p:nvGrpSpPr>
        <p:grpSpPr bwMode="auto">
          <a:xfrm>
            <a:off x="7841666" y="1346443"/>
            <a:ext cx="742950" cy="742950"/>
            <a:chOff x="-44" y="1473"/>
            <a:chExt cx="981" cy="1105"/>
          </a:xfrm>
        </p:grpSpPr>
        <p:pic>
          <p:nvPicPr>
            <p:cNvPr id="98" name="Picture 68" descr="desktop_computer_stylized_medium">
              <a:extLst>
                <a:ext uri="{FF2B5EF4-FFF2-40B4-BE49-F238E27FC236}">
                  <a16:creationId xmlns:a16="http://schemas.microsoft.com/office/drawing/2014/main" id="{1830ACA4-0FBE-1142-BE23-D05178A5FE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a:extLst>
                <a:ext uri="{FF2B5EF4-FFF2-40B4-BE49-F238E27FC236}">
                  <a16:creationId xmlns:a16="http://schemas.microsoft.com/office/drawing/2014/main" id="{E76D0C82-A009-EE46-B2AF-9D042C9D0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0" name="Slide Number Placeholder 2">
            <a:extLst>
              <a:ext uri="{FF2B5EF4-FFF2-40B4-BE49-F238E27FC236}">
                <a16:creationId xmlns:a16="http://schemas.microsoft.com/office/drawing/2014/main" id="{AC47B214-54CF-3041-98BF-A73AC365F808}"/>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101</a:t>
            </a:fld>
            <a:endParaRPr lang="en-US" dirty="0"/>
          </a:p>
        </p:txBody>
      </p:sp>
    </p:spTree>
    <p:extLst>
      <p:ext uri="{BB962C8B-B14F-4D97-AF65-F5344CB8AC3E}">
        <p14:creationId xmlns:p14="http://schemas.microsoft.com/office/powerpoint/2010/main" val="1432250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grpId="0"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wipe(right)">
                                      <p:cBhvr>
                                        <p:cTn id="12" dur="500"/>
                                        <p:tgtEl>
                                          <p:spTgt spid="4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dissolve">
                                      <p:cBhvr>
                                        <p:cTn id="17" dur="5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wipe(up)">
                                      <p:cBhvr>
                                        <p:cTn id="22" dur="500"/>
                                        <p:tgtEl>
                                          <p:spTgt spid="5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wipe(up)">
                                      <p:cBhvr>
                                        <p:cTn id="2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UDP client</a:t>
            </a:r>
            <a:endParaRPr lang="en-US" altLang="en-US" sz="5400" dirty="0">
              <a:solidFill>
                <a:srgbClr val="000099"/>
              </a:solidFill>
              <a:ea typeface="ＭＳ Ｐゴシック" panose="020B0600070205080204" pitchFamily="34" charset="-128"/>
              <a:cs typeface="+mn-cs"/>
            </a:endParaRPr>
          </a:p>
        </p:txBody>
      </p:sp>
      <p:sp>
        <p:nvSpPr>
          <p:cNvPr id="100" name="TextBox 1">
            <a:extLst>
              <a:ext uri="{FF2B5EF4-FFF2-40B4-BE49-F238E27FC236}">
                <a16:creationId xmlns:a16="http://schemas.microsoft.com/office/drawing/2014/main" id="{536333E5-2CE2-9346-82C1-DACAC294646B}"/>
              </a:ext>
            </a:extLst>
          </p:cNvPr>
          <p:cNvSpPr txBox="1">
            <a:spLocks noChangeArrowheads="1"/>
          </p:cNvSpPr>
          <p:nvPr/>
        </p:nvSpPr>
        <p:spPr bwMode="auto">
          <a:xfrm>
            <a:off x="5404044" y="1906313"/>
            <a:ext cx="5889754" cy="4267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 = 'hostname'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 = socket(AF_INET, </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SOCK_DGRAM)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message = input('Input lowercase sentence:')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clientSocket.sendto</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(message.encode(),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(serverName, 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modifiedMessage, serverAddress =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clientSocket.recvfrom(2048)</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print(modifiedMessage.decode())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clientSocket.close()</a:t>
            </a:r>
          </a:p>
        </p:txBody>
      </p:sp>
      <p:sp>
        <p:nvSpPr>
          <p:cNvPr id="101" name="TextBox 2">
            <a:extLst>
              <a:ext uri="{FF2B5EF4-FFF2-40B4-BE49-F238E27FC236}">
                <a16:creationId xmlns:a16="http://schemas.microsoft.com/office/drawing/2014/main" id="{71D41B91-E8C8-6145-A56E-4FC2D52EA94E}"/>
              </a:ext>
            </a:extLst>
          </p:cNvPr>
          <p:cNvSpPr txBox="1">
            <a:spLocks noChangeArrowheads="1"/>
          </p:cNvSpPr>
          <p:nvPr/>
        </p:nvSpPr>
        <p:spPr bwMode="auto">
          <a:xfrm>
            <a:off x="5416744" y="1423713"/>
            <a:ext cx="27416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UDPClient</a:t>
            </a:r>
          </a:p>
        </p:txBody>
      </p:sp>
      <p:grpSp>
        <p:nvGrpSpPr>
          <p:cNvPr id="102" name="Group 46">
            <a:extLst>
              <a:ext uri="{FF2B5EF4-FFF2-40B4-BE49-F238E27FC236}">
                <a16:creationId xmlns:a16="http://schemas.microsoft.com/office/drawing/2014/main" id="{F406A622-9128-8442-A93C-56AFB56A7A29}"/>
              </a:ext>
            </a:extLst>
          </p:cNvPr>
          <p:cNvGrpSpPr>
            <a:grpSpLocks/>
          </p:cNvGrpSpPr>
          <p:nvPr/>
        </p:nvGrpSpPr>
        <p:grpSpPr bwMode="auto">
          <a:xfrm>
            <a:off x="2456662" y="1963666"/>
            <a:ext cx="3023734" cy="297517"/>
            <a:chOff x="-242132" y="1766968"/>
            <a:chExt cx="3023579" cy="298280"/>
          </a:xfrm>
        </p:grpSpPr>
        <p:sp>
          <p:nvSpPr>
            <p:cNvPr id="103" name="TextBox 3">
              <a:extLst>
                <a:ext uri="{FF2B5EF4-FFF2-40B4-BE49-F238E27FC236}">
                  <a16:creationId xmlns:a16="http://schemas.microsoft.com/office/drawing/2014/main" id="{12DA0434-01DE-E046-B7D5-1EDBB8B2D0C5}"/>
                </a:ext>
              </a:extLst>
            </p:cNvPr>
            <p:cNvSpPr txBox="1">
              <a:spLocks noChangeArrowheads="1"/>
            </p:cNvSpPr>
            <p:nvPr/>
          </p:nvSpPr>
          <p:spPr bwMode="auto">
            <a:xfrm>
              <a:off x="-242132" y="1766968"/>
              <a:ext cx="3023579" cy="298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include Python’s socket library</a:t>
              </a:r>
            </a:p>
          </p:txBody>
        </p:sp>
        <p:cxnSp>
          <p:nvCxnSpPr>
            <p:cNvPr id="104" name="Straight Connector 10">
              <a:extLst>
                <a:ext uri="{FF2B5EF4-FFF2-40B4-BE49-F238E27FC236}">
                  <a16:creationId xmlns:a16="http://schemas.microsoft.com/office/drawing/2014/main" id="{3C3F6D39-A2A8-4349-A503-867255F17A18}"/>
                </a:ext>
              </a:extLst>
            </p:cNvPr>
            <p:cNvCxnSpPr>
              <a:cxnSpLocks noChangeShapeType="1"/>
            </p:cNvCxnSpPr>
            <p:nvPr/>
          </p:nvCxnSpPr>
          <p:spPr bwMode="auto">
            <a:xfrm>
              <a:off x="2309371" y="1930400"/>
              <a:ext cx="370329"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05" name="Group 47">
            <a:extLst>
              <a:ext uri="{FF2B5EF4-FFF2-40B4-BE49-F238E27FC236}">
                <a16:creationId xmlns:a16="http://schemas.microsoft.com/office/drawing/2014/main" id="{0A55EB29-DB79-7645-BE78-7EACF4B9A12B}"/>
              </a:ext>
            </a:extLst>
          </p:cNvPr>
          <p:cNvGrpSpPr>
            <a:grpSpLocks/>
          </p:cNvGrpSpPr>
          <p:nvPr/>
        </p:nvGrpSpPr>
        <p:grpSpPr bwMode="auto">
          <a:xfrm>
            <a:off x="3344907" y="2997131"/>
            <a:ext cx="2943680" cy="307777"/>
            <a:chOff x="1211823" y="2904386"/>
            <a:chExt cx="2271818" cy="307392"/>
          </a:xfrm>
        </p:grpSpPr>
        <p:sp>
          <p:nvSpPr>
            <p:cNvPr id="106" name="TextBox 31">
              <a:extLst>
                <a:ext uri="{FF2B5EF4-FFF2-40B4-BE49-F238E27FC236}">
                  <a16:creationId xmlns:a16="http://schemas.microsoft.com/office/drawing/2014/main" id="{75D75C6C-85BB-3C40-92D3-8502CEABFBD5}"/>
                </a:ext>
              </a:extLst>
            </p:cNvPr>
            <p:cNvSpPr txBox="1">
              <a:spLocks noChangeArrowheads="1"/>
            </p:cNvSpPr>
            <p:nvPr/>
          </p:nvSpPr>
          <p:spPr bwMode="auto">
            <a:xfrm>
              <a:off x="1211823" y="2904386"/>
              <a:ext cx="2271818"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UDP socket</a:t>
              </a:r>
            </a:p>
          </p:txBody>
        </p:sp>
        <p:cxnSp>
          <p:nvCxnSpPr>
            <p:cNvPr id="107" name="Straight Connector 32">
              <a:extLst>
                <a:ext uri="{FF2B5EF4-FFF2-40B4-BE49-F238E27FC236}">
                  <a16:creationId xmlns:a16="http://schemas.microsoft.com/office/drawing/2014/main" id="{DCDED167-6BDC-964B-B56B-76A2BB372069}"/>
                </a:ext>
              </a:extLst>
            </p:cNvPr>
            <p:cNvCxnSpPr>
              <a:cxnSpLocks noChangeShapeType="1"/>
            </p:cNvCxnSpPr>
            <p:nvPr/>
          </p:nvCxnSpPr>
          <p:spPr bwMode="auto">
            <a:xfrm>
              <a:off x="2488965" y="3080272"/>
              <a:ext cx="288707"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08" name="Group 48">
            <a:extLst>
              <a:ext uri="{FF2B5EF4-FFF2-40B4-BE49-F238E27FC236}">
                <a16:creationId xmlns:a16="http://schemas.microsoft.com/office/drawing/2014/main" id="{25E66BBE-B082-AC48-AE42-0CA9F6FF4A7B}"/>
              </a:ext>
            </a:extLst>
          </p:cNvPr>
          <p:cNvGrpSpPr>
            <a:grpSpLocks/>
          </p:cNvGrpSpPr>
          <p:nvPr/>
        </p:nvGrpSpPr>
        <p:grpSpPr bwMode="auto">
          <a:xfrm>
            <a:off x="2988803" y="3664103"/>
            <a:ext cx="2943680" cy="297517"/>
            <a:chOff x="320502" y="3822598"/>
            <a:chExt cx="2944213" cy="297415"/>
          </a:xfrm>
        </p:grpSpPr>
        <p:sp>
          <p:nvSpPr>
            <p:cNvPr id="109" name="TextBox 34">
              <a:extLst>
                <a:ext uri="{FF2B5EF4-FFF2-40B4-BE49-F238E27FC236}">
                  <a16:creationId xmlns:a16="http://schemas.microsoft.com/office/drawing/2014/main" id="{CD0C6081-C6B7-2641-80D1-E2DED8EB5BE8}"/>
                </a:ext>
              </a:extLst>
            </p:cNvPr>
            <p:cNvSpPr txBox="1">
              <a:spLocks noChangeArrowheads="1"/>
            </p:cNvSpPr>
            <p:nvPr/>
          </p:nvSpPr>
          <p:spPr bwMode="auto">
            <a:xfrm>
              <a:off x="320502" y="3822598"/>
              <a:ext cx="2944213" cy="29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get user keyboard input </a:t>
              </a:r>
            </a:p>
          </p:txBody>
        </p:sp>
        <p:cxnSp>
          <p:nvCxnSpPr>
            <p:cNvPr id="110" name="Straight Connector 35">
              <a:extLst>
                <a:ext uri="{FF2B5EF4-FFF2-40B4-BE49-F238E27FC236}">
                  <a16:creationId xmlns:a16="http://schemas.microsoft.com/office/drawing/2014/main" id="{A49CAC45-33DD-284A-9C51-3E8086DB4A3C}"/>
                </a:ext>
              </a:extLst>
            </p:cNvPr>
            <p:cNvCxnSpPr>
              <a:cxnSpLocks noChangeShapeType="1"/>
            </p:cNvCxnSpPr>
            <p:nvPr/>
          </p:nvCxnSpPr>
          <p:spPr bwMode="auto">
            <a:xfrm>
              <a:off x="2340360" y="3968752"/>
              <a:ext cx="381069"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1" name="Group 49">
            <a:extLst>
              <a:ext uri="{FF2B5EF4-FFF2-40B4-BE49-F238E27FC236}">
                <a16:creationId xmlns:a16="http://schemas.microsoft.com/office/drawing/2014/main" id="{48C468B7-1DC1-CB4A-8733-4EA18F6E3330}"/>
              </a:ext>
            </a:extLst>
          </p:cNvPr>
          <p:cNvGrpSpPr>
            <a:grpSpLocks/>
          </p:cNvGrpSpPr>
          <p:nvPr/>
        </p:nvGrpSpPr>
        <p:grpSpPr bwMode="auto">
          <a:xfrm>
            <a:off x="589926" y="4010877"/>
            <a:ext cx="4778572" cy="307777"/>
            <a:chOff x="-2057015" y="4094341"/>
            <a:chExt cx="4779099" cy="307008"/>
          </a:xfrm>
        </p:grpSpPr>
        <p:sp>
          <p:nvSpPr>
            <p:cNvPr id="112" name="TextBox 36">
              <a:extLst>
                <a:ext uri="{FF2B5EF4-FFF2-40B4-BE49-F238E27FC236}">
                  <a16:creationId xmlns:a16="http://schemas.microsoft.com/office/drawing/2014/main" id="{829D5E68-A72B-B34D-8934-6A58024541FB}"/>
                </a:ext>
              </a:extLst>
            </p:cNvPr>
            <p:cNvSpPr txBox="1">
              <a:spLocks noChangeArrowheads="1"/>
            </p:cNvSpPr>
            <p:nvPr/>
          </p:nvSpPr>
          <p:spPr bwMode="auto">
            <a:xfrm>
              <a:off x="-2057015" y="4094341"/>
              <a:ext cx="4723287" cy="307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attach server name, port to message; send into socket</a:t>
              </a:r>
            </a:p>
          </p:txBody>
        </p:sp>
        <p:cxnSp>
          <p:nvCxnSpPr>
            <p:cNvPr id="113" name="Straight Connector 39">
              <a:extLst>
                <a:ext uri="{FF2B5EF4-FFF2-40B4-BE49-F238E27FC236}">
                  <a16:creationId xmlns:a16="http://schemas.microsoft.com/office/drawing/2014/main" id="{B03E6B6D-23CC-9947-A802-0FCAD6FEFCEE}"/>
                </a:ext>
              </a:extLst>
            </p:cNvPr>
            <p:cNvCxnSpPr>
              <a:cxnSpLocks noChangeShapeType="1"/>
            </p:cNvCxnSpPr>
            <p:nvPr/>
          </p:nvCxnSpPr>
          <p:spPr bwMode="auto">
            <a:xfrm flipV="1">
              <a:off x="2360668" y="4261938"/>
              <a:ext cx="361416" cy="557"/>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4" name="Group 55">
            <a:extLst>
              <a:ext uri="{FF2B5EF4-FFF2-40B4-BE49-F238E27FC236}">
                <a16:creationId xmlns:a16="http://schemas.microsoft.com/office/drawing/2014/main" id="{D3297448-7869-B14A-9507-C168A822334C}"/>
              </a:ext>
            </a:extLst>
          </p:cNvPr>
          <p:cNvGrpSpPr>
            <a:grpSpLocks/>
          </p:cNvGrpSpPr>
          <p:nvPr/>
        </p:nvGrpSpPr>
        <p:grpSpPr bwMode="auto">
          <a:xfrm>
            <a:off x="1645918" y="5411634"/>
            <a:ext cx="3787622" cy="307776"/>
            <a:chOff x="-1061954" y="5487008"/>
            <a:chExt cx="3788048" cy="307391"/>
          </a:xfrm>
        </p:grpSpPr>
        <p:sp>
          <p:nvSpPr>
            <p:cNvPr id="115" name="TextBox 61">
              <a:extLst>
                <a:ext uri="{FF2B5EF4-FFF2-40B4-BE49-F238E27FC236}">
                  <a16:creationId xmlns:a16="http://schemas.microsoft.com/office/drawing/2014/main" id="{F3DDBD5F-F332-4149-B743-63C7CFA3F09E}"/>
                </a:ext>
              </a:extLst>
            </p:cNvPr>
            <p:cNvSpPr txBox="1">
              <a:spLocks noChangeArrowheads="1"/>
            </p:cNvSpPr>
            <p:nvPr/>
          </p:nvSpPr>
          <p:spPr bwMode="auto">
            <a:xfrm>
              <a:off x="-1061954" y="5487008"/>
              <a:ext cx="3684841" cy="307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print out received string and close socket</a:t>
              </a:r>
            </a:p>
          </p:txBody>
        </p:sp>
        <p:cxnSp>
          <p:nvCxnSpPr>
            <p:cNvPr id="116" name="Straight Connector 62">
              <a:extLst>
                <a:ext uri="{FF2B5EF4-FFF2-40B4-BE49-F238E27FC236}">
                  <a16:creationId xmlns:a16="http://schemas.microsoft.com/office/drawing/2014/main" id="{0E7498AA-C1D3-274D-B0D2-D6ED3F088FDB}"/>
                </a:ext>
              </a:extLst>
            </p:cNvPr>
            <p:cNvCxnSpPr>
              <a:cxnSpLocks noChangeShapeType="1"/>
            </p:cNvCxnSpPr>
            <p:nvPr/>
          </p:nvCxnSpPr>
          <p:spPr bwMode="auto">
            <a:xfrm>
              <a:off x="2309661" y="5657831"/>
              <a:ext cx="416433"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7" name="Group 54">
            <a:extLst>
              <a:ext uri="{FF2B5EF4-FFF2-40B4-BE49-F238E27FC236}">
                <a16:creationId xmlns:a16="http://schemas.microsoft.com/office/drawing/2014/main" id="{7E74A29F-5607-FC4D-9A4A-9324DFA726A6}"/>
              </a:ext>
            </a:extLst>
          </p:cNvPr>
          <p:cNvGrpSpPr>
            <a:grpSpLocks/>
          </p:cNvGrpSpPr>
          <p:nvPr/>
        </p:nvGrpSpPr>
        <p:grpSpPr bwMode="auto">
          <a:xfrm>
            <a:off x="2137532" y="4571815"/>
            <a:ext cx="4091095" cy="440025"/>
            <a:chOff x="-493741" y="4530536"/>
            <a:chExt cx="4090757" cy="440321"/>
          </a:xfrm>
        </p:grpSpPr>
        <p:sp>
          <p:nvSpPr>
            <p:cNvPr id="118" name="TextBox 56">
              <a:extLst>
                <a:ext uri="{FF2B5EF4-FFF2-40B4-BE49-F238E27FC236}">
                  <a16:creationId xmlns:a16="http://schemas.microsoft.com/office/drawing/2014/main" id="{4535E505-0C85-C345-9726-A22F78213A6E}"/>
                </a:ext>
              </a:extLst>
            </p:cNvPr>
            <p:cNvSpPr txBox="1">
              <a:spLocks noChangeArrowheads="1"/>
            </p:cNvSpPr>
            <p:nvPr/>
          </p:nvSpPr>
          <p:spPr bwMode="auto">
            <a:xfrm>
              <a:off x="-493741" y="4662874"/>
              <a:ext cx="4090757" cy="307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reply data (bytes) from socket</a:t>
              </a:r>
            </a:p>
          </p:txBody>
        </p:sp>
        <p:cxnSp>
          <p:nvCxnSpPr>
            <p:cNvPr id="119" name="Straight Connector 59">
              <a:extLst>
                <a:ext uri="{FF2B5EF4-FFF2-40B4-BE49-F238E27FC236}">
                  <a16:creationId xmlns:a16="http://schemas.microsoft.com/office/drawing/2014/main" id="{DD1F2FDB-E293-DF42-9B53-AA2F24A605E2}"/>
                </a:ext>
              </a:extLst>
            </p:cNvPr>
            <p:cNvCxnSpPr>
              <a:cxnSpLocks noChangeShapeType="1"/>
            </p:cNvCxnSpPr>
            <p:nvPr/>
          </p:nvCxnSpPr>
          <p:spPr bwMode="auto">
            <a:xfrm flipV="1">
              <a:off x="2415586" y="4830837"/>
              <a:ext cx="327418" cy="416"/>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sp>
          <p:nvSpPr>
            <p:cNvPr id="120" name="TextBox 53">
              <a:extLst>
                <a:ext uri="{FF2B5EF4-FFF2-40B4-BE49-F238E27FC236}">
                  <a16:creationId xmlns:a16="http://schemas.microsoft.com/office/drawing/2014/main" id="{97123429-EC80-5746-ADCF-168DB6F1FD95}"/>
                </a:ext>
              </a:extLst>
            </p:cNvPr>
            <p:cNvSpPr txBox="1">
              <a:spLocks noChangeArrowheads="1"/>
            </p:cNvSpPr>
            <p:nvPr/>
          </p:nvSpPr>
          <p:spPr bwMode="auto">
            <a:xfrm>
              <a:off x="-157119" y="4530536"/>
              <a:ext cx="1846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4" name="Slide Number Placeholder 2">
            <a:extLst>
              <a:ext uri="{FF2B5EF4-FFF2-40B4-BE49-F238E27FC236}">
                <a16:creationId xmlns:a16="http://schemas.microsoft.com/office/drawing/2014/main" id="{E72D9EA9-9DC6-CC43-A093-63DB326C6F4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34716B03-306D-C35F-E056-9A7C759C2994}"/>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2512656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02"/>
                                        </p:tgtEl>
                                      </p:cBhvr>
                                    </p:animEffect>
                                    <p:set>
                                      <p:cBhvr>
                                        <p:cTn id="12" dur="1" fill="hold">
                                          <p:stCondLst>
                                            <p:cond delay="499"/>
                                          </p:stCondLst>
                                        </p:cTn>
                                        <p:tgtEl>
                                          <p:spTgt spid="102"/>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05"/>
                                        </p:tgtEl>
                                        <p:attrNameLst>
                                          <p:attrName>style.visibility</p:attrName>
                                        </p:attrNameLst>
                                      </p:cBhvr>
                                      <p:to>
                                        <p:strVal val="visible"/>
                                      </p:to>
                                    </p:set>
                                    <p:animEffect transition="in" filter="dissolve">
                                      <p:cBhvr>
                                        <p:cTn id="15" dur="500"/>
                                        <p:tgtEl>
                                          <p:spTgt spid="105"/>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05"/>
                                        </p:tgtEl>
                                      </p:cBhvr>
                                    </p:animEffect>
                                    <p:set>
                                      <p:cBhvr>
                                        <p:cTn id="20" dur="1" fill="hold">
                                          <p:stCondLst>
                                            <p:cond delay="499"/>
                                          </p:stCondLst>
                                        </p:cTn>
                                        <p:tgtEl>
                                          <p:spTgt spid="105"/>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108"/>
                                        </p:tgtEl>
                                      </p:cBhvr>
                                    </p:animEffect>
                                    <p:set>
                                      <p:cBhvr>
                                        <p:cTn id="28" dur="1" fill="hold">
                                          <p:stCondLst>
                                            <p:cond delay="499"/>
                                          </p:stCondLst>
                                        </p:cTn>
                                        <p:tgtEl>
                                          <p:spTgt spid="108"/>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111"/>
                                        </p:tgtEl>
                                        <p:attrNameLst>
                                          <p:attrName>style.visibility</p:attrName>
                                        </p:attrNameLst>
                                      </p:cBhvr>
                                      <p:to>
                                        <p:strVal val="visible"/>
                                      </p:to>
                                    </p:set>
                                    <p:animEffect transition="in" filter="dissolve">
                                      <p:cBhvr>
                                        <p:cTn id="31" dur="500"/>
                                        <p:tgtEl>
                                          <p:spTgt spid="111"/>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111"/>
                                        </p:tgtEl>
                                      </p:cBhvr>
                                    </p:animEffect>
                                    <p:set>
                                      <p:cBhvr>
                                        <p:cTn id="36" dur="1" fill="hold">
                                          <p:stCondLst>
                                            <p:cond delay="499"/>
                                          </p:stCondLst>
                                        </p:cTn>
                                        <p:tgtEl>
                                          <p:spTgt spid="111"/>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17"/>
                                        </p:tgtEl>
                                        <p:attrNameLst>
                                          <p:attrName>style.visibility</p:attrName>
                                        </p:attrNameLst>
                                      </p:cBhvr>
                                      <p:to>
                                        <p:strVal val="visible"/>
                                      </p:to>
                                    </p:set>
                                    <p:animEffect transition="in" filter="dissolve">
                                      <p:cBhvr>
                                        <p:cTn id="39" dur="500"/>
                                        <p:tgtEl>
                                          <p:spTgt spid="117"/>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117"/>
                                        </p:tgtEl>
                                      </p:cBhvr>
                                    </p:animEffect>
                                    <p:set>
                                      <p:cBhvr>
                                        <p:cTn id="44" dur="1" fill="hold">
                                          <p:stCondLst>
                                            <p:cond delay="499"/>
                                          </p:stCondLst>
                                        </p:cTn>
                                        <p:tgtEl>
                                          <p:spTgt spid="117"/>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114"/>
                                        </p:tgtEl>
                                        <p:attrNameLst>
                                          <p:attrName>style.visibility</p:attrName>
                                        </p:attrNameLst>
                                      </p:cBhvr>
                                      <p:to>
                                        <p:strVal val="visible"/>
                                      </p:to>
                                    </p:set>
                                    <p:animEffect transition="in" filter="dissolve">
                                      <p:cBhvr>
                                        <p:cTn id="47"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UDP server</a:t>
            </a:r>
            <a:endParaRPr lang="en-US" altLang="en-US" sz="5400" dirty="0">
              <a:solidFill>
                <a:srgbClr val="000099"/>
              </a:solidFill>
              <a:ea typeface="ＭＳ Ｐゴシック" panose="020B0600070205080204" pitchFamily="34" charset="-128"/>
              <a:cs typeface="+mn-cs"/>
            </a:endParaRPr>
          </a:p>
        </p:txBody>
      </p:sp>
      <p:sp>
        <p:nvSpPr>
          <p:cNvPr id="101" name="TextBox 2">
            <a:extLst>
              <a:ext uri="{FF2B5EF4-FFF2-40B4-BE49-F238E27FC236}">
                <a16:creationId xmlns:a16="http://schemas.microsoft.com/office/drawing/2014/main" id="{71D41B91-E8C8-6145-A56E-4FC2D52EA94E}"/>
              </a:ext>
            </a:extLst>
          </p:cNvPr>
          <p:cNvSpPr txBox="1">
            <a:spLocks noChangeArrowheads="1"/>
          </p:cNvSpPr>
          <p:nvPr/>
        </p:nvSpPr>
        <p:spPr bwMode="auto">
          <a:xfrm>
            <a:off x="5416744" y="1423713"/>
            <a:ext cx="2786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UDPServer</a:t>
            </a:r>
          </a:p>
        </p:txBody>
      </p:sp>
      <p:sp>
        <p:nvSpPr>
          <p:cNvPr id="25" name="TextBox 1">
            <a:extLst>
              <a:ext uri="{FF2B5EF4-FFF2-40B4-BE49-F238E27FC236}">
                <a16:creationId xmlns:a16="http://schemas.microsoft.com/office/drawing/2014/main" id="{69C030C5-F3D0-9E44-ABCB-6457753A9DFB}"/>
              </a:ext>
            </a:extLst>
          </p:cNvPr>
          <p:cNvSpPr txBox="1">
            <a:spLocks noChangeArrowheads="1"/>
          </p:cNvSpPr>
          <p:nvPr/>
        </p:nvSpPr>
        <p:spPr bwMode="auto">
          <a:xfrm>
            <a:off x="5416744" y="1962946"/>
            <a:ext cx="6128601" cy="3453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 SOCK_DGRAM)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a:t>
            </a:r>
            <a:r>
              <a:rPr kumimoji="0" lang="fr-FR"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a:t>
            </a:r>
            <a:r>
              <a:rPr kumimoji="0" lang="en-US" altLang="ja-JP" sz="20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The server is ready to receive</a:t>
            </a:r>
            <a:r>
              <a:rPr kumimoji="0" lang="en-US" altLang="ja-JP"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True:</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message, clientAddress = serverSocket.recvfrom(2048)</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modifiedMessage = message.decode().upper()</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serverSocket.sendto(modifiedMessage.encode(),</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clientAddress)</a:t>
            </a:r>
          </a:p>
        </p:txBody>
      </p:sp>
      <p:grpSp>
        <p:nvGrpSpPr>
          <p:cNvPr id="26" name="Group 13">
            <a:extLst>
              <a:ext uri="{FF2B5EF4-FFF2-40B4-BE49-F238E27FC236}">
                <a16:creationId xmlns:a16="http://schemas.microsoft.com/office/drawing/2014/main" id="{E6794E5D-F097-A04E-9B91-603D87E112BE}"/>
              </a:ext>
            </a:extLst>
          </p:cNvPr>
          <p:cNvGrpSpPr>
            <a:grpSpLocks/>
          </p:cNvGrpSpPr>
          <p:nvPr/>
        </p:nvGrpSpPr>
        <p:grpSpPr bwMode="auto">
          <a:xfrm>
            <a:off x="3352917" y="2744875"/>
            <a:ext cx="2558753" cy="307975"/>
            <a:chOff x="732830" y="2581901"/>
            <a:chExt cx="2559082" cy="307777"/>
          </a:xfrm>
        </p:grpSpPr>
        <p:sp>
          <p:nvSpPr>
            <p:cNvPr id="27" name="TextBox 31">
              <a:extLst>
                <a:ext uri="{FF2B5EF4-FFF2-40B4-BE49-F238E27FC236}">
                  <a16:creationId xmlns:a16="http://schemas.microsoft.com/office/drawing/2014/main" id="{529ABA9E-2387-AB44-B717-09C05F742B5B}"/>
                </a:ext>
              </a:extLst>
            </p:cNvPr>
            <p:cNvSpPr txBox="1">
              <a:spLocks noChangeArrowheads="1"/>
            </p:cNvSpPr>
            <p:nvPr/>
          </p:nvSpPr>
          <p:spPr bwMode="auto">
            <a:xfrm>
              <a:off x="732830" y="2581901"/>
              <a:ext cx="25590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UDP socket</a:t>
              </a:r>
            </a:p>
          </p:txBody>
        </p:sp>
        <p:cxnSp>
          <p:nvCxnSpPr>
            <p:cNvPr id="28" name="Straight Connector 32">
              <a:extLst>
                <a:ext uri="{FF2B5EF4-FFF2-40B4-BE49-F238E27FC236}">
                  <a16:creationId xmlns:a16="http://schemas.microsoft.com/office/drawing/2014/main" id="{103D9E9D-7411-A240-B0CE-7B858CF05BFE}"/>
                </a:ext>
              </a:extLst>
            </p:cNvPr>
            <p:cNvCxnSpPr>
              <a:cxnSpLocks noChangeShapeType="1"/>
            </p:cNvCxnSpPr>
            <p:nvPr/>
          </p:nvCxnSpPr>
          <p:spPr bwMode="auto">
            <a:xfrm>
              <a:off x="2394178" y="2749550"/>
              <a:ext cx="358094"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9" name="Group 14">
            <a:extLst>
              <a:ext uri="{FF2B5EF4-FFF2-40B4-BE49-F238E27FC236}">
                <a16:creationId xmlns:a16="http://schemas.microsoft.com/office/drawing/2014/main" id="{F985C9C4-F94B-CC47-9BE8-1892C6168FD0}"/>
              </a:ext>
            </a:extLst>
          </p:cNvPr>
          <p:cNvGrpSpPr>
            <a:grpSpLocks/>
          </p:cNvGrpSpPr>
          <p:nvPr/>
        </p:nvGrpSpPr>
        <p:grpSpPr bwMode="auto">
          <a:xfrm>
            <a:off x="1773888" y="3108924"/>
            <a:ext cx="3605785" cy="307777"/>
            <a:chOff x="-896820" y="3018353"/>
            <a:chExt cx="3607385" cy="307392"/>
          </a:xfrm>
        </p:grpSpPr>
        <p:sp>
          <p:nvSpPr>
            <p:cNvPr id="30" name="TextBox 26">
              <a:extLst>
                <a:ext uri="{FF2B5EF4-FFF2-40B4-BE49-F238E27FC236}">
                  <a16:creationId xmlns:a16="http://schemas.microsoft.com/office/drawing/2014/main" id="{8032DBCE-C286-BB46-BD1F-9805EEA319FC}"/>
                </a:ext>
              </a:extLst>
            </p:cNvPr>
            <p:cNvSpPr txBox="1">
              <a:spLocks noChangeArrowheads="1"/>
            </p:cNvSpPr>
            <p:nvPr/>
          </p:nvSpPr>
          <p:spPr bwMode="auto">
            <a:xfrm>
              <a:off x="-896820" y="3018353"/>
              <a:ext cx="3607385"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bind socket to local port number 12000</a:t>
              </a:r>
            </a:p>
          </p:txBody>
        </p:sp>
        <p:cxnSp>
          <p:nvCxnSpPr>
            <p:cNvPr id="31" name="Straight Connector 30">
              <a:extLst>
                <a:ext uri="{FF2B5EF4-FFF2-40B4-BE49-F238E27FC236}">
                  <a16:creationId xmlns:a16="http://schemas.microsoft.com/office/drawing/2014/main" id="{4B47DB91-CB9C-004F-8F0B-B960A536FB15}"/>
                </a:ext>
              </a:extLst>
            </p:cNvPr>
            <p:cNvCxnSpPr>
              <a:cxnSpLocks noChangeShapeType="1"/>
            </p:cNvCxnSpPr>
            <p:nvPr/>
          </p:nvCxnSpPr>
          <p:spPr bwMode="auto">
            <a:xfrm>
              <a:off x="2375948" y="3171825"/>
              <a:ext cx="334255"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2" name="Group 15">
            <a:extLst>
              <a:ext uri="{FF2B5EF4-FFF2-40B4-BE49-F238E27FC236}">
                <a16:creationId xmlns:a16="http://schemas.microsoft.com/office/drawing/2014/main" id="{D747856B-2F4C-494D-8DDA-72B42F0090C3}"/>
              </a:ext>
            </a:extLst>
          </p:cNvPr>
          <p:cNvGrpSpPr>
            <a:grpSpLocks/>
          </p:cNvGrpSpPr>
          <p:nvPr/>
        </p:nvGrpSpPr>
        <p:grpSpPr bwMode="auto">
          <a:xfrm>
            <a:off x="3884090" y="3825856"/>
            <a:ext cx="1488056" cy="298450"/>
            <a:chOff x="1222134" y="3803733"/>
            <a:chExt cx="1488522" cy="299227"/>
          </a:xfrm>
        </p:grpSpPr>
        <p:sp>
          <p:nvSpPr>
            <p:cNvPr id="33" name="TextBox 34">
              <a:extLst>
                <a:ext uri="{FF2B5EF4-FFF2-40B4-BE49-F238E27FC236}">
                  <a16:creationId xmlns:a16="http://schemas.microsoft.com/office/drawing/2014/main" id="{B9333DFF-5997-FD45-82AB-CE3AE4734E9D}"/>
                </a:ext>
              </a:extLst>
            </p:cNvPr>
            <p:cNvSpPr txBox="1">
              <a:spLocks noChangeArrowheads="1"/>
            </p:cNvSpPr>
            <p:nvPr/>
          </p:nvSpPr>
          <p:spPr bwMode="auto">
            <a:xfrm>
              <a:off x="1222134" y="3803733"/>
              <a:ext cx="1194763" cy="299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loop forever</a:t>
              </a:r>
            </a:p>
          </p:txBody>
        </p:sp>
        <p:cxnSp>
          <p:nvCxnSpPr>
            <p:cNvPr id="34" name="Straight Connector 35">
              <a:extLst>
                <a:ext uri="{FF2B5EF4-FFF2-40B4-BE49-F238E27FC236}">
                  <a16:creationId xmlns:a16="http://schemas.microsoft.com/office/drawing/2014/main" id="{C5C98F9A-B437-0647-8271-AFD3AB07BC40}"/>
                </a:ext>
              </a:extLst>
            </p:cNvPr>
            <p:cNvCxnSpPr>
              <a:cxnSpLocks noChangeShapeType="1"/>
            </p:cNvCxnSpPr>
            <p:nvPr/>
          </p:nvCxnSpPr>
          <p:spPr bwMode="auto">
            <a:xfrm>
              <a:off x="2367604" y="3964781"/>
              <a:ext cx="343052"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5" name="Group 17">
            <a:extLst>
              <a:ext uri="{FF2B5EF4-FFF2-40B4-BE49-F238E27FC236}">
                <a16:creationId xmlns:a16="http://schemas.microsoft.com/office/drawing/2014/main" id="{D0BDCF5E-DA2B-5844-BD1C-AC1F96949F3B}"/>
              </a:ext>
            </a:extLst>
          </p:cNvPr>
          <p:cNvGrpSpPr>
            <a:grpSpLocks/>
          </p:cNvGrpSpPr>
          <p:nvPr/>
        </p:nvGrpSpPr>
        <p:grpSpPr bwMode="auto">
          <a:xfrm>
            <a:off x="1304089" y="4147117"/>
            <a:ext cx="4068011" cy="502702"/>
            <a:chOff x="-1394433" y="3835897"/>
            <a:chExt cx="4067973" cy="502591"/>
          </a:xfrm>
        </p:grpSpPr>
        <p:sp>
          <p:nvSpPr>
            <p:cNvPr id="36" name="TextBox 36">
              <a:extLst>
                <a:ext uri="{FF2B5EF4-FFF2-40B4-BE49-F238E27FC236}">
                  <a16:creationId xmlns:a16="http://schemas.microsoft.com/office/drawing/2014/main" id="{156E8BB3-6722-944E-9388-9EAA07C523B1}"/>
                </a:ext>
              </a:extLst>
            </p:cNvPr>
            <p:cNvSpPr txBox="1">
              <a:spLocks noChangeArrowheads="1"/>
            </p:cNvSpPr>
            <p:nvPr/>
          </p:nvSpPr>
          <p:spPr bwMode="auto">
            <a:xfrm>
              <a:off x="-1394433" y="3835897"/>
              <a:ext cx="3841634" cy="502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from UDP socket into message, getting client’s address (client IP and port)</a:t>
              </a:r>
            </a:p>
          </p:txBody>
        </p:sp>
        <p:cxnSp>
          <p:nvCxnSpPr>
            <p:cNvPr id="37" name="Straight Connector 39">
              <a:extLst>
                <a:ext uri="{FF2B5EF4-FFF2-40B4-BE49-F238E27FC236}">
                  <a16:creationId xmlns:a16="http://schemas.microsoft.com/office/drawing/2014/main" id="{BAFF573C-9254-4D42-BF1F-B58175A5C60A}"/>
                </a:ext>
              </a:extLst>
            </p:cNvPr>
            <p:cNvCxnSpPr>
              <a:cxnSpLocks noChangeShapeType="1"/>
            </p:cNvCxnSpPr>
            <p:nvPr/>
          </p:nvCxnSpPr>
          <p:spPr bwMode="auto">
            <a:xfrm>
              <a:off x="2330643" y="3987004"/>
              <a:ext cx="342897"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8" name="Group 18">
            <a:extLst>
              <a:ext uri="{FF2B5EF4-FFF2-40B4-BE49-F238E27FC236}">
                <a16:creationId xmlns:a16="http://schemas.microsoft.com/office/drawing/2014/main" id="{49C1836C-5DBA-F94B-B925-ABC592A1A1AD}"/>
              </a:ext>
            </a:extLst>
          </p:cNvPr>
          <p:cNvGrpSpPr>
            <a:grpSpLocks/>
          </p:cNvGrpSpPr>
          <p:nvPr/>
        </p:nvGrpSpPr>
        <p:grpSpPr bwMode="auto">
          <a:xfrm>
            <a:off x="1619318" y="4783930"/>
            <a:ext cx="3841670" cy="307777"/>
            <a:chOff x="-1179917" y="4521468"/>
            <a:chExt cx="3842964" cy="307392"/>
          </a:xfrm>
        </p:grpSpPr>
        <p:sp>
          <p:nvSpPr>
            <p:cNvPr id="39" name="TextBox 61">
              <a:extLst>
                <a:ext uri="{FF2B5EF4-FFF2-40B4-BE49-F238E27FC236}">
                  <a16:creationId xmlns:a16="http://schemas.microsoft.com/office/drawing/2014/main" id="{19797EBA-27BC-C641-806F-7436C22CF63C}"/>
                </a:ext>
              </a:extLst>
            </p:cNvPr>
            <p:cNvSpPr txBox="1">
              <a:spLocks noChangeArrowheads="1"/>
            </p:cNvSpPr>
            <p:nvPr/>
          </p:nvSpPr>
          <p:spPr bwMode="auto">
            <a:xfrm>
              <a:off x="-1179917" y="4521468"/>
              <a:ext cx="3842964"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send upper case string back to this client</a:t>
              </a:r>
            </a:p>
          </p:txBody>
        </p:sp>
        <p:cxnSp>
          <p:nvCxnSpPr>
            <p:cNvPr id="40" name="Straight Connector 62">
              <a:extLst>
                <a:ext uri="{FF2B5EF4-FFF2-40B4-BE49-F238E27FC236}">
                  <a16:creationId xmlns:a16="http://schemas.microsoft.com/office/drawing/2014/main" id="{D86F62BC-7674-424E-BFC8-DE9ED1B6052A}"/>
                </a:ext>
              </a:extLst>
            </p:cNvPr>
            <p:cNvCxnSpPr>
              <a:cxnSpLocks noChangeShapeType="1"/>
            </p:cNvCxnSpPr>
            <p:nvPr/>
          </p:nvCxnSpPr>
          <p:spPr bwMode="auto">
            <a:xfrm>
              <a:off x="2217617" y="4675165"/>
              <a:ext cx="35651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20" name="Slide Number Placeholder 2">
            <a:extLst>
              <a:ext uri="{FF2B5EF4-FFF2-40B4-BE49-F238E27FC236}">
                <a16:creationId xmlns:a16="http://schemas.microsoft.com/office/drawing/2014/main" id="{E32FD753-2E15-6843-B14D-A35BDF167271}"/>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D3A565F1-FD73-BCAD-130F-72DB894CAF62}"/>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306857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dissolv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6"/>
                                        </p:tgtEl>
                                      </p:cBhvr>
                                    </p:animEffect>
                                    <p:set>
                                      <p:cBhvr>
                                        <p:cTn id="12" dur="1" fill="hold">
                                          <p:stCondLst>
                                            <p:cond delay="499"/>
                                          </p:stCondLst>
                                        </p:cTn>
                                        <p:tgtEl>
                                          <p:spTgt spid="26"/>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dissolve">
                                      <p:cBhvr>
                                        <p:cTn id="15" dur="500"/>
                                        <p:tgtEl>
                                          <p:spTgt spid="29"/>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29"/>
                                        </p:tgtEl>
                                      </p:cBhvr>
                                    </p:animEffect>
                                    <p:set>
                                      <p:cBhvr>
                                        <p:cTn id="20" dur="1" fill="hold">
                                          <p:stCondLst>
                                            <p:cond delay="499"/>
                                          </p:stCondLst>
                                        </p:cTn>
                                        <p:tgtEl>
                                          <p:spTgt spid="29"/>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dissolve">
                                      <p:cBhvr>
                                        <p:cTn id="23" dur="500"/>
                                        <p:tgtEl>
                                          <p:spTgt spid="32"/>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32"/>
                                        </p:tgtEl>
                                      </p:cBhvr>
                                    </p:animEffect>
                                    <p:set>
                                      <p:cBhvr>
                                        <p:cTn id="28" dur="1" fill="hold">
                                          <p:stCondLst>
                                            <p:cond delay="499"/>
                                          </p:stCondLst>
                                        </p:cTn>
                                        <p:tgtEl>
                                          <p:spTgt spid="32"/>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dissolve">
                                      <p:cBhvr>
                                        <p:cTn id="31" dur="500"/>
                                        <p:tgtEl>
                                          <p:spTgt spid="35"/>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5"/>
                                        </p:tgtEl>
                                      </p:cBhvr>
                                    </p:animEffect>
                                    <p:set>
                                      <p:cBhvr>
                                        <p:cTn id="36" dur="1" fill="hold">
                                          <p:stCondLst>
                                            <p:cond delay="499"/>
                                          </p:stCondLst>
                                        </p:cTn>
                                        <p:tgtEl>
                                          <p:spTgt spid="35"/>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dissolve">
                                      <p:cBhvr>
                                        <p:cTn id="39"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Socket programming </a:t>
            </a:r>
            <a:r>
              <a:rPr lang="en-US" altLang="en-US" sz="4400" dirty="0">
                <a:solidFill>
                  <a:srgbClr val="C00000"/>
                </a:solidFill>
                <a:ea typeface="ＭＳ Ｐゴシック" panose="020B0600070205080204" pitchFamily="34" charset="-128"/>
                <a:cs typeface="+mn-cs"/>
              </a:rPr>
              <a:t>with TCP</a:t>
            </a:r>
            <a:endParaRPr lang="en-US" altLang="en-US" sz="5400" dirty="0">
              <a:solidFill>
                <a:srgbClr val="C00000"/>
              </a:solidFill>
              <a:ea typeface="ＭＳ Ｐゴシック" panose="020B0600070205080204" pitchFamily="34" charset="-128"/>
              <a:cs typeface="+mn-cs"/>
            </a:endParaRPr>
          </a:p>
        </p:txBody>
      </p:sp>
      <p:sp>
        <p:nvSpPr>
          <p:cNvPr id="43" name="Rectangle 3">
            <a:extLst>
              <a:ext uri="{FF2B5EF4-FFF2-40B4-BE49-F238E27FC236}">
                <a16:creationId xmlns:a16="http://schemas.microsoft.com/office/drawing/2014/main" id="{6F8F00D4-4B13-DD4C-9070-F4C3E1AA3197}"/>
              </a:ext>
            </a:extLst>
          </p:cNvPr>
          <p:cNvSpPr>
            <a:spLocks noGrp="1" noChangeArrowheads="1"/>
          </p:cNvSpPr>
          <p:nvPr>
            <p:ph sz="half" idx="1"/>
          </p:nvPr>
        </p:nvSpPr>
        <p:spPr>
          <a:xfrm>
            <a:off x="661829" y="1455785"/>
            <a:ext cx="5074444" cy="5090539"/>
          </a:xfrm>
        </p:spPr>
        <p:txBody>
          <a:bodyPr>
            <a:normAutofit lnSpcReduction="10000"/>
          </a:bodyPr>
          <a:lstStyle/>
          <a:p>
            <a:pPr>
              <a:buFont typeface="Wingdings" pitchFamily="2" charset="2"/>
              <a:buNone/>
            </a:pPr>
            <a:r>
              <a:rPr lang="en-US" altLang="en-US" dirty="0">
                <a:solidFill>
                  <a:srgbClr val="CC0000"/>
                </a:solidFill>
                <a:ea typeface="ＭＳ Ｐゴシック" panose="020B0600070205080204" pitchFamily="34" charset="-128"/>
              </a:rPr>
              <a:t>Client must contact server</a:t>
            </a:r>
          </a:p>
          <a:p>
            <a:pPr marL="466725" indent="-233363"/>
            <a:r>
              <a:rPr lang="en-US" altLang="en-US" sz="2400" dirty="0">
                <a:ea typeface="ＭＳ Ｐゴシック" panose="020B0600070205080204" pitchFamily="34" charset="-128"/>
              </a:rPr>
              <a:t>server process must first be running</a:t>
            </a:r>
          </a:p>
          <a:p>
            <a:pPr marL="466725" indent="-233363"/>
            <a:r>
              <a:rPr lang="en-US" altLang="en-US" sz="2400" dirty="0">
                <a:ea typeface="ＭＳ Ｐゴシック" panose="020B0600070205080204" pitchFamily="34" charset="-128"/>
              </a:rPr>
              <a:t>server must have created socket (door) that welcomes client’</a:t>
            </a:r>
            <a:r>
              <a:rPr lang="en-US" altLang="ja-JP" sz="2400" dirty="0">
                <a:ea typeface="ＭＳ Ｐゴシック" panose="020B0600070205080204" pitchFamily="34" charset="-128"/>
              </a:rPr>
              <a:t>s contact</a:t>
            </a:r>
          </a:p>
          <a:p>
            <a:pPr>
              <a:spcBef>
                <a:spcPct val="50000"/>
              </a:spcBef>
              <a:buFont typeface="Wingdings" pitchFamily="2" charset="2"/>
              <a:buNone/>
            </a:pPr>
            <a:r>
              <a:rPr lang="en-US" altLang="en-US" dirty="0">
                <a:solidFill>
                  <a:srgbClr val="CC0000"/>
                </a:solidFill>
                <a:ea typeface="ＭＳ Ｐゴシック" panose="020B0600070205080204" pitchFamily="34" charset="-128"/>
              </a:rPr>
              <a:t>Client contacts server by:</a:t>
            </a:r>
          </a:p>
          <a:p>
            <a:pPr marL="466725" indent="-292100"/>
            <a:r>
              <a:rPr lang="en-US" altLang="en-US" sz="2400" dirty="0">
                <a:ea typeface="ＭＳ Ｐゴシック" panose="020B0600070205080204" pitchFamily="34" charset="-128"/>
              </a:rPr>
              <a:t>Creating TCP socket, specifying IP address, port number of server process</a:t>
            </a:r>
          </a:p>
          <a:p>
            <a:pPr marL="466725" indent="-233363"/>
            <a:r>
              <a:rPr lang="en-US" altLang="en-US" sz="2400" i="1" dirty="0">
                <a:solidFill>
                  <a:srgbClr val="CC0000"/>
                </a:solidFill>
                <a:ea typeface="ＭＳ Ｐゴシック" panose="020B0600070205080204" pitchFamily="34" charset="-128"/>
              </a:rPr>
              <a:t>when client creates socket:</a:t>
            </a:r>
            <a:r>
              <a:rPr lang="en-US" altLang="en-US" sz="2400" dirty="0">
                <a:ea typeface="ＭＳ Ｐゴシック" panose="020B0600070205080204" pitchFamily="34" charset="-128"/>
              </a:rPr>
              <a:t> client TCP establishes connection to server TCP</a:t>
            </a:r>
            <a:endParaRPr lang="en-US" altLang="en-US" sz="2200" dirty="0">
              <a:ea typeface="ＭＳ Ｐゴシック" panose="020B0600070205080204" pitchFamily="34" charset="-128"/>
            </a:endParaRPr>
          </a:p>
          <a:p>
            <a:endParaRPr lang="en-US" altLang="en-US" sz="2000" dirty="0">
              <a:latin typeface="Gill Sans MT" panose="020B0502020104020203" pitchFamily="34" charset="77"/>
              <a:ea typeface="ＭＳ Ｐゴシック" panose="020B0600070205080204" pitchFamily="34" charset="-128"/>
            </a:endParaRPr>
          </a:p>
        </p:txBody>
      </p:sp>
      <p:sp>
        <p:nvSpPr>
          <p:cNvPr id="44" name="Rectangle 4">
            <a:extLst>
              <a:ext uri="{FF2B5EF4-FFF2-40B4-BE49-F238E27FC236}">
                <a16:creationId xmlns:a16="http://schemas.microsoft.com/office/drawing/2014/main" id="{B1AC5695-3887-C247-97DD-C7F6FB635E1B}"/>
              </a:ext>
            </a:extLst>
          </p:cNvPr>
          <p:cNvSpPr txBox="1">
            <a:spLocks noChangeArrowheads="1"/>
          </p:cNvSpPr>
          <p:nvPr/>
        </p:nvSpPr>
        <p:spPr>
          <a:xfrm>
            <a:off x="5735469" y="1426964"/>
            <a:ext cx="5794702" cy="3000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when contacted by client, </a:t>
            </a:r>
            <a:r>
              <a:rPr kumimoji="0" lang="en-US" alt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 TCP creates new socket</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for server process to communicate with that particular client</a:t>
            </a:r>
          </a:p>
          <a:p>
            <a:pPr marL="695325" marR="0" lvl="1" indent="-231775"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allows server to talk with multiple clients</a:t>
            </a:r>
          </a:p>
          <a:p>
            <a:pPr marL="695325" marR="0" lvl="1" indent="-231775"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400" b="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 source </a:t>
            </a: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port # and IP address used to distinguish clients (more in Chap 3)</a:t>
            </a:r>
            <a:endParaRPr kumimoji="0" lang="en-US" altLang="en-US" sz="24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3" name="Group 2">
            <a:extLst>
              <a:ext uri="{FF2B5EF4-FFF2-40B4-BE49-F238E27FC236}">
                <a16:creationId xmlns:a16="http://schemas.microsoft.com/office/drawing/2014/main" id="{148E49A6-28AD-904A-9A83-FE9DE35715C0}"/>
              </a:ext>
            </a:extLst>
          </p:cNvPr>
          <p:cNvGrpSpPr/>
          <p:nvPr/>
        </p:nvGrpSpPr>
        <p:grpSpPr>
          <a:xfrm>
            <a:off x="6267640" y="4602113"/>
            <a:ext cx="4660490" cy="1933598"/>
            <a:chOff x="5928853" y="4608645"/>
            <a:chExt cx="4660490" cy="1933598"/>
          </a:xfrm>
        </p:grpSpPr>
        <p:sp>
          <p:nvSpPr>
            <p:cNvPr id="2" name="Rectangle 1">
              <a:extLst>
                <a:ext uri="{FF2B5EF4-FFF2-40B4-BE49-F238E27FC236}">
                  <a16:creationId xmlns:a16="http://schemas.microsoft.com/office/drawing/2014/main" id="{E1FDF457-3529-1A4B-B2F1-0A6DF5BAF2E1}"/>
                </a:ext>
              </a:extLst>
            </p:cNvPr>
            <p:cNvSpPr/>
            <p:nvPr/>
          </p:nvSpPr>
          <p:spPr>
            <a:xfrm>
              <a:off x="5928853" y="4896465"/>
              <a:ext cx="4660490" cy="1645778"/>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 name="Text Box 6">
              <a:extLst>
                <a:ext uri="{FF2B5EF4-FFF2-40B4-BE49-F238E27FC236}">
                  <a16:creationId xmlns:a16="http://schemas.microsoft.com/office/drawing/2014/main" id="{3290FC86-CCC3-9042-8394-E0092848BE53}"/>
                </a:ext>
              </a:extLst>
            </p:cNvPr>
            <p:cNvSpPr txBox="1">
              <a:spLocks noChangeArrowheads="1"/>
            </p:cNvSpPr>
            <p:nvPr/>
          </p:nvSpPr>
          <p:spPr bwMode="auto">
            <a:xfrm>
              <a:off x="6273124" y="5097182"/>
              <a:ext cx="4091065" cy="13508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provides reliable, in-order</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byte-stream transfer (“</a:t>
              </a:r>
              <a:r>
                <a:rPr kumimoji="0" lang="en-US" altLang="ja-JP"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pipe”)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between client and server processes</a:t>
              </a:r>
            </a:p>
          </p:txBody>
        </p:sp>
        <p:grpSp>
          <p:nvGrpSpPr>
            <p:cNvPr id="46" name="Group 8">
              <a:extLst>
                <a:ext uri="{FF2B5EF4-FFF2-40B4-BE49-F238E27FC236}">
                  <a16:creationId xmlns:a16="http://schemas.microsoft.com/office/drawing/2014/main" id="{8B55559B-7D61-6147-A322-49E351E9DCF2}"/>
                </a:ext>
              </a:extLst>
            </p:cNvPr>
            <p:cNvGrpSpPr>
              <a:grpSpLocks/>
            </p:cNvGrpSpPr>
            <p:nvPr/>
          </p:nvGrpSpPr>
          <p:grpSpPr bwMode="auto">
            <a:xfrm>
              <a:off x="6141246" y="4608645"/>
              <a:ext cx="3452811" cy="550863"/>
              <a:chOff x="-195" y="3766"/>
              <a:chExt cx="2175" cy="347"/>
            </a:xfrm>
          </p:grpSpPr>
          <p:sp>
            <p:nvSpPr>
              <p:cNvPr id="47" name="Rectangle 9">
                <a:extLst>
                  <a:ext uri="{FF2B5EF4-FFF2-40B4-BE49-F238E27FC236}">
                    <a16:creationId xmlns:a16="http://schemas.microsoft.com/office/drawing/2014/main" id="{4B1395F7-3763-B74C-AF37-1DAC6BC4F9AB}"/>
                  </a:ext>
                </a:extLst>
              </p:cNvPr>
              <p:cNvSpPr>
                <a:spLocks noChangeArrowheads="1"/>
              </p:cNvSpPr>
              <p:nvPr/>
            </p:nvSpPr>
            <p:spPr bwMode="auto">
              <a:xfrm>
                <a:off x="96" y="3825"/>
                <a:ext cx="116" cy="2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
                    <a:srgbClr val="3333CC"/>
                  </a:buClr>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 name="Text Box 10">
                <a:extLst>
                  <a:ext uri="{FF2B5EF4-FFF2-40B4-BE49-F238E27FC236}">
                    <a16:creationId xmlns:a16="http://schemas.microsoft.com/office/drawing/2014/main" id="{EC474FEA-9E73-5248-89ED-9528E3BFBC97}"/>
                  </a:ext>
                </a:extLst>
              </p:cNvPr>
              <p:cNvSpPr txBox="1">
                <a:spLocks noChangeArrowheads="1"/>
              </p:cNvSpPr>
              <p:nvPr/>
            </p:nvSpPr>
            <p:spPr bwMode="auto">
              <a:xfrm>
                <a:off x="-195" y="3766"/>
                <a:ext cx="2175" cy="33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 viewpoint</a:t>
                </a:r>
              </a:p>
            </p:txBody>
          </p:sp>
        </p:grpSp>
      </p:grpSp>
      <p:sp>
        <p:nvSpPr>
          <p:cNvPr id="11" name="Slide Number Placeholder 2">
            <a:extLst>
              <a:ext uri="{FF2B5EF4-FFF2-40B4-BE49-F238E27FC236}">
                <a16:creationId xmlns:a16="http://schemas.microsoft.com/office/drawing/2014/main" id="{43ECFECD-C9B5-E345-AAD0-01569E2A9EB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104</a:t>
            </a:fld>
            <a:endParaRPr lang="en-US" dirty="0"/>
          </a:p>
        </p:txBody>
      </p:sp>
    </p:spTree>
    <p:extLst>
      <p:ext uri="{BB962C8B-B14F-4D97-AF65-F5344CB8AC3E}">
        <p14:creationId xmlns:p14="http://schemas.microsoft.com/office/powerpoint/2010/main" val="28986924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xEl>
                                              <p:pRg st="3" end="3"/>
                                            </p:txEl>
                                          </p:spTgt>
                                        </p:tgtEl>
                                        <p:attrNameLst>
                                          <p:attrName>style.visibility</p:attrName>
                                        </p:attrNameLst>
                                      </p:cBhvr>
                                      <p:to>
                                        <p:strVal val="visible"/>
                                      </p:to>
                                    </p:set>
                                    <p:animEffect transition="in" filter="dissolve">
                                      <p:cBhvr>
                                        <p:cTn id="7" dur="500"/>
                                        <p:tgtEl>
                                          <p:spTgt spid="43">
                                            <p:txEl>
                                              <p:pRg st="3" end="3"/>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3">
                                            <p:txEl>
                                              <p:pRg st="4" end="4"/>
                                            </p:txEl>
                                          </p:spTgt>
                                        </p:tgtEl>
                                        <p:attrNameLst>
                                          <p:attrName>style.visibility</p:attrName>
                                        </p:attrNameLst>
                                      </p:cBhvr>
                                      <p:to>
                                        <p:strVal val="visible"/>
                                      </p:to>
                                    </p:set>
                                    <p:animEffect transition="in" filter="dissolve">
                                      <p:cBhvr>
                                        <p:cTn id="10" dur="500"/>
                                        <p:tgtEl>
                                          <p:spTgt spid="43">
                                            <p:txEl>
                                              <p:pRg st="4" end="4"/>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3">
                                            <p:txEl>
                                              <p:pRg st="5" end="5"/>
                                            </p:txEl>
                                          </p:spTgt>
                                        </p:tgtEl>
                                        <p:attrNameLst>
                                          <p:attrName>style.visibility</p:attrName>
                                        </p:attrNameLst>
                                      </p:cBhvr>
                                      <p:to>
                                        <p:strVal val="visible"/>
                                      </p:to>
                                    </p:set>
                                    <p:animEffect transition="in" filter="dissolve">
                                      <p:cBhvr>
                                        <p:cTn id="13" dur="500"/>
                                        <p:tgtEl>
                                          <p:spTgt spid="43">
                                            <p:txEl>
                                              <p:pRg st="5" end="5"/>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Client/server socket interaction: TCP</a:t>
            </a:r>
          </a:p>
        </p:txBody>
      </p:sp>
      <p:sp>
        <p:nvSpPr>
          <p:cNvPr id="60" name="Text Box 22">
            <a:extLst>
              <a:ext uri="{FF2B5EF4-FFF2-40B4-BE49-F238E27FC236}">
                <a16:creationId xmlns:a16="http://schemas.microsoft.com/office/drawing/2014/main" id="{BA5A099E-C76D-334B-B273-AED0342E41BB}"/>
              </a:ext>
            </a:extLst>
          </p:cNvPr>
          <p:cNvSpPr txBox="1">
            <a:spLocks noChangeArrowheads="1"/>
          </p:cNvSpPr>
          <p:nvPr/>
        </p:nvSpPr>
        <p:spPr bwMode="auto">
          <a:xfrm>
            <a:off x="2435141" y="1421154"/>
            <a:ext cx="310732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(running on hostid)</a:t>
            </a:r>
          </a:p>
        </p:txBody>
      </p:sp>
      <p:sp>
        <p:nvSpPr>
          <p:cNvPr id="61" name="Text Box 23">
            <a:extLst>
              <a:ext uri="{FF2B5EF4-FFF2-40B4-BE49-F238E27FC236}">
                <a16:creationId xmlns:a16="http://schemas.microsoft.com/office/drawing/2014/main" id="{2C0B647E-1C2C-574A-86D4-A8DBF242771B}"/>
              </a:ext>
            </a:extLst>
          </p:cNvPr>
          <p:cNvSpPr txBox="1">
            <a:spLocks noChangeArrowheads="1"/>
          </p:cNvSpPr>
          <p:nvPr/>
        </p:nvSpPr>
        <p:spPr bwMode="auto">
          <a:xfrm>
            <a:off x="6840313" y="141639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client</a:t>
            </a:r>
          </a:p>
        </p:txBody>
      </p:sp>
      <p:grpSp>
        <p:nvGrpSpPr>
          <p:cNvPr id="64" name="Group 34">
            <a:extLst>
              <a:ext uri="{FF2B5EF4-FFF2-40B4-BE49-F238E27FC236}">
                <a16:creationId xmlns:a16="http://schemas.microsoft.com/office/drawing/2014/main" id="{B18363F5-9DA8-C844-9FF5-8607E23ECAE0}"/>
              </a:ext>
            </a:extLst>
          </p:cNvPr>
          <p:cNvGrpSpPr>
            <a:grpSpLocks/>
          </p:cNvGrpSpPr>
          <p:nvPr/>
        </p:nvGrpSpPr>
        <p:grpSpPr bwMode="auto">
          <a:xfrm>
            <a:off x="1947735" y="1365879"/>
            <a:ext cx="422275" cy="685800"/>
            <a:chOff x="4140" y="429"/>
            <a:chExt cx="1425" cy="2396"/>
          </a:xfrm>
        </p:grpSpPr>
        <p:sp>
          <p:nvSpPr>
            <p:cNvPr id="65" name="Freeform 35">
              <a:extLst>
                <a:ext uri="{FF2B5EF4-FFF2-40B4-BE49-F238E27FC236}">
                  <a16:creationId xmlns:a16="http://schemas.microsoft.com/office/drawing/2014/main" id="{0528A8CB-65E5-964D-B654-85E03FD18B5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36">
              <a:extLst>
                <a:ext uri="{FF2B5EF4-FFF2-40B4-BE49-F238E27FC236}">
                  <a16:creationId xmlns:a16="http://schemas.microsoft.com/office/drawing/2014/main" id="{6E84855E-322D-B04A-A7A9-4DC0337256CF}"/>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Freeform 37">
              <a:extLst>
                <a:ext uri="{FF2B5EF4-FFF2-40B4-BE49-F238E27FC236}">
                  <a16:creationId xmlns:a16="http://schemas.microsoft.com/office/drawing/2014/main" id="{0DE429C7-30A9-C04A-A526-765AC5EAA18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38">
              <a:extLst>
                <a:ext uri="{FF2B5EF4-FFF2-40B4-BE49-F238E27FC236}">
                  <a16:creationId xmlns:a16="http://schemas.microsoft.com/office/drawing/2014/main" id="{DF53DCF7-7CCE-A14D-89D6-6AAAE8C142F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39">
              <a:extLst>
                <a:ext uri="{FF2B5EF4-FFF2-40B4-BE49-F238E27FC236}">
                  <a16:creationId xmlns:a16="http://schemas.microsoft.com/office/drawing/2014/main" id="{FCF7FE3C-7CB1-1949-80FD-5DEB7C2DF81F}"/>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0" name="Group 40">
              <a:extLst>
                <a:ext uri="{FF2B5EF4-FFF2-40B4-BE49-F238E27FC236}">
                  <a16:creationId xmlns:a16="http://schemas.microsoft.com/office/drawing/2014/main" id="{9EA93011-9988-1C46-8FFD-C704F4A48C93}"/>
                </a:ext>
              </a:extLst>
            </p:cNvPr>
            <p:cNvGrpSpPr>
              <a:grpSpLocks/>
            </p:cNvGrpSpPr>
            <p:nvPr/>
          </p:nvGrpSpPr>
          <p:grpSpPr bwMode="auto">
            <a:xfrm>
              <a:off x="4749" y="668"/>
              <a:ext cx="581" cy="145"/>
              <a:chOff x="614" y="2568"/>
              <a:chExt cx="725" cy="139"/>
            </a:xfrm>
          </p:grpSpPr>
          <p:sp>
            <p:nvSpPr>
              <p:cNvPr id="95" name="AutoShape 41">
                <a:extLst>
                  <a:ext uri="{FF2B5EF4-FFF2-40B4-BE49-F238E27FC236}">
                    <a16:creationId xmlns:a16="http://schemas.microsoft.com/office/drawing/2014/main" id="{79ABB3C1-EE56-6F45-9499-45BC8012910B}"/>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AutoShape 42">
                <a:extLst>
                  <a:ext uri="{FF2B5EF4-FFF2-40B4-BE49-F238E27FC236}">
                    <a16:creationId xmlns:a16="http://schemas.microsoft.com/office/drawing/2014/main" id="{3CE416CE-22C1-B44C-A8BC-DD8D49FA16E5}"/>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1" name="Rectangle 43">
              <a:extLst>
                <a:ext uri="{FF2B5EF4-FFF2-40B4-BE49-F238E27FC236}">
                  <a16:creationId xmlns:a16="http://schemas.microsoft.com/office/drawing/2014/main" id="{E9AF4519-635B-C444-AD0B-889732CA4F5A}"/>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2" name="Group 44">
              <a:extLst>
                <a:ext uri="{FF2B5EF4-FFF2-40B4-BE49-F238E27FC236}">
                  <a16:creationId xmlns:a16="http://schemas.microsoft.com/office/drawing/2014/main" id="{AE3F7048-2B7F-8146-8234-207ED13E9021}"/>
                </a:ext>
              </a:extLst>
            </p:cNvPr>
            <p:cNvGrpSpPr>
              <a:grpSpLocks/>
            </p:cNvGrpSpPr>
            <p:nvPr/>
          </p:nvGrpSpPr>
          <p:grpSpPr bwMode="auto">
            <a:xfrm>
              <a:off x="4747" y="994"/>
              <a:ext cx="581" cy="134"/>
              <a:chOff x="614" y="2568"/>
              <a:chExt cx="725" cy="139"/>
            </a:xfrm>
          </p:grpSpPr>
          <p:sp>
            <p:nvSpPr>
              <p:cNvPr id="93" name="AutoShape 45">
                <a:extLst>
                  <a:ext uri="{FF2B5EF4-FFF2-40B4-BE49-F238E27FC236}">
                    <a16:creationId xmlns:a16="http://schemas.microsoft.com/office/drawing/2014/main" id="{53908CFC-D723-4742-8456-2D30C66E3524}"/>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AutoShape 46">
                <a:extLst>
                  <a:ext uri="{FF2B5EF4-FFF2-40B4-BE49-F238E27FC236}">
                    <a16:creationId xmlns:a16="http://schemas.microsoft.com/office/drawing/2014/main" id="{3A7947BE-FF10-9D41-9767-56A9F87FC393}"/>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3" name="Rectangle 47">
              <a:extLst>
                <a:ext uri="{FF2B5EF4-FFF2-40B4-BE49-F238E27FC236}">
                  <a16:creationId xmlns:a16="http://schemas.microsoft.com/office/drawing/2014/main" id="{A116F8BE-CE6D-0046-BBDF-ED91EC563CE1}"/>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4" name="Rectangle 48">
              <a:extLst>
                <a:ext uri="{FF2B5EF4-FFF2-40B4-BE49-F238E27FC236}">
                  <a16:creationId xmlns:a16="http://schemas.microsoft.com/office/drawing/2014/main" id="{EDDDAA43-84E9-5649-B997-CD32383C8A23}"/>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5" name="Group 49">
              <a:extLst>
                <a:ext uri="{FF2B5EF4-FFF2-40B4-BE49-F238E27FC236}">
                  <a16:creationId xmlns:a16="http://schemas.microsoft.com/office/drawing/2014/main" id="{ED22CCB4-0F75-C14E-8FF6-F0FB9D3FC9FC}"/>
                </a:ext>
              </a:extLst>
            </p:cNvPr>
            <p:cNvGrpSpPr>
              <a:grpSpLocks/>
            </p:cNvGrpSpPr>
            <p:nvPr/>
          </p:nvGrpSpPr>
          <p:grpSpPr bwMode="auto">
            <a:xfrm>
              <a:off x="4735" y="1627"/>
              <a:ext cx="582" cy="151"/>
              <a:chOff x="614" y="2568"/>
              <a:chExt cx="725" cy="139"/>
            </a:xfrm>
          </p:grpSpPr>
          <p:sp>
            <p:nvSpPr>
              <p:cNvPr id="91" name="AutoShape 50">
                <a:extLst>
                  <a:ext uri="{FF2B5EF4-FFF2-40B4-BE49-F238E27FC236}">
                    <a16:creationId xmlns:a16="http://schemas.microsoft.com/office/drawing/2014/main" id="{23A963E3-E563-8243-8CD5-AD41B731D0B3}"/>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2" name="AutoShape 51">
                <a:extLst>
                  <a:ext uri="{FF2B5EF4-FFF2-40B4-BE49-F238E27FC236}">
                    <a16:creationId xmlns:a16="http://schemas.microsoft.com/office/drawing/2014/main" id="{3CDFE710-0763-8B45-AFC8-16BE12CABF0C}"/>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6" name="Freeform 52">
              <a:extLst>
                <a:ext uri="{FF2B5EF4-FFF2-40B4-BE49-F238E27FC236}">
                  <a16:creationId xmlns:a16="http://schemas.microsoft.com/office/drawing/2014/main" id="{DFF03B02-CD58-954F-8277-362C27F82A3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7" name="Group 53">
              <a:extLst>
                <a:ext uri="{FF2B5EF4-FFF2-40B4-BE49-F238E27FC236}">
                  <a16:creationId xmlns:a16="http://schemas.microsoft.com/office/drawing/2014/main" id="{3E689C5E-F98B-8049-943E-5C1ACD1083B3}"/>
                </a:ext>
              </a:extLst>
            </p:cNvPr>
            <p:cNvGrpSpPr>
              <a:grpSpLocks/>
            </p:cNvGrpSpPr>
            <p:nvPr/>
          </p:nvGrpSpPr>
          <p:grpSpPr bwMode="auto">
            <a:xfrm>
              <a:off x="4739" y="1327"/>
              <a:ext cx="582" cy="139"/>
              <a:chOff x="614" y="2568"/>
              <a:chExt cx="725" cy="139"/>
            </a:xfrm>
          </p:grpSpPr>
          <p:sp>
            <p:nvSpPr>
              <p:cNvPr id="89" name="AutoShape 54">
                <a:extLst>
                  <a:ext uri="{FF2B5EF4-FFF2-40B4-BE49-F238E27FC236}">
                    <a16:creationId xmlns:a16="http://schemas.microsoft.com/office/drawing/2014/main" id="{6761E2B1-103D-4445-A2AE-88446D2628E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0" name="AutoShape 55">
                <a:extLst>
                  <a:ext uri="{FF2B5EF4-FFF2-40B4-BE49-F238E27FC236}">
                    <a16:creationId xmlns:a16="http://schemas.microsoft.com/office/drawing/2014/main" id="{EAB91C60-8F54-7C41-988D-5BE6CF059545}"/>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8" name="Rectangle 56">
              <a:extLst>
                <a:ext uri="{FF2B5EF4-FFF2-40B4-BE49-F238E27FC236}">
                  <a16:creationId xmlns:a16="http://schemas.microsoft.com/office/drawing/2014/main" id="{87AAEB8B-15DB-FF40-9AE1-E4AF827B85B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Freeform 57">
              <a:extLst>
                <a:ext uri="{FF2B5EF4-FFF2-40B4-BE49-F238E27FC236}">
                  <a16:creationId xmlns:a16="http://schemas.microsoft.com/office/drawing/2014/main" id="{CC9C0288-5815-DA49-8C3D-91F3048A636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8">
              <a:extLst>
                <a:ext uri="{FF2B5EF4-FFF2-40B4-BE49-F238E27FC236}">
                  <a16:creationId xmlns:a16="http://schemas.microsoft.com/office/drawing/2014/main" id="{298D6A78-AAD4-6C42-8184-6B5B0ADD712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Oval 59">
              <a:extLst>
                <a:ext uri="{FF2B5EF4-FFF2-40B4-BE49-F238E27FC236}">
                  <a16:creationId xmlns:a16="http://schemas.microsoft.com/office/drawing/2014/main" id="{2C2ADEA9-27C8-8047-B295-9313B8ABB6DD}"/>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Freeform 60">
              <a:extLst>
                <a:ext uri="{FF2B5EF4-FFF2-40B4-BE49-F238E27FC236}">
                  <a16:creationId xmlns:a16="http://schemas.microsoft.com/office/drawing/2014/main" id="{9CAEC79C-34C3-884C-93EA-251A84F7068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AutoShape 61">
              <a:extLst>
                <a:ext uri="{FF2B5EF4-FFF2-40B4-BE49-F238E27FC236}">
                  <a16:creationId xmlns:a16="http://schemas.microsoft.com/office/drawing/2014/main" id="{36B22FB8-29CC-B041-B349-ADB1A1CF0D5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AutoShape 62">
              <a:extLst>
                <a:ext uri="{FF2B5EF4-FFF2-40B4-BE49-F238E27FC236}">
                  <a16:creationId xmlns:a16="http://schemas.microsoft.com/office/drawing/2014/main" id="{A568E896-D157-6749-8B5C-38036DCDA9C8}"/>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63">
              <a:extLst>
                <a:ext uri="{FF2B5EF4-FFF2-40B4-BE49-F238E27FC236}">
                  <a16:creationId xmlns:a16="http://schemas.microsoft.com/office/drawing/2014/main" id="{76E67DE4-8580-984E-96DB-32AA41DD1301}"/>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6" name="Oval 64">
              <a:extLst>
                <a:ext uri="{FF2B5EF4-FFF2-40B4-BE49-F238E27FC236}">
                  <a16:creationId xmlns:a16="http://schemas.microsoft.com/office/drawing/2014/main" id="{B85D964A-BC7F-0243-8B3C-55498AEBC027}"/>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7" name="Oval 65">
              <a:extLst>
                <a:ext uri="{FF2B5EF4-FFF2-40B4-BE49-F238E27FC236}">
                  <a16:creationId xmlns:a16="http://schemas.microsoft.com/office/drawing/2014/main" id="{1023622E-7290-DB4F-BDFC-4AE5806C35D8}"/>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66">
              <a:extLst>
                <a:ext uri="{FF2B5EF4-FFF2-40B4-BE49-F238E27FC236}">
                  <a16:creationId xmlns:a16="http://schemas.microsoft.com/office/drawing/2014/main" id="{C404F913-10F9-264F-B4B2-2C47E82E0029}"/>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67">
            <a:extLst>
              <a:ext uri="{FF2B5EF4-FFF2-40B4-BE49-F238E27FC236}">
                <a16:creationId xmlns:a16="http://schemas.microsoft.com/office/drawing/2014/main" id="{CED85610-CD29-5E4F-BB21-F275B7666450}"/>
              </a:ext>
            </a:extLst>
          </p:cNvPr>
          <p:cNvGrpSpPr>
            <a:grpSpLocks/>
          </p:cNvGrpSpPr>
          <p:nvPr/>
        </p:nvGrpSpPr>
        <p:grpSpPr bwMode="auto">
          <a:xfrm>
            <a:off x="7841666" y="1346443"/>
            <a:ext cx="742950" cy="742950"/>
            <a:chOff x="-44" y="1473"/>
            <a:chExt cx="981" cy="1105"/>
          </a:xfrm>
        </p:grpSpPr>
        <p:pic>
          <p:nvPicPr>
            <p:cNvPr id="98" name="Picture 68" descr="desktop_computer_stylized_medium">
              <a:extLst>
                <a:ext uri="{FF2B5EF4-FFF2-40B4-BE49-F238E27FC236}">
                  <a16:creationId xmlns:a16="http://schemas.microsoft.com/office/drawing/2014/main" id="{1830ACA4-0FBE-1142-BE23-D05178A5FE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a:extLst>
                <a:ext uri="{FF2B5EF4-FFF2-40B4-BE49-F238E27FC236}">
                  <a16:creationId xmlns:a16="http://schemas.microsoft.com/office/drawing/2014/main" id="{E76D0C82-A009-EE46-B2AF-9D042C9D0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0" name="Group 3">
            <a:extLst>
              <a:ext uri="{FF2B5EF4-FFF2-40B4-BE49-F238E27FC236}">
                <a16:creationId xmlns:a16="http://schemas.microsoft.com/office/drawing/2014/main" id="{17F245AD-D1C8-1047-B190-F3B9F38A51DA}"/>
              </a:ext>
            </a:extLst>
          </p:cNvPr>
          <p:cNvGrpSpPr>
            <a:grpSpLocks/>
          </p:cNvGrpSpPr>
          <p:nvPr/>
        </p:nvGrpSpPr>
        <p:grpSpPr bwMode="auto">
          <a:xfrm>
            <a:off x="3761300" y="3384960"/>
            <a:ext cx="1931987" cy="930275"/>
            <a:chOff x="827" y="2027"/>
            <a:chExt cx="1217" cy="586"/>
          </a:xfrm>
        </p:grpSpPr>
        <p:sp>
          <p:nvSpPr>
            <p:cNvPr id="101" name="Text Box 4">
              <a:extLst>
                <a:ext uri="{FF2B5EF4-FFF2-40B4-BE49-F238E27FC236}">
                  <a16:creationId xmlns:a16="http://schemas.microsoft.com/office/drawing/2014/main" id="{96ECA07F-984C-9640-8279-02E0C42A59C3}"/>
                </a:ext>
              </a:extLst>
            </p:cNvPr>
            <p:cNvSpPr txBox="1">
              <a:spLocks noChangeArrowheads="1"/>
            </p:cNvSpPr>
            <p:nvPr/>
          </p:nvSpPr>
          <p:spPr bwMode="auto">
            <a:xfrm>
              <a:off x="827" y="2027"/>
              <a:ext cx="1059"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incoming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connection request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2" name="Text Box 5">
              <a:extLst>
                <a:ext uri="{FF2B5EF4-FFF2-40B4-BE49-F238E27FC236}">
                  <a16:creationId xmlns:a16="http://schemas.microsoft.com/office/drawing/2014/main" id="{3EED45EC-0C3C-CD4F-8B77-F31CC4D8B667}"/>
                </a:ext>
              </a:extLst>
            </p:cNvPr>
            <p:cNvSpPr txBox="1">
              <a:spLocks noChangeArrowheads="1"/>
            </p:cNvSpPr>
            <p:nvPr/>
          </p:nvSpPr>
          <p:spPr bwMode="auto">
            <a:xfrm>
              <a:off x="828" y="2283"/>
              <a:ext cx="1216"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serverSocket.accept()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3" name="Group 6">
            <a:extLst>
              <a:ext uri="{FF2B5EF4-FFF2-40B4-BE49-F238E27FC236}">
                <a16:creationId xmlns:a16="http://schemas.microsoft.com/office/drawing/2014/main" id="{942F4A59-7245-424D-B343-8B3AE10F149D}"/>
              </a:ext>
            </a:extLst>
          </p:cNvPr>
          <p:cNvGrpSpPr>
            <a:grpSpLocks/>
          </p:cNvGrpSpPr>
          <p:nvPr/>
        </p:nvGrpSpPr>
        <p:grpSpPr bwMode="auto">
          <a:xfrm>
            <a:off x="3742250" y="2145123"/>
            <a:ext cx="2357437" cy="1317625"/>
            <a:chOff x="821" y="1246"/>
            <a:chExt cx="1485" cy="830"/>
          </a:xfrm>
        </p:grpSpPr>
        <p:grpSp>
          <p:nvGrpSpPr>
            <p:cNvPr id="104" name="Group 7">
              <a:extLst>
                <a:ext uri="{FF2B5EF4-FFF2-40B4-BE49-F238E27FC236}">
                  <a16:creationId xmlns:a16="http://schemas.microsoft.com/office/drawing/2014/main" id="{26B7DDA9-00F9-674D-BF38-CB98156F7D42}"/>
                </a:ext>
              </a:extLst>
            </p:cNvPr>
            <p:cNvGrpSpPr>
              <a:grpSpLocks/>
            </p:cNvGrpSpPr>
            <p:nvPr/>
          </p:nvGrpSpPr>
          <p:grpSpPr bwMode="auto">
            <a:xfrm>
              <a:off x="821" y="1246"/>
              <a:ext cx="1485" cy="586"/>
              <a:chOff x="329" y="1270"/>
              <a:chExt cx="1485" cy="586"/>
            </a:xfrm>
          </p:grpSpPr>
          <p:sp>
            <p:nvSpPr>
              <p:cNvPr id="106" name="Text Box 8">
                <a:extLst>
                  <a:ext uri="{FF2B5EF4-FFF2-40B4-BE49-F238E27FC236}">
                    <a16:creationId xmlns:a16="http://schemas.microsoft.com/office/drawing/2014/main" id="{EB10976F-C234-F04E-BDCB-D23AD814269B}"/>
                  </a:ext>
                </a:extLst>
              </p:cNvPr>
              <p:cNvSpPr txBox="1">
                <a:spLocks noChangeArrowheads="1"/>
              </p:cNvSpPr>
              <p:nvPr/>
            </p:nvSpPr>
            <p:spPr bwMode="auto">
              <a:xfrm>
                <a:off x="329" y="1270"/>
                <a:ext cx="1213"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x</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for incoming request: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7" name="Text Box 9">
                <a:extLst>
                  <a:ext uri="{FF2B5EF4-FFF2-40B4-BE49-F238E27FC236}">
                    <a16:creationId xmlns:a16="http://schemas.microsoft.com/office/drawing/2014/main" id="{FE1C48C3-1411-C842-B695-AE75246E0DFB}"/>
                  </a:ext>
                </a:extLst>
              </p:cNvPr>
              <p:cNvSpPr txBox="1">
                <a:spLocks noChangeArrowheads="1"/>
              </p:cNvSpPr>
              <p:nvPr/>
            </p:nvSpPr>
            <p:spPr bwMode="auto">
              <a:xfrm>
                <a:off x="333" y="1662"/>
                <a:ext cx="1481"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 = 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05" name="Line 10">
              <a:extLst>
                <a:ext uri="{FF2B5EF4-FFF2-40B4-BE49-F238E27FC236}">
                  <a16:creationId xmlns:a16="http://schemas.microsoft.com/office/drawing/2014/main" id="{EFE8B30D-7531-1F4B-8F1D-2889E2918118}"/>
                </a:ext>
              </a:extLst>
            </p:cNvPr>
            <p:cNvSpPr>
              <a:spLocks noChangeShapeType="1"/>
            </p:cNvSpPr>
            <p:nvPr/>
          </p:nvSpPr>
          <p:spPr bwMode="auto">
            <a:xfrm>
              <a:off x="1284" y="1872"/>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
            <a:extLst>
              <a:ext uri="{FF2B5EF4-FFF2-40B4-BE49-F238E27FC236}">
                <a16:creationId xmlns:a16="http://schemas.microsoft.com/office/drawing/2014/main" id="{ACBB7887-7AB9-1344-A0D2-33A736B32882}"/>
              </a:ext>
            </a:extLst>
          </p:cNvPr>
          <p:cNvGrpSpPr>
            <a:grpSpLocks/>
          </p:cNvGrpSpPr>
          <p:nvPr/>
        </p:nvGrpSpPr>
        <p:grpSpPr bwMode="auto">
          <a:xfrm>
            <a:off x="7539550" y="3389723"/>
            <a:ext cx="2357437" cy="731837"/>
            <a:chOff x="3333" y="1202"/>
            <a:chExt cx="1485" cy="461"/>
          </a:xfrm>
        </p:grpSpPr>
        <p:sp>
          <p:nvSpPr>
            <p:cNvPr id="109" name="Text Box 12">
              <a:extLst>
                <a:ext uri="{FF2B5EF4-FFF2-40B4-BE49-F238E27FC236}">
                  <a16:creationId xmlns:a16="http://schemas.microsoft.com/office/drawing/2014/main" id="{7C40D8E2-34BB-B14D-99EA-EC4D8E46BD6B}"/>
                </a:ext>
              </a:extLst>
            </p:cNvPr>
            <p:cNvSpPr txBox="1">
              <a:spLocks noChangeArrowheads="1"/>
            </p:cNvSpPr>
            <p:nvPr/>
          </p:nvSpPr>
          <p:spPr bwMode="auto">
            <a:xfrm>
              <a:off x="3335" y="1202"/>
              <a:ext cx="146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connect to </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hostid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port=</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x</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Text Box 13">
              <a:extLst>
                <a:ext uri="{FF2B5EF4-FFF2-40B4-BE49-F238E27FC236}">
                  <a16:creationId xmlns:a16="http://schemas.microsoft.com/office/drawing/2014/main" id="{7AB5735E-62F0-3342-99B5-3AA0751455EA}"/>
                </a:ext>
              </a:extLst>
            </p:cNvPr>
            <p:cNvSpPr txBox="1">
              <a:spLocks noChangeArrowheads="1"/>
            </p:cNvSpPr>
            <p:nvPr/>
          </p:nvSpPr>
          <p:spPr bwMode="auto">
            <a:xfrm>
              <a:off x="3333" y="1469"/>
              <a:ext cx="148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 = 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1" name="Group 24">
            <a:extLst>
              <a:ext uri="{FF2B5EF4-FFF2-40B4-BE49-F238E27FC236}">
                <a16:creationId xmlns:a16="http://schemas.microsoft.com/office/drawing/2014/main" id="{EE4290C4-C540-4C43-B98B-8DA5381EA7C7}"/>
              </a:ext>
            </a:extLst>
          </p:cNvPr>
          <p:cNvGrpSpPr>
            <a:grpSpLocks/>
          </p:cNvGrpSpPr>
          <p:nvPr/>
        </p:nvGrpSpPr>
        <p:grpSpPr bwMode="auto">
          <a:xfrm>
            <a:off x="5382137" y="4177123"/>
            <a:ext cx="4062413" cy="1371600"/>
            <a:chOff x="1848" y="2526"/>
            <a:chExt cx="2559" cy="864"/>
          </a:xfrm>
        </p:grpSpPr>
        <p:sp>
          <p:nvSpPr>
            <p:cNvPr id="112" name="Line 25">
              <a:extLst>
                <a:ext uri="{FF2B5EF4-FFF2-40B4-BE49-F238E27FC236}">
                  <a16:creationId xmlns:a16="http://schemas.microsoft.com/office/drawing/2014/main" id="{F96A14E1-46BB-E441-BD29-639D3BF8A83D}"/>
                </a:ext>
              </a:extLst>
            </p:cNvPr>
            <p:cNvSpPr>
              <a:spLocks noChangeShapeType="1"/>
            </p:cNvSpPr>
            <p:nvPr/>
          </p:nvSpPr>
          <p:spPr bwMode="auto">
            <a:xfrm flipH="1">
              <a:off x="3792" y="2964"/>
              <a:ext cx="6" cy="42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3" name="Group 26">
              <a:extLst>
                <a:ext uri="{FF2B5EF4-FFF2-40B4-BE49-F238E27FC236}">
                  <a16:creationId xmlns:a16="http://schemas.microsoft.com/office/drawing/2014/main" id="{5ED3F8AA-60DC-A346-9E5F-E29F6BA4D54A}"/>
                </a:ext>
              </a:extLst>
            </p:cNvPr>
            <p:cNvGrpSpPr>
              <a:grpSpLocks/>
            </p:cNvGrpSpPr>
            <p:nvPr/>
          </p:nvGrpSpPr>
          <p:grpSpPr bwMode="auto">
            <a:xfrm>
              <a:off x="1848" y="2526"/>
              <a:ext cx="2559" cy="516"/>
              <a:chOff x="1848" y="2526"/>
              <a:chExt cx="2559" cy="516"/>
            </a:xfrm>
          </p:grpSpPr>
          <p:sp>
            <p:nvSpPr>
              <p:cNvPr id="114" name="Text Box 27">
                <a:extLst>
                  <a:ext uri="{FF2B5EF4-FFF2-40B4-BE49-F238E27FC236}">
                    <a16:creationId xmlns:a16="http://schemas.microsoft.com/office/drawing/2014/main" id="{8F25CD2B-A067-E44F-BD6A-549F5C3DB540}"/>
                  </a:ext>
                </a:extLst>
              </p:cNvPr>
              <p:cNvSpPr txBox="1">
                <a:spLocks noChangeArrowheads="1"/>
              </p:cNvSpPr>
              <p:nvPr/>
            </p:nvSpPr>
            <p:spPr bwMode="auto">
              <a:xfrm>
                <a:off x="3335" y="2673"/>
                <a:ext cx="107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request using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28">
                <a:extLst>
                  <a:ext uri="{FF2B5EF4-FFF2-40B4-BE49-F238E27FC236}">
                    <a16:creationId xmlns:a16="http://schemas.microsoft.com/office/drawing/2014/main" id="{AD461D4B-E47B-A345-9632-F935FCFBB0F3}"/>
                  </a:ext>
                </a:extLst>
              </p:cNvPr>
              <p:cNvSpPr>
                <a:spLocks noChangeShapeType="1"/>
              </p:cNvSpPr>
              <p:nvPr/>
            </p:nvSpPr>
            <p:spPr bwMode="auto">
              <a:xfrm>
                <a:off x="3792" y="2526"/>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Line 29">
                <a:extLst>
                  <a:ext uri="{FF2B5EF4-FFF2-40B4-BE49-F238E27FC236}">
                    <a16:creationId xmlns:a16="http://schemas.microsoft.com/office/drawing/2014/main" id="{A6330BBE-6EEE-7E44-A9AE-95D14BB594E1}"/>
                  </a:ext>
                </a:extLst>
              </p:cNvPr>
              <p:cNvSpPr>
                <a:spLocks noChangeShapeType="1"/>
              </p:cNvSpPr>
              <p:nvPr/>
            </p:nvSpPr>
            <p:spPr bwMode="auto">
              <a:xfrm flipH="1">
                <a:off x="1848" y="2790"/>
                <a:ext cx="1518" cy="252"/>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17" name="Group 30">
            <a:extLst>
              <a:ext uri="{FF2B5EF4-FFF2-40B4-BE49-F238E27FC236}">
                <a16:creationId xmlns:a16="http://schemas.microsoft.com/office/drawing/2014/main" id="{C2C60A7C-9F85-CC40-A5F2-4EA4B69999A4}"/>
              </a:ext>
            </a:extLst>
          </p:cNvPr>
          <p:cNvGrpSpPr>
            <a:grpSpLocks/>
          </p:cNvGrpSpPr>
          <p:nvPr/>
        </p:nvGrpSpPr>
        <p:grpSpPr bwMode="auto">
          <a:xfrm>
            <a:off x="3751775" y="4272373"/>
            <a:ext cx="4097337" cy="1490662"/>
            <a:chOff x="821" y="2586"/>
            <a:chExt cx="2581" cy="939"/>
          </a:xfrm>
        </p:grpSpPr>
        <p:sp>
          <p:nvSpPr>
            <p:cNvPr id="118" name="Text Box 31">
              <a:extLst>
                <a:ext uri="{FF2B5EF4-FFF2-40B4-BE49-F238E27FC236}">
                  <a16:creationId xmlns:a16="http://schemas.microsoft.com/office/drawing/2014/main" id="{9B1FDBB8-2D0E-0148-926C-35E78571D5B9}"/>
                </a:ext>
              </a:extLst>
            </p:cNvPr>
            <p:cNvSpPr txBox="1">
              <a:spLocks noChangeArrowheads="1"/>
            </p:cNvSpPr>
            <p:nvPr/>
          </p:nvSpPr>
          <p:spPr bwMode="auto">
            <a:xfrm>
              <a:off x="821" y="2787"/>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request from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a:t>
              </a:r>
              <a:r>
                <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Text Box 32">
              <a:extLst>
                <a:ext uri="{FF2B5EF4-FFF2-40B4-BE49-F238E27FC236}">
                  <a16:creationId xmlns:a16="http://schemas.microsoft.com/office/drawing/2014/main" id="{E067E97F-BD76-CA4D-8001-FDBBB19C2BDF}"/>
                </a:ext>
              </a:extLst>
            </p:cNvPr>
            <p:cNvSpPr txBox="1">
              <a:spLocks noChangeArrowheads="1"/>
            </p:cNvSpPr>
            <p:nvPr/>
          </p:nvSpPr>
          <p:spPr bwMode="auto">
            <a:xfrm>
              <a:off x="851" y="3195"/>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write reply to</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0" name="Line 33">
              <a:extLst>
                <a:ext uri="{FF2B5EF4-FFF2-40B4-BE49-F238E27FC236}">
                  <a16:creationId xmlns:a16="http://schemas.microsoft.com/office/drawing/2014/main" id="{B80CAF82-B68A-6743-9CBF-29BD445037F4}"/>
                </a:ext>
              </a:extLst>
            </p:cNvPr>
            <p:cNvSpPr>
              <a:spLocks noChangeShapeType="1"/>
            </p:cNvSpPr>
            <p:nvPr/>
          </p:nvSpPr>
          <p:spPr bwMode="auto">
            <a:xfrm>
              <a:off x="1278" y="2586"/>
              <a:ext cx="0" cy="24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34">
              <a:extLst>
                <a:ext uri="{FF2B5EF4-FFF2-40B4-BE49-F238E27FC236}">
                  <a16:creationId xmlns:a16="http://schemas.microsoft.com/office/drawing/2014/main" id="{21022D29-A2BF-2F42-AB7D-DD5736B2CC37}"/>
                </a:ext>
              </a:extLst>
            </p:cNvPr>
            <p:cNvSpPr>
              <a:spLocks noChangeShapeType="1"/>
            </p:cNvSpPr>
            <p:nvPr/>
          </p:nvSpPr>
          <p:spPr bwMode="auto">
            <a:xfrm flipH="1">
              <a:off x="1284" y="3090"/>
              <a:ext cx="6" cy="15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35">
              <a:extLst>
                <a:ext uri="{FF2B5EF4-FFF2-40B4-BE49-F238E27FC236}">
                  <a16:creationId xmlns:a16="http://schemas.microsoft.com/office/drawing/2014/main" id="{82228A3E-396F-244B-822E-ACF1690A6D6A}"/>
                </a:ext>
              </a:extLst>
            </p:cNvPr>
            <p:cNvSpPr>
              <a:spLocks noChangeShapeType="1"/>
            </p:cNvSpPr>
            <p:nvPr/>
          </p:nvSpPr>
          <p:spPr bwMode="auto">
            <a:xfrm>
              <a:off x="1866" y="3306"/>
              <a:ext cx="1536" cy="18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3" name="Group 52">
            <a:extLst>
              <a:ext uri="{FF2B5EF4-FFF2-40B4-BE49-F238E27FC236}">
                <a16:creationId xmlns:a16="http://schemas.microsoft.com/office/drawing/2014/main" id="{DD1A5005-D6A8-DF4C-876E-C0F3D852EBA6}"/>
              </a:ext>
            </a:extLst>
          </p:cNvPr>
          <p:cNvGrpSpPr>
            <a:grpSpLocks/>
          </p:cNvGrpSpPr>
          <p:nvPr/>
        </p:nvGrpSpPr>
        <p:grpSpPr bwMode="auto">
          <a:xfrm>
            <a:off x="5371025" y="3472273"/>
            <a:ext cx="2200275" cy="587375"/>
            <a:chOff x="3043" y="1189"/>
            <a:chExt cx="1386" cy="370"/>
          </a:xfrm>
        </p:grpSpPr>
        <p:sp>
          <p:nvSpPr>
            <p:cNvPr id="124" name="Line 37">
              <a:extLst>
                <a:ext uri="{FF2B5EF4-FFF2-40B4-BE49-F238E27FC236}">
                  <a16:creationId xmlns:a16="http://schemas.microsoft.com/office/drawing/2014/main" id="{81B4F580-1F65-E540-9F46-45075CD5F028}"/>
                </a:ext>
              </a:extLst>
            </p:cNvPr>
            <p:cNvSpPr>
              <a:spLocks noChangeShapeType="1"/>
            </p:cNvSpPr>
            <p:nvPr/>
          </p:nvSpPr>
          <p:spPr bwMode="auto">
            <a:xfrm>
              <a:off x="3043" y="1372"/>
              <a:ext cx="1386" cy="0"/>
            </a:xfrm>
            <a:prstGeom prst="line">
              <a:avLst/>
            </a:prstGeom>
            <a:noFill/>
            <a:ln w="38100">
              <a:solidFill>
                <a:srgbClr val="CC0000"/>
              </a:solidFill>
              <a:prstDash val="dash"/>
              <a:round/>
              <a:headEnd type="triangle" w="med" len="me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Text Box 38">
              <a:extLst>
                <a:ext uri="{FF2B5EF4-FFF2-40B4-BE49-F238E27FC236}">
                  <a16:creationId xmlns:a16="http://schemas.microsoft.com/office/drawing/2014/main" id="{30516E51-0850-1846-9E67-14E9AE0CDEC5}"/>
                </a:ext>
              </a:extLst>
            </p:cNvPr>
            <p:cNvSpPr txBox="1">
              <a:spLocks noChangeArrowheads="1"/>
            </p:cNvSpPr>
            <p:nvPr/>
          </p:nvSpPr>
          <p:spPr bwMode="auto">
            <a:xfrm>
              <a:off x="3106" y="1189"/>
              <a:ext cx="1204"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TCP </a:t>
              </a:r>
            </a:p>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 setup</a:t>
              </a:r>
              <a:endParaRPr kumimoji="0" lang="en-US" altLang="en-US" sz="2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6" name="Group 53">
            <a:extLst>
              <a:ext uri="{FF2B5EF4-FFF2-40B4-BE49-F238E27FC236}">
                <a16:creationId xmlns:a16="http://schemas.microsoft.com/office/drawing/2014/main" id="{76CBC147-BDC3-9B41-973C-967836913ABE}"/>
              </a:ext>
            </a:extLst>
          </p:cNvPr>
          <p:cNvGrpSpPr>
            <a:grpSpLocks/>
          </p:cNvGrpSpPr>
          <p:nvPr/>
        </p:nvGrpSpPr>
        <p:grpSpPr bwMode="auto">
          <a:xfrm>
            <a:off x="3702562" y="4620035"/>
            <a:ext cx="5457825" cy="1954213"/>
            <a:chOff x="832" y="2713"/>
            <a:chExt cx="3438" cy="1231"/>
          </a:xfrm>
        </p:grpSpPr>
        <p:sp>
          <p:nvSpPr>
            <p:cNvPr id="127" name="Text Box 15">
              <a:extLst>
                <a:ext uri="{FF2B5EF4-FFF2-40B4-BE49-F238E27FC236}">
                  <a16:creationId xmlns:a16="http://schemas.microsoft.com/office/drawing/2014/main" id="{BD49C61F-B268-184F-AF89-17A24E5209BA}"/>
                </a:ext>
              </a:extLst>
            </p:cNvPr>
            <p:cNvSpPr txBox="1">
              <a:spLocks noChangeArrowheads="1"/>
            </p:cNvSpPr>
            <p:nvPr/>
          </p:nvSpPr>
          <p:spPr bwMode="auto">
            <a:xfrm>
              <a:off x="867" y="3512"/>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6">
              <a:extLst>
                <a:ext uri="{FF2B5EF4-FFF2-40B4-BE49-F238E27FC236}">
                  <a16:creationId xmlns:a16="http://schemas.microsoft.com/office/drawing/2014/main" id="{2835A62D-1D4C-F44E-B258-9FD622CDE7ED}"/>
                </a:ext>
              </a:extLst>
            </p:cNvPr>
            <p:cNvSpPr>
              <a:spLocks noChangeShapeType="1"/>
            </p:cNvSpPr>
            <p:nvPr/>
          </p:nvSpPr>
          <p:spPr bwMode="auto">
            <a:xfrm>
              <a:off x="1318" y="3437"/>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7">
              <a:extLst>
                <a:ext uri="{FF2B5EF4-FFF2-40B4-BE49-F238E27FC236}">
                  <a16:creationId xmlns:a16="http://schemas.microsoft.com/office/drawing/2014/main" id="{196F5095-8EB1-E544-AC83-27077BF9FE26}"/>
                </a:ext>
              </a:extLst>
            </p:cNvPr>
            <p:cNvSpPr>
              <a:spLocks/>
            </p:cNvSpPr>
            <p:nvPr/>
          </p:nvSpPr>
          <p:spPr bwMode="auto">
            <a:xfrm>
              <a:off x="832" y="2713"/>
              <a:ext cx="492" cy="306"/>
            </a:xfrm>
            <a:custGeom>
              <a:avLst/>
              <a:gdLst>
                <a:gd name="T0" fmla="*/ 492 w 492"/>
                <a:gd name="T1" fmla="*/ 0 h 2112"/>
                <a:gd name="T2" fmla="*/ 492 w 492"/>
                <a:gd name="T3" fmla="*/ 0 h 2112"/>
                <a:gd name="T4" fmla="*/ 0 w 492"/>
                <a:gd name="T5" fmla="*/ 0 h 2112"/>
                <a:gd name="T6" fmla="*/ 0 w 492"/>
                <a:gd name="T7" fmla="*/ 0 h 2112"/>
                <a:gd name="T8" fmla="*/ 402 w 492"/>
                <a:gd name="T9" fmla="*/ 0 h 2112"/>
                <a:gd name="T10" fmla="*/ 0 60000 65536"/>
                <a:gd name="T11" fmla="*/ 0 60000 65536"/>
                <a:gd name="T12" fmla="*/ 0 60000 65536"/>
                <a:gd name="T13" fmla="*/ 0 60000 65536"/>
                <a:gd name="T14" fmla="*/ 0 60000 65536"/>
                <a:gd name="T15" fmla="*/ 0 w 492"/>
                <a:gd name="T16" fmla="*/ 0 h 2112"/>
                <a:gd name="T17" fmla="*/ 492 w 492"/>
                <a:gd name="T18" fmla="*/ 2112 h 2112"/>
              </a:gdLst>
              <a:ahLst/>
              <a:cxnLst>
                <a:cxn ang="T10">
                  <a:pos x="T0" y="T1"/>
                </a:cxn>
                <a:cxn ang="T11">
                  <a:pos x="T2" y="T3"/>
                </a:cxn>
                <a:cxn ang="T12">
                  <a:pos x="T4" y="T5"/>
                </a:cxn>
                <a:cxn ang="T13">
                  <a:pos x="T6" y="T7"/>
                </a:cxn>
                <a:cxn ang="T14">
                  <a:pos x="T8" y="T9"/>
                </a:cxn>
              </a:cxnLst>
              <a:rect l="T15" t="T16" r="T17" b="T18"/>
              <a:pathLst>
                <a:path w="492" h="2112">
                  <a:moveTo>
                    <a:pt x="492" y="1968"/>
                  </a:moveTo>
                  <a:lnTo>
                    <a:pt x="492" y="2112"/>
                  </a:lnTo>
                  <a:lnTo>
                    <a:pt x="0" y="2112"/>
                  </a:lnTo>
                  <a:lnTo>
                    <a:pt x="0" y="0"/>
                  </a:lnTo>
                  <a:lnTo>
                    <a:pt x="402" y="0"/>
                  </a:lnTo>
                </a:path>
              </a:pathLst>
            </a:custGeom>
            <a:noFill/>
            <a:ln w="28575">
              <a:solidFill>
                <a:srgbClr val="000099"/>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0" name="Group 18">
              <a:extLst>
                <a:ext uri="{FF2B5EF4-FFF2-40B4-BE49-F238E27FC236}">
                  <a16:creationId xmlns:a16="http://schemas.microsoft.com/office/drawing/2014/main" id="{F4224D9F-D1DB-8E48-A119-9B3F4C3D1B57}"/>
                </a:ext>
              </a:extLst>
            </p:cNvPr>
            <p:cNvGrpSpPr>
              <a:grpSpLocks/>
            </p:cNvGrpSpPr>
            <p:nvPr/>
          </p:nvGrpSpPr>
          <p:grpSpPr bwMode="auto">
            <a:xfrm>
              <a:off x="3393" y="3248"/>
              <a:ext cx="877" cy="696"/>
              <a:chOff x="3365" y="3375"/>
              <a:chExt cx="877" cy="696"/>
            </a:xfrm>
          </p:grpSpPr>
          <p:sp>
            <p:nvSpPr>
              <p:cNvPr id="131" name="Text Box 19">
                <a:extLst>
                  <a:ext uri="{FF2B5EF4-FFF2-40B4-BE49-F238E27FC236}">
                    <a16:creationId xmlns:a16="http://schemas.microsoft.com/office/drawing/2014/main" id="{F57939D5-24DF-6642-BEE7-6FF967E1DC25}"/>
                  </a:ext>
                </a:extLst>
              </p:cNvPr>
              <p:cNvSpPr txBox="1">
                <a:spLocks noChangeArrowheads="1"/>
              </p:cNvSpPr>
              <p:nvPr/>
            </p:nvSpPr>
            <p:spPr bwMode="auto">
              <a:xfrm>
                <a:off x="3365" y="3375"/>
                <a:ext cx="87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reply from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20">
                <a:extLst>
                  <a:ext uri="{FF2B5EF4-FFF2-40B4-BE49-F238E27FC236}">
                    <a16:creationId xmlns:a16="http://schemas.microsoft.com/office/drawing/2014/main" id="{B8D472E2-53BD-364D-B6B9-D8A6525EDD60}"/>
                  </a:ext>
                </a:extLst>
              </p:cNvPr>
              <p:cNvSpPr txBox="1">
                <a:spLocks noChangeArrowheads="1"/>
              </p:cNvSpPr>
              <p:nvPr/>
            </p:nvSpPr>
            <p:spPr bwMode="auto">
              <a:xfrm>
                <a:off x="3389" y="3741"/>
                <a:ext cx="73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21">
                <a:extLst>
                  <a:ext uri="{FF2B5EF4-FFF2-40B4-BE49-F238E27FC236}">
                    <a16:creationId xmlns:a16="http://schemas.microsoft.com/office/drawing/2014/main" id="{92CB88C5-2A25-EE44-A282-4291659B12B1}"/>
                  </a:ext>
                </a:extLst>
              </p:cNvPr>
              <p:cNvSpPr>
                <a:spLocks noChangeShapeType="1"/>
              </p:cNvSpPr>
              <p:nvPr/>
            </p:nvSpPr>
            <p:spPr bwMode="auto">
              <a:xfrm>
                <a:off x="3816" y="3690"/>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34" name="Slide Number Placeholder 2">
            <a:extLst>
              <a:ext uri="{FF2B5EF4-FFF2-40B4-BE49-F238E27FC236}">
                <a16:creationId xmlns:a16="http://schemas.microsoft.com/office/drawing/2014/main" id="{ED1B064B-3835-7243-A075-A2B6E297B73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105</a:t>
            </a:fld>
            <a:endParaRPr lang="en-US" dirty="0"/>
          </a:p>
        </p:txBody>
      </p:sp>
    </p:spTree>
    <p:extLst>
      <p:ext uri="{BB962C8B-B14F-4D97-AF65-F5344CB8AC3E}">
        <p14:creationId xmlns:p14="http://schemas.microsoft.com/office/powerpoint/2010/main" val="1000015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dissolve">
                                      <p:cBhvr>
                                        <p:cTn id="7" dur="500"/>
                                        <p:tgtEl>
                                          <p:spTgt spid="10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0"/>
                                        </p:tgtEl>
                                        <p:attrNameLst>
                                          <p:attrName>style.visibility</p:attrName>
                                        </p:attrNameLst>
                                      </p:cBhvr>
                                      <p:to>
                                        <p:strVal val="visible"/>
                                      </p:to>
                                    </p:set>
                                    <p:animEffect transition="in" filter="dissolve">
                                      <p:cBhvr>
                                        <p:cTn id="12" dur="500"/>
                                        <p:tgtEl>
                                          <p:spTgt spid="10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8"/>
                                        </p:tgtEl>
                                        <p:attrNameLst>
                                          <p:attrName>style.visibility</p:attrName>
                                        </p:attrNameLst>
                                      </p:cBhvr>
                                      <p:to>
                                        <p:strVal val="visible"/>
                                      </p:to>
                                    </p:set>
                                    <p:animEffect transition="in" filter="dissolve">
                                      <p:cBhvr>
                                        <p:cTn id="17" dur="500"/>
                                        <p:tgtEl>
                                          <p:spTgt spid="10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3"/>
                                        </p:tgtEl>
                                        <p:attrNameLst>
                                          <p:attrName>style.visibility</p:attrName>
                                        </p:attrNameLst>
                                      </p:cBhvr>
                                      <p:to>
                                        <p:strVal val="visible"/>
                                      </p:to>
                                    </p:set>
                                    <p:animEffect transition="in" filter="dissolve">
                                      <p:cBhvr>
                                        <p:cTn id="22" dur="500"/>
                                        <p:tgtEl>
                                          <p:spTgt spid="12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123"/>
                                        </p:tgtEl>
                                      </p:cBhvr>
                                    </p:animEffect>
                                    <p:set>
                                      <p:cBhvr>
                                        <p:cTn id="27" dur="1" fill="hold">
                                          <p:stCondLst>
                                            <p:cond delay="499"/>
                                          </p:stCondLst>
                                        </p:cTn>
                                        <p:tgtEl>
                                          <p:spTgt spid="123"/>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11"/>
                                        </p:tgtEl>
                                        <p:attrNameLst>
                                          <p:attrName>style.visibility</p:attrName>
                                        </p:attrNameLst>
                                      </p:cBhvr>
                                      <p:to>
                                        <p:strVal val="visible"/>
                                      </p:to>
                                    </p:set>
                                    <p:animEffect transition="in" filter="dissolve">
                                      <p:cBhvr>
                                        <p:cTn id="30" dur="500"/>
                                        <p:tgtEl>
                                          <p:spTgt spid="11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7"/>
                                        </p:tgtEl>
                                        <p:attrNameLst>
                                          <p:attrName>style.visibility</p:attrName>
                                        </p:attrNameLst>
                                      </p:cBhvr>
                                      <p:to>
                                        <p:strVal val="visible"/>
                                      </p:to>
                                    </p:set>
                                    <p:animEffect transition="in" filter="dissolve">
                                      <p:cBhvr>
                                        <p:cTn id="35" dur="500"/>
                                        <p:tgtEl>
                                          <p:spTgt spid="117"/>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26"/>
                                        </p:tgtEl>
                                        <p:attrNameLst>
                                          <p:attrName>style.visibility</p:attrName>
                                        </p:attrNameLst>
                                      </p:cBhvr>
                                      <p:to>
                                        <p:strVal val="visible"/>
                                      </p:to>
                                    </p:set>
                                    <p:animEffect transition="in" filter="dissolve">
                                      <p:cBhvr>
                                        <p:cTn id="40"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TCP client</a:t>
            </a:r>
            <a:endParaRPr lang="en-US" altLang="en-US" sz="5400" dirty="0">
              <a:solidFill>
                <a:srgbClr val="000099"/>
              </a:solidFill>
              <a:ea typeface="ＭＳ Ｐゴシック" panose="020B0600070205080204" pitchFamily="34" charset="-128"/>
              <a:cs typeface="+mn-cs"/>
            </a:endParaRPr>
          </a:p>
        </p:txBody>
      </p:sp>
      <p:sp>
        <p:nvSpPr>
          <p:cNvPr id="25" name="TextBox 1">
            <a:extLst>
              <a:ext uri="{FF2B5EF4-FFF2-40B4-BE49-F238E27FC236}">
                <a16:creationId xmlns:a16="http://schemas.microsoft.com/office/drawing/2014/main" id="{32242A8E-B3CB-194E-B2B0-D62D05F9481B}"/>
              </a:ext>
            </a:extLst>
          </p:cNvPr>
          <p:cNvSpPr txBox="1">
            <a:spLocks noChangeArrowheads="1"/>
          </p:cNvSpPr>
          <p:nvPr/>
        </p:nvSpPr>
        <p:spPr bwMode="auto">
          <a:xfrm>
            <a:off x="5153332" y="2021516"/>
            <a:ext cx="5878982" cy="3651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 = '</a:t>
            </a:r>
            <a:r>
              <a:rPr kumimoji="0" lang="en-US" altLang="ja-JP"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 = socket(AF_INET, SOCK_STREAM)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clientSocket.connect((serverName,serverPort))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sentence = input('Input lowercase sentence:')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clientSocket.send(sentence.encode())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modifiedSentence = clientSocket.recv(1024)</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 ('From Server:', modifiedSentence.decode())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clientSocket.close()</a:t>
            </a:r>
          </a:p>
        </p:txBody>
      </p:sp>
      <p:sp>
        <p:nvSpPr>
          <p:cNvPr id="26" name="TextBox 2">
            <a:extLst>
              <a:ext uri="{FF2B5EF4-FFF2-40B4-BE49-F238E27FC236}">
                <a16:creationId xmlns:a16="http://schemas.microsoft.com/office/drawing/2014/main" id="{CB8056E7-3F65-9A48-BB93-0E9B6178A6FA}"/>
              </a:ext>
            </a:extLst>
          </p:cNvPr>
          <p:cNvSpPr txBox="1">
            <a:spLocks noChangeArrowheads="1"/>
          </p:cNvSpPr>
          <p:nvPr/>
        </p:nvSpPr>
        <p:spPr bwMode="auto">
          <a:xfrm>
            <a:off x="5166032" y="1538916"/>
            <a:ext cx="27066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TCPClient</a:t>
            </a:r>
          </a:p>
        </p:txBody>
      </p:sp>
      <p:grpSp>
        <p:nvGrpSpPr>
          <p:cNvPr id="27" name="Group 47">
            <a:extLst>
              <a:ext uri="{FF2B5EF4-FFF2-40B4-BE49-F238E27FC236}">
                <a16:creationId xmlns:a16="http://schemas.microsoft.com/office/drawing/2014/main" id="{500AF080-AE8D-BA48-B682-89E723677E64}"/>
              </a:ext>
            </a:extLst>
          </p:cNvPr>
          <p:cNvGrpSpPr>
            <a:grpSpLocks/>
          </p:cNvGrpSpPr>
          <p:nvPr/>
        </p:nvGrpSpPr>
        <p:grpSpPr bwMode="auto">
          <a:xfrm>
            <a:off x="1656643" y="3166108"/>
            <a:ext cx="3481226" cy="584775"/>
            <a:chOff x="-792500" y="2796587"/>
            <a:chExt cx="3481672" cy="584044"/>
          </a:xfrm>
        </p:grpSpPr>
        <p:sp>
          <p:nvSpPr>
            <p:cNvPr id="28" name="TextBox 31">
              <a:extLst>
                <a:ext uri="{FF2B5EF4-FFF2-40B4-BE49-F238E27FC236}">
                  <a16:creationId xmlns:a16="http://schemas.microsoft.com/office/drawing/2014/main" id="{8564B35A-2400-144A-A554-A0822DEA8FAD}"/>
                </a:ext>
              </a:extLst>
            </p:cNvPr>
            <p:cNvSpPr txBox="1">
              <a:spLocks noChangeArrowheads="1"/>
            </p:cNvSpPr>
            <p:nvPr/>
          </p:nvSpPr>
          <p:spPr bwMode="auto">
            <a:xfrm>
              <a:off x="-792500" y="2796587"/>
              <a:ext cx="2888177" cy="584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TCP socket for server, remote port 12000</a:t>
              </a:r>
            </a:p>
          </p:txBody>
        </p:sp>
        <p:cxnSp>
          <p:nvCxnSpPr>
            <p:cNvPr id="29" name="Straight Connector 32">
              <a:extLst>
                <a:ext uri="{FF2B5EF4-FFF2-40B4-BE49-F238E27FC236}">
                  <a16:creationId xmlns:a16="http://schemas.microsoft.com/office/drawing/2014/main" id="{729CE148-4BC3-9844-81FA-3A670DB40EA6}"/>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30" name="Oval 29">
            <a:extLst>
              <a:ext uri="{FF2B5EF4-FFF2-40B4-BE49-F238E27FC236}">
                <a16:creationId xmlns:a16="http://schemas.microsoft.com/office/drawing/2014/main" id="{34C8C54F-60CE-974F-8DEC-48BF9D4DF66F}"/>
              </a:ext>
            </a:extLst>
          </p:cNvPr>
          <p:cNvSpPr>
            <a:spLocks noChangeArrowheads="1"/>
          </p:cNvSpPr>
          <p:nvPr/>
        </p:nvSpPr>
        <p:spPr bwMode="auto">
          <a:xfrm>
            <a:off x="8760541" y="2993923"/>
            <a:ext cx="2133599" cy="589517"/>
          </a:xfrm>
          <a:prstGeom prst="ellipse">
            <a:avLst/>
          </a:prstGeom>
          <a:noFill/>
          <a:ln w="19050">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grpSp>
        <p:nvGrpSpPr>
          <p:cNvPr id="31" name="Group 47">
            <a:extLst>
              <a:ext uri="{FF2B5EF4-FFF2-40B4-BE49-F238E27FC236}">
                <a16:creationId xmlns:a16="http://schemas.microsoft.com/office/drawing/2014/main" id="{E21D3C68-B8EF-A444-80F9-31E682114E08}"/>
              </a:ext>
            </a:extLst>
          </p:cNvPr>
          <p:cNvGrpSpPr>
            <a:grpSpLocks/>
          </p:cNvGrpSpPr>
          <p:nvPr/>
        </p:nvGrpSpPr>
        <p:grpSpPr bwMode="auto">
          <a:xfrm>
            <a:off x="970933" y="4616284"/>
            <a:ext cx="4182811" cy="338554"/>
            <a:chOff x="-1495096" y="3006031"/>
            <a:chExt cx="4184250" cy="337708"/>
          </a:xfrm>
        </p:grpSpPr>
        <p:sp>
          <p:nvSpPr>
            <p:cNvPr id="32" name="TextBox 31">
              <a:extLst>
                <a:ext uri="{FF2B5EF4-FFF2-40B4-BE49-F238E27FC236}">
                  <a16:creationId xmlns:a16="http://schemas.microsoft.com/office/drawing/2014/main" id="{B6254A49-A84C-F34C-9198-710668B58105}"/>
                </a:ext>
              </a:extLst>
            </p:cNvPr>
            <p:cNvSpPr txBox="1">
              <a:spLocks noChangeArrowheads="1"/>
            </p:cNvSpPr>
            <p:nvPr/>
          </p:nvSpPr>
          <p:spPr bwMode="auto">
            <a:xfrm>
              <a:off x="-1495096" y="3006031"/>
              <a:ext cx="3779615" cy="33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No need to attach server name, port </a:t>
              </a:r>
            </a:p>
          </p:txBody>
        </p:sp>
        <p:cxnSp>
          <p:nvCxnSpPr>
            <p:cNvPr id="33" name="Straight Connector 32">
              <a:extLst>
                <a:ext uri="{FF2B5EF4-FFF2-40B4-BE49-F238E27FC236}">
                  <a16:creationId xmlns:a16="http://schemas.microsoft.com/office/drawing/2014/main" id="{1433589B-C5F2-A648-B005-02E951C7EF74}"/>
                </a:ext>
              </a:extLst>
            </p:cNvPr>
            <p:cNvCxnSpPr>
              <a:cxnSpLocks noChangeShapeType="1"/>
            </p:cNvCxnSpPr>
            <p:nvPr/>
          </p:nvCxnSpPr>
          <p:spPr bwMode="auto">
            <a:xfrm>
              <a:off x="1961625" y="3165929"/>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12" name="Slide Number Placeholder 2">
            <a:extLst>
              <a:ext uri="{FF2B5EF4-FFF2-40B4-BE49-F238E27FC236}">
                <a16:creationId xmlns:a16="http://schemas.microsoft.com/office/drawing/2014/main" id="{F8EE22D5-1E7E-E545-A607-D85E87E6C158}"/>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106</a:t>
            </a:fld>
            <a:endParaRPr lang="en-US" dirty="0"/>
          </a:p>
        </p:txBody>
      </p:sp>
      <p:sp>
        <p:nvSpPr>
          <p:cNvPr id="2" name="TextBox 1">
            <a:extLst>
              <a:ext uri="{FF2B5EF4-FFF2-40B4-BE49-F238E27FC236}">
                <a16:creationId xmlns:a16="http://schemas.microsoft.com/office/drawing/2014/main" id="{4C9B8A40-56D4-9DD2-AF0E-9F099B943017}"/>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951576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dissolve">
                                      <p:cBhvr>
                                        <p:cTn id="10" dur="500"/>
                                        <p:tgtEl>
                                          <p:spTgt spid="3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dissolve">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TCP server</a:t>
            </a:r>
            <a:endParaRPr lang="en-US" altLang="en-US" sz="5400" dirty="0">
              <a:solidFill>
                <a:srgbClr val="000099"/>
              </a:solidFill>
              <a:ea typeface="ＭＳ Ｐゴシック" panose="020B0600070205080204" pitchFamily="34" charset="-128"/>
              <a:cs typeface="+mn-cs"/>
            </a:endParaRPr>
          </a:p>
        </p:txBody>
      </p:sp>
      <p:sp>
        <p:nvSpPr>
          <p:cNvPr id="13" name="TextBox 1">
            <a:extLst>
              <a:ext uri="{FF2B5EF4-FFF2-40B4-BE49-F238E27FC236}">
                <a16:creationId xmlns:a16="http://schemas.microsoft.com/office/drawing/2014/main" id="{5950741E-8292-7E41-84C1-46A070CA3DB1}"/>
              </a:ext>
            </a:extLst>
          </p:cNvPr>
          <p:cNvSpPr txBox="1">
            <a:spLocks noChangeArrowheads="1"/>
          </p:cNvSpPr>
          <p:nvPr/>
        </p:nvSpPr>
        <p:spPr bwMode="auto">
          <a:xfrm>
            <a:off x="5184060" y="1922450"/>
            <a:ext cx="6269665" cy="4401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from socket import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print('The server is ready to receive')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True: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sentence = connectionSocket.recv(1024).decode()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capitalizedSentence = sentence.upper()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connectionSocket.send(capitalizedSentence.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encode())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connectionSocket.close()</a:t>
            </a:r>
          </a:p>
        </p:txBody>
      </p:sp>
      <p:sp>
        <p:nvSpPr>
          <p:cNvPr id="14" name="TextBox 2">
            <a:extLst>
              <a:ext uri="{FF2B5EF4-FFF2-40B4-BE49-F238E27FC236}">
                <a16:creationId xmlns:a16="http://schemas.microsoft.com/office/drawing/2014/main" id="{311EF17F-3D4A-0B47-8BA1-C2C1035869BB}"/>
              </a:ext>
            </a:extLst>
          </p:cNvPr>
          <p:cNvSpPr txBox="1">
            <a:spLocks noChangeArrowheads="1"/>
          </p:cNvSpPr>
          <p:nvPr/>
        </p:nvSpPr>
        <p:spPr bwMode="auto">
          <a:xfrm>
            <a:off x="5184060" y="1439850"/>
            <a:ext cx="28273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TCPServer</a:t>
            </a:r>
          </a:p>
        </p:txBody>
      </p:sp>
      <p:grpSp>
        <p:nvGrpSpPr>
          <p:cNvPr id="15" name="Group 13">
            <a:extLst>
              <a:ext uri="{FF2B5EF4-FFF2-40B4-BE49-F238E27FC236}">
                <a16:creationId xmlns:a16="http://schemas.microsoft.com/office/drawing/2014/main" id="{FE11A28B-1D9C-5D4D-9B45-8F8462E7E906}"/>
              </a:ext>
            </a:extLst>
          </p:cNvPr>
          <p:cNvGrpSpPr>
            <a:grpSpLocks/>
          </p:cNvGrpSpPr>
          <p:nvPr/>
        </p:nvGrpSpPr>
        <p:grpSpPr bwMode="auto">
          <a:xfrm>
            <a:off x="1724351" y="2556715"/>
            <a:ext cx="3374285" cy="338554"/>
            <a:chOff x="-749058" y="2414108"/>
            <a:chExt cx="3374330" cy="338257"/>
          </a:xfrm>
        </p:grpSpPr>
        <p:sp>
          <p:nvSpPr>
            <p:cNvPr id="16" name="TextBox 31">
              <a:extLst>
                <a:ext uri="{FF2B5EF4-FFF2-40B4-BE49-F238E27FC236}">
                  <a16:creationId xmlns:a16="http://schemas.microsoft.com/office/drawing/2014/main" id="{BE7B84C0-FF81-284C-B893-87D2A5F776E3}"/>
                </a:ext>
              </a:extLst>
            </p:cNvPr>
            <p:cNvSpPr txBox="1">
              <a:spLocks noChangeArrowheads="1"/>
            </p:cNvSpPr>
            <p:nvPr/>
          </p:nvSpPr>
          <p:spPr bwMode="auto">
            <a:xfrm>
              <a:off x="-749058" y="2414108"/>
              <a:ext cx="3062331" cy="338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TCP welcoming socket</a:t>
              </a:r>
            </a:p>
          </p:txBody>
        </p:sp>
        <p:cxnSp>
          <p:nvCxnSpPr>
            <p:cNvPr id="17" name="Straight Connector 32">
              <a:extLst>
                <a:ext uri="{FF2B5EF4-FFF2-40B4-BE49-F238E27FC236}">
                  <a16:creationId xmlns:a16="http://schemas.microsoft.com/office/drawing/2014/main" id="{9AC227D5-ACE3-9D45-9809-D827F0E36A3A}"/>
                </a:ext>
              </a:extLst>
            </p:cNvPr>
            <p:cNvCxnSpPr>
              <a:cxnSpLocks noChangeShapeType="1"/>
            </p:cNvCxnSpPr>
            <p:nvPr/>
          </p:nvCxnSpPr>
          <p:spPr bwMode="auto">
            <a:xfrm>
              <a:off x="2136730" y="2597150"/>
              <a:ext cx="48854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8" name="Group 14">
            <a:extLst>
              <a:ext uri="{FF2B5EF4-FFF2-40B4-BE49-F238E27FC236}">
                <a16:creationId xmlns:a16="http://schemas.microsoft.com/office/drawing/2014/main" id="{FAAA7E9C-BFC7-834D-AA16-2DA4A476CDA2}"/>
              </a:ext>
            </a:extLst>
          </p:cNvPr>
          <p:cNvGrpSpPr>
            <a:grpSpLocks/>
          </p:cNvGrpSpPr>
          <p:nvPr/>
        </p:nvGrpSpPr>
        <p:grpSpPr bwMode="auto">
          <a:xfrm>
            <a:off x="2080634" y="3063061"/>
            <a:ext cx="3036870" cy="584775"/>
            <a:chOff x="-1667664" y="2908339"/>
            <a:chExt cx="4371910" cy="584044"/>
          </a:xfrm>
        </p:grpSpPr>
        <p:sp>
          <p:nvSpPr>
            <p:cNvPr id="19" name="TextBox 26">
              <a:extLst>
                <a:ext uri="{FF2B5EF4-FFF2-40B4-BE49-F238E27FC236}">
                  <a16:creationId xmlns:a16="http://schemas.microsoft.com/office/drawing/2014/main" id="{DDD9E670-279E-624F-9241-0F4EB31CF7A1}"/>
                </a:ext>
              </a:extLst>
            </p:cNvPr>
            <p:cNvSpPr txBox="1">
              <a:spLocks noChangeArrowheads="1"/>
            </p:cNvSpPr>
            <p:nvPr/>
          </p:nvSpPr>
          <p:spPr bwMode="auto">
            <a:xfrm>
              <a:off x="-1667664" y="2908339"/>
              <a:ext cx="4139198" cy="5840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server begins listening for  incoming TCP requests</a:t>
              </a:r>
            </a:p>
          </p:txBody>
        </p:sp>
        <p:cxnSp>
          <p:nvCxnSpPr>
            <p:cNvPr id="20" name="Straight Connector 30">
              <a:extLst>
                <a:ext uri="{FF2B5EF4-FFF2-40B4-BE49-F238E27FC236}">
                  <a16:creationId xmlns:a16="http://schemas.microsoft.com/office/drawing/2014/main" id="{24B55155-A531-764D-80EA-161809A28354}"/>
                </a:ext>
              </a:extLst>
            </p:cNvPr>
            <p:cNvCxnSpPr>
              <a:cxnSpLocks noChangeShapeType="1"/>
            </p:cNvCxnSpPr>
            <p:nvPr/>
          </p:nvCxnSpPr>
          <p:spPr bwMode="auto">
            <a:xfrm>
              <a:off x="1967825" y="3217286"/>
              <a:ext cx="736421"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1" name="Group 15">
            <a:extLst>
              <a:ext uri="{FF2B5EF4-FFF2-40B4-BE49-F238E27FC236}">
                <a16:creationId xmlns:a16="http://schemas.microsoft.com/office/drawing/2014/main" id="{4E398AB3-CA85-1246-9B45-0A62FCD962C1}"/>
              </a:ext>
            </a:extLst>
          </p:cNvPr>
          <p:cNvGrpSpPr>
            <a:grpSpLocks/>
          </p:cNvGrpSpPr>
          <p:nvPr/>
        </p:nvGrpSpPr>
        <p:grpSpPr bwMode="auto">
          <a:xfrm>
            <a:off x="3328500" y="3824136"/>
            <a:ext cx="1858624" cy="297517"/>
            <a:chOff x="905004" y="3819988"/>
            <a:chExt cx="1859872" cy="298292"/>
          </a:xfrm>
        </p:grpSpPr>
        <p:sp>
          <p:nvSpPr>
            <p:cNvPr id="22" name="TextBox 34">
              <a:extLst>
                <a:ext uri="{FF2B5EF4-FFF2-40B4-BE49-F238E27FC236}">
                  <a16:creationId xmlns:a16="http://schemas.microsoft.com/office/drawing/2014/main" id="{94C20932-E37A-A347-85B8-6A71FAB668B9}"/>
                </a:ext>
              </a:extLst>
            </p:cNvPr>
            <p:cNvSpPr txBox="1">
              <a:spLocks noChangeArrowheads="1"/>
            </p:cNvSpPr>
            <p:nvPr/>
          </p:nvSpPr>
          <p:spPr bwMode="auto">
            <a:xfrm>
              <a:off x="905004" y="3819988"/>
              <a:ext cx="1859872" cy="298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loop forever</a:t>
              </a:r>
            </a:p>
          </p:txBody>
        </p:sp>
        <p:cxnSp>
          <p:nvCxnSpPr>
            <p:cNvPr id="23" name="Straight Connector 35">
              <a:extLst>
                <a:ext uri="{FF2B5EF4-FFF2-40B4-BE49-F238E27FC236}">
                  <a16:creationId xmlns:a16="http://schemas.microsoft.com/office/drawing/2014/main" id="{FAC42719-5F1D-0749-8621-F7DF2A166C6F}"/>
                </a:ext>
              </a:extLst>
            </p:cNvPr>
            <p:cNvCxnSpPr>
              <a:cxnSpLocks noChangeShapeType="1"/>
            </p:cNvCxnSpPr>
            <p:nvPr/>
          </p:nvCxnSpPr>
          <p:spPr bwMode="auto">
            <a:xfrm>
              <a:off x="2187464" y="3964782"/>
              <a:ext cx="52319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4" name="Group 17">
            <a:extLst>
              <a:ext uri="{FF2B5EF4-FFF2-40B4-BE49-F238E27FC236}">
                <a16:creationId xmlns:a16="http://schemas.microsoft.com/office/drawing/2014/main" id="{F3B50B89-48C8-7E48-8FDE-4D6D8A826B11}"/>
              </a:ext>
            </a:extLst>
          </p:cNvPr>
          <p:cNvGrpSpPr>
            <a:grpSpLocks/>
          </p:cNvGrpSpPr>
          <p:nvPr/>
        </p:nvGrpSpPr>
        <p:grpSpPr bwMode="auto">
          <a:xfrm>
            <a:off x="906051" y="4140995"/>
            <a:ext cx="4273089" cy="502702"/>
            <a:chOff x="-812680" y="4044670"/>
            <a:chExt cx="3634217" cy="502843"/>
          </a:xfrm>
        </p:grpSpPr>
        <p:sp>
          <p:nvSpPr>
            <p:cNvPr id="34" name="TextBox 36">
              <a:extLst>
                <a:ext uri="{FF2B5EF4-FFF2-40B4-BE49-F238E27FC236}">
                  <a16:creationId xmlns:a16="http://schemas.microsoft.com/office/drawing/2014/main" id="{C7F6449F-1FAC-0144-AA7B-940049031E8D}"/>
                </a:ext>
              </a:extLst>
            </p:cNvPr>
            <p:cNvSpPr txBox="1">
              <a:spLocks noChangeArrowheads="1"/>
            </p:cNvSpPr>
            <p:nvPr/>
          </p:nvSpPr>
          <p:spPr bwMode="auto">
            <a:xfrm>
              <a:off x="-812680" y="4044670"/>
              <a:ext cx="3634217" cy="50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server waits on accept() for incoming requests, new socket created on return</a:t>
              </a:r>
            </a:p>
          </p:txBody>
        </p:sp>
        <p:cxnSp>
          <p:nvCxnSpPr>
            <p:cNvPr id="35" name="Straight Connector 39">
              <a:extLst>
                <a:ext uri="{FF2B5EF4-FFF2-40B4-BE49-F238E27FC236}">
                  <a16:creationId xmlns:a16="http://schemas.microsoft.com/office/drawing/2014/main" id="{1E61EC2C-2AF0-BD40-B849-E841D4D3D3F0}"/>
                </a:ext>
              </a:extLst>
            </p:cNvPr>
            <p:cNvCxnSpPr>
              <a:cxnSpLocks noChangeShapeType="1"/>
            </p:cNvCxnSpPr>
            <p:nvPr/>
          </p:nvCxnSpPr>
          <p:spPr bwMode="auto">
            <a:xfrm>
              <a:off x="2337575" y="4188416"/>
              <a:ext cx="435213"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6" name="Group 18">
            <a:extLst>
              <a:ext uri="{FF2B5EF4-FFF2-40B4-BE49-F238E27FC236}">
                <a16:creationId xmlns:a16="http://schemas.microsoft.com/office/drawing/2014/main" id="{2B25A781-3C5A-4345-B1BA-DEACB59F98D7}"/>
              </a:ext>
            </a:extLst>
          </p:cNvPr>
          <p:cNvGrpSpPr>
            <a:grpSpLocks/>
          </p:cNvGrpSpPr>
          <p:nvPr/>
        </p:nvGrpSpPr>
        <p:grpSpPr bwMode="auto">
          <a:xfrm>
            <a:off x="1951002" y="4771416"/>
            <a:ext cx="3154397" cy="584775"/>
            <a:chOff x="-463314" y="4140337"/>
            <a:chExt cx="3153124" cy="585085"/>
          </a:xfrm>
        </p:grpSpPr>
        <p:sp>
          <p:nvSpPr>
            <p:cNvPr id="37" name="TextBox 61">
              <a:extLst>
                <a:ext uri="{FF2B5EF4-FFF2-40B4-BE49-F238E27FC236}">
                  <a16:creationId xmlns:a16="http://schemas.microsoft.com/office/drawing/2014/main" id="{A4995AED-D7BB-0A43-8C79-4CAECC669A71}"/>
                </a:ext>
              </a:extLst>
            </p:cNvPr>
            <p:cNvSpPr txBox="1">
              <a:spLocks noChangeArrowheads="1"/>
            </p:cNvSpPr>
            <p:nvPr/>
          </p:nvSpPr>
          <p:spPr bwMode="auto">
            <a:xfrm>
              <a:off x="-463314" y="4140337"/>
              <a:ext cx="2746043" cy="585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bytes from socket (but not address as in UDP)</a:t>
              </a:r>
            </a:p>
          </p:txBody>
        </p:sp>
        <p:cxnSp>
          <p:nvCxnSpPr>
            <p:cNvPr id="38" name="Straight Connector 62">
              <a:extLst>
                <a:ext uri="{FF2B5EF4-FFF2-40B4-BE49-F238E27FC236}">
                  <a16:creationId xmlns:a16="http://schemas.microsoft.com/office/drawing/2014/main" id="{39CA9B6C-408E-C74F-BCDD-01EC8665E7B2}"/>
                </a:ext>
              </a:extLst>
            </p:cNvPr>
            <p:cNvCxnSpPr>
              <a:cxnSpLocks noChangeShapeType="1"/>
            </p:cNvCxnSpPr>
            <p:nvPr/>
          </p:nvCxnSpPr>
          <p:spPr bwMode="auto">
            <a:xfrm>
              <a:off x="2194710" y="4288764"/>
              <a:ext cx="495100"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9" name="Group 28">
            <a:extLst>
              <a:ext uri="{FF2B5EF4-FFF2-40B4-BE49-F238E27FC236}">
                <a16:creationId xmlns:a16="http://schemas.microsoft.com/office/drawing/2014/main" id="{2EF79CA3-2450-FB47-A075-DE884877B7F1}"/>
              </a:ext>
            </a:extLst>
          </p:cNvPr>
          <p:cNvGrpSpPr>
            <a:grpSpLocks/>
          </p:cNvGrpSpPr>
          <p:nvPr/>
        </p:nvGrpSpPr>
        <p:grpSpPr bwMode="auto">
          <a:xfrm>
            <a:off x="1026276" y="5902558"/>
            <a:ext cx="4079124" cy="584775"/>
            <a:chOff x="-1411416" y="4686923"/>
            <a:chExt cx="4079374" cy="585153"/>
          </a:xfrm>
        </p:grpSpPr>
        <p:sp>
          <p:nvSpPr>
            <p:cNvPr id="40" name="TextBox 29">
              <a:extLst>
                <a:ext uri="{FF2B5EF4-FFF2-40B4-BE49-F238E27FC236}">
                  <a16:creationId xmlns:a16="http://schemas.microsoft.com/office/drawing/2014/main" id="{4729B12D-4BE5-7649-A39B-A68529411CBB}"/>
                </a:ext>
              </a:extLst>
            </p:cNvPr>
            <p:cNvSpPr txBox="1">
              <a:spLocks noChangeArrowheads="1"/>
            </p:cNvSpPr>
            <p:nvPr/>
          </p:nvSpPr>
          <p:spPr bwMode="auto">
            <a:xfrm>
              <a:off x="-1411416" y="4686923"/>
              <a:ext cx="3902071" cy="585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close connection to this client (but </a:t>
              </a: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not</a:t>
              </a: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 welcoming socket)</a:t>
              </a:r>
            </a:p>
          </p:txBody>
        </p:sp>
        <p:cxnSp>
          <p:nvCxnSpPr>
            <p:cNvPr id="41" name="Straight Connector 33">
              <a:extLst>
                <a:ext uri="{FF2B5EF4-FFF2-40B4-BE49-F238E27FC236}">
                  <a16:creationId xmlns:a16="http://schemas.microsoft.com/office/drawing/2014/main" id="{445EB81E-B12F-454D-80B8-5484BE29F558}"/>
                </a:ext>
              </a:extLst>
            </p:cNvPr>
            <p:cNvCxnSpPr>
              <a:cxnSpLocks noChangeShapeType="1"/>
            </p:cNvCxnSpPr>
            <p:nvPr/>
          </p:nvCxnSpPr>
          <p:spPr bwMode="auto">
            <a:xfrm>
              <a:off x="2172628" y="4843734"/>
              <a:ext cx="495330"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107</a:t>
            </a:fld>
            <a:endParaRPr lang="en-US" dirty="0"/>
          </a:p>
        </p:txBody>
      </p:sp>
      <p:sp>
        <p:nvSpPr>
          <p:cNvPr id="2" name="TextBox 1">
            <a:extLst>
              <a:ext uri="{FF2B5EF4-FFF2-40B4-BE49-F238E27FC236}">
                <a16:creationId xmlns:a16="http://schemas.microsoft.com/office/drawing/2014/main" id="{08F920B5-7A1E-85CA-515F-41A5A4755525}"/>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1453320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5"/>
                                        </p:tgtEl>
                                      </p:cBhvr>
                                    </p:animEffect>
                                    <p:set>
                                      <p:cBhvr>
                                        <p:cTn id="12" dur="1" fill="hold">
                                          <p:stCondLst>
                                            <p:cond delay="499"/>
                                          </p:stCondLst>
                                        </p:cTn>
                                        <p:tgtEl>
                                          <p:spTgt spid="15"/>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dissolv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8"/>
                                        </p:tgtEl>
                                      </p:cBhvr>
                                    </p:animEffect>
                                    <p:set>
                                      <p:cBhvr>
                                        <p:cTn id="20" dur="1" fill="hold">
                                          <p:stCondLst>
                                            <p:cond delay="499"/>
                                          </p:stCondLst>
                                        </p:cTn>
                                        <p:tgtEl>
                                          <p:spTgt spid="18"/>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dissolve">
                                      <p:cBhvr>
                                        <p:cTn id="23" dur="500"/>
                                        <p:tgtEl>
                                          <p:spTgt spid="21"/>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21"/>
                                        </p:tgtEl>
                                      </p:cBhvr>
                                    </p:animEffect>
                                    <p:set>
                                      <p:cBhvr>
                                        <p:cTn id="28" dur="1" fill="hold">
                                          <p:stCondLst>
                                            <p:cond delay="499"/>
                                          </p:stCondLst>
                                        </p:cTn>
                                        <p:tgtEl>
                                          <p:spTgt spid="21"/>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dissolve">
                                      <p:cBhvr>
                                        <p:cTn id="31" dur="500"/>
                                        <p:tgtEl>
                                          <p:spTgt spid="24"/>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24"/>
                                        </p:tgtEl>
                                      </p:cBhvr>
                                    </p:animEffect>
                                    <p:set>
                                      <p:cBhvr>
                                        <p:cTn id="36" dur="1" fill="hold">
                                          <p:stCondLst>
                                            <p:cond delay="499"/>
                                          </p:stCondLst>
                                        </p:cTn>
                                        <p:tgtEl>
                                          <p:spTgt spid="24"/>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6"/>
                                        </p:tgtEl>
                                        <p:attrNameLst>
                                          <p:attrName>style.visibility</p:attrName>
                                        </p:attrNameLst>
                                      </p:cBhvr>
                                      <p:to>
                                        <p:strVal val="visible"/>
                                      </p:to>
                                    </p:set>
                                    <p:animEffect transition="in" filter="dissolve">
                                      <p:cBhvr>
                                        <p:cTn id="39" dur="500"/>
                                        <p:tgtEl>
                                          <p:spTgt spid="36"/>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36"/>
                                        </p:tgtEl>
                                      </p:cBhvr>
                                    </p:animEffect>
                                    <p:set>
                                      <p:cBhvr>
                                        <p:cTn id="44" dur="1" fill="hold">
                                          <p:stCondLst>
                                            <p:cond delay="499"/>
                                          </p:stCondLst>
                                        </p:cTn>
                                        <p:tgtEl>
                                          <p:spTgt spid="36"/>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39"/>
                                        </p:tgtEl>
                                        <p:attrNameLst>
                                          <p:attrName>style.visibility</p:attrName>
                                        </p:attrNameLst>
                                      </p:cBhvr>
                                      <p:to>
                                        <p:strVal val="visible"/>
                                      </p:to>
                                    </p:set>
                                    <p:animEffect transition="in" filter="dissolve">
                                      <p:cBhvr>
                                        <p:cTn id="47"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5" name="Rectangle 3">
            <a:extLst>
              <a:ext uri="{FF2B5EF4-FFF2-40B4-BE49-F238E27FC236}">
                <a16:creationId xmlns:a16="http://schemas.microsoft.com/office/drawing/2014/main" id="{130235C8-CBF2-BC40-8C2F-CC9AFE97994B}"/>
              </a:ext>
            </a:extLst>
          </p:cNvPr>
          <p:cNvSpPr>
            <a:spLocks noGrp="1" noChangeArrowheads="1"/>
          </p:cNvSpPr>
          <p:nvPr>
            <p:ph sz="half" idx="1"/>
          </p:nvPr>
        </p:nvSpPr>
        <p:spPr>
          <a:xfrm>
            <a:off x="838200" y="2094161"/>
            <a:ext cx="5710084" cy="4194034"/>
          </a:xfrm>
        </p:spPr>
        <p:txBody>
          <a:bodyPr>
            <a:normAutofit/>
          </a:bodyPr>
          <a:lstStyle/>
          <a:p>
            <a:pPr marL="287338" indent="-287338">
              <a:buFont typeface="Wingdings" charset="2"/>
              <a:buChar char="§"/>
              <a:defRPr/>
            </a:pPr>
            <a:r>
              <a:rPr lang="en-US" dirty="0"/>
              <a:t>application architectures</a:t>
            </a:r>
          </a:p>
          <a:p>
            <a:pPr marL="681038" lvl="1" indent="-223838">
              <a:buFont typeface="Arial"/>
              <a:buChar char="•"/>
              <a:defRPr/>
            </a:pPr>
            <a:r>
              <a:rPr lang="en-US" dirty="0"/>
              <a:t>client-server</a:t>
            </a:r>
          </a:p>
          <a:p>
            <a:pPr marL="681038" lvl="1" indent="-223838">
              <a:buFont typeface="Arial"/>
              <a:buChar char="•"/>
              <a:defRPr/>
            </a:pPr>
            <a:r>
              <a:rPr lang="en-US" dirty="0"/>
              <a:t>P2P</a:t>
            </a:r>
          </a:p>
          <a:p>
            <a:pPr marL="287338" indent="-287338">
              <a:buFont typeface="Wingdings" charset="2"/>
              <a:buChar char="§"/>
              <a:defRPr/>
            </a:pPr>
            <a:r>
              <a:rPr lang="en-US" dirty="0"/>
              <a:t>application service requirements:</a:t>
            </a:r>
          </a:p>
          <a:p>
            <a:pPr marL="682625" lvl="1" indent="-228600">
              <a:buFont typeface="Arial"/>
              <a:buChar char="•"/>
              <a:defRPr/>
            </a:pPr>
            <a:r>
              <a:rPr lang="en-US" dirty="0"/>
              <a:t>reliability, bandwidth, delay</a:t>
            </a:r>
          </a:p>
          <a:p>
            <a:pPr marL="287338" indent="-287338">
              <a:buFont typeface="Wingdings" charset="2"/>
              <a:buChar char="§"/>
              <a:defRPr/>
            </a:pPr>
            <a:r>
              <a:rPr lang="en-US" dirty="0"/>
              <a:t>Internet transport service model</a:t>
            </a:r>
          </a:p>
          <a:p>
            <a:pPr marL="681038" lvl="1" indent="-223838">
              <a:buFont typeface="Arial"/>
              <a:buChar char="•"/>
              <a:defRPr/>
            </a:pPr>
            <a:r>
              <a:rPr lang="en-US" dirty="0"/>
              <a:t>connection-oriented, reliable: TCP</a:t>
            </a:r>
          </a:p>
          <a:p>
            <a:pPr marL="681038" lvl="1" indent="-223838">
              <a:buFont typeface="Arial"/>
              <a:buChar char="•"/>
              <a:defRPr/>
            </a:pPr>
            <a:r>
              <a:rPr lang="en-US" dirty="0"/>
              <a:t>unreliable, datagrams: UDP</a:t>
            </a:r>
            <a:endParaRPr lang="en-US" sz="2000" dirty="0"/>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704849" y="1392072"/>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our study of network application layer is now complete!</a:t>
            </a:r>
          </a:p>
        </p:txBody>
      </p:sp>
      <p:sp>
        <p:nvSpPr>
          <p:cNvPr id="27" name="Rectangle 5">
            <a:extLst>
              <a:ext uri="{FF2B5EF4-FFF2-40B4-BE49-F238E27FC236}">
                <a16:creationId xmlns:a16="http://schemas.microsoft.com/office/drawing/2014/main" id="{64F252F4-9047-6D40-8B28-18D2E55365CA}"/>
              </a:ext>
            </a:extLst>
          </p:cNvPr>
          <p:cNvSpPr>
            <a:spLocks noChangeArrowheads="1"/>
          </p:cNvSpPr>
          <p:nvPr/>
        </p:nvSpPr>
        <p:spPr bwMode="auto">
          <a:xfrm>
            <a:off x="7310006" y="2054984"/>
            <a:ext cx="4652810" cy="3676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specific protocols: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HTTP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SMTP, IMAP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DNS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P2P: BitTorrent</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video streaming, CDNs</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socket programming: </a:t>
            </a:r>
          </a:p>
          <a:p>
            <a:pPr marL="0" marR="0" lvl="0" indent="0" algn="l" defTabSz="914400" rtl="0" eaLnBrk="1" fontAlgn="auto" latinLnBrk="0" hangingPunct="1">
              <a:lnSpc>
                <a:spcPct val="100000"/>
              </a:lnSpc>
              <a:spcBef>
                <a:spcPts val="0"/>
              </a:spcBef>
              <a:spcAft>
                <a:spcPts val="0"/>
              </a:spcAft>
              <a:buClr>
                <a:srgbClr val="000099"/>
              </a:buClr>
              <a:buSzPct val="100000"/>
              <a:buFont typeface="ZapfDingbats" charset="0"/>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    TCP, UDP sockets</a:t>
            </a:r>
          </a:p>
        </p:txBody>
      </p:sp>
      <p:sp>
        <p:nvSpPr>
          <p:cNvPr id="6" name="Slide Number Placeholder 2">
            <a:extLst>
              <a:ext uri="{FF2B5EF4-FFF2-40B4-BE49-F238E27FC236}">
                <a16:creationId xmlns:a16="http://schemas.microsoft.com/office/drawing/2014/main" id="{8FBD60C3-995D-4948-A95F-E9B0A22398CB}"/>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108</a:t>
            </a:fld>
            <a:endParaRPr lang="en-US" dirty="0"/>
          </a:p>
        </p:txBody>
      </p:sp>
    </p:spTree>
    <p:extLst>
      <p:ext uri="{BB962C8B-B14F-4D97-AF65-F5344CB8AC3E}">
        <p14:creationId xmlns:p14="http://schemas.microsoft.com/office/powerpoint/2010/main" val="4058411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704849" y="1392072"/>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Most importantly: learned about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protocols</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p:txBody>
      </p:sp>
      <p:sp>
        <p:nvSpPr>
          <p:cNvPr id="9" name="Rectangle 3">
            <a:extLst>
              <a:ext uri="{FF2B5EF4-FFF2-40B4-BE49-F238E27FC236}">
                <a16:creationId xmlns:a16="http://schemas.microsoft.com/office/drawing/2014/main" id="{F2B1E62A-5D04-3E42-88B2-20CD0FBD1BBD}"/>
              </a:ext>
            </a:extLst>
          </p:cNvPr>
          <p:cNvSpPr>
            <a:spLocks noGrp="1" noChangeArrowheads="1"/>
          </p:cNvSpPr>
          <p:nvPr>
            <p:ph idx="1"/>
          </p:nvPr>
        </p:nvSpPr>
        <p:spPr>
          <a:xfrm>
            <a:off x="838200" y="2069589"/>
            <a:ext cx="5695335" cy="4351338"/>
          </a:xfrm>
        </p:spPr>
        <p:txBody>
          <a:bodyPr>
            <a:normAutofit/>
          </a:bodyPr>
          <a:lstStyle/>
          <a:p>
            <a:pPr marL="287338" indent="-287338"/>
            <a:r>
              <a:rPr lang="en-US" altLang="en-US" dirty="0">
                <a:ea typeface="ＭＳ Ｐゴシック" panose="020B0600070205080204" pitchFamily="34" charset="-128"/>
              </a:rPr>
              <a:t>typical request/reply message exchange:</a:t>
            </a:r>
          </a:p>
          <a:p>
            <a:pPr marL="681038" lvl="1" indent="-223838"/>
            <a:r>
              <a:rPr lang="en-US" altLang="en-US" dirty="0">
                <a:ea typeface="ＭＳ Ｐゴシック" panose="020B0600070205080204" pitchFamily="34" charset="-128"/>
              </a:rPr>
              <a:t>client requests info or service</a:t>
            </a:r>
          </a:p>
          <a:p>
            <a:pPr marL="681038" lvl="1" indent="-223838"/>
            <a:r>
              <a:rPr lang="en-US" altLang="en-US" dirty="0">
                <a:ea typeface="ＭＳ Ｐゴシック" panose="020B0600070205080204" pitchFamily="34" charset="-128"/>
              </a:rPr>
              <a:t>server responds with data, status code</a:t>
            </a:r>
          </a:p>
          <a:p>
            <a:pPr marL="287338" indent="-287338"/>
            <a:r>
              <a:rPr lang="en-US" altLang="en-US" dirty="0">
                <a:ea typeface="ＭＳ Ｐゴシック" panose="020B0600070205080204" pitchFamily="34" charset="-128"/>
              </a:rPr>
              <a:t>message formats:</a:t>
            </a:r>
          </a:p>
          <a:p>
            <a:pPr marL="681038" lvl="1" indent="-223838"/>
            <a:r>
              <a:rPr lang="en-US" altLang="en-US" i="1" dirty="0">
                <a:solidFill>
                  <a:srgbClr val="000090"/>
                </a:solidFill>
                <a:ea typeface="ＭＳ Ｐゴシック" panose="020B0600070205080204" pitchFamily="34" charset="-128"/>
              </a:rPr>
              <a:t>headers</a:t>
            </a:r>
            <a:r>
              <a:rPr lang="en-US" altLang="en-US" dirty="0">
                <a:ea typeface="ＭＳ Ｐゴシック" panose="020B0600070205080204" pitchFamily="34" charset="-128"/>
              </a:rPr>
              <a:t>: fields giving info about data</a:t>
            </a:r>
          </a:p>
          <a:p>
            <a:pPr marL="681038" lvl="1" indent="-223838"/>
            <a:r>
              <a:rPr lang="en-US" altLang="en-US" i="1" dirty="0">
                <a:solidFill>
                  <a:srgbClr val="000090"/>
                </a:solidFill>
                <a:ea typeface="ＭＳ Ｐゴシック" panose="020B0600070205080204" pitchFamily="34" charset="-128"/>
              </a:rPr>
              <a:t>data: </a:t>
            </a:r>
            <a:r>
              <a:rPr lang="en-US" altLang="en-US" dirty="0">
                <a:ea typeface="ＭＳ Ｐゴシック" panose="020B0600070205080204" pitchFamily="34" charset="-128"/>
              </a:rPr>
              <a:t>info(payload)  being communicated</a:t>
            </a:r>
          </a:p>
        </p:txBody>
      </p:sp>
      <p:sp>
        <p:nvSpPr>
          <p:cNvPr id="10" name="Rectangle 5">
            <a:extLst>
              <a:ext uri="{FF2B5EF4-FFF2-40B4-BE49-F238E27FC236}">
                <a16:creationId xmlns:a16="http://schemas.microsoft.com/office/drawing/2014/main" id="{09AD5240-FBC2-9D46-B622-22B9C356A03C}"/>
              </a:ext>
            </a:extLst>
          </p:cNvPr>
          <p:cNvSpPr>
            <a:spLocks noChangeArrowheads="1"/>
          </p:cNvSpPr>
          <p:nvPr/>
        </p:nvSpPr>
        <p:spPr bwMode="auto">
          <a:xfrm>
            <a:off x="6832343" y="2015039"/>
            <a:ext cx="4654808" cy="3676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227013" indent="-227013">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27013" marR="0" lvl="0" indent="-227013" algn="l" defTabSz="914400" rtl="0" eaLnBrk="1" fontAlgn="auto" latinLnBrk="0" hangingPunct="1">
              <a:lnSpc>
                <a:spcPct val="100000"/>
              </a:lnSpc>
              <a:spcBef>
                <a:spcPts val="0"/>
              </a:spcBef>
              <a:spcAft>
                <a:spcPts val="0"/>
              </a:spcAft>
              <a:buClr>
                <a:srgbClr val="3333CC"/>
              </a:buClr>
              <a:buSzTx/>
              <a:buFontTx/>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important themes:</a:t>
            </a:r>
            <a:r>
              <a:rPr kumimoji="0" lang="en-US" altLang="en-US" sz="2400" b="0" i="0" u="none" strike="noStrike" kern="1200" cap="none" spc="0" normalizeH="0" baseline="0" noProof="0" dirty="0">
                <a:ln>
                  <a:noFill/>
                </a:ln>
                <a:solidFill>
                  <a:srgbClr val="FF3300"/>
                </a:solidFill>
                <a:effectLst/>
                <a:uLnTx/>
                <a:uFillTx/>
                <a:latin typeface="Calibri" panose="020F0502020204030204"/>
                <a:ea typeface="ＭＳ Ｐゴシック" panose="020B0600070205080204" pitchFamily="34" charset="-128"/>
                <a:cs typeface="+mn-cs"/>
              </a:rPr>
              <a:t> </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centralized vs. decentralized </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stateless vs. stateful</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scalability</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reliable vs. unreliable message transfer </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“complexity at network edge”</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FE0ABB88-CECD-DD4A-8A5D-BE042621800E}"/>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109</a:t>
            </a:fld>
            <a:endParaRPr lang="en-US" dirty="0"/>
          </a:p>
        </p:txBody>
      </p:sp>
    </p:spTree>
    <p:extLst>
      <p:ext uri="{BB962C8B-B14F-4D97-AF65-F5344CB8AC3E}">
        <p14:creationId xmlns:p14="http://schemas.microsoft.com/office/powerpoint/2010/main" val="3988395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内容占位符 1">
            <a:extLst>
              <a:ext uri="{FF2B5EF4-FFF2-40B4-BE49-F238E27FC236}">
                <a16:creationId xmlns:a16="http://schemas.microsoft.com/office/drawing/2014/main" id="{C0C7E237-DEE6-1A82-4AB5-FFD8ADAD504C}"/>
              </a:ext>
            </a:extLst>
          </p:cNvPr>
          <p:cNvSpPr>
            <a:spLocks noGrp="1"/>
          </p:cNvSpPr>
          <p:nvPr>
            <p:ph idx="1"/>
          </p:nvPr>
        </p:nvSpPr>
        <p:spPr/>
        <p:txBody>
          <a:bodyPr/>
          <a:lstStyle/>
          <a:p>
            <a:r>
              <a:rPr kumimoji="1" lang="en" altLang="zh-CN" dirty="0"/>
              <a:t>20-minute report for each team</a:t>
            </a:r>
            <a:r>
              <a:rPr kumimoji="1" lang="en-US" altLang="zh-CN" dirty="0"/>
              <a:t>, no limit of the topic (SE, EE, CS)</a:t>
            </a:r>
          </a:p>
          <a:p>
            <a:pPr lvl="1"/>
            <a:r>
              <a:rPr kumimoji="1" lang="en-US" altLang="zh-CN" dirty="0"/>
              <a:t>Introduction of the problem / scenario</a:t>
            </a:r>
          </a:p>
          <a:p>
            <a:pPr lvl="1"/>
            <a:r>
              <a:rPr kumimoji="1" lang="en-US" altLang="zh-CN" dirty="0"/>
              <a:t>Related work / methods (References)</a:t>
            </a:r>
          </a:p>
          <a:p>
            <a:pPr lvl="1"/>
            <a:r>
              <a:rPr kumimoji="1" lang="en-US" altLang="zh-CN" dirty="0"/>
              <a:t>What is your preference among these methods and your reasons</a:t>
            </a:r>
          </a:p>
          <a:p>
            <a:pPr lvl="1"/>
            <a:r>
              <a:rPr kumimoji="1" lang="en-US" altLang="zh-CN" dirty="0"/>
              <a:t>Implementation of the solution you choose</a:t>
            </a:r>
          </a:p>
          <a:p>
            <a:pPr lvl="1"/>
            <a:r>
              <a:rPr kumimoji="1" lang="en-US" altLang="zh-CN" dirty="0"/>
              <a:t>Evaluation of your simulations</a:t>
            </a:r>
          </a:p>
          <a:p>
            <a:pPr lvl="1"/>
            <a:r>
              <a:rPr kumimoji="1" lang="en-US" altLang="zh-CN" dirty="0"/>
              <a:t>Preparation of your slides (drafts) and presentation</a:t>
            </a:r>
          </a:p>
          <a:p>
            <a:r>
              <a:rPr kumimoji="1" lang="en-US" altLang="zh-CN" dirty="0"/>
              <a:t>10-minute review (One member of each team, TA)</a:t>
            </a:r>
          </a:p>
          <a:p>
            <a:endParaRPr kumimoji="1" lang="zh-CN" altLang="en-US" dirty="0"/>
          </a:p>
        </p:txBody>
      </p:sp>
      <p:sp>
        <p:nvSpPr>
          <p:cNvPr id="3" name="标题 2">
            <a:extLst>
              <a:ext uri="{FF2B5EF4-FFF2-40B4-BE49-F238E27FC236}">
                <a16:creationId xmlns:a16="http://schemas.microsoft.com/office/drawing/2014/main" id="{939247E5-2611-B4BC-4677-D5E531688F6F}"/>
              </a:ext>
            </a:extLst>
          </p:cNvPr>
          <p:cNvSpPr>
            <a:spLocks noGrp="1"/>
          </p:cNvSpPr>
          <p:nvPr>
            <p:ph type="title"/>
          </p:nvPr>
        </p:nvSpPr>
        <p:spPr/>
        <p:txBody>
          <a:bodyPr/>
          <a:lstStyle/>
          <a:p>
            <a:r>
              <a:rPr kumimoji="1" lang="en" altLang="zh-CN" dirty="0"/>
              <a:t>Mid-term seminar of the course</a:t>
            </a:r>
            <a:endParaRPr kumimoji="1" lang="zh-CN" altLang="en-US" dirty="0"/>
          </a:p>
        </p:txBody>
      </p:sp>
      <p:sp>
        <p:nvSpPr>
          <p:cNvPr id="4" name="灯片编号占位符 3">
            <a:extLst>
              <a:ext uri="{FF2B5EF4-FFF2-40B4-BE49-F238E27FC236}">
                <a16:creationId xmlns:a16="http://schemas.microsoft.com/office/drawing/2014/main" id="{BE1E8D58-BEC9-2C3E-7AAE-9F6B1052353C}"/>
              </a:ext>
            </a:extLst>
          </p:cNvPr>
          <p:cNvSpPr>
            <a:spLocks noGrp="1"/>
          </p:cNvSpPr>
          <p:nvPr>
            <p:ph type="sldNum" sz="quarter" idx="4"/>
          </p:nvPr>
        </p:nvSpPr>
        <p:spPr/>
        <p:txBody>
          <a:bodyPr/>
          <a:lstStyle/>
          <a:p>
            <a:r>
              <a:rPr lang="en-US"/>
              <a:t>Application Layer: 2-</a:t>
            </a:r>
            <a:fld id="{C4204591-24BD-A542-B9D5-F8D8A88D2FEE}" type="slidenum">
              <a:rPr lang="en-US" smtClean="0"/>
              <a:pPr/>
              <a:t>110</a:t>
            </a:fld>
            <a:endParaRPr lang="en-US"/>
          </a:p>
        </p:txBody>
      </p:sp>
    </p:spTree>
    <p:extLst>
      <p:ext uri="{BB962C8B-B14F-4D97-AF65-F5344CB8AC3E}">
        <p14:creationId xmlns:p14="http://schemas.microsoft.com/office/powerpoint/2010/main" val="4147657842"/>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highlight>
                  <a:srgbClr val="FFFF00"/>
                </a:highlight>
                <a:latin typeface="Calibri" panose="020F0502020204030204"/>
              </a:rPr>
              <a:t>Synthesis: a day in the life of a web request</a:t>
            </a:r>
            <a:endParaRPr lang="en-US" sz="4400" b="0" dirty="0">
              <a:highlight>
                <a:srgbClr val="FFFF00"/>
              </a:highlight>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111</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533400" y="1338263"/>
            <a:ext cx="1127311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200" dirty="0"/>
              <a:t>our journey down the protocol stack is now complete!</a:t>
            </a:r>
          </a:p>
          <a:p>
            <a:pPr lvl="1">
              <a:defRPr/>
            </a:pPr>
            <a:r>
              <a:rPr lang="en-US" sz="2800" dirty="0"/>
              <a:t>application, transport, network, link</a:t>
            </a:r>
          </a:p>
          <a:p>
            <a:pPr marL="400050" indent="-269875">
              <a:defRPr/>
            </a:pPr>
            <a:r>
              <a:rPr lang="en-US" sz="3200" dirty="0"/>
              <a:t>putting-it-all-together: synthesis!</a:t>
            </a:r>
          </a:p>
          <a:p>
            <a:pPr lvl="1">
              <a:defRPr/>
            </a:pPr>
            <a:r>
              <a:rPr lang="en-US" sz="2800" i="1" dirty="0">
                <a:solidFill>
                  <a:srgbClr val="C00000"/>
                </a:solidFill>
              </a:rPr>
              <a:t>goal:</a:t>
            </a:r>
            <a:r>
              <a:rPr lang="en-US" sz="2800" dirty="0">
                <a:solidFill>
                  <a:srgbClr val="C00000"/>
                </a:solidFill>
              </a:rPr>
              <a:t> </a:t>
            </a:r>
            <a:r>
              <a:rPr lang="en-US" sz="2800" dirty="0"/>
              <a:t>identify, review, understand protocols (at all layers) involved in seemingly simple scenario: requesting www page</a:t>
            </a:r>
          </a:p>
          <a:p>
            <a:pPr lvl="1">
              <a:defRPr/>
            </a:pPr>
            <a:r>
              <a:rPr lang="en-US" sz="2800" i="1" dirty="0">
                <a:solidFill>
                  <a:srgbClr val="C00000"/>
                </a:solidFill>
              </a:rPr>
              <a:t>scenario:</a:t>
            </a:r>
            <a:r>
              <a:rPr lang="en-US" sz="2800" dirty="0">
                <a:solidFill>
                  <a:srgbClr val="C00000"/>
                </a:solidFill>
              </a:rPr>
              <a:t> </a:t>
            </a:r>
            <a:r>
              <a:rPr lang="en-US" sz="2800" dirty="0"/>
              <a:t>student attaches laptop to campus network, requests/receives www.google.com </a:t>
            </a:r>
          </a:p>
          <a:p>
            <a:pPr>
              <a:defRPr/>
            </a:pPr>
            <a:endParaRPr lang="en-US" sz="3200" dirty="0"/>
          </a:p>
          <a:p>
            <a:pPr>
              <a:defRPr/>
            </a:pPr>
            <a:endParaRPr lang="en-US" dirty="0">
              <a:latin typeface="Gill Sans MT" charset="0"/>
            </a:endParaRPr>
          </a:p>
        </p:txBody>
      </p:sp>
    </p:spTree>
    <p:extLst>
      <p:ext uri="{BB962C8B-B14F-4D97-AF65-F5344CB8AC3E}">
        <p14:creationId xmlns:p14="http://schemas.microsoft.com/office/powerpoint/2010/main" val="26149772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0">
                                            <p:txEl>
                                              <p:pRg st="2" end="2"/>
                                            </p:txEl>
                                          </p:spTgt>
                                        </p:tgtEl>
                                        <p:attrNameLst>
                                          <p:attrName>style.visibility</p:attrName>
                                        </p:attrNameLst>
                                      </p:cBhvr>
                                      <p:to>
                                        <p:strVal val="visible"/>
                                      </p:to>
                                    </p:set>
                                    <p:animEffect transition="in" filter="dissolve">
                                      <p:cBhvr>
                                        <p:cTn id="15" dur="500"/>
                                        <p:tgtEl>
                                          <p:spTgt spid="8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0">
                                            <p:txEl>
                                              <p:pRg st="3" end="3"/>
                                            </p:txEl>
                                          </p:spTgt>
                                        </p:tgtEl>
                                        <p:attrNameLst>
                                          <p:attrName>style.visibility</p:attrName>
                                        </p:attrNameLst>
                                      </p:cBhvr>
                                      <p:to>
                                        <p:strVal val="visible"/>
                                      </p:to>
                                    </p:set>
                                    <p:animEffect transition="in" filter="dissolve">
                                      <p:cBhvr>
                                        <p:cTn id="20" dur="500"/>
                                        <p:tgtEl>
                                          <p:spTgt spid="80">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0">
                                            <p:txEl>
                                              <p:pRg st="4" end="4"/>
                                            </p:txEl>
                                          </p:spTgt>
                                        </p:tgtEl>
                                        <p:attrNameLst>
                                          <p:attrName>style.visibility</p:attrName>
                                        </p:attrNameLst>
                                      </p:cBhvr>
                                      <p:to>
                                        <p:strVal val="visible"/>
                                      </p:to>
                                    </p:set>
                                    <p:animEffect transition="in" filter="dissolve">
                                      <p:cBhvr>
                                        <p:cTn id="23" dur="500"/>
                                        <p:tgtEl>
                                          <p:spTgt spid="8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p:txBody>
          <a:bodyPr/>
          <a:lstStyle/>
          <a:p>
            <a:r>
              <a:rPr lang="en-US" dirty="0"/>
              <a:t>A day in the life: scenario</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112</a:t>
            </a:fld>
            <a:endParaRPr lang="en-US" dirty="0"/>
          </a:p>
        </p:txBody>
      </p:sp>
      <p:sp>
        <p:nvSpPr>
          <p:cNvPr id="294" name="Freeform 406">
            <a:extLst>
              <a:ext uri="{FF2B5EF4-FFF2-40B4-BE49-F238E27FC236}">
                <a16:creationId xmlns:a16="http://schemas.microsoft.com/office/drawing/2014/main" id="{DCFC0C20-D1CF-7E43-8947-76A7AA00BE54}"/>
              </a:ext>
            </a:extLst>
          </p:cNvPr>
          <p:cNvSpPr>
            <a:spLocks/>
          </p:cNvSpPr>
          <p:nvPr/>
        </p:nvSpPr>
        <p:spPr bwMode="auto">
          <a:xfrm>
            <a:off x="5037166" y="1832733"/>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6" name="Text Box 34">
            <a:extLst>
              <a:ext uri="{FF2B5EF4-FFF2-40B4-BE49-F238E27FC236}">
                <a16:creationId xmlns:a16="http://schemas.microsoft.com/office/drawing/2014/main" id="{0EC90E30-BDF4-6845-B171-AFEA17208264}"/>
              </a:ext>
            </a:extLst>
          </p:cNvPr>
          <p:cNvSpPr txBox="1">
            <a:spLocks noChangeArrowheads="1"/>
          </p:cNvSpPr>
          <p:nvPr/>
        </p:nvSpPr>
        <p:spPr bwMode="auto">
          <a:xfrm>
            <a:off x="5108669" y="2394135"/>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5" name="Line 93">
            <a:extLst>
              <a:ext uri="{FF2B5EF4-FFF2-40B4-BE49-F238E27FC236}">
                <a16:creationId xmlns:a16="http://schemas.microsoft.com/office/drawing/2014/main" id="{902226A1-23A8-5E45-B02B-D52E29D10C47}"/>
              </a:ext>
            </a:extLst>
          </p:cNvPr>
          <p:cNvSpPr>
            <a:spLocks noChangeShapeType="1"/>
          </p:cNvSpPr>
          <p:nvPr/>
        </p:nvSpPr>
        <p:spPr bwMode="auto">
          <a:xfrm flipH="1">
            <a:off x="7205382" y="2772055"/>
            <a:ext cx="260350" cy="2587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6" name="Freeform 94">
            <a:extLst>
              <a:ext uri="{FF2B5EF4-FFF2-40B4-BE49-F238E27FC236}">
                <a16:creationId xmlns:a16="http://schemas.microsoft.com/office/drawing/2014/main" id="{07E407AD-1B7D-E549-AA8A-0678AF643944}"/>
              </a:ext>
            </a:extLst>
          </p:cNvPr>
          <p:cNvSpPr>
            <a:spLocks/>
          </p:cNvSpPr>
          <p:nvPr/>
        </p:nvSpPr>
        <p:spPr bwMode="auto">
          <a:xfrm>
            <a:off x="1169707" y="47516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2" name="Line 134">
            <a:extLst>
              <a:ext uri="{FF2B5EF4-FFF2-40B4-BE49-F238E27FC236}">
                <a16:creationId xmlns:a16="http://schemas.microsoft.com/office/drawing/2014/main" id="{AC887D7C-204D-A748-960E-D69E195B2E0E}"/>
              </a:ext>
            </a:extLst>
          </p:cNvPr>
          <p:cNvSpPr>
            <a:spLocks noChangeShapeType="1"/>
          </p:cNvSpPr>
          <p:nvPr/>
        </p:nvSpPr>
        <p:spPr bwMode="auto">
          <a:xfrm flipV="1">
            <a:off x="4560607" y="36801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3" name="Text Box 135">
            <a:extLst>
              <a:ext uri="{FF2B5EF4-FFF2-40B4-BE49-F238E27FC236}">
                <a16:creationId xmlns:a16="http://schemas.microsoft.com/office/drawing/2014/main" id="{D67BC013-3254-664B-A94F-9584B59216A4}"/>
              </a:ext>
            </a:extLst>
          </p:cNvPr>
          <p:cNvSpPr txBox="1">
            <a:spLocks noChangeArrowheads="1"/>
          </p:cNvSpPr>
          <p:nvPr/>
        </p:nvSpPr>
        <p:spPr bwMode="auto">
          <a:xfrm>
            <a:off x="5438495" y="5623205"/>
            <a:ext cx="1809750"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a:t>
            </a:r>
            <a:r>
              <a:rPr lang="ja-JP" altLang="en-US" sz="1600" i="0">
                <a:solidFill>
                  <a:srgbClr val="000000"/>
                </a:solidFill>
                <a:latin typeface="Arial" charset="0"/>
              </a:rPr>
              <a:t>’</a:t>
            </a:r>
            <a:r>
              <a:rPr lang="en-US" altLang="ja-JP" sz="1600" i="0" dirty="0">
                <a:solidFill>
                  <a:srgbClr val="000000"/>
                </a:solidFill>
                <a:latin typeface="Arial" charset="0"/>
              </a:rPr>
              <a:t>s network </a:t>
            </a:r>
          </a:p>
          <a:p>
            <a:pPr fontAlgn="base">
              <a:spcBef>
                <a:spcPct val="0"/>
              </a:spcBef>
              <a:spcAft>
                <a:spcPct val="0"/>
              </a:spcAft>
            </a:pPr>
            <a:r>
              <a:rPr lang="en-US" sz="1600" i="0" dirty="0">
                <a:solidFill>
                  <a:srgbClr val="000000"/>
                </a:solidFill>
                <a:latin typeface="Arial" charset="0"/>
              </a:rPr>
              <a:t>64.233.160.0/19 </a:t>
            </a:r>
          </a:p>
        </p:txBody>
      </p:sp>
      <p:sp>
        <p:nvSpPr>
          <p:cNvPr id="384" name="Line 136">
            <a:extLst>
              <a:ext uri="{FF2B5EF4-FFF2-40B4-BE49-F238E27FC236}">
                <a16:creationId xmlns:a16="http://schemas.microsoft.com/office/drawing/2014/main" id="{2E2C2A25-D917-F543-AD3E-DCBDD122CE6E}"/>
              </a:ext>
            </a:extLst>
          </p:cNvPr>
          <p:cNvSpPr>
            <a:spLocks noChangeShapeType="1"/>
          </p:cNvSpPr>
          <p:nvPr/>
        </p:nvSpPr>
        <p:spPr bwMode="auto">
          <a:xfrm flipV="1">
            <a:off x="3139795" y="54993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5" name="Text Box 137">
            <a:extLst>
              <a:ext uri="{FF2B5EF4-FFF2-40B4-BE49-F238E27FC236}">
                <a16:creationId xmlns:a16="http://schemas.microsoft.com/office/drawing/2014/main" id="{6A8FAC84-3043-6D45-97D6-4021E3C55705}"/>
              </a:ext>
            </a:extLst>
          </p:cNvPr>
          <p:cNvSpPr txBox="1">
            <a:spLocks noChangeArrowheads="1"/>
          </p:cNvSpPr>
          <p:nvPr/>
        </p:nvSpPr>
        <p:spPr bwMode="auto">
          <a:xfrm>
            <a:off x="2052357" y="58914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86" name="Text Box 138">
            <a:extLst>
              <a:ext uri="{FF2B5EF4-FFF2-40B4-BE49-F238E27FC236}">
                <a16:creationId xmlns:a16="http://schemas.microsoft.com/office/drawing/2014/main" id="{255B4B55-A4E8-1B4E-A407-15BF2F1BD384}"/>
              </a:ext>
            </a:extLst>
          </p:cNvPr>
          <p:cNvSpPr txBox="1">
            <a:spLocks noChangeArrowheads="1"/>
          </p:cNvSpPr>
          <p:nvPr/>
        </p:nvSpPr>
        <p:spPr bwMode="auto">
          <a:xfrm>
            <a:off x="2020607" y="5597805"/>
            <a:ext cx="1177925"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web server</a:t>
            </a:r>
          </a:p>
        </p:txBody>
      </p:sp>
      <p:sp>
        <p:nvSpPr>
          <p:cNvPr id="387" name="Text Box 139">
            <a:extLst>
              <a:ext uri="{FF2B5EF4-FFF2-40B4-BE49-F238E27FC236}">
                <a16:creationId xmlns:a16="http://schemas.microsoft.com/office/drawing/2014/main" id="{FEDEE7BD-5BB3-834E-9E96-6E5E6F328426}"/>
              </a:ext>
            </a:extLst>
          </p:cNvPr>
          <p:cNvSpPr txBox="1">
            <a:spLocks noChangeArrowheads="1"/>
          </p:cNvSpPr>
          <p:nvPr/>
        </p:nvSpPr>
        <p:spPr bwMode="auto">
          <a:xfrm>
            <a:off x="6124855" y="1962523"/>
            <a:ext cx="123348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DNS server</a:t>
            </a:r>
          </a:p>
          <a:p>
            <a:pPr fontAlgn="base">
              <a:spcBef>
                <a:spcPct val="0"/>
              </a:spcBef>
              <a:spcAft>
                <a:spcPct val="0"/>
              </a:spcAft>
            </a:pPr>
            <a:endParaRPr lang="en-US" sz="1600" i="0" dirty="0">
              <a:solidFill>
                <a:srgbClr val="000000"/>
              </a:solidFill>
              <a:latin typeface="Arial" charset="0"/>
            </a:endParaRPr>
          </a:p>
        </p:txBody>
      </p:sp>
      <p:grpSp>
        <p:nvGrpSpPr>
          <p:cNvPr id="406" name="Group 167">
            <a:extLst>
              <a:ext uri="{FF2B5EF4-FFF2-40B4-BE49-F238E27FC236}">
                <a16:creationId xmlns:a16="http://schemas.microsoft.com/office/drawing/2014/main" id="{4B437F21-E39F-2D47-801D-47D6E1DCFF24}"/>
              </a:ext>
            </a:extLst>
          </p:cNvPr>
          <p:cNvGrpSpPr>
            <a:grpSpLocks/>
          </p:cNvGrpSpPr>
          <p:nvPr/>
        </p:nvGrpSpPr>
        <p:grpSpPr bwMode="auto">
          <a:xfrm flipH="1">
            <a:off x="5890932" y="3667405"/>
            <a:ext cx="400050" cy="152400"/>
            <a:chOff x="3228" y="1776"/>
            <a:chExt cx="252" cy="96"/>
          </a:xfrm>
        </p:grpSpPr>
        <p:sp>
          <p:nvSpPr>
            <p:cNvPr id="407" name="Line 168">
              <a:extLst>
                <a:ext uri="{FF2B5EF4-FFF2-40B4-BE49-F238E27FC236}">
                  <a16:creationId xmlns:a16="http://schemas.microsoft.com/office/drawing/2014/main" id="{FD263C27-58D8-2D47-ADBE-98E05BF468A3}"/>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8" name="Line 169">
              <a:extLst>
                <a:ext uri="{FF2B5EF4-FFF2-40B4-BE49-F238E27FC236}">
                  <a16:creationId xmlns:a16="http://schemas.microsoft.com/office/drawing/2014/main" id="{1376D243-074B-CA4C-9F9E-2BB1CDAD77B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09" name="Group 170">
            <a:extLst>
              <a:ext uri="{FF2B5EF4-FFF2-40B4-BE49-F238E27FC236}">
                <a16:creationId xmlns:a16="http://schemas.microsoft.com/office/drawing/2014/main" id="{89C5EF8B-605B-7041-AC6D-4101A34A58A0}"/>
              </a:ext>
            </a:extLst>
          </p:cNvPr>
          <p:cNvGrpSpPr>
            <a:grpSpLocks/>
          </p:cNvGrpSpPr>
          <p:nvPr/>
        </p:nvGrpSpPr>
        <p:grpSpPr bwMode="auto">
          <a:xfrm flipH="1" flipV="1">
            <a:off x="6043332" y="3143530"/>
            <a:ext cx="400050" cy="152400"/>
            <a:chOff x="3228" y="1776"/>
            <a:chExt cx="252" cy="96"/>
          </a:xfrm>
        </p:grpSpPr>
        <p:sp>
          <p:nvSpPr>
            <p:cNvPr id="410" name="Line 171">
              <a:extLst>
                <a:ext uri="{FF2B5EF4-FFF2-40B4-BE49-F238E27FC236}">
                  <a16:creationId xmlns:a16="http://schemas.microsoft.com/office/drawing/2014/main" id="{5BFB55E0-99B2-EC4D-9167-5F6A684114A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1" name="Line 172">
              <a:extLst>
                <a:ext uri="{FF2B5EF4-FFF2-40B4-BE49-F238E27FC236}">
                  <a16:creationId xmlns:a16="http://schemas.microsoft.com/office/drawing/2014/main" id="{95837E2C-9EAD-CF49-A1EF-B21C973DFA9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2" name="Group 173">
            <a:extLst>
              <a:ext uri="{FF2B5EF4-FFF2-40B4-BE49-F238E27FC236}">
                <a16:creationId xmlns:a16="http://schemas.microsoft.com/office/drawing/2014/main" id="{F6A40979-43D2-704B-969C-6B0676980AD1}"/>
              </a:ext>
            </a:extLst>
          </p:cNvPr>
          <p:cNvGrpSpPr>
            <a:grpSpLocks/>
          </p:cNvGrpSpPr>
          <p:nvPr/>
        </p:nvGrpSpPr>
        <p:grpSpPr bwMode="auto">
          <a:xfrm flipH="1" flipV="1">
            <a:off x="8143595" y="3834092"/>
            <a:ext cx="400050" cy="152400"/>
            <a:chOff x="3228" y="1776"/>
            <a:chExt cx="252" cy="96"/>
          </a:xfrm>
        </p:grpSpPr>
        <p:sp>
          <p:nvSpPr>
            <p:cNvPr id="413" name="Line 174">
              <a:extLst>
                <a:ext uri="{FF2B5EF4-FFF2-40B4-BE49-F238E27FC236}">
                  <a16:creationId xmlns:a16="http://schemas.microsoft.com/office/drawing/2014/main" id="{D6D8176C-16F1-C248-BB4F-CB9E2BF4DAA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4" name="Line 175">
              <a:extLst>
                <a:ext uri="{FF2B5EF4-FFF2-40B4-BE49-F238E27FC236}">
                  <a16:creationId xmlns:a16="http://schemas.microsoft.com/office/drawing/2014/main" id="{8D77D5DF-B71C-D140-B9A7-018DB4E3206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5" name="Group 176">
            <a:extLst>
              <a:ext uri="{FF2B5EF4-FFF2-40B4-BE49-F238E27FC236}">
                <a16:creationId xmlns:a16="http://schemas.microsoft.com/office/drawing/2014/main" id="{9BF7D1D3-B886-864B-9B3F-F3E421F73C9C}"/>
              </a:ext>
            </a:extLst>
          </p:cNvPr>
          <p:cNvGrpSpPr>
            <a:grpSpLocks/>
          </p:cNvGrpSpPr>
          <p:nvPr/>
        </p:nvGrpSpPr>
        <p:grpSpPr bwMode="auto">
          <a:xfrm flipV="1">
            <a:off x="7319682" y="3853142"/>
            <a:ext cx="295275" cy="114300"/>
            <a:chOff x="3228" y="1776"/>
            <a:chExt cx="252" cy="96"/>
          </a:xfrm>
        </p:grpSpPr>
        <p:sp>
          <p:nvSpPr>
            <p:cNvPr id="416" name="Line 177">
              <a:extLst>
                <a:ext uri="{FF2B5EF4-FFF2-40B4-BE49-F238E27FC236}">
                  <a16:creationId xmlns:a16="http://schemas.microsoft.com/office/drawing/2014/main" id="{4250E1AF-18F0-8443-8630-B06C6E212C0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7" name="Line 178">
              <a:extLst>
                <a:ext uri="{FF2B5EF4-FFF2-40B4-BE49-F238E27FC236}">
                  <a16:creationId xmlns:a16="http://schemas.microsoft.com/office/drawing/2014/main" id="{2F337031-708D-0345-B849-EFBB00027CF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8" name="Group 179">
            <a:extLst>
              <a:ext uri="{FF2B5EF4-FFF2-40B4-BE49-F238E27FC236}">
                <a16:creationId xmlns:a16="http://schemas.microsoft.com/office/drawing/2014/main" id="{17458F55-A4E9-E343-A909-61C9FE09D648}"/>
              </a:ext>
            </a:extLst>
          </p:cNvPr>
          <p:cNvGrpSpPr>
            <a:grpSpLocks/>
          </p:cNvGrpSpPr>
          <p:nvPr/>
        </p:nvGrpSpPr>
        <p:grpSpPr bwMode="auto">
          <a:xfrm rot="409689" flipH="1" flipV="1">
            <a:off x="7591145" y="3195917"/>
            <a:ext cx="452437" cy="57150"/>
            <a:chOff x="3228" y="1776"/>
            <a:chExt cx="252" cy="96"/>
          </a:xfrm>
        </p:grpSpPr>
        <p:sp>
          <p:nvSpPr>
            <p:cNvPr id="419" name="Line 180">
              <a:extLst>
                <a:ext uri="{FF2B5EF4-FFF2-40B4-BE49-F238E27FC236}">
                  <a16:creationId xmlns:a16="http://schemas.microsoft.com/office/drawing/2014/main" id="{A5F6AD72-9626-8349-ABF3-01025153371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0" name="Line 181">
              <a:extLst>
                <a:ext uri="{FF2B5EF4-FFF2-40B4-BE49-F238E27FC236}">
                  <a16:creationId xmlns:a16="http://schemas.microsoft.com/office/drawing/2014/main" id="{DEE5409B-29C8-524D-AE34-7C4D42D5F9E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1" name="Group 182">
            <a:extLst>
              <a:ext uri="{FF2B5EF4-FFF2-40B4-BE49-F238E27FC236}">
                <a16:creationId xmlns:a16="http://schemas.microsoft.com/office/drawing/2014/main" id="{9D12F4D2-1155-9D4D-B6B0-6F1CD5C9D7EC}"/>
              </a:ext>
            </a:extLst>
          </p:cNvPr>
          <p:cNvGrpSpPr>
            <a:grpSpLocks/>
          </p:cNvGrpSpPr>
          <p:nvPr/>
        </p:nvGrpSpPr>
        <p:grpSpPr bwMode="auto">
          <a:xfrm>
            <a:off x="6733895" y="3400705"/>
            <a:ext cx="295275" cy="114300"/>
            <a:chOff x="3228" y="1776"/>
            <a:chExt cx="252" cy="96"/>
          </a:xfrm>
        </p:grpSpPr>
        <p:sp>
          <p:nvSpPr>
            <p:cNvPr id="422" name="Line 183">
              <a:extLst>
                <a:ext uri="{FF2B5EF4-FFF2-40B4-BE49-F238E27FC236}">
                  <a16:creationId xmlns:a16="http://schemas.microsoft.com/office/drawing/2014/main" id="{D1974B22-4265-D74B-B7F0-C9FC82538DC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3" name="Line 184">
              <a:extLst>
                <a:ext uri="{FF2B5EF4-FFF2-40B4-BE49-F238E27FC236}">
                  <a16:creationId xmlns:a16="http://schemas.microsoft.com/office/drawing/2014/main" id="{F76668FA-365B-9340-9C68-9DF2CCC88E0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4" name="Group 185">
            <a:extLst>
              <a:ext uri="{FF2B5EF4-FFF2-40B4-BE49-F238E27FC236}">
                <a16:creationId xmlns:a16="http://schemas.microsoft.com/office/drawing/2014/main" id="{93EE81E8-57E8-A74D-A86D-F04EBC783775}"/>
              </a:ext>
            </a:extLst>
          </p:cNvPr>
          <p:cNvGrpSpPr>
            <a:grpSpLocks/>
          </p:cNvGrpSpPr>
          <p:nvPr/>
        </p:nvGrpSpPr>
        <p:grpSpPr bwMode="auto">
          <a:xfrm flipH="1">
            <a:off x="7372070" y="3400705"/>
            <a:ext cx="295275" cy="114300"/>
            <a:chOff x="3228" y="1776"/>
            <a:chExt cx="252" cy="96"/>
          </a:xfrm>
        </p:grpSpPr>
        <p:sp>
          <p:nvSpPr>
            <p:cNvPr id="425" name="Line 186">
              <a:extLst>
                <a:ext uri="{FF2B5EF4-FFF2-40B4-BE49-F238E27FC236}">
                  <a16:creationId xmlns:a16="http://schemas.microsoft.com/office/drawing/2014/main" id="{651EF8CB-186A-BE47-904E-5976B7E8B9A7}"/>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6" name="Line 187">
              <a:extLst>
                <a:ext uri="{FF2B5EF4-FFF2-40B4-BE49-F238E27FC236}">
                  <a16:creationId xmlns:a16="http://schemas.microsoft.com/office/drawing/2014/main" id="{8A988057-1892-544E-BF10-27FD203EFEE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7" name="Group 188">
            <a:extLst>
              <a:ext uri="{FF2B5EF4-FFF2-40B4-BE49-F238E27FC236}">
                <a16:creationId xmlns:a16="http://schemas.microsoft.com/office/drawing/2014/main" id="{215EB25C-038C-054D-BC89-CF04D9A19EEA}"/>
              </a:ext>
            </a:extLst>
          </p:cNvPr>
          <p:cNvGrpSpPr>
            <a:grpSpLocks/>
          </p:cNvGrpSpPr>
          <p:nvPr/>
        </p:nvGrpSpPr>
        <p:grpSpPr bwMode="auto">
          <a:xfrm>
            <a:off x="5786157" y="5348567"/>
            <a:ext cx="295275" cy="114300"/>
            <a:chOff x="3228" y="1776"/>
            <a:chExt cx="252" cy="96"/>
          </a:xfrm>
        </p:grpSpPr>
        <p:sp>
          <p:nvSpPr>
            <p:cNvPr id="428" name="Line 189">
              <a:extLst>
                <a:ext uri="{FF2B5EF4-FFF2-40B4-BE49-F238E27FC236}">
                  <a16:creationId xmlns:a16="http://schemas.microsoft.com/office/drawing/2014/main" id="{3B82F97E-C192-7342-B085-36B102ECDF3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9" name="Line 190">
              <a:extLst>
                <a:ext uri="{FF2B5EF4-FFF2-40B4-BE49-F238E27FC236}">
                  <a16:creationId xmlns:a16="http://schemas.microsoft.com/office/drawing/2014/main" id="{9A37EBF3-9533-FD41-808F-6C06099866D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0" name="Group 191">
            <a:extLst>
              <a:ext uri="{FF2B5EF4-FFF2-40B4-BE49-F238E27FC236}">
                <a16:creationId xmlns:a16="http://schemas.microsoft.com/office/drawing/2014/main" id="{B32F95ED-229D-6648-9BFC-AFD7ABF83F41}"/>
              </a:ext>
            </a:extLst>
          </p:cNvPr>
          <p:cNvGrpSpPr>
            <a:grpSpLocks/>
          </p:cNvGrpSpPr>
          <p:nvPr/>
        </p:nvGrpSpPr>
        <p:grpSpPr bwMode="auto">
          <a:xfrm flipH="1">
            <a:off x="6424332" y="5348567"/>
            <a:ext cx="295275" cy="114300"/>
            <a:chOff x="3228" y="1776"/>
            <a:chExt cx="252" cy="96"/>
          </a:xfrm>
        </p:grpSpPr>
        <p:sp>
          <p:nvSpPr>
            <p:cNvPr id="431" name="Line 192">
              <a:extLst>
                <a:ext uri="{FF2B5EF4-FFF2-40B4-BE49-F238E27FC236}">
                  <a16:creationId xmlns:a16="http://schemas.microsoft.com/office/drawing/2014/main" id="{65E8BC10-05D3-C34C-943F-DDBD70967F3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2" name="Line 193">
              <a:extLst>
                <a:ext uri="{FF2B5EF4-FFF2-40B4-BE49-F238E27FC236}">
                  <a16:creationId xmlns:a16="http://schemas.microsoft.com/office/drawing/2014/main" id="{F56DE982-F6BE-2E4E-B482-BD554EF993D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3" name="Group 194">
            <a:extLst>
              <a:ext uri="{FF2B5EF4-FFF2-40B4-BE49-F238E27FC236}">
                <a16:creationId xmlns:a16="http://schemas.microsoft.com/office/drawing/2014/main" id="{B5251DF1-1955-4844-9BEA-E14C7EF19014}"/>
              </a:ext>
            </a:extLst>
          </p:cNvPr>
          <p:cNvGrpSpPr>
            <a:grpSpLocks/>
          </p:cNvGrpSpPr>
          <p:nvPr/>
        </p:nvGrpSpPr>
        <p:grpSpPr bwMode="auto">
          <a:xfrm>
            <a:off x="4019270" y="5705755"/>
            <a:ext cx="295275" cy="114300"/>
            <a:chOff x="3228" y="1776"/>
            <a:chExt cx="252" cy="96"/>
          </a:xfrm>
        </p:grpSpPr>
        <p:sp>
          <p:nvSpPr>
            <p:cNvPr id="434" name="Line 195">
              <a:extLst>
                <a:ext uri="{FF2B5EF4-FFF2-40B4-BE49-F238E27FC236}">
                  <a16:creationId xmlns:a16="http://schemas.microsoft.com/office/drawing/2014/main" id="{5B08B7F4-6EB5-564D-BE13-B4FEB3CBB5F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5" name="Line 196">
              <a:extLst>
                <a:ext uri="{FF2B5EF4-FFF2-40B4-BE49-F238E27FC236}">
                  <a16:creationId xmlns:a16="http://schemas.microsoft.com/office/drawing/2014/main" id="{946C2213-325C-E84B-9659-2AFC1000DC35}"/>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6" name="Group 197">
            <a:extLst>
              <a:ext uri="{FF2B5EF4-FFF2-40B4-BE49-F238E27FC236}">
                <a16:creationId xmlns:a16="http://schemas.microsoft.com/office/drawing/2014/main" id="{216FE334-0B3A-BB4D-935E-B7579EF70E36}"/>
              </a:ext>
            </a:extLst>
          </p:cNvPr>
          <p:cNvGrpSpPr>
            <a:grpSpLocks/>
          </p:cNvGrpSpPr>
          <p:nvPr/>
        </p:nvGrpSpPr>
        <p:grpSpPr bwMode="auto">
          <a:xfrm flipH="1">
            <a:off x="4657445" y="5705755"/>
            <a:ext cx="295275" cy="114300"/>
            <a:chOff x="3228" y="1776"/>
            <a:chExt cx="252" cy="96"/>
          </a:xfrm>
        </p:grpSpPr>
        <p:sp>
          <p:nvSpPr>
            <p:cNvPr id="437" name="Line 198">
              <a:extLst>
                <a:ext uri="{FF2B5EF4-FFF2-40B4-BE49-F238E27FC236}">
                  <a16:creationId xmlns:a16="http://schemas.microsoft.com/office/drawing/2014/main" id="{5EF8F833-297C-2547-A52E-393B13D3232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8" name="Line 199">
              <a:extLst>
                <a:ext uri="{FF2B5EF4-FFF2-40B4-BE49-F238E27FC236}">
                  <a16:creationId xmlns:a16="http://schemas.microsoft.com/office/drawing/2014/main" id="{53D60A8F-075E-9247-822F-ADFF08B9583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9" name="Group 200">
            <a:extLst>
              <a:ext uri="{FF2B5EF4-FFF2-40B4-BE49-F238E27FC236}">
                <a16:creationId xmlns:a16="http://schemas.microsoft.com/office/drawing/2014/main" id="{6CA836E5-5453-874C-898E-6388424546B7}"/>
              </a:ext>
            </a:extLst>
          </p:cNvPr>
          <p:cNvGrpSpPr>
            <a:grpSpLocks/>
          </p:cNvGrpSpPr>
          <p:nvPr/>
        </p:nvGrpSpPr>
        <p:grpSpPr bwMode="auto">
          <a:xfrm flipH="1" flipV="1">
            <a:off x="4862232" y="5410480"/>
            <a:ext cx="295275" cy="114300"/>
            <a:chOff x="3228" y="1776"/>
            <a:chExt cx="252" cy="96"/>
          </a:xfrm>
        </p:grpSpPr>
        <p:sp>
          <p:nvSpPr>
            <p:cNvPr id="440" name="Line 201">
              <a:extLst>
                <a:ext uri="{FF2B5EF4-FFF2-40B4-BE49-F238E27FC236}">
                  <a16:creationId xmlns:a16="http://schemas.microsoft.com/office/drawing/2014/main" id="{98AC627A-5198-EE48-8EF3-D196EFC392F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41" name="Line 202">
              <a:extLst>
                <a:ext uri="{FF2B5EF4-FFF2-40B4-BE49-F238E27FC236}">
                  <a16:creationId xmlns:a16="http://schemas.microsoft.com/office/drawing/2014/main" id="{DB13157A-201E-1441-90AA-E7B6C48D202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sp>
        <p:nvSpPr>
          <p:cNvPr id="442" name="Text Box 34">
            <a:extLst>
              <a:ext uri="{FF2B5EF4-FFF2-40B4-BE49-F238E27FC236}">
                <a16:creationId xmlns:a16="http://schemas.microsoft.com/office/drawing/2014/main" id="{9910609B-BB13-F84A-BC05-D467BC0661C9}"/>
              </a:ext>
            </a:extLst>
          </p:cNvPr>
          <p:cNvSpPr txBox="1">
            <a:spLocks noChangeArrowheads="1"/>
          </p:cNvSpPr>
          <p:nvPr/>
        </p:nvSpPr>
        <p:spPr bwMode="auto">
          <a:xfrm>
            <a:off x="881342" y="3666845"/>
            <a:ext cx="1595438"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school network </a:t>
            </a:r>
          </a:p>
          <a:p>
            <a:pPr fontAlgn="base">
              <a:spcBef>
                <a:spcPct val="0"/>
              </a:spcBef>
              <a:spcAft>
                <a:spcPct val="0"/>
              </a:spcAft>
            </a:pPr>
            <a:r>
              <a:rPr lang="en-US" sz="1600" i="0" dirty="0">
                <a:solidFill>
                  <a:srgbClr val="000000"/>
                </a:solidFill>
                <a:latin typeface="Arial" charset="0"/>
              </a:rPr>
              <a:t>68.80.2.0/24</a:t>
            </a:r>
          </a:p>
        </p:txBody>
      </p:sp>
      <p:grpSp>
        <p:nvGrpSpPr>
          <p:cNvPr id="445" name="Group 405">
            <a:extLst>
              <a:ext uri="{FF2B5EF4-FFF2-40B4-BE49-F238E27FC236}">
                <a16:creationId xmlns:a16="http://schemas.microsoft.com/office/drawing/2014/main" id="{7ADC43EB-565B-D74B-B4AD-8DAAC293AFE6}"/>
              </a:ext>
            </a:extLst>
          </p:cNvPr>
          <p:cNvGrpSpPr>
            <a:grpSpLocks/>
          </p:cNvGrpSpPr>
          <p:nvPr/>
        </p:nvGrpSpPr>
        <p:grpSpPr bwMode="auto">
          <a:xfrm>
            <a:off x="849686" y="1873155"/>
            <a:ext cx="1473201" cy="1119188"/>
            <a:chOff x="135" y="833"/>
            <a:chExt cx="928" cy="705"/>
          </a:xfrm>
        </p:grpSpPr>
        <p:grpSp>
          <p:nvGrpSpPr>
            <p:cNvPr id="446" name="Group 400">
              <a:extLst>
                <a:ext uri="{FF2B5EF4-FFF2-40B4-BE49-F238E27FC236}">
                  <a16:creationId xmlns:a16="http://schemas.microsoft.com/office/drawing/2014/main" id="{C938F6AC-3134-154F-9613-9F35FFB58DDA}"/>
                </a:ext>
              </a:extLst>
            </p:cNvPr>
            <p:cNvGrpSpPr>
              <a:grpSpLocks/>
            </p:cNvGrpSpPr>
            <p:nvPr/>
          </p:nvGrpSpPr>
          <p:grpSpPr bwMode="auto">
            <a:xfrm>
              <a:off x="135" y="833"/>
              <a:ext cx="928" cy="705"/>
              <a:chOff x="135" y="833"/>
              <a:chExt cx="928" cy="705"/>
            </a:xfrm>
          </p:grpSpPr>
          <p:sp>
            <p:nvSpPr>
              <p:cNvPr id="448" name="Freeform 398">
                <a:extLst>
                  <a:ext uri="{FF2B5EF4-FFF2-40B4-BE49-F238E27FC236}">
                    <a16:creationId xmlns:a16="http://schemas.microsoft.com/office/drawing/2014/main" id="{C179A28F-2595-1D4A-A69C-95773C4D6233}"/>
                  </a:ext>
                </a:extLst>
              </p:cNvPr>
              <p:cNvSpPr>
                <a:spLocks/>
              </p:cNvSpPr>
              <p:nvPr/>
            </p:nvSpPr>
            <p:spPr bwMode="auto">
              <a:xfrm>
                <a:off x="135" y="836"/>
                <a:ext cx="928" cy="70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330" y="10000"/>
                    </a:moveTo>
                    <a:cubicBezTo>
                      <a:pt x="6768" y="8563"/>
                      <a:pt x="6152" y="7769"/>
                      <a:pt x="0" y="6170"/>
                    </a:cubicBezTo>
                    <a:lnTo>
                      <a:pt x="7582" y="6096"/>
                    </a:lnTo>
                    <a:cubicBezTo>
                      <a:pt x="7547" y="3488"/>
                      <a:pt x="7633" y="2608"/>
                      <a:pt x="7597" y="0"/>
                    </a:cubicBezTo>
                    <a:cubicBezTo>
                      <a:pt x="8698" y="5472"/>
                      <a:pt x="8887" y="5795"/>
                      <a:pt x="9987" y="7243"/>
                    </a:cubicBezTo>
                    <a:cubicBezTo>
                      <a:pt x="10122" y="8001"/>
                      <a:pt x="9194" y="9242"/>
                      <a:pt x="9330"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49" name="Group 392">
                <a:extLst>
                  <a:ext uri="{FF2B5EF4-FFF2-40B4-BE49-F238E27FC236}">
                    <a16:creationId xmlns:a16="http://schemas.microsoft.com/office/drawing/2014/main" id="{83AD51F0-9101-A543-80D3-A9F7AF82FFF0}"/>
                  </a:ext>
                </a:extLst>
              </p:cNvPr>
              <p:cNvGrpSpPr>
                <a:grpSpLocks/>
              </p:cNvGrpSpPr>
              <p:nvPr/>
            </p:nvGrpSpPr>
            <p:grpSpPr bwMode="auto">
              <a:xfrm>
                <a:off x="148" y="840"/>
                <a:ext cx="694" cy="432"/>
                <a:chOff x="2579" y="1533"/>
                <a:chExt cx="1078" cy="507"/>
              </a:xfrm>
            </p:grpSpPr>
            <p:pic>
              <p:nvPicPr>
                <p:cNvPr id="451" name="Picture 393">
                  <a:extLst>
                    <a:ext uri="{FF2B5EF4-FFF2-40B4-BE49-F238E27FC236}">
                      <a16:creationId xmlns:a16="http://schemas.microsoft.com/office/drawing/2014/main" id="{1BCDC5B2-F988-9143-89C7-9C8B60430D4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79" y="1533"/>
                  <a:ext cx="1078" cy="5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452" name="Rectangle 394">
                  <a:extLst>
                    <a:ext uri="{FF2B5EF4-FFF2-40B4-BE49-F238E27FC236}">
                      <a16:creationId xmlns:a16="http://schemas.microsoft.com/office/drawing/2014/main" id="{901E2284-7277-BA40-BA42-E36F213101D4}"/>
                    </a:ext>
                  </a:extLst>
                </p:cNvPr>
                <p:cNvSpPr>
                  <a:spLocks noChangeArrowheads="1"/>
                </p:cNvSpPr>
                <p:nvPr/>
              </p:nvSpPr>
              <p:spPr bwMode="auto">
                <a:xfrm>
                  <a:off x="2633" y="1580"/>
                  <a:ext cx="957" cy="41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50" name="Rectangle 399">
                <a:extLst>
                  <a:ext uri="{FF2B5EF4-FFF2-40B4-BE49-F238E27FC236}">
                    <a16:creationId xmlns:a16="http://schemas.microsoft.com/office/drawing/2014/main" id="{6C65E453-463D-E84E-A45A-FC0C58E3D924}"/>
                  </a:ext>
                </a:extLst>
              </p:cNvPr>
              <p:cNvSpPr>
                <a:spLocks noChangeArrowheads="1"/>
              </p:cNvSpPr>
              <p:nvPr/>
            </p:nvSpPr>
            <p:spPr bwMode="auto">
              <a:xfrm>
                <a:off x="146" y="833"/>
                <a:ext cx="696" cy="439"/>
              </a:xfrm>
              <a:prstGeom prst="rect">
                <a:avLst/>
              </a:prstGeom>
              <a:noFill/>
              <a:ln w="19050">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47" name="Text Box 402">
              <a:extLst>
                <a:ext uri="{FF2B5EF4-FFF2-40B4-BE49-F238E27FC236}">
                  <a16:creationId xmlns:a16="http://schemas.microsoft.com/office/drawing/2014/main" id="{3C4B58BF-EC83-3448-9336-11CAA5654DEF}"/>
                </a:ext>
              </a:extLst>
            </p:cNvPr>
            <p:cNvSpPr txBox="1">
              <a:spLocks noChangeArrowheads="1"/>
            </p:cNvSpPr>
            <p:nvPr/>
          </p:nvSpPr>
          <p:spPr bwMode="auto">
            <a:xfrm>
              <a:off x="233" y="938"/>
              <a:ext cx="51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mn-lt"/>
                  <a:ea typeface="ＭＳ Ｐゴシック" charset="0"/>
                </a:rPr>
                <a:t>browser</a:t>
              </a:r>
            </a:p>
          </p:txBody>
        </p:sp>
      </p:grpSp>
      <p:grpSp>
        <p:nvGrpSpPr>
          <p:cNvPr id="514" name="Group 248">
            <a:extLst>
              <a:ext uri="{FF2B5EF4-FFF2-40B4-BE49-F238E27FC236}">
                <a16:creationId xmlns:a16="http://schemas.microsoft.com/office/drawing/2014/main" id="{91C14C6F-2EE6-3240-8AAA-3947FAB43848}"/>
              </a:ext>
            </a:extLst>
          </p:cNvPr>
          <p:cNvGrpSpPr>
            <a:grpSpLocks/>
          </p:cNvGrpSpPr>
          <p:nvPr/>
        </p:nvGrpSpPr>
        <p:grpSpPr bwMode="auto">
          <a:xfrm>
            <a:off x="7299045" y="2164042"/>
            <a:ext cx="358775" cy="623888"/>
            <a:chOff x="4140" y="429"/>
            <a:chExt cx="1425" cy="2396"/>
          </a:xfrm>
        </p:grpSpPr>
        <p:sp>
          <p:nvSpPr>
            <p:cNvPr id="515" name="Freeform 148">
              <a:extLst>
                <a:ext uri="{FF2B5EF4-FFF2-40B4-BE49-F238E27FC236}">
                  <a16:creationId xmlns:a16="http://schemas.microsoft.com/office/drawing/2014/main" id="{FC56F9D5-F006-AE4F-BA67-7D1F703E6D2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6" name="Rectangle 149">
              <a:extLst>
                <a:ext uri="{FF2B5EF4-FFF2-40B4-BE49-F238E27FC236}">
                  <a16:creationId xmlns:a16="http://schemas.microsoft.com/office/drawing/2014/main" id="{8E14C426-4828-3846-9E1A-A00801760CCC}"/>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7" name="Freeform 150">
              <a:extLst>
                <a:ext uri="{FF2B5EF4-FFF2-40B4-BE49-F238E27FC236}">
                  <a16:creationId xmlns:a16="http://schemas.microsoft.com/office/drawing/2014/main" id="{990610A6-3D92-C54C-95B3-9B1B16EE688D}"/>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8" name="Freeform 151">
              <a:extLst>
                <a:ext uri="{FF2B5EF4-FFF2-40B4-BE49-F238E27FC236}">
                  <a16:creationId xmlns:a16="http://schemas.microsoft.com/office/drawing/2014/main" id="{C6D5BA6D-F609-0B41-9849-C02719D4F8CA}"/>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9" name="Rectangle 152">
              <a:extLst>
                <a:ext uri="{FF2B5EF4-FFF2-40B4-BE49-F238E27FC236}">
                  <a16:creationId xmlns:a16="http://schemas.microsoft.com/office/drawing/2014/main" id="{AD421E89-6D59-A94B-BAB4-497A316D0C19}"/>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0" name="Group 153">
              <a:extLst>
                <a:ext uri="{FF2B5EF4-FFF2-40B4-BE49-F238E27FC236}">
                  <a16:creationId xmlns:a16="http://schemas.microsoft.com/office/drawing/2014/main" id="{270B98D5-4811-2E48-AAAD-CB85678ED54A}"/>
                </a:ext>
              </a:extLst>
            </p:cNvPr>
            <p:cNvGrpSpPr>
              <a:grpSpLocks/>
            </p:cNvGrpSpPr>
            <p:nvPr/>
          </p:nvGrpSpPr>
          <p:grpSpPr bwMode="auto">
            <a:xfrm>
              <a:off x="4749" y="668"/>
              <a:ext cx="581" cy="145"/>
              <a:chOff x="614" y="2568"/>
              <a:chExt cx="725" cy="139"/>
            </a:xfrm>
          </p:grpSpPr>
          <p:sp>
            <p:nvSpPr>
              <p:cNvPr id="545" name="AutoShape 154">
                <a:extLst>
                  <a:ext uri="{FF2B5EF4-FFF2-40B4-BE49-F238E27FC236}">
                    <a16:creationId xmlns:a16="http://schemas.microsoft.com/office/drawing/2014/main" id="{46178474-736E-FD41-A5E3-5728F65BB74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AutoShape 155">
                <a:extLst>
                  <a:ext uri="{FF2B5EF4-FFF2-40B4-BE49-F238E27FC236}">
                    <a16:creationId xmlns:a16="http://schemas.microsoft.com/office/drawing/2014/main" id="{F736FB7D-255C-A44D-8B6A-3CB3FF40BA27}"/>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1" name="Rectangle 156">
              <a:extLst>
                <a:ext uri="{FF2B5EF4-FFF2-40B4-BE49-F238E27FC236}">
                  <a16:creationId xmlns:a16="http://schemas.microsoft.com/office/drawing/2014/main" id="{7C75FE92-DDC8-1C4D-9889-6547F1459A6D}"/>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2" name="Group 157">
              <a:extLst>
                <a:ext uri="{FF2B5EF4-FFF2-40B4-BE49-F238E27FC236}">
                  <a16:creationId xmlns:a16="http://schemas.microsoft.com/office/drawing/2014/main" id="{45DBCF88-E72F-4043-B48F-B52AFDDB9956}"/>
                </a:ext>
              </a:extLst>
            </p:cNvPr>
            <p:cNvGrpSpPr>
              <a:grpSpLocks/>
            </p:cNvGrpSpPr>
            <p:nvPr/>
          </p:nvGrpSpPr>
          <p:grpSpPr bwMode="auto">
            <a:xfrm>
              <a:off x="4747" y="994"/>
              <a:ext cx="581" cy="134"/>
              <a:chOff x="614" y="2568"/>
              <a:chExt cx="725" cy="139"/>
            </a:xfrm>
          </p:grpSpPr>
          <p:sp>
            <p:nvSpPr>
              <p:cNvPr id="543" name="AutoShape 158">
                <a:extLst>
                  <a:ext uri="{FF2B5EF4-FFF2-40B4-BE49-F238E27FC236}">
                    <a16:creationId xmlns:a16="http://schemas.microsoft.com/office/drawing/2014/main" id="{4A3AA05D-99CF-9749-BDB7-B2547C333F91}"/>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AutoShape 159">
                <a:extLst>
                  <a:ext uri="{FF2B5EF4-FFF2-40B4-BE49-F238E27FC236}">
                    <a16:creationId xmlns:a16="http://schemas.microsoft.com/office/drawing/2014/main" id="{BD8E6385-6030-7E42-A02E-B6327F244030}"/>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3" name="Rectangle 160">
              <a:extLst>
                <a:ext uri="{FF2B5EF4-FFF2-40B4-BE49-F238E27FC236}">
                  <a16:creationId xmlns:a16="http://schemas.microsoft.com/office/drawing/2014/main" id="{B7E80E74-2AC2-8D44-B363-37DF3DA37598}"/>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Rectangle 161">
              <a:extLst>
                <a:ext uri="{FF2B5EF4-FFF2-40B4-BE49-F238E27FC236}">
                  <a16:creationId xmlns:a16="http://schemas.microsoft.com/office/drawing/2014/main" id="{4BB73F60-D5F2-F641-A0BF-68E3179F427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5" name="Group 162">
              <a:extLst>
                <a:ext uri="{FF2B5EF4-FFF2-40B4-BE49-F238E27FC236}">
                  <a16:creationId xmlns:a16="http://schemas.microsoft.com/office/drawing/2014/main" id="{4039A5BF-4E86-3D4C-91D1-FB1220CD6B06}"/>
                </a:ext>
              </a:extLst>
            </p:cNvPr>
            <p:cNvGrpSpPr>
              <a:grpSpLocks/>
            </p:cNvGrpSpPr>
            <p:nvPr/>
          </p:nvGrpSpPr>
          <p:grpSpPr bwMode="auto">
            <a:xfrm>
              <a:off x="4735" y="1627"/>
              <a:ext cx="582" cy="151"/>
              <a:chOff x="614" y="2568"/>
              <a:chExt cx="725" cy="139"/>
            </a:xfrm>
          </p:grpSpPr>
          <p:sp>
            <p:nvSpPr>
              <p:cNvPr id="541" name="AutoShape 163">
                <a:extLst>
                  <a:ext uri="{FF2B5EF4-FFF2-40B4-BE49-F238E27FC236}">
                    <a16:creationId xmlns:a16="http://schemas.microsoft.com/office/drawing/2014/main" id="{0E533812-E28D-7848-8C40-F91ACED2AF30}"/>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AutoShape 164">
                <a:extLst>
                  <a:ext uri="{FF2B5EF4-FFF2-40B4-BE49-F238E27FC236}">
                    <a16:creationId xmlns:a16="http://schemas.microsoft.com/office/drawing/2014/main" id="{65D9F596-07A5-F04C-9DFA-F58CB2440E16}"/>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6" name="Freeform 165">
              <a:extLst>
                <a:ext uri="{FF2B5EF4-FFF2-40B4-BE49-F238E27FC236}">
                  <a16:creationId xmlns:a16="http://schemas.microsoft.com/office/drawing/2014/main" id="{EA1FDC25-5341-AF46-8920-AA0044E93BAC}"/>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7" name="Group 166">
              <a:extLst>
                <a:ext uri="{FF2B5EF4-FFF2-40B4-BE49-F238E27FC236}">
                  <a16:creationId xmlns:a16="http://schemas.microsoft.com/office/drawing/2014/main" id="{75ABD85A-8A59-734C-BBAD-F1E8418B6E42}"/>
                </a:ext>
              </a:extLst>
            </p:cNvPr>
            <p:cNvGrpSpPr>
              <a:grpSpLocks/>
            </p:cNvGrpSpPr>
            <p:nvPr/>
          </p:nvGrpSpPr>
          <p:grpSpPr bwMode="auto">
            <a:xfrm>
              <a:off x="4739" y="1327"/>
              <a:ext cx="582" cy="139"/>
              <a:chOff x="614" y="2568"/>
              <a:chExt cx="725" cy="139"/>
            </a:xfrm>
          </p:grpSpPr>
          <p:sp>
            <p:nvSpPr>
              <p:cNvPr id="539" name="AutoShape 167">
                <a:extLst>
                  <a:ext uri="{FF2B5EF4-FFF2-40B4-BE49-F238E27FC236}">
                    <a16:creationId xmlns:a16="http://schemas.microsoft.com/office/drawing/2014/main" id="{9A2B943C-2EE9-7B42-8D3F-004CD139D5A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AutoShape 168">
                <a:extLst>
                  <a:ext uri="{FF2B5EF4-FFF2-40B4-BE49-F238E27FC236}">
                    <a16:creationId xmlns:a16="http://schemas.microsoft.com/office/drawing/2014/main" id="{99435929-42EB-3B4A-9284-715A6D22E66B}"/>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8" name="Rectangle 169">
              <a:extLst>
                <a:ext uri="{FF2B5EF4-FFF2-40B4-BE49-F238E27FC236}">
                  <a16:creationId xmlns:a16="http://schemas.microsoft.com/office/drawing/2014/main" id="{D89E839B-0009-FA43-A322-5B355B7252E4}"/>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9" name="Freeform 170">
              <a:extLst>
                <a:ext uri="{FF2B5EF4-FFF2-40B4-BE49-F238E27FC236}">
                  <a16:creationId xmlns:a16="http://schemas.microsoft.com/office/drawing/2014/main" id="{39547BFB-A126-9548-89DA-27B118EDA527}"/>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0" name="Freeform 171">
              <a:extLst>
                <a:ext uri="{FF2B5EF4-FFF2-40B4-BE49-F238E27FC236}">
                  <a16:creationId xmlns:a16="http://schemas.microsoft.com/office/drawing/2014/main" id="{68DD62BA-94AA-4D4F-8F5B-49633C1D4E1B}"/>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1" name="Oval 172">
              <a:extLst>
                <a:ext uri="{FF2B5EF4-FFF2-40B4-BE49-F238E27FC236}">
                  <a16:creationId xmlns:a16="http://schemas.microsoft.com/office/drawing/2014/main" id="{C54F0D87-7775-9345-B4FE-8867291DC408}"/>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2" name="Freeform 173">
              <a:extLst>
                <a:ext uri="{FF2B5EF4-FFF2-40B4-BE49-F238E27FC236}">
                  <a16:creationId xmlns:a16="http://schemas.microsoft.com/office/drawing/2014/main" id="{AC478874-8B70-6F4C-8BFB-278D3D497B7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AutoShape 174">
              <a:extLst>
                <a:ext uri="{FF2B5EF4-FFF2-40B4-BE49-F238E27FC236}">
                  <a16:creationId xmlns:a16="http://schemas.microsoft.com/office/drawing/2014/main" id="{25F181E9-ECE8-6C45-9630-9E557CD922F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4" name="AutoShape 175">
              <a:extLst>
                <a:ext uri="{FF2B5EF4-FFF2-40B4-BE49-F238E27FC236}">
                  <a16:creationId xmlns:a16="http://schemas.microsoft.com/office/drawing/2014/main" id="{1E3D4F85-FE81-8540-903A-A59235E0233E}"/>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5" name="Oval 176">
              <a:extLst>
                <a:ext uri="{FF2B5EF4-FFF2-40B4-BE49-F238E27FC236}">
                  <a16:creationId xmlns:a16="http://schemas.microsoft.com/office/drawing/2014/main" id="{BCFB597E-34FF-A143-A5DA-83836FAF5A91}"/>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6" name="Oval 177">
              <a:extLst>
                <a:ext uri="{FF2B5EF4-FFF2-40B4-BE49-F238E27FC236}">
                  <a16:creationId xmlns:a16="http://schemas.microsoft.com/office/drawing/2014/main" id="{A42D8F35-29EC-5646-B86B-9F691B5B6527}"/>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37" name="Oval 178">
              <a:extLst>
                <a:ext uri="{FF2B5EF4-FFF2-40B4-BE49-F238E27FC236}">
                  <a16:creationId xmlns:a16="http://schemas.microsoft.com/office/drawing/2014/main" id="{CF075237-D0D9-CF4B-A3B2-26C45C78A3F9}"/>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8" name="Rectangle 179">
              <a:extLst>
                <a:ext uri="{FF2B5EF4-FFF2-40B4-BE49-F238E27FC236}">
                  <a16:creationId xmlns:a16="http://schemas.microsoft.com/office/drawing/2014/main" id="{253DDF8F-80F2-B14F-97BA-109570D9664B}"/>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7" name="Group 596">
            <a:extLst>
              <a:ext uri="{FF2B5EF4-FFF2-40B4-BE49-F238E27FC236}">
                <a16:creationId xmlns:a16="http://schemas.microsoft.com/office/drawing/2014/main" id="{D93E1841-88BD-D448-9F73-830397405006}"/>
              </a:ext>
            </a:extLst>
          </p:cNvPr>
          <p:cNvGrpSpPr/>
          <p:nvPr/>
        </p:nvGrpSpPr>
        <p:grpSpPr>
          <a:xfrm>
            <a:off x="5430426" y="3270309"/>
            <a:ext cx="853832" cy="472456"/>
            <a:chOff x="7493876" y="2774731"/>
            <a:chExt cx="1481958" cy="894622"/>
          </a:xfrm>
        </p:grpSpPr>
        <p:sp>
          <p:nvSpPr>
            <p:cNvPr id="598" name="Freeform 597">
              <a:extLst>
                <a:ext uri="{FF2B5EF4-FFF2-40B4-BE49-F238E27FC236}">
                  <a16:creationId xmlns:a16="http://schemas.microsoft.com/office/drawing/2014/main" id="{B359CA66-9104-9E46-ABBC-385E1E4483E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9" name="Oval 598">
              <a:extLst>
                <a:ext uri="{FF2B5EF4-FFF2-40B4-BE49-F238E27FC236}">
                  <a16:creationId xmlns:a16="http://schemas.microsoft.com/office/drawing/2014/main" id="{B2D08667-01C3-CD4F-B7A4-167AA296748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0" name="Group 599">
              <a:extLst>
                <a:ext uri="{FF2B5EF4-FFF2-40B4-BE49-F238E27FC236}">
                  <a16:creationId xmlns:a16="http://schemas.microsoft.com/office/drawing/2014/main" id="{4D73295F-19B2-9F4D-BF15-1339ED79C2C1}"/>
                </a:ext>
              </a:extLst>
            </p:cNvPr>
            <p:cNvGrpSpPr/>
            <p:nvPr/>
          </p:nvGrpSpPr>
          <p:grpSpPr>
            <a:xfrm>
              <a:off x="7713663" y="2848339"/>
              <a:ext cx="1042107" cy="425543"/>
              <a:chOff x="7786941" y="2884917"/>
              <a:chExt cx="897649" cy="353919"/>
            </a:xfrm>
          </p:grpSpPr>
          <p:sp>
            <p:nvSpPr>
              <p:cNvPr id="601" name="Freeform 600">
                <a:extLst>
                  <a:ext uri="{FF2B5EF4-FFF2-40B4-BE49-F238E27FC236}">
                    <a16:creationId xmlns:a16="http://schemas.microsoft.com/office/drawing/2014/main" id="{FE20BD82-3369-5A43-99ED-4E445A65AB4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2" name="Freeform 601">
                <a:extLst>
                  <a:ext uri="{FF2B5EF4-FFF2-40B4-BE49-F238E27FC236}">
                    <a16:creationId xmlns:a16="http://schemas.microsoft.com/office/drawing/2014/main" id="{617A137B-1D45-8C4F-8899-54EAB8E1C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3" name="Freeform 602">
                <a:extLst>
                  <a:ext uri="{FF2B5EF4-FFF2-40B4-BE49-F238E27FC236}">
                    <a16:creationId xmlns:a16="http://schemas.microsoft.com/office/drawing/2014/main" id="{CD807370-376F-5540-BD24-28420E4B43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4" name="Freeform 603">
                <a:extLst>
                  <a:ext uri="{FF2B5EF4-FFF2-40B4-BE49-F238E27FC236}">
                    <a16:creationId xmlns:a16="http://schemas.microsoft.com/office/drawing/2014/main" id="{6B1DEE97-A3C3-2C4C-B320-BEE84FF767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5" name="Group 604">
            <a:extLst>
              <a:ext uri="{FF2B5EF4-FFF2-40B4-BE49-F238E27FC236}">
                <a16:creationId xmlns:a16="http://schemas.microsoft.com/office/drawing/2014/main" id="{51081915-1C7C-2048-A0F4-CFE36C5B63E9}"/>
              </a:ext>
            </a:extLst>
          </p:cNvPr>
          <p:cNvGrpSpPr/>
          <p:nvPr/>
        </p:nvGrpSpPr>
        <p:grpSpPr>
          <a:xfrm>
            <a:off x="6752719" y="3019298"/>
            <a:ext cx="853832" cy="472456"/>
            <a:chOff x="7493876" y="2774731"/>
            <a:chExt cx="1481958" cy="894622"/>
          </a:xfrm>
        </p:grpSpPr>
        <p:sp>
          <p:nvSpPr>
            <p:cNvPr id="606" name="Freeform 605">
              <a:extLst>
                <a:ext uri="{FF2B5EF4-FFF2-40B4-BE49-F238E27FC236}">
                  <a16:creationId xmlns:a16="http://schemas.microsoft.com/office/drawing/2014/main" id="{2CCD670D-FB4E-4F45-9A28-734AABF3C6D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7" name="Oval 606">
              <a:extLst>
                <a:ext uri="{FF2B5EF4-FFF2-40B4-BE49-F238E27FC236}">
                  <a16:creationId xmlns:a16="http://schemas.microsoft.com/office/drawing/2014/main" id="{6B17EE1A-2279-4B41-8A72-8598678AD9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8" name="Group 607">
              <a:extLst>
                <a:ext uri="{FF2B5EF4-FFF2-40B4-BE49-F238E27FC236}">
                  <a16:creationId xmlns:a16="http://schemas.microsoft.com/office/drawing/2014/main" id="{3ECBE2AF-8C50-C347-AA66-6781018D86E1}"/>
                </a:ext>
              </a:extLst>
            </p:cNvPr>
            <p:cNvGrpSpPr/>
            <p:nvPr/>
          </p:nvGrpSpPr>
          <p:grpSpPr>
            <a:xfrm>
              <a:off x="7713663" y="2848339"/>
              <a:ext cx="1042107" cy="425543"/>
              <a:chOff x="7786941" y="2884917"/>
              <a:chExt cx="897649" cy="353919"/>
            </a:xfrm>
          </p:grpSpPr>
          <p:sp>
            <p:nvSpPr>
              <p:cNvPr id="609" name="Freeform 608">
                <a:extLst>
                  <a:ext uri="{FF2B5EF4-FFF2-40B4-BE49-F238E27FC236}">
                    <a16:creationId xmlns:a16="http://schemas.microsoft.com/office/drawing/2014/main" id="{4481D58B-EEDD-EE45-B268-B4EA2246FB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0" name="Freeform 609">
                <a:extLst>
                  <a:ext uri="{FF2B5EF4-FFF2-40B4-BE49-F238E27FC236}">
                    <a16:creationId xmlns:a16="http://schemas.microsoft.com/office/drawing/2014/main" id="{9896F39B-E74D-2D41-8D9B-5A9CFD8DF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1" name="Freeform 610">
                <a:extLst>
                  <a:ext uri="{FF2B5EF4-FFF2-40B4-BE49-F238E27FC236}">
                    <a16:creationId xmlns:a16="http://schemas.microsoft.com/office/drawing/2014/main" id="{25BF311A-BCE1-C643-803E-A3F3469DD4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Freeform 611">
                <a:extLst>
                  <a:ext uri="{FF2B5EF4-FFF2-40B4-BE49-F238E27FC236}">
                    <a16:creationId xmlns:a16="http://schemas.microsoft.com/office/drawing/2014/main" id="{17FD2B9C-75D3-134E-AC55-315AA4BE8FC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3" name="Group 612">
            <a:extLst>
              <a:ext uri="{FF2B5EF4-FFF2-40B4-BE49-F238E27FC236}">
                <a16:creationId xmlns:a16="http://schemas.microsoft.com/office/drawing/2014/main" id="{60A20BD4-E117-2C49-9814-962578CBD00D}"/>
              </a:ext>
            </a:extLst>
          </p:cNvPr>
          <p:cNvGrpSpPr/>
          <p:nvPr/>
        </p:nvGrpSpPr>
        <p:grpSpPr>
          <a:xfrm>
            <a:off x="7496789" y="3749923"/>
            <a:ext cx="853832" cy="472456"/>
            <a:chOff x="7493876" y="2774731"/>
            <a:chExt cx="1481958" cy="894622"/>
          </a:xfrm>
        </p:grpSpPr>
        <p:sp>
          <p:nvSpPr>
            <p:cNvPr id="614" name="Freeform 613">
              <a:extLst>
                <a:ext uri="{FF2B5EF4-FFF2-40B4-BE49-F238E27FC236}">
                  <a16:creationId xmlns:a16="http://schemas.microsoft.com/office/drawing/2014/main" id="{4E4A0CD1-58ED-A54D-BBFF-12C92719E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5" name="Oval 614">
              <a:extLst>
                <a:ext uri="{FF2B5EF4-FFF2-40B4-BE49-F238E27FC236}">
                  <a16:creationId xmlns:a16="http://schemas.microsoft.com/office/drawing/2014/main" id="{C158890B-E991-FF49-8AA1-72A42547860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6" name="Group 615">
              <a:extLst>
                <a:ext uri="{FF2B5EF4-FFF2-40B4-BE49-F238E27FC236}">
                  <a16:creationId xmlns:a16="http://schemas.microsoft.com/office/drawing/2014/main" id="{E8B134DC-D1F8-B34A-9AA5-C82E19D26594}"/>
                </a:ext>
              </a:extLst>
            </p:cNvPr>
            <p:cNvGrpSpPr/>
            <p:nvPr/>
          </p:nvGrpSpPr>
          <p:grpSpPr>
            <a:xfrm>
              <a:off x="7713663" y="2848339"/>
              <a:ext cx="1042107" cy="425543"/>
              <a:chOff x="7786941" y="2884917"/>
              <a:chExt cx="897649" cy="353919"/>
            </a:xfrm>
          </p:grpSpPr>
          <p:sp>
            <p:nvSpPr>
              <p:cNvPr id="617" name="Freeform 616">
                <a:extLst>
                  <a:ext uri="{FF2B5EF4-FFF2-40B4-BE49-F238E27FC236}">
                    <a16:creationId xmlns:a16="http://schemas.microsoft.com/office/drawing/2014/main" id="{46A021F0-A4AA-9D4C-B3CA-33BBC2B398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8" name="Freeform 617">
                <a:extLst>
                  <a:ext uri="{FF2B5EF4-FFF2-40B4-BE49-F238E27FC236}">
                    <a16:creationId xmlns:a16="http://schemas.microsoft.com/office/drawing/2014/main" id="{05568410-5821-3848-8CFE-24A7B10364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9" name="Freeform 618">
                <a:extLst>
                  <a:ext uri="{FF2B5EF4-FFF2-40B4-BE49-F238E27FC236}">
                    <a16:creationId xmlns:a16="http://schemas.microsoft.com/office/drawing/2014/main" id="{1F622DFA-BD68-F84E-B93E-A50B5AFFF1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3CD0E9D0-4C11-1E4C-BDBC-0878BE70EF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1" name="Group 620">
            <a:extLst>
              <a:ext uri="{FF2B5EF4-FFF2-40B4-BE49-F238E27FC236}">
                <a16:creationId xmlns:a16="http://schemas.microsoft.com/office/drawing/2014/main" id="{D25D3FA7-4E6E-854A-AA36-AA556C5A251C}"/>
              </a:ext>
            </a:extLst>
          </p:cNvPr>
          <p:cNvGrpSpPr/>
          <p:nvPr/>
        </p:nvGrpSpPr>
        <p:grpSpPr>
          <a:xfrm>
            <a:off x="4139507" y="5298141"/>
            <a:ext cx="809010" cy="502026"/>
            <a:chOff x="7493876" y="2774731"/>
            <a:chExt cx="1481958" cy="894622"/>
          </a:xfrm>
        </p:grpSpPr>
        <p:sp>
          <p:nvSpPr>
            <p:cNvPr id="622" name="Freeform 621">
              <a:extLst>
                <a:ext uri="{FF2B5EF4-FFF2-40B4-BE49-F238E27FC236}">
                  <a16:creationId xmlns:a16="http://schemas.microsoft.com/office/drawing/2014/main" id="{5FD51C8E-8595-104A-839D-0A7CCF6C83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3" name="Oval 622">
              <a:extLst>
                <a:ext uri="{FF2B5EF4-FFF2-40B4-BE49-F238E27FC236}">
                  <a16:creationId xmlns:a16="http://schemas.microsoft.com/office/drawing/2014/main" id="{7BF2815A-C8DA-D545-BC77-1CE42331895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4" name="Group 623">
              <a:extLst>
                <a:ext uri="{FF2B5EF4-FFF2-40B4-BE49-F238E27FC236}">
                  <a16:creationId xmlns:a16="http://schemas.microsoft.com/office/drawing/2014/main" id="{72683926-F4A5-734E-95F4-F7A096F17AC1}"/>
                </a:ext>
              </a:extLst>
            </p:cNvPr>
            <p:cNvGrpSpPr/>
            <p:nvPr/>
          </p:nvGrpSpPr>
          <p:grpSpPr>
            <a:xfrm>
              <a:off x="7713663" y="2848339"/>
              <a:ext cx="1042107" cy="425543"/>
              <a:chOff x="7786941" y="2884917"/>
              <a:chExt cx="897649" cy="353919"/>
            </a:xfrm>
          </p:grpSpPr>
          <p:sp>
            <p:nvSpPr>
              <p:cNvPr id="625" name="Freeform 624">
                <a:extLst>
                  <a:ext uri="{FF2B5EF4-FFF2-40B4-BE49-F238E27FC236}">
                    <a16:creationId xmlns:a16="http://schemas.microsoft.com/office/drawing/2014/main" id="{2B87A071-D3E2-BF49-BA3E-65F560A24C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6" name="Freeform 625">
                <a:extLst>
                  <a:ext uri="{FF2B5EF4-FFF2-40B4-BE49-F238E27FC236}">
                    <a16:creationId xmlns:a16="http://schemas.microsoft.com/office/drawing/2014/main" id="{D2B17A90-DD53-0F40-85E2-5616E727EB1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7" name="Freeform 626">
                <a:extLst>
                  <a:ext uri="{FF2B5EF4-FFF2-40B4-BE49-F238E27FC236}">
                    <a16:creationId xmlns:a16="http://schemas.microsoft.com/office/drawing/2014/main" id="{91E68B9D-2945-4D42-8E64-070106085C1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FF72236A-B234-BB44-8D95-3F909B257A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9" name="Group 628">
            <a:extLst>
              <a:ext uri="{FF2B5EF4-FFF2-40B4-BE49-F238E27FC236}">
                <a16:creationId xmlns:a16="http://schemas.microsoft.com/office/drawing/2014/main" id="{1113BD39-40DA-4143-8341-7A1BCEE81256}"/>
              </a:ext>
            </a:extLst>
          </p:cNvPr>
          <p:cNvGrpSpPr/>
          <p:nvPr/>
        </p:nvGrpSpPr>
        <p:grpSpPr>
          <a:xfrm>
            <a:off x="5872016" y="4978459"/>
            <a:ext cx="809010" cy="502026"/>
            <a:chOff x="7493876" y="2774731"/>
            <a:chExt cx="1481958" cy="894622"/>
          </a:xfrm>
        </p:grpSpPr>
        <p:sp>
          <p:nvSpPr>
            <p:cNvPr id="630" name="Freeform 629">
              <a:extLst>
                <a:ext uri="{FF2B5EF4-FFF2-40B4-BE49-F238E27FC236}">
                  <a16:creationId xmlns:a16="http://schemas.microsoft.com/office/drawing/2014/main" id="{779B4EA8-4BF9-6E4B-95A5-61AE828BF44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1" name="Oval 630">
              <a:extLst>
                <a:ext uri="{FF2B5EF4-FFF2-40B4-BE49-F238E27FC236}">
                  <a16:creationId xmlns:a16="http://schemas.microsoft.com/office/drawing/2014/main" id="{F142A987-761B-994C-B2CF-AA70DDB50D2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2" name="Group 631">
              <a:extLst>
                <a:ext uri="{FF2B5EF4-FFF2-40B4-BE49-F238E27FC236}">
                  <a16:creationId xmlns:a16="http://schemas.microsoft.com/office/drawing/2014/main" id="{BB8863E3-F134-5C44-AA71-F1EB9E7FAC37}"/>
                </a:ext>
              </a:extLst>
            </p:cNvPr>
            <p:cNvGrpSpPr/>
            <p:nvPr/>
          </p:nvGrpSpPr>
          <p:grpSpPr>
            <a:xfrm>
              <a:off x="7713663" y="2848339"/>
              <a:ext cx="1042107" cy="425543"/>
              <a:chOff x="7786941" y="2884917"/>
              <a:chExt cx="897649" cy="353919"/>
            </a:xfrm>
          </p:grpSpPr>
          <p:sp>
            <p:nvSpPr>
              <p:cNvPr id="633" name="Freeform 632">
                <a:extLst>
                  <a:ext uri="{FF2B5EF4-FFF2-40B4-BE49-F238E27FC236}">
                    <a16:creationId xmlns:a16="http://schemas.microsoft.com/office/drawing/2014/main" id="{13EFE091-51A0-A84D-8C74-7D49F49E7F5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4" name="Freeform 633">
                <a:extLst>
                  <a:ext uri="{FF2B5EF4-FFF2-40B4-BE49-F238E27FC236}">
                    <a16:creationId xmlns:a16="http://schemas.microsoft.com/office/drawing/2014/main" id="{2007E57F-D7CB-A74F-B077-7439C454C46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Freeform 634">
                <a:extLst>
                  <a:ext uri="{FF2B5EF4-FFF2-40B4-BE49-F238E27FC236}">
                    <a16:creationId xmlns:a16="http://schemas.microsoft.com/office/drawing/2014/main" id="{1A7A87E3-0D33-1342-9288-FE279ABD0C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Freeform 635">
                <a:extLst>
                  <a:ext uri="{FF2B5EF4-FFF2-40B4-BE49-F238E27FC236}">
                    <a16:creationId xmlns:a16="http://schemas.microsoft.com/office/drawing/2014/main" id="{5752FA50-1B28-BD4A-9158-8D5053B30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73" name="Right Arrow 672">
            <a:extLst>
              <a:ext uri="{FF2B5EF4-FFF2-40B4-BE49-F238E27FC236}">
                <a16:creationId xmlns:a16="http://schemas.microsoft.com/office/drawing/2014/main" id="{B97D521A-528F-F144-A8F1-1DBCAE203C92}"/>
              </a:ext>
            </a:extLst>
          </p:cNvPr>
          <p:cNvSpPr/>
          <p:nvPr/>
        </p:nvSpPr>
        <p:spPr>
          <a:xfrm>
            <a:off x="685800" y="2756646"/>
            <a:ext cx="1313330" cy="511526"/>
          </a:xfrm>
          <a:prstGeom prst="rightArrow">
            <a:avLst/>
          </a:prstGeom>
          <a:gradFill>
            <a:gsLst>
              <a:gs pos="0">
                <a:srgbClr val="FFFFFF">
                  <a:alpha val="67000"/>
                </a:srgb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82" name="Group 681">
            <a:extLst>
              <a:ext uri="{FF2B5EF4-FFF2-40B4-BE49-F238E27FC236}">
                <a16:creationId xmlns:a16="http://schemas.microsoft.com/office/drawing/2014/main" id="{3683399D-A639-394A-8DF7-7F9B7AB6D7B6}"/>
              </a:ext>
            </a:extLst>
          </p:cNvPr>
          <p:cNvGrpSpPr/>
          <p:nvPr/>
        </p:nvGrpSpPr>
        <p:grpSpPr>
          <a:xfrm>
            <a:off x="1373964" y="4541734"/>
            <a:ext cx="1607995" cy="1127080"/>
            <a:chOff x="1373964" y="4541734"/>
            <a:chExt cx="1607995" cy="1127080"/>
          </a:xfrm>
        </p:grpSpPr>
        <p:sp>
          <p:nvSpPr>
            <p:cNvPr id="444" name="Text Box 404">
              <a:extLst>
                <a:ext uri="{FF2B5EF4-FFF2-40B4-BE49-F238E27FC236}">
                  <a16:creationId xmlns:a16="http://schemas.microsoft.com/office/drawing/2014/main" id="{E62F71C0-17AC-E842-AF41-29E05880C3BE}"/>
                </a:ext>
              </a:extLst>
            </p:cNvPr>
            <p:cNvSpPr txBox="1">
              <a:spLocks noChangeArrowheads="1"/>
            </p:cNvSpPr>
            <p:nvPr/>
          </p:nvSpPr>
          <p:spPr bwMode="auto">
            <a:xfrm>
              <a:off x="1373964" y="4541734"/>
              <a:ext cx="89011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sz="1400" i="0" dirty="0">
                  <a:solidFill>
                    <a:srgbClr val="C00000"/>
                  </a:solidFill>
                  <a:latin typeface="+mn-lt"/>
                </a:rPr>
                <a:t>web page</a:t>
              </a:r>
            </a:p>
          </p:txBody>
        </p:sp>
        <p:sp>
          <p:nvSpPr>
            <p:cNvPr id="677" name="Freeform 398">
              <a:extLst>
                <a:ext uri="{FF2B5EF4-FFF2-40B4-BE49-F238E27FC236}">
                  <a16:creationId xmlns:a16="http://schemas.microsoft.com/office/drawing/2014/main" id="{80939846-FA86-F748-B1A5-ABCAB922613E}"/>
                </a:ext>
              </a:extLst>
            </p:cNvPr>
            <p:cNvSpPr>
              <a:spLocks/>
            </p:cNvSpPr>
            <p:nvPr/>
          </p:nvSpPr>
          <p:spPr bwMode="auto">
            <a:xfrm>
              <a:off x="1450329" y="4799922"/>
              <a:ext cx="1531630" cy="86889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 name="connsiteX0" fmla="*/ 8799 w 9995"/>
                <a:gd name="connsiteY0" fmla="*/ 9361 h 9361"/>
                <a:gd name="connsiteX1" fmla="*/ 0 w 9995"/>
                <a:gd name="connsiteY1" fmla="*/ 6170 h 9361"/>
                <a:gd name="connsiteX2" fmla="*/ 7582 w 9995"/>
                <a:gd name="connsiteY2" fmla="*/ 6096 h 9361"/>
                <a:gd name="connsiteX3" fmla="*/ 7597 w 9995"/>
                <a:gd name="connsiteY3" fmla="*/ 0 h 9361"/>
                <a:gd name="connsiteX4" fmla="*/ 9987 w 9995"/>
                <a:gd name="connsiteY4" fmla="*/ 7243 h 9361"/>
                <a:gd name="connsiteX5" fmla="*/ 8799 w 9995"/>
                <a:gd name="connsiteY5" fmla="*/ 9361 h 9361"/>
                <a:gd name="connsiteX0" fmla="*/ 8803 w 8911"/>
                <a:gd name="connsiteY0" fmla="*/ 10000 h 10000"/>
                <a:gd name="connsiteX1" fmla="*/ 0 w 8911"/>
                <a:gd name="connsiteY1" fmla="*/ 6591 h 10000"/>
                <a:gd name="connsiteX2" fmla="*/ 7586 w 8911"/>
                <a:gd name="connsiteY2" fmla="*/ 6512 h 10000"/>
                <a:gd name="connsiteX3" fmla="*/ 7601 w 8911"/>
                <a:gd name="connsiteY3" fmla="*/ 0 h 10000"/>
                <a:gd name="connsiteX4" fmla="*/ 8880 w 8911"/>
                <a:gd name="connsiteY4" fmla="*/ 6748 h 10000"/>
                <a:gd name="connsiteX5" fmla="*/ 8803 w 8911"/>
                <a:gd name="connsiteY5" fmla="*/ 10000 h 10000"/>
                <a:gd name="connsiteX0" fmla="*/ 9879 w 9965"/>
                <a:gd name="connsiteY0" fmla="*/ 10000 h 10000"/>
                <a:gd name="connsiteX1" fmla="*/ 0 w 9965"/>
                <a:gd name="connsiteY1" fmla="*/ 6591 h 10000"/>
                <a:gd name="connsiteX2" fmla="*/ 8513 w 9965"/>
                <a:gd name="connsiteY2" fmla="*/ 6512 h 10000"/>
                <a:gd name="connsiteX3" fmla="*/ 8530 w 9965"/>
                <a:gd name="connsiteY3" fmla="*/ 0 h 10000"/>
                <a:gd name="connsiteX4" fmla="*/ 9965 w 9965"/>
                <a:gd name="connsiteY4" fmla="*/ 6748 h 10000"/>
                <a:gd name="connsiteX5" fmla="*/ 9879 w 9965"/>
                <a:gd name="connsiteY5" fmla="*/ 10000 h 10000"/>
                <a:gd name="connsiteX0" fmla="*/ 9914 w 10000"/>
                <a:gd name="connsiteY0" fmla="*/ 10000 h 10000"/>
                <a:gd name="connsiteX1" fmla="*/ 0 w 10000"/>
                <a:gd name="connsiteY1" fmla="*/ 6591 h 10000"/>
                <a:gd name="connsiteX2" fmla="*/ 8543 w 10000"/>
                <a:gd name="connsiteY2" fmla="*/ 6512 h 10000"/>
                <a:gd name="connsiteX3" fmla="*/ 8560 w 10000"/>
                <a:gd name="connsiteY3" fmla="*/ 0 h 10000"/>
                <a:gd name="connsiteX4" fmla="*/ 10000 w 10000"/>
                <a:gd name="connsiteY4" fmla="*/ 6748 h 10000"/>
                <a:gd name="connsiteX5" fmla="*/ 9914 w 10000"/>
                <a:gd name="connsiteY5" fmla="*/ 10000 h 10000"/>
                <a:gd name="connsiteX0" fmla="*/ 11628 w 11714"/>
                <a:gd name="connsiteY0" fmla="*/ 10000 h 10000"/>
                <a:gd name="connsiteX1" fmla="*/ 0 w 11714"/>
                <a:gd name="connsiteY1" fmla="*/ 9319 h 10000"/>
                <a:gd name="connsiteX2" fmla="*/ 10257 w 11714"/>
                <a:gd name="connsiteY2" fmla="*/ 6512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261"/>
                <a:gd name="connsiteX1" fmla="*/ 0 w 11714"/>
                <a:gd name="connsiteY1" fmla="*/ 9319 h 10261"/>
                <a:gd name="connsiteX2" fmla="*/ 9631 w 11714"/>
                <a:gd name="connsiteY2" fmla="*/ 8797 h 10261"/>
                <a:gd name="connsiteX3" fmla="*/ 10274 w 11714"/>
                <a:gd name="connsiteY3" fmla="*/ 0 h 10261"/>
                <a:gd name="connsiteX4" fmla="*/ 11714 w 11714"/>
                <a:gd name="connsiteY4" fmla="*/ 6748 h 10261"/>
                <a:gd name="connsiteX5" fmla="*/ 11628 w 11714"/>
                <a:gd name="connsiteY5" fmla="*/ 10000 h 10261"/>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58 w 11714"/>
                <a:gd name="connsiteY2" fmla="*/ 9070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8329 h 8329"/>
                <a:gd name="connsiteX1" fmla="*/ 0 w 11714"/>
                <a:gd name="connsiteY1" fmla="*/ 7648 h 8329"/>
                <a:gd name="connsiteX2" fmla="*/ 9658 w 11714"/>
                <a:gd name="connsiteY2" fmla="*/ 7399 h 8329"/>
                <a:gd name="connsiteX3" fmla="*/ 9784 w 11714"/>
                <a:gd name="connsiteY3" fmla="*/ 0 h 8329"/>
                <a:gd name="connsiteX4" fmla="*/ 11714 w 11714"/>
                <a:gd name="connsiteY4" fmla="*/ 5077 h 8329"/>
                <a:gd name="connsiteX5" fmla="*/ 11628 w 11714"/>
                <a:gd name="connsiteY5" fmla="*/ 8329 h 8329"/>
                <a:gd name="connsiteX0" fmla="*/ 9927 w 10000"/>
                <a:gd name="connsiteY0" fmla="*/ 10000 h 10000"/>
                <a:gd name="connsiteX1" fmla="*/ 0 w 10000"/>
                <a:gd name="connsiteY1" fmla="*/ 9182 h 10000"/>
                <a:gd name="connsiteX2" fmla="*/ 8245 w 10000"/>
                <a:gd name="connsiteY2" fmla="*/ 8883 h 10000"/>
                <a:gd name="connsiteX3" fmla="*/ 8352 w 10000"/>
                <a:gd name="connsiteY3" fmla="*/ 0 h 10000"/>
                <a:gd name="connsiteX4" fmla="*/ 10000 w 10000"/>
                <a:gd name="connsiteY4" fmla="*/ 6096 h 10000"/>
                <a:gd name="connsiteX5" fmla="*/ 9927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27" y="10000"/>
                  </a:moveTo>
                  <a:cubicBezTo>
                    <a:pt x="7231" y="9836"/>
                    <a:pt x="6474" y="9595"/>
                    <a:pt x="0" y="9182"/>
                  </a:cubicBezTo>
                  <a:lnTo>
                    <a:pt x="8245" y="8883"/>
                  </a:lnTo>
                  <a:cubicBezTo>
                    <a:pt x="8212" y="5538"/>
                    <a:pt x="8387" y="3345"/>
                    <a:pt x="8352" y="0"/>
                  </a:cubicBezTo>
                  <a:cubicBezTo>
                    <a:pt x="8852" y="3416"/>
                    <a:pt x="8942" y="4239"/>
                    <a:pt x="10000" y="6096"/>
                  </a:cubicBezTo>
                  <a:cubicBezTo>
                    <a:pt x="9991" y="7928"/>
                    <a:pt x="9934" y="8700"/>
                    <a:pt x="9927"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pic>
          <p:nvPicPr>
            <p:cNvPr id="443" name="Picture 401">
              <a:extLst>
                <a:ext uri="{FF2B5EF4-FFF2-40B4-BE49-F238E27FC236}">
                  <a16:creationId xmlns:a16="http://schemas.microsoft.com/office/drawing/2014/main" id="{6E2D6C5A-5878-8249-B10C-04E17B9327D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84743" y="4817138"/>
              <a:ext cx="1243012" cy="768350"/>
            </a:xfrm>
            <a:prstGeom prst="rect">
              <a:avLst/>
            </a:prstGeom>
            <a:noFill/>
            <a:ln w="15875">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grpSp>
        <p:nvGrpSpPr>
          <p:cNvPr id="547" name="Group 248">
            <a:extLst>
              <a:ext uri="{FF2B5EF4-FFF2-40B4-BE49-F238E27FC236}">
                <a16:creationId xmlns:a16="http://schemas.microsoft.com/office/drawing/2014/main" id="{DD74A46B-8CFF-C14D-B141-BB4A8B9E896A}"/>
              </a:ext>
            </a:extLst>
          </p:cNvPr>
          <p:cNvGrpSpPr>
            <a:grpSpLocks/>
          </p:cNvGrpSpPr>
          <p:nvPr/>
        </p:nvGrpSpPr>
        <p:grpSpPr bwMode="auto">
          <a:xfrm>
            <a:off x="2957232" y="5059642"/>
            <a:ext cx="358775" cy="623888"/>
            <a:chOff x="4140" y="429"/>
            <a:chExt cx="1425" cy="2396"/>
          </a:xfrm>
        </p:grpSpPr>
        <p:sp>
          <p:nvSpPr>
            <p:cNvPr id="548" name="Freeform 148">
              <a:extLst>
                <a:ext uri="{FF2B5EF4-FFF2-40B4-BE49-F238E27FC236}">
                  <a16:creationId xmlns:a16="http://schemas.microsoft.com/office/drawing/2014/main" id="{E26405AF-3E42-AA41-BFD2-3B794853136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9" name="Rectangle 149">
              <a:extLst>
                <a:ext uri="{FF2B5EF4-FFF2-40B4-BE49-F238E27FC236}">
                  <a16:creationId xmlns:a16="http://schemas.microsoft.com/office/drawing/2014/main" id="{47D37451-2947-344E-8E7A-210E7A2D6610}"/>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0" name="Freeform 150">
              <a:extLst>
                <a:ext uri="{FF2B5EF4-FFF2-40B4-BE49-F238E27FC236}">
                  <a16:creationId xmlns:a16="http://schemas.microsoft.com/office/drawing/2014/main" id="{794051DE-EDD2-9D49-9A64-72D78C5AFF6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1" name="Freeform 151">
              <a:extLst>
                <a:ext uri="{FF2B5EF4-FFF2-40B4-BE49-F238E27FC236}">
                  <a16:creationId xmlns:a16="http://schemas.microsoft.com/office/drawing/2014/main" id="{6B3A31B2-65E4-2D43-AF3A-C267D981839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152">
              <a:extLst>
                <a:ext uri="{FF2B5EF4-FFF2-40B4-BE49-F238E27FC236}">
                  <a16:creationId xmlns:a16="http://schemas.microsoft.com/office/drawing/2014/main" id="{5BDB8D32-4034-0648-9A9C-461080F067B4}"/>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3" name="Group 153">
              <a:extLst>
                <a:ext uri="{FF2B5EF4-FFF2-40B4-BE49-F238E27FC236}">
                  <a16:creationId xmlns:a16="http://schemas.microsoft.com/office/drawing/2014/main" id="{98227220-D87B-BF44-BAA0-CA8B03DA617D}"/>
                </a:ext>
              </a:extLst>
            </p:cNvPr>
            <p:cNvGrpSpPr>
              <a:grpSpLocks/>
            </p:cNvGrpSpPr>
            <p:nvPr/>
          </p:nvGrpSpPr>
          <p:grpSpPr bwMode="auto">
            <a:xfrm>
              <a:off x="4749" y="668"/>
              <a:ext cx="581" cy="145"/>
              <a:chOff x="614" y="2568"/>
              <a:chExt cx="725" cy="139"/>
            </a:xfrm>
          </p:grpSpPr>
          <p:sp>
            <p:nvSpPr>
              <p:cNvPr id="578" name="AutoShape 154">
                <a:extLst>
                  <a:ext uri="{FF2B5EF4-FFF2-40B4-BE49-F238E27FC236}">
                    <a16:creationId xmlns:a16="http://schemas.microsoft.com/office/drawing/2014/main" id="{250B641D-BA68-CF4E-8F1A-14F5DEB8A2F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AutoShape 155">
                <a:extLst>
                  <a:ext uri="{FF2B5EF4-FFF2-40B4-BE49-F238E27FC236}">
                    <a16:creationId xmlns:a16="http://schemas.microsoft.com/office/drawing/2014/main" id="{787D2112-54A6-DD4C-91A7-7982CA3DDC8D}"/>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4" name="Rectangle 156">
              <a:extLst>
                <a:ext uri="{FF2B5EF4-FFF2-40B4-BE49-F238E27FC236}">
                  <a16:creationId xmlns:a16="http://schemas.microsoft.com/office/drawing/2014/main" id="{ED074C77-4F92-864B-A252-8CABF356F331}"/>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5" name="Group 157">
              <a:extLst>
                <a:ext uri="{FF2B5EF4-FFF2-40B4-BE49-F238E27FC236}">
                  <a16:creationId xmlns:a16="http://schemas.microsoft.com/office/drawing/2014/main" id="{E45C5AAE-9CEA-5D45-9B1F-D1201EA7A8B1}"/>
                </a:ext>
              </a:extLst>
            </p:cNvPr>
            <p:cNvGrpSpPr>
              <a:grpSpLocks/>
            </p:cNvGrpSpPr>
            <p:nvPr/>
          </p:nvGrpSpPr>
          <p:grpSpPr bwMode="auto">
            <a:xfrm>
              <a:off x="4747" y="994"/>
              <a:ext cx="581" cy="134"/>
              <a:chOff x="614" y="2568"/>
              <a:chExt cx="725" cy="139"/>
            </a:xfrm>
          </p:grpSpPr>
          <p:sp>
            <p:nvSpPr>
              <p:cNvPr id="576" name="AutoShape 158">
                <a:extLst>
                  <a:ext uri="{FF2B5EF4-FFF2-40B4-BE49-F238E27FC236}">
                    <a16:creationId xmlns:a16="http://schemas.microsoft.com/office/drawing/2014/main" id="{23A4FF84-0E8C-5B4F-8656-A4C26D3FB900}"/>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7" name="AutoShape 159">
                <a:extLst>
                  <a:ext uri="{FF2B5EF4-FFF2-40B4-BE49-F238E27FC236}">
                    <a16:creationId xmlns:a16="http://schemas.microsoft.com/office/drawing/2014/main" id="{3A8A84FE-F7E1-EA40-BE3B-E5A1F1A193FD}"/>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6" name="Rectangle 160">
              <a:extLst>
                <a:ext uri="{FF2B5EF4-FFF2-40B4-BE49-F238E27FC236}">
                  <a16:creationId xmlns:a16="http://schemas.microsoft.com/office/drawing/2014/main" id="{5A74EA63-0B5F-FB48-AA96-CDECA866888C}"/>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7" name="Rectangle 161">
              <a:extLst>
                <a:ext uri="{FF2B5EF4-FFF2-40B4-BE49-F238E27FC236}">
                  <a16:creationId xmlns:a16="http://schemas.microsoft.com/office/drawing/2014/main" id="{58A4912C-FD7F-3745-98E7-736F73EB1AEC}"/>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8" name="Group 162">
              <a:extLst>
                <a:ext uri="{FF2B5EF4-FFF2-40B4-BE49-F238E27FC236}">
                  <a16:creationId xmlns:a16="http://schemas.microsoft.com/office/drawing/2014/main" id="{A7ED305B-1858-0C4C-8889-5F08D18EEA1E}"/>
                </a:ext>
              </a:extLst>
            </p:cNvPr>
            <p:cNvGrpSpPr>
              <a:grpSpLocks/>
            </p:cNvGrpSpPr>
            <p:nvPr/>
          </p:nvGrpSpPr>
          <p:grpSpPr bwMode="auto">
            <a:xfrm>
              <a:off x="4735" y="1627"/>
              <a:ext cx="582" cy="151"/>
              <a:chOff x="614" y="2568"/>
              <a:chExt cx="725" cy="139"/>
            </a:xfrm>
          </p:grpSpPr>
          <p:sp>
            <p:nvSpPr>
              <p:cNvPr id="574" name="AutoShape 163">
                <a:extLst>
                  <a:ext uri="{FF2B5EF4-FFF2-40B4-BE49-F238E27FC236}">
                    <a16:creationId xmlns:a16="http://schemas.microsoft.com/office/drawing/2014/main" id="{E0A7BB14-4EE6-E649-A054-B7ACF2A810DE}"/>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AutoShape 164">
                <a:extLst>
                  <a:ext uri="{FF2B5EF4-FFF2-40B4-BE49-F238E27FC236}">
                    <a16:creationId xmlns:a16="http://schemas.microsoft.com/office/drawing/2014/main" id="{87C1BCDA-D3DA-3C44-A348-6B38470DD89B}"/>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9" name="Freeform 165">
              <a:extLst>
                <a:ext uri="{FF2B5EF4-FFF2-40B4-BE49-F238E27FC236}">
                  <a16:creationId xmlns:a16="http://schemas.microsoft.com/office/drawing/2014/main" id="{353439C9-DEEB-6349-ABEB-ED29E03E88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60" name="Group 166">
              <a:extLst>
                <a:ext uri="{FF2B5EF4-FFF2-40B4-BE49-F238E27FC236}">
                  <a16:creationId xmlns:a16="http://schemas.microsoft.com/office/drawing/2014/main" id="{B5D33585-759B-2A49-99A7-061236F88442}"/>
                </a:ext>
              </a:extLst>
            </p:cNvPr>
            <p:cNvGrpSpPr>
              <a:grpSpLocks/>
            </p:cNvGrpSpPr>
            <p:nvPr/>
          </p:nvGrpSpPr>
          <p:grpSpPr bwMode="auto">
            <a:xfrm>
              <a:off x="4739" y="1327"/>
              <a:ext cx="582" cy="139"/>
              <a:chOff x="614" y="2568"/>
              <a:chExt cx="725" cy="139"/>
            </a:xfrm>
          </p:grpSpPr>
          <p:sp>
            <p:nvSpPr>
              <p:cNvPr id="572" name="AutoShape 167">
                <a:extLst>
                  <a:ext uri="{FF2B5EF4-FFF2-40B4-BE49-F238E27FC236}">
                    <a16:creationId xmlns:a16="http://schemas.microsoft.com/office/drawing/2014/main" id="{CA773528-AD84-7D48-8019-9201E6A9C817}"/>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AutoShape 168">
                <a:extLst>
                  <a:ext uri="{FF2B5EF4-FFF2-40B4-BE49-F238E27FC236}">
                    <a16:creationId xmlns:a16="http://schemas.microsoft.com/office/drawing/2014/main" id="{472F7D5E-1AD1-264C-9D28-AFB2CA688B3E}"/>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61" name="Rectangle 169">
              <a:extLst>
                <a:ext uri="{FF2B5EF4-FFF2-40B4-BE49-F238E27FC236}">
                  <a16:creationId xmlns:a16="http://schemas.microsoft.com/office/drawing/2014/main" id="{1E31944B-126C-0C48-8360-3955ACFF9708}"/>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2" name="Freeform 170">
              <a:extLst>
                <a:ext uri="{FF2B5EF4-FFF2-40B4-BE49-F238E27FC236}">
                  <a16:creationId xmlns:a16="http://schemas.microsoft.com/office/drawing/2014/main" id="{AF8E0510-EA92-E34B-BAF8-A7129AFADEE5}"/>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3" name="Freeform 171">
              <a:extLst>
                <a:ext uri="{FF2B5EF4-FFF2-40B4-BE49-F238E27FC236}">
                  <a16:creationId xmlns:a16="http://schemas.microsoft.com/office/drawing/2014/main" id="{794611B1-1F70-D644-A04B-BCECE318FD7C}"/>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4" name="Oval 172">
              <a:extLst>
                <a:ext uri="{FF2B5EF4-FFF2-40B4-BE49-F238E27FC236}">
                  <a16:creationId xmlns:a16="http://schemas.microsoft.com/office/drawing/2014/main" id="{A637D4FD-E378-BA4B-B33A-0D90745CB795}"/>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5" name="Freeform 173">
              <a:extLst>
                <a:ext uri="{FF2B5EF4-FFF2-40B4-BE49-F238E27FC236}">
                  <a16:creationId xmlns:a16="http://schemas.microsoft.com/office/drawing/2014/main" id="{9422064F-7319-E348-881D-6E240552A5A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AutoShape 174">
              <a:extLst>
                <a:ext uri="{FF2B5EF4-FFF2-40B4-BE49-F238E27FC236}">
                  <a16:creationId xmlns:a16="http://schemas.microsoft.com/office/drawing/2014/main" id="{2F2D8D29-4918-BC40-B587-0167A6D7B33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AutoShape 175">
              <a:extLst>
                <a:ext uri="{FF2B5EF4-FFF2-40B4-BE49-F238E27FC236}">
                  <a16:creationId xmlns:a16="http://schemas.microsoft.com/office/drawing/2014/main" id="{CA9837DA-B6EB-3E4C-8ABD-BA649DD5B56A}"/>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Oval 176">
              <a:extLst>
                <a:ext uri="{FF2B5EF4-FFF2-40B4-BE49-F238E27FC236}">
                  <a16:creationId xmlns:a16="http://schemas.microsoft.com/office/drawing/2014/main" id="{292FD403-2A63-E04F-A616-3EFB915BE19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Oval 177">
              <a:extLst>
                <a:ext uri="{FF2B5EF4-FFF2-40B4-BE49-F238E27FC236}">
                  <a16:creationId xmlns:a16="http://schemas.microsoft.com/office/drawing/2014/main" id="{B38211AD-96E2-E840-ABF7-46912AF886E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70" name="Oval 178">
              <a:extLst>
                <a:ext uri="{FF2B5EF4-FFF2-40B4-BE49-F238E27FC236}">
                  <a16:creationId xmlns:a16="http://schemas.microsoft.com/office/drawing/2014/main" id="{33893241-FF92-AC41-AD12-42C30CE706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1" name="Rectangle 179">
              <a:extLst>
                <a:ext uri="{FF2B5EF4-FFF2-40B4-BE49-F238E27FC236}">
                  <a16:creationId xmlns:a16="http://schemas.microsoft.com/office/drawing/2014/main" id="{7D299A7B-FEF5-C342-9684-CEEEDE5EAB30}"/>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83" name="Rectangle 3">
            <a:extLst>
              <a:ext uri="{FF2B5EF4-FFF2-40B4-BE49-F238E27FC236}">
                <a16:creationId xmlns:a16="http://schemas.microsoft.com/office/drawing/2014/main" id="{1A556173-0263-214D-9BE3-6EA12C023ADE}"/>
              </a:ext>
            </a:extLst>
          </p:cNvPr>
          <p:cNvSpPr txBox="1">
            <a:spLocks noChangeArrowheads="1"/>
          </p:cNvSpPr>
          <p:nvPr/>
        </p:nvSpPr>
        <p:spPr>
          <a:xfrm>
            <a:off x="8877300" y="1833563"/>
            <a:ext cx="2878418" cy="13160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dirty="0"/>
              <a:t>arriving mobile client attaches to network …</a:t>
            </a:r>
            <a:endParaRPr lang="en-US" sz="2400" dirty="0"/>
          </a:p>
          <a:p>
            <a:pPr>
              <a:defRPr/>
            </a:pPr>
            <a:endParaRPr lang="en-US" sz="3200" dirty="0"/>
          </a:p>
          <a:p>
            <a:pPr>
              <a:defRPr/>
            </a:pPr>
            <a:endParaRPr lang="en-US" dirty="0">
              <a:latin typeface="Gill Sans MT" charset="0"/>
            </a:endParaRPr>
          </a:p>
        </p:txBody>
      </p:sp>
      <p:sp>
        <p:nvSpPr>
          <p:cNvPr id="684" name="Rectangle 3">
            <a:extLst>
              <a:ext uri="{FF2B5EF4-FFF2-40B4-BE49-F238E27FC236}">
                <a16:creationId xmlns:a16="http://schemas.microsoft.com/office/drawing/2014/main" id="{4045A4E3-35EE-8C46-A982-26140CFF7B8E}"/>
              </a:ext>
            </a:extLst>
          </p:cNvPr>
          <p:cNvSpPr txBox="1">
            <a:spLocks noChangeArrowheads="1"/>
          </p:cNvSpPr>
          <p:nvPr/>
        </p:nvSpPr>
        <p:spPr>
          <a:xfrm>
            <a:off x="8877300" y="3179763"/>
            <a:ext cx="2878418" cy="13160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000" dirty="0"/>
              <a:t>requests web page: </a:t>
            </a:r>
            <a:r>
              <a:rPr lang="en-US" sz="2600" dirty="0"/>
              <a:t>www.google.com</a:t>
            </a:r>
            <a:endParaRPr lang="en-US" sz="2400" dirty="0"/>
          </a:p>
          <a:p>
            <a:pPr>
              <a:defRPr/>
            </a:pPr>
            <a:endParaRPr lang="en-US" sz="3200" dirty="0"/>
          </a:p>
          <a:p>
            <a:pPr>
              <a:defRPr/>
            </a:pPr>
            <a:endParaRPr lang="en-US" dirty="0">
              <a:latin typeface="Gill Sans MT" charset="0"/>
            </a:endParaRPr>
          </a:p>
        </p:txBody>
      </p:sp>
      <p:sp>
        <p:nvSpPr>
          <p:cNvPr id="685" name="TextBox 684">
            <a:extLst>
              <a:ext uri="{FF2B5EF4-FFF2-40B4-BE49-F238E27FC236}">
                <a16:creationId xmlns:a16="http://schemas.microsoft.com/office/drawing/2014/main" id="{A1FC4D17-5B36-134E-BB1F-D0DFCB5FB268}"/>
              </a:ext>
            </a:extLst>
          </p:cNvPr>
          <p:cNvSpPr txBox="1"/>
          <p:nvPr/>
        </p:nvSpPr>
        <p:spPr>
          <a:xfrm>
            <a:off x="8737600" y="1181100"/>
            <a:ext cx="1651414" cy="584775"/>
          </a:xfrm>
          <a:prstGeom prst="rect">
            <a:avLst/>
          </a:prstGeom>
          <a:noFill/>
        </p:spPr>
        <p:txBody>
          <a:bodyPr wrap="none" rtlCol="0">
            <a:spAutoFit/>
          </a:bodyPr>
          <a:lstStyle/>
          <a:p>
            <a:r>
              <a:rPr lang="en-US" sz="3200" dirty="0">
                <a:solidFill>
                  <a:srgbClr val="0000A8"/>
                </a:solidFill>
              </a:rPr>
              <a:t>scenario</a:t>
            </a:r>
            <a:r>
              <a:rPr lang="en-US" dirty="0"/>
              <a:t>:</a:t>
            </a:r>
          </a:p>
        </p:txBody>
      </p:sp>
      <p:grpSp>
        <p:nvGrpSpPr>
          <p:cNvPr id="689" name="Group 688">
            <a:extLst>
              <a:ext uri="{FF2B5EF4-FFF2-40B4-BE49-F238E27FC236}">
                <a16:creationId xmlns:a16="http://schemas.microsoft.com/office/drawing/2014/main" id="{230ABE4F-8AF2-9E4F-BDBA-55842C20F2DE}"/>
              </a:ext>
            </a:extLst>
          </p:cNvPr>
          <p:cNvGrpSpPr/>
          <p:nvPr/>
        </p:nvGrpSpPr>
        <p:grpSpPr>
          <a:xfrm>
            <a:off x="9296400" y="4451350"/>
            <a:ext cx="2425700" cy="1612900"/>
            <a:chOff x="9296400" y="4451350"/>
            <a:chExt cx="2425700" cy="1612900"/>
          </a:xfrm>
        </p:grpSpPr>
        <p:pic>
          <p:nvPicPr>
            <p:cNvPr id="687" name="Picture 686" descr="A picture containing table, drawing&#10;&#10;Description automatically generated">
              <a:extLst>
                <a:ext uri="{FF2B5EF4-FFF2-40B4-BE49-F238E27FC236}">
                  <a16:creationId xmlns:a16="http://schemas.microsoft.com/office/drawing/2014/main" id="{567E3F56-C964-6B44-9119-9470EAA0BD8F}"/>
                </a:ext>
              </a:extLst>
            </p:cNvPr>
            <p:cNvPicPr>
              <a:picLocks noChangeAspect="1"/>
            </p:cNvPicPr>
            <p:nvPr/>
          </p:nvPicPr>
          <p:blipFill>
            <a:blip r:embed="rId6"/>
            <a:stretch>
              <a:fillRect/>
            </a:stretch>
          </p:blipFill>
          <p:spPr>
            <a:xfrm>
              <a:off x="10109200" y="4451350"/>
              <a:ext cx="1612900" cy="1612900"/>
            </a:xfrm>
            <a:prstGeom prst="rect">
              <a:avLst/>
            </a:prstGeom>
          </p:spPr>
        </p:pic>
        <p:sp>
          <p:nvSpPr>
            <p:cNvPr id="688" name="TextBox 687">
              <a:extLst>
                <a:ext uri="{FF2B5EF4-FFF2-40B4-BE49-F238E27FC236}">
                  <a16:creationId xmlns:a16="http://schemas.microsoft.com/office/drawing/2014/main" id="{04B87FED-359F-224A-9E8E-D78A200B02F9}"/>
                </a:ext>
              </a:extLst>
            </p:cNvPr>
            <p:cNvSpPr txBox="1"/>
            <p:nvPr/>
          </p:nvSpPr>
          <p:spPr>
            <a:xfrm>
              <a:off x="9296400" y="4744591"/>
              <a:ext cx="1492716" cy="1077218"/>
            </a:xfrm>
            <a:prstGeom prst="rect">
              <a:avLst/>
            </a:prstGeom>
            <a:noFill/>
          </p:spPr>
          <p:txBody>
            <a:bodyPr wrap="none" rtlCol="0">
              <a:spAutoFit/>
            </a:bodyPr>
            <a:lstStyle/>
            <a:p>
              <a:pPr algn="ctr"/>
              <a:r>
                <a:rPr lang="en-US" sz="3200" i="1" dirty="0">
                  <a:solidFill>
                    <a:srgbClr val="00B050"/>
                  </a:solidFill>
                </a:rPr>
                <a:t>Sounds </a:t>
              </a:r>
            </a:p>
            <a:p>
              <a:pPr algn="ctr"/>
              <a:r>
                <a:rPr lang="en-US" sz="3200" i="1" dirty="0">
                  <a:solidFill>
                    <a:srgbClr val="00B050"/>
                  </a:solidFill>
                </a:rPr>
                <a:t>simple!</a:t>
              </a:r>
            </a:p>
          </p:txBody>
        </p:sp>
      </p:grpSp>
    </p:spTree>
    <p:extLst>
      <p:ext uri="{BB962C8B-B14F-4D97-AF65-F5344CB8AC3E}">
        <p14:creationId xmlns:p14="http://schemas.microsoft.com/office/powerpoint/2010/main" val="32989942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73"/>
                                        </p:tgtEl>
                                        <p:attrNameLst>
                                          <p:attrName>style.visibility</p:attrName>
                                        </p:attrNameLst>
                                      </p:cBhvr>
                                      <p:to>
                                        <p:strVal val="visible"/>
                                      </p:to>
                                    </p:set>
                                    <p:animEffect transition="in" filter="wipe(left)">
                                      <p:cBhvr>
                                        <p:cTn id="7" dur="500"/>
                                        <p:tgtEl>
                                          <p:spTgt spid="67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683"/>
                                        </p:tgtEl>
                                        <p:attrNameLst>
                                          <p:attrName>style.visibility</p:attrName>
                                        </p:attrNameLst>
                                      </p:cBhvr>
                                      <p:to>
                                        <p:strVal val="visible"/>
                                      </p:to>
                                    </p:set>
                                    <p:animEffect transition="in" filter="dissolve">
                                      <p:cBhvr>
                                        <p:cTn id="10" dur="500"/>
                                        <p:tgtEl>
                                          <p:spTgt spid="68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682"/>
                                        </p:tgtEl>
                                        <p:attrNameLst>
                                          <p:attrName>style.visibility</p:attrName>
                                        </p:attrNameLst>
                                      </p:cBhvr>
                                      <p:to>
                                        <p:strVal val="visible"/>
                                      </p:to>
                                    </p:set>
                                    <p:animEffect transition="in" filter="wipe(right)">
                                      <p:cBhvr>
                                        <p:cTn id="15" dur="500"/>
                                        <p:tgtEl>
                                          <p:spTgt spid="682"/>
                                        </p:tgtEl>
                                      </p:cBhvr>
                                    </p:animEffect>
                                  </p:childTnLst>
                                </p:cTn>
                              </p:par>
                              <p:par>
                                <p:cTn id="16" presetID="22" presetClass="entr" presetSubtype="2" fill="hold" nodeType="withEffect">
                                  <p:stCondLst>
                                    <p:cond delay="0"/>
                                  </p:stCondLst>
                                  <p:childTnLst>
                                    <p:set>
                                      <p:cBhvr>
                                        <p:cTn id="17" dur="1" fill="hold">
                                          <p:stCondLst>
                                            <p:cond delay="0"/>
                                          </p:stCondLst>
                                        </p:cTn>
                                        <p:tgtEl>
                                          <p:spTgt spid="445"/>
                                        </p:tgtEl>
                                        <p:attrNameLst>
                                          <p:attrName>style.visibility</p:attrName>
                                        </p:attrNameLst>
                                      </p:cBhvr>
                                      <p:to>
                                        <p:strVal val="visible"/>
                                      </p:to>
                                    </p:set>
                                    <p:animEffect transition="in" filter="wipe(right)">
                                      <p:cBhvr>
                                        <p:cTn id="18" dur="500"/>
                                        <p:tgtEl>
                                          <p:spTgt spid="445"/>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84"/>
                                        </p:tgtEl>
                                        <p:attrNameLst>
                                          <p:attrName>style.visibility</p:attrName>
                                        </p:attrNameLst>
                                      </p:cBhvr>
                                      <p:to>
                                        <p:strVal val="visible"/>
                                      </p:to>
                                    </p:set>
                                    <p:animEffect transition="in" filter="dissolve">
                                      <p:cBhvr>
                                        <p:cTn id="21" dur="500"/>
                                        <p:tgtEl>
                                          <p:spTgt spid="68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689"/>
                                        </p:tgtEl>
                                        <p:attrNameLst>
                                          <p:attrName>style.visibility</p:attrName>
                                        </p:attrNameLst>
                                      </p:cBhvr>
                                      <p:to>
                                        <p:strVal val="visible"/>
                                      </p:to>
                                    </p:set>
                                    <p:animEffect transition="in" filter="dissolve">
                                      <p:cBhvr>
                                        <p:cTn id="26" dur="500"/>
                                        <p:tgtEl>
                                          <p:spTgt spid="6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3" grpId="0" animBg="1"/>
      <p:bldP spid="683" grpId="0"/>
      <p:bldP spid="684"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113</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sp>
        <p:nvSpPr>
          <p:cNvPr id="913" name="Rectangle 189">
            <a:extLst>
              <a:ext uri="{FF2B5EF4-FFF2-40B4-BE49-F238E27FC236}">
                <a16:creationId xmlns:a16="http://schemas.microsoft.com/office/drawing/2014/main" id="{7F20F080-1B74-4740-BF0E-68EDFD77002B}"/>
              </a:ext>
            </a:extLst>
          </p:cNvPr>
          <p:cNvSpPr txBox="1">
            <a:spLocks noChangeArrowheads="1"/>
          </p:cNvSpPr>
          <p:nvPr/>
        </p:nvSpPr>
        <p:spPr bwMode="auto">
          <a:xfrm>
            <a:off x="5158160" y="1377950"/>
            <a:ext cx="6691630" cy="1262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defRPr/>
            </a:pPr>
            <a:r>
              <a:rPr lang="en-US" kern="0" dirty="0">
                <a:cs typeface="+mn-cs"/>
              </a:rPr>
              <a:t>connecting laptop needs to get its own IP address, addr of first-hop router, addr of DNS server: use </a:t>
            </a:r>
            <a:r>
              <a:rPr lang="en-US" kern="0" dirty="0">
                <a:solidFill>
                  <a:srgbClr val="C00000"/>
                </a:solidFill>
                <a:cs typeface="+mn-cs"/>
              </a:rPr>
              <a:t>DHCP</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24" name="Group 253">
            <a:extLst>
              <a:ext uri="{FF2B5EF4-FFF2-40B4-BE49-F238E27FC236}">
                <a16:creationId xmlns:a16="http://schemas.microsoft.com/office/drawing/2014/main" id="{67A91C39-2F37-074F-914B-1E78059AB1A7}"/>
              </a:ext>
            </a:extLst>
          </p:cNvPr>
          <p:cNvGrpSpPr>
            <a:grpSpLocks/>
          </p:cNvGrpSpPr>
          <p:nvPr/>
        </p:nvGrpSpPr>
        <p:grpSpPr bwMode="auto">
          <a:xfrm>
            <a:off x="641723" y="1411287"/>
            <a:ext cx="544513" cy="244475"/>
            <a:chOff x="844" y="3337"/>
            <a:chExt cx="343" cy="154"/>
          </a:xfrm>
        </p:grpSpPr>
        <p:sp>
          <p:nvSpPr>
            <p:cNvPr id="925" name="Rectangle 251">
              <a:extLst>
                <a:ext uri="{FF2B5EF4-FFF2-40B4-BE49-F238E27FC236}">
                  <a16:creationId xmlns:a16="http://schemas.microsoft.com/office/drawing/2014/main" id="{8F5C1DA1-33C0-924C-A578-C74F96AAEB1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6" name="Text Box 252">
              <a:extLst>
                <a:ext uri="{FF2B5EF4-FFF2-40B4-BE49-F238E27FC236}">
                  <a16:creationId xmlns:a16="http://schemas.microsoft.com/office/drawing/2014/main" id="{974DE7F1-6FD1-6147-BDFA-B60FCDFC994A}"/>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27" name="Group 299">
            <a:extLst>
              <a:ext uri="{FF2B5EF4-FFF2-40B4-BE49-F238E27FC236}">
                <a16:creationId xmlns:a16="http://schemas.microsoft.com/office/drawing/2014/main" id="{036B01E1-60D7-0344-8480-3C2B28A24B85}"/>
              </a:ext>
            </a:extLst>
          </p:cNvPr>
          <p:cNvGrpSpPr>
            <a:grpSpLocks/>
          </p:cNvGrpSpPr>
          <p:nvPr/>
        </p:nvGrpSpPr>
        <p:grpSpPr bwMode="auto">
          <a:xfrm>
            <a:off x="187698" y="1430337"/>
            <a:ext cx="1081088" cy="1166813"/>
            <a:chOff x="42" y="744"/>
            <a:chExt cx="681" cy="735"/>
          </a:xfrm>
        </p:grpSpPr>
        <p:grpSp>
          <p:nvGrpSpPr>
            <p:cNvPr id="928" name="Group 296">
              <a:extLst>
                <a:ext uri="{FF2B5EF4-FFF2-40B4-BE49-F238E27FC236}">
                  <a16:creationId xmlns:a16="http://schemas.microsoft.com/office/drawing/2014/main" id="{25B7F2D5-26EB-404A-8078-15A558861F86}"/>
                </a:ext>
              </a:extLst>
            </p:cNvPr>
            <p:cNvGrpSpPr>
              <a:grpSpLocks/>
            </p:cNvGrpSpPr>
            <p:nvPr/>
          </p:nvGrpSpPr>
          <p:grpSpPr bwMode="auto">
            <a:xfrm>
              <a:off x="42" y="886"/>
              <a:ext cx="681" cy="468"/>
              <a:chOff x="42" y="886"/>
              <a:chExt cx="681" cy="468"/>
            </a:xfrm>
          </p:grpSpPr>
          <p:grpSp>
            <p:nvGrpSpPr>
              <p:cNvPr id="930" name="Group 295">
                <a:extLst>
                  <a:ext uri="{FF2B5EF4-FFF2-40B4-BE49-F238E27FC236}">
                    <a16:creationId xmlns:a16="http://schemas.microsoft.com/office/drawing/2014/main" id="{516792BF-0719-5146-A428-C65466ACA8F9}"/>
                  </a:ext>
                </a:extLst>
              </p:cNvPr>
              <p:cNvGrpSpPr>
                <a:grpSpLocks/>
              </p:cNvGrpSpPr>
              <p:nvPr/>
            </p:nvGrpSpPr>
            <p:grpSpPr bwMode="auto">
              <a:xfrm>
                <a:off x="278" y="886"/>
                <a:ext cx="397" cy="154"/>
                <a:chOff x="740" y="3209"/>
                <a:chExt cx="397" cy="154"/>
              </a:xfrm>
            </p:grpSpPr>
            <p:grpSp>
              <p:nvGrpSpPr>
                <p:cNvPr id="955" name="Group 254">
                  <a:extLst>
                    <a:ext uri="{FF2B5EF4-FFF2-40B4-BE49-F238E27FC236}">
                      <a16:creationId xmlns:a16="http://schemas.microsoft.com/office/drawing/2014/main" id="{4C401CB1-BBDA-7B43-B7C7-154C3DE1A252}"/>
                    </a:ext>
                  </a:extLst>
                </p:cNvPr>
                <p:cNvGrpSpPr>
                  <a:grpSpLocks/>
                </p:cNvGrpSpPr>
                <p:nvPr/>
              </p:nvGrpSpPr>
              <p:grpSpPr bwMode="auto">
                <a:xfrm>
                  <a:off x="794" y="3209"/>
                  <a:ext cx="343" cy="154"/>
                  <a:chOff x="844" y="3337"/>
                  <a:chExt cx="343" cy="154"/>
                </a:xfrm>
              </p:grpSpPr>
              <p:sp>
                <p:nvSpPr>
                  <p:cNvPr id="958" name="Rectangle 255">
                    <a:extLst>
                      <a:ext uri="{FF2B5EF4-FFF2-40B4-BE49-F238E27FC236}">
                        <a16:creationId xmlns:a16="http://schemas.microsoft.com/office/drawing/2014/main" id="{D97BCFDF-D0CE-AF4F-9290-64A7466607B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9" name="Text Box 256">
                    <a:extLst>
                      <a:ext uri="{FF2B5EF4-FFF2-40B4-BE49-F238E27FC236}">
                        <a16:creationId xmlns:a16="http://schemas.microsoft.com/office/drawing/2014/main" id="{EB33ED16-C899-C44F-8941-1661B033CF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956" name="Rectangle 266">
                  <a:extLst>
                    <a:ext uri="{FF2B5EF4-FFF2-40B4-BE49-F238E27FC236}">
                      <a16:creationId xmlns:a16="http://schemas.microsoft.com/office/drawing/2014/main" id="{D396D344-ADDF-F043-AA7F-94747181057E}"/>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7" name="Rectangle 267">
                  <a:extLst>
                    <a:ext uri="{FF2B5EF4-FFF2-40B4-BE49-F238E27FC236}">
                      <a16:creationId xmlns:a16="http://schemas.microsoft.com/office/drawing/2014/main" id="{9A648105-52C6-0E40-9C6E-3AE148FAB897}"/>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1" name="Group 274">
                <a:extLst>
                  <a:ext uri="{FF2B5EF4-FFF2-40B4-BE49-F238E27FC236}">
                    <a16:creationId xmlns:a16="http://schemas.microsoft.com/office/drawing/2014/main" id="{0F24D476-BB38-DF44-987E-FD2321A52FA4}"/>
                  </a:ext>
                </a:extLst>
              </p:cNvPr>
              <p:cNvGrpSpPr>
                <a:grpSpLocks/>
              </p:cNvGrpSpPr>
              <p:nvPr/>
            </p:nvGrpSpPr>
            <p:grpSpPr bwMode="auto">
              <a:xfrm>
                <a:off x="278" y="1034"/>
                <a:ext cx="397" cy="154"/>
                <a:chOff x="836" y="3305"/>
                <a:chExt cx="397" cy="154"/>
              </a:xfrm>
            </p:grpSpPr>
            <p:grpSp>
              <p:nvGrpSpPr>
                <p:cNvPr id="949" name="Group 268">
                  <a:extLst>
                    <a:ext uri="{FF2B5EF4-FFF2-40B4-BE49-F238E27FC236}">
                      <a16:creationId xmlns:a16="http://schemas.microsoft.com/office/drawing/2014/main" id="{E1FA6F16-C789-3742-9796-6EC843032C74}"/>
                    </a:ext>
                  </a:extLst>
                </p:cNvPr>
                <p:cNvGrpSpPr>
                  <a:grpSpLocks/>
                </p:cNvGrpSpPr>
                <p:nvPr/>
              </p:nvGrpSpPr>
              <p:grpSpPr bwMode="auto">
                <a:xfrm>
                  <a:off x="890" y="3305"/>
                  <a:ext cx="343" cy="154"/>
                  <a:chOff x="844" y="3337"/>
                  <a:chExt cx="343" cy="154"/>
                </a:xfrm>
              </p:grpSpPr>
              <p:sp>
                <p:nvSpPr>
                  <p:cNvPr id="953" name="Rectangle 269">
                    <a:extLst>
                      <a:ext uri="{FF2B5EF4-FFF2-40B4-BE49-F238E27FC236}">
                        <a16:creationId xmlns:a16="http://schemas.microsoft.com/office/drawing/2014/main" id="{6EB760F8-E089-9A47-9210-D6E1B526D78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4" name="Text Box 270">
                    <a:extLst>
                      <a:ext uri="{FF2B5EF4-FFF2-40B4-BE49-F238E27FC236}">
                        <a16:creationId xmlns:a16="http://schemas.microsoft.com/office/drawing/2014/main" id="{33F5C3C7-CEB9-2443-AD4C-63446A3F5868}"/>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50" name="Group 273">
                  <a:extLst>
                    <a:ext uri="{FF2B5EF4-FFF2-40B4-BE49-F238E27FC236}">
                      <a16:creationId xmlns:a16="http://schemas.microsoft.com/office/drawing/2014/main" id="{D33136C0-F06F-DA45-8D61-8DBF6C374028}"/>
                    </a:ext>
                  </a:extLst>
                </p:cNvPr>
                <p:cNvGrpSpPr>
                  <a:grpSpLocks/>
                </p:cNvGrpSpPr>
                <p:nvPr/>
              </p:nvGrpSpPr>
              <p:grpSpPr bwMode="auto">
                <a:xfrm>
                  <a:off x="836" y="3334"/>
                  <a:ext cx="354" cy="94"/>
                  <a:chOff x="836" y="3334"/>
                  <a:chExt cx="354" cy="94"/>
                </a:xfrm>
              </p:grpSpPr>
              <p:sp>
                <p:nvSpPr>
                  <p:cNvPr id="951" name="Rectangle 271">
                    <a:extLst>
                      <a:ext uri="{FF2B5EF4-FFF2-40B4-BE49-F238E27FC236}">
                        <a16:creationId xmlns:a16="http://schemas.microsoft.com/office/drawing/2014/main" id="{451E718B-7E86-4F43-85B0-BBD89C8925F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2" name="Rectangle 272">
                    <a:extLst>
                      <a:ext uri="{FF2B5EF4-FFF2-40B4-BE49-F238E27FC236}">
                        <a16:creationId xmlns:a16="http://schemas.microsoft.com/office/drawing/2014/main" id="{D2F8ABD9-F3BA-0147-BDBF-E2EB291A123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32" name="Group 293">
                <a:extLst>
                  <a:ext uri="{FF2B5EF4-FFF2-40B4-BE49-F238E27FC236}">
                    <a16:creationId xmlns:a16="http://schemas.microsoft.com/office/drawing/2014/main" id="{B097776A-FF97-7247-8B17-ED5E94F12C97}"/>
                  </a:ext>
                </a:extLst>
              </p:cNvPr>
              <p:cNvGrpSpPr>
                <a:grpSpLocks/>
              </p:cNvGrpSpPr>
              <p:nvPr/>
            </p:nvGrpSpPr>
            <p:grpSpPr bwMode="auto">
              <a:xfrm>
                <a:off x="165" y="1054"/>
                <a:ext cx="480" cy="112"/>
                <a:chOff x="627" y="3377"/>
                <a:chExt cx="480" cy="112"/>
              </a:xfrm>
            </p:grpSpPr>
            <p:sp>
              <p:nvSpPr>
                <p:cNvPr id="947" name="Rectangle 276">
                  <a:extLst>
                    <a:ext uri="{FF2B5EF4-FFF2-40B4-BE49-F238E27FC236}">
                      <a16:creationId xmlns:a16="http://schemas.microsoft.com/office/drawing/2014/main" id="{D2C9F788-880E-284B-9438-39AE526001EF}"/>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8" name="Rectangle 277">
                  <a:extLst>
                    <a:ext uri="{FF2B5EF4-FFF2-40B4-BE49-F238E27FC236}">
                      <a16:creationId xmlns:a16="http://schemas.microsoft.com/office/drawing/2014/main" id="{38773D8B-A639-F74A-8363-73B7CBCDCFC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3" name="Group 294">
                <a:extLst>
                  <a:ext uri="{FF2B5EF4-FFF2-40B4-BE49-F238E27FC236}">
                    <a16:creationId xmlns:a16="http://schemas.microsoft.com/office/drawing/2014/main" id="{E1190CC1-4BB6-6245-8459-90EF4F5F8610}"/>
                  </a:ext>
                </a:extLst>
              </p:cNvPr>
              <p:cNvGrpSpPr>
                <a:grpSpLocks/>
              </p:cNvGrpSpPr>
              <p:nvPr/>
            </p:nvGrpSpPr>
            <p:grpSpPr bwMode="auto">
              <a:xfrm>
                <a:off x="42" y="1200"/>
                <a:ext cx="681" cy="154"/>
                <a:chOff x="504" y="3523"/>
                <a:chExt cx="681" cy="154"/>
              </a:xfrm>
            </p:grpSpPr>
            <p:grpSp>
              <p:nvGrpSpPr>
                <p:cNvPr id="934" name="Group 287">
                  <a:extLst>
                    <a:ext uri="{FF2B5EF4-FFF2-40B4-BE49-F238E27FC236}">
                      <a16:creationId xmlns:a16="http://schemas.microsoft.com/office/drawing/2014/main" id="{DBBAC159-5C8E-6D48-8969-BAD313506819}"/>
                    </a:ext>
                  </a:extLst>
                </p:cNvPr>
                <p:cNvGrpSpPr>
                  <a:grpSpLocks/>
                </p:cNvGrpSpPr>
                <p:nvPr/>
              </p:nvGrpSpPr>
              <p:grpSpPr bwMode="auto">
                <a:xfrm>
                  <a:off x="623" y="3523"/>
                  <a:ext cx="510" cy="154"/>
                  <a:chOff x="723" y="3453"/>
                  <a:chExt cx="510" cy="154"/>
                </a:xfrm>
              </p:grpSpPr>
              <p:grpSp>
                <p:nvGrpSpPr>
                  <p:cNvPr id="938" name="Group 278">
                    <a:extLst>
                      <a:ext uri="{FF2B5EF4-FFF2-40B4-BE49-F238E27FC236}">
                        <a16:creationId xmlns:a16="http://schemas.microsoft.com/office/drawing/2014/main" id="{833D1410-64ED-AF48-92D1-4AD4AB58206A}"/>
                      </a:ext>
                    </a:extLst>
                  </p:cNvPr>
                  <p:cNvGrpSpPr>
                    <a:grpSpLocks/>
                  </p:cNvGrpSpPr>
                  <p:nvPr/>
                </p:nvGrpSpPr>
                <p:grpSpPr bwMode="auto">
                  <a:xfrm>
                    <a:off x="836" y="3453"/>
                    <a:ext cx="397" cy="154"/>
                    <a:chOff x="836" y="3305"/>
                    <a:chExt cx="397" cy="154"/>
                  </a:xfrm>
                </p:grpSpPr>
                <p:grpSp>
                  <p:nvGrpSpPr>
                    <p:cNvPr id="941" name="Group 279">
                      <a:extLst>
                        <a:ext uri="{FF2B5EF4-FFF2-40B4-BE49-F238E27FC236}">
                          <a16:creationId xmlns:a16="http://schemas.microsoft.com/office/drawing/2014/main" id="{570CDB6F-0A4C-1A48-8368-C8B3B5CAEE2A}"/>
                        </a:ext>
                      </a:extLst>
                    </p:cNvPr>
                    <p:cNvGrpSpPr>
                      <a:grpSpLocks/>
                    </p:cNvGrpSpPr>
                    <p:nvPr/>
                  </p:nvGrpSpPr>
                  <p:grpSpPr bwMode="auto">
                    <a:xfrm>
                      <a:off x="890" y="3305"/>
                      <a:ext cx="343" cy="154"/>
                      <a:chOff x="844" y="3337"/>
                      <a:chExt cx="343" cy="154"/>
                    </a:xfrm>
                  </p:grpSpPr>
                  <p:sp>
                    <p:nvSpPr>
                      <p:cNvPr id="945" name="Rectangle 280">
                        <a:extLst>
                          <a:ext uri="{FF2B5EF4-FFF2-40B4-BE49-F238E27FC236}">
                            <a16:creationId xmlns:a16="http://schemas.microsoft.com/office/drawing/2014/main" id="{64AB7D62-F235-E443-AC7F-EF97587E2D8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6" name="Text Box 281">
                        <a:extLst>
                          <a:ext uri="{FF2B5EF4-FFF2-40B4-BE49-F238E27FC236}">
                            <a16:creationId xmlns:a16="http://schemas.microsoft.com/office/drawing/2014/main" id="{F60EE6A9-AC6B-334C-96AE-C944BB82B5D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42" name="Group 282">
                      <a:extLst>
                        <a:ext uri="{FF2B5EF4-FFF2-40B4-BE49-F238E27FC236}">
                          <a16:creationId xmlns:a16="http://schemas.microsoft.com/office/drawing/2014/main" id="{6C7A6C13-64CB-2547-A7BD-5B05F7E2A8BD}"/>
                        </a:ext>
                      </a:extLst>
                    </p:cNvPr>
                    <p:cNvGrpSpPr>
                      <a:grpSpLocks/>
                    </p:cNvGrpSpPr>
                    <p:nvPr/>
                  </p:nvGrpSpPr>
                  <p:grpSpPr bwMode="auto">
                    <a:xfrm>
                      <a:off x="836" y="3334"/>
                      <a:ext cx="354" cy="94"/>
                      <a:chOff x="836" y="3334"/>
                      <a:chExt cx="354" cy="94"/>
                    </a:xfrm>
                  </p:grpSpPr>
                  <p:sp>
                    <p:nvSpPr>
                      <p:cNvPr id="943" name="Rectangle 283">
                        <a:extLst>
                          <a:ext uri="{FF2B5EF4-FFF2-40B4-BE49-F238E27FC236}">
                            <a16:creationId xmlns:a16="http://schemas.microsoft.com/office/drawing/2014/main" id="{BE5D4429-585A-3A4D-8677-5A9D50B3ACE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4" name="Rectangle 284">
                        <a:extLst>
                          <a:ext uri="{FF2B5EF4-FFF2-40B4-BE49-F238E27FC236}">
                            <a16:creationId xmlns:a16="http://schemas.microsoft.com/office/drawing/2014/main" id="{8B6BEFDD-E012-094C-8BDE-E4F16F6E82C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39" name="Rectangle 285">
                    <a:extLst>
                      <a:ext uri="{FF2B5EF4-FFF2-40B4-BE49-F238E27FC236}">
                        <a16:creationId xmlns:a16="http://schemas.microsoft.com/office/drawing/2014/main" id="{F4AC69A3-E8B5-4941-B537-CA85210373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0" name="Rectangle 286">
                    <a:extLst>
                      <a:ext uri="{FF2B5EF4-FFF2-40B4-BE49-F238E27FC236}">
                        <a16:creationId xmlns:a16="http://schemas.microsoft.com/office/drawing/2014/main" id="{E06C5B3D-D017-9B4F-B791-7A2F26FD645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35" name="Rectangle 288">
                  <a:extLst>
                    <a:ext uri="{FF2B5EF4-FFF2-40B4-BE49-F238E27FC236}">
                      <a16:creationId xmlns:a16="http://schemas.microsoft.com/office/drawing/2014/main" id="{881A85A8-3B0B-F840-80D4-5D7C3E0C8F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6" name="Rectangle 290">
                  <a:extLst>
                    <a:ext uri="{FF2B5EF4-FFF2-40B4-BE49-F238E27FC236}">
                      <a16:creationId xmlns:a16="http://schemas.microsoft.com/office/drawing/2014/main" id="{951F7854-1323-974F-A9B1-85C00CDFF728}"/>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7" name="Rectangle 291">
                  <a:extLst>
                    <a:ext uri="{FF2B5EF4-FFF2-40B4-BE49-F238E27FC236}">
                      <a16:creationId xmlns:a16="http://schemas.microsoft.com/office/drawing/2014/main" id="{7D05E58A-2C2B-3845-94FE-36532B8E8113}"/>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29" name="AutoShape 297">
              <a:extLst>
                <a:ext uri="{FF2B5EF4-FFF2-40B4-BE49-F238E27FC236}">
                  <a16:creationId xmlns:a16="http://schemas.microsoft.com/office/drawing/2014/main" id="{52A07AA1-02B1-E74F-A63A-01368D82FCB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60" name="Group 318">
            <a:extLst>
              <a:ext uri="{FF2B5EF4-FFF2-40B4-BE49-F238E27FC236}">
                <a16:creationId xmlns:a16="http://schemas.microsoft.com/office/drawing/2014/main" id="{AE2E5A29-53E0-CD49-8113-CBFA420D0F5A}"/>
              </a:ext>
            </a:extLst>
          </p:cNvPr>
          <p:cNvGrpSpPr>
            <a:grpSpLocks/>
          </p:cNvGrpSpPr>
          <p:nvPr/>
        </p:nvGrpSpPr>
        <p:grpSpPr bwMode="auto">
          <a:xfrm>
            <a:off x="771898" y="2638425"/>
            <a:ext cx="1081088" cy="244475"/>
            <a:chOff x="504" y="3523"/>
            <a:chExt cx="681" cy="154"/>
          </a:xfrm>
        </p:grpSpPr>
        <p:grpSp>
          <p:nvGrpSpPr>
            <p:cNvPr id="961" name="Group 319">
              <a:extLst>
                <a:ext uri="{FF2B5EF4-FFF2-40B4-BE49-F238E27FC236}">
                  <a16:creationId xmlns:a16="http://schemas.microsoft.com/office/drawing/2014/main" id="{32076325-D93F-DF4F-B3CA-0BC632FEDD57}"/>
                </a:ext>
              </a:extLst>
            </p:cNvPr>
            <p:cNvGrpSpPr>
              <a:grpSpLocks/>
            </p:cNvGrpSpPr>
            <p:nvPr/>
          </p:nvGrpSpPr>
          <p:grpSpPr bwMode="auto">
            <a:xfrm>
              <a:off x="623" y="3523"/>
              <a:ext cx="510" cy="154"/>
              <a:chOff x="723" y="3453"/>
              <a:chExt cx="510" cy="154"/>
            </a:xfrm>
          </p:grpSpPr>
          <p:grpSp>
            <p:nvGrpSpPr>
              <p:cNvPr id="965" name="Group 320">
                <a:extLst>
                  <a:ext uri="{FF2B5EF4-FFF2-40B4-BE49-F238E27FC236}">
                    <a16:creationId xmlns:a16="http://schemas.microsoft.com/office/drawing/2014/main" id="{740E2AF7-5689-9248-A162-3841BCBFBCE1}"/>
                  </a:ext>
                </a:extLst>
              </p:cNvPr>
              <p:cNvGrpSpPr>
                <a:grpSpLocks/>
              </p:cNvGrpSpPr>
              <p:nvPr/>
            </p:nvGrpSpPr>
            <p:grpSpPr bwMode="auto">
              <a:xfrm>
                <a:off x="836" y="3453"/>
                <a:ext cx="397" cy="154"/>
                <a:chOff x="836" y="3305"/>
                <a:chExt cx="397" cy="154"/>
              </a:xfrm>
            </p:grpSpPr>
            <p:grpSp>
              <p:nvGrpSpPr>
                <p:cNvPr id="968" name="Group 321">
                  <a:extLst>
                    <a:ext uri="{FF2B5EF4-FFF2-40B4-BE49-F238E27FC236}">
                      <a16:creationId xmlns:a16="http://schemas.microsoft.com/office/drawing/2014/main" id="{07BB8175-B9AC-4443-8FF2-EBAE1A93BB2B}"/>
                    </a:ext>
                  </a:extLst>
                </p:cNvPr>
                <p:cNvGrpSpPr>
                  <a:grpSpLocks/>
                </p:cNvGrpSpPr>
                <p:nvPr/>
              </p:nvGrpSpPr>
              <p:grpSpPr bwMode="auto">
                <a:xfrm>
                  <a:off x="890" y="3305"/>
                  <a:ext cx="343" cy="154"/>
                  <a:chOff x="844" y="3337"/>
                  <a:chExt cx="343" cy="154"/>
                </a:xfrm>
              </p:grpSpPr>
              <p:sp>
                <p:nvSpPr>
                  <p:cNvPr id="972" name="Rectangle 322">
                    <a:extLst>
                      <a:ext uri="{FF2B5EF4-FFF2-40B4-BE49-F238E27FC236}">
                        <a16:creationId xmlns:a16="http://schemas.microsoft.com/office/drawing/2014/main" id="{5F315AE2-C0AB-B948-8D19-54AE1B571D1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3" name="Text Box 323">
                    <a:extLst>
                      <a:ext uri="{FF2B5EF4-FFF2-40B4-BE49-F238E27FC236}">
                        <a16:creationId xmlns:a16="http://schemas.microsoft.com/office/drawing/2014/main" id="{5099DC84-26F5-E34B-AA99-0B387A2727F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69" name="Group 324">
                  <a:extLst>
                    <a:ext uri="{FF2B5EF4-FFF2-40B4-BE49-F238E27FC236}">
                      <a16:creationId xmlns:a16="http://schemas.microsoft.com/office/drawing/2014/main" id="{612ED850-223C-DE49-A666-F267507B8EB0}"/>
                    </a:ext>
                  </a:extLst>
                </p:cNvPr>
                <p:cNvGrpSpPr>
                  <a:grpSpLocks/>
                </p:cNvGrpSpPr>
                <p:nvPr/>
              </p:nvGrpSpPr>
              <p:grpSpPr bwMode="auto">
                <a:xfrm>
                  <a:off x="836" y="3334"/>
                  <a:ext cx="354" cy="94"/>
                  <a:chOff x="836" y="3334"/>
                  <a:chExt cx="354" cy="94"/>
                </a:xfrm>
              </p:grpSpPr>
              <p:sp>
                <p:nvSpPr>
                  <p:cNvPr id="970" name="Rectangle 325">
                    <a:extLst>
                      <a:ext uri="{FF2B5EF4-FFF2-40B4-BE49-F238E27FC236}">
                        <a16:creationId xmlns:a16="http://schemas.microsoft.com/office/drawing/2014/main" id="{EB39FB28-9965-7A47-8350-8115025658B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1" name="Rectangle 326">
                    <a:extLst>
                      <a:ext uri="{FF2B5EF4-FFF2-40B4-BE49-F238E27FC236}">
                        <a16:creationId xmlns:a16="http://schemas.microsoft.com/office/drawing/2014/main" id="{F10C57B1-0008-6B4D-84EE-3F7F08FFE69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66" name="Rectangle 327">
                <a:extLst>
                  <a:ext uri="{FF2B5EF4-FFF2-40B4-BE49-F238E27FC236}">
                    <a16:creationId xmlns:a16="http://schemas.microsoft.com/office/drawing/2014/main" id="{EA174235-C690-2947-8D8A-6552937C839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7" name="Rectangle 328">
                <a:extLst>
                  <a:ext uri="{FF2B5EF4-FFF2-40B4-BE49-F238E27FC236}">
                    <a16:creationId xmlns:a16="http://schemas.microsoft.com/office/drawing/2014/main" id="{6F2404D7-BEC2-774E-AC4E-879C82C5F41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62" name="Rectangle 329">
              <a:extLst>
                <a:ext uri="{FF2B5EF4-FFF2-40B4-BE49-F238E27FC236}">
                  <a16:creationId xmlns:a16="http://schemas.microsoft.com/office/drawing/2014/main" id="{0790A545-85C2-0745-A2D2-FD00ADCE6CCF}"/>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3" name="Rectangle 330">
              <a:extLst>
                <a:ext uri="{FF2B5EF4-FFF2-40B4-BE49-F238E27FC236}">
                  <a16:creationId xmlns:a16="http://schemas.microsoft.com/office/drawing/2014/main" id="{258DF1A4-F461-9547-9E2F-55EDEF3148C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4" name="Rectangle 331">
              <a:extLst>
                <a:ext uri="{FF2B5EF4-FFF2-40B4-BE49-F238E27FC236}">
                  <a16:creationId xmlns:a16="http://schemas.microsoft.com/office/drawing/2014/main" id="{8E131857-A817-B641-ACBF-7B42AEF5DFAA}"/>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83" name="Group 442">
            <a:extLst>
              <a:ext uri="{FF2B5EF4-FFF2-40B4-BE49-F238E27FC236}">
                <a16:creationId xmlns:a16="http://schemas.microsoft.com/office/drawing/2014/main" id="{CAE32C70-D1FB-BA42-8A1B-258AC0E2B6F1}"/>
              </a:ext>
            </a:extLst>
          </p:cNvPr>
          <p:cNvGrpSpPr>
            <a:grpSpLocks/>
          </p:cNvGrpSpPr>
          <p:nvPr/>
        </p:nvGrpSpPr>
        <p:grpSpPr bwMode="auto">
          <a:xfrm>
            <a:off x="460748" y="3230562"/>
            <a:ext cx="1081088" cy="1217613"/>
            <a:chOff x="1404" y="3105"/>
            <a:chExt cx="681" cy="767"/>
          </a:xfrm>
        </p:grpSpPr>
        <p:grpSp>
          <p:nvGrpSpPr>
            <p:cNvPr id="984" name="Group 344">
              <a:extLst>
                <a:ext uri="{FF2B5EF4-FFF2-40B4-BE49-F238E27FC236}">
                  <a16:creationId xmlns:a16="http://schemas.microsoft.com/office/drawing/2014/main" id="{535B826F-510C-BF44-9510-D17EB2F18192}"/>
                </a:ext>
              </a:extLst>
            </p:cNvPr>
            <p:cNvGrpSpPr>
              <a:grpSpLocks/>
            </p:cNvGrpSpPr>
            <p:nvPr/>
          </p:nvGrpSpPr>
          <p:grpSpPr bwMode="auto">
            <a:xfrm>
              <a:off x="1404" y="3355"/>
              <a:ext cx="681" cy="468"/>
              <a:chOff x="42" y="886"/>
              <a:chExt cx="681" cy="468"/>
            </a:xfrm>
          </p:grpSpPr>
          <p:grpSp>
            <p:nvGrpSpPr>
              <p:cNvPr id="989" name="Group 345">
                <a:extLst>
                  <a:ext uri="{FF2B5EF4-FFF2-40B4-BE49-F238E27FC236}">
                    <a16:creationId xmlns:a16="http://schemas.microsoft.com/office/drawing/2014/main" id="{CC2F36E8-F561-254D-A2F3-9EC429D2FC50}"/>
                  </a:ext>
                </a:extLst>
              </p:cNvPr>
              <p:cNvGrpSpPr>
                <a:grpSpLocks/>
              </p:cNvGrpSpPr>
              <p:nvPr/>
            </p:nvGrpSpPr>
            <p:grpSpPr bwMode="auto">
              <a:xfrm>
                <a:off x="278" y="886"/>
                <a:ext cx="397" cy="154"/>
                <a:chOff x="740" y="3209"/>
                <a:chExt cx="397" cy="154"/>
              </a:xfrm>
            </p:grpSpPr>
            <p:grpSp>
              <p:nvGrpSpPr>
                <p:cNvPr id="1014" name="Group 346">
                  <a:extLst>
                    <a:ext uri="{FF2B5EF4-FFF2-40B4-BE49-F238E27FC236}">
                      <a16:creationId xmlns:a16="http://schemas.microsoft.com/office/drawing/2014/main" id="{2A39A3DF-37B9-A046-B45F-DDEB0747FFB8}"/>
                    </a:ext>
                  </a:extLst>
                </p:cNvPr>
                <p:cNvGrpSpPr>
                  <a:grpSpLocks/>
                </p:cNvGrpSpPr>
                <p:nvPr/>
              </p:nvGrpSpPr>
              <p:grpSpPr bwMode="auto">
                <a:xfrm>
                  <a:off x="794" y="3209"/>
                  <a:ext cx="343" cy="154"/>
                  <a:chOff x="844" y="3337"/>
                  <a:chExt cx="343" cy="154"/>
                </a:xfrm>
              </p:grpSpPr>
              <p:sp>
                <p:nvSpPr>
                  <p:cNvPr id="1017" name="Rectangle 347">
                    <a:extLst>
                      <a:ext uri="{FF2B5EF4-FFF2-40B4-BE49-F238E27FC236}">
                        <a16:creationId xmlns:a16="http://schemas.microsoft.com/office/drawing/2014/main" id="{CDDBFF1B-133C-C242-9AD4-CA71E208AB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8" name="Text Box 348">
                    <a:extLst>
                      <a:ext uri="{FF2B5EF4-FFF2-40B4-BE49-F238E27FC236}">
                        <a16:creationId xmlns:a16="http://schemas.microsoft.com/office/drawing/2014/main" id="{3E9F27AD-85F0-9142-80D2-9255459C40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15" name="Rectangle 349">
                  <a:extLst>
                    <a:ext uri="{FF2B5EF4-FFF2-40B4-BE49-F238E27FC236}">
                      <a16:creationId xmlns:a16="http://schemas.microsoft.com/office/drawing/2014/main" id="{A38BC2AA-3B4D-3E45-9E24-8F7FA47DC277}"/>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6" name="Rectangle 350">
                  <a:extLst>
                    <a:ext uri="{FF2B5EF4-FFF2-40B4-BE49-F238E27FC236}">
                      <a16:creationId xmlns:a16="http://schemas.microsoft.com/office/drawing/2014/main" id="{4D0DCC29-F838-854E-B252-6092C4CC721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0" name="Group 351">
                <a:extLst>
                  <a:ext uri="{FF2B5EF4-FFF2-40B4-BE49-F238E27FC236}">
                    <a16:creationId xmlns:a16="http://schemas.microsoft.com/office/drawing/2014/main" id="{E3BB0571-3E41-2243-A4B9-ADED5DED6DB7}"/>
                  </a:ext>
                </a:extLst>
              </p:cNvPr>
              <p:cNvGrpSpPr>
                <a:grpSpLocks/>
              </p:cNvGrpSpPr>
              <p:nvPr/>
            </p:nvGrpSpPr>
            <p:grpSpPr bwMode="auto">
              <a:xfrm>
                <a:off x="278" y="1034"/>
                <a:ext cx="397" cy="154"/>
                <a:chOff x="836" y="3305"/>
                <a:chExt cx="397" cy="154"/>
              </a:xfrm>
            </p:grpSpPr>
            <p:grpSp>
              <p:nvGrpSpPr>
                <p:cNvPr id="1008" name="Group 352">
                  <a:extLst>
                    <a:ext uri="{FF2B5EF4-FFF2-40B4-BE49-F238E27FC236}">
                      <a16:creationId xmlns:a16="http://schemas.microsoft.com/office/drawing/2014/main" id="{1C138F43-E151-7F43-A52C-AD2B7236B970}"/>
                    </a:ext>
                  </a:extLst>
                </p:cNvPr>
                <p:cNvGrpSpPr>
                  <a:grpSpLocks/>
                </p:cNvGrpSpPr>
                <p:nvPr/>
              </p:nvGrpSpPr>
              <p:grpSpPr bwMode="auto">
                <a:xfrm>
                  <a:off x="890" y="3305"/>
                  <a:ext cx="343" cy="154"/>
                  <a:chOff x="844" y="3337"/>
                  <a:chExt cx="343" cy="154"/>
                </a:xfrm>
              </p:grpSpPr>
              <p:sp>
                <p:nvSpPr>
                  <p:cNvPr id="1012" name="Rectangle 353">
                    <a:extLst>
                      <a:ext uri="{FF2B5EF4-FFF2-40B4-BE49-F238E27FC236}">
                        <a16:creationId xmlns:a16="http://schemas.microsoft.com/office/drawing/2014/main" id="{7653FF77-2A5B-F14E-8DBC-6CFE9E5842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3" name="Text Box 354">
                    <a:extLst>
                      <a:ext uri="{FF2B5EF4-FFF2-40B4-BE49-F238E27FC236}">
                        <a16:creationId xmlns:a16="http://schemas.microsoft.com/office/drawing/2014/main" id="{9CBC4FC0-A9F3-C141-A9E4-1D05ADAC0F8E}"/>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9" name="Group 355">
                  <a:extLst>
                    <a:ext uri="{FF2B5EF4-FFF2-40B4-BE49-F238E27FC236}">
                      <a16:creationId xmlns:a16="http://schemas.microsoft.com/office/drawing/2014/main" id="{310047C9-8808-4445-B52D-5CA46FDD641B}"/>
                    </a:ext>
                  </a:extLst>
                </p:cNvPr>
                <p:cNvGrpSpPr>
                  <a:grpSpLocks/>
                </p:cNvGrpSpPr>
                <p:nvPr/>
              </p:nvGrpSpPr>
              <p:grpSpPr bwMode="auto">
                <a:xfrm>
                  <a:off x="836" y="3334"/>
                  <a:ext cx="354" cy="94"/>
                  <a:chOff x="836" y="3334"/>
                  <a:chExt cx="354" cy="94"/>
                </a:xfrm>
              </p:grpSpPr>
              <p:sp>
                <p:nvSpPr>
                  <p:cNvPr id="1010" name="Rectangle 356">
                    <a:extLst>
                      <a:ext uri="{FF2B5EF4-FFF2-40B4-BE49-F238E27FC236}">
                        <a16:creationId xmlns:a16="http://schemas.microsoft.com/office/drawing/2014/main" id="{96EC94E7-E7F6-424C-8131-D0050A04AC5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1" name="Rectangle 357">
                    <a:extLst>
                      <a:ext uri="{FF2B5EF4-FFF2-40B4-BE49-F238E27FC236}">
                        <a16:creationId xmlns:a16="http://schemas.microsoft.com/office/drawing/2014/main" id="{31A0860A-5296-1C40-B3AD-99D10D108C85}"/>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91" name="Group 358">
                <a:extLst>
                  <a:ext uri="{FF2B5EF4-FFF2-40B4-BE49-F238E27FC236}">
                    <a16:creationId xmlns:a16="http://schemas.microsoft.com/office/drawing/2014/main" id="{B8BA444A-6734-E648-A8B7-625F44F741A5}"/>
                  </a:ext>
                </a:extLst>
              </p:cNvPr>
              <p:cNvGrpSpPr>
                <a:grpSpLocks/>
              </p:cNvGrpSpPr>
              <p:nvPr/>
            </p:nvGrpSpPr>
            <p:grpSpPr bwMode="auto">
              <a:xfrm>
                <a:off x="165" y="1054"/>
                <a:ext cx="480" cy="112"/>
                <a:chOff x="627" y="3377"/>
                <a:chExt cx="480" cy="112"/>
              </a:xfrm>
            </p:grpSpPr>
            <p:sp>
              <p:nvSpPr>
                <p:cNvPr id="1006" name="Rectangle 359">
                  <a:extLst>
                    <a:ext uri="{FF2B5EF4-FFF2-40B4-BE49-F238E27FC236}">
                      <a16:creationId xmlns:a16="http://schemas.microsoft.com/office/drawing/2014/main" id="{64C334ED-D7B4-9446-9CB5-432A9E9F146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7" name="Rectangle 360">
                  <a:extLst>
                    <a:ext uri="{FF2B5EF4-FFF2-40B4-BE49-F238E27FC236}">
                      <a16:creationId xmlns:a16="http://schemas.microsoft.com/office/drawing/2014/main" id="{7F68324F-E179-3446-A101-B4E7CAEE8FA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2" name="Group 361">
                <a:extLst>
                  <a:ext uri="{FF2B5EF4-FFF2-40B4-BE49-F238E27FC236}">
                    <a16:creationId xmlns:a16="http://schemas.microsoft.com/office/drawing/2014/main" id="{E66A5E66-1B3E-2D4E-9100-D69BCCCB0773}"/>
                  </a:ext>
                </a:extLst>
              </p:cNvPr>
              <p:cNvGrpSpPr>
                <a:grpSpLocks/>
              </p:cNvGrpSpPr>
              <p:nvPr/>
            </p:nvGrpSpPr>
            <p:grpSpPr bwMode="auto">
              <a:xfrm>
                <a:off x="42" y="1200"/>
                <a:ext cx="681" cy="154"/>
                <a:chOff x="504" y="3523"/>
                <a:chExt cx="681" cy="154"/>
              </a:xfrm>
            </p:grpSpPr>
            <p:grpSp>
              <p:nvGrpSpPr>
                <p:cNvPr id="993" name="Group 362">
                  <a:extLst>
                    <a:ext uri="{FF2B5EF4-FFF2-40B4-BE49-F238E27FC236}">
                      <a16:creationId xmlns:a16="http://schemas.microsoft.com/office/drawing/2014/main" id="{9FB4C4AA-CF1C-A240-A099-A6B39C7D1696}"/>
                    </a:ext>
                  </a:extLst>
                </p:cNvPr>
                <p:cNvGrpSpPr>
                  <a:grpSpLocks/>
                </p:cNvGrpSpPr>
                <p:nvPr/>
              </p:nvGrpSpPr>
              <p:grpSpPr bwMode="auto">
                <a:xfrm>
                  <a:off x="623" y="3523"/>
                  <a:ext cx="510" cy="154"/>
                  <a:chOff x="723" y="3453"/>
                  <a:chExt cx="510" cy="154"/>
                </a:xfrm>
              </p:grpSpPr>
              <p:grpSp>
                <p:nvGrpSpPr>
                  <p:cNvPr id="997" name="Group 363">
                    <a:extLst>
                      <a:ext uri="{FF2B5EF4-FFF2-40B4-BE49-F238E27FC236}">
                        <a16:creationId xmlns:a16="http://schemas.microsoft.com/office/drawing/2014/main" id="{DD3ADBE0-19D6-AA4A-AFE7-344358E34CEB}"/>
                      </a:ext>
                    </a:extLst>
                  </p:cNvPr>
                  <p:cNvGrpSpPr>
                    <a:grpSpLocks/>
                  </p:cNvGrpSpPr>
                  <p:nvPr/>
                </p:nvGrpSpPr>
                <p:grpSpPr bwMode="auto">
                  <a:xfrm>
                    <a:off x="836" y="3453"/>
                    <a:ext cx="397" cy="154"/>
                    <a:chOff x="836" y="3305"/>
                    <a:chExt cx="397" cy="154"/>
                  </a:xfrm>
                </p:grpSpPr>
                <p:grpSp>
                  <p:nvGrpSpPr>
                    <p:cNvPr id="1000" name="Group 364">
                      <a:extLst>
                        <a:ext uri="{FF2B5EF4-FFF2-40B4-BE49-F238E27FC236}">
                          <a16:creationId xmlns:a16="http://schemas.microsoft.com/office/drawing/2014/main" id="{C6146689-126B-B940-9665-055B14C21450}"/>
                        </a:ext>
                      </a:extLst>
                    </p:cNvPr>
                    <p:cNvGrpSpPr>
                      <a:grpSpLocks/>
                    </p:cNvGrpSpPr>
                    <p:nvPr/>
                  </p:nvGrpSpPr>
                  <p:grpSpPr bwMode="auto">
                    <a:xfrm>
                      <a:off x="890" y="3305"/>
                      <a:ext cx="343" cy="154"/>
                      <a:chOff x="844" y="3337"/>
                      <a:chExt cx="343" cy="154"/>
                    </a:xfrm>
                  </p:grpSpPr>
                  <p:sp>
                    <p:nvSpPr>
                      <p:cNvPr id="1004" name="Rectangle 365">
                        <a:extLst>
                          <a:ext uri="{FF2B5EF4-FFF2-40B4-BE49-F238E27FC236}">
                            <a16:creationId xmlns:a16="http://schemas.microsoft.com/office/drawing/2014/main" id="{3CCBDEDA-5855-334C-9BBC-9B86EE229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5" name="Text Box 366">
                        <a:extLst>
                          <a:ext uri="{FF2B5EF4-FFF2-40B4-BE49-F238E27FC236}">
                            <a16:creationId xmlns:a16="http://schemas.microsoft.com/office/drawing/2014/main" id="{6E0072AB-BA09-C440-BE8B-9453DC85784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1" name="Group 367">
                      <a:extLst>
                        <a:ext uri="{FF2B5EF4-FFF2-40B4-BE49-F238E27FC236}">
                          <a16:creationId xmlns:a16="http://schemas.microsoft.com/office/drawing/2014/main" id="{E8A63574-AAA9-514D-A845-F608E8E0B495}"/>
                        </a:ext>
                      </a:extLst>
                    </p:cNvPr>
                    <p:cNvGrpSpPr>
                      <a:grpSpLocks/>
                    </p:cNvGrpSpPr>
                    <p:nvPr/>
                  </p:nvGrpSpPr>
                  <p:grpSpPr bwMode="auto">
                    <a:xfrm>
                      <a:off x="836" y="3334"/>
                      <a:ext cx="354" cy="94"/>
                      <a:chOff x="836" y="3334"/>
                      <a:chExt cx="354" cy="94"/>
                    </a:xfrm>
                  </p:grpSpPr>
                  <p:sp>
                    <p:nvSpPr>
                      <p:cNvPr id="1002" name="Rectangle 368">
                        <a:extLst>
                          <a:ext uri="{FF2B5EF4-FFF2-40B4-BE49-F238E27FC236}">
                            <a16:creationId xmlns:a16="http://schemas.microsoft.com/office/drawing/2014/main" id="{504B5B68-81BD-1E45-9AE7-0B22E4EF286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3" name="Rectangle 369">
                        <a:extLst>
                          <a:ext uri="{FF2B5EF4-FFF2-40B4-BE49-F238E27FC236}">
                            <a16:creationId xmlns:a16="http://schemas.microsoft.com/office/drawing/2014/main" id="{982029F1-0177-F84B-B77A-42B9829C52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98" name="Rectangle 370">
                    <a:extLst>
                      <a:ext uri="{FF2B5EF4-FFF2-40B4-BE49-F238E27FC236}">
                        <a16:creationId xmlns:a16="http://schemas.microsoft.com/office/drawing/2014/main" id="{E5DC45E8-ABEF-2B40-BF11-6C4B34D1F9E8}"/>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9" name="Rectangle 371">
                    <a:extLst>
                      <a:ext uri="{FF2B5EF4-FFF2-40B4-BE49-F238E27FC236}">
                        <a16:creationId xmlns:a16="http://schemas.microsoft.com/office/drawing/2014/main" id="{2FA6CC4C-BC5C-734A-8F22-98287FB76B92}"/>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94" name="Rectangle 372">
                  <a:extLst>
                    <a:ext uri="{FF2B5EF4-FFF2-40B4-BE49-F238E27FC236}">
                      <a16:creationId xmlns:a16="http://schemas.microsoft.com/office/drawing/2014/main" id="{34E664B8-99D6-6F40-BE55-0AA80C7AEBE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5" name="Rectangle 373">
                  <a:extLst>
                    <a:ext uri="{FF2B5EF4-FFF2-40B4-BE49-F238E27FC236}">
                      <a16:creationId xmlns:a16="http://schemas.microsoft.com/office/drawing/2014/main" id="{CC4EE0A5-884E-484A-A205-3EFE607F381B}"/>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6" name="Rectangle 374">
                  <a:extLst>
                    <a:ext uri="{FF2B5EF4-FFF2-40B4-BE49-F238E27FC236}">
                      <a16:creationId xmlns:a16="http://schemas.microsoft.com/office/drawing/2014/main" id="{C1058AB9-C0A2-5041-A945-698709EF8C9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85" name="AutoShape 375">
              <a:extLst>
                <a:ext uri="{FF2B5EF4-FFF2-40B4-BE49-F238E27FC236}">
                  <a16:creationId xmlns:a16="http://schemas.microsoft.com/office/drawing/2014/main" id="{2C8575A3-B4A6-1746-BC86-02600736487B}"/>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86" name="Group 379">
              <a:extLst>
                <a:ext uri="{FF2B5EF4-FFF2-40B4-BE49-F238E27FC236}">
                  <a16:creationId xmlns:a16="http://schemas.microsoft.com/office/drawing/2014/main" id="{8567E088-D32D-624C-8A9C-F9EDEDB1131D}"/>
                </a:ext>
              </a:extLst>
            </p:cNvPr>
            <p:cNvGrpSpPr>
              <a:grpSpLocks/>
            </p:cNvGrpSpPr>
            <p:nvPr/>
          </p:nvGrpSpPr>
          <p:grpSpPr bwMode="auto">
            <a:xfrm>
              <a:off x="1695" y="3227"/>
              <a:ext cx="343" cy="154"/>
              <a:chOff x="844" y="3337"/>
              <a:chExt cx="343" cy="154"/>
            </a:xfrm>
          </p:grpSpPr>
          <p:sp>
            <p:nvSpPr>
              <p:cNvPr id="987" name="Rectangle 380">
                <a:extLst>
                  <a:ext uri="{FF2B5EF4-FFF2-40B4-BE49-F238E27FC236}">
                    <a16:creationId xmlns:a16="http://schemas.microsoft.com/office/drawing/2014/main" id="{D38CEFD3-34E4-4144-A4A9-E29D2BC79B6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8" name="Text Box 381">
                <a:extLst>
                  <a:ext uri="{FF2B5EF4-FFF2-40B4-BE49-F238E27FC236}">
                    <a16:creationId xmlns:a16="http://schemas.microsoft.com/office/drawing/2014/main" id="{9C84556C-DFF7-A54D-B709-593A7941D6C0}"/>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1019" name="Group 476">
            <a:extLst>
              <a:ext uri="{FF2B5EF4-FFF2-40B4-BE49-F238E27FC236}">
                <a16:creationId xmlns:a16="http://schemas.microsoft.com/office/drawing/2014/main" id="{2C1D9870-C854-6D41-84D3-89EBBCE7DBE8}"/>
              </a:ext>
            </a:extLst>
          </p:cNvPr>
          <p:cNvGrpSpPr>
            <a:grpSpLocks/>
          </p:cNvGrpSpPr>
          <p:nvPr/>
        </p:nvGrpSpPr>
        <p:grpSpPr bwMode="auto">
          <a:xfrm>
            <a:off x="924298" y="3427412"/>
            <a:ext cx="544513" cy="244475"/>
            <a:chOff x="844" y="3337"/>
            <a:chExt cx="343" cy="154"/>
          </a:xfrm>
        </p:grpSpPr>
        <p:sp>
          <p:nvSpPr>
            <p:cNvPr id="1020" name="Rectangle 477">
              <a:extLst>
                <a:ext uri="{FF2B5EF4-FFF2-40B4-BE49-F238E27FC236}">
                  <a16:creationId xmlns:a16="http://schemas.microsoft.com/office/drawing/2014/main" id="{48A1A89D-C73C-2D42-A1DC-1D8E81C651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21" name="Text Box 478">
              <a:extLst>
                <a:ext uri="{FF2B5EF4-FFF2-40B4-BE49-F238E27FC236}">
                  <a16:creationId xmlns:a16="http://schemas.microsoft.com/office/drawing/2014/main" id="{8095651D-95AD-644F-9F69-F6E846D554B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22" name="Rectangle 479">
            <a:extLst>
              <a:ext uri="{FF2B5EF4-FFF2-40B4-BE49-F238E27FC236}">
                <a16:creationId xmlns:a16="http://schemas.microsoft.com/office/drawing/2014/main" id="{B807A09D-A4F1-304B-AB9E-DF3D275452C3}"/>
              </a:ext>
            </a:extLst>
          </p:cNvPr>
          <p:cNvSpPr>
            <a:spLocks noChangeArrowheads="1"/>
          </p:cNvSpPr>
          <p:nvPr/>
        </p:nvSpPr>
        <p:spPr bwMode="auto">
          <a:xfrm>
            <a:off x="5158161" y="2817812"/>
            <a:ext cx="6365968" cy="13065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request </a:t>
            </a:r>
            <a:r>
              <a:rPr lang="en-US" sz="2800" dirty="0">
                <a:solidFill>
                  <a:srgbClr val="0000A8"/>
                </a:solidFill>
                <a:ea typeface="ＭＳ Ｐゴシック" charset="0"/>
              </a:rPr>
              <a:t>encapsulated</a:t>
            </a:r>
            <a:r>
              <a:rPr lang="en-US" sz="2800" dirty="0">
                <a:solidFill>
                  <a:srgbClr val="3333CC"/>
                </a:solidFill>
                <a:ea typeface="ＭＳ Ｐゴシック" charset="0"/>
              </a:rPr>
              <a:t> </a:t>
            </a:r>
            <a:r>
              <a:rPr lang="en-US" sz="2800" dirty="0">
                <a:solidFill>
                  <a:srgbClr val="000000"/>
                </a:solidFill>
                <a:ea typeface="ＭＳ Ｐゴシック" charset="0"/>
              </a:rPr>
              <a:t>in </a:t>
            </a:r>
            <a:r>
              <a:rPr lang="en-US" sz="2800" dirty="0">
                <a:solidFill>
                  <a:srgbClr val="C00000"/>
                </a:solidFill>
                <a:ea typeface="ＭＳ Ｐゴシック" charset="0"/>
              </a:rPr>
              <a:t>UDP</a:t>
            </a:r>
            <a:r>
              <a:rPr lang="en-US" sz="2800" dirty="0">
                <a:solidFill>
                  <a:srgbClr val="000000"/>
                </a:solidFill>
                <a:ea typeface="ＭＳ Ｐゴシック" charset="0"/>
              </a:rPr>
              <a:t>, encapsulated in </a:t>
            </a:r>
            <a:r>
              <a:rPr lang="en-US" sz="2800" dirty="0">
                <a:solidFill>
                  <a:srgbClr val="C00000"/>
                </a:solidFill>
                <a:ea typeface="ＭＳ Ｐゴシック" charset="0"/>
              </a:rPr>
              <a:t>IP</a:t>
            </a:r>
            <a:r>
              <a:rPr lang="en-US" sz="2800" dirty="0">
                <a:solidFill>
                  <a:srgbClr val="000000"/>
                </a:solidFill>
                <a:ea typeface="ＭＳ Ｐゴシック" charset="0"/>
              </a:rPr>
              <a:t>, encapsulated in </a:t>
            </a:r>
            <a:r>
              <a:rPr lang="en-US" sz="2800" dirty="0">
                <a:solidFill>
                  <a:srgbClr val="C00000"/>
                </a:solidFill>
                <a:ea typeface="ＭＳ Ｐゴシック" charset="0"/>
              </a:rPr>
              <a:t>802.3 </a:t>
            </a:r>
            <a:r>
              <a:rPr lang="en-US" sz="2800" dirty="0">
                <a:solidFill>
                  <a:srgbClr val="000000"/>
                </a:solidFill>
                <a:ea typeface="ＭＳ Ｐゴシック" charset="0"/>
              </a:rPr>
              <a:t>Ethernet</a:t>
            </a:r>
          </a:p>
          <a:p>
            <a:pPr marL="342900" indent="-342900" eaLnBrk="0" fontAlgn="base" hangingPunct="0">
              <a:lnSpc>
                <a:spcPct val="90000"/>
              </a:lnSpc>
              <a:spcBef>
                <a:spcPct val="20000"/>
              </a:spcBef>
              <a:spcAft>
                <a:spcPct val="0"/>
              </a:spcAft>
              <a:buClr>
                <a:srgbClr val="000099"/>
              </a:buClr>
              <a:buSzPct val="65000"/>
              <a:buFont typeface="Wingdings" charset="0"/>
              <a:buNone/>
              <a:defRPr/>
            </a:pPr>
            <a:endParaRPr lang="en-US" sz="2800" dirty="0">
              <a:solidFill>
                <a:srgbClr val="000000"/>
              </a:solidFill>
              <a:ea typeface="ＭＳ Ｐゴシック" charset="0"/>
            </a:endParaRPr>
          </a:p>
        </p:txBody>
      </p:sp>
      <p:sp>
        <p:nvSpPr>
          <p:cNvPr id="1023" name="Rectangle 480">
            <a:extLst>
              <a:ext uri="{FF2B5EF4-FFF2-40B4-BE49-F238E27FC236}">
                <a16:creationId xmlns:a16="http://schemas.microsoft.com/office/drawing/2014/main" id="{F684AC9E-DDAB-6349-BA14-508B74898CFF}"/>
              </a:ext>
            </a:extLst>
          </p:cNvPr>
          <p:cNvSpPr>
            <a:spLocks noChangeArrowheads="1"/>
          </p:cNvSpPr>
          <p:nvPr/>
        </p:nvSpPr>
        <p:spPr bwMode="auto">
          <a:xfrm>
            <a:off x="5156572" y="4229100"/>
            <a:ext cx="6573673" cy="15636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frame </a:t>
            </a:r>
            <a:r>
              <a:rPr lang="en-US" sz="2800" dirty="0">
                <a:solidFill>
                  <a:srgbClr val="0000A8"/>
                </a:solidFill>
                <a:ea typeface="ＭＳ Ｐゴシック" charset="0"/>
              </a:rPr>
              <a:t>broadcast</a:t>
            </a:r>
            <a:r>
              <a:rPr lang="en-US" sz="2800" dirty="0">
                <a:solidFill>
                  <a:srgbClr val="000000"/>
                </a:solidFill>
                <a:ea typeface="ＭＳ Ｐゴシック" charset="0"/>
              </a:rPr>
              <a:t> (dest: FFFFFFFFFFFF) on LAN, received at router running </a:t>
            </a:r>
            <a:r>
              <a:rPr lang="en-US" sz="2800" dirty="0">
                <a:solidFill>
                  <a:srgbClr val="C00000"/>
                </a:solidFill>
                <a:ea typeface="ＭＳ Ｐゴシック" charset="0"/>
              </a:rPr>
              <a:t>DHCP </a:t>
            </a:r>
            <a:r>
              <a:rPr lang="en-US" sz="2800" dirty="0">
                <a:solidFill>
                  <a:srgbClr val="000000"/>
                </a:solidFill>
                <a:ea typeface="ＭＳ Ｐゴシック" charset="0"/>
              </a:rPr>
              <a:t>server</a:t>
            </a:r>
          </a:p>
        </p:txBody>
      </p:sp>
      <p:sp>
        <p:nvSpPr>
          <p:cNvPr id="1024" name="Rectangle 481">
            <a:extLst>
              <a:ext uri="{FF2B5EF4-FFF2-40B4-BE49-F238E27FC236}">
                <a16:creationId xmlns:a16="http://schemas.microsoft.com/office/drawing/2014/main" id="{EF21724D-DF9C-9943-ABAA-C4C6633ED27B}"/>
              </a:ext>
            </a:extLst>
          </p:cNvPr>
          <p:cNvSpPr>
            <a:spLocks noChangeArrowheads="1"/>
          </p:cNvSpPr>
          <p:nvPr/>
        </p:nvSpPr>
        <p:spPr bwMode="auto">
          <a:xfrm>
            <a:off x="5154985" y="5565775"/>
            <a:ext cx="6541416"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a:t>
            </a:r>
            <a:r>
              <a:rPr lang="en-US" sz="2800" dirty="0">
                <a:solidFill>
                  <a:srgbClr val="0000A8"/>
                </a:solidFill>
                <a:ea typeface="ＭＳ Ｐゴシック" charset="0"/>
              </a:rPr>
              <a:t>de-muxed</a:t>
            </a:r>
            <a:r>
              <a:rPr lang="en-US" sz="2800" dirty="0">
                <a:solidFill>
                  <a:srgbClr val="000000"/>
                </a:solidFill>
                <a:ea typeface="ＭＳ Ｐゴシック" charset="0"/>
              </a:rPr>
              <a:t> to IP de-muxed, UDP de-muxed to DHCP </a:t>
            </a:r>
          </a:p>
        </p:txBody>
      </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1699839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800"/>
                                        </p:tgtEl>
                                        <p:attrNameLst>
                                          <p:attrName>style.visibility</p:attrName>
                                        </p:attrNameLst>
                                      </p:cBhvr>
                                      <p:to>
                                        <p:strVal val="visible"/>
                                      </p:to>
                                    </p:set>
                                    <p:animEffect transition="in" filter="dissolve">
                                      <p:cBhvr>
                                        <p:cTn id="7" dur="500"/>
                                        <p:tgtEl>
                                          <p:spTgt spid="800"/>
                                        </p:tgtEl>
                                      </p:cBhvr>
                                    </p:animEffect>
                                  </p:childTnLst>
                                </p:cTn>
                              </p:par>
                              <p:par>
                                <p:cTn id="8" presetID="9" presetClass="entr" presetSubtype="0" fill="hold" nodeType="withEffect">
                                  <p:stCondLst>
                                    <p:cond delay="0"/>
                                  </p:stCondLst>
                                  <p:childTnLst>
                                    <p:set>
                                      <p:cBhvr>
                                        <p:cTn id="9" dur="1" fill="hold">
                                          <p:stCondLst>
                                            <p:cond delay="0"/>
                                          </p:stCondLst>
                                        </p:cTn>
                                        <p:tgtEl>
                                          <p:spTgt spid="767"/>
                                        </p:tgtEl>
                                        <p:attrNameLst>
                                          <p:attrName>style.visibility</p:attrName>
                                        </p:attrNameLst>
                                      </p:cBhvr>
                                      <p:to>
                                        <p:strVal val="visible"/>
                                      </p:to>
                                    </p:set>
                                    <p:animEffect transition="in" filter="dissolve">
                                      <p:cBhvr>
                                        <p:cTn id="10" dur="500"/>
                                        <p:tgtEl>
                                          <p:spTgt spid="767"/>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dissolve">
                                      <p:cBhvr>
                                        <p:cTn id="13" dur="500"/>
                                        <p:tgtEl>
                                          <p:spTgt spid="2"/>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nodeType="clickEffect">
                                  <p:stCondLst>
                                    <p:cond delay="0"/>
                                  </p:stCondLst>
                                  <p:childTnLst>
                                    <p:set>
                                      <p:cBhvr>
                                        <p:cTn id="17" dur="1" fill="hold">
                                          <p:stCondLst>
                                            <p:cond delay="0"/>
                                          </p:stCondLst>
                                        </p:cTn>
                                        <p:tgtEl>
                                          <p:spTgt spid="915"/>
                                        </p:tgtEl>
                                        <p:attrNameLst>
                                          <p:attrName>style.visibility</p:attrName>
                                        </p:attrNameLst>
                                      </p:cBhvr>
                                      <p:to>
                                        <p:strVal val="visible"/>
                                      </p:to>
                                    </p:set>
                                    <p:animEffect transition="in" filter="wipe(down)">
                                      <p:cBhvr>
                                        <p:cTn id="18" dur="500"/>
                                        <p:tgtEl>
                                          <p:spTgt spid="915"/>
                                        </p:tgtEl>
                                      </p:cBhvr>
                                    </p:animEffect>
                                  </p:childTnLst>
                                </p:cTn>
                              </p:par>
                            </p:childTnLst>
                          </p:cTn>
                        </p:par>
                        <p:par>
                          <p:cTn id="19" fill="hold">
                            <p:stCondLst>
                              <p:cond delay="500"/>
                            </p:stCondLst>
                            <p:childTnLst>
                              <p:par>
                                <p:cTn id="20" presetID="9" presetClass="entr" presetSubtype="0" fill="hold" nodeType="afterEffect">
                                  <p:stCondLst>
                                    <p:cond delay="0"/>
                                  </p:stCondLst>
                                  <p:childTnLst>
                                    <p:set>
                                      <p:cBhvr>
                                        <p:cTn id="21" dur="1" fill="hold">
                                          <p:stCondLst>
                                            <p:cond delay="0"/>
                                          </p:stCondLst>
                                        </p:cTn>
                                        <p:tgtEl>
                                          <p:spTgt spid="924"/>
                                        </p:tgtEl>
                                        <p:attrNameLst>
                                          <p:attrName>style.visibility</p:attrName>
                                        </p:attrNameLst>
                                      </p:cBhvr>
                                      <p:to>
                                        <p:strVal val="visible"/>
                                      </p:to>
                                    </p:set>
                                    <p:animEffect transition="in" filter="dissolve">
                                      <p:cBhvr>
                                        <p:cTn id="22" dur="500"/>
                                        <p:tgtEl>
                                          <p:spTgt spid="92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13">
                                            <p:txEl>
                                              <p:pRg st="0" end="0"/>
                                            </p:txEl>
                                          </p:spTgt>
                                        </p:tgtEl>
                                        <p:attrNameLst>
                                          <p:attrName>style.visibility</p:attrName>
                                        </p:attrNameLst>
                                      </p:cBhvr>
                                      <p:to>
                                        <p:strVal val="visible"/>
                                      </p:to>
                                    </p:set>
                                    <p:animEffect transition="in" filter="dissolve">
                                      <p:cBhvr>
                                        <p:cTn id="25" dur="500"/>
                                        <p:tgtEl>
                                          <p:spTgt spid="913">
                                            <p:txEl>
                                              <p:pRg st="0" end="0"/>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927"/>
                                        </p:tgtEl>
                                        <p:attrNameLst>
                                          <p:attrName>style.visibility</p:attrName>
                                        </p:attrNameLst>
                                      </p:cBhvr>
                                      <p:to>
                                        <p:strVal val="visible"/>
                                      </p:to>
                                    </p:set>
                                    <p:animEffect transition="in" filter="wipe(up)">
                                      <p:cBhvr>
                                        <p:cTn id="30" dur="500"/>
                                        <p:tgtEl>
                                          <p:spTgt spid="927"/>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022"/>
                                        </p:tgtEl>
                                        <p:attrNameLst>
                                          <p:attrName>style.visibility</p:attrName>
                                        </p:attrNameLst>
                                      </p:cBhvr>
                                      <p:to>
                                        <p:strVal val="visible"/>
                                      </p:to>
                                    </p:set>
                                    <p:animEffect transition="in" filter="dissolve">
                                      <p:cBhvr>
                                        <p:cTn id="33" dur="500"/>
                                        <p:tgtEl>
                                          <p:spTgt spid="1022"/>
                                        </p:tgtEl>
                                      </p:cBhvr>
                                    </p:animEffect>
                                  </p:childTnLst>
                                </p:cTn>
                              </p:par>
                            </p:childTnLst>
                          </p:cTn>
                        </p:par>
                      </p:childTnLst>
                    </p:cTn>
                  </p:par>
                  <p:par>
                    <p:cTn id="34" fill="hold">
                      <p:stCondLst>
                        <p:cond delay="indefinite"/>
                      </p:stCondLst>
                      <p:childTnLst>
                        <p:par>
                          <p:cTn id="35" fill="hold">
                            <p:stCondLst>
                              <p:cond delay="0"/>
                            </p:stCondLst>
                            <p:childTnLst>
                              <p:par>
                                <p:cTn id="36" presetID="1" presetClass="exit" presetSubtype="0" fill="hold" nodeType="clickEffect">
                                  <p:stCondLst>
                                    <p:cond delay="0"/>
                                  </p:stCondLst>
                                  <p:childTnLst>
                                    <p:set>
                                      <p:cBhvr>
                                        <p:cTn id="37" dur="1" fill="hold">
                                          <p:stCondLst>
                                            <p:cond delay="0"/>
                                          </p:stCondLst>
                                        </p:cTn>
                                        <p:tgtEl>
                                          <p:spTgt spid="924"/>
                                        </p:tgtEl>
                                        <p:attrNameLst>
                                          <p:attrName>style.visibility</p:attrName>
                                        </p:attrNameLst>
                                      </p:cBhvr>
                                      <p:to>
                                        <p:strVal val="hidden"/>
                                      </p:to>
                                    </p:set>
                                  </p:childTnLst>
                                </p:cTn>
                              </p:par>
                              <p:par>
                                <p:cTn id="38" presetID="1" presetClass="exit" presetSubtype="0" fill="hold" nodeType="withEffect">
                                  <p:stCondLst>
                                    <p:cond delay="0"/>
                                  </p:stCondLst>
                                  <p:childTnLst>
                                    <p:set>
                                      <p:cBhvr>
                                        <p:cTn id="39" dur="1" fill="hold">
                                          <p:stCondLst>
                                            <p:cond delay="0"/>
                                          </p:stCondLst>
                                        </p:cTn>
                                        <p:tgtEl>
                                          <p:spTgt spid="927"/>
                                        </p:tgtEl>
                                        <p:attrNameLst>
                                          <p:attrName>style.visibility</p:attrName>
                                        </p:attrNameLst>
                                      </p:cBhvr>
                                      <p:to>
                                        <p:strVal val="hidden"/>
                                      </p:to>
                                    </p:set>
                                  </p:childTnLst>
                                </p:cTn>
                              </p:par>
                            </p:childTnLst>
                          </p:cTn>
                        </p:par>
                        <p:par>
                          <p:cTn id="40" fill="hold">
                            <p:stCondLst>
                              <p:cond delay="0"/>
                            </p:stCondLst>
                            <p:childTnLst>
                              <p:par>
                                <p:cTn id="41" presetID="1" presetClass="entr" presetSubtype="0" fill="hold" nodeType="afterEffect">
                                  <p:stCondLst>
                                    <p:cond delay="0"/>
                                  </p:stCondLst>
                                  <p:childTnLst>
                                    <p:set>
                                      <p:cBhvr>
                                        <p:cTn id="42" dur="1" fill="hold">
                                          <p:stCondLst>
                                            <p:cond delay="0"/>
                                          </p:stCondLst>
                                        </p:cTn>
                                        <p:tgtEl>
                                          <p:spTgt spid="960"/>
                                        </p:tgtEl>
                                        <p:attrNameLst>
                                          <p:attrName>style.visibility</p:attrName>
                                        </p:attrNameLst>
                                      </p:cBhvr>
                                      <p:to>
                                        <p:strVal val="visible"/>
                                      </p:to>
                                    </p:set>
                                  </p:childTnLst>
                                </p:cTn>
                              </p:par>
                              <p:par>
                                <p:cTn id="43" presetID="9" presetClass="entr" presetSubtype="0" fill="hold" grpId="0" nodeType="withEffect">
                                  <p:stCondLst>
                                    <p:cond delay="0"/>
                                  </p:stCondLst>
                                  <p:childTnLst>
                                    <p:set>
                                      <p:cBhvr>
                                        <p:cTn id="44" dur="1" fill="hold">
                                          <p:stCondLst>
                                            <p:cond delay="0"/>
                                          </p:stCondLst>
                                        </p:cTn>
                                        <p:tgtEl>
                                          <p:spTgt spid="1023"/>
                                        </p:tgtEl>
                                        <p:attrNameLst>
                                          <p:attrName>style.visibility</p:attrName>
                                        </p:attrNameLst>
                                      </p:cBhvr>
                                      <p:to>
                                        <p:strVal val="visible"/>
                                      </p:to>
                                    </p:set>
                                    <p:animEffect transition="in" filter="dissolve">
                                      <p:cBhvr>
                                        <p:cTn id="45" dur="500"/>
                                        <p:tgtEl>
                                          <p:spTgt spid="1023"/>
                                        </p:tgtEl>
                                      </p:cBhvr>
                                    </p:animEffect>
                                  </p:childTnLst>
                                </p:cTn>
                              </p:par>
                            </p:childTnLst>
                          </p:cTn>
                        </p:par>
                        <p:par>
                          <p:cTn id="46" fill="hold">
                            <p:stCondLst>
                              <p:cond delay="500"/>
                            </p:stCondLst>
                            <p:childTnLst>
                              <p:par>
                                <p:cTn id="47" presetID="0" presetClass="path" presetSubtype="0" accel="50000" decel="50000" fill="hold" nodeType="afterEffect">
                                  <p:stCondLst>
                                    <p:cond delay="0"/>
                                  </p:stCondLst>
                                  <p:childTnLst>
                                    <p:animMotion origin="layout" path="M -0.00026 3.7037E-6 L 0.22748 0.00416 L 0.10834 0.27291 L -0.0181 0.27129 " pathEditMode="relative" rAng="0" ptsTypes="AAAA">
                                      <p:cBhvr>
                                        <p:cTn id="48" dur="2000" fill="hold"/>
                                        <p:tgtEl>
                                          <p:spTgt spid="960"/>
                                        </p:tgtEl>
                                        <p:attrNameLst>
                                          <p:attrName>ppt_x</p:attrName>
                                          <p:attrName>ppt_y</p:attrName>
                                        </p:attrNameLst>
                                      </p:cBhvr>
                                      <p:rCtr x="10495" y="13634"/>
                                    </p:animMotion>
                                  </p:childTnLst>
                                </p:cTn>
                              </p:par>
                            </p:childTnLst>
                          </p:cTn>
                        </p:par>
                        <p:par>
                          <p:cTn id="49" fill="hold">
                            <p:stCondLst>
                              <p:cond delay="2500"/>
                            </p:stCondLst>
                            <p:childTnLst>
                              <p:par>
                                <p:cTn id="50" presetID="22" presetClass="entr" presetSubtype="2" fill="hold" nodeType="afterEffect">
                                  <p:stCondLst>
                                    <p:cond delay="0"/>
                                  </p:stCondLst>
                                  <p:childTnLst>
                                    <p:set>
                                      <p:cBhvr>
                                        <p:cTn id="51" dur="1" fill="hold">
                                          <p:stCondLst>
                                            <p:cond delay="0"/>
                                          </p:stCondLst>
                                        </p:cTn>
                                        <p:tgtEl>
                                          <p:spTgt spid="974"/>
                                        </p:tgtEl>
                                        <p:attrNameLst>
                                          <p:attrName>style.visibility</p:attrName>
                                        </p:attrNameLst>
                                      </p:cBhvr>
                                      <p:to>
                                        <p:strVal val="visible"/>
                                      </p:to>
                                    </p:set>
                                    <p:animEffect transition="in" filter="wipe(right)">
                                      <p:cBhvr>
                                        <p:cTn id="52" dur="500"/>
                                        <p:tgtEl>
                                          <p:spTgt spid="974"/>
                                        </p:tgtEl>
                                      </p:cBhvr>
                                    </p:animEffec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nodeType="clickEffect">
                                  <p:stCondLst>
                                    <p:cond delay="0"/>
                                  </p:stCondLst>
                                  <p:childTnLst>
                                    <p:set>
                                      <p:cBhvr>
                                        <p:cTn id="56" dur="1" fill="hold">
                                          <p:stCondLst>
                                            <p:cond delay="0"/>
                                          </p:stCondLst>
                                        </p:cTn>
                                        <p:tgtEl>
                                          <p:spTgt spid="960"/>
                                        </p:tgtEl>
                                        <p:attrNameLst>
                                          <p:attrName>style.visibility</p:attrName>
                                        </p:attrNameLst>
                                      </p:cBhvr>
                                      <p:to>
                                        <p:strVal val="hidden"/>
                                      </p:to>
                                    </p:set>
                                  </p:childTnLst>
                                </p:cTn>
                              </p:par>
                            </p:childTnLst>
                          </p:cTn>
                        </p:par>
                        <p:par>
                          <p:cTn id="57" fill="hold">
                            <p:stCondLst>
                              <p:cond delay="0"/>
                            </p:stCondLst>
                            <p:childTnLst>
                              <p:par>
                                <p:cTn id="58" presetID="22" presetClass="entr" presetSubtype="4" fill="hold" nodeType="afterEffect">
                                  <p:stCondLst>
                                    <p:cond delay="0"/>
                                  </p:stCondLst>
                                  <p:childTnLst>
                                    <p:set>
                                      <p:cBhvr>
                                        <p:cTn id="59" dur="1" fill="hold">
                                          <p:stCondLst>
                                            <p:cond delay="0"/>
                                          </p:stCondLst>
                                        </p:cTn>
                                        <p:tgtEl>
                                          <p:spTgt spid="983"/>
                                        </p:tgtEl>
                                        <p:attrNameLst>
                                          <p:attrName>style.visibility</p:attrName>
                                        </p:attrNameLst>
                                      </p:cBhvr>
                                      <p:to>
                                        <p:strVal val="visible"/>
                                      </p:to>
                                    </p:set>
                                    <p:animEffect transition="in" filter="wipe(down)">
                                      <p:cBhvr>
                                        <p:cTn id="60" dur="1000"/>
                                        <p:tgtEl>
                                          <p:spTgt spid="983"/>
                                        </p:tgtEl>
                                      </p:cBhvr>
                                    </p:animEffect>
                                  </p:childTnLst>
                                </p:cTn>
                              </p:par>
                            </p:childTnLst>
                          </p:cTn>
                        </p:par>
                        <p:par>
                          <p:cTn id="61" fill="hold">
                            <p:stCondLst>
                              <p:cond delay="1000"/>
                            </p:stCondLst>
                            <p:childTnLst>
                              <p:par>
                                <p:cTn id="62" presetID="1" presetClass="exit" presetSubtype="0" fill="hold" nodeType="afterEffect">
                                  <p:stCondLst>
                                    <p:cond delay="1000"/>
                                  </p:stCondLst>
                                  <p:childTnLst>
                                    <p:set>
                                      <p:cBhvr>
                                        <p:cTn id="63" dur="1" fill="hold">
                                          <p:stCondLst>
                                            <p:cond delay="0"/>
                                          </p:stCondLst>
                                        </p:cTn>
                                        <p:tgtEl>
                                          <p:spTgt spid="983"/>
                                        </p:tgtEl>
                                        <p:attrNameLst>
                                          <p:attrName>style.visibility</p:attrName>
                                        </p:attrNameLst>
                                      </p:cBhvr>
                                      <p:to>
                                        <p:strVal val="hidden"/>
                                      </p:to>
                                    </p:set>
                                  </p:childTnLst>
                                </p:cTn>
                              </p:par>
                              <p:par>
                                <p:cTn id="64" presetID="9" presetClass="entr" presetSubtype="0" fill="hold" grpId="0" nodeType="withEffect">
                                  <p:stCondLst>
                                    <p:cond delay="0"/>
                                  </p:stCondLst>
                                  <p:childTnLst>
                                    <p:set>
                                      <p:cBhvr>
                                        <p:cTn id="65" dur="1" fill="hold">
                                          <p:stCondLst>
                                            <p:cond delay="0"/>
                                          </p:stCondLst>
                                        </p:cTn>
                                        <p:tgtEl>
                                          <p:spTgt spid="1024"/>
                                        </p:tgtEl>
                                        <p:attrNameLst>
                                          <p:attrName>style.visibility</p:attrName>
                                        </p:attrNameLst>
                                      </p:cBhvr>
                                      <p:to>
                                        <p:strVal val="visible"/>
                                      </p:to>
                                    </p:set>
                                    <p:animEffect transition="in" filter="dissolve">
                                      <p:cBhvr>
                                        <p:cTn id="66" dur="500"/>
                                        <p:tgtEl>
                                          <p:spTgt spid="1024"/>
                                        </p:tgtEl>
                                      </p:cBhvr>
                                    </p:animEffect>
                                  </p:childTnLst>
                                </p:cTn>
                              </p:par>
                              <p:par>
                                <p:cTn id="67" presetID="1" presetClass="entr" presetSubtype="0" fill="hold" nodeType="withEffect">
                                  <p:stCondLst>
                                    <p:cond delay="1000"/>
                                  </p:stCondLst>
                                  <p:childTnLst>
                                    <p:set>
                                      <p:cBhvr>
                                        <p:cTn id="68" dur="1" fill="hold">
                                          <p:stCondLst>
                                            <p:cond delay="0"/>
                                          </p:stCondLst>
                                        </p:cTn>
                                        <p:tgtEl>
                                          <p:spTgt spid="10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00" grpId="0"/>
      <p:bldP spid="913" grpId="0" build="p"/>
      <p:bldP spid="1022" grpId="0"/>
      <p:bldP spid="1023" grpId="0"/>
      <p:bldP spid="1024"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114</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05000" y="2501153"/>
            <a:ext cx="954696" cy="828225"/>
            <a:chOff x="7432700" y="2327293"/>
            <a:chExt cx="534987" cy="407988"/>
          </a:xfrm>
        </p:grpSpPr>
        <p:pic>
          <p:nvPicPr>
            <p:cNvPr id="649" name="Picture 1017" descr="antenna_stylized">
              <a:extLst>
                <a:ext uri="{FF2B5EF4-FFF2-40B4-BE49-F238E27FC236}">
                  <a16:creationId xmlns:a16="http://schemas.microsoft.com/office/drawing/2014/main" id="{DFEB7442-5BFA-4240-BDFC-20FF055148F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89" name="Rectangle 3">
            <a:extLst>
              <a:ext uri="{FF2B5EF4-FFF2-40B4-BE49-F238E27FC236}">
                <a16:creationId xmlns:a16="http://schemas.microsoft.com/office/drawing/2014/main" id="{7B871886-3DE1-0B4A-8DB9-883FE1D7E63F}"/>
              </a:ext>
            </a:extLst>
          </p:cNvPr>
          <p:cNvSpPr txBox="1">
            <a:spLocks noChangeArrowheads="1"/>
          </p:cNvSpPr>
          <p:nvPr/>
        </p:nvSpPr>
        <p:spPr bwMode="auto">
          <a:xfrm>
            <a:off x="5231672" y="1504912"/>
            <a:ext cx="6548848" cy="1573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lnSpc>
                <a:spcPct val="80000"/>
              </a:lnSpc>
              <a:defRPr/>
            </a:pPr>
            <a:r>
              <a:rPr lang="en-US" kern="0" dirty="0">
                <a:cs typeface="+mn-cs"/>
              </a:rPr>
              <a:t>DHCP server formulates </a:t>
            </a:r>
            <a:r>
              <a:rPr lang="en-US" kern="0" dirty="0">
                <a:solidFill>
                  <a:srgbClr val="C00000"/>
                </a:solidFill>
                <a:cs typeface="+mn-cs"/>
              </a:rPr>
              <a:t>DHCP ACK </a:t>
            </a:r>
            <a:r>
              <a:rPr lang="en-US" kern="0" dirty="0">
                <a:cs typeface="+mn-cs"/>
              </a:rPr>
              <a:t>containing client</a:t>
            </a:r>
            <a:r>
              <a:rPr lang="en-US" altLang="ja-JP" kern="0" dirty="0">
                <a:cs typeface="+mn-cs"/>
              </a:rPr>
              <a:t>’</a:t>
            </a:r>
            <a:r>
              <a:rPr lang="en-US" kern="0" dirty="0">
                <a:cs typeface="+mn-cs"/>
              </a:rPr>
              <a:t>s IP address, IP address of first-hop router for client, name &amp; IP address of DNS server</a:t>
            </a:r>
          </a:p>
          <a:p>
            <a:pPr>
              <a:lnSpc>
                <a:spcPct val="80000"/>
              </a:lnSpc>
              <a:defRPr/>
            </a:pPr>
            <a:endParaRPr lang="en-US" kern="0" dirty="0">
              <a:cs typeface="+mn-cs"/>
            </a:endParaRPr>
          </a:p>
        </p:txBody>
      </p:sp>
      <p:grpSp>
        <p:nvGrpSpPr>
          <p:cNvPr id="290" name="Group 57">
            <a:extLst>
              <a:ext uri="{FF2B5EF4-FFF2-40B4-BE49-F238E27FC236}">
                <a16:creationId xmlns:a16="http://schemas.microsoft.com/office/drawing/2014/main" id="{37C8DAC2-4F10-5D40-BFEB-36DD810D29E8}"/>
              </a:ext>
            </a:extLst>
          </p:cNvPr>
          <p:cNvGrpSpPr>
            <a:grpSpLocks/>
          </p:cNvGrpSpPr>
          <p:nvPr/>
        </p:nvGrpSpPr>
        <p:grpSpPr bwMode="auto">
          <a:xfrm>
            <a:off x="379319" y="3300692"/>
            <a:ext cx="1081088" cy="1166813"/>
            <a:chOff x="42" y="744"/>
            <a:chExt cx="681" cy="735"/>
          </a:xfrm>
        </p:grpSpPr>
        <p:grpSp>
          <p:nvGrpSpPr>
            <p:cNvPr id="291" name="Group 58">
              <a:extLst>
                <a:ext uri="{FF2B5EF4-FFF2-40B4-BE49-F238E27FC236}">
                  <a16:creationId xmlns:a16="http://schemas.microsoft.com/office/drawing/2014/main" id="{586D51E3-E709-E748-B55A-04F83F765CD7}"/>
                </a:ext>
              </a:extLst>
            </p:cNvPr>
            <p:cNvGrpSpPr>
              <a:grpSpLocks/>
            </p:cNvGrpSpPr>
            <p:nvPr/>
          </p:nvGrpSpPr>
          <p:grpSpPr bwMode="auto">
            <a:xfrm>
              <a:off x="42" y="886"/>
              <a:ext cx="681" cy="468"/>
              <a:chOff x="42" y="886"/>
              <a:chExt cx="681" cy="468"/>
            </a:xfrm>
          </p:grpSpPr>
          <p:grpSp>
            <p:nvGrpSpPr>
              <p:cNvPr id="293" name="Group 59">
                <a:extLst>
                  <a:ext uri="{FF2B5EF4-FFF2-40B4-BE49-F238E27FC236}">
                    <a16:creationId xmlns:a16="http://schemas.microsoft.com/office/drawing/2014/main" id="{61F14A68-1B09-4949-8F3A-2E3CEA1369D8}"/>
                  </a:ext>
                </a:extLst>
              </p:cNvPr>
              <p:cNvGrpSpPr>
                <a:grpSpLocks/>
              </p:cNvGrpSpPr>
              <p:nvPr/>
            </p:nvGrpSpPr>
            <p:grpSpPr bwMode="auto">
              <a:xfrm>
                <a:off x="278" y="886"/>
                <a:ext cx="397" cy="154"/>
                <a:chOff x="740" y="3209"/>
                <a:chExt cx="397" cy="154"/>
              </a:xfrm>
            </p:grpSpPr>
            <p:grpSp>
              <p:nvGrpSpPr>
                <p:cNvPr id="319" name="Group 60">
                  <a:extLst>
                    <a:ext uri="{FF2B5EF4-FFF2-40B4-BE49-F238E27FC236}">
                      <a16:creationId xmlns:a16="http://schemas.microsoft.com/office/drawing/2014/main" id="{0964A370-2208-9941-9E3F-7ED5F1900BA8}"/>
                    </a:ext>
                  </a:extLst>
                </p:cNvPr>
                <p:cNvGrpSpPr>
                  <a:grpSpLocks/>
                </p:cNvGrpSpPr>
                <p:nvPr/>
              </p:nvGrpSpPr>
              <p:grpSpPr bwMode="auto">
                <a:xfrm>
                  <a:off x="794" y="3209"/>
                  <a:ext cx="343" cy="154"/>
                  <a:chOff x="844" y="3337"/>
                  <a:chExt cx="343" cy="154"/>
                </a:xfrm>
              </p:grpSpPr>
              <p:sp>
                <p:nvSpPr>
                  <p:cNvPr id="322" name="Rectangle 61">
                    <a:extLst>
                      <a:ext uri="{FF2B5EF4-FFF2-40B4-BE49-F238E27FC236}">
                        <a16:creationId xmlns:a16="http://schemas.microsoft.com/office/drawing/2014/main" id="{306955EB-3F12-5241-949F-01DE6F58A5D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Text Box 62">
                    <a:extLst>
                      <a:ext uri="{FF2B5EF4-FFF2-40B4-BE49-F238E27FC236}">
                        <a16:creationId xmlns:a16="http://schemas.microsoft.com/office/drawing/2014/main" id="{6C1CB358-3642-7742-913B-9FD320DFEEE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20" name="Rectangle 63">
                  <a:extLst>
                    <a:ext uri="{FF2B5EF4-FFF2-40B4-BE49-F238E27FC236}">
                      <a16:creationId xmlns:a16="http://schemas.microsoft.com/office/drawing/2014/main" id="{3BAB0199-2F96-024A-879C-1B4571C2C0F0}"/>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Rectangle 64">
                  <a:extLst>
                    <a:ext uri="{FF2B5EF4-FFF2-40B4-BE49-F238E27FC236}">
                      <a16:creationId xmlns:a16="http://schemas.microsoft.com/office/drawing/2014/main" id="{8AA4D9A0-7D57-9442-B07C-8B6957358300}"/>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4" name="Group 65">
                <a:extLst>
                  <a:ext uri="{FF2B5EF4-FFF2-40B4-BE49-F238E27FC236}">
                    <a16:creationId xmlns:a16="http://schemas.microsoft.com/office/drawing/2014/main" id="{D4DD8D77-AB57-9348-AE5A-07C8ADB7D62C}"/>
                  </a:ext>
                </a:extLst>
              </p:cNvPr>
              <p:cNvGrpSpPr>
                <a:grpSpLocks/>
              </p:cNvGrpSpPr>
              <p:nvPr/>
            </p:nvGrpSpPr>
            <p:grpSpPr bwMode="auto">
              <a:xfrm>
                <a:off x="278" y="1034"/>
                <a:ext cx="397" cy="154"/>
                <a:chOff x="836" y="3305"/>
                <a:chExt cx="397" cy="154"/>
              </a:xfrm>
            </p:grpSpPr>
            <p:grpSp>
              <p:nvGrpSpPr>
                <p:cNvPr id="313" name="Group 66">
                  <a:extLst>
                    <a:ext uri="{FF2B5EF4-FFF2-40B4-BE49-F238E27FC236}">
                      <a16:creationId xmlns:a16="http://schemas.microsoft.com/office/drawing/2014/main" id="{7486484F-938A-3F40-A3CD-FA895820E23F}"/>
                    </a:ext>
                  </a:extLst>
                </p:cNvPr>
                <p:cNvGrpSpPr>
                  <a:grpSpLocks/>
                </p:cNvGrpSpPr>
                <p:nvPr/>
              </p:nvGrpSpPr>
              <p:grpSpPr bwMode="auto">
                <a:xfrm>
                  <a:off x="890" y="3305"/>
                  <a:ext cx="343" cy="154"/>
                  <a:chOff x="844" y="3337"/>
                  <a:chExt cx="343" cy="154"/>
                </a:xfrm>
              </p:grpSpPr>
              <p:sp>
                <p:nvSpPr>
                  <p:cNvPr id="317" name="Rectangle 67">
                    <a:extLst>
                      <a:ext uri="{FF2B5EF4-FFF2-40B4-BE49-F238E27FC236}">
                        <a16:creationId xmlns:a16="http://schemas.microsoft.com/office/drawing/2014/main" id="{8D8492F5-F289-3E4E-A7D2-E77CFD521A5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8" name="Text Box 68">
                    <a:extLst>
                      <a:ext uri="{FF2B5EF4-FFF2-40B4-BE49-F238E27FC236}">
                        <a16:creationId xmlns:a16="http://schemas.microsoft.com/office/drawing/2014/main" id="{84DB4EB8-215F-DB43-921B-1CAF30D39C0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14" name="Group 69">
                  <a:extLst>
                    <a:ext uri="{FF2B5EF4-FFF2-40B4-BE49-F238E27FC236}">
                      <a16:creationId xmlns:a16="http://schemas.microsoft.com/office/drawing/2014/main" id="{E97791E3-AA44-7248-9B39-501109165990}"/>
                    </a:ext>
                  </a:extLst>
                </p:cNvPr>
                <p:cNvGrpSpPr>
                  <a:grpSpLocks/>
                </p:cNvGrpSpPr>
                <p:nvPr/>
              </p:nvGrpSpPr>
              <p:grpSpPr bwMode="auto">
                <a:xfrm>
                  <a:off x="836" y="3334"/>
                  <a:ext cx="354" cy="94"/>
                  <a:chOff x="836" y="3334"/>
                  <a:chExt cx="354" cy="94"/>
                </a:xfrm>
              </p:grpSpPr>
              <p:sp>
                <p:nvSpPr>
                  <p:cNvPr id="315" name="Rectangle 70">
                    <a:extLst>
                      <a:ext uri="{FF2B5EF4-FFF2-40B4-BE49-F238E27FC236}">
                        <a16:creationId xmlns:a16="http://schemas.microsoft.com/office/drawing/2014/main" id="{C2F175E6-EEA1-9F4E-91D9-252F3AD8FA5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6" name="Rectangle 71">
                    <a:extLst>
                      <a:ext uri="{FF2B5EF4-FFF2-40B4-BE49-F238E27FC236}">
                        <a16:creationId xmlns:a16="http://schemas.microsoft.com/office/drawing/2014/main" id="{E605F749-2D23-1C47-99A8-19EF2A9C6C3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6" name="Group 72">
                <a:extLst>
                  <a:ext uri="{FF2B5EF4-FFF2-40B4-BE49-F238E27FC236}">
                    <a16:creationId xmlns:a16="http://schemas.microsoft.com/office/drawing/2014/main" id="{8CAE7331-2F85-B440-B302-D525A811485C}"/>
                  </a:ext>
                </a:extLst>
              </p:cNvPr>
              <p:cNvGrpSpPr>
                <a:grpSpLocks/>
              </p:cNvGrpSpPr>
              <p:nvPr/>
            </p:nvGrpSpPr>
            <p:grpSpPr bwMode="auto">
              <a:xfrm>
                <a:off x="165" y="1054"/>
                <a:ext cx="480" cy="112"/>
                <a:chOff x="627" y="3377"/>
                <a:chExt cx="480" cy="112"/>
              </a:xfrm>
            </p:grpSpPr>
            <p:sp>
              <p:nvSpPr>
                <p:cNvPr id="311" name="Rectangle 73">
                  <a:extLst>
                    <a:ext uri="{FF2B5EF4-FFF2-40B4-BE49-F238E27FC236}">
                      <a16:creationId xmlns:a16="http://schemas.microsoft.com/office/drawing/2014/main" id="{6E683200-9017-424C-9F52-F506F2F83467}"/>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2" name="Rectangle 74">
                  <a:extLst>
                    <a:ext uri="{FF2B5EF4-FFF2-40B4-BE49-F238E27FC236}">
                      <a16:creationId xmlns:a16="http://schemas.microsoft.com/office/drawing/2014/main" id="{3969F099-B1F4-974A-940F-987FE85039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7" name="Group 75">
                <a:extLst>
                  <a:ext uri="{FF2B5EF4-FFF2-40B4-BE49-F238E27FC236}">
                    <a16:creationId xmlns:a16="http://schemas.microsoft.com/office/drawing/2014/main" id="{018977E7-F9A0-ED41-98D9-B4EAD08F02FA}"/>
                  </a:ext>
                </a:extLst>
              </p:cNvPr>
              <p:cNvGrpSpPr>
                <a:grpSpLocks/>
              </p:cNvGrpSpPr>
              <p:nvPr/>
            </p:nvGrpSpPr>
            <p:grpSpPr bwMode="auto">
              <a:xfrm>
                <a:off x="42" y="1200"/>
                <a:ext cx="681" cy="154"/>
                <a:chOff x="504" y="3523"/>
                <a:chExt cx="681" cy="154"/>
              </a:xfrm>
            </p:grpSpPr>
            <p:grpSp>
              <p:nvGrpSpPr>
                <p:cNvPr id="298" name="Group 76">
                  <a:extLst>
                    <a:ext uri="{FF2B5EF4-FFF2-40B4-BE49-F238E27FC236}">
                      <a16:creationId xmlns:a16="http://schemas.microsoft.com/office/drawing/2014/main" id="{928DB5D8-985F-8347-9A9C-DA7A53A94151}"/>
                    </a:ext>
                  </a:extLst>
                </p:cNvPr>
                <p:cNvGrpSpPr>
                  <a:grpSpLocks/>
                </p:cNvGrpSpPr>
                <p:nvPr/>
              </p:nvGrpSpPr>
              <p:grpSpPr bwMode="auto">
                <a:xfrm>
                  <a:off x="623" y="3523"/>
                  <a:ext cx="510" cy="154"/>
                  <a:chOff x="723" y="3453"/>
                  <a:chExt cx="510" cy="154"/>
                </a:xfrm>
              </p:grpSpPr>
              <p:grpSp>
                <p:nvGrpSpPr>
                  <p:cNvPr id="302" name="Group 77">
                    <a:extLst>
                      <a:ext uri="{FF2B5EF4-FFF2-40B4-BE49-F238E27FC236}">
                        <a16:creationId xmlns:a16="http://schemas.microsoft.com/office/drawing/2014/main" id="{888E790F-9BAC-2B40-90A9-DAD74AEF7EA6}"/>
                      </a:ext>
                    </a:extLst>
                  </p:cNvPr>
                  <p:cNvGrpSpPr>
                    <a:grpSpLocks/>
                  </p:cNvGrpSpPr>
                  <p:nvPr/>
                </p:nvGrpSpPr>
                <p:grpSpPr bwMode="auto">
                  <a:xfrm>
                    <a:off x="836" y="3453"/>
                    <a:ext cx="397" cy="154"/>
                    <a:chOff x="836" y="3305"/>
                    <a:chExt cx="397" cy="154"/>
                  </a:xfrm>
                </p:grpSpPr>
                <p:grpSp>
                  <p:nvGrpSpPr>
                    <p:cNvPr id="305" name="Group 78">
                      <a:extLst>
                        <a:ext uri="{FF2B5EF4-FFF2-40B4-BE49-F238E27FC236}">
                          <a16:creationId xmlns:a16="http://schemas.microsoft.com/office/drawing/2014/main" id="{15A0B2F1-70CD-9B40-8297-7F7512A9EFAF}"/>
                        </a:ext>
                      </a:extLst>
                    </p:cNvPr>
                    <p:cNvGrpSpPr>
                      <a:grpSpLocks/>
                    </p:cNvGrpSpPr>
                    <p:nvPr/>
                  </p:nvGrpSpPr>
                  <p:grpSpPr bwMode="auto">
                    <a:xfrm>
                      <a:off x="890" y="3305"/>
                      <a:ext cx="343" cy="154"/>
                      <a:chOff x="844" y="3337"/>
                      <a:chExt cx="343" cy="154"/>
                    </a:xfrm>
                  </p:grpSpPr>
                  <p:sp>
                    <p:nvSpPr>
                      <p:cNvPr id="309" name="Rectangle 79">
                        <a:extLst>
                          <a:ext uri="{FF2B5EF4-FFF2-40B4-BE49-F238E27FC236}">
                            <a16:creationId xmlns:a16="http://schemas.microsoft.com/office/drawing/2014/main" id="{21E258B4-731A-EC4C-839E-EFDACC71806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0" name="Text Box 80">
                        <a:extLst>
                          <a:ext uri="{FF2B5EF4-FFF2-40B4-BE49-F238E27FC236}">
                            <a16:creationId xmlns:a16="http://schemas.microsoft.com/office/drawing/2014/main" id="{44E618E5-B1F9-724E-B7A8-703CF4D9632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06" name="Group 81">
                      <a:extLst>
                        <a:ext uri="{FF2B5EF4-FFF2-40B4-BE49-F238E27FC236}">
                          <a16:creationId xmlns:a16="http://schemas.microsoft.com/office/drawing/2014/main" id="{2DA4F930-1E58-2C42-BE02-B769CCF52613}"/>
                        </a:ext>
                      </a:extLst>
                    </p:cNvPr>
                    <p:cNvGrpSpPr>
                      <a:grpSpLocks/>
                    </p:cNvGrpSpPr>
                    <p:nvPr/>
                  </p:nvGrpSpPr>
                  <p:grpSpPr bwMode="auto">
                    <a:xfrm>
                      <a:off x="836" y="3334"/>
                      <a:ext cx="354" cy="94"/>
                      <a:chOff x="836" y="3334"/>
                      <a:chExt cx="354" cy="94"/>
                    </a:xfrm>
                  </p:grpSpPr>
                  <p:sp>
                    <p:nvSpPr>
                      <p:cNvPr id="307" name="Rectangle 82">
                        <a:extLst>
                          <a:ext uri="{FF2B5EF4-FFF2-40B4-BE49-F238E27FC236}">
                            <a16:creationId xmlns:a16="http://schemas.microsoft.com/office/drawing/2014/main" id="{EFA99778-FD4F-084D-9FDB-510BBB0E1DBD}"/>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8" name="Rectangle 83">
                        <a:extLst>
                          <a:ext uri="{FF2B5EF4-FFF2-40B4-BE49-F238E27FC236}">
                            <a16:creationId xmlns:a16="http://schemas.microsoft.com/office/drawing/2014/main" id="{32F43842-7DD3-DE4D-A916-A19571D6C34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03" name="Rectangle 84">
                    <a:extLst>
                      <a:ext uri="{FF2B5EF4-FFF2-40B4-BE49-F238E27FC236}">
                        <a16:creationId xmlns:a16="http://schemas.microsoft.com/office/drawing/2014/main" id="{2445B950-0E66-EE44-9A9B-0DFD11AC58B1}"/>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4" name="Rectangle 85">
                    <a:extLst>
                      <a:ext uri="{FF2B5EF4-FFF2-40B4-BE49-F238E27FC236}">
                        <a16:creationId xmlns:a16="http://schemas.microsoft.com/office/drawing/2014/main" id="{E8257C66-806D-AF47-A755-9B8859B1FCF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99" name="Rectangle 86">
                  <a:extLst>
                    <a:ext uri="{FF2B5EF4-FFF2-40B4-BE49-F238E27FC236}">
                      <a16:creationId xmlns:a16="http://schemas.microsoft.com/office/drawing/2014/main" id="{1479792F-21C7-BF47-9501-7396581168AB}"/>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0" name="Rectangle 87">
                  <a:extLst>
                    <a:ext uri="{FF2B5EF4-FFF2-40B4-BE49-F238E27FC236}">
                      <a16:creationId xmlns:a16="http://schemas.microsoft.com/office/drawing/2014/main" id="{9954F467-6E7C-BA49-B7E8-7B2711B7117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1" name="Rectangle 88">
                  <a:extLst>
                    <a:ext uri="{FF2B5EF4-FFF2-40B4-BE49-F238E27FC236}">
                      <a16:creationId xmlns:a16="http://schemas.microsoft.com/office/drawing/2014/main" id="{65AD9726-C793-0443-9F76-27D784834DD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292" name="AutoShape 89">
              <a:extLst>
                <a:ext uri="{FF2B5EF4-FFF2-40B4-BE49-F238E27FC236}">
                  <a16:creationId xmlns:a16="http://schemas.microsoft.com/office/drawing/2014/main" id="{22CB65A8-1FB8-4D48-8E5A-46F62E8E7F3A}"/>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24" name="Group 90">
            <a:extLst>
              <a:ext uri="{FF2B5EF4-FFF2-40B4-BE49-F238E27FC236}">
                <a16:creationId xmlns:a16="http://schemas.microsoft.com/office/drawing/2014/main" id="{627FA192-8658-9A4E-98F1-26C12012B879}"/>
              </a:ext>
            </a:extLst>
          </p:cNvPr>
          <p:cNvGrpSpPr>
            <a:grpSpLocks/>
          </p:cNvGrpSpPr>
          <p:nvPr/>
        </p:nvGrpSpPr>
        <p:grpSpPr bwMode="auto">
          <a:xfrm>
            <a:off x="476157" y="4386542"/>
            <a:ext cx="1081087" cy="244475"/>
            <a:chOff x="504" y="3523"/>
            <a:chExt cx="681" cy="154"/>
          </a:xfrm>
        </p:grpSpPr>
        <p:grpSp>
          <p:nvGrpSpPr>
            <p:cNvPr id="325" name="Group 91">
              <a:extLst>
                <a:ext uri="{FF2B5EF4-FFF2-40B4-BE49-F238E27FC236}">
                  <a16:creationId xmlns:a16="http://schemas.microsoft.com/office/drawing/2014/main" id="{49BA10AF-3B37-104A-BCFF-22430D3B75A9}"/>
                </a:ext>
              </a:extLst>
            </p:cNvPr>
            <p:cNvGrpSpPr>
              <a:grpSpLocks/>
            </p:cNvGrpSpPr>
            <p:nvPr/>
          </p:nvGrpSpPr>
          <p:grpSpPr bwMode="auto">
            <a:xfrm>
              <a:off x="623" y="3523"/>
              <a:ext cx="510" cy="154"/>
              <a:chOff x="723" y="3453"/>
              <a:chExt cx="510" cy="154"/>
            </a:xfrm>
          </p:grpSpPr>
          <p:grpSp>
            <p:nvGrpSpPr>
              <p:cNvPr id="333" name="Group 92">
                <a:extLst>
                  <a:ext uri="{FF2B5EF4-FFF2-40B4-BE49-F238E27FC236}">
                    <a16:creationId xmlns:a16="http://schemas.microsoft.com/office/drawing/2014/main" id="{1E4D7DBD-B06D-CC4D-BD5A-48BE83AC5D41}"/>
                  </a:ext>
                </a:extLst>
              </p:cNvPr>
              <p:cNvGrpSpPr>
                <a:grpSpLocks/>
              </p:cNvGrpSpPr>
              <p:nvPr/>
            </p:nvGrpSpPr>
            <p:grpSpPr bwMode="auto">
              <a:xfrm>
                <a:off x="836" y="3453"/>
                <a:ext cx="397" cy="154"/>
                <a:chOff x="836" y="3305"/>
                <a:chExt cx="397" cy="154"/>
              </a:xfrm>
            </p:grpSpPr>
            <p:grpSp>
              <p:nvGrpSpPr>
                <p:cNvPr id="336" name="Group 93">
                  <a:extLst>
                    <a:ext uri="{FF2B5EF4-FFF2-40B4-BE49-F238E27FC236}">
                      <a16:creationId xmlns:a16="http://schemas.microsoft.com/office/drawing/2014/main" id="{194A75E5-96A9-1C40-B18D-D18152CED4FA}"/>
                    </a:ext>
                  </a:extLst>
                </p:cNvPr>
                <p:cNvGrpSpPr>
                  <a:grpSpLocks/>
                </p:cNvGrpSpPr>
                <p:nvPr/>
              </p:nvGrpSpPr>
              <p:grpSpPr bwMode="auto">
                <a:xfrm>
                  <a:off x="890" y="3305"/>
                  <a:ext cx="343" cy="154"/>
                  <a:chOff x="844" y="3337"/>
                  <a:chExt cx="343" cy="154"/>
                </a:xfrm>
              </p:grpSpPr>
              <p:sp>
                <p:nvSpPr>
                  <p:cNvPr id="340" name="Rectangle 94">
                    <a:extLst>
                      <a:ext uri="{FF2B5EF4-FFF2-40B4-BE49-F238E27FC236}">
                        <a16:creationId xmlns:a16="http://schemas.microsoft.com/office/drawing/2014/main" id="{2DC75A14-9509-FD4C-918E-CB6F2A448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1" name="Text Box 95">
                    <a:extLst>
                      <a:ext uri="{FF2B5EF4-FFF2-40B4-BE49-F238E27FC236}">
                        <a16:creationId xmlns:a16="http://schemas.microsoft.com/office/drawing/2014/main" id="{F617B0D0-DB72-F449-BF5B-EF33EE6A61E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37" name="Group 96">
                  <a:extLst>
                    <a:ext uri="{FF2B5EF4-FFF2-40B4-BE49-F238E27FC236}">
                      <a16:creationId xmlns:a16="http://schemas.microsoft.com/office/drawing/2014/main" id="{AC25ADBB-2176-944C-8B8D-767CE853599E}"/>
                    </a:ext>
                  </a:extLst>
                </p:cNvPr>
                <p:cNvGrpSpPr>
                  <a:grpSpLocks/>
                </p:cNvGrpSpPr>
                <p:nvPr/>
              </p:nvGrpSpPr>
              <p:grpSpPr bwMode="auto">
                <a:xfrm>
                  <a:off x="836" y="3334"/>
                  <a:ext cx="354" cy="94"/>
                  <a:chOff x="836" y="3334"/>
                  <a:chExt cx="354" cy="94"/>
                </a:xfrm>
              </p:grpSpPr>
              <p:sp>
                <p:nvSpPr>
                  <p:cNvPr id="338" name="Rectangle 97">
                    <a:extLst>
                      <a:ext uri="{FF2B5EF4-FFF2-40B4-BE49-F238E27FC236}">
                        <a16:creationId xmlns:a16="http://schemas.microsoft.com/office/drawing/2014/main" id="{0E217236-4A0A-6E45-819B-C9E1E1D4C0D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9" name="Rectangle 98">
                    <a:extLst>
                      <a:ext uri="{FF2B5EF4-FFF2-40B4-BE49-F238E27FC236}">
                        <a16:creationId xmlns:a16="http://schemas.microsoft.com/office/drawing/2014/main" id="{EF8EBD81-20D3-304E-8E45-3B88FA1FE15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34" name="Rectangle 99">
                <a:extLst>
                  <a:ext uri="{FF2B5EF4-FFF2-40B4-BE49-F238E27FC236}">
                    <a16:creationId xmlns:a16="http://schemas.microsoft.com/office/drawing/2014/main" id="{B6153F06-604A-A84D-94D4-BCF8985CA20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5" name="Rectangle 100">
                <a:extLst>
                  <a:ext uri="{FF2B5EF4-FFF2-40B4-BE49-F238E27FC236}">
                    <a16:creationId xmlns:a16="http://schemas.microsoft.com/office/drawing/2014/main" id="{4A48C38C-FB90-9E48-863A-6098EE05FF88}"/>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26" name="Rectangle 101">
              <a:extLst>
                <a:ext uri="{FF2B5EF4-FFF2-40B4-BE49-F238E27FC236}">
                  <a16:creationId xmlns:a16="http://schemas.microsoft.com/office/drawing/2014/main" id="{B397BDA8-2CB9-2A48-BAE8-04E2FCFFC10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Rectangle 102">
              <a:extLst>
                <a:ext uri="{FF2B5EF4-FFF2-40B4-BE49-F238E27FC236}">
                  <a16:creationId xmlns:a16="http://schemas.microsoft.com/office/drawing/2014/main" id="{4251D2BB-EBB9-744F-8FA4-ACDD4A7E2857}"/>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Rectangle 103">
              <a:extLst>
                <a:ext uri="{FF2B5EF4-FFF2-40B4-BE49-F238E27FC236}">
                  <a16:creationId xmlns:a16="http://schemas.microsoft.com/office/drawing/2014/main" id="{D7BFE06A-92AE-374C-8F20-2F4F01A3DF2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42" name="Group 113">
            <a:extLst>
              <a:ext uri="{FF2B5EF4-FFF2-40B4-BE49-F238E27FC236}">
                <a16:creationId xmlns:a16="http://schemas.microsoft.com/office/drawing/2014/main" id="{5883EEDA-DCBD-0140-95F3-07D052C9ACEC}"/>
              </a:ext>
            </a:extLst>
          </p:cNvPr>
          <p:cNvGrpSpPr>
            <a:grpSpLocks/>
          </p:cNvGrpSpPr>
          <p:nvPr/>
        </p:nvGrpSpPr>
        <p:grpSpPr bwMode="auto">
          <a:xfrm>
            <a:off x="179014" y="1480949"/>
            <a:ext cx="1081087" cy="1217612"/>
            <a:chOff x="1404" y="3105"/>
            <a:chExt cx="681" cy="767"/>
          </a:xfrm>
        </p:grpSpPr>
        <p:grpSp>
          <p:nvGrpSpPr>
            <p:cNvPr id="343" name="Group 114">
              <a:extLst>
                <a:ext uri="{FF2B5EF4-FFF2-40B4-BE49-F238E27FC236}">
                  <a16:creationId xmlns:a16="http://schemas.microsoft.com/office/drawing/2014/main" id="{D8F28A19-02BB-2147-955B-5EC7BA1B9344}"/>
                </a:ext>
              </a:extLst>
            </p:cNvPr>
            <p:cNvGrpSpPr>
              <a:grpSpLocks/>
            </p:cNvGrpSpPr>
            <p:nvPr/>
          </p:nvGrpSpPr>
          <p:grpSpPr bwMode="auto">
            <a:xfrm>
              <a:off x="1404" y="3355"/>
              <a:ext cx="681" cy="468"/>
              <a:chOff x="42" y="886"/>
              <a:chExt cx="681" cy="468"/>
            </a:xfrm>
          </p:grpSpPr>
          <p:grpSp>
            <p:nvGrpSpPr>
              <p:cNvPr id="348" name="Group 115">
                <a:extLst>
                  <a:ext uri="{FF2B5EF4-FFF2-40B4-BE49-F238E27FC236}">
                    <a16:creationId xmlns:a16="http://schemas.microsoft.com/office/drawing/2014/main" id="{5C445902-86BE-6646-AF15-158184A32AA0}"/>
                  </a:ext>
                </a:extLst>
              </p:cNvPr>
              <p:cNvGrpSpPr>
                <a:grpSpLocks/>
              </p:cNvGrpSpPr>
              <p:nvPr/>
            </p:nvGrpSpPr>
            <p:grpSpPr bwMode="auto">
              <a:xfrm>
                <a:off x="278" y="886"/>
                <a:ext cx="397" cy="154"/>
                <a:chOff x="740" y="3209"/>
                <a:chExt cx="397" cy="154"/>
              </a:xfrm>
            </p:grpSpPr>
            <p:grpSp>
              <p:nvGrpSpPr>
                <p:cNvPr id="374" name="Group 116">
                  <a:extLst>
                    <a:ext uri="{FF2B5EF4-FFF2-40B4-BE49-F238E27FC236}">
                      <a16:creationId xmlns:a16="http://schemas.microsoft.com/office/drawing/2014/main" id="{4311E081-C87E-F944-8B67-1DEB5ECEAA1A}"/>
                    </a:ext>
                  </a:extLst>
                </p:cNvPr>
                <p:cNvGrpSpPr>
                  <a:grpSpLocks/>
                </p:cNvGrpSpPr>
                <p:nvPr/>
              </p:nvGrpSpPr>
              <p:grpSpPr bwMode="auto">
                <a:xfrm>
                  <a:off x="794" y="3209"/>
                  <a:ext cx="343" cy="154"/>
                  <a:chOff x="844" y="3337"/>
                  <a:chExt cx="343" cy="154"/>
                </a:xfrm>
              </p:grpSpPr>
              <p:sp>
                <p:nvSpPr>
                  <p:cNvPr id="377" name="Rectangle 117">
                    <a:extLst>
                      <a:ext uri="{FF2B5EF4-FFF2-40B4-BE49-F238E27FC236}">
                        <a16:creationId xmlns:a16="http://schemas.microsoft.com/office/drawing/2014/main" id="{ECF635FF-3612-4C4D-8CF5-35F26DCF9E6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8" name="Text Box 118">
                    <a:extLst>
                      <a:ext uri="{FF2B5EF4-FFF2-40B4-BE49-F238E27FC236}">
                        <a16:creationId xmlns:a16="http://schemas.microsoft.com/office/drawing/2014/main" id="{F6110A27-4F3B-E347-A46E-5CE76FF9F267}"/>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75" name="Rectangle 119">
                  <a:extLst>
                    <a:ext uri="{FF2B5EF4-FFF2-40B4-BE49-F238E27FC236}">
                      <a16:creationId xmlns:a16="http://schemas.microsoft.com/office/drawing/2014/main" id="{1341764B-E95B-7846-A7C7-697B31210CC9}"/>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6" name="Rectangle 120">
                  <a:extLst>
                    <a:ext uri="{FF2B5EF4-FFF2-40B4-BE49-F238E27FC236}">
                      <a16:creationId xmlns:a16="http://schemas.microsoft.com/office/drawing/2014/main" id="{F3FB38BB-2247-3846-95CA-29159BEEFD5C}"/>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0" name="Group 121">
                <a:extLst>
                  <a:ext uri="{FF2B5EF4-FFF2-40B4-BE49-F238E27FC236}">
                    <a16:creationId xmlns:a16="http://schemas.microsoft.com/office/drawing/2014/main" id="{AFBD3A6C-1C80-8842-9F56-0D54017B31E3}"/>
                  </a:ext>
                </a:extLst>
              </p:cNvPr>
              <p:cNvGrpSpPr>
                <a:grpSpLocks/>
              </p:cNvGrpSpPr>
              <p:nvPr/>
            </p:nvGrpSpPr>
            <p:grpSpPr bwMode="auto">
              <a:xfrm>
                <a:off x="278" y="1034"/>
                <a:ext cx="397" cy="154"/>
                <a:chOff x="836" y="3305"/>
                <a:chExt cx="397" cy="154"/>
              </a:xfrm>
            </p:grpSpPr>
            <p:grpSp>
              <p:nvGrpSpPr>
                <p:cNvPr id="368" name="Group 122">
                  <a:extLst>
                    <a:ext uri="{FF2B5EF4-FFF2-40B4-BE49-F238E27FC236}">
                      <a16:creationId xmlns:a16="http://schemas.microsoft.com/office/drawing/2014/main" id="{1A113B9C-3462-5942-A44E-6B07A542F0D7}"/>
                    </a:ext>
                  </a:extLst>
                </p:cNvPr>
                <p:cNvGrpSpPr>
                  <a:grpSpLocks/>
                </p:cNvGrpSpPr>
                <p:nvPr/>
              </p:nvGrpSpPr>
              <p:grpSpPr bwMode="auto">
                <a:xfrm>
                  <a:off x="890" y="3305"/>
                  <a:ext cx="343" cy="154"/>
                  <a:chOff x="844" y="3337"/>
                  <a:chExt cx="343" cy="154"/>
                </a:xfrm>
              </p:grpSpPr>
              <p:sp>
                <p:nvSpPr>
                  <p:cNvPr id="372" name="Rectangle 123">
                    <a:extLst>
                      <a:ext uri="{FF2B5EF4-FFF2-40B4-BE49-F238E27FC236}">
                        <a16:creationId xmlns:a16="http://schemas.microsoft.com/office/drawing/2014/main" id="{F1CC8B66-3B5E-D349-80F7-D9084983F6C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Text Box 124">
                    <a:extLst>
                      <a:ext uri="{FF2B5EF4-FFF2-40B4-BE49-F238E27FC236}">
                        <a16:creationId xmlns:a16="http://schemas.microsoft.com/office/drawing/2014/main" id="{9D04501E-61A9-7840-8FDD-A4B0D85E1E4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9" name="Group 125">
                  <a:extLst>
                    <a:ext uri="{FF2B5EF4-FFF2-40B4-BE49-F238E27FC236}">
                      <a16:creationId xmlns:a16="http://schemas.microsoft.com/office/drawing/2014/main" id="{3DD83276-AEAB-544D-8216-A2090A138D00}"/>
                    </a:ext>
                  </a:extLst>
                </p:cNvPr>
                <p:cNvGrpSpPr>
                  <a:grpSpLocks/>
                </p:cNvGrpSpPr>
                <p:nvPr/>
              </p:nvGrpSpPr>
              <p:grpSpPr bwMode="auto">
                <a:xfrm>
                  <a:off x="836" y="3334"/>
                  <a:ext cx="354" cy="94"/>
                  <a:chOff x="836" y="3334"/>
                  <a:chExt cx="354" cy="94"/>
                </a:xfrm>
              </p:grpSpPr>
              <p:sp>
                <p:nvSpPr>
                  <p:cNvPr id="370" name="Rectangle 126">
                    <a:extLst>
                      <a:ext uri="{FF2B5EF4-FFF2-40B4-BE49-F238E27FC236}">
                        <a16:creationId xmlns:a16="http://schemas.microsoft.com/office/drawing/2014/main" id="{F23B95D8-54C4-D34E-946B-DEF86CB7B8DF}"/>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Rectangle 127">
                    <a:extLst>
                      <a:ext uri="{FF2B5EF4-FFF2-40B4-BE49-F238E27FC236}">
                        <a16:creationId xmlns:a16="http://schemas.microsoft.com/office/drawing/2014/main" id="{DA734683-A318-454E-A045-23BE51F0F52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51" name="Group 128">
                <a:extLst>
                  <a:ext uri="{FF2B5EF4-FFF2-40B4-BE49-F238E27FC236}">
                    <a16:creationId xmlns:a16="http://schemas.microsoft.com/office/drawing/2014/main" id="{16D8F290-90C4-884D-8BEC-4F527A600FA1}"/>
                  </a:ext>
                </a:extLst>
              </p:cNvPr>
              <p:cNvGrpSpPr>
                <a:grpSpLocks/>
              </p:cNvGrpSpPr>
              <p:nvPr/>
            </p:nvGrpSpPr>
            <p:grpSpPr bwMode="auto">
              <a:xfrm>
                <a:off x="165" y="1054"/>
                <a:ext cx="480" cy="112"/>
                <a:chOff x="627" y="3377"/>
                <a:chExt cx="480" cy="112"/>
              </a:xfrm>
            </p:grpSpPr>
            <p:sp>
              <p:nvSpPr>
                <p:cNvPr id="366" name="Rectangle 129">
                  <a:extLst>
                    <a:ext uri="{FF2B5EF4-FFF2-40B4-BE49-F238E27FC236}">
                      <a16:creationId xmlns:a16="http://schemas.microsoft.com/office/drawing/2014/main" id="{1D3E3622-DC4A-044E-A888-13677F7D168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Rectangle 130">
                  <a:extLst>
                    <a:ext uri="{FF2B5EF4-FFF2-40B4-BE49-F238E27FC236}">
                      <a16:creationId xmlns:a16="http://schemas.microsoft.com/office/drawing/2014/main" id="{B7CF74F0-E826-CE41-B70E-DC73509B609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2" name="Group 131">
                <a:extLst>
                  <a:ext uri="{FF2B5EF4-FFF2-40B4-BE49-F238E27FC236}">
                    <a16:creationId xmlns:a16="http://schemas.microsoft.com/office/drawing/2014/main" id="{D87ED124-1122-114E-A552-2B81F10E9791}"/>
                  </a:ext>
                </a:extLst>
              </p:cNvPr>
              <p:cNvGrpSpPr>
                <a:grpSpLocks/>
              </p:cNvGrpSpPr>
              <p:nvPr/>
            </p:nvGrpSpPr>
            <p:grpSpPr bwMode="auto">
              <a:xfrm>
                <a:off x="42" y="1200"/>
                <a:ext cx="681" cy="154"/>
                <a:chOff x="504" y="3523"/>
                <a:chExt cx="681" cy="154"/>
              </a:xfrm>
            </p:grpSpPr>
            <p:grpSp>
              <p:nvGrpSpPr>
                <p:cNvPr id="353" name="Group 132">
                  <a:extLst>
                    <a:ext uri="{FF2B5EF4-FFF2-40B4-BE49-F238E27FC236}">
                      <a16:creationId xmlns:a16="http://schemas.microsoft.com/office/drawing/2014/main" id="{3983C9C0-A891-BF4E-A921-C7DB56F4CC77}"/>
                    </a:ext>
                  </a:extLst>
                </p:cNvPr>
                <p:cNvGrpSpPr>
                  <a:grpSpLocks/>
                </p:cNvGrpSpPr>
                <p:nvPr/>
              </p:nvGrpSpPr>
              <p:grpSpPr bwMode="auto">
                <a:xfrm>
                  <a:off x="623" y="3523"/>
                  <a:ext cx="510" cy="154"/>
                  <a:chOff x="723" y="3453"/>
                  <a:chExt cx="510" cy="154"/>
                </a:xfrm>
              </p:grpSpPr>
              <p:grpSp>
                <p:nvGrpSpPr>
                  <p:cNvPr id="357" name="Group 133">
                    <a:extLst>
                      <a:ext uri="{FF2B5EF4-FFF2-40B4-BE49-F238E27FC236}">
                        <a16:creationId xmlns:a16="http://schemas.microsoft.com/office/drawing/2014/main" id="{00BCA7B6-7079-5840-B49A-A1603E6357DF}"/>
                      </a:ext>
                    </a:extLst>
                  </p:cNvPr>
                  <p:cNvGrpSpPr>
                    <a:grpSpLocks/>
                  </p:cNvGrpSpPr>
                  <p:nvPr/>
                </p:nvGrpSpPr>
                <p:grpSpPr bwMode="auto">
                  <a:xfrm>
                    <a:off x="836" y="3453"/>
                    <a:ext cx="397" cy="154"/>
                    <a:chOff x="836" y="3305"/>
                    <a:chExt cx="397" cy="154"/>
                  </a:xfrm>
                </p:grpSpPr>
                <p:grpSp>
                  <p:nvGrpSpPr>
                    <p:cNvPr id="360" name="Group 134">
                      <a:extLst>
                        <a:ext uri="{FF2B5EF4-FFF2-40B4-BE49-F238E27FC236}">
                          <a16:creationId xmlns:a16="http://schemas.microsoft.com/office/drawing/2014/main" id="{5723C07F-7067-7442-B671-6E3710D5B304}"/>
                        </a:ext>
                      </a:extLst>
                    </p:cNvPr>
                    <p:cNvGrpSpPr>
                      <a:grpSpLocks/>
                    </p:cNvGrpSpPr>
                    <p:nvPr/>
                  </p:nvGrpSpPr>
                  <p:grpSpPr bwMode="auto">
                    <a:xfrm>
                      <a:off x="890" y="3305"/>
                      <a:ext cx="343" cy="154"/>
                      <a:chOff x="844" y="3337"/>
                      <a:chExt cx="343" cy="154"/>
                    </a:xfrm>
                  </p:grpSpPr>
                  <p:sp>
                    <p:nvSpPr>
                      <p:cNvPr id="364" name="Rectangle 135">
                        <a:extLst>
                          <a:ext uri="{FF2B5EF4-FFF2-40B4-BE49-F238E27FC236}">
                            <a16:creationId xmlns:a16="http://schemas.microsoft.com/office/drawing/2014/main" id="{B5AF0E21-ED85-9849-B221-EFD25F84BE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Text Box 136">
                        <a:extLst>
                          <a:ext uri="{FF2B5EF4-FFF2-40B4-BE49-F238E27FC236}">
                            <a16:creationId xmlns:a16="http://schemas.microsoft.com/office/drawing/2014/main" id="{45723D24-31C5-4846-BE05-0E7FD549A89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1" name="Group 137">
                      <a:extLst>
                        <a:ext uri="{FF2B5EF4-FFF2-40B4-BE49-F238E27FC236}">
                          <a16:creationId xmlns:a16="http://schemas.microsoft.com/office/drawing/2014/main" id="{80FE1C0E-16B1-2D44-B299-88A00143E612}"/>
                        </a:ext>
                      </a:extLst>
                    </p:cNvPr>
                    <p:cNvGrpSpPr>
                      <a:grpSpLocks/>
                    </p:cNvGrpSpPr>
                    <p:nvPr/>
                  </p:nvGrpSpPr>
                  <p:grpSpPr bwMode="auto">
                    <a:xfrm>
                      <a:off x="836" y="3334"/>
                      <a:ext cx="354" cy="94"/>
                      <a:chOff x="836" y="3334"/>
                      <a:chExt cx="354" cy="94"/>
                    </a:xfrm>
                  </p:grpSpPr>
                  <p:sp>
                    <p:nvSpPr>
                      <p:cNvPr id="362" name="Rectangle 138">
                        <a:extLst>
                          <a:ext uri="{FF2B5EF4-FFF2-40B4-BE49-F238E27FC236}">
                            <a16:creationId xmlns:a16="http://schemas.microsoft.com/office/drawing/2014/main" id="{D1EF3C03-E9F7-EA48-B907-E23FDF7AAEC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Rectangle 139">
                        <a:extLst>
                          <a:ext uri="{FF2B5EF4-FFF2-40B4-BE49-F238E27FC236}">
                            <a16:creationId xmlns:a16="http://schemas.microsoft.com/office/drawing/2014/main" id="{0E636BA2-C8E1-2748-ABAB-2E1309C06EC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58" name="Rectangle 140">
                    <a:extLst>
                      <a:ext uri="{FF2B5EF4-FFF2-40B4-BE49-F238E27FC236}">
                        <a16:creationId xmlns:a16="http://schemas.microsoft.com/office/drawing/2014/main" id="{1E71C801-BC9F-C941-B2FA-82E6DFB91EF3}"/>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9" name="Rectangle 141">
                    <a:extLst>
                      <a:ext uri="{FF2B5EF4-FFF2-40B4-BE49-F238E27FC236}">
                        <a16:creationId xmlns:a16="http://schemas.microsoft.com/office/drawing/2014/main" id="{8C1C8646-0C84-7646-B3C5-C586B30A328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42">
                  <a:extLst>
                    <a:ext uri="{FF2B5EF4-FFF2-40B4-BE49-F238E27FC236}">
                      <a16:creationId xmlns:a16="http://schemas.microsoft.com/office/drawing/2014/main" id="{F7DE1756-9A3B-B144-842D-9320340499A7}"/>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43">
                  <a:extLst>
                    <a:ext uri="{FF2B5EF4-FFF2-40B4-BE49-F238E27FC236}">
                      <a16:creationId xmlns:a16="http://schemas.microsoft.com/office/drawing/2014/main" id="{1BA49523-4DF4-5F44-9051-145D0A615145}"/>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6" name="Rectangle 144">
                  <a:extLst>
                    <a:ext uri="{FF2B5EF4-FFF2-40B4-BE49-F238E27FC236}">
                      <a16:creationId xmlns:a16="http://schemas.microsoft.com/office/drawing/2014/main" id="{D8FFCB85-547D-C64B-A539-2E195680748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44" name="AutoShape 145">
              <a:extLst>
                <a:ext uri="{FF2B5EF4-FFF2-40B4-BE49-F238E27FC236}">
                  <a16:creationId xmlns:a16="http://schemas.microsoft.com/office/drawing/2014/main" id="{3F4330D4-196A-FE44-8859-2BBEE9440F1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45" name="Group 146">
              <a:extLst>
                <a:ext uri="{FF2B5EF4-FFF2-40B4-BE49-F238E27FC236}">
                  <a16:creationId xmlns:a16="http://schemas.microsoft.com/office/drawing/2014/main" id="{2C244F89-6CDC-B14C-B8E0-593D333F6EE9}"/>
                </a:ext>
              </a:extLst>
            </p:cNvPr>
            <p:cNvGrpSpPr>
              <a:grpSpLocks/>
            </p:cNvGrpSpPr>
            <p:nvPr/>
          </p:nvGrpSpPr>
          <p:grpSpPr bwMode="auto">
            <a:xfrm>
              <a:off x="1695" y="3227"/>
              <a:ext cx="343" cy="154"/>
              <a:chOff x="844" y="3337"/>
              <a:chExt cx="343" cy="154"/>
            </a:xfrm>
          </p:grpSpPr>
          <p:sp>
            <p:nvSpPr>
              <p:cNvPr id="346" name="Rectangle 147">
                <a:extLst>
                  <a:ext uri="{FF2B5EF4-FFF2-40B4-BE49-F238E27FC236}">
                    <a16:creationId xmlns:a16="http://schemas.microsoft.com/office/drawing/2014/main" id="{3F1C1009-8ACA-AE4D-B2EA-D060B3041EC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Text Box 148">
                <a:extLst>
                  <a:ext uri="{FF2B5EF4-FFF2-40B4-BE49-F238E27FC236}">
                    <a16:creationId xmlns:a16="http://schemas.microsoft.com/office/drawing/2014/main" id="{E9DDB984-3FC1-9442-8445-5B270D27673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379" name="Group 149">
            <a:extLst>
              <a:ext uri="{FF2B5EF4-FFF2-40B4-BE49-F238E27FC236}">
                <a16:creationId xmlns:a16="http://schemas.microsoft.com/office/drawing/2014/main" id="{CF307C47-A864-5E4F-9726-298AD443C250}"/>
              </a:ext>
            </a:extLst>
          </p:cNvPr>
          <p:cNvGrpSpPr>
            <a:grpSpLocks/>
          </p:cNvGrpSpPr>
          <p:nvPr/>
        </p:nvGrpSpPr>
        <p:grpSpPr bwMode="auto">
          <a:xfrm>
            <a:off x="830169" y="3326092"/>
            <a:ext cx="544513" cy="244475"/>
            <a:chOff x="844" y="3337"/>
            <a:chExt cx="343" cy="154"/>
          </a:xfrm>
        </p:grpSpPr>
        <p:sp>
          <p:nvSpPr>
            <p:cNvPr id="380" name="Rectangle 150">
              <a:extLst>
                <a:ext uri="{FF2B5EF4-FFF2-40B4-BE49-F238E27FC236}">
                  <a16:creationId xmlns:a16="http://schemas.microsoft.com/office/drawing/2014/main" id="{153D2A8C-D4DA-3744-9B39-E44700761D7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1" name="Text Box 151">
              <a:extLst>
                <a:ext uri="{FF2B5EF4-FFF2-40B4-BE49-F238E27FC236}">
                  <a16:creationId xmlns:a16="http://schemas.microsoft.com/office/drawing/2014/main" id="{188D7169-9E2B-604F-A79F-4277DE2B78BD}"/>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82" name="Rectangle 155">
            <a:extLst>
              <a:ext uri="{FF2B5EF4-FFF2-40B4-BE49-F238E27FC236}">
                <a16:creationId xmlns:a16="http://schemas.microsoft.com/office/drawing/2014/main" id="{E3E60786-723F-AF41-BAEB-EAE22AF7DDD9}"/>
              </a:ext>
            </a:extLst>
          </p:cNvPr>
          <p:cNvSpPr>
            <a:spLocks noChangeArrowheads="1"/>
          </p:cNvSpPr>
          <p:nvPr/>
        </p:nvSpPr>
        <p:spPr bwMode="auto">
          <a:xfrm>
            <a:off x="5207223" y="3162580"/>
            <a:ext cx="6530667" cy="13620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encapsulation at DHCP server, frame forwarded (</a:t>
            </a:r>
            <a:r>
              <a:rPr lang="en-US" sz="2800" dirty="0">
                <a:solidFill>
                  <a:srgbClr val="C00000"/>
                </a:solidFill>
                <a:ea typeface="ＭＳ Ｐゴシック" charset="0"/>
              </a:rPr>
              <a:t>switch learning</a:t>
            </a:r>
            <a:r>
              <a:rPr lang="en-US" sz="2800" dirty="0">
                <a:solidFill>
                  <a:srgbClr val="000000"/>
                </a:solidFill>
                <a:ea typeface="ＭＳ Ｐゴシック" charset="0"/>
              </a:rPr>
              <a:t>) through LAN, demultiplexing at client</a:t>
            </a:r>
          </a:p>
          <a:p>
            <a:pPr marL="342900" indent="-342900" eaLnBrk="0" fontAlgn="base" hangingPunct="0">
              <a:lnSpc>
                <a:spcPct val="90000"/>
              </a:lnSpc>
              <a:spcBef>
                <a:spcPct val="20000"/>
              </a:spcBef>
              <a:spcAft>
                <a:spcPct val="0"/>
              </a:spcAft>
              <a:buClr>
                <a:srgbClr val="000099"/>
              </a:buClr>
              <a:buSzPct val="65000"/>
              <a:buFont typeface="Wingdings" charset="0"/>
              <a:buChar char="v"/>
              <a:defRPr/>
            </a:pPr>
            <a:endParaRPr lang="en-US" sz="2400" dirty="0">
              <a:solidFill>
                <a:srgbClr val="000000"/>
              </a:solidFill>
              <a:ea typeface="ＭＳ Ｐゴシック" charset="0"/>
            </a:endParaRPr>
          </a:p>
        </p:txBody>
      </p:sp>
      <p:sp>
        <p:nvSpPr>
          <p:cNvPr id="383" name="Text Box 156">
            <a:extLst>
              <a:ext uri="{FF2B5EF4-FFF2-40B4-BE49-F238E27FC236}">
                <a16:creationId xmlns:a16="http://schemas.microsoft.com/office/drawing/2014/main" id="{C11E33FE-C63F-9746-B0FD-73D62EF6D05E}"/>
              </a:ext>
            </a:extLst>
          </p:cNvPr>
          <p:cNvSpPr txBox="1">
            <a:spLocks noChangeArrowheads="1"/>
          </p:cNvSpPr>
          <p:nvPr/>
        </p:nvSpPr>
        <p:spPr bwMode="auto">
          <a:xfrm>
            <a:off x="1998687" y="5515572"/>
            <a:ext cx="8110939" cy="9541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en-US" sz="2800" dirty="0">
                <a:solidFill>
                  <a:srgbClr val="0000A8"/>
                </a:solidFill>
                <a:latin typeface="+mn-lt"/>
              </a:rPr>
              <a:t>Client now has IP address, knows name &amp; addr of DNS </a:t>
            </a:r>
          </a:p>
          <a:p>
            <a:pPr algn="ctr" eaLnBrk="0" fontAlgn="base" hangingPunct="0">
              <a:spcBef>
                <a:spcPct val="0"/>
              </a:spcBef>
              <a:spcAft>
                <a:spcPct val="0"/>
              </a:spcAft>
              <a:defRPr/>
            </a:pPr>
            <a:r>
              <a:rPr lang="en-US" sz="2800" dirty="0">
                <a:solidFill>
                  <a:srgbClr val="0000A8"/>
                </a:solidFill>
                <a:latin typeface="+mn-lt"/>
              </a:rPr>
              <a:t>server, IP address of its first-hop router</a:t>
            </a:r>
          </a:p>
        </p:txBody>
      </p:sp>
      <p:sp>
        <p:nvSpPr>
          <p:cNvPr id="384" name="Rectangle 157">
            <a:extLst>
              <a:ext uri="{FF2B5EF4-FFF2-40B4-BE49-F238E27FC236}">
                <a16:creationId xmlns:a16="http://schemas.microsoft.com/office/drawing/2014/main" id="{EA276F5A-DB03-D14D-910F-E636747EE144}"/>
              </a:ext>
            </a:extLst>
          </p:cNvPr>
          <p:cNvSpPr>
            <a:spLocks noChangeArrowheads="1"/>
          </p:cNvSpPr>
          <p:nvPr/>
        </p:nvSpPr>
        <p:spPr bwMode="auto">
          <a:xfrm>
            <a:off x="5229766" y="4655782"/>
            <a:ext cx="6530666" cy="7334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client receives DHCP ACK reply</a:t>
            </a:r>
          </a:p>
        </p:txBody>
      </p:sp>
    </p:spTree>
    <p:extLst>
      <p:ext uri="{BB962C8B-B14F-4D97-AF65-F5344CB8AC3E}">
        <p14:creationId xmlns:p14="http://schemas.microsoft.com/office/powerpoint/2010/main" val="14577361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79"/>
                                        </p:tgtEl>
                                        <p:attrNameLst>
                                          <p:attrName>style.visibility</p:attrName>
                                        </p:attrNameLst>
                                      </p:cBhvr>
                                      <p:to>
                                        <p:strVal val="visible"/>
                                      </p:to>
                                    </p:set>
                                  </p:childTnLst>
                                </p:cTn>
                              </p:par>
                              <p:par>
                                <p:cTn id="7" presetID="9" presetClass="entr" presetSubtype="0" fill="hold" grpId="0" nodeType="withEffect">
                                  <p:stCondLst>
                                    <p:cond delay="0"/>
                                  </p:stCondLst>
                                  <p:childTnLst>
                                    <p:set>
                                      <p:cBhvr>
                                        <p:cTn id="8" dur="1" fill="hold">
                                          <p:stCondLst>
                                            <p:cond delay="0"/>
                                          </p:stCondLst>
                                        </p:cTn>
                                        <p:tgtEl>
                                          <p:spTgt spid="289">
                                            <p:txEl>
                                              <p:pRg st="0" end="0"/>
                                            </p:txEl>
                                          </p:spTgt>
                                        </p:tgtEl>
                                        <p:attrNameLst>
                                          <p:attrName>style.visibility</p:attrName>
                                        </p:attrNameLst>
                                      </p:cBhvr>
                                      <p:to>
                                        <p:strVal val="visible"/>
                                      </p:to>
                                    </p:set>
                                    <p:animEffect transition="in" filter="dissolve">
                                      <p:cBhvr>
                                        <p:cTn id="9" dur="500"/>
                                        <p:tgtEl>
                                          <p:spTgt spid="289">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290"/>
                                        </p:tgtEl>
                                        <p:attrNameLst>
                                          <p:attrName>style.visibility</p:attrName>
                                        </p:attrNameLst>
                                      </p:cBhvr>
                                      <p:to>
                                        <p:strVal val="visible"/>
                                      </p:to>
                                    </p:set>
                                    <p:animEffect transition="in" filter="wipe(up)">
                                      <p:cBhvr>
                                        <p:cTn id="14" dur="500"/>
                                        <p:tgtEl>
                                          <p:spTgt spid="290"/>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382">
                                            <p:txEl>
                                              <p:pRg st="0" end="0"/>
                                            </p:txEl>
                                          </p:spTgt>
                                        </p:tgtEl>
                                        <p:attrNameLst>
                                          <p:attrName>style.visibility</p:attrName>
                                        </p:attrNameLst>
                                      </p:cBhvr>
                                      <p:to>
                                        <p:strVal val="visible"/>
                                      </p:to>
                                    </p:set>
                                    <p:animEffect transition="in" filter="dissolve">
                                      <p:cBhvr>
                                        <p:cTn id="17" dur="500"/>
                                        <p:tgtEl>
                                          <p:spTgt spid="382">
                                            <p:txEl>
                                              <p:pRg st="0" end="0"/>
                                            </p:txEl>
                                          </p:spTgt>
                                        </p:tgtEl>
                                      </p:cBhvr>
                                    </p:animEffect>
                                  </p:childTnLst>
                                </p:cTn>
                              </p:par>
                            </p:childTnLst>
                          </p:cTn>
                        </p:par>
                        <p:par>
                          <p:cTn id="18" fill="hold">
                            <p:stCondLst>
                              <p:cond delay="500"/>
                            </p:stCondLst>
                            <p:childTnLst>
                              <p:par>
                                <p:cTn id="19" presetID="1" presetClass="entr" presetSubtype="0" fill="hold" nodeType="afterEffect">
                                  <p:stCondLst>
                                    <p:cond delay="0"/>
                                  </p:stCondLst>
                                  <p:childTnLst>
                                    <p:set>
                                      <p:cBhvr>
                                        <p:cTn id="20" dur="1" fill="hold">
                                          <p:stCondLst>
                                            <p:cond delay="0"/>
                                          </p:stCondLst>
                                        </p:cTn>
                                        <p:tgtEl>
                                          <p:spTgt spid="324"/>
                                        </p:tgtEl>
                                        <p:attrNameLst>
                                          <p:attrName>style.visibility</p:attrName>
                                        </p:attrNameLst>
                                      </p:cBhvr>
                                      <p:to>
                                        <p:strVal val="visible"/>
                                      </p:to>
                                    </p:set>
                                  </p:childTnLst>
                                </p:cTn>
                              </p:par>
                            </p:childTnLst>
                          </p:cTn>
                        </p:par>
                        <p:par>
                          <p:cTn id="21" fill="hold">
                            <p:stCondLst>
                              <p:cond delay="500"/>
                            </p:stCondLst>
                            <p:childTnLst>
                              <p:par>
                                <p:cTn id="22" presetID="0" presetClass="path" presetSubtype="0" accel="50000" decel="50000" fill="hold" nodeType="afterEffect">
                                  <p:stCondLst>
                                    <p:cond delay="0"/>
                                  </p:stCondLst>
                                  <p:childTnLst>
                                    <p:animMotion origin="layout" path="M -0.00052 -0.00093 L 0.1612 0.00278 L 0.28347 -0.29097 L -0.02422 -0.29306 " pathEditMode="relative" rAng="0" ptsTypes="AAAA">
                                      <p:cBhvr>
                                        <p:cTn id="23" dur="2000" fill="hold"/>
                                        <p:tgtEl>
                                          <p:spTgt spid="324"/>
                                        </p:tgtEl>
                                        <p:attrNameLst>
                                          <p:attrName>ppt_x</p:attrName>
                                          <p:attrName>ppt_y</p:attrName>
                                        </p:attrNameLst>
                                      </p:cBhvr>
                                      <p:rCtr x="13008" y="-14421"/>
                                    </p:animMotion>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915"/>
                                        </p:tgtEl>
                                        <p:attrNameLst>
                                          <p:attrName>style.visibility</p:attrName>
                                        </p:attrNameLst>
                                      </p:cBhvr>
                                      <p:to>
                                        <p:strVal val="visible"/>
                                      </p:to>
                                    </p:set>
                                    <p:animEffect transition="in" filter="wipe(down)">
                                      <p:cBhvr>
                                        <p:cTn id="27" dur="500"/>
                                        <p:tgtEl>
                                          <p:spTgt spid="915"/>
                                        </p:tgtEl>
                                      </p:cBhvr>
                                    </p:animEffect>
                                  </p:childTnLst>
                                </p:cTn>
                              </p:par>
                              <p:par>
                                <p:cTn id="28" presetID="1" presetClass="exit" presetSubtype="0" fill="hold" nodeType="withEffect">
                                  <p:stCondLst>
                                    <p:cond delay="0"/>
                                  </p:stCondLst>
                                  <p:childTnLst>
                                    <p:set>
                                      <p:cBhvr>
                                        <p:cTn id="29" dur="1" fill="hold">
                                          <p:stCondLst>
                                            <p:cond delay="0"/>
                                          </p:stCondLst>
                                        </p:cTn>
                                        <p:tgtEl>
                                          <p:spTgt spid="379"/>
                                        </p:tgtEl>
                                        <p:attrNameLst>
                                          <p:attrName>style.visibility</p:attrName>
                                        </p:attrNameLst>
                                      </p:cBhvr>
                                      <p:to>
                                        <p:strVal val="hidden"/>
                                      </p:to>
                                    </p:set>
                                  </p:childTnLst>
                                </p:cTn>
                              </p:par>
                              <p:par>
                                <p:cTn id="30" presetID="1" presetClass="exit" presetSubtype="0" fill="hold" nodeType="withEffect">
                                  <p:stCondLst>
                                    <p:cond delay="0"/>
                                  </p:stCondLst>
                                  <p:childTnLst>
                                    <p:set>
                                      <p:cBhvr>
                                        <p:cTn id="31" dur="1" fill="hold">
                                          <p:stCondLst>
                                            <p:cond delay="0"/>
                                          </p:stCondLst>
                                        </p:cTn>
                                        <p:tgtEl>
                                          <p:spTgt spid="290"/>
                                        </p:tgtEl>
                                        <p:attrNameLst>
                                          <p:attrName>style.visibility</p:attrName>
                                        </p:attrNameLst>
                                      </p:cBhvr>
                                      <p:to>
                                        <p:strVal val="hidden"/>
                                      </p:to>
                                    </p:set>
                                  </p:childTnLst>
                                </p:cTn>
                              </p:par>
                            </p:childTnLst>
                          </p:cTn>
                        </p:par>
                        <p:par>
                          <p:cTn id="32" fill="hold">
                            <p:stCondLst>
                              <p:cond delay="3000"/>
                            </p:stCondLst>
                            <p:childTnLst>
                              <p:par>
                                <p:cTn id="33" presetID="22" presetClass="entr" presetSubtype="4" fill="hold" nodeType="afterEffect">
                                  <p:stCondLst>
                                    <p:cond delay="0"/>
                                  </p:stCondLst>
                                  <p:childTnLst>
                                    <p:set>
                                      <p:cBhvr>
                                        <p:cTn id="34" dur="1" fill="hold">
                                          <p:stCondLst>
                                            <p:cond delay="0"/>
                                          </p:stCondLst>
                                        </p:cTn>
                                        <p:tgtEl>
                                          <p:spTgt spid="342"/>
                                        </p:tgtEl>
                                        <p:attrNameLst>
                                          <p:attrName>style.visibility</p:attrName>
                                        </p:attrNameLst>
                                      </p:cBhvr>
                                      <p:to>
                                        <p:strVal val="visible"/>
                                      </p:to>
                                    </p:set>
                                    <p:animEffect transition="in" filter="wipe(down)">
                                      <p:cBhvr>
                                        <p:cTn id="35" dur="1000"/>
                                        <p:tgtEl>
                                          <p:spTgt spid="342"/>
                                        </p:tgtEl>
                                      </p:cBhvr>
                                    </p:animEffect>
                                  </p:childTnLst>
                                </p:cTn>
                              </p:par>
                              <p:par>
                                <p:cTn id="36" presetID="1" presetClass="exit" presetSubtype="0" fill="hold" nodeType="withEffect">
                                  <p:stCondLst>
                                    <p:cond delay="0"/>
                                  </p:stCondLst>
                                  <p:childTnLst>
                                    <p:set>
                                      <p:cBhvr>
                                        <p:cTn id="37" dur="1" fill="hold">
                                          <p:stCondLst>
                                            <p:cond delay="0"/>
                                          </p:stCondLst>
                                        </p:cTn>
                                        <p:tgtEl>
                                          <p:spTgt spid="324"/>
                                        </p:tgtEl>
                                        <p:attrNameLst>
                                          <p:attrName>style.visibility</p:attrName>
                                        </p:attrNameLst>
                                      </p:cBhvr>
                                      <p:to>
                                        <p:strVal val="hidden"/>
                                      </p:to>
                                    </p:set>
                                  </p:childTnLst>
                                </p:cTn>
                              </p:par>
                            </p:childTnLst>
                          </p:cTn>
                        </p:par>
                        <p:par>
                          <p:cTn id="38" fill="hold">
                            <p:stCondLst>
                              <p:cond delay="4000"/>
                            </p:stCondLst>
                            <p:childTnLst>
                              <p:par>
                                <p:cTn id="39" presetID="9" presetClass="entr" presetSubtype="0" fill="hold" grpId="0" nodeType="afterEffect">
                                  <p:stCondLst>
                                    <p:cond delay="0"/>
                                  </p:stCondLst>
                                  <p:childTnLst>
                                    <p:set>
                                      <p:cBhvr>
                                        <p:cTn id="40" dur="1" fill="hold">
                                          <p:stCondLst>
                                            <p:cond delay="0"/>
                                          </p:stCondLst>
                                        </p:cTn>
                                        <p:tgtEl>
                                          <p:spTgt spid="383"/>
                                        </p:tgtEl>
                                        <p:attrNameLst>
                                          <p:attrName>style.visibility</p:attrName>
                                        </p:attrNameLst>
                                      </p:cBhvr>
                                      <p:to>
                                        <p:strVal val="visible"/>
                                      </p:to>
                                    </p:set>
                                    <p:animEffect transition="in" filter="dissolve">
                                      <p:cBhvr>
                                        <p:cTn id="41" dur="500"/>
                                        <p:tgtEl>
                                          <p:spTgt spid="383"/>
                                        </p:tgtEl>
                                      </p:cBhvr>
                                    </p:animEffect>
                                  </p:childTnLst>
                                </p:cTn>
                              </p:par>
                              <p:par>
                                <p:cTn id="42" presetID="9" presetClass="entr" presetSubtype="0" fill="hold" grpId="0" nodeType="withEffect">
                                  <p:stCondLst>
                                    <p:cond delay="0"/>
                                  </p:stCondLst>
                                  <p:childTnLst>
                                    <p:set>
                                      <p:cBhvr>
                                        <p:cTn id="43" dur="1" fill="hold">
                                          <p:stCondLst>
                                            <p:cond delay="0"/>
                                          </p:stCondLst>
                                        </p:cTn>
                                        <p:tgtEl>
                                          <p:spTgt spid="384">
                                            <p:txEl>
                                              <p:pRg st="0" end="0"/>
                                            </p:txEl>
                                          </p:spTgt>
                                        </p:tgtEl>
                                        <p:attrNameLst>
                                          <p:attrName>style.visibility</p:attrName>
                                        </p:attrNameLst>
                                      </p:cBhvr>
                                      <p:to>
                                        <p:strVal val="visible"/>
                                      </p:to>
                                    </p:set>
                                    <p:animEffect transition="in" filter="dissolve">
                                      <p:cBhvr>
                                        <p:cTn id="44" dur="500"/>
                                        <p:tgtEl>
                                          <p:spTgt spid="3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9" grpId="0" build="p"/>
      <p:bldP spid="382" grpId="0" build="p"/>
      <p:bldP spid="383" grpId="0"/>
      <p:bldP spid="384" grpId="0" build="p"/>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fontScale="90000"/>
          </a:bodyPr>
          <a:lstStyle/>
          <a:p>
            <a:r>
              <a:rPr lang="en-US" sz="4900" dirty="0"/>
              <a:t>A day in the life… ARP  </a:t>
            </a:r>
            <a:r>
              <a:rPr lang="en-US" sz="4000" dirty="0"/>
              <a:t>(before DNS, before HTTP)</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115</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202765"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ARP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ARP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 name="Group 2">
            <a:extLst>
              <a:ext uri="{FF2B5EF4-FFF2-40B4-BE49-F238E27FC236}">
                <a16:creationId xmlns:a16="http://schemas.microsoft.com/office/drawing/2014/main" id="{0F4F38AC-7072-2A41-9BA4-4EA38691E8F5}"/>
              </a:ext>
            </a:extLst>
          </p:cNvPr>
          <p:cNvGrpSpPr/>
          <p:nvPr/>
        </p:nvGrpSpPr>
        <p:grpSpPr>
          <a:xfrm>
            <a:off x="1603750" y="3853801"/>
            <a:ext cx="1195388" cy="808687"/>
            <a:chOff x="1603750" y="3853801"/>
            <a:chExt cx="1195388" cy="808687"/>
          </a:xfrm>
        </p:grpSpPr>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603750" y="3883240"/>
              <a:ext cx="1195388" cy="779248"/>
              <a:chOff x="934" y="2316"/>
              <a:chExt cx="753" cy="464"/>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2316"/>
                <a:ext cx="263" cy="44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109 w 10000"/>
                  <a:gd name="connsiteY2" fmla="*/ 10000 h 10000"/>
                  <a:gd name="connsiteX3" fmla="*/ 236 w 10000"/>
                  <a:gd name="connsiteY3" fmla="*/ 6679 h 10000"/>
                  <a:gd name="connsiteX4" fmla="*/ 0 w 10000"/>
                  <a:gd name="connsiteY4" fmla="*/ 4632 h 10000"/>
                  <a:gd name="connsiteX5" fmla="*/ 254 w 10000"/>
                  <a:gd name="connsiteY5" fmla="*/ 0 h 10000"/>
                  <a:gd name="connsiteX0" fmla="*/ 254 w 7841"/>
                  <a:gd name="connsiteY0" fmla="*/ 0 h 10000"/>
                  <a:gd name="connsiteX1" fmla="*/ 7841 w 7841"/>
                  <a:gd name="connsiteY1" fmla="*/ 4764 h 10000"/>
                  <a:gd name="connsiteX2" fmla="*/ 109 w 7841"/>
                  <a:gd name="connsiteY2" fmla="*/ 10000 h 10000"/>
                  <a:gd name="connsiteX3" fmla="*/ 236 w 7841"/>
                  <a:gd name="connsiteY3" fmla="*/ 6679 h 10000"/>
                  <a:gd name="connsiteX4" fmla="*/ 0 w 7841"/>
                  <a:gd name="connsiteY4" fmla="*/ 4632 h 10000"/>
                  <a:gd name="connsiteX5" fmla="*/ 254 w 7841"/>
                  <a:gd name="connsiteY5" fmla="*/ 0 h 10000"/>
                  <a:gd name="connsiteX0" fmla="*/ 324 w 10000"/>
                  <a:gd name="connsiteY0" fmla="*/ 0 h 10000"/>
                  <a:gd name="connsiteX1" fmla="*/ 10000 w 10000"/>
                  <a:gd name="connsiteY1" fmla="*/ 4764 h 10000"/>
                  <a:gd name="connsiteX2" fmla="*/ 139 w 10000"/>
                  <a:gd name="connsiteY2" fmla="*/ 10000 h 10000"/>
                  <a:gd name="connsiteX3" fmla="*/ 0 w 10000"/>
                  <a:gd name="connsiteY3" fmla="*/ 4632 h 10000"/>
                  <a:gd name="connsiteX4" fmla="*/ 324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324" y="0"/>
                    </a:moveTo>
                    <a:cubicBezTo>
                      <a:pt x="3883" y="2374"/>
                      <a:pt x="5856" y="3091"/>
                      <a:pt x="10000" y="4764"/>
                    </a:cubicBezTo>
                    <a:lnTo>
                      <a:pt x="139" y="10000"/>
                    </a:lnTo>
                    <a:cubicBezTo>
                      <a:pt x="93" y="8211"/>
                      <a:pt x="46" y="6421"/>
                      <a:pt x="0" y="4632"/>
                    </a:cubicBezTo>
                    <a:lnTo>
                      <a:pt x="32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4" y="2412"/>
                <a:ext cx="497" cy="368"/>
                <a:chOff x="572" y="3425"/>
                <a:chExt cx="497" cy="36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3446"/>
                  <a:ext cx="493" cy="31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646" y="3425"/>
                  <a:ext cx="338" cy="36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75"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02" name="Group 252">
              <a:extLst>
                <a:ext uri="{FF2B5EF4-FFF2-40B4-BE49-F238E27FC236}">
                  <a16:creationId xmlns:a16="http://schemas.microsoft.com/office/drawing/2014/main" id="{06942A6D-F41F-9441-9844-427FCC6309FA}"/>
                </a:ext>
              </a:extLst>
            </p:cNvPr>
            <p:cNvGrpSpPr>
              <a:grpSpLocks/>
            </p:cNvGrpSpPr>
            <p:nvPr/>
          </p:nvGrpSpPr>
          <p:grpSpPr bwMode="auto">
            <a:xfrm>
              <a:off x="1610474" y="3853801"/>
              <a:ext cx="850900" cy="261938"/>
              <a:chOff x="187" y="1352"/>
              <a:chExt cx="536" cy="165"/>
            </a:xfrm>
          </p:grpSpPr>
          <p:sp>
            <p:nvSpPr>
              <p:cNvPr id="203" name="Rectangle 253">
                <a:extLst>
                  <a:ext uri="{FF2B5EF4-FFF2-40B4-BE49-F238E27FC236}">
                    <a16:creationId xmlns:a16="http://schemas.microsoft.com/office/drawing/2014/main" id="{94DAFFBE-8C37-EC41-88D4-3B6327CDA96F}"/>
                  </a:ext>
                </a:extLst>
              </p:cNvPr>
              <p:cNvSpPr>
                <a:spLocks noChangeArrowheads="1"/>
              </p:cNvSpPr>
              <p:nvPr/>
            </p:nvSpPr>
            <p:spPr bwMode="auto">
              <a:xfrm>
                <a:off x="187" y="1365"/>
                <a:ext cx="492" cy="141"/>
              </a:xfrm>
              <a:prstGeom prst="rect">
                <a:avLst/>
              </a:prstGeom>
              <a:solidFill>
                <a:schemeClr val="bg1"/>
              </a:solidFill>
              <a:ln w="9525">
                <a:solidFill>
                  <a:schemeClr val="tx1"/>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04" name="Text Box 254">
                <a:extLst>
                  <a:ext uri="{FF2B5EF4-FFF2-40B4-BE49-F238E27FC236}">
                    <a16:creationId xmlns:a16="http://schemas.microsoft.com/office/drawing/2014/main" id="{CAFFDC99-9C64-4545-B4C3-A0E1FF597D19}"/>
                  </a:ext>
                </a:extLst>
              </p:cNvPr>
              <p:cNvSpPr txBox="1">
                <a:spLocks noChangeArrowheads="1"/>
              </p:cNvSpPr>
              <p:nvPr/>
            </p:nvSpPr>
            <p:spPr bwMode="auto">
              <a:xfrm>
                <a:off x="212" y="1352"/>
                <a:ext cx="51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defRPr/>
                </a:pPr>
                <a:r>
                  <a:rPr lang="en-US" sz="1000" i="0" dirty="0">
                    <a:solidFill>
                      <a:srgbClr val="000000"/>
                    </a:solidFill>
                    <a:latin typeface="Arial" charset="0"/>
                    <a:cs typeface="+mn-cs"/>
                  </a:rPr>
                  <a:t>   </a:t>
                </a:r>
                <a:r>
                  <a:rPr lang="en-US" sz="1100" i="0" dirty="0">
                    <a:solidFill>
                      <a:srgbClr val="000000"/>
                    </a:solidFill>
                    <a:latin typeface="Arial" charset="0"/>
                    <a:cs typeface="+mn-cs"/>
                  </a:rPr>
                  <a:t>ARP</a:t>
                </a:r>
                <a:endParaRPr lang="en-US" sz="1000" i="0" dirty="0">
                  <a:solidFill>
                    <a:srgbClr val="000000"/>
                  </a:solidFill>
                  <a:latin typeface="Arial" charset="0"/>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2" name="Rectangle 3">
            <a:extLst>
              <a:ext uri="{FF2B5EF4-FFF2-40B4-BE49-F238E27FC236}">
                <a16:creationId xmlns:a16="http://schemas.microsoft.com/office/drawing/2014/main" id="{9600BDB0-B69B-3A49-8AE3-C321F92D1E07}"/>
              </a:ext>
            </a:extLst>
          </p:cNvPr>
          <p:cNvSpPr txBox="1">
            <a:spLocks noChangeArrowheads="1"/>
          </p:cNvSpPr>
          <p:nvPr/>
        </p:nvSpPr>
        <p:spPr bwMode="auto">
          <a:xfrm>
            <a:off x="5429671" y="1384207"/>
            <a:ext cx="6323058" cy="1262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defRPr/>
            </a:pPr>
            <a:r>
              <a:rPr lang="en-US" sz="2400" kern="0" dirty="0">
                <a:cs typeface="+mn-cs"/>
              </a:rPr>
              <a:t>before sending </a:t>
            </a:r>
            <a:r>
              <a:rPr lang="en-US" sz="2400" kern="0" dirty="0">
                <a:solidFill>
                  <a:srgbClr val="C00000"/>
                </a:solidFill>
                <a:cs typeface="+mn-cs"/>
              </a:rPr>
              <a:t>HTTP</a:t>
            </a:r>
            <a:r>
              <a:rPr lang="en-US" sz="2400" b="1" i="1" kern="0" dirty="0">
                <a:solidFill>
                  <a:srgbClr val="C00000"/>
                </a:solidFill>
                <a:cs typeface="+mn-cs"/>
              </a:rPr>
              <a:t> </a:t>
            </a:r>
            <a:r>
              <a:rPr lang="en-US" sz="2400" kern="0" dirty="0">
                <a:cs typeface="+mn-cs"/>
              </a:rPr>
              <a:t>request, need IP address of www.google.com:  </a:t>
            </a:r>
            <a:r>
              <a:rPr lang="en-US" sz="2400" kern="0" dirty="0">
                <a:solidFill>
                  <a:srgbClr val="C00000"/>
                </a:solidFill>
                <a:cs typeface="+mn-cs"/>
              </a:rPr>
              <a:t>DNS</a:t>
            </a:r>
          </a:p>
        </p:txBody>
      </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188913" y="141278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25" name="Rectangle 152">
            <a:extLst>
              <a:ext uri="{FF2B5EF4-FFF2-40B4-BE49-F238E27FC236}">
                <a16:creationId xmlns:a16="http://schemas.microsoft.com/office/drawing/2014/main" id="{4CFC0AF0-7EC0-4D43-94F4-E73826F0EB8E}"/>
              </a:ext>
            </a:extLst>
          </p:cNvPr>
          <p:cNvSpPr>
            <a:spLocks noChangeArrowheads="1"/>
          </p:cNvSpPr>
          <p:nvPr/>
        </p:nvSpPr>
        <p:spPr bwMode="auto">
          <a:xfrm>
            <a:off x="5426495" y="2279650"/>
            <a:ext cx="6213373" cy="13065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DNS query created, encapsulated in UDP, encapsulated in IP, encapsulated in Eth.  To send frame to router, need MAC address of router interface: </a:t>
            </a:r>
            <a:r>
              <a:rPr lang="en-US" sz="2400" dirty="0">
                <a:solidFill>
                  <a:srgbClr val="C00000"/>
                </a:solidFill>
                <a:ea typeface="ＭＳ Ｐゴシック" charset="0"/>
              </a:rPr>
              <a:t>ARP</a:t>
            </a:r>
          </a:p>
          <a:p>
            <a:pPr eaLnBrk="0" fontAlgn="base" hangingPunct="0">
              <a:lnSpc>
                <a:spcPct val="90000"/>
              </a:lnSpc>
              <a:spcBef>
                <a:spcPct val="20000"/>
              </a:spcBef>
              <a:spcAft>
                <a:spcPct val="0"/>
              </a:spcAft>
              <a:buClr>
                <a:srgbClr val="000099"/>
              </a:buClr>
              <a:buSzPct val="100000"/>
              <a:defRPr/>
            </a:pPr>
            <a:endParaRPr lang="en-US" sz="2400" b="1" dirty="0">
              <a:solidFill>
                <a:srgbClr val="000000"/>
              </a:solidFill>
              <a:ea typeface="ＭＳ Ｐゴシック" charset="0"/>
            </a:endParaRPr>
          </a:p>
        </p:txBody>
      </p:sp>
      <p:sp>
        <p:nvSpPr>
          <p:cNvPr id="426" name="Rectangle 153">
            <a:extLst>
              <a:ext uri="{FF2B5EF4-FFF2-40B4-BE49-F238E27FC236}">
                <a16:creationId xmlns:a16="http://schemas.microsoft.com/office/drawing/2014/main" id="{FD2FE8A7-E83B-3C4D-A1FE-0B7B25DBC93A}"/>
              </a:ext>
            </a:extLst>
          </p:cNvPr>
          <p:cNvSpPr>
            <a:spLocks noChangeArrowheads="1"/>
          </p:cNvSpPr>
          <p:nvPr/>
        </p:nvSpPr>
        <p:spPr bwMode="auto">
          <a:xfrm>
            <a:off x="5417905" y="3769753"/>
            <a:ext cx="6509636" cy="15636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C00000"/>
                </a:solidFill>
                <a:ea typeface="ＭＳ Ｐゴシック" charset="0"/>
              </a:rPr>
              <a:t>ARP query </a:t>
            </a:r>
            <a:r>
              <a:rPr lang="en-US" sz="2400" dirty="0">
                <a:solidFill>
                  <a:srgbClr val="000000"/>
                </a:solidFill>
                <a:ea typeface="ＭＳ Ｐゴシック" charset="0"/>
              </a:rPr>
              <a:t>broadcast, received by router, which replies with </a:t>
            </a:r>
            <a:r>
              <a:rPr lang="en-US" sz="2400" dirty="0">
                <a:solidFill>
                  <a:srgbClr val="C00000"/>
                </a:solidFill>
                <a:ea typeface="ＭＳ Ｐゴシック" charset="0"/>
              </a:rPr>
              <a:t>ARP reply </a:t>
            </a:r>
            <a:r>
              <a:rPr lang="en-US" sz="2400" dirty="0">
                <a:solidFill>
                  <a:srgbClr val="000000"/>
                </a:solidFill>
                <a:ea typeface="ＭＳ Ｐゴシック" charset="0"/>
              </a:rPr>
              <a:t>giving MAC address of router interface</a:t>
            </a:r>
          </a:p>
        </p:txBody>
      </p:sp>
      <p:sp>
        <p:nvSpPr>
          <p:cNvPr id="427" name="Rectangle 154">
            <a:extLst>
              <a:ext uri="{FF2B5EF4-FFF2-40B4-BE49-F238E27FC236}">
                <a16:creationId xmlns:a16="http://schemas.microsoft.com/office/drawing/2014/main" id="{DDBB99F5-8593-8C4D-A838-59A6ECE1B999}"/>
              </a:ext>
            </a:extLst>
          </p:cNvPr>
          <p:cNvSpPr>
            <a:spLocks noChangeArrowheads="1"/>
          </p:cNvSpPr>
          <p:nvPr/>
        </p:nvSpPr>
        <p:spPr bwMode="auto">
          <a:xfrm>
            <a:off x="5403056" y="4906495"/>
            <a:ext cx="5806890"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client now knows MAC address of first hop router, so can now send frame containing DNS query </a:t>
            </a:r>
          </a:p>
        </p:txBody>
      </p:sp>
      <p:grpSp>
        <p:nvGrpSpPr>
          <p:cNvPr id="428" name="Group 263">
            <a:extLst>
              <a:ext uri="{FF2B5EF4-FFF2-40B4-BE49-F238E27FC236}">
                <a16:creationId xmlns:a16="http://schemas.microsoft.com/office/drawing/2014/main" id="{68826AA2-4F98-7F47-AF24-4C4E3D26A58B}"/>
              </a:ext>
            </a:extLst>
          </p:cNvPr>
          <p:cNvGrpSpPr>
            <a:grpSpLocks/>
          </p:cNvGrpSpPr>
          <p:nvPr/>
        </p:nvGrpSpPr>
        <p:grpSpPr bwMode="auto">
          <a:xfrm>
            <a:off x="0" y="2123982"/>
            <a:ext cx="1081088" cy="244475"/>
            <a:chOff x="76" y="2296"/>
            <a:chExt cx="681" cy="154"/>
          </a:xfrm>
        </p:grpSpPr>
        <p:sp>
          <p:nvSpPr>
            <p:cNvPr id="429" name="Rectangle 103">
              <a:extLst>
                <a:ext uri="{FF2B5EF4-FFF2-40B4-BE49-F238E27FC236}">
                  <a16:creationId xmlns:a16="http://schemas.microsoft.com/office/drawing/2014/main" id="{C71ECA35-4F8D-5D47-8060-B0745197BE2B}"/>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0" name="Rectangle 101">
              <a:extLst>
                <a:ext uri="{FF2B5EF4-FFF2-40B4-BE49-F238E27FC236}">
                  <a16:creationId xmlns:a16="http://schemas.microsoft.com/office/drawing/2014/main" id="{FDD4DECA-422E-4743-ADFD-53E28A987AA1}"/>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Rectangle 102">
              <a:extLst>
                <a:ext uri="{FF2B5EF4-FFF2-40B4-BE49-F238E27FC236}">
                  <a16:creationId xmlns:a16="http://schemas.microsoft.com/office/drawing/2014/main" id="{EAEDB337-6724-464E-A55A-5A0E5BBFD99B}"/>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Rectangle 100">
              <a:extLst>
                <a:ext uri="{FF2B5EF4-FFF2-40B4-BE49-F238E27FC236}">
                  <a16:creationId xmlns:a16="http://schemas.microsoft.com/office/drawing/2014/main" id="{1FA4EE33-78A2-794A-9CB7-B9C75F982E4C}"/>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Text Box 95">
              <a:extLst>
                <a:ext uri="{FF2B5EF4-FFF2-40B4-BE49-F238E27FC236}">
                  <a16:creationId xmlns:a16="http://schemas.microsoft.com/office/drawing/2014/main" id="{875142B1-4732-5048-81A1-9B96CDE365C9}"/>
                </a:ext>
              </a:extLst>
            </p:cNvPr>
            <p:cNvSpPr txBox="1">
              <a:spLocks noChangeArrowheads="1"/>
            </p:cNvSpPr>
            <p:nvPr/>
          </p:nvSpPr>
          <p:spPr bwMode="auto">
            <a:xfrm>
              <a:off x="182" y="2296"/>
              <a:ext cx="501"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query</a:t>
              </a:r>
            </a:p>
          </p:txBody>
        </p:sp>
      </p:grpSp>
      <p:grpSp>
        <p:nvGrpSpPr>
          <p:cNvPr id="434" name="Group 242">
            <a:extLst>
              <a:ext uri="{FF2B5EF4-FFF2-40B4-BE49-F238E27FC236}">
                <a16:creationId xmlns:a16="http://schemas.microsoft.com/office/drawing/2014/main" id="{8F475CF7-DFC6-814F-B8D2-6784E7D418FB}"/>
              </a:ext>
            </a:extLst>
          </p:cNvPr>
          <p:cNvGrpSpPr>
            <a:grpSpLocks/>
          </p:cNvGrpSpPr>
          <p:nvPr/>
        </p:nvGrpSpPr>
        <p:grpSpPr bwMode="auto">
          <a:xfrm>
            <a:off x="1271961" y="1949449"/>
            <a:ext cx="444500" cy="244475"/>
            <a:chOff x="161" y="1354"/>
            <a:chExt cx="280" cy="154"/>
          </a:xfrm>
        </p:grpSpPr>
        <p:sp>
          <p:nvSpPr>
            <p:cNvPr id="435" name="Rectangle 241">
              <a:extLst>
                <a:ext uri="{FF2B5EF4-FFF2-40B4-BE49-F238E27FC236}">
                  <a16:creationId xmlns:a16="http://schemas.microsoft.com/office/drawing/2014/main" id="{5AFC1130-C0C2-3444-AF07-ACAD07F9A69C}"/>
                </a:ext>
              </a:extLst>
            </p:cNvPr>
            <p:cNvSpPr>
              <a:spLocks noChangeArrowheads="1"/>
            </p:cNvSpPr>
            <p:nvPr/>
          </p:nvSpPr>
          <p:spPr bwMode="auto">
            <a:xfrm>
              <a:off x="192" y="1365"/>
              <a:ext cx="228" cy="141"/>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6" name="Text Box 240">
              <a:extLst>
                <a:ext uri="{FF2B5EF4-FFF2-40B4-BE49-F238E27FC236}">
                  <a16:creationId xmlns:a16="http://schemas.microsoft.com/office/drawing/2014/main" id="{8DAA4E75-2F77-7F4F-AE38-52EF63C136FF}"/>
                </a:ext>
              </a:extLst>
            </p:cNvPr>
            <p:cNvSpPr txBox="1">
              <a:spLocks noChangeArrowheads="1"/>
            </p:cNvSpPr>
            <p:nvPr/>
          </p:nvSpPr>
          <p:spPr bwMode="auto">
            <a:xfrm>
              <a:off x="161" y="1354"/>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a:t>
              </a:r>
            </a:p>
          </p:txBody>
        </p:sp>
      </p:grpSp>
      <p:grpSp>
        <p:nvGrpSpPr>
          <p:cNvPr id="437" name="Group 270">
            <a:extLst>
              <a:ext uri="{FF2B5EF4-FFF2-40B4-BE49-F238E27FC236}">
                <a16:creationId xmlns:a16="http://schemas.microsoft.com/office/drawing/2014/main" id="{930FF8F7-BB7F-D441-9A97-FD9DD2AD487D}"/>
              </a:ext>
            </a:extLst>
          </p:cNvPr>
          <p:cNvGrpSpPr>
            <a:grpSpLocks/>
          </p:cNvGrpSpPr>
          <p:nvPr/>
        </p:nvGrpSpPr>
        <p:grpSpPr bwMode="auto">
          <a:xfrm>
            <a:off x="478678" y="4075206"/>
            <a:ext cx="1081088" cy="244475"/>
            <a:chOff x="76" y="2296"/>
            <a:chExt cx="681" cy="154"/>
          </a:xfrm>
        </p:grpSpPr>
        <p:sp>
          <p:nvSpPr>
            <p:cNvPr id="438" name="Rectangle 271">
              <a:extLst>
                <a:ext uri="{FF2B5EF4-FFF2-40B4-BE49-F238E27FC236}">
                  <a16:creationId xmlns:a16="http://schemas.microsoft.com/office/drawing/2014/main" id="{61FC6345-4973-8140-A6BB-928CDD8284E9}"/>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9" name="Rectangle 272">
              <a:extLst>
                <a:ext uri="{FF2B5EF4-FFF2-40B4-BE49-F238E27FC236}">
                  <a16:creationId xmlns:a16="http://schemas.microsoft.com/office/drawing/2014/main" id="{5EFDDE48-FE9E-9249-87DD-27F8785A68BC}"/>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0" name="Rectangle 273">
              <a:extLst>
                <a:ext uri="{FF2B5EF4-FFF2-40B4-BE49-F238E27FC236}">
                  <a16:creationId xmlns:a16="http://schemas.microsoft.com/office/drawing/2014/main" id="{CE69DA54-A2DB-AA4B-9B32-11813B2F7519}"/>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1" name="Rectangle 274">
              <a:extLst>
                <a:ext uri="{FF2B5EF4-FFF2-40B4-BE49-F238E27FC236}">
                  <a16:creationId xmlns:a16="http://schemas.microsoft.com/office/drawing/2014/main" id="{C4B49586-4E68-A548-84ED-789AD9B8FEED}"/>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2" name="Text Box 275">
              <a:extLst>
                <a:ext uri="{FF2B5EF4-FFF2-40B4-BE49-F238E27FC236}">
                  <a16:creationId xmlns:a16="http://schemas.microsoft.com/office/drawing/2014/main" id="{1179A2EB-EEF0-3847-837A-72FA8FFDC4D6}"/>
                </a:ext>
              </a:extLst>
            </p:cNvPr>
            <p:cNvSpPr txBox="1">
              <a:spLocks noChangeArrowheads="1"/>
            </p:cNvSpPr>
            <p:nvPr/>
          </p:nvSpPr>
          <p:spPr bwMode="auto">
            <a:xfrm>
              <a:off x="182" y="2296"/>
              <a:ext cx="47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reply</a:t>
              </a:r>
            </a:p>
          </p:txBody>
        </p:sp>
      </p:grpSp>
    </p:spTree>
    <p:extLst>
      <p:ext uri="{BB962C8B-B14F-4D97-AF65-F5344CB8AC3E}">
        <p14:creationId xmlns:p14="http://schemas.microsoft.com/office/powerpoint/2010/main" val="374943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915"/>
                                        </p:tgtEl>
                                        <p:attrNameLst>
                                          <p:attrName>style.visibility</p:attrName>
                                        </p:attrNameLst>
                                      </p:cBhvr>
                                      <p:to>
                                        <p:strVal val="visible"/>
                                      </p:to>
                                    </p:set>
                                    <p:animEffect transition="in" filter="wipe(down)">
                                      <p:cBhvr>
                                        <p:cTn id="7" dur="500"/>
                                        <p:tgtEl>
                                          <p:spTgt spid="9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right)">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404"/>
                                        </p:tgtEl>
                                        <p:attrNameLst>
                                          <p:attrName>style.visibility</p:attrName>
                                        </p:attrNameLst>
                                      </p:cBhvr>
                                      <p:to>
                                        <p:strVal val="visible"/>
                                      </p:to>
                                    </p:set>
                                    <p:animEffect transition="in" filter="wipe(up)">
                                      <p:cBhvr>
                                        <p:cTn id="17" dur="500"/>
                                        <p:tgtEl>
                                          <p:spTgt spid="404"/>
                                        </p:tgtEl>
                                      </p:cBhvr>
                                    </p:animEffect>
                                  </p:childTnLst>
                                </p:cTn>
                              </p:par>
                              <p:par>
                                <p:cTn id="18" presetID="9" presetClass="entr" presetSubtype="0" fill="hold" nodeType="withEffect">
                                  <p:stCondLst>
                                    <p:cond delay="0"/>
                                  </p:stCondLst>
                                  <p:childTnLst>
                                    <p:set>
                                      <p:cBhvr>
                                        <p:cTn id="19" dur="1" fill="hold">
                                          <p:stCondLst>
                                            <p:cond delay="0"/>
                                          </p:stCondLst>
                                        </p:cTn>
                                        <p:tgtEl>
                                          <p:spTgt spid="434"/>
                                        </p:tgtEl>
                                        <p:attrNameLst>
                                          <p:attrName>style.visibility</p:attrName>
                                        </p:attrNameLst>
                                      </p:cBhvr>
                                      <p:to>
                                        <p:strVal val="visible"/>
                                      </p:to>
                                    </p:set>
                                    <p:animEffect transition="in" filter="dissolve">
                                      <p:cBhvr>
                                        <p:cTn id="20" dur="500"/>
                                        <p:tgtEl>
                                          <p:spTgt spid="434"/>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25"/>
                                        </p:tgtEl>
                                        <p:attrNameLst>
                                          <p:attrName>style.visibility</p:attrName>
                                        </p:attrNameLst>
                                      </p:cBhvr>
                                      <p:to>
                                        <p:strVal val="visible"/>
                                      </p:to>
                                    </p:set>
                                    <p:animEffect transition="in" filter="dissolve">
                                      <p:cBhvr>
                                        <p:cTn id="23" dur="500"/>
                                        <p:tgtEl>
                                          <p:spTgt spid="425"/>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428"/>
                                        </p:tgtEl>
                                        <p:attrNameLst>
                                          <p:attrName>style.visibility</p:attrName>
                                        </p:attrNameLst>
                                      </p:cBhvr>
                                      <p:to>
                                        <p:strVal val="visible"/>
                                      </p:to>
                                    </p:set>
                                    <p:animEffect transition="in" filter="dissolve">
                                      <p:cBhvr>
                                        <p:cTn id="28" dur="500"/>
                                        <p:tgtEl>
                                          <p:spTgt spid="428"/>
                                        </p:tgtEl>
                                      </p:cBhvr>
                                    </p:animEffect>
                                  </p:childTnLst>
                                </p:cTn>
                              </p:par>
                            </p:childTnLst>
                          </p:cTn>
                        </p:par>
                        <p:par>
                          <p:cTn id="29" fill="hold">
                            <p:stCondLst>
                              <p:cond delay="500"/>
                            </p:stCondLst>
                            <p:childTnLst>
                              <p:par>
                                <p:cTn id="30" presetID="0" presetClass="path" presetSubtype="0" accel="50000" decel="50000" fill="hold" nodeType="afterEffect">
                                  <p:stCondLst>
                                    <p:cond delay="0"/>
                                  </p:stCondLst>
                                  <p:childTnLst>
                                    <p:animMotion origin="layout" path="M -0.00247 0.02777 C -0.00247 0.06782 -0.00234 0.10856 -0.00195 0.14884 L 0.34974 0.15694 L 0.18919 0.39421 C 0.13945 0.39328 0.08893 0.39606 0.03919 0.39514 C 0.03919 0.36666 0.03932 0.31319 0.03932 0.28449 " pathEditMode="relative" rAng="0" ptsTypes="AAAAAA">
                                      <p:cBhvr>
                                        <p:cTn id="31" dur="2000" fill="hold"/>
                                        <p:tgtEl>
                                          <p:spTgt spid="428"/>
                                        </p:tgtEl>
                                        <p:attrNameLst>
                                          <p:attrName>ppt_x</p:attrName>
                                          <p:attrName>ppt_y</p:attrName>
                                        </p:attrNameLst>
                                      </p:cBhvr>
                                      <p:rCtr x="17604" y="18380"/>
                                    </p:animMotion>
                                  </p:childTnLst>
                                </p:cTn>
                              </p:par>
                            </p:childTnLst>
                          </p:cTn>
                        </p:par>
                        <p:par>
                          <p:cTn id="32" fill="hold">
                            <p:stCondLst>
                              <p:cond delay="2500"/>
                            </p:stCondLst>
                            <p:childTnLst>
                              <p:par>
                                <p:cTn id="33" presetID="9" presetClass="entr" presetSubtype="0" fill="hold" grpId="0" nodeType="afterEffect">
                                  <p:stCondLst>
                                    <p:cond delay="0"/>
                                  </p:stCondLst>
                                  <p:childTnLst>
                                    <p:set>
                                      <p:cBhvr>
                                        <p:cTn id="34" dur="1" fill="hold">
                                          <p:stCondLst>
                                            <p:cond delay="0"/>
                                          </p:stCondLst>
                                        </p:cTn>
                                        <p:tgtEl>
                                          <p:spTgt spid="426"/>
                                        </p:tgtEl>
                                        <p:attrNameLst>
                                          <p:attrName>style.visibility</p:attrName>
                                        </p:attrNameLst>
                                      </p:cBhvr>
                                      <p:to>
                                        <p:strVal val="visible"/>
                                      </p:to>
                                    </p:set>
                                    <p:animEffect transition="in" filter="dissolve">
                                      <p:cBhvr>
                                        <p:cTn id="35" dur="500"/>
                                        <p:tgtEl>
                                          <p:spTgt spid="426"/>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xit" presetSubtype="0" fill="hold" nodeType="clickEffect">
                                  <p:stCondLst>
                                    <p:cond delay="0"/>
                                  </p:stCondLst>
                                  <p:childTnLst>
                                    <p:animEffect transition="out" filter="dissolve">
                                      <p:cBhvr>
                                        <p:cTn id="39" dur="500"/>
                                        <p:tgtEl>
                                          <p:spTgt spid="428"/>
                                        </p:tgtEl>
                                      </p:cBhvr>
                                    </p:animEffect>
                                    <p:set>
                                      <p:cBhvr>
                                        <p:cTn id="40" dur="1" fill="hold">
                                          <p:stCondLst>
                                            <p:cond delay="499"/>
                                          </p:stCondLst>
                                        </p:cTn>
                                        <p:tgtEl>
                                          <p:spTgt spid="428"/>
                                        </p:tgtEl>
                                        <p:attrNameLst>
                                          <p:attrName>style.visibility</p:attrName>
                                        </p:attrNameLst>
                                      </p:cBhvr>
                                      <p:to>
                                        <p:strVal val="hidden"/>
                                      </p:to>
                                    </p:set>
                                  </p:childTnLst>
                                </p:cTn>
                              </p:par>
                              <p:par>
                                <p:cTn id="41" presetID="9" presetClass="entr" presetSubtype="0" fill="hold" nodeType="withEffect">
                                  <p:stCondLst>
                                    <p:cond delay="0"/>
                                  </p:stCondLst>
                                  <p:childTnLst>
                                    <p:set>
                                      <p:cBhvr>
                                        <p:cTn id="42" dur="1" fill="hold">
                                          <p:stCondLst>
                                            <p:cond delay="0"/>
                                          </p:stCondLst>
                                        </p:cTn>
                                        <p:tgtEl>
                                          <p:spTgt spid="437"/>
                                        </p:tgtEl>
                                        <p:attrNameLst>
                                          <p:attrName>style.visibility</p:attrName>
                                        </p:attrNameLst>
                                      </p:cBhvr>
                                      <p:to>
                                        <p:strVal val="visible"/>
                                      </p:to>
                                    </p:set>
                                    <p:animEffect transition="in" filter="dissolve">
                                      <p:cBhvr>
                                        <p:cTn id="43" dur="500"/>
                                        <p:tgtEl>
                                          <p:spTgt spid="437"/>
                                        </p:tgtEl>
                                      </p:cBhvr>
                                    </p:animEffect>
                                  </p:childTnLst>
                                </p:cTn>
                              </p:par>
                            </p:childTnLst>
                          </p:cTn>
                        </p:par>
                        <p:par>
                          <p:cTn id="44" fill="hold">
                            <p:stCondLst>
                              <p:cond delay="500"/>
                            </p:stCondLst>
                            <p:childTnLst>
                              <p:par>
                                <p:cTn id="45" presetID="0" presetClass="path" presetSubtype="0" accel="50000" decel="50000" fill="hold" nodeType="afterEffect">
                                  <p:stCondLst>
                                    <p:cond delay="0"/>
                                  </p:stCondLst>
                                  <p:childTnLst>
                                    <p:animMotion origin="layout" path="M -3.75E-6 2.96296E-6 C -3.75E-6 0.02639 -3.75E-6 0.05277 0.00026 0.07893 L 0.14662 0.08009 L 0.29414 -0.12269 C 0.15756 -0.12199 0.09532 -0.13033 -0.04127 -0.12963 C -0.04127 -0.14352 -0.0414 -0.16135 -0.0414 -0.175 C -0.04179 -0.1838 -0.04114 -0.27292 -0.04166 -0.28148 " pathEditMode="relative" rAng="0" ptsTypes="AAAAAAA">
                                      <p:cBhvr>
                                        <p:cTn id="46" dur="2000" fill="hold"/>
                                        <p:tgtEl>
                                          <p:spTgt spid="437"/>
                                        </p:tgtEl>
                                        <p:attrNameLst>
                                          <p:attrName>ppt_x</p:attrName>
                                          <p:attrName>ppt_y</p:attrName>
                                        </p:attrNameLst>
                                      </p:cBhvr>
                                      <p:rCtr x="12617" y="-10069"/>
                                    </p:animMotion>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nodeType="clickEffect">
                                  <p:stCondLst>
                                    <p:cond delay="0"/>
                                  </p:stCondLst>
                                  <p:childTnLst>
                                    <p:animEffect transition="out" filter="dissolve">
                                      <p:cBhvr>
                                        <p:cTn id="50" dur="500"/>
                                        <p:tgtEl>
                                          <p:spTgt spid="437"/>
                                        </p:tgtEl>
                                      </p:cBhvr>
                                    </p:animEffect>
                                    <p:set>
                                      <p:cBhvr>
                                        <p:cTn id="51" dur="1" fill="hold">
                                          <p:stCondLst>
                                            <p:cond delay="499"/>
                                          </p:stCondLst>
                                        </p:cTn>
                                        <p:tgtEl>
                                          <p:spTgt spid="437"/>
                                        </p:tgtEl>
                                        <p:attrNameLst>
                                          <p:attrName>style.visibility</p:attrName>
                                        </p:attrNameLst>
                                      </p:cBhvr>
                                      <p:to>
                                        <p:strVal val="hidden"/>
                                      </p:to>
                                    </p:set>
                                  </p:childTnLst>
                                </p:cTn>
                              </p:par>
                              <p:par>
                                <p:cTn id="52" presetID="9" presetClass="exit" presetSubtype="0" fill="hold" nodeType="withEffect">
                                  <p:stCondLst>
                                    <p:cond delay="0"/>
                                  </p:stCondLst>
                                  <p:childTnLst>
                                    <p:animEffect transition="out" filter="dissolve">
                                      <p:cBhvr>
                                        <p:cTn id="53" dur="500"/>
                                        <p:tgtEl>
                                          <p:spTgt spid="434"/>
                                        </p:tgtEl>
                                      </p:cBhvr>
                                    </p:animEffect>
                                    <p:set>
                                      <p:cBhvr>
                                        <p:cTn id="54" dur="1" fill="hold">
                                          <p:stCondLst>
                                            <p:cond delay="499"/>
                                          </p:stCondLst>
                                        </p:cTn>
                                        <p:tgtEl>
                                          <p:spTgt spid="434"/>
                                        </p:tgtEl>
                                        <p:attrNameLst>
                                          <p:attrName>style.visibility</p:attrName>
                                        </p:attrNameLst>
                                      </p:cBhvr>
                                      <p:to>
                                        <p:strVal val="hidden"/>
                                      </p:to>
                                    </p:se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427"/>
                                        </p:tgtEl>
                                        <p:attrNameLst>
                                          <p:attrName>style.visibility</p:attrName>
                                        </p:attrNameLst>
                                      </p:cBhvr>
                                      <p:to>
                                        <p:strVal val="visible"/>
                                      </p:to>
                                    </p:set>
                                    <p:animEffect transition="in" filter="dissolve">
                                      <p:cBhvr>
                                        <p:cTn id="58" dur="500"/>
                                        <p:tgtEl>
                                          <p:spTgt spid="4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5" grpId="0"/>
      <p:bldP spid="426" grpId="0"/>
      <p:bldP spid="427"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a:bodyPr>
          <a:lstStyle/>
          <a:p>
            <a:r>
              <a:rPr lang="en-US" sz="4900" dirty="0"/>
              <a:t>A day in the life… using DNS</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116</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2" y="1792392"/>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5524500" y="36716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1" name="Line 93">
            <a:extLst>
              <a:ext uri="{FF2B5EF4-FFF2-40B4-BE49-F238E27FC236}">
                <a16:creationId xmlns:a16="http://schemas.microsoft.com/office/drawing/2014/main" id="{EAAF435E-6997-7049-AE19-F5A3D5ECCF8F}"/>
              </a:ext>
            </a:extLst>
          </p:cNvPr>
          <p:cNvSpPr>
            <a:spLocks noChangeShapeType="1"/>
          </p:cNvSpPr>
          <p:nvPr/>
        </p:nvSpPr>
        <p:spPr bwMode="auto">
          <a:xfrm flipH="1">
            <a:off x="6949888" y="2731714"/>
            <a:ext cx="260350" cy="2587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2" name="Text Box 139">
            <a:extLst>
              <a:ext uri="{FF2B5EF4-FFF2-40B4-BE49-F238E27FC236}">
                <a16:creationId xmlns:a16="http://schemas.microsoft.com/office/drawing/2014/main" id="{D18D0D17-3537-854D-BE00-799B204FD860}"/>
              </a:ext>
            </a:extLst>
          </p:cNvPr>
          <p:cNvSpPr txBox="1">
            <a:spLocks noChangeArrowheads="1"/>
          </p:cNvSpPr>
          <p:nvPr/>
        </p:nvSpPr>
        <p:spPr bwMode="auto">
          <a:xfrm>
            <a:off x="7402326" y="2150782"/>
            <a:ext cx="755335" cy="7817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lnSpc>
                <a:spcPct val="90000"/>
              </a:lnSpc>
              <a:spcBef>
                <a:spcPct val="0"/>
              </a:spcBef>
              <a:spcAft>
                <a:spcPct val="0"/>
              </a:spcAft>
            </a:pPr>
            <a:r>
              <a:rPr lang="en-US" sz="1600" i="0" dirty="0">
                <a:solidFill>
                  <a:srgbClr val="000000"/>
                </a:solidFill>
                <a:latin typeface="Arial" charset="0"/>
              </a:rPr>
              <a:t>DNS </a:t>
            </a:r>
          </a:p>
          <a:p>
            <a:pPr fontAlgn="base">
              <a:lnSpc>
                <a:spcPct val="90000"/>
              </a:lnSpc>
              <a:spcBef>
                <a:spcPct val="0"/>
              </a:spcBef>
              <a:spcAft>
                <a:spcPct val="0"/>
              </a:spcAft>
            </a:pPr>
            <a:r>
              <a:rPr lang="en-US" sz="1600" i="0" dirty="0">
                <a:solidFill>
                  <a:srgbClr val="000000"/>
                </a:solidFill>
                <a:latin typeface="Arial" charset="0"/>
              </a:rPr>
              <a:t>server</a:t>
            </a:r>
          </a:p>
          <a:p>
            <a:pPr fontAlgn="base">
              <a:spcBef>
                <a:spcPct val="0"/>
              </a:spcBef>
              <a:spcAft>
                <a:spcPct val="0"/>
              </a:spcAft>
            </a:pPr>
            <a:endParaRPr lang="en-US" sz="1600" i="0" dirty="0">
              <a:solidFill>
                <a:srgbClr val="000000"/>
              </a:solidFill>
              <a:latin typeface="Arial"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9" name="Group 173">
            <a:extLst>
              <a:ext uri="{FF2B5EF4-FFF2-40B4-BE49-F238E27FC236}">
                <a16:creationId xmlns:a16="http://schemas.microsoft.com/office/drawing/2014/main" id="{FD9B7ECC-8F8F-8B4A-85D5-2A868F36C505}"/>
              </a:ext>
            </a:extLst>
          </p:cNvPr>
          <p:cNvGrpSpPr>
            <a:grpSpLocks/>
          </p:cNvGrpSpPr>
          <p:nvPr/>
        </p:nvGrpSpPr>
        <p:grpSpPr bwMode="auto">
          <a:xfrm flipH="1" flipV="1">
            <a:off x="7888101" y="3793751"/>
            <a:ext cx="400050" cy="152400"/>
            <a:chOff x="3228" y="1776"/>
            <a:chExt cx="252" cy="96"/>
          </a:xfrm>
        </p:grpSpPr>
        <p:sp>
          <p:nvSpPr>
            <p:cNvPr id="160" name="Line 174">
              <a:extLst>
                <a:ext uri="{FF2B5EF4-FFF2-40B4-BE49-F238E27FC236}">
                  <a16:creationId xmlns:a16="http://schemas.microsoft.com/office/drawing/2014/main" id="{E4C9DD3C-343B-B043-9CF6-10B42EAC66D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1" name="Line 175">
              <a:extLst>
                <a:ext uri="{FF2B5EF4-FFF2-40B4-BE49-F238E27FC236}">
                  <a16:creationId xmlns:a16="http://schemas.microsoft.com/office/drawing/2014/main" id="{343368E1-A457-5D48-A3F0-A3B53D5B05C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2" name="Group 176">
            <a:extLst>
              <a:ext uri="{FF2B5EF4-FFF2-40B4-BE49-F238E27FC236}">
                <a16:creationId xmlns:a16="http://schemas.microsoft.com/office/drawing/2014/main" id="{592F8EA2-6661-5445-8C3D-825FD532EE61}"/>
              </a:ext>
            </a:extLst>
          </p:cNvPr>
          <p:cNvGrpSpPr>
            <a:grpSpLocks/>
          </p:cNvGrpSpPr>
          <p:nvPr/>
        </p:nvGrpSpPr>
        <p:grpSpPr bwMode="auto">
          <a:xfrm flipV="1">
            <a:off x="7064188" y="3812801"/>
            <a:ext cx="295275" cy="114300"/>
            <a:chOff x="3228" y="1776"/>
            <a:chExt cx="252" cy="96"/>
          </a:xfrm>
        </p:grpSpPr>
        <p:sp>
          <p:nvSpPr>
            <p:cNvPr id="163" name="Line 177">
              <a:extLst>
                <a:ext uri="{FF2B5EF4-FFF2-40B4-BE49-F238E27FC236}">
                  <a16:creationId xmlns:a16="http://schemas.microsoft.com/office/drawing/2014/main" id="{C81F7411-7489-D040-A6B8-B4BBD27EC70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4" name="Line 178">
              <a:extLst>
                <a:ext uri="{FF2B5EF4-FFF2-40B4-BE49-F238E27FC236}">
                  <a16:creationId xmlns:a16="http://schemas.microsoft.com/office/drawing/2014/main" id="{FE32B4AA-D33A-6545-A3C1-DDC1B9A51BA3}"/>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5" name="Group 179">
            <a:extLst>
              <a:ext uri="{FF2B5EF4-FFF2-40B4-BE49-F238E27FC236}">
                <a16:creationId xmlns:a16="http://schemas.microsoft.com/office/drawing/2014/main" id="{CC82D047-4926-4B42-8EC3-A5ACCDE16B9C}"/>
              </a:ext>
            </a:extLst>
          </p:cNvPr>
          <p:cNvGrpSpPr>
            <a:grpSpLocks/>
          </p:cNvGrpSpPr>
          <p:nvPr/>
        </p:nvGrpSpPr>
        <p:grpSpPr bwMode="auto">
          <a:xfrm rot="409689" flipH="1" flipV="1">
            <a:off x="7335651" y="3155576"/>
            <a:ext cx="452437" cy="57150"/>
            <a:chOff x="3228" y="1776"/>
            <a:chExt cx="252" cy="96"/>
          </a:xfrm>
        </p:grpSpPr>
        <p:sp>
          <p:nvSpPr>
            <p:cNvPr id="166" name="Line 180">
              <a:extLst>
                <a:ext uri="{FF2B5EF4-FFF2-40B4-BE49-F238E27FC236}">
                  <a16:creationId xmlns:a16="http://schemas.microsoft.com/office/drawing/2014/main" id="{0C3E47A6-9D40-F446-B950-E19DB4AE821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7" name="Line 181">
              <a:extLst>
                <a:ext uri="{FF2B5EF4-FFF2-40B4-BE49-F238E27FC236}">
                  <a16:creationId xmlns:a16="http://schemas.microsoft.com/office/drawing/2014/main" id="{97B34EB4-6DFA-1D49-AE95-1E8C335D97C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8" name="Group 182">
            <a:extLst>
              <a:ext uri="{FF2B5EF4-FFF2-40B4-BE49-F238E27FC236}">
                <a16:creationId xmlns:a16="http://schemas.microsoft.com/office/drawing/2014/main" id="{1BDD731C-4A33-B447-95B4-B36A72034B1F}"/>
              </a:ext>
            </a:extLst>
          </p:cNvPr>
          <p:cNvGrpSpPr>
            <a:grpSpLocks/>
          </p:cNvGrpSpPr>
          <p:nvPr/>
        </p:nvGrpSpPr>
        <p:grpSpPr bwMode="auto">
          <a:xfrm>
            <a:off x="6478401" y="3360364"/>
            <a:ext cx="295275" cy="114300"/>
            <a:chOff x="3228" y="1776"/>
            <a:chExt cx="252" cy="96"/>
          </a:xfrm>
        </p:grpSpPr>
        <p:sp>
          <p:nvSpPr>
            <p:cNvPr id="169" name="Line 183">
              <a:extLst>
                <a:ext uri="{FF2B5EF4-FFF2-40B4-BE49-F238E27FC236}">
                  <a16:creationId xmlns:a16="http://schemas.microsoft.com/office/drawing/2014/main" id="{366216FC-944A-0D49-BBD1-3FEF1FF828C4}"/>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0" name="Line 184">
              <a:extLst>
                <a:ext uri="{FF2B5EF4-FFF2-40B4-BE49-F238E27FC236}">
                  <a16:creationId xmlns:a16="http://schemas.microsoft.com/office/drawing/2014/main" id="{2EA25562-C312-A440-ACDF-79E1C923B0A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71" name="Group 185">
            <a:extLst>
              <a:ext uri="{FF2B5EF4-FFF2-40B4-BE49-F238E27FC236}">
                <a16:creationId xmlns:a16="http://schemas.microsoft.com/office/drawing/2014/main" id="{B85300C2-B57F-2740-9176-B263E29ECFCB}"/>
              </a:ext>
            </a:extLst>
          </p:cNvPr>
          <p:cNvGrpSpPr>
            <a:grpSpLocks/>
          </p:cNvGrpSpPr>
          <p:nvPr/>
        </p:nvGrpSpPr>
        <p:grpSpPr bwMode="auto">
          <a:xfrm flipH="1">
            <a:off x="7116576" y="3360364"/>
            <a:ext cx="295275" cy="114300"/>
            <a:chOff x="3228" y="1776"/>
            <a:chExt cx="252" cy="96"/>
          </a:xfrm>
        </p:grpSpPr>
        <p:sp>
          <p:nvSpPr>
            <p:cNvPr id="172" name="Line 186">
              <a:extLst>
                <a:ext uri="{FF2B5EF4-FFF2-40B4-BE49-F238E27FC236}">
                  <a16:creationId xmlns:a16="http://schemas.microsoft.com/office/drawing/2014/main" id="{7EE5A1A6-FF75-2A4F-91EF-CC4086E0733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3" name="Line 187">
              <a:extLst>
                <a:ext uri="{FF2B5EF4-FFF2-40B4-BE49-F238E27FC236}">
                  <a16:creationId xmlns:a16="http://schemas.microsoft.com/office/drawing/2014/main" id="{A29381E6-C25F-3941-829A-5C20D09EC9A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8" name="Group 217">
            <a:extLst>
              <a:ext uri="{FF2B5EF4-FFF2-40B4-BE49-F238E27FC236}">
                <a16:creationId xmlns:a16="http://schemas.microsoft.com/office/drawing/2014/main" id="{3CDC88CA-73F6-2A4E-A5B8-07F9CE6EB356}"/>
              </a:ext>
            </a:extLst>
          </p:cNvPr>
          <p:cNvGrpSpPr/>
          <p:nvPr/>
        </p:nvGrpSpPr>
        <p:grpSpPr>
          <a:xfrm>
            <a:off x="6497225" y="2978957"/>
            <a:ext cx="853832" cy="472456"/>
            <a:chOff x="7493876" y="2774731"/>
            <a:chExt cx="1481958" cy="894622"/>
          </a:xfrm>
        </p:grpSpPr>
        <p:sp>
          <p:nvSpPr>
            <p:cNvPr id="219" name="Freeform 218">
              <a:extLst>
                <a:ext uri="{FF2B5EF4-FFF2-40B4-BE49-F238E27FC236}">
                  <a16:creationId xmlns:a16="http://schemas.microsoft.com/office/drawing/2014/main" id="{76662FEE-416B-4241-A864-32CEE22908B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0" name="Oval 219">
              <a:extLst>
                <a:ext uri="{FF2B5EF4-FFF2-40B4-BE49-F238E27FC236}">
                  <a16:creationId xmlns:a16="http://schemas.microsoft.com/office/drawing/2014/main" id="{BF854949-8588-4043-8969-4FC76142F8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1" name="Group 220">
              <a:extLst>
                <a:ext uri="{FF2B5EF4-FFF2-40B4-BE49-F238E27FC236}">
                  <a16:creationId xmlns:a16="http://schemas.microsoft.com/office/drawing/2014/main" id="{D7A98B50-6531-6143-A56B-A0078198E209}"/>
                </a:ext>
              </a:extLst>
            </p:cNvPr>
            <p:cNvGrpSpPr/>
            <p:nvPr/>
          </p:nvGrpSpPr>
          <p:grpSpPr>
            <a:xfrm>
              <a:off x="7713663" y="2848339"/>
              <a:ext cx="1042107" cy="425543"/>
              <a:chOff x="7786941" y="2884917"/>
              <a:chExt cx="897649" cy="353919"/>
            </a:xfrm>
          </p:grpSpPr>
          <p:sp>
            <p:nvSpPr>
              <p:cNvPr id="222" name="Freeform 221">
                <a:extLst>
                  <a:ext uri="{FF2B5EF4-FFF2-40B4-BE49-F238E27FC236}">
                    <a16:creationId xmlns:a16="http://schemas.microsoft.com/office/drawing/2014/main" id="{8EF0E65E-1BE5-3640-B843-535E698DCED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8B3135FD-22F2-1745-85CC-4BD5AD2C994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CBF8CAA5-2F9E-6F4F-B932-2A9A9FA6FB3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BAC7EA6A-1F82-BE41-ABF4-1F0EFC4511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6" name="Group 225">
            <a:extLst>
              <a:ext uri="{FF2B5EF4-FFF2-40B4-BE49-F238E27FC236}">
                <a16:creationId xmlns:a16="http://schemas.microsoft.com/office/drawing/2014/main" id="{3FE2CB04-538F-224A-AF22-DA95DCBB0B6E}"/>
              </a:ext>
            </a:extLst>
          </p:cNvPr>
          <p:cNvGrpSpPr/>
          <p:nvPr/>
        </p:nvGrpSpPr>
        <p:grpSpPr>
          <a:xfrm>
            <a:off x="7241295" y="3709582"/>
            <a:ext cx="853832" cy="472456"/>
            <a:chOff x="7493876" y="2774731"/>
            <a:chExt cx="1481958" cy="894622"/>
          </a:xfrm>
        </p:grpSpPr>
        <p:sp>
          <p:nvSpPr>
            <p:cNvPr id="227" name="Freeform 226">
              <a:extLst>
                <a:ext uri="{FF2B5EF4-FFF2-40B4-BE49-F238E27FC236}">
                  <a16:creationId xmlns:a16="http://schemas.microsoft.com/office/drawing/2014/main" id="{554365BE-E9A1-B147-927A-2FEA0E686F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8" name="Oval 227">
              <a:extLst>
                <a:ext uri="{FF2B5EF4-FFF2-40B4-BE49-F238E27FC236}">
                  <a16:creationId xmlns:a16="http://schemas.microsoft.com/office/drawing/2014/main" id="{41069F9B-234B-AF4D-9BE6-991F3EE817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9" name="Group 228">
              <a:extLst>
                <a:ext uri="{FF2B5EF4-FFF2-40B4-BE49-F238E27FC236}">
                  <a16:creationId xmlns:a16="http://schemas.microsoft.com/office/drawing/2014/main" id="{78215878-BF48-DA4D-86CB-2D4407EC3A5D}"/>
                </a:ext>
              </a:extLst>
            </p:cNvPr>
            <p:cNvGrpSpPr/>
            <p:nvPr/>
          </p:nvGrpSpPr>
          <p:grpSpPr>
            <a:xfrm>
              <a:off x="7713663" y="2848339"/>
              <a:ext cx="1042107" cy="425543"/>
              <a:chOff x="7786941" y="2884917"/>
              <a:chExt cx="897649" cy="353919"/>
            </a:xfrm>
          </p:grpSpPr>
          <p:sp>
            <p:nvSpPr>
              <p:cNvPr id="230" name="Freeform 229">
                <a:extLst>
                  <a:ext uri="{FF2B5EF4-FFF2-40B4-BE49-F238E27FC236}">
                    <a16:creationId xmlns:a16="http://schemas.microsoft.com/office/drawing/2014/main" id="{230159EF-EC94-2C46-8E32-C44AE9FFF3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7342E9BF-DE69-4845-BD2D-B9FB0C05B2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9857134D-B0E3-0741-A4BB-E37AC2713E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DAC16FA5-30B2-9A4A-B1B4-A15CCF467D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3">
            <a:extLst>
              <a:ext uri="{FF2B5EF4-FFF2-40B4-BE49-F238E27FC236}">
                <a16:creationId xmlns:a16="http://schemas.microsoft.com/office/drawing/2014/main" id="{A72EC927-0C95-E645-8775-84E1A80FD737}"/>
              </a:ext>
            </a:extLst>
          </p:cNvPr>
          <p:cNvGrpSpPr>
            <a:grpSpLocks/>
          </p:cNvGrpSpPr>
          <p:nvPr/>
        </p:nvGrpSpPr>
        <p:grpSpPr bwMode="auto">
          <a:xfrm>
            <a:off x="605761" y="1183316"/>
            <a:ext cx="460375" cy="244475"/>
            <a:chOff x="844" y="3337"/>
            <a:chExt cx="290" cy="154"/>
          </a:xfrm>
        </p:grpSpPr>
        <p:sp>
          <p:nvSpPr>
            <p:cNvPr id="578" name="Rectangle 54">
              <a:extLst>
                <a:ext uri="{FF2B5EF4-FFF2-40B4-BE49-F238E27FC236}">
                  <a16:creationId xmlns:a16="http://schemas.microsoft.com/office/drawing/2014/main" id="{DB540962-D523-B049-9978-FD6CEDB1350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Text Box 55">
              <a:extLst>
                <a:ext uri="{FF2B5EF4-FFF2-40B4-BE49-F238E27FC236}">
                  <a16:creationId xmlns:a16="http://schemas.microsoft.com/office/drawing/2014/main" id="{A671B148-0EBD-CE4C-A7BE-F05C67A79374}"/>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580" name="Group 58">
            <a:extLst>
              <a:ext uri="{FF2B5EF4-FFF2-40B4-BE49-F238E27FC236}">
                <a16:creationId xmlns:a16="http://schemas.microsoft.com/office/drawing/2014/main" id="{FFB657E9-A85D-134E-ADB3-005972A3CE32}"/>
              </a:ext>
            </a:extLst>
          </p:cNvPr>
          <p:cNvGrpSpPr>
            <a:grpSpLocks/>
          </p:cNvGrpSpPr>
          <p:nvPr/>
        </p:nvGrpSpPr>
        <p:grpSpPr bwMode="auto">
          <a:xfrm>
            <a:off x="545436" y="1408741"/>
            <a:ext cx="561975" cy="244475"/>
            <a:chOff x="740" y="3209"/>
            <a:chExt cx="354" cy="154"/>
          </a:xfrm>
        </p:grpSpPr>
        <p:grpSp>
          <p:nvGrpSpPr>
            <p:cNvPr id="597" name="Group 59">
              <a:extLst>
                <a:ext uri="{FF2B5EF4-FFF2-40B4-BE49-F238E27FC236}">
                  <a16:creationId xmlns:a16="http://schemas.microsoft.com/office/drawing/2014/main" id="{554D2BDB-333B-E345-B92C-BC3E4A984E62}"/>
                </a:ext>
              </a:extLst>
            </p:cNvPr>
            <p:cNvGrpSpPr>
              <a:grpSpLocks/>
            </p:cNvGrpSpPr>
            <p:nvPr/>
          </p:nvGrpSpPr>
          <p:grpSpPr bwMode="auto">
            <a:xfrm>
              <a:off x="794" y="3209"/>
              <a:ext cx="290" cy="154"/>
              <a:chOff x="844" y="3337"/>
              <a:chExt cx="290" cy="154"/>
            </a:xfrm>
          </p:grpSpPr>
          <p:sp>
            <p:nvSpPr>
              <p:cNvPr id="600" name="Rectangle 60">
                <a:extLst>
                  <a:ext uri="{FF2B5EF4-FFF2-40B4-BE49-F238E27FC236}">
                    <a16:creationId xmlns:a16="http://schemas.microsoft.com/office/drawing/2014/main" id="{E15A9A2D-77B5-474A-B586-F25A2E4EFC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1" name="Text Box 61">
                <a:extLst>
                  <a:ext uri="{FF2B5EF4-FFF2-40B4-BE49-F238E27FC236}">
                    <a16:creationId xmlns:a16="http://schemas.microsoft.com/office/drawing/2014/main" id="{CF5ECB89-933F-2D4C-94B5-EA4941F6761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598" name="Rectangle 62">
              <a:extLst>
                <a:ext uri="{FF2B5EF4-FFF2-40B4-BE49-F238E27FC236}">
                  <a16:creationId xmlns:a16="http://schemas.microsoft.com/office/drawing/2014/main" id="{33C66E75-40B4-5B4E-AC62-94491E0226A1}"/>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9" name="Rectangle 63">
              <a:extLst>
                <a:ext uri="{FF2B5EF4-FFF2-40B4-BE49-F238E27FC236}">
                  <a16:creationId xmlns:a16="http://schemas.microsoft.com/office/drawing/2014/main" id="{47B4C203-AC10-904B-B43F-659A64228C6F}"/>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02" name="Group 64">
            <a:extLst>
              <a:ext uri="{FF2B5EF4-FFF2-40B4-BE49-F238E27FC236}">
                <a16:creationId xmlns:a16="http://schemas.microsoft.com/office/drawing/2014/main" id="{DCA10A8F-0364-4B44-B765-6D34363A4894}"/>
              </a:ext>
            </a:extLst>
          </p:cNvPr>
          <p:cNvGrpSpPr>
            <a:grpSpLocks/>
          </p:cNvGrpSpPr>
          <p:nvPr/>
        </p:nvGrpSpPr>
        <p:grpSpPr bwMode="auto">
          <a:xfrm>
            <a:off x="545436" y="1643691"/>
            <a:ext cx="561975" cy="244475"/>
            <a:chOff x="836" y="3305"/>
            <a:chExt cx="354" cy="154"/>
          </a:xfrm>
        </p:grpSpPr>
        <p:grpSp>
          <p:nvGrpSpPr>
            <p:cNvPr id="603" name="Group 65">
              <a:extLst>
                <a:ext uri="{FF2B5EF4-FFF2-40B4-BE49-F238E27FC236}">
                  <a16:creationId xmlns:a16="http://schemas.microsoft.com/office/drawing/2014/main" id="{464D5627-EF2F-604D-89D6-5C5B9F7BAFDE}"/>
                </a:ext>
              </a:extLst>
            </p:cNvPr>
            <p:cNvGrpSpPr>
              <a:grpSpLocks/>
            </p:cNvGrpSpPr>
            <p:nvPr/>
          </p:nvGrpSpPr>
          <p:grpSpPr bwMode="auto">
            <a:xfrm>
              <a:off x="890" y="3305"/>
              <a:ext cx="290" cy="154"/>
              <a:chOff x="844" y="3337"/>
              <a:chExt cx="290" cy="154"/>
            </a:xfrm>
          </p:grpSpPr>
          <p:sp>
            <p:nvSpPr>
              <p:cNvPr id="607" name="Rectangle 66">
                <a:extLst>
                  <a:ext uri="{FF2B5EF4-FFF2-40B4-BE49-F238E27FC236}">
                    <a16:creationId xmlns:a16="http://schemas.microsoft.com/office/drawing/2014/main" id="{0E8BAB2D-962C-DB42-8CFB-36171998529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8" name="Text Box 67">
                <a:extLst>
                  <a:ext uri="{FF2B5EF4-FFF2-40B4-BE49-F238E27FC236}">
                    <a16:creationId xmlns:a16="http://schemas.microsoft.com/office/drawing/2014/main" id="{207611A9-15A8-004A-8780-651D63CB2DE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04" name="Group 68">
              <a:extLst>
                <a:ext uri="{FF2B5EF4-FFF2-40B4-BE49-F238E27FC236}">
                  <a16:creationId xmlns:a16="http://schemas.microsoft.com/office/drawing/2014/main" id="{0350647D-B9CB-F44C-A3BB-4911E53B44C1}"/>
                </a:ext>
              </a:extLst>
            </p:cNvPr>
            <p:cNvGrpSpPr>
              <a:grpSpLocks/>
            </p:cNvGrpSpPr>
            <p:nvPr/>
          </p:nvGrpSpPr>
          <p:grpSpPr bwMode="auto">
            <a:xfrm>
              <a:off x="836" y="3334"/>
              <a:ext cx="354" cy="94"/>
              <a:chOff x="836" y="3334"/>
              <a:chExt cx="354" cy="94"/>
            </a:xfrm>
          </p:grpSpPr>
          <p:sp>
            <p:nvSpPr>
              <p:cNvPr id="605" name="Rectangle 69">
                <a:extLst>
                  <a:ext uri="{FF2B5EF4-FFF2-40B4-BE49-F238E27FC236}">
                    <a16:creationId xmlns:a16="http://schemas.microsoft.com/office/drawing/2014/main" id="{D6D06566-8FDC-1049-9915-F0119E1E082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6" name="Rectangle 70">
                <a:extLst>
                  <a:ext uri="{FF2B5EF4-FFF2-40B4-BE49-F238E27FC236}">
                    <a16:creationId xmlns:a16="http://schemas.microsoft.com/office/drawing/2014/main" id="{C642603C-03C1-BF49-A5FF-7101DC51C8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09" name="Group 71">
            <a:extLst>
              <a:ext uri="{FF2B5EF4-FFF2-40B4-BE49-F238E27FC236}">
                <a16:creationId xmlns:a16="http://schemas.microsoft.com/office/drawing/2014/main" id="{66AFA242-11CE-7D44-B7FD-065E7607A538}"/>
              </a:ext>
            </a:extLst>
          </p:cNvPr>
          <p:cNvGrpSpPr>
            <a:grpSpLocks/>
          </p:cNvGrpSpPr>
          <p:nvPr/>
        </p:nvGrpSpPr>
        <p:grpSpPr bwMode="auto">
          <a:xfrm>
            <a:off x="366049" y="1675441"/>
            <a:ext cx="762000" cy="177800"/>
            <a:chOff x="627" y="3377"/>
            <a:chExt cx="480" cy="112"/>
          </a:xfrm>
        </p:grpSpPr>
        <p:sp>
          <p:nvSpPr>
            <p:cNvPr id="610" name="Rectangle 72">
              <a:extLst>
                <a:ext uri="{FF2B5EF4-FFF2-40B4-BE49-F238E27FC236}">
                  <a16:creationId xmlns:a16="http://schemas.microsoft.com/office/drawing/2014/main" id="{3B194A0B-DB59-884F-9A9C-0367A34DF87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1" name="Rectangle 73">
              <a:extLst>
                <a:ext uri="{FF2B5EF4-FFF2-40B4-BE49-F238E27FC236}">
                  <a16:creationId xmlns:a16="http://schemas.microsoft.com/office/drawing/2014/main" id="{C81F721E-1CF4-B64A-95E4-0ADFE4A253D5}"/>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12" name="Group 74">
            <a:extLst>
              <a:ext uri="{FF2B5EF4-FFF2-40B4-BE49-F238E27FC236}">
                <a16:creationId xmlns:a16="http://schemas.microsoft.com/office/drawing/2014/main" id="{30108D55-C6E3-8A47-B5DA-F1FCD41B77C2}"/>
              </a:ext>
            </a:extLst>
          </p:cNvPr>
          <p:cNvGrpSpPr>
            <a:grpSpLocks/>
          </p:cNvGrpSpPr>
          <p:nvPr/>
        </p:nvGrpSpPr>
        <p:grpSpPr bwMode="auto">
          <a:xfrm>
            <a:off x="170786" y="1907216"/>
            <a:ext cx="1081088" cy="244475"/>
            <a:chOff x="504" y="3523"/>
            <a:chExt cx="681" cy="154"/>
          </a:xfrm>
        </p:grpSpPr>
        <p:grpSp>
          <p:nvGrpSpPr>
            <p:cNvPr id="613" name="Group 75">
              <a:extLst>
                <a:ext uri="{FF2B5EF4-FFF2-40B4-BE49-F238E27FC236}">
                  <a16:creationId xmlns:a16="http://schemas.microsoft.com/office/drawing/2014/main" id="{662C3101-9651-794A-8982-A5212E0B98C0}"/>
                </a:ext>
              </a:extLst>
            </p:cNvPr>
            <p:cNvGrpSpPr>
              <a:grpSpLocks/>
            </p:cNvGrpSpPr>
            <p:nvPr/>
          </p:nvGrpSpPr>
          <p:grpSpPr bwMode="auto">
            <a:xfrm>
              <a:off x="623" y="3523"/>
              <a:ext cx="480" cy="154"/>
              <a:chOff x="723" y="3453"/>
              <a:chExt cx="480" cy="154"/>
            </a:xfrm>
          </p:grpSpPr>
          <p:grpSp>
            <p:nvGrpSpPr>
              <p:cNvPr id="617" name="Group 76">
                <a:extLst>
                  <a:ext uri="{FF2B5EF4-FFF2-40B4-BE49-F238E27FC236}">
                    <a16:creationId xmlns:a16="http://schemas.microsoft.com/office/drawing/2014/main" id="{79F2BE77-0F5A-6146-812E-AB85DDAC3EB2}"/>
                  </a:ext>
                </a:extLst>
              </p:cNvPr>
              <p:cNvGrpSpPr>
                <a:grpSpLocks/>
              </p:cNvGrpSpPr>
              <p:nvPr/>
            </p:nvGrpSpPr>
            <p:grpSpPr bwMode="auto">
              <a:xfrm>
                <a:off x="836" y="3453"/>
                <a:ext cx="354" cy="154"/>
                <a:chOff x="836" y="3305"/>
                <a:chExt cx="354" cy="154"/>
              </a:xfrm>
            </p:grpSpPr>
            <p:grpSp>
              <p:nvGrpSpPr>
                <p:cNvPr id="620" name="Group 77">
                  <a:extLst>
                    <a:ext uri="{FF2B5EF4-FFF2-40B4-BE49-F238E27FC236}">
                      <a16:creationId xmlns:a16="http://schemas.microsoft.com/office/drawing/2014/main" id="{B6CD1476-BAF9-C740-93F0-6C99E4E6B38E}"/>
                    </a:ext>
                  </a:extLst>
                </p:cNvPr>
                <p:cNvGrpSpPr>
                  <a:grpSpLocks/>
                </p:cNvGrpSpPr>
                <p:nvPr/>
              </p:nvGrpSpPr>
              <p:grpSpPr bwMode="auto">
                <a:xfrm>
                  <a:off x="890" y="3305"/>
                  <a:ext cx="290" cy="154"/>
                  <a:chOff x="844" y="3337"/>
                  <a:chExt cx="290" cy="154"/>
                </a:xfrm>
              </p:grpSpPr>
              <p:sp>
                <p:nvSpPr>
                  <p:cNvPr id="624" name="Rectangle 78">
                    <a:extLst>
                      <a:ext uri="{FF2B5EF4-FFF2-40B4-BE49-F238E27FC236}">
                        <a16:creationId xmlns:a16="http://schemas.microsoft.com/office/drawing/2014/main" id="{B578C0B1-B81E-AA41-810D-12A3F1BF8C0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5" name="Text Box 79">
                    <a:extLst>
                      <a:ext uri="{FF2B5EF4-FFF2-40B4-BE49-F238E27FC236}">
                        <a16:creationId xmlns:a16="http://schemas.microsoft.com/office/drawing/2014/main" id="{1B07ACFB-219C-864C-9976-F2AF1C53A8F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21" name="Group 80">
                  <a:extLst>
                    <a:ext uri="{FF2B5EF4-FFF2-40B4-BE49-F238E27FC236}">
                      <a16:creationId xmlns:a16="http://schemas.microsoft.com/office/drawing/2014/main" id="{EA66BCF1-7483-AD4C-BB6B-0066AA69776F}"/>
                    </a:ext>
                  </a:extLst>
                </p:cNvPr>
                <p:cNvGrpSpPr>
                  <a:grpSpLocks/>
                </p:cNvGrpSpPr>
                <p:nvPr/>
              </p:nvGrpSpPr>
              <p:grpSpPr bwMode="auto">
                <a:xfrm>
                  <a:off x="836" y="3334"/>
                  <a:ext cx="354" cy="94"/>
                  <a:chOff x="836" y="3334"/>
                  <a:chExt cx="354" cy="94"/>
                </a:xfrm>
              </p:grpSpPr>
              <p:sp>
                <p:nvSpPr>
                  <p:cNvPr id="622" name="Rectangle 81">
                    <a:extLst>
                      <a:ext uri="{FF2B5EF4-FFF2-40B4-BE49-F238E27FC236}">
                        <a16:creationId xmlns:a16="http://schemas.microsoft.com/office/drawing/2014/main" id="{FC8C8F27-84EE-1E4F-86DF-7CEEA38BE1A9}"/>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3" name="Rectangle 82">
                    <a:extLst>
                      <a:ext uri="{FF2B5EF4-FFF2-40B4-BE49-F238E27FC236}">
                        <a16:creationId xmlns:a16="http://schemas.microsoft.com/office/drawing/2014/main" id="{226E5629-190E-FA4E-A28E-286B9782865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18" name="Rectangle 83">
                <a:extLst>
                  <a:ext uri="{FF2B5EF4-FFF2-40B4-BE49-F238E27FC236}">
                    <a16:creationId xmlns:a16="http://schemas.microsoft.com/office/drawing/2014/main" id="{61B8A8D0-55FD-834A-9434-D3CB23CC137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9" name="Rectangle 84">
                <a:extLst>
                  <a:ext uri="{FF2B5EF4-FFF2-40B4-BE49-F238E27FC236}">
                    <a16:creationId xmlns:a16="http://schemas.microsoft.com/office/drawing/2014/main" id="{EFC22242-4FA1-BD40-9546-D33F919B577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14" name="Rectangle 85">
              <a:extLst>
                <a:ext uri="{FF2B5EF4-FFF2-40B4-BE49-F238E27FC236}">
                  <a16:creationId xmlns:a16="http://schemas.microsoft.com/office/drawing/2014/main" id="{F78B0DE0-60EC-6E4A-9779-CCE2139AC14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5" name="Rectangle 86">
              <a:extLst>
                <a:ext uri="{FF2B5EF4-FFF2-40B4-BE49-F238E27FC236}">
                  <a16:creationId xmlns:a16="http://schemas.microsoft.com/office/drawing/2014/main" id="{DDCCFF6A-7B2A-DD4E-819E-E38A0553AF7C}"/>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6" name="Rectangle 87">
              <a:extLst>
                <a:ext uri="{FF2B5EF4-FFF2-40B4-BE49-F238E27FC236}">
                  <a16:creationId xmlns:a16="http://schemas.microsoft.com/office/drawing/2014/main" id="{E8EC758B-CD76-4B49-A7CD-627808E88EB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6" name="AutoShape 88">
            <a:extLst>
              <a:ext uri="{FF2B5EF4-FFF2-40B4-BE49-F238E27FC236}">
                <a16:creationId xmlns:a16="http://schemas.microsoft.com/office/drawing/2014/main" id="{373F1512-8CA6-B644-A978-61C53EA11648}"/>
              </a:ext>
            </a:extLst>
          </p:cNvPr>
          <p:cNvSpPr>
            <a:spLocks noChangeArrowheads="1"/>
          </p:cNvSpPr>
          <p:nvPr/>
        </p:nvSpPr>
        <p:spPr bwMode="auto">
          <a:xfrm>
            <a:off x="713711" y="1183316"/>
            <a:ext cx="381000" cy="1166813"/>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627" name="Group 89">
            <a:extLst>
              <a:ext uri="{FF2B5EF4-FFF2-40B4-BE49-F238E27FC236}">
                <a16:creationId xmlns:a16="http://schemas.microsoft.com/office/drawing/2014/main" id="{7F4ADFB9-C1B4-DC48-9014-BD3FC3E5A35E}"/>
              </a:ext>
            </a:extLst>
          </p:cNvPr>
          <p:cNvGrpSpPr>
            <a:grpSpLocks/>
          </p:cNvGrpSpPr>
          <p:nvPr/>
        </p:nvGrpSpPr>
        <p:grpSpPr bwMode="auto">
          <a:xfrm>
            <a:off x="185921" y="2355452"/>
            <a:ext cx="1081088" cy="244475"/>
            <a:chOff x="504" y="3523"/>
            <a:chExt cx="681" cy="154"/>
          </a:xfrm>
        </p:grpSpPr>
        <p:grpSp>
          <p:nvGrpSpPr>
            <p:cNvPr id="628" name="Group 90">
              <a:extLst>
                <a:ext uri="{FF2B5EF4-FFF2-40B4-BE49-F238E27FC236}">
                  <a16:creationId xmlns:a16="http://schemas.microsoft.com/office/drawing/2014/main" id="{99123354-1166-3747-8416-6765BD917F2F}"/>
                </a:ext>
              </a:extLst>
            </p:cNvPr>
            <p:cNvGrpSpPr>
              <a:grpSpLocks/>
            </p:cNvGrpSpPr>
            <p:nvPr/>
          </p:nvGrpSpPr>
          <p:grpSpPr bwMode="auto">
            <a:xfrm>
              <a:off x="623" y="3523"/>
              <a:ext cx="480" cy="154"/>
              <a:chOff x="723" y="3453"/>
              <a:chExt cx="480" cy="154"/>
            </a:xfrm>
          </p:grpSpPr>
          <p:grpSp>
            <p:nvGrpSpPr>
              <p:cNvPr id="632" name="Group 91">
                <a:extLst>
                  <a:ext uri="{FF2B5EF4-FFF2-40B4-BE49-F238E27FC236}">
                    <a16:creationId xmlns:a16="http://schemas.microsoft.com/office/drawing/2014/main" id="{2521277A-E4D1-7B47-8E5E-B1EEBE5C5AE9}"/>
                  </a:ext>
                </a:extLst>
              </p:cNvPr>
              <p:cNvGrpSpPr>
                <a:grpSpLocks/>
              </p:cNvGrpSpPr>
              <p:nvPr/>
            </p:nvGrpSpPr>
            <p:grpSpPr bwMode="auto">
              <a:xfrm>
                <a:off x="836" y="3453"/>
                <a:ext cx="354" cy="154"/>
                <a:chOff x="836" y="3305"/>
                <a:chExt cx="354" cy="154"/>
              </a:xfrm>
            </p:grpSpPr>
            <p:grpSp>
              <p:nvGrpSpPr>
                <p:cNvPr id="635" name="Group 92">
                  <a:extLst>
                    <a:ext uri="{FF2B5EF4-FFF2-40B4-BE49-F238E27FC236}">
                      <a16:creationId xmlns:a16="http://schemas.microsoft.com/office/drawing/2014/main" id="{482F7D40-F1F7-AC47-B312-160F387D75E7}"/>
                    </a:ext>
                  </a:extLst>
                </p:cNvPr>
                <p:cNvGrpSpPr>
                  <a:grpSpLocks/>
                </p:cNvGrpSpPr>
                <p:nvPr/>
              </p:nvGrpSpPr>
              <p:grpSpPr bwMode="auto">
                <a:xfrm>
                  <a:off x="890" y="3305"/>
                  <a:ext cx="290" cy="154"/>
                  <a:chOff x="844" y="3337"/>
                  <a:chExt cx="290" cy="154"/>
                </a:xfrm>
              </p:grpSpPr>
              <p:sp>
                <p:nvSpPr>
                  <p:cNvPr id="641" name="Rectangle 93">
                    <a:extLst>
                      <a:ext uri="{FF2B5EF4-FFF2-40B4-BE49-F238E27FC236}">
                        <a16:creationId xmlns:a16="http://schemas.microsoft.com/office/drawing/2014/main" id="{5A5D4DA1-5358-E74E-9DDB-8F5EDD1F12B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2" name="Text Box 94">
                    <a:extLst>
                      <a:ext uri="{FF2B5EF4-FFF2-40B4-BE49-F238E27FC236}">
                        <a16:creationId xmlns:a16="http://schemas.microsoft.com/office/drawing/2014/main" id="{711DD1D0-1145-B045-A8D5-3C7E6F8EA5AF}"/>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36" name="Group 95">
                  <a:extLst>
                    <a:ext uri="{FF2B5EF4-FFF2-40B4-BE49-F238E27FC236}">
                      <a16:creationId xmlns:a16="http://schemas.microsoft.com/office/drawing/2014/main" id="{E35BB6C0-63F2-C74C-8B63-A1833C18FE6E}"/>
                    </a:ext>
                  </a:extLst>
                </p:cNvPr>
                <p:cNvGrpSpPr>
                  <a:grpSpLocks/>
                </p:cNvGrpSpPr>
                <p:nvPr/>
              </p:nvGrpSpPr>
              <p:grpSpPr bwMode="auto">
                <a:xfrm>
                  <a:off x="836" y="3334"/>
                  <a:ext cx="354" cy="94"/>
                  <a:chOff x="836" y="3334"/>
                  <a:chExt cx="354" cy="94"/>
                </a:xfrm>
              </p:grpSpPr>
              <p:sp>
                <p:nvSpPr>
                  <p:cNvPr id="637" name="Rectangle 96">
                    <a:extLst>
                      <a:ext uri="{FF2B5EF4-FFF2-40B4-BE49-F238E27FC236}">
                        <a16:creationId xmlns:a16="http://schemas.microsoft.com/office/drawing/2014/main" id="{A7AA138E-6F9F-7149-B237-FE8DDE68D5E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0" name="Rectangle 97">
                    <a:extLst>
                      <a:ext uri="{FF2B5EF4-FFF2-40B4-BE49-F238E27FC236}">
                        <a16:creationId xmlns:a16="http://schemas.microsoft.com/office/drawing/2014/main" id="{E5B09828-1A27-6F41-983D-85215354D2B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33" name="Rectangle 98">
                <a:extLst>
                  <a:ext uri="{FF2B5EF4-FFF2-40B4-BE49-F238E27FC236}">
                    <a16:creationId xmlns:a16="http://schemas.microsoft.com/office/drawing/2014/main" id="{80D83DCD-C9ED-4D4A-BEA7-FDC543327919}"/>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4" name="Rectangle 99">
                <a:extLst>
                  <a:ext uri="{FF2B5EF4-FFF2-40B4-BE49-F238E27FC236}">
                    <a16:creationId xmlns:a16="http://schemas.microsoft.com/office/drawing/2014/main" id="{5936CB08-2138-904D-A399-85EB9305E5CC}"/>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9" name="Rectangle 100">
              <a:extLst>
                <a:ext uri="{FF2B5EF4-FFF2-40B4-BE49-F238E27FC236}">
                  <a16:creationId xmlns:a16="http://schemas.microsoft.com/office/drawing/2014/main" id="{500C95BF-E7E2-2F40-B2D0-4616E5711982}"/>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0" name="Rectangle 101">
              <a:extLst>
                <a:ext uri="{FF2B5EF4-FFF2-40B4-BE49-F238E27FC236}">
                  <a16:creationId xmlns:a16="http://schemas.microsoft.com/office/drawing/2014/main" id="{7348B440-180E-2544-8C19-3C8D8CF28C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1" name="Rectangle 102">
              <a:extLst>
                <a:ext uri="{FF2B5EF4-FFF2-40B4-BE49-F238E27FC236}">
                  <a16:creationId xmlns:a16="http://schemas.microsoft.com/office/drawing/2014/main" id="{D6AA62D3-51AB-8841-A908-73564AFB573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43" name="Rectangle 103">
            <a:extLst>
              <a:ext uri="{FF2B5EF4-FFF2-40B4-BE49-F238E27FC236}">
                <a16:creationId xmlns:a16="http://schemas.microsoft.com/office/drawing/2014/main" id="{873E501C-73D5-B048-BF0B-B7FBD524BBD9}"/>
              </a:ext>
            </a:extLst>
          </p:cNvPr>
          <p:cNvSpPr>
            <a:spLocks noChangeArrowheads="1"/>
          </p:cNvSpPr>
          <p:nvPr/>
        </p:nvSpPr>
        <p:spPr bwMode="auto">
          <a:xfrm>
            <a:off x="402783" y="4451462"/>
            <a:ext cx="3216717" cy="13065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IP datagram containing DNS query forwarded via LAN switch from client to 1</a:t>
            </a:r>
            <a:r>
              <a:rPr lang="en-US" sz="2400" baseline="30000" dirty="0">
                <a:solidFill>
                  <a:srgbClr val="000000"/>
                </a:solidFill>
                <a:ea typeface="ＭＳ Ｐゴシック" charset="0"/>
              </a:rPr>
              <a:t>st</a:t>
            </a:r>
            <a:r>
              <a:rPr lang="en-US" sz="2400" dirty="0">
                <a:solidFill>
                  <a:srgbClr val="000000"/>
                </a:solidFill>
                <a:ea typeface="ＭＳ Ｐゴシック" charset="0"/>
              </a:rPr>
              <a:t> hop router</a:t>
            </a:r>
          </a:p>
        </p:txBody>
      </p:sp>
      <p:sp>
        <p:nvSpPr>
          <p:cNvPr id="644" name="Rectangle 104">
            <a:extLst>
              <a:ext uri="{FF2B5EF4-FFF2-40B4-BE49-F238E27FC236}">
                <a16:creationId xmlns:a16="http://schemas.microsoft.com/office/drawing/2014/main" id="{B78EC689-D545-8441-B61E-769A0D79005E}"/>
              </a:ext>
            </a:extLst>
          </p:cNvPr>
          <p:cNvSpPr>
            <a:spLocks noChangeArrowheads="1"/>
          </p:cNvSpPr>
          <p:nvPr/>
        </p:nvSpPr>
        <p:spPr bwMode="auto">
          <a:xfrm>
            <a:off x="4396562" y="4626361"/>
            <a:ext cx="5141138" cy="14823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defRPr/>
            </a:pPr>
            <a:r>
              <a:rPr lang="en-US" sz="2400" dirty="0">
                <a:solidFill>
                  <a:srgbClr val="000000"/>
                </a:solidFill>
                <a:ea typeface="ＭＳ Ｐゴシック" charset="0"/>
              </a:rPr>
              <a:t>IP datagram forwarded from campus network into Comcast network, routed (tables created by </a:t>
            </a:r>
            <a:r>
              <a:rPr lang="en-US" sz="2400" dirty="0">
                <a:solidFill>
                  <a:srgbClr val="C00000"/>
                </a:solidFill>
                <a:ea typeface="ＭＳ Ｐゴシック" charset="0"/>
              </a:rPr>
              <a:t>RIP, OSPF, IS-IS </a:t>
            </a:r>
            <a:r>
              <a:rPr lang="en-US" sz="2400" dirty="0">
                <a:solidFill>
                  <a:srgbClr val="000000"/>
                </a:solidFill>
                <a:ea typeface="ＭＳ Ｐゴシック" charset="0"/>
              </a:rPr>
              <a:t>and/or </a:t>
            </a:r>
            <a:r>
              <a:rPr lang="en-US" sz="2400" dirty="0">
                <a:solidFill>
                  <a:srgbClr val="C00000"/>
                </a:solidFill>
                <a:ea typeface="ＭＳ Ｐゴシック" charset="0"/>
              </a:rPr>
              <a:t>BGP</a:t>
            </a:r>
            <a:r>
              <a:rPr lang="en-US" sz="2400" dirty="0">
                <a:solidFill>
                  <a:srgbClr val="000000"/>
                </a:solidFill>
                <a:ea typeface="ＭＳ Ｐゴシック" charset="0"/>
              </a:rPr>
              <a:t> routing protocols) to DNS server</a:t>
            </a:r>
          </a:p>
        </p:txBody>
      </p:sp>
      <p:sp>
        <p:nvSpPr>
          <p:cNvPr id="645" name="Rectangle 105">
            <a:extLst>
              <a:ext uri="{FF2B5EF4-FFF2-40B4-BE49-F238E27FC236}">
                <a16:creationId xmlns:a16="http://schemas.microsoft.com/office/drawing/2014/main" id="{90E95EE5-FC39-E148-8B00-785F719BD993}"/>
              </a:ext>
            </a:extLst>
          </p:cNvPr>
          <p:cNvSpPr>
            <a:spLocks noChangeArrowheads="1"/>
          </p:cNvSpPr>
          <p:nvPr/>
        </p:nvSpPr>
        <p:spPr bwMode="auto">
          <a:xfrm>
            <a:off x="8631237" y="1456182"/>
            <a:ext cx="3230563"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de-mux</a:t>
            </a:r>
            <a:r>
              <a:rPr lang="en-US" altLang="ja-JP" sz="2400" dirty="0">
                <a:solidFill>
                  <a:srgbClr val="000000"/>
                </a:solidFill>
                <a:ea typeface="ＭＳ Ｐゴシック" charset="0"/>
              </a:rPr>
              <a:t>ed to DNS</a:t>
            </a:r>
          </a:p>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DNS replies to client with IP address of www.google.com </a:t>
            </a:r>
          </a:p>
        </p:txBody>
      </p:sp>
      <p:grpSp>
        <p:nvGrpSpPr>
          <p:cNvPr id="674" name="Group 187">
            <a:extLst>
              <a:ext uri="{FF2B5EF4-FFF2-40B4-BE49-F238E27FC236}">
                <a16:creationId xmlns:a16="http://schemas.microsoft.com/office/drawing/2014/main" id="{C785CCCA-8BB4-6A4D-B52C-2CD9521BF4DD}"/>
              </a:ext>
            </a:extLst>
          </p:cNvPr>
          <p:cNvGrpSpPr>
            <a:grpSpLocks/>
          </p:cNvGrpSpPr>
          <p:nvPr/>
        </p:nvGrpSpPr>
        <p:grpSpPr bwMode="auto">
          <a:xfrm>
            <a:off x="5809991" y="1480142"/>
            <a:ext cx="1317624" cy="1314450"/>
            <a:chOff x="931" y="1941"/>
            <a:chExt cx="830" cy="828"/>
          </a:xfrm>
        </p:grpSpPr>
        <p:sp>
          <p:nvSpPr>
            <p:cNvPr id="675" name="Freeform 188">
              <a:extLst>
                <a:ext uri="{FF2B5EF4-FFF2-40B4-BE49-F238E27FC236}">
                  <a16:creationId xmlns:a16="http://schemas.microsoft.com/office/drawing/2014/main" id="{8003B93D-94BD-9E42-B9C2-58440DC85241}"/>
                </a:ext>
              </a:extLst>
            </p:cNvPr>
            <p:cNvSpPr>
              <a:spLocks/>
            </p:cNvSpPr>
            <p:nvPr/>
          </p:nvSpPr>
          <p:spPr bwMode="auto">
            <a:xfrm>
              <a:off x="1424" y="1965"/>
              <a:ext cx="337" cy="801"/>
            </a:xfrm>
            <a:custGeom>
              <a:avLst/>
              <a:gdLst>
                <a:gd name="T0" fmla="*/ 1 w 551"/>
                <a:gd name="T1" fmla="*/ 0 h 801"/>
                <a:gd name="T2" fmla="*/ 46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5720 w 10000"/>
                <a:gd name="connsiteY2" fmla="*/ 7201 h 10000"/>
                <a:gd name="connsiteX3" fmla="*/ 109 w 10000"/>
                <a:gd name="connsiteY3" fmla="*/ 10000 h 10000"/>
                <a:gd name="connsiteX4" fmla="*/ 236 w 10000"/>
                <a:gd name="connsiteY4" fmla="*/ 6679 h 10000"/>
                <a:gd name="connsiteX5" fmla="*/ 0 w 10000"/>
                <a:gd name="connsiteY5" fmla="*/ 4632 h 10000"/>
                <a:gd name="connsiteX6" fmla="*/ 254 w 10000"/>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24" h="10000">
                  <a:moveTo>
                    <a:pt x="254" y="0"/>
                  </a:moveTo>
                  <a:cubicBezTo>
                    <a:pt x="3503" y="1673"/>
                    <a:pt x="6158" y="3657"/>
                    <a:pt x="10000" y="5019"/>
                  </a:cubicBezTo>
                  <a:lnTo>
                    <a:pt x="10024" y="6921"/>
                  </a:lnTo>
                  <a:cubicBezTo>
                    <a:pt x="4939" y="8134"/>
                    <a:pt x="3414" y="8974"/>
                    <a:pt x="109" y="10000"/>
                  </a:cubicBezTo>
                  <a:cubicBezTo>
                    <a:pt x="151" y="8893"/>
                    <a:pt x="194" y="7786"/>
                    <a:pt x="236" y="6679"/>
                  </a:cubicBezTo>
                  <a:cubicBezTo>
                    <a:pt x="157" y="5997"/>
                    <a:pt x="79" y="5314"/>
                    <a:pt x="0" y="4632"/>
                  </a:cubicBezTo>
                  <a:cubicBezTo>
                    <a:pt x="85" y="3088"/>
                    <a:pt x="169" y="1544"/>
                    <a:pt x="254" y="0"/>
                  </a:cubicBezTo>
                  <a:close/>
                </a:path>
              </a:pathLst>
            </a:custGeom>
            <a:gradFill rotWithShape="1">
              <a:gsLst>
                <a:gs pos="0">
                  <a:schemeClr val="bg1">
                    <a:lumMod val="85000"/>
                  </a:schemeClr>
                </a:gs>
                <a:gs pos="99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76" name="Group 189">
              <a:extLst>
                <a:ext uri="{FF2B5EF4-FFF2-40B4-BE49-F238E27FC236}">
                  <a16:creationId xmlns:a16="http://schemas.microsoft.com/office/drawing/2014/main" id="{143562C0-5361-6240-B520-1E19C24C9DD9}"/>
                </a:ext>
              </a:extLst>
            </p:cNvPr>
            <p:cNvGrpSpPr>
              <a:grpSpLocks/>
            </p:cNvGrpSpPr>
            <p:nvPr/>
          </p:nvGrpSpPr>
          <p:grpSpPr bwMode="auto">
            <a:xfrm>
              <a:off x="931" y="1941"/>
              <a:ext cx="500" cy="828"/>
              <a:chOff x="569" y="2954"/>
              <a:chExt cx="500" cy="828"/>
            </a:xfrm>
          </p:grpSpPr>
          <p:sp>
            <p:nvSpPr>
              <p:cNvPr id="677" name="Rectangle 190">
                <a:extLst>
                  <a:ext uri="{FF2B5EF4-FFF2-40B4-BE49-F238E27FC236}">
                    <a16:creationId xmlns:a16="http://schemas.microsoft.com/office/drawing/2014/main" id="{349F8EC0-27D5-4349-907D-BB3017AE3D8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8" name="Text Box 191">
                <a:extLst>
                  <a:ext uri="{FF2B5EF4-FFF2-40B4-BE49-F238E27FC236}">
                    <a16:creationId xmlns:a16="http://schemas.microsoft.com/office/drawing/2014/main" id="{23467518-4906-8A41-B8C2-35FFEA3442EB}"/>
                  </a:ext>
                </a:extLst>
              </p:cNvPr>
              <p:cNvSpPr txBox="1">
                <a:spLocks noChangeArrowheads="1"/>
              </p:cNvSpPr>
              <p:nvPr/>
            </p:nvSpPr>
            <p:spPr bwMode="auto">
              <a:xfrm>
                <a:off x="639" y="2954"/>
                <a:ext cx="385"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679" name="Line 192">
                <a:extLst>
                  <a:ext uri="{FF2B5EF4-FFF2-40B4-BE49-F238E27FC236}">
                    <a16:creationId xmlns:a16="http://schemas.microsoft.com/office/drawing/2014/main" id="{23801BE2-040C-9B4B-A8F3-7264AE3E5BE7}"/>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0" name="Line 193">
                <a:extLst>
                  <a:ext uri="{FF2B5EF4-FFF2-40B4-BE49-F238E27FC236}">
                    <a16:creationId xmlns:a16="http://schemas.microsoft.com/office/drawing/2014/main" id="{4FC79998-5D20-F94B-94C6-EBEBEE39CF61}"/>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1" name="Line 194">
                <a:extLst>
                  <a:ext uri="{FF2B5EF4-FFF2-40B4-BE49-F238E27FC236}">
                    <a16:creationId xmlns:a16="http://schemas.microsoft.com/office/drawing/2014/main" id="{7C075311-BBA4-5843-8E33-8C979CED9609}"/>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2" name="Line 195">
                <a:extLst>
                  <a:ext uri="{FF2B5EF4-FFF2-40B4-BE49-F238E27FC236}">
                    <a16:creationId xmlns:a16="http://schemas.microsoft.com/office/drawing/2014/main" id="{BF18DFB8-D1BE-E041-A803-4A29C63E135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83" name="Group 196">
            <a:extLst>
              <a:ext uri="{FF2B5EF4-FFF2-40B4-BE49-F238E27FC236}">
                <a16:creationId xmlns:a16="http://schemas.microsoft.com/office/drawing/2014/main" id="{7BA78456-746C-CE4E-A8FB-AF29B4878EAE}"/>
              </a:ext>
            </a:extLst>
          </p:cNvPr>
          <p:cNvGrpSpPr>
            <a:grpSpLocks/>
          </p:cNvGrpSpPr>
          <p:nvPr/>
        </p:nvGrpSpPr>
        <p:grpSpPr bwMode="auto">
          <a:xfrm>
            <a:off x="4711442" y="1600792"/>
            <a:ext cx="1081087" cy="1217613"/>
            <a:chOff x="1404" y="3105"/>
            <a:chExt cx="681" cy="767"/>
          </a:xfrm>
        </p:grpSpPr>
        <p:grpSp>
          <p:nvGrpSpPr>
            <p:cNvPr id="684" name="Group 197">
              <a:extLst>
                <a:ext uri="{FF2B5EF4-FFF2-40B4-BE49-F238E27FC236}">
                  <a16:creationId xmlns:a16="http://schemas.microsoft.com/office/drawing/2014/main" id="{EB43FE30-2E4F-284B-84EC-888E4698531E}"/>
                </a:ext>
              </a:extLst>
            </p:cNvPr>
            <p:cNvGrpSpPr>
              <a:grpSpLocks/>
            </p:cNvGrpSpPr>
            <p:nvPr/>
          </p:nvGrpSpPr>
          <p:grpSpPr bwMode="auto">
            <a:xfrm>
              <a:off x="1404" y="3355"/>
              <a:ext cx="681" cy="468"/>
              <a:chOff x="42" y="886"/>
              <a:chExt cx="681" cy="468"/>
            </a:xfrm>
          </p:grpSpPr>
          <p:grpSp>
            <p:nvGrpSpPr>
              <p:cNvPr id="689" name="Group 198">
                <a:extLst>
                  <a:ext uri="{FF2B5EF4-FFF2-40B4-BE49-F238E27FC236}">
                    <a16:creationId xmlns:a16="http://schemas.microsoft.com/office/drawing/2014/main" id="{ECA7DA69-5BBB-A046-A422-FA189BF9E68A}"/>
                  </a:ext>
                </a:extLst>
              </p:cNvPr>
              <p:cNvGrpSpPr>
                <a:grpSpLocks/>
              </p:cNvGrpSpPr>
              <p:nvPr/>
            </p:nvGrpSpPr>
            <p:grpSpPr bwMode="auto">
              <a:xfrm>
                <a:off x="278" y="886"/>
                <a:ext cx="354" cy="154"/>
                <a:chOff x="740" y="3209"/>
                <a:chExt cx="354" cy="154"/>
              </a:xfrm>
            </p:grpSpPr>
            <p:grpSp>
              <p:nvGrpSpPr>
                <p:cNvPr id="714" name="Group 199">
                  <a:extLst>
                    <a:ext uri="{FF2B5EF4-FFF2-40B4-BE49-F238E27FC236}">
                      <a16:creationId xmlns:a16="http://schemas.microsoft.com/office/drawing/2014/main" id="{932D35F8-BEDB-1844-B106-804B50CBECB5}"/>
                    </a:ext>
                  </a:extLst>
                </p:cNvPr>
                <p:cNvGrpSpPr>
                  <a:grpSpLocks/>
                </p:cNvGrpSpPr>
                <p:nvPr/>
              </p:nvGrpSpPr>
              <p:grpSpPr bwMode="auto">
                <a:xfrm>
                  <a:off x="794" y="3209"/>
                  <a:ext cx="290" cy="154"/>
                  <a:chOff x="844" y="3337"/>
                  <a:chExt cx="290" cy="154"/>
                </a:xfrm>
              </p:grpSpPr>
              <p:sp>
                <p:nvSpPr>
                  <p:cNvPr id="717" name="Rectangle 200">
                    <a:extLst>
                      <a:ext uri="{FF2B5EF4-FFF2-40B4-BE49-F238E27FC236}">
                        <a16:creationId xmlns:a16="http://schemas.microsoft.com/office/drawing/2014/main" id="{D685F722-E345-AA41-8A63-787012D34B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8" name="Text Box 201">
                    <a:extLst>
                      <a:ext uri="{FF2B5EF4-FFF2-40B4-BE49-F238E27FC236}">
                        <a16:creationId xmlns:a16="http://schemas.microsoft.com/office/drawing/2014/main" id="{ABA1ADB3-7EDA-D641-B2AE-3069634DA2A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15" name="Rectangle 202">
                  <a:extLst>
                    <a:ext uri="{FF2B5EF4-FFF2-40B4-BE49-F238E27FC236}">
                      <a16:creationId xmlns:a16="http://schemas.microsoft.com/office/drawing/2014/main" id="{46765DC8-A2C9-9E4A-B7A9-218058CA8DC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6" name="Rectangle 203">
                  <a:extLst>
                    <a:ext uri="{FF2B5EF4-FFF2-40B4-BE49-F238E27FC236}">
                      <a16:creationId xmlns:a16="http://schemas.microsoft.com/office/drawing/2014/main" id="{CAAAD386-0C50-F945-B03D-048CA16D779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0" name="Group 204">
                <a:extLst>
                  <a:ext uri="{FF2B5EF4-FFF2-40B4-BE49-F238E27FC236}">
                    <a16:creationId xmlns:a16="http://schemas.microsoft.com/office/drawing/2014/main" id="{25BAA23E-EA3F-0F4C-A11D-B93B5829C52B}"/>
                  </a:ext>
                </a:extLst>
              </p:cNvPr>
              <p:cNvGrpSpPr>
                <a:grpSpLocks/>
              </p:cNvGrpSpPr>
              <p:nvPr/>
            </p:nvGrpSpPr>
            <p:grpSpPr bwMode="auto">
              <a:xfrm>
                <a:off x="278" y="1034"/>
                <a:ext cx="354" cy="154"/>
                <a:chOff x="836" y="3305"/>
                <a:chExt cx="354" cy="154"/>
              </a:xfrm>
            </p:grpSpPr>
            <p:grpSp>
              <p:nvGrpSpPr>
                <p:cNvPr id="708" name="Group 205">
                  <a:extLst>
                    <a:ext uri="{FF2B5EF4-FFF2-40B4-BE49-F238E27FC236}">
                      <a16:creationId xmlns:a16="http://schemas.microsoft.com/office/drawing/2014/main" id="{373C402E-6ACA-8E47-B786-CE64B796CE3F}"/>
                    </a:ext>
                  </a:extLst>
                </p:cNvPr>
                <p:cNvGrpSpPr>
                  <a:grpSpLocks/>
                </p:cNvGrpSpPr>
                <p:nvPr/>
              </p:nvGrpSpPr>
              <p:grpSpPr bwMode="auto">
                <a:xfrm>
                  <a:off x="890" y="3305"/>
                  <a:ext cx="290" cy="154"/>
                  <a:chOff x="844" y="3337"/>
                  <a:chExt cx="290" cy="154"/>
                </a:xfrm>
              </p:grpSpPr>
              <p:sp>
                <p:nvSpPr>
                  <p:cNvPr id="712" name="Rectangle 206">
                    <a:extLst>
                      <a:ext uri="{FF2B5EF4-FFF2-40B4-BE49-F238E27FC236}">
                        <a16:creationId xmlns:a16="http://schemas.microsoft.com/office/drawing/2014/main" id="{B51D004E-AE15-F64F-B261-E1ECCF0AAAC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3" name="Text Box 207">
                    <a:extLst>
                      <a:ext uri="{FF2B5EF4-FFF2-40B4-BE49-F238E27FC236}">
                        <a16:creationId xmlns:a16="http://schemas.microsoft.com/office/drawing/2014/main" id="{3C6E7598-D15F-BA43-B537-042BE31648A0}"/>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9" name="Group 208">
                  <a:extLst>
                    <a:ext uri="{FF2B5EF4-FFF2-40B4-BE49-F238E27FC236}">
                      <a16:creationId xmlns:a16="http://schemas.microsoft.com/office/drawing/2014/main" id="{29BF291F-B4D5-1D4C-913D-86A482741F09}"/>
                    </a:ext>
                  </a:extLst>
                </p:cNvPr>
                <p:cNvGrpSpPr>
                  <a:grpSpLocks/>
                </p:cNvGrpSpPr>
                <p:nvPr/>
              </p:nvGrpSpPr>
              <p:grpSpPr bwMode="auto">
                <a:xfrm>
                  <a:off x="836" y="3334"/>
                  <a:ext cx="354" cy="94"/>
                  <a:chOff x="836" y="3334"/>
                  <a:chExt cx="354" cy="94"/>
                </a:xfrm>
              </p:grpSpPr>
              <p:sp>
                <p:nvSpPr>
                  <p:cNvPr id="710" name="Rectangle 209">
                    <a:extLst>
                      <a:ext uri="{FF2B5EF4-FFF2-40B4-BE49-F238E27FC236}">
                        <a16:creationId xmlns:a16="http://schemas.microsoft.com/office/drawing/2014/main" id="{61FBF84B-CE50-B643-AE79-9D89AE733F9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1" name="Rectangle 210">
                    <a:extLst>
                      <a:ext uri="{FF2B5EF4-FFF2-40B4-BE49-F238E27FC236}">
                        <a16:creationId xmlns:a16="http://schemas.microsoft.com/office/drawing/2014/main" id="{E5121B12-FBF0-4342-BF6D-87B9B283F26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91" name="Group 211">
                <a:extLst>
                  <a:ext uri="{FF2B5EF4-FFF2-40B4-BE49-F238E27FC236}">
                    <a16:creationId xmlns:a16="http://schemas.microsoft.com/office/drawing/2014/main" id="{B0E7ACA9-2CF6-1243-9F9A-0D709EE0700A}"/>
                  </a:ext>
                </a:extLst>
              </p:cNvPr>
              <p:cNvGrpSpPr>
                <a:grpSpLocks/>
              </p:cNvGrpSpPr>
              <p:nvPr/>
            </p:nvGrpSpPr>
            <p:grpSpPr bwMode="auto">
              <a:xfrm>
                <a:off x="165" y="1054"/>
                <a:ext cx="480" cy="112"/>
                <a:chOff x="627" y="3377"/>
                <a:chExt cx="480" cy="112"/>
              </a:xfrm>
            </p:grpSpPr>
            <p:sp>
              <p:nvSpPr>
                <p:cNvPr id="706" name="Rectangle 212">
                  <a:extLst>
                    <a:ext uri="{FF2B5EF4-FFF2-40B4-BE49-F238E27FC236}">
                      <a16:creationId xmlns:a16="http://schemas.microsoft.com/office/drawing/2014/main" id="{CB0204CB-AB58-C940-B731-04091AC260E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7" name="Rectangle 213">
                  <a:extLst>
                    <a:ext uri="{FF2B5EF4-FFF2-40B4-BE49-F238E27FC236}">
                      <a16:creationId xmlns:a16="http://schemas.microsoft.com/office/drawing/2014/main" id="{0B38DAE2-5553-E244-8B07-8FC2A67359E9}"/>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2" name="Group 214">
                <a:extLst>
                  <a:ext uri="{FF2B5EF4-FFF2-40B4-BE49-F238E27FC236}">
                    <a16:creationId xmlns:a16="http://schemas.microsoft.com/office/drawing/2014/main" id="{4A68C375-1CEB-0845-95BA-B239F6E62260}"/>
                  </a:ext>
                </a:extLst>
              </p:cNvPr>
              <p:cNvGrpSpPr>
                <a:grpSpLocks/>
              </p:cNvGrpSpPr>
              <p:nvPr/>
            </p:nvGrpSpPr>
            <p:grpSpPr bwMode="auto">
              <a:xfrm>
                <a:off x="42" y="1200"/>
                <a:ext cx="681" cy="154"/>
                <a:chOff x="504" y="3523"/>
                <a:chExt cx="681" cy="154"/>
              </a:xfrm>
            </p:grpSpPr>
            <p:grpSp>
              <p:nvGrpSpPr>
                <p:cNvPr id="693" name="Group 215">
                  <a:extLst>
                    <a:ext uri="{FF2B5EF4-FFF2-40B4-BE49-F238E27FC236}">
                      <a16:creationId xmlns:a16="http://schemas.microsoft.com/office/drawing/2014/main" id="{9E6C3DE1-7976-6F45-8A25-72AB746BD473}"/>
                    </a:ext>
                  </a:extLst>
                </p:cNvPr>
                <p:cNvGrpSpPr>
                  <a:grpSpLocks/>
                </p:cNvGrpSpPr>
                <p:nvPr/>
              </p:nvGrpSpPr>
              <p:grpSpPr bwMode="auto">
                <a:xfrm>
                  <a:off x="623" y="3523"/>
                  <a:ext cx="480" cy="154"/>
                  <a:chOff x="723" y="3453"/>
                  <a:chExt cx="480" cy="154"/>
                </a:xfrm>
              </p:grpSpPr>
              <p:grpSp>
                <p:nvGrpSpPr>
                  <p:cNvPr id="697" name="Group 216">
                    <a:extLst>
                      <a:ext uri="{FF2B5EF4-FFF2-40B4-BE49-F238E27FC236}">
                        <a16:creationId xmlns:a16="http://schemas.microsoft.com/office/drawing/2014/main" id="{CCA61FE2-639D-B541-A0E1-D867961882D7}"/>
                      </a:ext>
                    </a:extLst>
                  </p:cNvPr>
                  <p:cNvGrpSpPr>
                    <a:grpSpLocks/>
                  </p:cNvGrpSpPr>
                  <p:nvPr/>
                </p:nvGrpSpPr>
                <p:grpSpPr bwMode="auto">
                  <a:xfrm>
                    <a:off x="836" y="3453"/>
                    <a:ext cx="354" cy="154"/>
                    <a:chOff x="836" y="3305"/>
                    <a:chExt cx="354" cy="154"/>
                  </a:xfrm>
                </p:grpSpPr>
                <p:grpSp>
                  <p:nvGrpSpPr>
                    <p:cNvPr id="700" name="Group 217">
                      <a:extLst>
                        <a:ext uri="{FF2B5EF4-FFF2-40B4-BE49-F238E27FC236}">
                          <a16:creationId xmlns:a16="http://schemas.microsoft.com/office/drawing/2014/main" id="{5E34812B-E977-C349-A338-24FA55985209}"/>
                        </a:ext>
                      </a:extLst>
                    </p:cNvPr>
                    <p:cNvGrpSpPr>
                      <a:grpSpLocks/>
                    </p:cNvGrpSpPr>
                    <p:nvPr/>
                  </p:nvGrpSpPr>
                  <p:grpSpPr bwMode="auto">
                    <a:xfrm>
                      <a:off x="890" y="3305"/>
                      <a:ext cx="290" cy="154"/>
                      <a:chOff x="844" y="3337"/>
                      <a:chExt cx="290" cy="154"/>
                    </a:xfrm>
                  </p:grpSpPr>
                  <p:sp>
                    <p:nvSpPr>
                      <p:cNvPr id="704" name="Rectangle 218">
                        <a:extLst>
                          <a:ext uri="{FF2B5EF4-FFF2-40B4-BE49-F238E27FC236}">
                            <a16:creationId xmlns:a16="http://schemas.microsoft.com/office/drawing/2014/main" id="{D0619781-83D7-AA45-8ACB-511E9E48B73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5" name="Text Box 219">
                        <a:extLst>
                          <a:ext uri="{FF2B5EF4-FFF2-40B4-BE49-F238E27FC236}">
                            <a16:creationId xmlns:a16="http://schemas.microsoft.com/office/drawing/2014/main" id="{E98FBF2F-723D-B747-8B9B-86363B2AC118}"/>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1" name="Group 220">
                      <a:extLst>
                        <a:ext uri="{FF2B5EF4-FFF2-40B4-BE49-F238E27FC236}">
                          <a16:creationId xmlns:a16="http://schemas.microsoft.com/office/drawing/2014/main" id="{831B80DD-C2F6-264E-98EA-E1865CB81EDC}"/>
                        </a:ext>
                      </a:extLst>
                    </p:cNvPr>
                    <p:cNvGrpSpPr>
                      <a:grpSpLocks/>
                    </p:cNvGrpSpPr>
                    <p:nvPr/>
                  </p:nvGrpSpPr>
                  <p:grpSpPr bwMode="auto">
                    <a:xfrm>
                      <a:off x="836" y="3334"/>
                      <a:ext cx="354" cy="94"/>
                      <a:chOff x="836" y="3334"/>
                      <a:chExt cx="354" cy="94"/>
                    </a:xfrm>
                  </p:grpSpPr>
                  <p:sp>
                    <p:nvSpPr>
                      <p:cNvPr id="702" name="Rectangle 221">
                        <a:extLst>
                          <a:ext uri="{FF2B5EF4-FFF2-40B4-BE49-F238E27FC236}">
                            <a16:creationId xmlns:a16="http://schemas.microsoft.com/office/drawing/2014/main" id="{8EA783A9-E38D-4042-9805-1ECF12F5B74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3" name="Rectangle 222">
                        <a:extLst>
                          <a:ext uri="{FF2B5EF4-FFF2-40B4-BE49-F238E27FC236}">
                            <a16:creationId xmlns:a16="http://schemas.microsoft.com/office/drawing/2014/main" id="{8711C814-64CC-D441-8472-85CBD1B30A7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98" name="Rectangle 223">
                    <a:extLst>
                      <a:ext uri="{FF2B5EF4-FFF2-40B4-BE49-F238E27FC236}">
                        <a16:creationId xmlns:a16="http://schemas.microsoft.com/office/drawing/2014/main" id="{2A58AC39-92ED-B846-A308-8A8B1485C7A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9" name="Rectangle 224">
                    <a:extLst>
                      <a:ext uri="{FF2B5EF4-FFF2-40B4-BE49-F238E27FC236}">
                        <a16:creationId xmlns:a16="http://schemas.microsoft.com/office/drawing/2014/main" id="{A393CD03-293E-A74B-B8CE-1F9571B66F8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94" name="Rectangle 225">
                  <a:extLst>
                    <a:ext uri="{FF2B5EF4-FFF2-40B4-BE49-F238E27FC236}">
                      <a16:creationId xmlns:a16="http://schemas.microsoft.com/office/drawing/2014/main" id="{77E35D46-4F7B-6745-AE76-82EF8774B936}"/>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5" name="Rectangle 226">
                  <a:extLst>
                    <a:ext uri="{FF2B5EF4-FFF2-40B4-BE49-F238E27FC236}">
                      <a16:creationId xmlns:a16="http://schemas.microsoft.com/office/drawing/2014/main" id="{326A96ED-AB23-384C-A796-7D2AB9337D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6" name="Rectangle 227">
                  <a:extLst>
                    <a:ext uri="{FF2B5EF4-FFF2-40B4-BE49-F238E27FC236}">
                      <a16:creationId xmlns:a16="http://schemas.microsoft.com/office/drawing/2014/main" id="{FEDE95BD-327A-B34F-A164-D7395B700F7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85" name="AutoShape 228">
              <a:extLst>
                <a:ext uri="{FF2B5EF4-FFF2-40B4-BE49-F238E27FC236}">
                  <a16:creationId xmlns:a16="http://schemas.microsoft.com/office/drawing/2014/main" id="{7E540946-B645-6F49-8239-C8D7D6C5839E}"/>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86" name="Group 229">
              <a:extLst>
                <a:ext uri="{FF2B5EF4-FFF2-40B4-BE49-F238E27FC236}">
                  <a16:creationId xmlns:a16="http://schemas.microsoft.com/office/drawing/2014/main" id="{6BA61DA2-A413-E44B-AEFA-AA547DAB252D}"/>
                </a:ext>
              </a:extLst>
            </p:cNvPr>
            <p:cNvGrpSpPr>
              <a:grpSpLocks/>
            </p:cNvGrpSpPr>
            <p:nvPr/>
          </p:nvGrpSpPr>
          <p:grpSpPr bwMode="auto">
            <a:xfrm>
              <a:off x="1695" y="3227"/>
              <a:ext cx="290" cy="154"/>
              <a:chOff x="844" y="3337"/>
              <a:chExt cx="290" cy="154"/>
            </a:xfrm>
          </p:grpSpPr>
          <p:sp>
            <p:nvSpPr>
              <p:cNvPr id="687" name="Rectangle 230">
                <a:extLst>
                  <a:ext uri="{FF2B5EF4-FFF2-40B4-BE49-F238E27FC236}">
                    <a16:creationId xmlns:a16="http://schemas.microsoft.com/office/drawing/2014/main" id="{4298490A-8079-374C-9608-987C5F6BA4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8" name="Text Box 231">
                <a:extLst>
                  <a:ext uri="{FF2B5EF4-FFF2-40B4-BE49-F238E27FC236}">
                    <a16:creationId xmlns:a16="http://schemas.microsoft.com/office/drawing/2014/main" id="{DFCFF247-06AF-C44C-8721-8E3FAA97F1B2}"/>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grpSp>
        <p:nvGrpSpPr>
          <p:cNvPr id="174" name="Group 248">
            <a:extLst>
              <a:ext uri="{FF2B5EF4-FFF2-40B4-BE49-F238E27FC236}">
                <a16:creationId xmlns:a16="http://schemas.microsoft.com/office/drawing/2014/main" id="{BA24EA86-E609-CE4E-99CD-C3F5EEC98D5E}"/>
              </a:ext>
            </a:extLst>
          </p:cNvPr>
          <p:cNvGrpSpPr>
            <a:grpSpLocks/>
          </p:cNvGrpSpPr>
          <p:nvPr/>
        </p:nvGrpSpPr>
        <p:grpSpPr bwMode="auto">
          <a:xfrm>
            <a:off x="7043551" y="2123701"/>
            <a:ext cx="358775" cy="623888"/>
            <a:chOff x="4140" y="429"/>
            <a:chExt cx="1425" cy="2396"/>
          </a:xfrm>
        </p:grpSpPr>
        <p:sp>
          <p:nvSpPr>
            <p:cNvPr id="175" name="Freeform 148">
              <a:extLst>
                <a:ext uri="{FF2B5EF4-FFF2-40B4-BE49-F238E27FC236}">
                  <a16:creationId xmlns:a16="http://schemas.microsoft.com/office/drawing/2014/main" id="{8350240D-86DF-D14A-AE97-8866B95BD0E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Rectangle 149">
              <a:extLst>
                <a:ext uri="{FF2B5EF4-FFF2-40B4-BE49-F238E27FC236}">
                  <a16:creationId xmlns:a16="http://schemas.microsoft.com/office/drawing/2014/main" id="{2E95E385-ED1A-2B4D-BD18-2501FD76B35A}"/>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Freeform 150">
              <a:extLst>
                <a:ext uri="{FF2B5EF4-FFF2-40B4-BE49-F238E27FC236}">
                  <a16:creationId xmlns:a16="http://schemas.microsoft.com/office/drawing/2014/main" id="{C1BAE21E-7184-3C47-BD21-0D357950D62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Freeform 151">
              <a:extLst>
                <a:ext uri="{FF2B5EF4-FFF2-40B4-BE49-F238E27FC236}">
                  <a16:creationId xmlns:a16="http://schemas.microsoft.com/office/drawing/2014/main" id="{90457001-FC0D-0E41-A13D-0BDA9154AFFB}"/>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Rectangle 152">
              <a:extLst>
                <a:ext uri="{FF2B5EF4-FFF2-40B4-BE49-F238E27FC236}">
                  <a16:creationId xmlns:a16="http://schemas.microsoft.com/office/drawing/2014/main" id="{E7330E90-9DD8-0A4A-8C05-BCE03E9BE19D}"/>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0" name="Group 153">
              <a:extLst>
                <a:ext uri="{FF2B5EF4-FFF2-40B4-BE49-F238E27FC236}">
                  <a16:creationId xmlns:a16="http://schemas.microsoft.com/office/drawing/2014/main" id="{9B69857C-D710-6442-BB78-8153EE3EB083}"/>
                </a:ext>
              </a:extLst>
            </p:cNvPr>
            <p:cNvGrpSpPr>
              <a:grpSpLocks/>
            </p:cNvGrpSpPr>
            <p:nvPr/>
          </p:nvGrpSpPr>
          <p:grpSpPr bwMode="auto">
            <a:xfrm>
              <a:off x="4749" y="668"/>
              <a:ext cx="581" cy="145"/>
              <a:chOff x="614" y="2568"/>
              <a:chExt cx="725" cy="139"/>
            </a:xfrm>
          </p:grpSpPr>
          <p:sp>
            <p:nvSpPr>
              <p:cNvPr id="208" name="AutoShape 154">
                <a:extLst>
                  <a:ext uri="{FF2B5EF4-FFF2-40B4-BE49-F238E27FC236}">
                    <a16:creationId xmlns:a16="http://schemas.microsoft.com/office/drawing/2014/main" id="{6270511B-D2F9-294E-AEB5-29C1A2B52857}"/>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AutoShape 155">
                <a:extLst>
                  <a:ext uri="{FF2B5EF4-FFF2-40B4-BE49-F238E27FC236}">
                    <a16:creationId xmlns:a16="http://schemas.microsoft.com/office/drawing/2014/main" id="{98DF3608-E392-6D43-AAB6-C4A3AD78A2B3}"/>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1" name="Rectangle 156">
              <a:extLst>
                <a:ext uri="{FF2B5EF4-FFF2-40B4-BE49-F238E27FC236}">
                  <a16:creationId xmlns:a16="http://schemas.microsoft.com/office/drawing/2014/main" id="{F815B378-AF9E-EE4F-A309-282DA3E41AB2}"/>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2" name="Group 157">
              <a:extLst>
                <a:ext uri="{FF2B5EF4-FFF2-40B4-BE49-F238E27FC236}">
                  <a16:creationId xmlns:a16="http://schemas.microsoft.com/office/drawing/2014/main" id="{67E01184-334F-3545-AB40-BB314E4F9B8D}"/>
                </a:ext>
              </a:extLst>
            </p:cNvPr>
            <p:cNvGrpSpPr>
              <a:grpSpLocks/>
            </p:cNvGrpSpPr>
            <p:nvPr/>
          </p:nvGrpSpPr>
          <p:grpSpPr bwMode="auto">
            <a:xfrm>
              <a:off x="4747" y="994"/>
              <a:ext cx="581" cy="134"/>
              <a:chOff x="614" y="2568"/>
              <a:chExt cx="725" cy="139"/>
            </a:xfrm>
          </p:grpSpPr>
          <p:sp>
            <p:nvSpPr>
              <p:cNvPr id="206" name="AutoShape 158">
                <a:extLst>
                  <a:ext uri="{FF2B5EF4-FFF2-40B4-BE49-F238E27FC236}">
                    <a16:creationId xmlns:a16="http://schemas.microsoft.com/office/drawing/2014/main" id="{2BBCFBE6-69B0-A846-B264-B4F74AEC56CB}"/>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7" name="AutoShape 159">
                <a:extLst>
                  <a:ext uri="{FF2B5EF4-FFF2-40B4-BE49-F238E27FC236}">
                    <a16:creationId xmlns:a16="http://schemas.microsoft.com/office/drawing/2014/main" id="{B46CC4E6-97C8-E346-BA88-4BE5F3D10103}"/>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3" name="Rectangle 160">
              <a:extLst>
                <a:ext uri="{FF2B5EF4-FFF2-40B4-BE49-F238E27FC236}">
                  <a16:creationId xmlns:a16="http://schemas.microsoft.com/office/drawing/2014/main" id="{3A68D5E8-E8F5-6941-AA7A-DB4724A1AF91}"/>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4" name="Rectangle 161">
              <a:extLst>
                <a:ext uri="{FF2B5EF4-FFF2-40B4-BE49-F238E27FC236}">
                  <a16:creationId xmlns:a16="http://schemas.microsoft.com/office/drawing/2014/main" id="{C85FE9F8-AB9B-DC49-B969-5A8909D916A1}"/>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5" name="Group 162">
              <a:extLst>
                <a:ext uri="{FF2B5EF4-FFF2-40B4-BE49-F238E27FC236}">
                  <a16:creationId xmlns:a16="http://schemas.microsoft.com/office/drawing/2014/main" id="{83136C62-1CD4-8B40-839F-A7EEC2777C07}"/>
                </a:ext>
              </a:extLst>
            </p:cNvPr>
            <p:cNvGrpSpPr>
              <a:grpSpLocks/>
            </p:cNvGrpSpPr>
            <p:nvPr/>
          </p:nvGrpSpPr>
          <p:grpSpPr bwMode="auto">
            <a:xfrm>
              <a:off x="4735" y="1627"/>
              <a:ext cx="582" cy="151"/>
              <a:chOff x="614" y="2568"/>
              <a:chExt cx="725" cy="139"/>
            </a:xfrm>
          </p:grpSpPr>
          <p:sp>
            <p:nvSpPr>
              <p:cNvPr id="201" name="AutoShape 163">
                <a:extLst>
                  <a:ext uri="{FF2B5EF4-FFF2-40B4-BE49-F238E27FC236}">
                    <a16:creationId xmlns:a16="http://schemas.microsoft.com/office/drawing/2014/main" id="{EB609148-CFB5-2A44-949A-AA2E8B42E827}"/>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5" name="AutoShape 164">
                <a:extLst>
                  <a:ext uri="{FF2B5EF4-FFF2-40B4-BE49-F238E27FC236}">
                    <a16:creationId xmlns:a16="http://schemas.microsoft.com/office/drawing/2014/main" id="{A2E1E84C-7141-1743-B35A-4172B2D67194}"/>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6" name="Freeform 165">
              <a:extLst>
                <a:ext uri="{FF2B5EF4-FFF2-40B4-BE49-F238E27FC236}">
                  <a16:creationId xmlns:a16="http://schemas.microsoft.com/office/drawing/2014/main" id="{43050567-31E9-244B-93D9-5A67D078833A}"/>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7" name="Group 166">
              <a:extLst>
                <a:ext uri="{FF2B5EF4-FFF2-40B4-BE49-F238E27FC236}">
                  <a16:creationId xmlns:a16="http://schemas.microsoft.com/office/drawing/2014/main" id="{30BC8383-936E-0243-A67E-87F464BD031E}"/>
                </a:ext>
              </a:extLst>
            </p:cNvPr>
            <p:cNvGrpSpPr>
              <a:grpSpLocks/>
            </p:cNvGrpSpPr>
            <p:nvPr/>
          </p:nvGrpSpPr>
          <p:grpSpPr bwMode="auto">
            <a:xfrm>
              <a:off x="4739" y="1327"/>
              <a:ext cx="582" cy="139"/>
              <a:chOff x="614" y="2568"/>
              <a:chExt cx="725" cy="139"/>
            </a:xfrm>
          </p:grpSpPr>
          <p:sp>
            <p:nvSpPr>
              <p:cNvPr id="199" name="AutoShape 167">
                <a:extLst>
                  <a:ext uri="{FF2B5EF4-FFF2-40B4-BE49-F238E27FC236}">
                    <a16:creationId xmlns:a16="http://schemas.microsoft.com/office/drawing/2014/main" id="{36E98FE5-C685-5F4F-9812-01F5B196A18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0" name="AutoShape 168">
                <a:extLst>
                  <a:ext uri="{FF2B5EF4-FFF2-40B4-BE49-F238E27FC236}">
                    <a16:creationId xmlns:a16="http://schemas.microsoft.com/office/drawing/2014/main" id="{62A48F7A-763D-F94A-B670-67B97F409D47}"/>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8" name="Rectangle 169">
              <a:extLst>
                <a:ext uri="{FF2B5EF4-FFF2-40B4-BE49-F238E27FC236}">
                  <a16:creationId xmlns:a16="http://schemas.microsoft.com/office/drawing/2014/main" id="{98A2D58B-8610-0049-9824-1E1CCFB815CC}"/>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9" name="Freeform 170">
              <a:extLst>
                <a:ext uri="{FF2B5EF4-FFF2-40B4-BE49-F238E27FC236}">
                  <a16:creationId xmlns:a16="http://schemas.microsoft.com/office/drawing/2014/main" id="{11AF6B7E-B658-0E42-B146-B4505BFC8648}"/>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0" name="Freeform 171">
              <a:extLst>
                <a:ext uri="{FF2B5EF4-FFF2-40B4-BE49-F238E27FC236}">
                  <a16:creationId xmlns:a16="http://schemas.microsoft.com/office/drawing/2014/main" id="{6617EE11-1A08-B148-9C6E-2B115F7DACED}"/>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1" name="Oval 172">
              <a:extLst>
                <a:ext uri="{FF2B5EF4-FFF2-40B4-BE49-F238E27FC236}">
                  <a16:creationId xmlns:a16="http://schemas.microsoft.com/office/drawing/2014/main" id="{EC8F463F-0BDA-0F45-9F76-2C41270B4C84}"/>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2" name="Freeform 173">
              <a:extLst>
                <a:ext uri="{FF2B5EF4-FFF2-40B4-BE49-F238E27FC236}">
                  <a16:creationId xmlns:a16="http://schemas.microsoft.com/office/drawing/2014/main" id="{029218AA-C435-EC48-972D-7D279AA97025}"/>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3" name="AutoShape 174">
              <a:extLst>
                <a:ext uri="{FF2B5EF4-FFF2-40B4-BE49-F238E27FC236}">
                  <a16:creationId xmlns:a16="http://schemas.microsoft.com/office/drawing/2014/main" id="{004AF6A9-08DC-4C40-BD6A-E99AA1ED3A68}"/>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4" name="AutoShape 175">
              <a:extLst>
                <a:ext uri="{FF2B5EF4-FFF2-40B4-BE49-F238E27FC236}">
                  <a16:creationId xmlns:a16="http://schemas.microsoft.com/office/drawing/2014/main" id="{58FF6008-68B1-1F41-A35F-1814BE389950}"/>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5" name="Oval 176">
              <a:extLst>
                <a:ext uri="{FF2B5EF4-FFF2-40B4-BE49-F238E27FC236}">
                  <a16:creationId xmlns:a16="http://schemas.microsoft.com/office/drawing/2014/main" id="{D3C587EC-E48C-E842-BC9C-FF13CB39E71F}"/>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6" name="Oval 177">
              <a:extLst>
                <a:ext uri="{FF2B5EF4-FFF2-40B4-BE49-F238E27FC236}">
                  <a16:creationId xmlns:a16="http://schemas.microsoft.com/office/drawing/2014/main" id="{012B9197-2851-C241-AF64-90AEA8FD0636}"/>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197" name="Oval 178">
              <a:extLst>
                <a:ext uri="{FF2B5EF4-FFF2-40B4-BE49-F238E27FC236}">
                  <a16:creationId xmlns:a16="http://schemas.microsoft.com/office/drawing/2014/main" id="{1016A314-384F-CB4F-B077-543DA4A2FBF3}"/>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8" name="Rectangle 179">
              <a:extLst>
                <a:ext uri="{FF2B5EF4-FFF2-40B4-BE49-F238E27FC236}">
                  <a16:creationId xmlns:a16="http://schemas.microsoft.com/office/drawing/2014/main" id="{5922B0DF-34CC-0949-8A0A-5B645EA4174C}"/>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 name="Group 6">
            <a:extLst>
              <a:ext uri="{FF2B5EF4-FFF2-40B4-BE49-F238E27FC236}">
                <a16:creationId xmlns:a16="http://schemas.microsoft.com/office/drawing/2014/main" id="{ACA6F153-E77E-2C42-832A-3394AC9B48B8}"/>
              </a:ext>
            </a:extLst>
          </p:cNvPr>
          <p:cNvGrpSpPr/>
          <p:nvPr/>
        </p:nvGrpSpPr>
        <p:grpSpPr>
          <a:xfrm>
            <a:off x="4395993" y="1490721"/>
            <a:ext cx="460375" cy="487292"/>
            <a:chOff x="4568161" y="1475417"/>
            <a:chExt cx="460375" cy="487292"/>
          </a:xfrm>
        </p:grpSpPr>
        <p:grpSp>
          <p:nvGrpSpPr>
            <p:cNvPr id="719" name="Group 53">
              <a:extLst>
                <a:ext uri="{FF2B5EF4-FFF2-40B4-BE49-F238E27FC236}">
                  <a16:creationId xmlns:a16="http://schemas.microsoft.com/office/drawing/2014/main" id="{8B05B42C-C438-E24D-AFA2-29848597833D}"/>
                </a:ext>
              </a:extLst>
            </p:cNvPr>
            <p:cNvGrpSpPr>
              <a:grpSpLocks/>
            </p:cNvGrpSpPr>
            <p:nvPr/>
          </p:nvGrpSpPr>
          <p:grpSpPr bwMode="auto">
            <a:xfrm>
              <a:off x="4568161" y="1500816"/>
              <a:ext cx="460375" cy="244475"/>
              <a:chOff x="844" y="3337"/>
              <a:chExt cx="290" cy="154"/>
            </a:xfrm>
          </p:grpSpPr>
          <p:sp>
            <p:nvSpPr>
              <p:cNvPr id="720" name="Rectangle 54">
                <a:extLst>
                  <a:ext uri="{FF2B5EF4-FFF2-40B4-BE49-F238E27FC236}">
                    <a16:creationId xmlns:a16="http://schemas.microsoft.com/office/drawing/2014/main" id="{D126321D-B0DA-3244-AC5F-32642BCEE3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1" name="Text Box 55">
                <a:extLst>
                  <a:ext uri="{FF2B5EF4-FFF2-40B4-BE49-F238E27FC236}">
                    <a16:creationId xmlns:a16="http://schemas.microsoft.com/office/drawing/2014/main" id="{BC8AD8C6-CCDE-A54B-8E07-A6320750AFDC}"/>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22" name="AutoShape 88">
              <a:extLst>
                <a:ext uri="{FF2B5EF4-FFF2-40B4-BE49-F238E27FC236}">
                  <a16:creationId xmlns:a16="http://schemas.microsoft.com/office/drawing/2014/main" id="{0C51A2FB-6AD3-AF4D-BF7E-5FC96D20D960}"/>
                </a:ext>
              </a:extLst>
            </p:cNvPr>
            <p:cNvSpPr>
              <a:spLocks noChangeArrowheads="1"/>
            </p:cNvSpPr>
            <p:nvPr/>
          </p:nvSpPr>
          <p:spPr bwMode="auto">
            <a:xfrm>
              <a:off x="4627915" y="1475417"/>
              <a:ext cx="381000" cy="487292"/>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spTree>
    <p:extLst>
      <p:ext uri="{BB962C8B-B14F-4D97-AF65-F5344CB8AC3E}">
        <p14:creationId xmlns:p14="http://schemas.microsoft.com/office/powerpoint/2010/main" val="24486699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577"/>
                                        </p:tgtEl>
                                        <p:attrNameLst>
                                          <p:attrName>style.visibility</p:attrName>
                                        </p:attrNameLst>
                                      </p:cBhvr>
                                      <p:to>
                                        <p:strVal val="hidden"/>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627"/>
                                        </p:tgtEl>
                                        <p:attrNameLst>
                                          <p:attrName>style.visibility</p:attrName>
                                        </p:attrNameLst>
                                      </p:cBhvr>
                                      <p:to>
                                        <p:strVal val="visible"/>
                                      </p:to>
                                    </p:set>
                                  </p:childTnLst>
                                </p:cTn>
                              </p:par>
                            </p:childTnLst>
                          </p:cTn>
                        </p:par>
                        <p:par>
                          <p:cTn id="10" fill="hold">
                            <p:stCondLst>
                              <p:cond delay="0"/>
                            </p:stCondLst>
                            <p:childTnLst>
                              <p:par>
                                <p:cTn id="11" presetID="0" presetClass="path" presetSubtype="0" accel="50000" decel="50000" fill="hold" nodeType="afterEffect">
                                  <p:stCondLst>
                                    <p:cond delay="0"/>
                                  </p:stCondLst>
                                  <p:childTnLst>
                                    <p:animMotion origin="layout" path="M 4.375E-6 -2.96296E-6 L 0.30208 0.00047 C 0.26822 0.07408 0.22513 0.17477 0.19544 0.24746 " pathEditMode="relative" rAng="0" ptsTypes="AAA">
                                      <p:cBhvr>
                                        <p:cTn id="12" dur="2000" fill="hold"/>
                                        <p:tgtEl>
                                          <p:spTgt spid="627"/>
                                        </p:tgtEl>
                                        <p:attrNameLst>
                                          <p:attrName>ppt_x</p:attrName>
                                          <p:attrName>ppt_y</p:attrName>
                                        </p:attrNameLst>
                                      </p:cBhvr>
                                      <p:rCtr x="15104" y="12361"/>
                                    </p:animMotion>
                                  </p:childTnLst>
                                </p:cTn>
                              </p:par>
                              <p:par>
                                <p:cTn id="13" presetID="9" presetClass="entr" presetSubtype="0" fill="hold" grpId="0" nodeType="withEffect">
                                  <p:stCondLst>
                                    <p:cond delay="0"/>
                                  </p:stCondLst>
                                  <p:childTnLst>
                                    <p:set>
                                      <p:cBhvr>
                                        <p:cTn id="14" dur="1" fill="hold">
                                          <p:stCondLst>
                                            <p:cond delay="0"/>
                                          </p:stCondLst>
                                        </p:cTn>
                                        <p:tgtEl>
                                          <p:spTgt spid="643"/>
                                        </p:tgtEl>
                                        <p:attrNameLst>
                                          <p:attrName>style.visibility</p:attrName>
                                        </p:attrNameLst>
                                      </p:cBhvr>
                                      <p:to>
                                        <p:strVal val="visible"/>
                                      </p:to>
                                    </p:set>
                                    <p:animEffect transition="in" filter="dissolve">
                                      <p:cBhvr>
                                        <p:cTn id="15" dur="1000"/>
                                        <p:tgtEl>
                                          <p:spTgt spid="643"/>
                                        </p:tgtEl>
                                      </p:cBhvr>
                                    </p:animEffect>
                                  </p:childTnLst>
                                </p:cTn>
                              </p:par>
                            </p:childTnLst>
                          </p:cTn>
                        </p:par>
                      </p:childTnLst>
                    </p:cTn>
                  </p:par>
                  <p:par>
                    <p:cTn id="16" fill="hold">
                      <p:stCondLst>
                        <p:cond delay="indefinite"/>
                      </p:stCondLst>
                      <p:childTnLst>
                        <p:par>
                          <p:cTn id="17" fill="hold">
                            <p:stCondLst>
                              <p:cond delay="0"/>
                            </p:stCondLst>
                            <p:childTnLst>
                              <p:par>
                                <p:cTn id="18" presetID="0" presetClass="path" presetSubtype="0" accel="50000" decel="50000" fill="hold" nodeType="clickEffect">
                                  <p:stCondLst>
                                    <p:cond delay="0"/>
                                  </p:stCondLst>
                                  <p:childTnLst>
                                    <p:animMotion origin="layout" path="M 0.19544 0.24746 C 0.22916 0.21204 0.2526 0.20463 0.31184 0.16389 C 0.37122 0.12315 0.45169 0.08102 0.50768 0.0206 C 0.48984 0.02084 0.39205 0.01922 0.37057 0.02037 " pathEditMode="relative" rAng="0" ptsTypes="AAAA">
                                      <p:cBhvr>
                                        <p:cTn id="19" dur="2000" fill="hold"/>
                                        <p:tgtEl>
                                          <p:spTgt spid="627"/>
                                        </p:tgtEl>
                                        <p:attrNameLst>
                                          <p:attrName>ppt_x</p:attrName>
                                          <p:attrName>ppt_y</p:attrName>
                                        </p:attrNameLst>
                                      </p:cBhvr>
                                      <p:rCtr x="15612" y="-11366"/>
                                    </p:animMotion>
                                  </p:childTnLst>
                                </p:cTn>
                              </p:par>
                              <p:par>
                                <p:cTn id="20" presetID="22" presetClass="entr" presetSubtype="2" fill="hold" nodeType="withEffect">
                                  <p:stCondLst>
                                    <p:cond delay="0"/>
                                  </p:stCondLst>
                                  <p:childTnLst>
                                    <p:set>
                                      <p:cBhvr>
                                        <p:cTn id="21" dur="1" fill="hold">
                                          <p:stCondLst>
                                            <p:cond delay="0"/>
                                          </p:stCondLst>
                                        </p:cTn>
                                        <p:tgtEl>
                                          <p:spTgt spid="674"/>
                                        </p:tgtEl>
                                        <p:attrNameLst>
                                          <p:attrName>style.visibility</p:attrName>
                                        </p:attrNameLst>
                                      </p:cBhvr>
                                      <p:to>
                                        <p:strVal val="visible"/>
                                      </p:to>
                                    </p:set>
                                    <p:animEffect transition="in" filter="wipe(right)">
                                      <p:cBhvr>
                                        <p:cTn id="22" dur="500"/>
                                        <p:tgtEl>
                                          <p:spTgt spid="67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44"/>
                                        </p:tgtEl>
                                        <p:attrNameLst>
                                          <p:attrName>style.visibility</p:attrName>
                                        </p:attrNameLst>
                                      </p:cBhvr>
                                      <p:to>
                                        <p:strVal val="visible"/>
                                      </p:to>
                                    </p:set>
                                    <p:animEffect transition="in" filter="dissolve">
                                      <p:cBhvr>
                                        <p:cTn id="25" dur="1000"/>
                                        <p:tgtEl>
                                          <p:spTgt spid="644"/>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xit" presetSubtype="0" fill="hold" nodeType="clickEffect">
                                  <p:stCondLst>
                                    <p:cond delay="0"/>
                                  </p:stCondLst>
                                  <p:childTnLst>
                                    <p:set>
                                      <p:cBhvr>
                                        <p:cTn id="29" dur="1" fill="hold">
                                          <p:stCondLst>
                                            <p:cond delay="0"/>
                                          </p:stCondLst>
                                        </p:cTn>
                                        <p:tgtEl>
                                          <p:spTgt spid="627"/>
                                        </p:tgtEl>
                                        <p:attrNameLst>
                                          <p:attrName>style.visibility</p:attrName>
                                        </p:attrNameLst>
                                      </p:cBhvr>
                                      <p:to>
                                        <p:strVal val="hidden"/>
                                      </p:to>
                                    </p:set>
                                  </p:childTnLst>
                                </p:cTn>
                              </p:par>
                            </p:childTnLst>
                          </p:cTn>
                        </p:par>
                        <p:par>
                          <p:cTn id="30" fill="hold">
                            <p:stCondLst>
                              <p:cond delay="0"/>
                            </p:stCondLst>
                            <p:childTnLst>
                              <p:par>
                                <p:cTn id="31" presetID="22" presetClass="entr" presetSubtype="4" fill="hold" nodeType="afterEffect">
                                  <p:stCondLst>
                                    <p:cond delay="0"/>
                                  </p:stCondLst>
                                  <p:childTnLst>
                                    <p:set>
                                      <p:cBhvr>
                                        <p:cTn id="32" dur="1" fill="hold">
                                          <p:stCondLst>
                                            <p:cond delay="0"/>
                                          </p:stCondLst>
                                        </p:cTn>
                                        <p:tgtEl>
                                          <p:spTgt spid="683"/>
                                        </p:tgtEl>
                                        <p:attrNameLst>
                                          <p:attrName>style.visibility</p:attrName>
                                        </p:attrNameLst>
                                      </p:cBhvr>
                                      <p:to>
                                        <p:strVal val="visible"/>
                                      </p:to>
                                    </p:set>
                                    <p:animEffect transition="in" filter="wipe(down)">
                                      <p:cBhvr>
                                        <p:cTn id="33" dur="1000"/>
                                        <p:tgtEl>
                                          <p:spTgt spid="683"/>
                                        </p:tgtEl>
                                      </p:cBhvr>
                                    </p:animEffect>
                                  </p:childTnLst>
                                </p:cTn>
                              </p:par>
                              <p:par>
                                <p:cTn id="34" presetID="9" presetClass="entr" presetSubtype="0" fill="hold" nodeType="withEffect">
                                  <p:stCondLst>
                                    <p:cond delay="0"/>
                                  </p:stCondLst>
                                  <p:childTnLst>
                                    <p:set>
                                      <p:cBhvr>
                                        <p:cTn id="35" dur="1" fill="hold">
                                          <p:stCondLst>
                                            <p:cond delay="0"/>
                                          </p:stCondLst>
                                        </p:cTn>
                                        <p:tgtEl>
                                          <p:spTgt spid="645">
                                            <p:txEl>
                                              <p:pRg st="0" end="0"/>
                                            </p:txEl>
                                          </p:spTgt>
                                        </p:tgtEl>
                                        <p:attrNameLst>
                                          <p:attrName>style.visibility</p:attrName>
                                        </p:attrNameLst>
                                      </p:cBhvr>
                                      <p:to>
                                        <p:strVal val="visible"/>
                                      </p:to>
                                    </p:set>
                                    <p:animEffect transition="in" filter="dissolve">
                                      <p:cBhvr>
                                        <p:cTn id="36" dur="1000"/>
                                        <p:tgtEl>
                                          <p:spTgt spid="645">
                                            <p:txEl>
                                              <p:pRg st="0" end="0"/>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645">
                                            <p:txEl>
                                              <p:pRg st="1" end="1"/>
                                            </p:txEl>
                                          </p:spTgt>
                                        </p:tgtEl>
                                        <p:attrNameLst>
                                          <p:attrName>style.visibility</p:attrName>
                                        </p:attrNameLst>
                                      </p:cBhvr>
                                      <p:to>
                                        <p:strVal val="visible"/>
                                      </p:to>
                                    </p:set>
                                    <p:animEffect transition="in" filter="dissolve">
                                      <p:cBhvr>
                                        <p:cTn id="41" dur="1000"/>
                                        <p:tgtEl>
                                          <p:spTgt spid="645">
                                            <p:txEl>
                                              <p:pRg st="1" end="1"/>
                                            </p:txEl>
                                          </p:spTgt>
                                        </p:tgtEl>
                                      </p:cBhvr>
                                    </p:animEffect>
                                  </p:childTnLst>
                                </p:cTn>
                              </p:par>
                              <p:par>
                                <p:cTn id="42" presetID="22" presetClass="entr" presetSubtype="1" fill="hold" nodeType="with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wipe(up)">
                                      <p:cBhvr>
                                        <p:cTn id="44"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3" grpId="0"/>
      <p:bldP spid="644"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life…TCP connection carrying HTTP</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117</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28"/>
              <a:chOff x="569" y="2954"/>
              <a:chExt cx="500" cy="828"/>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7" y="2954"/>
                <a:ext cx="449"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42" name="Group 325">
            <a:extLst>
              <a:ext uri="{FF2B5EF4-FFF2-40B4-BE49-F238E27FC236}">
                <a16:creationId xmlns:a16="http://schemas.microsoft.com/office/drawing/2014/main" id="{44BB38E6-E14F-E243-A361-68D05E58CCCB}"/>
              </a:ext>
            </a:extLst>
          </p:cNvPr>
          <p:cNvGrpSpPr>
            <a:grpSpLocks/>
          </p:cNvGrpSpPr>
          <p:nvPr/>
        </p:nvGrpSpPr>
        <p:grpSpPr bwMode="auto">
          <a:xfrm>
            <a:off x="571500" y="1568450"/>
            <a:ext cx="515937" cy="333375"/>
            <a:chOff x="328" y="678"/>
            <a:chExt cx="325" cy="210"/>
          </a:xfrm>
        </p:grpSpPr>
        <p:grpSp>
          <p:nvGrpSpPr>
            <p:cNvPr id="543" name="Group 52">
              <a:extLst>
                <a:ext uri="{FF2B5EF4-FFF2-40B4-BE49-F238E27FC236}">
                  <a16:creationId xmlns:a16="http://schemas.microsoft.com/office/drawing/2014/main" id="{0A8D6708-4609-6945-A946-E47D0AA23BB2}"/>
                </a:ext>
              </a:extLst>
            </p:cNvPr>
            <p:cNvGrpSpPr>
              <a:grpSpLocks/>
            </p:cNvGrpSpPr>
            <p:nvPr/>
          </p:nvGrpSpPr>
          <p:grpSpPr bwMode="auto">
            <a:xfrm>
              <a:off x="328" y="693"/>
              <a:ext cx="325" cy="154"/>
              <a:chOff x="844" y="3337"/>
              <a:chExt cx="325" cy="154"/>
            </a:xfrm>
          </p:grpSpPr>
          <p:sp>
            <p:nvSpPr>
              <p:cNvPr id="545" name="Rectangle 53">
                <a:extLst>
                  <a:ext uri="{FF2B5EF4-FFF2-40B4-BE49-F238E27FC236}">
                    <a16:creationId xmlns:a16="http://schemas.microsoft.com/office/drawing/2014/main" id="{B6E73418-9916-914F-BAF1-61EBBD28B20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Text Box 54">
                <a:extLst>
                  <a:ext uri="{FF2B5EF4-FFF2-40B4-BE49-F238E27FC236}">
                    <a16:creationId xmlns:a16="http://schemas.microsoft.com/office/drawing/2014/main" id="{EB3D178B-2079-974C-BBAF-D1859C342A9B}"/>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544" name="AutoShape 85">
              <a:extLst>
                <a:ext uri="{FF2B5EF4-FFF2-40B4-BE49-F238E27FC236}">
                  <a16:creationId xmlns:a16="http://schemas.microsoft.com/office/drawing/2014/main" id="{B164A8CC-CDC1-E443-A720-0B9C1A59CAA0}"/>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47" name="Rectangle 100">
            <a:extLst>
              <a:ext uri="{FF2B5EF4-FFF2-40B4-BE49-F238E27FC236}">
                <a16:creationId xmlns:a16="http://schemas.microsoft.com/office/drawing/2014/main" id="{736B0FF4-A2E8-AE45-921A-22C015CB3530}"/>
              </a:ext>
            </a:extLst>
          </p:cNvPr>
          <p:cNvSpPr>
            <a:spLocks noChangeArrowheads="1"/>
          </p:cNvSpPr>
          <p:nvPr/>
        </p:nvSpPr>
        <p:spPr bwMode="auto">
          <a:xfrm>
            <a:off x="7088188" y="1568450"/>
            <a:ext cx="4227512" cy="9509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to send HTTP request, client first opens </a:t>
            </a:r>
            <a:r>
              <a:rPr lang="en-US" sz="2800" dirty="0">
                <a:solidFill>
                  <a:srgbClr val="C00000"/>
                </a:solidFill>
                <a:ea typeface="ＭＳ Ｐゴシック" charset="0"/>
              </a:rPr>
              <a:t>TCP socket</a:t>
            </a:r>
            <a:r>
              <a:rPr lang="en-US" sz="2800" dirty="0">
                <a:solidFill>
                  <a:srgbClr val="000000"/>
                </a:solidFill>
                <a:ea typeface="ＭＳ Ｐゴシック" charset="0"/>
              </a:rPr>
              <a:t> to web server</a:t>
            </a:r>
          </a:p>
        </p:txBody>
      </p:sp>
      <p:sp>
        <p:nvSpPr>
          <p:cNvPr id="548" name="Rectangle 101">
            <a:extLst>
              <a:ext uri="{FF2B5EF4-FFF2-40B4-BE49-F238E27FC236}">
                <a16:creationId xmlns:a16="http://schemas.microsoft.com/office/drawing/2014/main" id="{FC65F5D7-75A7-7843-969E-B8C83BD5E3C0}"/>
              </a:ext>
            </a:extLst>
          </p:cNvPr>
          <p:cNvSpPr>
            <a:spLocks noChangeArrowheads="1"/>
          </p:cNvSpPr>
          <p:nvPr/>
        </p:nvSpPr>
        <p:spPr bwMode="auto">
          <a:xfrm>
            <a:off x="7040562" y="2924175"/>
            <a:ext cx="4783138" cy="9858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SYN segment </a:t>
            </a:r>
            <a:r>
              <a:rPr lang="en-US" sz="2400" dirty="0">
                <a:solidFill>
                  <a:srgbClr val="000000"/>
                </a:solidFill>
                <a:ea typeface="ＭＳ Ｐゴシック" charset="0"/>
              </a:rPr>
              <a:t>(step 1 in TCP 3-way handshake)</a:t>
            </a:r>
            <a:r>
              <a:rPr lang="en-US" sz="2800" dirty="0">
                <a:solidFill>
                  <a:srgbClr val="000000"/>
                </a:solidFill>
                <a:ea typeface="ＭＳ Ｐゴシック" charset="0"/>
              </a:rPr>
              <a:t> inter-domain routed to web server</a:t>
            </a:r>
          </a:p>
        </p:txBody>
      </p:sp>
      <p:sp>
        <p:nvSpPr>
          <p:cNvPr id="549" name="Rectangle 102">
            <a:extLst>
              <a:ext uri="{FF2B5EF4-FFF2-40B4-BE49-F238E27FC236}">
                <a16:creationId xmlns:a16="http://schemas.microsoft.com/office/drawing/2014/main" id="{51C744F0-EF71-344A-B333-4EEF1D8021EC}"/>
              </a:ext>
            </a:extLst>
          </p:cNvPr>
          <p:cNvSpPr>
            <a:spLocks noChangeArrowheads="1"/>
          </p:cNvSpPr>
          <p:nvPr/>
        </p:nvSpPr>
        <p:spPr bwMode="auto">
          <a:xfrm>
            <a:off x="7081837" y="5397500"/>
            <a:ext cx="4997745"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connection established!</a:t>
            </a:r>
          </a:p>
        </p:txBody>
      </p:sp>
      <p:grpSp>
        <p:nvGrpSpPr>
          <p:cNvPr id="550" name="Group 314">
            <a:extLst>
              <a:ext uri="{FF2B5EF4-FFF2-40B4-BE49-F238E27FC236}">
                <a16:creationId xmlns:a16="http://schemas.microsoft.com/office/drawing/2014/main" id="{4E3B24CA-FEEE-3E47-9A58-189AE2727095}"/>
              </a:ext>
            </a:extLst>
          </p:cNvPr>
          <p:cNvGrpSpPr>
            <a:grpSpLocks/>
          </p:cNvGrpSpPr>
          <p:nvPr/>
        </p:nvGrpSpPr>
        <p:grpSpPr bwMode="auto">
          <a:xfrm>
            <a:off x="207962" y="2414588"/>
            <a:ext cx="1081088" cy="244475"/>
            <a:chOff x="410" y="1508"/>
            <a:chExt cx="681" cy="154"/>
          </a:xfrm>
        </p:grpSpPr>
        <p:sp>
          <p:nvSpPr>
            <p:cNvPr id="551" name="Rectangle 99">
              <a:extLst>
                <a:ext uri="{FF2B5EF4-FFF2-40B4-BE49-F238E27FC236}">
                  <a16:creationId xmlns:a16="http://schemas.microsoft.com/office/drawing/2014/main" id="{287E07CE-E274-3F4D-96B8-D3177BBB1253}"/>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95">
              <a:extLst>
                <a:ext uri="{FF2B5EF4-FFF2-40B4-BE49-F238E27FC236}">
                  <a16:creationId xmlns:a16="http://schemas.microsoft.com/office/drawing/2014/main" id="{8886EA9A-C5FF-A347-84C6-EC7C6AFE8224}"/>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3" name="Rectangle 96">
              <a:extLst>
                <a:ext uri="{FF2B5EF4-FFF2-40B4-BE49-F238E27FC236}">
                  <a16:creationId xmlns:a16="http://schemas.microsoft.com/office/drawing/2014/main" id="{3E962067-480B-FE47-A3AE-7153A4C453BE}"/>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4" name="Rectangle 97">
              <a:extLst>
                <a:ext uri="{FF2B5EF4-FFF2-40B4-BE49-F238E27FC236}">
                  <a16:creationId xmlns:a16="http://schemas.microsoft.com/office/drawing/2014/main" id="{B4CDB1AD-3C2F-3347-A517-1F1AEEF6DAB9}"/>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5" name="Rectangle 98">
              <a:extLst>
                <a:ext uri="{FF2B5EF4-FFF2-40B4-BE49-F238E27FC236}">
                  <a16:creationId xmlns:a16="http://schemas.microsoft.com/office/drawing/2014/main" id="{B0AC5248-EFDD-2142-9FBF-32AD6EF4B22E}"/>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6" name="Group 310">
              <a:extLst>
                <a:ext uri="{FF2B5EF4-FFF2-40B4-BE49-F238E27FC236}">
                  <a16:creationId xmlns:a16="http://schemas.microsoft.com/office/drawing/2014/main" id="{24999875-A88C-FD45-9FAA-ED70B2D1AA82}"/>
                </a:ext>
              </a:extLst>
            </p:cNvPr>
            <p:cNvGrpSpPr>
              <a:grpSpLocks/>
            </p:cNvGrpSpPr>
            <p:nvPr/>
          </p:nvGrpSpPr>
          <p:grpSpPr bwMode="auto">
            <a:xfrm>
              <a:off x="647" y="1508"/>
              <a:ext cx="354" cy="154"/>
              <a:chOff x="290" y="875"/>
              <a:chExt cx="354" cy="154"/>
            </a:xfrm>
          </p:grpSpPr>
          <p:sp>
            <p:nvSpPr>
              <p:cNvPr id="557" name="Rectangle 311">
                <a:extLst>
                  <a:ext uri="{FF2B5EF4-FFF2-40B4-BE49-F238E27FC236}">
                    <a16:creationId xmlns:a16="http://schemas.microsoft.com/office/drawing/2014/main" id="{D865E817-3F6A-2344-8E60-F652C9FDE54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Rectangle 312">
                <a:extLst>
                  <a:ext uri="{FF2B5EF4-FFF2-40B4-BE49-F238E27FC236}">
                    <a16:creationId xmlns:a16="http://schemas.microsoft.com/office/drawing/2014/main" id="{197093E6-8F10-9442-89AF-4F26EE9D4479}"/>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Text Box 313">
                <a:extLst>
                  <a:ext uri="{FF2B5EF4-FFF2-40B4-BE49-F238E27FC236}">
                    <a16:creationId xmlns:a16="http://schemas.microsoft.com/office/drawing/2014/main" id="{4A84191B-BE9C-EE49-85DF-BE63E57CAEE3}"/>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nvGrpSpPr>
          <p:cNvPr id="560" name="Group 326">
            <a:extLst>
              <a:ext uri="{FF2B5EF4-FFF2-40B4-BE49-F238E27FC236}">
                <a16:creationId xmlns:a16="http://schemas.microsoft.com/office/drawing/2014/main" id="{6035F0FF-3872-4E4A-B014-49029AA39D2F}"/>
              </a:ext>
            </a:extLst>
          </p:cNvPr>
          <p:cNvGrpSpPr>
            <a:grpSpLocks/>
          </p:cNvGrpSpPr>
          <p:nvPr/>
        </p:nvGrpSpPr>
        <p:grpSpPr bwMode="auto">
          <a:xfrm>
            <a:off x="549275" y="4546600"/>
            <a:ext cx="1081088" cy="782638"/>
            <a:chOff x="59" y="863"/>
            <a:chExt cx="681" cy="493"/>
          </a:xfrm>
        </p:grpSpPr>
        <p:grpSp>
          <p:nvGrpSpPr>
            <p:cNvPr id="561" name="Group 68">
              <a:extLst>
                <a:ext uri="{FF2B5EF4-FFF2-40B4-BE49-F238E27FC236}">
                  <a16:creationId xmlns:a16="http://schemas.microsoft.com/office/drawing/2014/main" id="{05F3B1DD-FD64-574D-A15D-8719F0552CD8}"/>
                </a:ext>
              </a:extLst>
            </p:cNvPr>
            <p:cNvGrpSpPr>
              <a:grpSpLocks/>
            </p:cNvGrpSpPr>
            <p:nvPr/>
          </p:nvGrpSpPr>
          <p:grpSpPr bwMode="auto">
            <a:xfrm>
              <a:off x="177" y="1042"/>
              <a:ext cx="480" cy="112"/>
              <a:chOff x="627" y="3377"/>
              <a:chExt cx="480" cy="112"/>
            </a:xfrm>
          </p:grpSpPr>
          <p:sp>
            <p:nvSpPr>
              <p:cNvPr id="723" name="Rectangle 69">
                <a:extLst>
                  <a:ext uri="{FF2B5EF4-FFF2-40B4-BE49-F238E27FC236}">
                    <a16:creationId xmlns:a16="http://schemas.microsoft.com/office/drawing/2014/main" id="{0ECCD2F8-075F-0A4D-B835-3EDF82D224F4}"/>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4" name="Rectangle 70">
                <a:extLst>
                  <a:ext uri="{FF2B5EF4-FFF2-40B4-BE49-F238E27FC236}">
                    <a16:creationId xmlns:a16="http://schemas.microsoft.com/office/drawing/2014/main" id="{EBF470C4-203D-234A-BB30-E9BF4F288720}"/>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62" name="Group 301">
              <a:extLst>
                <a:ext uri="{FF2B5EF4-FFF2-40B4-BE49-F238E27FC236}">
                  <a16:creationId xmlns:a16="http://schemas.microsoft.com/office/drawing/2014/main" id="{E2F59A8B-1798-8245-B3C6-525C81A83512}"/>
                </a:ext>
              </a:extLst>
            </p:cNvPr>
            <p:cNvGrpSpPr>
              <a:grpSpLocks/>
            </p:cNvGrpSpPr>
            <p:nvPr/>
          </p:nvGrpSpPr>
          <p:grpSpPr bwMode="auto">
            <a:xfrm>
              <a:off x="290" y="863"/>
              <a:ext cx="354" cy="154"/>
              <a:chOff x="290" y="875"/>
              <a:chExt cx="354" cy="154"/>
            </a:xfrm>
          </p:grpSpPr>
          <p:sp>
            <p:nvSpPr>
              <p:cNvPr id="646" name="Rectangle 59">
                <a:extLst>
                  <a:ext uri="{FF2B5EF4-FFF2-40B4-BE49-F238E27FC236}">
                    <a16:creationId xmlns:a16="http://schemas.microsoft.com/office/drawing/2014/main" id="{9FDB2F95-1041-4549-879B-1B6E036E1079}"/>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7" name="Rectangle 60">
                <a:extLst>
                  <a:ext uri="{FF2B5EF4-FFF2-40B4-BE49-F238E27FC236}">
                    <a16:creationId xmlns:a16="http://schemas.microsoft.com/office/drawing/2014/main" id="{D867A23D-4E29-624B-9F72-E29177D4C51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3" name="Text Box 297">
                <a:extLst>
                  <a:ext uri="{FF2B5EF4-FFF2-40B4-BE49-F238E27FC236}">
                    <a16:creationId xmlns:a16="http://schemas.microsoft.com/office/drawing/2014/main" id="{2CD54253-7CF3-C34D-B65E-37D425B4516D}"/>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3" name="Group 302">
              <a:extLst>
                <a:ext uri="{FF2B5EF4-FFF2-40B4-BE49-F238E27FC236}">
                  <a16:creationId xmlns:a16="http://schemas.microsoft.com/office/drawing/2014/main" id="{27EAE6D6-CC8D-BC4B-985B-D73103885275}"/>
                </a:ext>
              </a:extLst>
            </p:cNvPr>
            <p:cNvGrpSpPr>
              <a:grpSpLocks/>
            </p:cNvGrpSpPr>
            <p:nvPr/>
          </p:nvGrpSpPr>
          <p:grpSpPr bwMode="auto">
            <a:xfrm>
              <a:off x="284" y="1022"/>
              <a:ext cx="354" cy="154"/>
              <a:chOff x="290" y="875"/>
              <a:chExt cx="354" cy="154"/>
            </a:xfrm>
          </p:grpSpPr>
          <p:sp>
            <p:nvSpPr>
              <p:cNvPr id="574" name="Rectangle 303">
                <a:extLst>
                  <a:ext uri="{FF2B5EF4-FFF2-40B4-BE49-F238E27FC236}">
                    <a16:creationId xmlns:a16="http://schemas.microsoft.com/office/drawing/2014/main" id="{161A0B61-4B46-1246-B317-2A22E46F68E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Rectangle 304">
                <a:extLst>
                  <a:ext uri="{FF2B5EF4-FFF2-40B4-BE49-F238E27FC236}">
                    <a16:creationId xmlns:a16="http://schemas.microsoft.com/office/drawing/2014/main" id="{6CF3ECE3-58C4-8F4C-91B7-8E5A9B5C96BB}"/>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6" name="Text Box 305">
                <a:extLst>
                  <a:ext uri="{FF2B5EF4-FFF2-40B4-BE49-F238E27FC236}">
                    <a16:creationId xmlns:a16="http://schemas.microsoft.com/office/drawing/2014/main" id="{BADE4FCB-B8A8-034E-9598-B068A1572549}"/>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4" name="Group 315">
              <a:extLst>
                <a:ext uri="{FF2B5EF4-FFF2-40B4-BE49-F238E27FC236}">
                  <a16:creationId xmlns:a16="http://schemas.microsoft.com/office/drawing/2014/main" id="{D29235BE-BACD-D946-AB55-0AA77A9B458F}"/>
                </a:ext>
              </a:extLst>
            </p:cNvPr>
            <p:cNvGrpSpPr>
              <a:grpSpLocks/>
            </p:cNvGrpSpPr>
            <p:nvPr/>
          </p:nvGrpSpPr>
          <p:grpSpPr bwMode="auto">
            <a:xfrm>
              <a:off x="59" y="1202"/>
              <a:ext cx="681" cy="154"/>
              <a:chOff x="410" y="1508"/>
              <a:chExt cx="681" cy="154"/>
            </a:xfrm>
          </p:grpSpPr>
          <p:sp>
            <p:nvSpPr>
              <p:cNvPr id="565" name="Rectangle 316">
                <a:extLst>
                  <a:ext uri="{FF2B5EF4-FFF2-40B4-BE49-F238E27FC236}">
                    <a16:creationId xmlns:a16="http://schemas.microsoft.com/office/drawing/2014/main" id="{71D1FC90-B0D4-0748-B73C-0C001AABA568}"/>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Rectangle 317">
                <a:extLst>
                  <a:ext uri="{FF2B5EF4-FFF2-40B4-BE49-F238E27FC236}">
                    <a16:creationId xmlns:a16="http://schemas.microsoft.com/office/drawing/2014/main" id="{259D6AF6-E31C-B04A-985C-2997A516D2CA}"/>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Rectangle 318">
                <a:extLst>
                  <a:ext uri="{FF2B5EF4-FFF2-40B4-BE49-F238E27FC236}">
                    <a16:creationId xmlns:a16="http://schemas.microsoft.com/office/drawing/2014/main" id="{2A231446-5FA9-CF40-928B-8DF94AD2EF2A}"/>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Rectangle 319">
                <a:extLst>
                  <a:ext uri="{FF2B5EF4-FFF2-40B4-BE49-F238E27FC236}">
                    <a16:creationId xmlns:a16="http://schemas.microsoft.com/office/drawing/2014/main" id="{8323599A-5DB9-4848-8D70-91081A64AF06}"/>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Rectangle 320">
                <a:extLst>
                  <a:ext uri="{FF2B5EF4-FFF2-40B4-BE49-F238E27FC236}">
                    <a16:creationId xmlns:a16="http://schemas.microsoft.com/office/drawing/2014/main" id="{F497CB89-2EBF-0144-AF05-9D589F90067A}"/>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70" name="Group 321">
                <a:extLst>
                  <a:ext uri="{FF2B5EF4-FFF2-40B4-BE49-F238E27FC236}">
                    <a16:creationId xmlns:a16="http://schemas.microsoft.com/office/drawing/2014/main" id="{BD18992D-86F7-8246-A366-53CBF4FFE4C7}"/>
                  </a:ext>
                </a:extLst>
              </p:cNvPr>
              <p:cNvGrpSpPr>
                <a:grpSpLocks/>
              </p:cNvGrpSpPr>
              <p:nvPr/>
            </p:nvGrpSpPr>
            <p:grpSpPr bwMode="auto">
              <a:xfrm>
                <a:off x="647" y="1508"/>
                <a:ext cx="354" cy="154"/>
                <a:chOff x="290" y="875"/>
                <a:chExt cx="354" cy="154"/>
              </a:xfrm>
            </p:grpSpPr>
            <p:sp>
              <p:nvSpPr>
                <p:cNvPr id="571" name="Rectangle 322">
                  <a:extLst>
                    <a:ext uri="{FF2B5EF4-FFF2-40B4-BE49-F238E27FC236}">
                      <a16:creationId xmlns:a16="http://schemas.microsoft.com/office/drawing/2014/main" id="{D1798245-1945-B24B-957C-B072AF1AF40B}"/>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2" name="Rectangle 323">
                  <a:extLst>
                    <a:ext uri="{FF2B5EF4-FFF2-40B4-BE49-F238E27FC236}">
                      <a16:creationId xmlns:a16="http://schemas.microsoft.com/office/drawing/2014/main" id="{E643A63C-1C57-B945-8DAB-10DAD13D9A8A}"/>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Text Box 324">
                  <a:extLst>
                    <a:ext uri="{FF2B5EF4-FFF2-40B4-BE49-F238E27FC236}">
                      <a16:creationId xmlns:a16="http://schemas.microsoft.com/office/drawing/2014/main" id="{A6BFAAD3-2439-FF41-9F7B-7FAA3A2AACE6}"/>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45" y="2954"/>
                <a:ext cx="374"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34" name="Group 337">
            <a:extLst>
              <a:ext uri="{FF2B5EF4-FFF2-40B4-BE49-F238E27FC236}">
                <a16:creationId xmlns:a16="http://schemas.microsoft.com/office/drawing/2014/main" id="{BDBCD45F-1F7A-9543-8559-5895A90FD148}"/>
              </a:ext>
            </a:extLst>
          </p:cNvPr>
          <p:cNvGrpSpPr>
            <a:grpSpLocks/>
          </p:cNvGrpSpPr>
          <p:nvPr/>
        </p:nvGrpSpPr>
        <p:grpSpPr bwMode="auto">
          <a:xfrm>
            <a:off x="207962" y="1870075"/>
            <a:ext cx="1081088" cy="782638"/>
            <a:chOff x="59" y="863"/>
            <a:chExt cx="681" cy="493"/>
          </a:xfrm>
        </p:grpSpPr>
        <p:grpSp>
          <p:nvGrpSpPr>
            <p:cNvPr id="735" name="Group 338">
              <a:extLst>
                <a:ext uri="{FF2B5EF4-FFF2-40B4-BE49-F238E27FC236}">
                  <a16:creationId xmlns:a16="http://schemas.microsoft.com/office/drawing/2014/main" id="{0241F242-E3E0-E04C-9D42-A8DA1F4635FC}"/>
                </a:ext>
              </a:extLst>
            </p:cNvPr>
            <p:cNvGrpSpPr>
              <a:grpSpLocks/>
            </p:cNvGrpSpPr>
            <p:nvPr/>
          </p:nvGrpSpPr>
          <p:grpSpPr bwMode="auto">
            <a:xfrm>
              <a:off x="177" y="1042"/>
              <a:ext cx="480" cy="112"/>
              <a:chOff x="627" y="3377"/>
              <a:chExt cx="480" cy="112"/>
            </a:xfrm>
          </p:grpSpPr>
          <p:sp>
            <p:nvSpPr>
              <p:cNvPr id="754" name="Rectangle 339">
                <a:extLst>
                  <a:ext uri="{FF2B5EF4-FFF2-40B4-BE49-F238E27FC236}">
                    <a16:creationId xmlns:a16="http://schemas.microsoft.com/office/drawing/2014/main" id="{40719677-5F13-A547-B939-37B964C39DF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5" name="Rectangle 340">
                <a:extLst>
                  <a:ext uri="{FF2B5EF4-FFF2-40B4-BE49-F238E27FC236}">
                    <a16:creationId xmlns:a16="http://schemas.microsoft.com/office/drawing/2014/main" id="{8FBD903F-689E-1E4F-A4E8-B865330E9ED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36" name="Group 341">
              <a:extLst>
                <a:ext uri="{FF2B5EF4-FFF2-40B4-BE49-F238E27FC236}">
                  <a16:creationId xmlns:a16="http://schemas.microsoft.com/office/drawing/2014/main" id="{D3A49F13-3F7D-AF43-A7B5-75D42D3F01BE}"/>
                </a:ext>
              </a:extLst>
            </p:cNvPr>
            <p:cNvGrpSpPr>
              <a:grpSpLocks/>
            </p:cNvGrpSpPr>
            <p:nvPr/>
          </p:nvGrpSpPr>
          <p:grpSpPr bwMode="auto">
            <a:xfrm>
              <a:off x="290" y="863"/>
              <a:ext cx="354" cy="154"/>
              <a:chOff x="290" y="875"/>
              <a:chExt cx="354" cy="154"/>
            </a:xfrm>
          </p:grpSpPr>
          <p:sp>
            <p:nvSpPr>
              <p:cNvPr id="751" name="Rectangle 342">
                <a:extLst>
                  <a:ext uri="{FF2B5EF4-FFF2-40B4-BE49-F238E27FC236}">
                    <a16:creationId xmlns:a16="http://schemas.microsoft.com/office/drawing/2014/main" id="{6560040F-827B-4144-9A62-12A938DFBC2F}"/>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2" name="Rectangle 343">
                <a:extLst>
                  <a:ext uri="{FF2B5EF4-FFF2-40B4-BE49-F238E27FC236}">
                    <a16:creationId xmlns:a16="http://schemas.microsoft.com/office/drawing/2014/main" id="{4979BB7B-93B5-3A44-9BF4-72A3A854B33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3" name="Text Box 344">
                <a:extLst>
                  <a:ext uri="{FF2B5EF4-FFF2-40B4-BE49-F238E27FC236}">
                    <a16:creationId xmlns:a16="http://schemas.microsoft.com/office/drawing/2014/main" id="{C02CFF55-650B-AD4A-92D7-CDA2D2C4C11A}"/>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7" name="Group 345">
              <a:extLst>
                <a:ext uri="{FF2B5EF4-FFF2-40B4-BE49-F238E27FC236}">
                  <a16:creationId xmlns:a16="http://schemas.microsoft.com/office/drawing/2014/main" id="{B6AC2CCC-A76E-2445-8246-899C8784EAA2}"/>
                </a:ext>
              </a:extLst>
            </p:cNvPr>
            <p:cNvGrpSpPr>
              <a:grpSpLocks/>
            </p:cNvGrpSpPr>
            <p:nvPr/>
          </p:nvGrpSpPr>
          <p:grpSpPr bwMode="auto">
            <a:xfrm>
              <a:off x="284" y="1022"/>
              <a:ext cx="354" cy="154"/>
              <a:chOff x="290" y="875"/>
              <a:chExt cx="354" cy="154"/>
            </a:xfrm>
          </p:grpSpPr>
          <p:sp>
            <p:nvSpPr>
              <p:cNvPr id="748" name="Rectangle 346">
                <a:extLst>
                  <a:ext uri="{FF2B5EF4-FFF2-40B4-BE49-F238E27FC236}">
                    <a16:creationId xmlns:a16="http://schemas.microsoft.com/office/drawing/2014/main" id="{91D927BE-A5DA-AB48-AF73-32631E45BF11}"/>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9" name="Rectangle 347">
                <a:extLst>
                  <a:ext uri="{FF2B5EF4-FFF2-40B4-BE49-F238E27FC236}">
                    <a16:creationId xmlns:a16="http://schemas.microsoft.com/office/drawing/2014/main" id="{7BE391C6-43DB-3043-B89D-6DEE17F0E053}"/>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0" name="Text Box 348">
                <a:extLst>
                  <a:ext uri="{FF2B5EF4-FFF2-40B4-BE49-F238E27FC236}">
                    <a16:creationId xmlns:a16="http://schemas.microsoft.com/office/drawing/2014/main" id="{78193E8E-5EDB-3C4B-908D-01FFF86C6A77}"/>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8" name="Group 349">
              <a:extLst>
                <a:ext uri="{FF2B5EF4-FFF2-40B4-BE49-F238E27FC236}">
                  <a16:creationId xmlns:a16="http://schemas.microsoft.com/office/drawing/2014/main" id="{63AF8189-9A3F-D542-9CEC-58D39BCAEE4E}"/>
                </a:ext>
              </a:extLst>
            </p:cNvPr>
            <p:cNvGrpSpPr>
              <a:grpSpLocks/>
            </p:cNvGrpSpPr>
            <p:nvPr/>
          </p:nvGrpSpPr>
          <p:grpSpPr bwMode="auto">
            <a:xfrm>
              <a:off x="59" y="1202"/>
              <a:ext cx="681" cy="154"/>
              <a:chOff x="410" y="1508"/>
              <a:chExt cx="681" cy="154"/>
            </a:xfrm>
          </p:grpSpPr>
          <p:sp>
            <p:nvSpPr>
              <p:cNvPr id="739" name="Rectangle 350">
                <a:extLst>
                  <a:ext uri="{FF2B5EF4-FFF2-40B4-BE49-F238E27FC236}">
                    <a16:creationId xmlns:a16="http://schemas.microsoft.com/office/drawing/2014/main" id="{A020A05E-94BF-C640-A8CB-AF123AA2F41F}"/>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0" name="Rectangle 351">
                <a:extLst>
                  <a:ext uri="{FF2B5EF4-FFF2-40B4-BE49-F238E27FC236}">
                    <a16:creationId xmlns:a16="http://schemas.microsoft.com/office/drawing/2014/main" id="{22E1DFE5-9FD3-AA4B-BDC5-018CD8E70F56}"/>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1" name="Rectangle 352">
                <a:extLst>
                  <a:ext uri="{FF2B5EF4-FFF2-40B4-BE49-F238E27FC236}">
                    <a16:creationId xmlns:a16="http://schemas.microsoft.com/office/drawing/2014/main" id="{0849A1A5-14E0-374C-BA02-9C63B614DB28}"/>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2" name="Rectangle 353">
                <a:extLst>
                  <a:ext uri="{FF2B5EF4-FFF2-40B4-BE49-F238E27FC236}">
                    <a16:creationId xmlns:a16="http://schemas.microsoft.com/office/drawing/2014/main" id="{82BE04FB-4B53-BA46-B018-3B9000714E4E}"/>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3" name="Rectangle 354">
                <a:extLst>
                  <a:ext uri="{FF2B5EF4-FFF2-40B4-BE49-F238E27FC236}">
                    <a16:creationId xmlns:a16="http://schemas.microsoft.com/office/drawing/2014/main" id="{13D8F146-B1F3-FA41-A508-298A5DADE5E3}"/>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44" name="Group 355">
                <a:extLst>
                  <a:ext uri="{FF2B5EF4-FFF2-40B4-BE49-F238E27FC236}">
                    <a16:creationId xmlns:a16="http://schemas.microsoft.com/office/drawing/2014/main" id="{87B22912-5DB4-CC4E-8302-A587515DDDDB}"/>
                  </a:ext>
                </a:extLst>
              </p:cNvPr>
              <p:cNvGrpSpPr>
                <a:grpSpLocks/>
              </p:cNvGrpSpPr>
              <p:nvPr/>
            </p:nvGrpSpPr>
            <p:grpSpPr bwMode="auto">
              <a:xfrm>
                <a:off x="647" y="1508"/>
                <a:ext cx="354" cy="154"/>
                <a:chOff x="290" y="875"/>
                <a:chExt cx="354" cy="154"/>
              </a:xfrm>
            </p:grpSpPr>
            <p:sp>
              <p:nvSpPr>
                <p:cNvPr id="745" name="Rectangle 356">
                  <a:extLst>
                    <a:ext uri="{FF2B5EF4-FFF2-40B4-BE49-F238E27FC236}">
                      <a16:creationId xmlns:a16="http://schemas.microsoft.com/office/drawing/2014/main" id="{E761A945-3F5E-CA4E-A896-C01C89521E55}"/>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6" name="Rectangle 357">
                  <a:extLst>
                    <a:ext uri="{FF2B5EF4-FFF2-40B4-BE49-F238E27FC236}">
                      <a16:creationId xmlns:a16="http://schemas.microsoft.com/office/drawing/2014/main" id="{84134D3E-13F8-6042-9D38-AF73D970B80F}"/>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7" name="Text Box 358">
                  <a:extLst>
                    <a:ext uri="{FF2B5EF4-FFF2-40B4-BE49-F238E27FC236}">
                      <a16:creationId xmlns:a16="http://schemas.microsoft.com/office/drawing/2014/main" id="{360C0654-D2F5-A249-98C0-8B4B35A822FC}"/>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sp>
        <p:nvSpPr>
          <p:cNvPr id="756" name="Rectangle 359">
            <a:extLst>
              <a:ext uri="{FF2B5EF4-FFF2-40B4-BE49-F238E27FC236}">
                <a16:creationId xmlns:a16="http://schemas.microsoft.com/office/drawing/2014/main" id="{A9BE400C-E7A8-814F-9EFA-D314343CF23A}"/>
              </a:ext>
            </a:extLst>
          </p:cNvPr>
          <p:cNvSpPr>
            <a:spLocks noChangeArrowheads="1"/>
          </p:cNvSpPr>
          <p:nvPr/>
        </p:nvSpPr>
        <p:spPr bwMode="auto">
          <a:xfrm>
            <a:off x="1220788" y="4757738"/>
            <a:ext cx="1841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endParaRPr lang="en-US" sz="1000" dirty="0">
              <a:solidFill>
                <a:srgbClr val="000000"/>
              </a:solidFill>
              <a:latin typeface="Arial" charset="0"/>
              <a:ea typeface="ＭＳ Ｐゴシック" charset="0"/>
            </a:endParaRPr>
          </a:p>
        </p:txBody>
      </p:sp>
      <p:grpSp>
        <p:nvGrpSpPr>
          <p:cNvPr id="757" name="Group 391">
            <a:extLst>
              <a:ext uri="{FF2B5EF4-FFF2-40B4-BE49-F238E27FC236}">
                <a16:creationId xmlns:a16="http://schemas.microsoft.com/office/drawing/2014/main" id="{17C83498-6185-2647-828E-58DDFAF371A4}"/>
              </a:ext>
            </a:extLst>
          </p:cNvPr>
          <p:cNvGrpSpPr>
            <a:grpSpLocks/>
          </p:cNvGrpSpPr>
          <p:nvPr/>
        </p:nvGrpSpPr>
        <p:grpSpPr bwMode="auto">
          <a:xfrm>
            <a:off x="547688" y="4546600"/>
            <a:ext cx="1081087" cy="782638"/>
            <a:chOff x="2675" y="3676"/>
            <a:chExt cx="681" cy="493"/>
          </a:xfrm>
        </p:grpSpPr>
        <p:grpSp>
          <p:nvGrpSpPr>
            <p:cNvPr id="758" name="Group 361">
              <a:extLst>
                <a:ext uri="{FF2B5EF4-FFF2-40B4-BE49-F238E27FC236}">
                  <a16:creationId xmlns:a16="http://schemas.microsoft.com/office/drawing/2014/main" id="{18FD13CD-0315-B647-B6AF-39F23BA87479}"/>
                </a:ext>
              </a:extLst>
            </p:cNvPr>
            <p:cNvGrpSpPr>
              <a:grpSpLocks/>
            </p:cNvGrpSpPr>
            <p:nvPr/>
          </p:nvGrpSpPr>
          <p:grpSpPr bwMode="auto">
            <a:xfrm>
              <a:off x="2793" y="3855"/>
              <a:ext cx="480" cy="112"/>
              <a:chOff x="627" y="3377"/>
              <a:chExt cx="480" cy="112"/>
            </a:xfrm>
          </p:grpSpPr>
          <p:sp>
            <p:nvSpPr>
              <p:cNvPr id="810" name="Rectangle 362">
                <a:extLst>
                  <a:ext uri="{FF2B5EF4-FFF2-40B4-BE49-F238E27FC236}">
                    <a16:creationId xmlns:a16="http://schemas.microsoft.com/office/drawing/2014/main" id="{9C3274D0-8E72-FF4D-AA28-A8EAE39D6B4C}"/>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1" name="Rectangle 363">
                <a:extLst>
                  <a:ext uri="{FF2B5EF4-FFF2-40B4-BE49-F238E27FC236}">
                    <a16:creationId xmlns:a16="http://schemas.microsoft.com/office/drawing/2014/main" id="{2A85A536-6D67-544C-8670-9B17244FB9D4}"/>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59" name="Group 382">
              <a:extLst>
                <a:ext uri="{FF2B5EF4-FFF2-40B4-BE49-F238E27FC236}">
                  <a16:creationId xmlns:a16="http://schemas.microsoft.com/office/drawing/2014/main" id="{A64FBDF6-0E86-E740-A72D-FB97797F5E7A}"/>
                </a:ext>
              </a:extLst>
            </p:cNvPr>
            <p:cNvGrpSpPr>
              <a:grpSpLocks/>
            </p:cNvGrpSpPr>
            <p:nvPr/>
          </p:nvGrpSpPr>
          <p:grpSpPr bwMode="auto">
            <a:xfrm>
              <a:off x="2855" y="3676"/>
              <a:ext cx="444" cy="154"/>
              <a:chOff x="2717" y="3676"/>
              <a:chExt cx="444" cy="154"/>
            </a:xfrm>
          </p:grpSpPr>
          <p:sp>
            <p:nvSpPr>
              <p:cNvPr id="807" name="Rectangle 365">
                <a:extLst>
                  <a:ext uri="{FF2B5EF4-FFF2-40B4-BE49-F238E27FC236}">
                    <a16:creationId xmlns:a16="http://schemas.microsoft.com/office/drawing/2014/main" id="{8E976F92-FA7A-AB47-9B21-9CC5C19111FE}"/>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8" name="Rectangle 366">
                <a:extLst>
                  <a:ext uri="{FF2B5EF4-FFF2-40B4-BE49-F238E27FC236}">
                    <a16:creationId xmlns:a16="http://schemas.microsoft.com/office/drawing/2014/main" id="{6AD327EE-B6BC-D741-A7C2-B834A5D5938E}"/>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9" name="Text Box 367">
                <a:extLst>
                  <a:ext uri="{FF2B5EF4-FFF2-40B4-BE49-F238E27FC236}">
                    <a16:creationId xmlns:a16="http://schemas.microsoft.com/office/drawing/2014/main" id="{96F9A0CD-789B-D04C-9566-4A2973C5EFB5}"/>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760" name="Rectangle 373">
              <a:extLst>
                <a:ext uri="{FF2B5EF4-FFF2-40B4-BE49-F238E27FC236}">
                  <a16:creationId xmlns:a16="http://schemas.microsoft.com/office/drawing/2014/main" id="{F2EBED54-BD1B-ED40-89CC-56E9651CA08E}"/>
                </a:ext>
              </a:extLst>
            </p:cNvPr>
            <p:cNvSpPr>
              <a:spLocks noChangeArrowheads="1"/>
            </p:cNvSpPr>
            <p:nvPr/>
          </p:nvSpPr>
          <p:spPr bwMode="auto">
            <a:xfrm>
              <a:off x="2675" y="4018"/>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1" name="Rectangle 374">
              <a:extLst>
                <a:ext uri="{FF2B5EF4-FFF2-40B4-BE49-F238E27FC236}">
                  <a16:creationId xmlns:a16="http://schemas.microsoft.com/office/drawing/2014/main" id="{74AF0931-1E02-754D-9005-03A58D5C2E5F}"/>
                </a:ext>
              </a:extLst>
            </p:cNvPr>
            <p:cNvSpPr>
              <a:spLocks noChangeArrowheads="1"/>
            </p:cNvSpPr>
            <p:nvPr/>
          </p:nvSpPr>
          <p:spPr bwMode="auto">
            <a:xfrm>
              <a:off x="2803" y="4043"/>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2" name="Rectangle 375">
              <a:extLst>
                <a:ext uri="{FF2B5EF4-FFF2-40B4-BE49-F238E27FC236}">
                  <a16:creationId xmlns:a16="http://schemas.microsoft.com/office/drawing/2014/main" id="{9DE1570C-335C-9C44-9681-536C219A39D8}"/>
                </a:ext>
              </a:extLst>
            </p:cNvPr>
            <p:cNvSpPr>
              <a:spLocks noChangeArrowheads="1"/>
            </p:cNvSpPr>
            <p:nvPr/>
          </p:nvSpPr>
          <p:spPr bwMode="auto">
            <a:xfrm>
              <a:off x="2794" y="4032"/>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3" name="Rectangle 376">
              <a:extLst>
                <a:ext uri="{FF2B5EF4-FFF2-40B4-BE49-F238E27FC236}">
                  <a16:creationId xmlns:a16="http://schemas.microsoft.com/office/drawing/2014/main" id="{1A5BAEF7-331F-F14B-B97F-78D5BE86A5E8}"/>
                </a:ext>
              </a:extLst>
            </p:cNvPr>
            <p:cNvSpPr>
              <a:spLocks noChangeArrowheads="1"/>
            </p:cNvSpPr>
            <p:nvPr/>
          </p:nvSpPr>
          <p:spPr bwMode="auto">
            <a:xfrm>
              <a:off x="2688" y="4034"/>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4" name="Rectangle 377">
              <a:extLst>
                <a:ext uri="{FF2B5EF4-FFF2-40B4-BE49-F238E27FC236}">
                  <a16:creationId xmlns:a16="http://schemas.microsoft.com/office/drawing/2014/main" id="{84336569-B3A7-6A49-A82B-99D5EC339908}"/>
                </a:ext>
              </a:extLst>
            </p:cNvPr>
            <p:cNvSpPr>
              <a:spLocks noChangeArrowheads="1"/>
            </p:cNvSpPr>
            <p:nvPr/>
          </p:nvSpPr>
          <p:spPr bwMode="auto">
            <a:xfrm>
              <a:off x="3286" y="4033"/>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65" name="Group 383">
              <a:extLst>
                <a:ext uri="{FF2B5EF4-FFF2-40B4-BE49-F238E27FC236}">
                  <a16:creationId xmlns:a16="http://schemas.microsoft.com/office/drawing/2014/main" id="{28790B64-9067-B544-9439-EB76C10C1FD0}"/>
                </a:ext>
              </a:extLst>
            </p:cNvPr>
            <p:cNvGrpSpPr>
              <a:grpSpLocks/>
            </p:cNvGrpSpPr>
            <p:nvPr/>
          </p:nvGrpSpPr>
          <p:grpSpPr bwMode="auto">
            <a:xfrm>
              <a:off x="2864" y="3835"/>
              <a:ext cx="444" cy="154"/>
              <a:chOff x="2717" y="3676"/>
              <a:chExt cx="444" cy="154"/>
            </a:xfrm>
          </p:grpSpPr>
          <p:sp>
            <p:nvSpPr>
              <p:cNvPr id="804" name="Rectangle 384">
                <a:extLst>
                  <a:ext uri="{FF2B5EF4-FFF2-40B4-BE49-F238E27FC236}">
                    <a16:creationId xmlns:a16="http://schemas.microsoft.com/office/drawing/2014/main" id="{BEF7727E-C16B-5F45-BAA7-AE952E893614}"/>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5" name="Rectangle 385">
                <a:extLst>
                  <a:ext uri="{FF2B5EF4-FFF2-40B4-BE49-F238E27FC236}">
                    <a16:creationId xmlns:a16="http://schemas.microsoft.com/office/drawing/2014/main" id="{FB8C79D1-4376-1A40-B6C0-F73357935CF8}"/>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6" name="Text Box 386">
                <a:extLst>
                  <a:ext uri="{FF2B5EF4-FFF2-40B4-BE49-F238E27FC236}">
                    <a16:creationId xmlns:a16="http://schemas.microsoft.com/office/drawing/2014/main" id="{7D800199-8CF4-F44C-B339-C1A2622895BF}"/>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766" name="Group 387">
              <a:extLst>
                <a:ext uri="{FF2B5EF4-FFF2-40B4-BE49-F238E27FC236}">
                  <a16:creationId xmlns:a16="http://schemas.microsoft.com/office/drawing/2014/main" id="{A3096BC9-64B5-ED4E-A43F-70809FA8A191}"/>
                </a:ext>
              </a:extLst>
            </p:cNvPr>
            <p:cNvGrpSpPr>
              <a:grpSpLocks/>
            </p:cNvGrpSpPr>
            <p:nvPr/>
          </p:nvGrpSpPr>
          <p:grpSpPr bwMode="auto">
            <a:xfrm>
              <a:off x="2867" y="4015"/>
              <a:ext cx="444" cy="154"/>
              <a:chOff x="2717" y="3676"/>
              <a:chExt cx="444" cy="154"/>
            </a:xfrm>
          </p:grpSpPr>
          <p:sp>
            <p:nvSpPr>
              <p:cNvPr id="801" name="Rectangle 388">
                <a:extLst>
                  <a:ext uri="{FF2B5EF4-FFF2-40B4-BE49-F238E27FC236}">
                    <a16:creationId xmlns:a16="http://schemas.microsoft.com/office/drawing/2014/main" id="{F61F578C-8BF0-8341-943D-39CDE967F267}"/>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2" name="Rectangle 389">
                <a:extLst>
                  <a:ext uri="{FF2B5EF4-FFF2-40B4-BE49-F238E27FC236}">
                    <a16:creationId xmlns:a16="http://schemas.microsoft.com/office/drawing/2014/main" id="{E8B4EC9C-05C8-C142-955E-B40BA227886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3" name="Text Box 390">
                <a:extLst>
                  <a:ext uri="{FF2B5EF4-FFF2-40B4-BE49-F238E27FC236}">
                    <a16:creationId xmlns:a16="http://schemas.microsoft.com/office/drawing/2014/main" id="{AEB443BC-BE15-5740-B309-D2DC97FAE981}"/>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12" name="Group 423">
            <a:extLst>
              <a:ext uri="{FF2B5EF4-FFF2-40B4-BE49-F238E27FC236}">
                <a16:creationId xmlns:a16="http://schemas.microsoft.com/office/drawing/2014/main" id="{A6880A50-5449-0E46-A5C1-4F3EDBB5D53B}"/>
              </a:ext>
            </a:extLst>
          </p:cNvPr>
          <p:cNvGrpSpPr>
            <a:grpSpLocks/>
          </p:cNvGrpSpPr>
          <p:nvPr/>
        </p:nvGrpSpPr>
        <p:grpSpPr bwMode="auto">
          <a:xfrm>
            <a:off x="211137" y="1868488"/>
            <a:ext cx="1081088" cy="782637"/>
            <a:chOff x="2613" y="3554"/>
            <a:chExt cx="681" cy="493"/>
          </a:xfrm>
        </p:grpSpPr>
        <p:grpSp>
          <p:nvGrpSpPr>
            <p:cNvPr id="813" name="Group 393">
              <a:extLst>
                <a:ext uri="{FF2B5EF4-FFF2-40B4-BE49-F238E27FC236}">
                  <a16:creationId xmlns:a16="http://schemas.microsoft.com/office/drawing/2014/main" id="{C0CC2508-5523-1E46-8737-BE4E4E429EF7}"/>
                </a:ext>
              </a:extLst>
            </p:cNvPr>
            <p:cNvGrpSpPr>
              <a:grpSpLocks/>
            </p:cNvGrpSpPr>
            <p:nvPr/>
          </p:nvGrpSpPr>
          <p:grpSpPr bwMode="auto">
            <a:xfrm>
              <a:off x="2731" y="3733"/>
              <a:ext cx="480" cy="112"/>
              <a:chOff x="627" y="3377"/>
              <a:chExt cx="480" cy="112"/>
            </a:xfrm>
          </p:grpSpPr>
          <p:sp>
            <p:nvSpPr>
              <p:cNvPr id="831" name="Rectangle 394">
                <a:extLst>
                  <a:ext uri="{FF2B5EF4-FFF2-40B4-BE49-F238E27FC236}">
                    <a16:creationId xmlns:a16="http://schemas.microsoft.com/office/drawing/2014/main" id="{90649956-CFA3-AB44-82F9-1A40A13146F5}"/>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2" name="Rectangle 395">
                <a:extLst>
                  <a:ext uri="{FF2B5EF4-FFF2-40B4-BE49-F238E27FC236}">
                    <a16:creationId xmlns:a16="http://schemas.microsoft.com/office/drawing/2014/main" id="{8BD70DAB-651C-5047-B975-B174CE645CC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814" name="Group 396">
              <a:extLst>
                <a:ext uri="{FF2B5EF4-FFF2-40B4-BE49-F238E27FC236}">
                  <a16:creationId xmlns:a16="http://schemas.microsoft.com/office/drawing/2014/main" id="{40C19D6E-09EE-3045-9039-85D4B044B95B}"/>
                </a:ext>
              </a:extLst>
            </p:cNvPr>
            <p:cNvGrpSpPr>
              <a:grpSpLocks/>
            </p:cNvGrpSpPr>
            <p:nvPr/>
          </p:nvGrpSpPr>
          <p:grpSpPr bwMode="auto">
            <a:xfrm>
              <a:off x="2793" y="3554"/>
              <a:ext cx="444" cy="154"/>
              <a:chOff x="2717" y="3676"/>
              <a:chExt cx="444" cy="154"/>
            </a:xfrm>
          </p:grpSpPr>
          <p:sp>
            <p:nvSpPr>
              <p:cNvPr id="828" name="Rectangle 397">
                <a:extLst>
                  <a:ext uri="{FF2B5EF4-FFF2-40B4-BE49-F238E27FC236}">
                    <a16:creationId xmlns:a16="http://schemas.microsoft.com/office/drawing/2014/main" id="{66D59E5F-377E-C549-9CE6-0433DF2E093F}"/>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9" name="Rectangle 398">
                <a:extLst>
                  <a:ext uri="{FF2B5EF4-FFF2-40B4-BE49-F238E27FC236}">
                    <a16:creationId xmlns:a16="http://schemas.microsoft.com/office/drawing/2014/main" id="{D1732789-3643-5E46-94EF-A715FF8A5BF1}"/>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0" name="Text Box 399">
                <a:extLst>
                  <a:ext uri="{FF2B5EF4-FFF2-40B4-BE49-F238E27FC236}">
                    <a16:creationId xmlns:a16="http://schemas.microsoft.com/office/drawing/2014/main" id="{D256CEEF-EDB6-0E44-963C-AB56839D6F39}"/>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815" name="Rectangle 400">
              <a:extLst>
                <a:ext uri="{FF2B5EF4-FFF2-40B4-BE49-F238E27FC236}">
                  <a16:creationId xmlns:a16="http://schemas.microsoft.com/office/drawing/2014/main" id="{CAD9F45E-35B7-F24A-8A08-33EC261EBDA7}"/>
                </a:ext>
              </a:extLst>
            </p:cNvPr>
            <p:cNvSpPr>
              <a:spLocks noChangeArrowheads="1"/>
            </p:cNvSpPr>
            <p:nvPr/>
          </p:nvSpPr>
          <p:spPr bwMode="auto">
            <a:xfrm>
              <a:off x="2613" y="389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6" name="Rectangle 401">
              <a:extLst>
                <a:ext uri="{FF2B5EF4-FFF2-40B4-BE49-F238E27FC236}">
                  <a16:creationId xmlns:a16="http://schemas.microsoft.com/office/drawing/2014/main" id="{6A723820-5A3C-934C-8004-55656E64C427}"/>
                </a:ext>
              </a:extLst>
            </p:cNvPr>
            <p:cNvSpPr>
              <a:spLocks noChangeArrowheads="1"/>
            </p:cNvSpPr>
            <p:nvPr/>
          </p:nvSpPr>
          <p:spPr bwMode="auto">
            <a:xfrm>
              <a:off x="2741" y="3921"/>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7" name="Rectangle 402">
              <a:extLst>
                <a:ext uri="{FF2B5EF4-FFF2-40B4-BE49-F238E27FC236}">
                  <a16:creationId xmlns:a16="http://schemas.microsoft.com/office/drawing/2014/main" id="{6334C52D-28B6-7248-A490-DD6B1607A287}"/>
                </a:ext>
              </a:extLst>
            </p:cNvPr>
            <p:cNvSpPr>
              <a:spLocks noChangeArrowheads="1"/>
            </p:cNvSpPr>
            <p:nvPr/>
          </p:nvSpPr>
          <p:spPr bwMode="auto">
            <a:xfrm>
              <a:off x="2732" y="3910"/>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8" name="Rectangle 403">
              <a:extLst>
                <a:ext uri="{FF2B5EF4-FFF2-40B4-BE49-F238E27FC236}">
                  <a16:creationId xmlns:a16="http://schemas.microsoft.com/office/drawing/2014/main" id="{43965A11-3A3A-9842-98E9-480DC62F637E}"/>
                </a:ext>
              </a:extLst>
            </p:cNvPr>
            <p:cNvSpPr>
              <a:spLocks noChangeArrowheads="1"/>
            </p:cNvSpPr>
            <p:nvPr/>
          </p:nvSpPr>
          <p:spPr bwMode="auto">
            <a:xfrm>
              <a:off x="2626" y="391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9" name="Rectangle 404">
              <a:extLst>
                <a:ext uri="{FF2B5EF4-FFF2-40B4-BE49-F238E27FC236}">
                  <a16:creationId xmlns:a16="http://schemas.microsoft.com/office/drawing/2014/main" id="{CF02A561-A967-8146-9791-21417B4ADA2E}"/>
                </a:ext>
              </a:extLst>
            </p:cNvPr>
            <p:cNvSpPr>
              <a:spLocks noChangeArrowheads="1"/>
            </p:cNvSpPr>
            <p:nvPr/>
          </p:nvSpPr>
          <p:spPr bwMode="auto">
            <a:xfrm>
              <a:off x="3224" y="391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20" name="Group 405">
              <a:extLst>
                <a:ext uri="{FF2B5EF4-FFF2-40B4-BE49-F238E27FC236}">
                  <a16:creationId xmlns:a16="http://schemas.microsoft.com/office/drawing/2014/main" id="{931BB545-418C-D04E-BE16-C1DDB3B30606}"/>
                </a:ext>
              </a:extLst>
            </p:cNvPr>
            <p:cNvGrpSpPr>
              <a:grpSpLocks/>
            </p:cNvGrpSpPr>
            <p:nvPr/>
          </p:nvGrpSpPr>
          <p:grpSpPr bwMode="auto">
            <a:xfrm>
              <a:off x="2802" y="3713"/>
              <a:ext cx="444" cy="154"/>
              <a:chOff x="2717" y="3676"/>
              <a:chExt cx="444" cy="154"/>
            </a:xfrm>
          </p:grpSpPr>
          <p:sp>
            <p:nvSpPr>
              <p:cNvPr id="825" name="Rectangle 406">
                <a:extLst>
                  <a:ext uri="{FF2B5EF4-FFF2-40B4-BE49-F238E27FC236}">
                    <a16:creationId xmlns:a16="http://schemas.microsoft.com/office/drawing/2014/main" id="{F4D73D91-C3AE-5048-A766-146F05C8DB4A}"/>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6" name="Rectangle 407">
                <a:extLst>
                  <a:ext uri="{FF2B5EF4-FFF2-40B4-BE49-F238E27FC236}">
                    <a16:creationId xmlns:a16="http://schemas.microsoft.com/office/drawing/2014/main" id="{06CF0FC6-D090-2D4F-8B68-D98E606A3C93}"/>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7" name="Text Box 408">
                <a:extLst>
                  <a:ext uri="{FF2B5EF4-FFF2-40B4-BE49-F238E27FC236}">
                    <a16:creationId xmlns:a16="http://schemas.microsoft.com/office/drawing/2014/main" id="{B109233B-D33D-6A48-8899-85AA2DD4C27C}"/>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821" name="Group 409">
              <a:extLst>
                <a:ext uri="{FF2B5EF4-FFF2-40B4-BE49-F238E27FC236}">
                  <a16:creationId xmlns:a16="http://schemas.microsoft.com/office/drawing/2014/main" id="{CD622C02-5474-6A42-8C31-C4287EECC16F}"/>
                </a:ext>
              </a:extLst>
            </p:cNvPr>
            <p:cNvGrpSpPr>
              <a:grpSpLocks/>
            </p:cNvGrpSpPr>
            <p:nvPr/>
          </p:nvGrpSpPr>
          <p:grpSpPr bwMode="auto">
            <a:xfrm>
              <a:off x="2805" y="3893"/>
              <a:ext cx="444" cy="154"/>
              <a:chOff x="2717" y="3676"/>
              <a:chExt cx="444" cy="154"/>
            </a:xfrm>
          </p:grpSpPr>
          <p:sp>
            <p:nvSpPr>
              <p:cNvPr id="822" name="Rectangle 410">
                <a:extLst>
                  <a:ext uri="{FF2B5EF4-FFF2-40B4-BE49-F238E27FC236}">
                    <a16:creationId xmlns:a16="http://schemas.microsoft.com/office/drawing/2014/main" id="{C53E0714-5945-D949-987E-678D2F53E408}"/>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3" name="Rectangle 411">
                <a:extLst>
                  <a:ext uri="{FF2B5EF4-FFF2-40B4-BE49-F238E27FC236}">
                    <a16:creationId xmlns:a16="http://schemas.microsoft.com/office/drawing/2014/main" id="{74E3AA68-A459-0A4D-A8C4-09CDD067BCE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4" name="Text Box 412">
                <a:extLst>
                  <a:ext uri="{FF2B5EF4-FFF2-40B4-BE49-F238E27FC236}">
                    <a16:creationId xmlns:a16="http://schemas.microsoft.com/office/drawing/2014/main" id="{8CCC7B6F-8CBE-7B40-BA63-57B01F1C6DC4}"/>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33" name="Group 422">
            <a:extLst>
              <a:ext uri="{FF2B5EF4-FFF2-40B4-BE49-F238E27FC236}">
                <a16:creationId xmlns:a16="http://schemas.microsoft.com/office/drawing/2014/main" id="{4A286599-58F8-7C4A-A7A6-AE8BCFB5D157}"/>
              </a:ext>
            </a:extLst>
          </p:cNvPr>
          <p:cNvGrpSpPr>
            <a:grpSpLocks/>
          </p:cNvGrpSpPr>
          <p:nvPr/>
        </p:nvGrpSpPr>
        <p:grpSpPr bwMode="auto">
          <a:xfrm>
            <a:off x="552450" y="5076825"/>
            <a:ext cx="1081088" cy="244475"/>
            <a:chOff x="2709" y="3989"/>
            <a:chExt cx="681" cy="154"/>
          </a:xfrm>
        </p:grpSpPr>
        <p:sp>
          <p:nvSpPr>
            <p:cNvPr id="834" name="Rectangle 413">
              <a:extLst>
                <a:ext uri="{FF2B5EF4-FFF2-40B4-BE49-F238E27FC236}">
                  <a16:creationId xmlns:a16="http://schemas.microsoft.com/office/drawing/2014/main" id="{FD8A8249-C601-C946-91D0-25E0C9B3DE0F}"/>
                </a:ext>
              </a:extLst>
            </p:cNvPr>
            <p:cNvSpPr>
              <a:spLocks noChangeArrowheads="1"/>
            </p:cNvSpPr>
            <p:nvPr/>
          </p:nvSpPr>
          <p:spPr bwMode="auto">
            <a:xfrm>
              <a:off x="2709" y="3992"/>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5" name="Rectangle 414">
              <a:extLst>
                <a:ext uri="{FF2B5EF4-FFF2-40B4-BE49-F238E27FC236}">
                  <a16:creationId xmlns:a16="http://schemas.microsoft.com/office/drawing/2014/main" id="{9BE238B3-D908-7344-ACF3-4F7D0E8BE53B}"/>
                </a:ext>
              </a:extLst>
            </p:cNvPr>
            <p:cNvSpPr>
              <a:spLocks noChangeArrowheads="1"/>
            </p:cNvSpPr>
            <p:nvPr/>
          </p:nvSpPr>
          <p:spPr bwMode="auto">
            <a:xfrm>
              <a:off x="2837" y="4017"/>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6" name="Rectangle 415">
              <a:extLst>
                <a:ext uri="{FF2B5EF4-FFF2-40B4-BE49-F238E27FC236}">
                  <a16:creationId xmlns:a16="http://schemas.microsoft.com/office/drawing/2014/main" id="{D85BA8BC-478D-F344-8115-DC7B5B39F62F}"/>
                </a:ext>
              </a:extLst>
            </p:cNvPr>
            <p:cNvSpPr>
              <a:spLocks noChangeArrowheads="1"/>
            </p:cNvSpPr>
            <p:nvPr/>
          </p:nvSpPr>
          <p:spPr bwMode="auto">
            <a:xfrm>
              <a:off x="2828" y="4006"/>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7" name="Rectangle 416">
              <a:extLst>
                <a:ext uri="{FF2B5EF4-FFF2-40B4-BE49-F238E27FC236}">
                  <a16:creationId xmlns:a16="http://schemas.microsoft.com/office/drawing/2014/main" id="{7E72D931-C69A-D547-A589-54D8118116D5}"/>
                </a:ext>
              </a:extLst>
            </p:cNvPr>
            <p:cNvSpPr>
              <a:spLocks noChangeArrowheads="1"/>
            </p:cNvSpPr>
            <p:nvPr/>
          </p:nvSpPr>
          <p:spPr bwMode="auto">
            <a:xfrm>
              <a:off x="2722" y="4008"/>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8" name="Rectangle 417">
              <a:extLst>
                <a:ext uri="{FF2B5EF4-FFF2-40B4-BE49-F238E27FC236}">
                  <a16:creationId xmlns:a16="http://schemas.microsoft.com/office/drawing/2014/main" id="{96929BF6-5BEC-064E-823F-64C7B6097E07}"/>
                </a:ext>
              </a:extLst>
            </p:cNvPr>
            <p:cNvSpPr>
              <a:spLocks noChangeArrowheads="1"/>
            </p:cNvSpPr>
            <p:nvPr/>
          </p:nvSpPr>
          <p:spPr bwMode="auto">
            <a:xfrm>
              <a:off x="3320" y="4007"/>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39" name="Group 418">
              <a:extLst>
                <a:ext uri="{FF2B5EF4-FFF2-40B4-BE49-F238E27FC236}">
                  <a16:creationId xmlns:a16="http://schemas.microsoft.com/office/drawing/2014/main" id="{B9FE97D1-EB90-084D-832B-3701777334C6}"/>
                </a:ext>
              </a:extLst>
            </p:cNvPr>
            <p:cNvGrpSpPr>
              <a:grpSpLocks/>
            </p:cNvGrpSpPr>
            <p:nvPr/>
          </p:nvGrpSpPr>
          <p:grpSpPr bwMode="auto">
            <a:xfrm>
              <a:off x="2901" y="3989"/>
              <a:ext cx="444" cy="154"/>
              <a:chOff x="2717" y="3676"/>
              <a:chExt cx="444" cy="154"/>
            </a:xfrm>
          </p:grpSpPr>
          <p:sp>
            <p:nvSpPr>
              <p:cNvPr id="840" name="Rectangle 419">
                <a:extLst>
                  <a:ext uri="{FF2B5EF4-FFF2-40B4-BE49-F238E27FC236}">
                    <a16:creationId xmlns:a16="http://schemas.microsoft.com/office/drawing/2014/main" id="{A7398EAD-94A6-2C46-88ED-F3EAEE4C7E4B}"/>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1" name="Rectangle 420">
                <a:extLst>
                  <a:ext uri="{FF2B5EF4-FFF2-40B4-BE49-F238E27FC236}">
                    <a16:creationId xmlns:a16="http://schemas.microsoft.com/office/drawing/2014/main" id="{4C167B55-EB55-FD4C-A289-D74D3CBC3BED}"/>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2" name="Text Box 421">
                <a:extLst>
                  <a:ext uri="{FF2B5EF4-FFF2-40B4-BE49-F238E27FC236}">
                    <a16:creationId xmlns:a16="http://schemas.microsoft.com/office/drawing/2014/main" id="{B28E28A9-E5F1-E142-B8BF-E0874F48D6F2}"/>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sp>
        <p:nvSpPr>
          <p:cNvPr id="843" name="Rectangle 424">
            <a:extLst>
              <a:ext uri="{FF2B5EF4-FFF2-40B4-BE49-F238E27FC236}">
                <a16:creationId xmlns:a16="http://schemas.microsoft.com/office/drawing/2014/main" id="{6E37BF3E-D4DC-974D-992C-BCA1B9A0E488}"/>
              </a:ext>
            </a:extLst>
          </p:cNvPr>
          <p:cNvSpPr>
            <a:spLocks noChangeArrowheads="1"/>
          </p:cNvSpPr>
          <p:nvPr/>
        </p:nvSpPr>
        <p:spPr bwMode="auto">
          <a:xfrm>
            <a:off x="7037388" y="4141788"/>
            <a:ext cx="4652603" cy="9858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web server responds with </a:t>
            </a:r>
            <a:r>
              <a:rPr lang="en-US" sz="2800" dirty="0">
                <a:solidFill>
                  <a:srgbClr val="C00000"/>
                </a:solidFill>
                <a:ea typeface="ＭＳ Ｐゴシック" charset="0"/>
              </a:rPr>
              <a:t>TCP SYNACK </a:t>
            </a:r>
            <a:r>
              <a:rPr lang="en-US" sz="2400" dirty="0">
                <a:solidFill>
                  <a:srgbClr val="000000"/>
                </a:solidFill>
                <a:ea typeface="ＭＳ Ｐゴシック" charset="0"/>
              </a:rPr>
              <a:t>(step 2 in TCP 3-way handshake)</a:t>
            </a:r>
            <a:endParaRPr lang="en-US" sz="2800" dirty="0">
              <a:solidFill>
                <a:srgbClr val="000000"/>
              </a:solidFill>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930774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542"/>
                                        </p:tgtEl>
                                        <p:attrNameLst>
                                          <p:attrName>style.visibility</p:attrName>
                                        </p:attrNameLst>
                                      </p:cBhvr>
                                      <p:to>
                                        <p:strVal val="visible"/>
                                      </p:to>
                                    </p:set>
                                    <p:animEffect transition="in" filter="wipe(up)">
                                      <p:cBhvr>
                                        <p:cTn id="11" dur="1000"/>
                                        <p:tgtEl>
                                          <p:spTgt spid="542"/>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47"/>
                                        </p:tgtEl>
                                        <p:attrNameLst>
                                          <p:attrName>style.visibility</p:attrName>
                                        </p:attrNameLst>
                                      </p:cBhvr>
                                      <p:to>
                                        <p:strVal val="visible"/>
                                      </p:to>
                                    </p:set>
                                    <p:animEffect transition="in" filter="dissolve">
                                      <p:cBhvr>
                                        <p:cTn id="16" dur="500"/>
                                        <p:tgtEl>
                                          <p:spTgt spid="547"/>
                                        </p:tgtEl>
                                      </p:cBhvr>
                                    </p:animEffect>
                                  </p:childTnLst>
                                </p:cTn>
                              </p:par>
                              <p:par>
                                <p:cTn id="17" presetID="22" presetClass="entr" presetSubtype="1" fill="hold" nodeType="withEffect">
                                  <p:stCondLst>
                                    <p:cond delay="0"/>
                                  </p:stCondLst>
                                  <p:childTnLst>
                                    <p:set>
                                      <p:cBhvr>
                                        <p:cTn id="18" dur="1" fill="hold">
                                          <p:stCondLst>
                                            <p:cond delay="0"/>
                                          </p:stCondLst>
                                        </p:cTn>
                                        <p:tgtEl>
                                          <p:spTgt spid="734"/>
                                        </p:tgtEl>
                                        <p:attrNameLst>
                                          <p:attrName>style.visibility</p:attrName>
                                        </p:attrNameLst>
                                      </p:cBhvr>
                                      <p:to>
                                        <p:strVal val="visible"/>
                                      </p:to>
                                    </p:set>
                                    <p:animEffect transition="in" filter="wipe(up)">
                                      <p:cBhvr>
                                        <p:cTn id="19" dur="1000"/>
                                        <p:tgtEl>
                                          <p:spTgt spid="734"/>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50"/>
                                        </p:tgtEl>
                                        <p:attrNameLst>
                                          <p:attrName>style.visibility</p:attrName>
                                        </p:attrNameLst>
                                      </p:cBhvr>
                                      <p:to>
                                        <p:strVal val="visible"/>
                                      </p:to>
                                    </p:set>
                                  </p:childTnLst>
                                </p:cTn>
                              </p:par>
                              <p:par>
                                <p:cTn id="24" presetID="9" presetClass="entr" presetSubtype="0" fill="hold" grpId="0"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par>
                          <p:cTn id="27" fill="hold">
                            <p:stCondLst>
                              <p:cond delay="500"/>
                            </p:stCondLst>
                            <p:childTnLst>
                              <p:par>
                                <p:cTn id="28" presetID="0" presetClass="path" presetSubtype="0" accel="50000" decel="50000" fill="hold" nodeType="afterEffect">
                                  <p:stCondLst>
                                    <p:cond delay="0"/>
                                  </p:stCondLst>
                                  <p:childTnLst>
                                    <p:animMotion origin="layout" path="M 2.5E-6 -4.44444E-6 C 0.00052 0.02477 -0.0017 0.01806 -0.00117 0.04468 L 0.30299 0.04584 C 0.25677 0.14121 0.25455 0.14862 0.20924 0.23473 C 0.26836 0.18542 0.34922 0.13797 0.40846 0.08843 C 0.35976 0.20903 0.30924 0.34121 0.2612 0.46181 L 0.02838 0.46274 C 0.02838 0.42547 0.02786 0.42223 0.02786 0.38588 " pathEditMode="relative" rAng="0" ptsTypes="AAAAAAAA">
                                      <p:cBhvr>
                                        <p:cTn id="29" dur="3000" fill="hold"/>
                                        <p:tgtEl>
                                          <p:spTgt spid="550"/>
                                        </p:tgtEl>
                                        <p:attrNameLst>
                                          <p:attrName>ppt_x</p:attrName>
                                          <p:attrName>ppt_y</p:attrName>
                                        </p:attrNameLst>
                                      </p:cBhvr>
                                      <p:rCtr x="20365" y="23125"/>
                                    </p:animMotion>
                                  </p:childTnLst>
                                </p:cTn>
                              </p:par>
                              <p:par>
                                <p:cTn id="30" presetID="9" presetClass="exit" presetSubtype="0" fill="hold" nodeType="withEffect">
                                  <p:stCondLst>
                                    <p:cond delay="0"/>
                                  </p:stCondLst>
                                  <p:childTnLst>
                                    <p:animEffect transition="out" filter="dissolve">
                                      <p:cBhvr>
                                        <p:cTn id="31" dur="500"/>
                                        <p:tgtEl>
                                          <p:spTgt spid="734"/>
                                        </p:tgtEl>
                                      </p:cBhvr>
                                    </p:animEffect>
                                    <p:set>
                                      <p:cBhvr>
                                        <p:cTn id="32" dur="1" fill="hold">
                                          <p:stCondLst>
                                            <p:cond delay="499"/>
                                          </p:stCondLst>
                                        </p:cTn>
                                        <p:tgtEl>
                                          <p:spTgt spid="734"/>
                                        </p:tgtEl>
                                        <p:attrNameLst>
                                          <p:attrName>style.visibility</p:attrName>
                                        </p:attrNameLst>
                                      </p:cBhvr>
                                      <p:to>
                                        <p:strVal val="hidden"/>
                                      </p:to>
                                    </p:set>
                                  </p:childTnLst>
                                </p:cTn>
                              </p:par>
                            </p:childTnLst>
                          </p:cTn>
                        </p:par>
                        <p:par>
                          <p:cTn id="33" fill="hold">
                            <p:stCondLst>
                              <p:cond delay="3500"/>
                            </p:stCondLst>
                            <p:childTnLst>
                              <p:par>
                                <p:cTn id="34" presetID="22" presetClass="entr" presetSubtype="4" fill="hold" nodeType="afterEffect">
                                  <p:stCondLst>
                                    <p:cond delay="0"/>
                                  </p:stCondLst>
                                  <p:childTnLst>
                                    <p:set>
                                      <p:cBhvr>
                                        <p:cTn id="35" dur="1" fill="hold">
                                          <p:stCondLst>
                                            <p:cond delay="0"/>
                                          </p:stCondLst>
                                        </p:cTn>
                                        <p:tgtEl>
                                          <p:spTgt spid="725"/>
                                        </p:tgtEl>
                                        <p:attrNameLst>
                                          <p:attrName>style.visibility</p:attrName>
                                        </p:attrNameLst>
                                      </p:cBhvr>
                                      <p:to>
                                        <p:strVal val="visible"/>
                                      </p:to>
                                    </p:set>
                                    <p:animEffect transition="in" filter="wipe(down)">
                                      <p:cBhvr>
                                        <p:cTn id="36" dur="1000"/>
                                        <p:tgtEl>
                                          <p:spTgt spid="72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nodeType="clickEffect">
                                  <p:stCondLst>
                                    <p:cond delay="0"/>
                                  </p:stCondLst>
                                  <p:childTnLst>
                                    <p:set>
                                      <p:cBhvr>
                                        <p:cTn id="40" dur="1" fill="hold">
                                          <p:stCondLst>
                                            <p:cond delay="0"/>
                                          </p:stCondLst>
                                        </p:cTn>
                                        <p:tgtEl>
                                          <p:spTgt spid="560"/>
                                        </p:tgtEl>
                                        <p:attrNameLst>
                                          <p:attrName>style.visibility</p:attrName>
                                        </p:attrNameLst>
                                      </p:cBhvr>
                                      <p:to>
                                        <p:strVal val="visible"/>
                                      </p:to>
                                    </p:set>
                                    <p:animEffect transition="in" filter="wipe(down)">
                                      <p:cBhvr>
                                        <p:cTn id="41" dur="500"/>
                                        <p:tgtEl>
                                          <p:spTgt spid="560"/>
                                        </p:tgtEl>
                                      </p:cBhvr>
                                    </p:animEffect>
                                  </p:childTnLst>
                                </p:cTn>
                              </p:par>
                              <p:par>
                                <p:cTn id="42" presetID="9" presetClass="exit" presetSubtype="0" fill="hold" nodeType="withEffect">
                                  <p:stCondLst>
                                    <p:cond delay="0"/>
                                  </p:stCondLst>
                                  <p:childTnLst>
                                    <p:animEffect transition="out" filter="dissolve">
                                      <p:cBhvr>
                                        <p:cTn id="43" dur="500"/>
                                        <p:tgtEl>
                                          <p:spTgt spid="550"/>
                                        </p:tgtEl>
                                      </p:cBhvr>
                                    </p:animEffect>
                                    <p:set>
                                      <p:cBhvr>
                                        <p:cTn id="44" dur="1" fill="hold">
                                          <p:stCondLst>
                                            <p:cond delay="499"/>
                                          </p:stCondLst>
                                        </p:cTn>
                                        <p:tgtEl>
                                          <p:spTgt spid="550"/>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xit" presetSubtype="0" fill="hold" nodeType="clickEffect">
                                  <p:stCondLst>
                                    <p:cond delay="0"/>
                                  </p:stCondLst>
                                  <p:childTnLst>
                                    <p:animEffect transition="out" filter="dissolve">
                                      <p:cBhvr>
                                        <p:cTn id="48" dur="500"/>
                                        <p:tgtEl>
                                          <p:spTgt spid="560"/>
                                        </p:tgtEl>
                                      </p:cBhvr>
                                    </p:animEffect>
                                    <p:set>
                                      <p:cBhvr>
                                        <p:cTn id="49" dur="1" fill="hold">
                                          <p:stCondLst>
                                            <p:cond delay="499"/>
                                          </p:stCondLst>
                                        </p:cTn>
                                        <p:tgtEl>
                                          <p:spTgt spid="560"/>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22" presetClass="entr" presetSubtype="1" fill="hold" nodeType="clickEffect">
                                  <p:stCondLst>
                                    <p:cond delay="0"/>
                                  </p:stCondLst>
                                  <p:childTnLst>
                                    <p:set>
                                      <p:cBhvr>
                                        <p:cTn id="53" dur="1" fill="hold">
                                          <p:stCondLst>
                                            <p:cond delay="0"/>
                                          </p:stCondLst>
                                        </p:cTn>
                                        <p:tgtEl>
                                          <p:spTgt spid="757"/>
                                        </p:tgtEl>
                                        <p:attrNameLst>
                                          <p:attrName>style.visibility</p:attrName>
                                        </p:attrNameLst>
                                      </p:cBhvr>
                                      <p:to>
                                        <p:strVal val="visible"/>
                                      </p:to>
                                    </p:set>
                                    <p:animEffect transition="in" filter="wipe(up)">
                                      <p:cBhvr>
                                        <p:cTn id="54" dur="500"/>
                                        <p:tgtEl>
                                          <p:spTgt spid="757"/>
                                        </p:tgtEl>
                                      </p:cBhvr>
                                    </p:animEffec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843"/>
                                        </p:tgtEl>
                                        <p:attrNameLst>
                                          <p:attrName>style.visibility</p:attrName>
                                        </p:attrNameLst>
                                      </p:cBhvr>
                                      <p:to>
                                        <p:strVal val="visible"/>
                                      </p:to>
                                    </p:set>
                                    <p:animEffect transition="in" filter="dissolve">
                                      <p:cBhvr>
                                        <p:cTn id="58" dur="500"/>
                                        <p:tgtEl>
                                          <p:spTgt spid="843"/>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833"/>
                                        </p:tgtEl>
                                        <p:attrNameLst>
                                          <p:attrName>style.visibility</p:attrName>
                                        </p:attrNameLst>
                                      </p:cBhvr>
                                      <p:to>
                                        <p:strVal val="visible"/>
                                      </p:to>
                                    </p:set>
                                    <p:animEffect transition="in" filter="dissolve">
                                      <p:cBhvr>
                                        <p:cTn id="63" dur="500"/>
                                        <p:tgtEl>
                                          <p:spTgt spid="833"/>
                                        </p:tgtEl>
                                      </p:cBhvr>
                                    </p:animEffect>
                                  </p:childTnLst>
                                </p:cTn>
                              </p:par>
                            </p:childTnLst>
                          </p:cTn>
                        </p:par>
                        <p:par>
                          <p:cTn id="64" fill="hold">
                            <p:stCondLst>
                              <p:cond delay="500"/>
                            </p:stCondLst>
                            <p:childTnLst>
                              <p:par>
                                <p:cTn id="65" presetID="0" presetClass="path" presetSubtype="0" accel="50000" decel="50000" fill="hold" nodeType="afterEffect">
                                  <p:stCondLst>
                                    <p:cond delay="0"/>
                                  </p:stCondLst>
                                  <p:childTnLst>
                                    <p:animMotion origin="layout" path="M -0.00052 -0.00092 L -0.00052 0.09421 L 0.25287 0.09121 L 0.39297 -0.29166 L 0.18503 -0.15208 L 0.28034 -0.33079 L -0.02916 -0.3331 C -0.02916 -0.3618 -0.02916 -0.3618 -0.02877 -0.39051 " pathEditMode="relative" rAng="0" ptsTypes="AAAAAAAA">
                                      <p:cBhvr>
                                        <p:cTn id="66" dur="3000" fill="hold"/>
                                        <p:tgtEl>
                                          <p:spTgt spid="833"/>
                                        </p:tgtEl>
                                        <p:attrNameLst>
                                          <p:attrName>ppt_x</p:attrName>
                                          <p:attrName>ppt_y</p:attrName>
                                        </p:attrNameLst>
                                      </p:cBhvr>
                                      <p:rCtr x="18242" y="-14722"/>
                                    </p:animMotion>
                                  </p:childTnLst>
                                </p:cTn>
                              </p:par>
                            </p:childTnLst>
                          </p:cTn>
                        </p:par>
                        <p:par>
                          <p:cTn id="67" fill="hold">
                            <p:stCondLst>
                              <p:cond delay="3500"/>
                            </p:stCondLst>
                            <p:childTnLst>
                              <p:par>
                                <p:cTn id="68" presetID="9" presetClass="exit" presetSubtype="0" fill="hold" nodeType="afterEffect">
                                  <p:stCondLst>
                                    <p:cond delay="0"/>
                                  </p:stCondLst>
                                  <p:childTnLst>
                                    <p:animEffect transition="out" filter="dissolve">
                                      <p:cBhvr>
                                        <p:cTn id="69" dur="500"/>
                                        <p:tgtEl>
                                          <p:spTgt spid="757"/>
                                        </p:tgtEl>
                                      </p:cBhvr>
                                    </p:animEffect>
                                    <p:set>
                                      <p:cBhvr>
                                        <p:cTn id="70" dur="1" fill="hold">
                                          <p:stCondLst>
                                            <p:cond delay="499"/>
                                          </p:stCondLst>
                                        </p:cTn>
                                        <p:tgtEl>
                                          <p:spTgt spid="757"/>
                                        </p:tgtEl>
                                        <p:attrNameLst>
                                          <p:attrName>style.visibility</p:attrName>
                                        </p:attrNameLst>
                                      </p:cBhvr>
                                      <p:to>
                                        <p:strVal val="hidden"/>
                                      </p:to>
                                    </p:set>
                                  </p:childTnLst>
                                </p:cTn>
                              </p:par>
                              <p:par>
                                <p:cTn id="71" presetID="9" presetClass="exit" presetSubtype="0" fill="hold" nodeType="withEffect">
                                  <p:stCondLst>
                                    <p:cond delay="0"/>
                                  </p:stCondLst>
                                  <p:childTnLst>
                                    <p:animEffect transition="out" filter="dissolve">
                                      <p:cBhvr>
                                        <p:cTn id="72" dur="500"/>
                                        <p:tgtEl>
                                          <p:spTgt spid="560"/>
                                        </p:tgtEl>
                                      </p:cBhvr>
                                    </p:animEffect>
                                    <p:set>
                                      <p:cBhvr>
                                        <p:cTn id="73" dur="1" fill="hold">
                                          <p:stCondLst>
                                            <p:cond delay="499"/>
                                          </p:stCondLst>
                                        </p:cTn>
                                        <p:tgtEl>
                                          <p:spTgt spid="560"/>
                                        </p:tgtEl>
                                        <p:attrNameLst>
                                          <p:attrName>style.visibility</p:attrName>
                                        </p:attrNameLst>
                                      </p:cBhvr>
                                      <p:to>
                                        <p:strVal val="hidden"/>
                                      </p:to>
                                    </p:set>
                                  </p:childTnLst>
                                </p:cTn>
                              </p:par>
                              <p:par>
                                <p:cTn id="74" presetID="9" presetClass="exit" presetSubtype="0" fill="hold" nodeType="withEffect">
                                  <p:stCondLst>
                                    <p:cond delay="0"/>
                                  </p:stCondLst>
                                  <p:childTnLst>
                                    <p:animEffect transition="out" filter="dissolve">
                                      <p:cBhvr>
                                        <p:cTn id="75" dur="500"/>
                                        <p:tgtEl>
                                          <p:spTgt spid="725"/>
                                        </p:tgtEl>
                                      </p:cBhvr>
                                    </p:animEffect>
                                    <p:set>
                                      <p:cBhvr>
                                        <p:cTn id="76" dur="1" fill="hold">
                                          <p:stCondLst>
                                            <p:cond delay="499"/>
                                          </p:stCondLst>
                                        </p:cTn>
                                        <p:tgtEl>
                                          <p:spTgt spid="725"/>
                                        </p:tgtEl>
                                        <p:attrNameLst>
                                          <p:attrName>style.visibility</p:attrName>
                                        </p:attrNameLst>
                                      </p:cBhvr>
                                      <p:to>
                                        <p:strVal val="hidden"/>
                                      </p:to>
                                    </p:set>
                                  </p:childTnLst>
                                </p:cTn>
                              </p:par>
                            </p:childTnLst>
                          </p:cTn>
                        </p:par>
                      </p:childTnLst>
                    </p:cTn>
                  </p:par>
                  <p:par>
                    <p:cTn id="77" fill="hold">
                      <p:stCondLst>
                        <p:cond delay="indefinite"/>
                      </p:stCondLst>
                      <p:childTnLst>
                        <p:par>
                          <p:cTn id="78" fill="hold">
                            <p:stCondLst>
                              <p:cond delay="0"/>
                            </p:stCondLst>
                            <p:childTnLst>
                              <p:par>
                                <p:cTn id="79" presetID="9" presetClass="exit" presetSubtype="0" fill="hold" nodeType="clickEffect">
                                  <p:stCondLst>
                                    <p:cond delay="0"/>
                                  </p:stCondLst>
                                  <p:childTnLst>
                                    <p:animEffect transition="out" filter="dissolve">
                                      <p:cBhvr>
                                        <p:cTn id="80" dur="500"/>
                                        <p:tgtEl>
                                          <p:spTgt spid="833"/>
                                        </p:tgtEl>
                                      </p:cBhvr>
                                    </p:animEffect>
                                    <p:set>
                                      <p:cBhvr>
                                        <p:cTn id="81" dur="1" fill="hold">
                                          <p:stCondLst>
                                            <p:cond delay="499"/>
                                          </p:stCondLst>
                                        </p:cTn>
                                        <p:tgtEl>
                                          <p:spTgt spid="833"/>
                                        </p:tgtEl>
                                        <p:attrNameLst>
                                          <p:attrName>style.visibility</p:attrName>
                                        </p:attrNameLst>
                                      </p:cBhvr>
                                      <p:to>
                                        <p:strVal val="hidden"/>
                                      </p:to>
                                    </p:set>
                                  </p:childTnLst>
                                </p:cTn>
                              </p:par>
                            </p:childTnLst>
                          </p:cTn>
                        </p:par>
                        <p:par>
                          <p:cTn id="82" fill="hold">
                            <p:stCondLst>
                              <p:cond delay="500"/>
                            </p:stCondLst>
                            <p:childTnLst>
                              <p:par>
                                <p:cTn id="83" presetID="22" presetClass="entr" presetSubtype="4" fill="hold" nodeType="afterEffect">
                                  <p:stCondLst>
                                    <p:cond delay="0"/>
                                  </p:stCondLst>
                                  <p:childTnLst>
                                    <p:set>
                                      <p:cBhvr>
                                        <p:cTn id="84" dur="1" fill="hold">
                                          <p:stCondLst>
                                            <p:cond delay="0"/>
                                          </p:stCondLst>
                                        </p:cTn>
                                        <p:tgtEl>
                                          <p:spTgt spid="812"/>
                                        </p:tgtEl>
                                        <p:attrNameLst>
                                          <p:attrName>style.visibility</p:attrName>
                                        </p:attrNameLst>
                                      </p:cBhvr>
                                      <p:to>
                                        <p:strVal val="visible"/>
                                      </p:to>
                                    </p:set>
                                    <p:animEffect transition="in" filter="wipe(down)">
                                      <p:cBhvr>
                                        <p:cTn id="85" dur="1000"/>
                                        <p:tgtEl>
                                          <p:spTgt spid="812"/>
                                        </p:tgtEl>
                                      </p:cBhvr>
                                    </p:animEffect>
                                  </p:childTnLst>
                                </p:cTn>
                              </p:par>
                            </p:childTnLst>
                          </p:cTn>
                        </p:par>
                        <p:par>
                          <p:cTn id="86" fill="hold">
                            <p:stCondLst>
                              <p:cond delay="1500"/>
                            </p:stCondLst>
                            <p:childTnLst>
                              <p:par>
                                <p:cTn id="87" presetID="9" presetClass="entr" presetSubtype="0" fill="hold" grpId="0" nodeType="afterEffect">
                                  <p:stCondLst>
                                    <p:cond delay="0"/>
                                  </p:stCondLst>
                                  <p:childTnLst>
                                    <p:set>
                                      <p:cBhvr>
                                        <p:cTn id="88" dur="1" fill="hold">
                                          <p:stCondLst>
                                            <p:cond delay="0"/>
                                          </p:stCondLst>
                                        </p:cTn>
                                        <p:tgtEl>
                                          <p:spTgt spid="549"/>
                                        </p:tgtEl>
                                        <p:attrNameLst>
                                          <p:attrName>style.visibility</p:attrName>
                                        </p:attrNameLst>
                                      </p:cBhvr>
                                      <p:to>
                                        <p:strVal val="visible"/>
                                      </p:to>
                                    </p:set>
                                    <p:animEffect transition="in" filter="dissolve">
                                      <p:cBhvr>
                                        <p:cTn id="89" dur="500"/>
                                        <p:tgtEl>
                                          <p:spTgt spid="5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7" grpId="0"/>
      <p:bldP spid="548" grpId="0"/>
      <p:bldP spid="549" grpId="0"/>
      <p:bldP spid="843"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 HTTP request/reply </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118</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34"/>
              <a:chOff x="569" y="2954"/>
              <a:chExt cx="500" cy="834"/>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5" name="Group 44">
            <a:extLst>
              <a:ext uri="{FF2B5EF4-FFF2-40B4-BE49-F238E27FC236}">
                <a16:creationId xmlns:a16="http://schemas.microsoft.com/office/drawing/2014/main" id="{7D080CBD-9770-0F45-BF83-E0C84073A156}"/>
              </a:ext>
            </a:extLst>
          </p:cNvPr>
          <p:cNvGrpSpPr>
            <a:grpSpLocks/>
          </p:cNvGrpSpPr>
          <p:nvPr/>
        </p:nvGrpSpPr>
        <p:grpSpPr bwMode="auto">
          <a:xfrm>
            <a:off x="544513" y="1574800"/>
            <a:ext cx="515937" cy="333375"/>
            <a:chOff x="328" y="678"/>
            <a:chExt cx="325" cy="210"/>
          </a:xfrm>
        </p:grpSpPr>
        <p:grpSp>
          <p:nvGrpSpPr>
            <p:cNvPr id="1326" name="Group 45">
              <a:extLst>
                <a:ext uri="{FF2B5EF4-FFF2-40B4-BE49-F238E27FC236}">
                  <a16:creationId xmlns:a16="http://schemas.microsoft.com/office/drawing/2014/main" id="{7590256B-9C4F-0C4E-9BC9-B6D369E67B78}"/>
                </a:ext>
              </a:extLst>
            </p:cNvPr>
            <p:cNvGrpSpPr>
              <a:grpSpLocks/>
            </p:cNvGrpSpPr>
            <p:nvPr/>
          </p:nvGrpSpPr>
          <p:grpSpPr bwMode="auto">
            <a:xfrm>
              <a:off x="328" y="693"/>
              <a:ext cx="325" cy="154"/>
              <a:chOff x="844" y="3337"/>
              <a:chExt cx="325" cy="154"/>
            </a:xfrm>
          </p:grpSpPr>
          <p:sp>
            <p:nvSpPr>
              <p:cNvPr id="1328" name="Rectangle 46">
                <a:extLst>
                  <a:ext uri="{FF2B5EF4-FFF2-40B4-BE49-F238E27FC236}">
                    <a16:creationId xmlns:a16="http://schemas.microsoft.com/office/drawing/2014/main" id="{0A2ACA70-A173-A945-A6CE-F1BA1D5520F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9" name="Text Box 47">
                <a:extLst>
                  <a:ext uri="{FF2B5EF4-FFF2-40B4-BE49-F238E27FC236}">
                    <a16:creationId xmlns:a16="http://schemas.microsoft.com/office/drawing/2014/main" id="{C6594267-3465-984D-9173-026428035599}"/>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27" name="AutoShape 48">
              <a:extLst>
                <a:ext uri="{FF2B5EF4-FFF2-40B4-BE49-F238E27FC236}">
                  <a16:creationId xmlns:a16="http://schemas.microsoft.com/office/drawing/2014/main" id="{318DC197-ADA3-8D40-B2D1-6A3B69CE6F1B}"/>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30" name="Rectangle 49">
            <a:extLst>
              <a:ext uri="{FF2B5EF4-FFF2-40B4-BE49-F238E27FC236}">
                <a16:creationId xmlns:a16="http://schemas.microsoft.com/office/drawing/2014/main" id="{99FA9281-64A1-3C45-962E-4C46EDCFA254}"/>
              </a:ext>
            </a:extLst>
          </p:cNvPr>
          <p:cNvSpPr>
            <a:spLocks noChangeArrowheads="1"/>
          </p:cNvSpPr>
          <p:nvPr/>
        </p:nvSpPr>
        <p:spPr bwMode="auto">
          <a:xfrm>
            <a:off x="7289800" y="1581150"/>
            <a:ext cx="4383088" cy="9509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C00000"/>
                </a:solidFill>
                <a:ea typeface="ＭＳ Ｐゴシック" charset="0"/>
              </a:rPr>
              <a:t>HTTP request </a:t>
            </a:r>
            <a:r>
              <a:rPr lang="en-US" sz="2800" dirty="0">
                <a:solidFill>
                  <a:srgbClr val="000000"/>
                </a:solidFill>
                <a:ea typeface="ＭＳ Ｐゴシック" charset="0"/>
              </a:rPr>
              <a:t>sent into TCP socket</a:t>
            </a:r>
          </a:p>
        </p:txBody>
      </p:sp>
      <p:sp>
        <p:nvSpPr>
          <p:cNvPr id="1331" name="Rectangle 50">
            <a:extLst>
              <a:ext uri="{FF2B5EF4-FFF2-40B4-BE49-F238E27FC236}">
                <a16:creationId xmlns:a16="http://schemas.microsoft.com/office/drawing/2014/main" id="{AA08BDAE-F57E-5E40-9927-D2F1F7617B95}"/>
              </a:ext>
            </a:extLst>
          </p:cNvPr>
          <p:cNvSpPr>
            <a:spLocks noChangeArrowheads="1"/>
          </p:cNvSpPr>
          <p:nvPr/>
        </p:nvSpPr>
        <p:spPr bwMode="auto">
          <a:xfrm>
            <a:off x="7264991" y="2527300"/>
            <a:ext cx="4558710" cy="9858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IP datagram containing HTTP request routed to www.google.com</a:t>
            </a:r>
          </a:p>
        </p:txBody>
      </p:sp>
      <p:sp>
        <p:nvSpPr>
          <p:cNvPr id="1332" name="Rectangle 51">
            <a:extLst>
              <a:ext uri="{FF2B5EF4-FFF2-40B4-BE49-F238E27FC236}">
                <a16:creationId xmlns:a16="http://schemas.microsoft.com/office/drawing/2014/main" id="{266F9D11-DB8B-9746-BCB5-3E2896050F10}"/>
              </a:ext>
            </a:extLst>
          </p:cNvPr>
          <p:cNvSpPr>
            <a:spLocks noChangeArrowheads="1"/>
          </p:cNvSpPr>
          <p:nvPr/>
        </p:nvSpPr>
        <p:spPr bwMode="auto">
          <a:xfrm>
            <a:off x="7269114" y="5168900"/>
            <a:ext cx="4364086"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IP datagram containing HTTP reply routed back to client</a:t>
            </a:r>
          </a:p>
        </p:txBody>
      </p:sp>
      <p:sp>
        <p:nvSpPr>
          <p:cNvPr id="1335" name="Rectangle 229">
            <a:extLst>
              <a:ext uri="{FF2B5EF4-FFF2-40B4-BE49-F238E27FC236}">
                <a16:creationId xmlns:a16="http://schemas.microsoft.com/office/drawing/2014/main" id="{C5EC8EF9-6B00-CE43-96D3-46334FDB5DEB}"/>
              </a:ext>
            </a:extLst>
          </p:cNvPr>
          <p:cNvSpPr>
            <a:spLocks noChangeArrowheads="1"/>
          </p:cNvSpPr>
          <p:nvPr/>
        </p:nvSpPr>
        <p:spPr bwMode="auto">
          <a:xfrm>
            <a:off x="7271340" y="3859213"/>
            <a:ext cx="4823823" cy="9858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web server responds with </a:t>
            </a:r>
            <a:r>
              <a:rPr lang="en-US" sz="2800" dirty="0">
                <a:solidFill>
                  <a:srgbClr val="C00000"/>
                </a:solidFill>
                <a:ea typeface="ＭＳ Ｐゴシック" charset="0"/>
              </a:rPr>
              <a:t>HTTP reply </a:t>
            </a:r>
            <a:r>
              <a:rPr lang="en-US" sz="2800" dirty="0">
                <a:solidFill>
                  <a:srgbClr val="000000"/>
                </a:solidFill>
                <a:ea typeface="ＭＳ Ｐゴシック" charset="0"/>
              </a:rPr>
              <a:t>(containing web page)</a:t>
            </a:r>
          </a:p>
        </p:txBody>
      </p:sp>
      <p:grpSp>
        <p:nvGrpSpPr>
          <p:cNvPr id="1336" name="Group 357">
            <a:extLst>
              <a:ext uri="{FF2B5EF4-FFF2-40B4-BE49-F238E27FC236}">
                <a16:creationId xmlns:a16="http://schemas.microsoft.com/office/drawing/2014/main" id="{498FC3B9-C849-D046-93C0-E903FF687CA1}"/>
              </a:ext>
            </a:extLst>
          </p:cNvPr>
          <p:cNvGrpSpPr>
            <a:grpSpLocks/>
          </p:cNvGrpSpPr>
          <p:nvPr/>
        </p:nvGrpSpPr>
        <p:grpSpPr bwMode="auto">
          <a:xfrm>
            <a:off x="190500" y="1884363"/>
            <a:ext cx="1081088" cy="1058862"/>
            <a:chOff x="56" y="859"/>
            <a:chExt cx="681" cy="667"/>
          </a:xfrm>
        </p:grpSpPr>
        <p:grpSp>
          <p:nvGrpSpPr>
            <p:cNvPr id="1337" name="Group 230">
              <a:extLst>
                <a:ext uri="{FF2B5EF4-FFF2-40B4-BE49-F238E27FC236}">
                  <a16:creationId xmlns:a16="http://schemas.microsoft.com/office/drawing/2014/main" id="{211485D0-CF18-8243-B23E-3DF2FE0182DE}"/>
                </a:ext>
              </a:extLst>
            </p:cNvPr>
            <p:cNvGrpSpPr>
              <a:grpSpLocks/>
            </p:cNvGrpSpPr>
            <p:nvPr/>
          </p:nvGrpSpPr>
          <p:grpSpPr bwMode="auto">
            <a:xfrm>
              <a:off x="290" y="874"/>
              <a:ext cx="379" cy="154"/>
              <a:chOff x="740" y="3209"/>
              <a:chExt cx="379" cy="154"/>
            </a:xfrm>
          </p:grpSpPr>
          <p:grpSp>
            <p:nvGrpSpPr>
              <p:cNvPr id="1363" name="Group 231">
                <a:extLst>
                  <a:ext uri="{FF2B5EF4-FFF2-40B4-BE49-F238E27FC236}">
                    <a16:creationId xmlns:a16="http://schemas.microsoft.com/office/drawing/2014/main" id="{60D840E1-BAA7-6747-854D-AC0EC30943C8}"/>
                  </a:ext>
                </a:extLst>
              </p:cNvPr>
              <p:cNvGrpSpPr>
                <a:grpSpLocks/>
              </p:cNvGrpSpPr>
              <p:nvPr/>
            </p:nvGrpSpPr>
            <p:grpSpPr bwMode="auto">
              <a:xfrm>
                <a:off x="794" y="3209"/>
                <a:ext cx="325" cy="154"/>
                <a:chOff x="844" y="3337"/>
                <a:chExt cx="325" cy="154"/>
              </a:xfrm>
            </p:grpSpPr>
            <p:sp>
              <p:nvSpPr>
                <p:cNvPr id="1366" name="Rectangle 232">
                  <a:extLst>
                    <a:ext uri="{FF2B5EF4-FFF2-40B4-BE49-F238E27FC236}">
                      <a16:creationId xmlns:a16="http://schemas.microsoft.com/office/drawing/2014/main" id="{F6DEB09B-85EA-8A4F-B600-C0A42D5F161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7" name="Text Box 233">
                  <a:extLst>
                    <a:ext uri="{FF2B5EF4-FFF2-40B4-BE49-F238E27FC236}">
                      <a16:creationId xmlns:a16="http://schemas.microsoft.com/office/drawing/2014/main" id="{6BB9D797-F7E1-EE4F-9126-32E8EE854948}"/>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64" name="Rectangle 234">
                <a:extLst>
                  <a:ext uri="{FF2B5EF4-FFF2-40B4-BE49-F238E27FC236}">
                    <a16:creationId xmlns:a16="http://schemas.microsoft.com/office/drawing/2014/main" id="{0133C8DE-62B1-B14A-8153-6B446DA19ADF}"/>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5" name="Rectangle 235">
                <a:extLst>
                  <a:ext uri="{FF2B5EF4-FFF2-40B4-BE49-F238E27FC236}">
                    <a16:creationId xmlns:a16="http://schemas.microsoft.com/office/drawing/2014/main" id="{35F0D385-1891-B544-83AB-60FBCA31AAD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38" name="Group 236">
              <a:extLst>
                <a:ext uri="{FF2B5EF4-FFF2-40B4-BE49-F238E27FC236}">
                  <a16:creationId xmlns:a16="http://schemas.microsoft.com/office/drawing/2014/main" id="{D35C09D2-55E4-1E46-A8DD-4F7F9A32BB73}"/>
                </a:ext>
              </a:extLst>
            </p:cNvPr>
            <p:cNvGrpSpPr>
              <a:grpSpLocks/>
            </p:cNvGrpSpPr>
            <p:nvPr/>
          </p:nvGrpSpPr>
          <p:grpSpPr bwMode="auto">
            <a:xfrm>
              <a:off x="290" y="1022"/>
              <a:ext cx="379" cy="154"/>
              <a:chOff x="836" y="3305"/>
              <a:chExt cx="379" cy="154"/>
            </a:xfrm>
          </p:grpSpPr>
          <p:grpSp>
            <p:nvGrpSpPr>
              <p:cNvPr id="1357" name="Group 237">
                <a:extLst>
                  <a:ext uri="{FF2B5EF4-FFF2-40B4-BE49-F238E27FC236}">
                    <a16:creationId xmlns:a16="http://schemas.microsoft.com/office/drawing/2014/main" id="{8568F975-82C6-A245-BE57-C6B8341A2A96}"/>
                  </a:ext>
                </a:extLst>
              </p:cNvPr>
              <p:cNvGrpSpPr>
                <a:grpSpLocks/>
              </p:cNvGrpSpPr>
              <p:nvPr/>
            </p:nvGrpSpPr>
            <p:grpSpPr bwMode="auto">
              <a:xfrm>
                <a:off x="890" y="3305"/>
                <a:ext cx="325" cy="154"/>
                <a:chOff x="844" y="3337"/>
                <a:chExt cx="325" cy="154"/>
              </a:xfrm>
            </p:grpSpPr>
            <p:sp>
              <p:nvSpPr>
                <p:cNvPr id="1361" name="Rectangle 238">
                  <a:extLst>
                    <a:ext uri="{FF2B5EF4-FFF2-40B4-BE49-F238E27FC236}">
                      <a16:creationId xmlns:a16="http://schemas.microsoft.com/office/drawing/2014/main" id="{95728DE9-470A-9F4E-82B4-F58E4FC8822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2" name="Text Box 239">
                  <a:extLst>
                    <a:ext uri="{FF2B5EF4-FFF2-40B4-BE49-F238E27FC236}">
                      <a16:creationId xmlns:a16="http://schemas.microsoft.com/office/drawing/2014/main" id="{6497CDFB-8416-6643-AC3B-D3BAAE95658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8" name="Group 240">
                <a:extLst>
                  <a:ext uri="{FF2B5EF4-FFF2-40B4-BE49-F238E27FC236}">
                    <a16:creationId xmlns:a16="http://schemas.microsoft.com/office/drawing/2014/main" id="{BC9BDF36-2BB9-284A-9094-CEABBD97BB8F}"/>
                  </a:ext>
                </a:extLst>
              </p:cNvPr>
              <p:cNvGrpSpPr>
                <a:grpSpLocks/>
              </p:cNvGrpSpPr>
              <p:nvPr/>
            </p:nvGrpSpPr>
            <p:grpSpPr bwMode="auto">
              <a:xfrm>
                <a:off x="836" y="3334"/>
                <a:ext cx="354" cy="94"/>
                <a:chOff x="836" y="3334"/>
                <a:chExt cx="354" cy="94"/>
              </a:xfrm>
            </p:grpSpPr>
            <p:sp>
              <p:nvSpPr>
                <p:cNvPr id="1359" name="Rectangle 241">
                  <a:extLst>
                    <a:ext uri="{FF2B5EF4-FFF2-40B4-BE49-F238E27FC236}">
                      <a16:creationId xmlns:a16="http://schemas.microsoft.com/office/drawing/2014/main" id="{015762AE-9D71-7F43-AB3C-5771B544E62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0" name="Rectangle 242">
                  <a:extLst>
                    <a:ext uri="{FF2B5EF4-FFF2-40B4-BE49-F238E27FC236}">
                      <a16:creationId xmlns:a16="http://schemas.microsoft.com/office/drawing/2014/main" id="{BB45A8C1-A77B-CF46-87CA-131561CF2E1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39" name="Group 243">
              <a:extLst>
                <a:ext uri="{FF2B5EF4-FFF2-40B4-BE49-F238E27FC236}">
                  <a16:creationId xmlns:a16="http://schemas.microsoft.com/office/drawing/2014/main" id="{1C89D901-01BF-A841-BD93-150D9FBDE30E}"/>
                </a:ext>
              </a:extLst>
            </p:cNvPr>
            <p:cNvGrpSpPr>
              <a:grpSpLocks/>
            </p:cNvGrpSpPr>
            <p:nvPr/>
          </p:nvGrpSpPr>
          <p:grpSpPr bwMode="auto">
            <a:xfrm>
              <a:off x="177" y="1042"/>
              <a:ext cx="480" cy="112"/>
              <a:chOff x="627" y="3377"/>
              <a:chExt cx="480" cy="112"/>
            </a:xfrm>
          </p:grpSpPr>
          <p:sp>
            <p:nvSpPr>
              <p:cNvPr id="1355" name="Rectangle 244">
                <a:extLst>
                  <a:ext uri="{FF2B5EF4-FFF2-40B4-BE49-F238E27FC236}">
                    <a16:creationId xmlns:a16="http://schemas.microsoft.com/office/drawing/2014/main" id="{DDCC2DC4-37D5-AD43-AD6B-0CDC2F62156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6" name="Rectangle 245">
                <a:extLst>
                  <a:ext uri="{FF2B5EF4-FFF2-40B4-BE49-F238E27FC236}">
                    <a16:creationId xmlns:a16="http://schemas.microsoft.com/office/drawing/2014/main" id="{A9608D03-34B6-A04D-9860-20DD5F48C91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40" name="Group 246">
              <a:extLst>
                <a:ext uri="{FF2B5EF4-FFF2-40B4-BE49-F238E27FC236}">
                  <a16:creationId xmlns:a16="http://schemas.microsoft.com/office/drawing/2014/main" id="{16BA17B6-D2AB-8E47-B2F9-3F2DED5ABBBA}"/>
                </a:ext>
              </a:extLst>
            </p:cNvPr>
            <p:cNvGrpSpPr>
              <a:grpSpLocks/>
            </p:cNvGrpSpPr>
            <p:nvPr/>
          </p:nvGrpSpPr>
          <p:grpSpPr bwMode="auto">
            <a:xfrm>
              <a:off x="56" y="1189"/>
              <a:ext cx="681" cy="154"/>
              <a:chOff x="504" y="3523"/>
              <a:chExt cx="681" cy="154"/>
            </a:xfrm>
          </p:grpSpPr>
          <p:grpSp>
            <p:nvGrpSpPr>
              <p:cNvPr id="1342" name="Group 247">
                <a:extLst>
                  <a:ext uri="{FF2B5EF4-FFF2-40B4-BE49-F238E27FC236}">
                    <a16:creationId xmlns:a16="http://schemas.microsoft.com/office/drawing/2014/main" id="{C160BE36-EC02-D940-9D1D-9591143A061B}"/>
                  </a:ext>
                </a:extLst>
              </p:cNvPr>
              <p:cNvGrpSpPr>
                <a:grpSpLocks/>
              </p:cNvGrpSpPr>
              <p:nvPr/>
            </p:nvGrpSpPr>
            <p:grpSpPr bwMode="auto">
              <a:xfrm>
                <a:off x="623" y="3523"/>
                <a:ext cx="492" cy="154"/>
                <a:chOff x="723" y="3453"/>
                <a:chExt cx="492" cy="154"/>
              </a:xfrm>
            </p:grpSpPr>
            <p:grpSp>
              <p:nvGrpSpPr>
                <p:cNvPr id="1346" name="Group 248">
                  <a:extLst>
                    <a:ext uri="{FF2B5EF4-FFF2-40B4-BE49-F238E27FC236}">
                      <a16:creationId xmlns:a16="http://schemas.microsoft.com/office/drawing/2014/main" id="{283F0D02-4B90-6143-8184-A9DB80401862}"/>
                    </a:ext>
                  </a:extLst>
                </p:cNvPr>
                <p:cNvGrpSpPr>
                  <a:grpSpLocks/>
                </p:cNvGrpSpPr>
                <p:nvPr/>
              </p:nvGrpSpPr>
              <p:grpSpPr bwMode="auto">
                <a:xfrm>
                  <a:off x="836" y="3453"/>
                  <a:ext cx="379" cy="154"/>
                  <a:chOff x="836" y="3305"/>
                  <a:chExt cx="379" cy="154"/>
                </a:xfrm>
              </p:grpSpPr>
              <p:grpSp>
                <p:nvGrpSpPr>
                  <p:cNvPr id="1349" name="Group 249">
                    <a:extLst>
                      <a:ext uri="{FF2B5EF4-FFF2-40B4-BE49-F238E27FC236}">
                        <a16:creationId xmlns:a16="http://schemas.microsoft.com/office/drawing/2014/main" id="{67049BBA-983F-3D41-8E5A-CD1393902B94}"/>
                      </a:ext>
                    </a:extLst>
                  </p:cNvPr>
                  <p:cNvGrpSpPr>
                    <a:grpSpLocks/>
                  </p:cNvGrpSpPr>
                  <p:nvPr/>
                </p:nvGrpSpPr>
                <p:grpSpPr bwMode="auto">
                  <a:xfrm>
                    <a:off x="890" y="3305"/>
                    <a:ext cx="325" cy="154"/>
                    <a:chOff x="844" y="3337"/>
                    <a:chExt cx="325" cy="154"/>
                  </a:xfrm>
                </p:grpSpPr>
                <p:sp>
                  <p:nvSpPr>
                    <p:cNvPr id="1353" name="Rectangle 250">
                      <a:extLst>
                        <a:ext uri="{FF2B5EF4-FFF2-40B4-BE49-F238E27FC236}">
                          <a16:creationId xmlns:a16="http://schemas.microsoft.com/office/drawing/2014/main" id="{68B3C2DF-C8E3-124D-BFEC-8D6B75EA471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4" name="Text Box 251">
                      <a:extLst>
                        <a:ext uri="{FF2B5EF4-FFF2-40B4-BE49-F238E27FC236}">
                          <a16:creationId xmlns:a16="http://schemas.microsoft.com/office/drawing/2014/main" id="{7C7E334C-58E7-9A43-AE59-87AF2FEDF35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0" name="Group 252">
                    <a:extLst>
                      <a:ext uri="{FF2B5EF4-FFF2-40B4-BE49-F238E27FC236}">
                        <a16:creationId xmlns:a16="http://schemas.microsoft.com/office/drawing/2014/main" id="{8F9FBDEA-818E-9640-98FC-B4BED7F48071}"/>
                      </a:ext>
                    </a:extLst>
                  </p:cNvPr>
                  <p:cNvGrpSpPr>
                    <a:grpSpLocks/>
                  </p:cNvGrpSpPr>
                  <p:nvPr/>
                </p:nvGrpSpPr>
                <p:grpSpPr bwMode="auto">
                  <a:xfrm>
                    <a:off x="836" y="3334"/>
                    <a:ext cx="354" cy="94"/>
                    <a:chOff x="836" y="3334"/>
                    <a:chExt cx="354" cy="94"/>
                  </a:xfrm>
                </p:grpSpPr>
                <p:sp>
                  <p:nvSpPr>
                    <p:cNvPr id="1351" name="Rectangle 253">
                      <a:extLst>
                        <a:ext uri="{FF2B5EF4-FFF2-40B4-BE49-F238E27FC236}">
                          <a16:creationId xmlns:a16="http://schemas.microsoft.com/office/drawing/2014/main" id="{6A64B999-D129-854E-B639-2BFA092804A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2" name="Rectangle 254">
                      <a:extLst>
                        <a:ext uri="{FF2B5EF4-FFF2-40B4-BE49-F238E27FC236}">
                          <a16:creationId xmlns:a16="http://schemas.microsoft.com/office/drawing/2014/main" id="{F4C7C486-565F-8C44-97CC-F98A59FD7EF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47" name="Rectangle 255">
                  <a:extLst>
                    <a:ext uri="{FF2B5EF4-FFF2-40B4-BE49-F238E27FC236}">
                      <a16:creationId xmlns:a16="http://schemas.microsoft.com/office/drawing/2014/main" id="{4557EB11-2CE1-A94C-A3B8-AC3F6671AA0C}"/>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8" name="Rectangle 256">
                  <a:extLst>
                    <a:ext uri="{FF2B5EF4-FFF2-40B4-BE49-F238E27FC236}">
                      <a16:creationId xmlns:a16="http://schemas.microsoft.com/office/drawing/2014/main" id="{06C978F1-F28F-B246-B76C-56C2AE79DC1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3" name="Rectangle 257">
                <a:extLst>
                  <a:ext uri="{FF2B5EF4-FFF2-40B4-BE49-F238E27FC236}">
                    <a16:creationId xmlns:a16="http://schemas.microsoft.com/office/drawing/2014/main" id="{72D59FC1-58FA-6140-A61A-9A23AED6BE1D}"/>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4" name="Rectangle 258">
                <a:extLst>
                  <a:ext uri="{FF2B5EF4-FFF2-40B4-BE49-F238E27FC236}">
                    <a16:creationId xmlns:a16="http://schemas.microsoft.com/office/drawing/2014/main" id="{DD90E8AF-5786-D844-9163-A5312426FF5F}"/>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5" name="Rectangle 259">
                <a:extLst>
                  <a:ext uri="{FF2B5EF4-FFF2-40B4-BE49-F238E27FC236}">
                    <a16:creationId xmlns:a16="http://schemas.microsoft.com/office/drawing/2014/main" id="{F29D8D75-D4E7-BC40-B894-F7552FDC1D88}"/>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1" name="AutoShape 356">
              <a:extLst>
                <a:ext uri="{FF2B5EF4-FFF2-40B4-BE49-F238E27FC236}">
                  <a16:creationId xmlns:a16="http://schemas.microsoft.com/office/drawing/2014/main" id="{821D161B-1E7C-EE45-B496-924C0605B72D}"/>
                </a:ext>
              </a:extLst>
            </p:cNvPr>
            <p:cNvSpPr>
              <a:spLocks noChangeArrowheads="1"/>
            </p:cNvSpPr>
            <p:nvPr/>
          </p:nvSpPr>
          <p:spPr bwMode="auto">
            <a:xfrm>
              <a:off x="341" y="859"/>
              <a:ext cx="240" cy="667"/>
            </a:xfrm>
            <a:prstGeom prst="downArrow">
              <a:avLst>
                <a:gd name="adj1" fmla="val 49167"/>
                <a:gd name="adj2" fmla="val 675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68" name="Group 389">
            <a:extLst>
              <a:ext uri="{FF2B5EF4-FFF2-40B4-BE49-F238E27FC236}">
                <a16:creationId xmlns:a16="http://schemas.microsoft.com/office/drawing/2014/main" id="{5FF729A6-CAC3-2349-9B60-CAA70F09B9AD}"/>
              </a:ext>
            </a:extLst>
          </p:cNvPr>
          <p:cNvGrpSpPr>
            <a:grpSpLocks/>
          </p:cNvGrpSpPr>
          <p:nvPr/>
        </p:nvGrpSpPr>
        <p:grpSpPr bwMode="auto">
          <a:xfrm>
            <a:off x="193675" y="2411413"/>
            <a:ext cx="1081088" cy="244475"/>
            <a:chOff x="0" y="2762"/>
            <a:chExt cx="681" cy="154"/>
          </a:xfrm>
        </p:grpSpPr>
        <p:sp>
          <p:nvSpPr>
            <p:cNvPr id="1369" name="Rectangle 388">
              <a:extLst>
                <a:ext uri="{FF2B5EF4-FFF2-40B4-BE49-F238E27FC236}">
                  <a16:creationId xmlns:a16="http://schemas.microsoft.com/office/drawing/2014/main" id="{E399C489-E20D-234E-A19C-FF79E5C6CE7A}"/>
                </a:ext>
              </a:extLst>
            </p:cNvPr>
            <p:cNvSpPr>
              <a:spLocks noChangeArrowheads="1"/>
            </p:cNvSpPr>
            <p:nvPr/>
          </p:nvSpPr>
          <p:spPr bwMode="auto">
            <a:xfrm>
              <a:off x="0" y="2768"/>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70" name="Group 376">
              <a:extLst>
                <a:ext uri="{FF2B5EF4-FFF2-40B4-BE49-F238E27FC236}">
                  <a16:creationId xmlns:a16="http://schemas.microsoft.com/office/drawing/2014/main" id="{8BFB1694-C915-7847-9185-7CD60899D026}"/>
                </a:ext>
              </a:extLst>
            </p:cNvPr>
            <p:cNvGrpSpPr>
              <a:grpSpLocks/>
            </p:cNvGrpSpPr>
            <p:nvPr/>
          </p:nvGrpSpPr>
          <p:grpSpPr bwMode="auto">
            <a:xfrm>
              <a:off x="119" y="2762"/>
              <a:ext cx="492" cy="154"/>
              <a:chOff x="723" y="3453"/>
              <a:chExt cx="492" cy="154"/>
            </a:xfrm>
          </p:grpSpPr>
          <p:grpSp>
            <p:nvGrpSpPr>
              <p:cNvPr id="1373" name="Group 377">
                <a:extLst>
                  <a:ext uri="{FF2B5EF4-FFF2-40B4-BE49-F238E27FC236}">
                    <a16:creationId xmlns:a16="http://schemas.microsoft.com/office/drawing/2014/main" id="{361FD504-1404-A149-B3B0-047E46A73E22}"/>
                  </a:ext>
                </a:extLst>
              </p:cNvPr>
              <p:cNvGrpSpPr>
                <a:grpSpLocks/>
              </p:cNvGrpSpPr>
              <p:nvPr/>
            </p:nvGrpSpPr>
            <p:grpSpPr bwMode="auto">
              <a:xfrm>
                <a:off x="836" y="3453"/>
                <a:ext cx="379" cy="154"/>
                <a:chOff x="836" y="3305"/>
                <a:chExt cx="379" cy="154"/>
              </a:xfrm>
            </p:grpSpPr>
            <p:grpSp>
              <p:nvGrpSpPr>
                <p:cNvPr id="1376" name="Group 378">
                  <a:extLst>
                    <a:ext uri="{FF2B5EF4-FFF2-40B4-BE49-F238E27FC236}">
                      <a16:creationId xmlns:a16="http://schemas.microsoft.com/office/drawing/2014/main" id="{AAC045A9-76D6-2F49-8E91-19BB1CDAAB5B}"/>
                    </a:ext>
                  </a:extLst>
                </p:cNvPr>
                <p:cNvGrpSpPr>
                  <a:grpSpLocks/>
                </p:cNvGrpSpPr>
                <p:nvPr/>
              </p:nvGrpSpPr>
              <p:grpSpPr bwMode="auto">
                <a:xfrm>
                  <a:off x="890" y="3305"/>
                  <a:ext cx="325" cy="154"/>
                  <a:chOff x="844" y="3337"/>
                  <a:chExt cx="325" cy="154"/>
                </a:xfrm>
              </p:grpSpPr>
              <p:sp>
                <p:nvSpPr>
                  <p:cNvPr id="1380" name="Rectangle 379">
                    <a:extLst>
                      <a:ext uri="{FF2B5EF4-FFF2-40B4-BE49-F238E27FC236}">
                        <a16:creationId xmlns:a16="http://schemas.microsoft.com/office/drawing/2014/main" id="{9D5B8A86-4BAE-264F-8BFD-27D84CC4E37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1" name="Text Box 380">
                    <a:extLst>
                      <a:ext uri="{FF2B5EF4-FFF2-40B4-BE49-F238E27FC236}">
                        <a16:creationId xmlns:a16="http://schemas.microsoft.com/office/drawing/2014/main" id="{D060CE99-A218-C244-9EC4-755E76B54F1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77" name="Group 381">
                  <a:extLst>
                    <a:ext uri="{FF2B5EF4-FFF2-40B4-BE49-F238E27FC236}">
                      <a16:creationId xmlns:a16="http://schemas.microsoft.com/office/drawing/2014/main" id="{4756CFF7-7124-2C43-BF13-A00B2EDF51BA}"/>
                    </a:ext>
                  </a:extLst>
                </p:cNvPr>
                <p:cNvGrpSpPr>
                  <a:grpSpLocks/>
                </p:cNvGrpSpPr>
                <p:nvPr/>
              </p:nvGrpSpPr>
              <p:grpSpPr bwMode="auto">
                <a:xfrm>
                  <a:off x="836" y="3334"/>
                  <a:ext cx="354" cy="94"/>
                  <a:chOff x="836" y="3334"/>
                  <a:chExt cx="354" cy="94"/>
                </a:xfrm>
              </p:grpSpPr>
              <p:sp>
                <p:nvSpPr>
                  <p:cNvPr id="1378" name="Rectangle 382">
                    <a:extLst>
                      <a:ext uri="{FF2B5EF4-FFF2-40B4-BE49-F238E27FC236}">
                        <a16:creationId xmlns:a16="http://schemas.microsoft.com/office/drawing/2014/main" id="{241A9728-0FEA-4540-A0EA-B61A59FBD9C3}"/>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9" name="Rectangle 383">
                    <a:extLst>
                      <a:ext uri="{FF2B5EF4-FFF2-40B4-BE49-F238E27FC236}">
                        <a16:creationId xmlns:a16="http://schemas.microsoft.com/office/drawing/2014/main" id="{D78C14E3-D995-1340-ADB9-4D5A5327F9BF}"/>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74" name="Rectangle 384">
                <a:extLst>
                  <a:ext uri="{FF2B5EF4-FFF2-40B4-BE49-F238E27FC236}">
                    <a16:creationId xmlns:a16="http://schemas.microsoft.com/office/drawing/2014/main" id="{3002B227-5C5A-C245-A8B9-F5EEF9AADBA7}"/>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5" name="Rectangle 385">
                <a:extLst>
                  <a:ext uri="{FF2B5EF4-FFF2-40B4-BE49-F238E27FC236}">
                    <a16:creationId xmlns:a16="http://schemas.microsoft.com/office/drawing/2014/main" id="{79FACD39-A2D2-2E45-AC4A-B5B1F0B5174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71" name="Rectangle 386">
              <a:extLst>
                <a:ext uri="{FF2B5EF4-FFF2-40B4-BE49-F238E27FC236}">
                  <a16:creationId xmlns:a16="http://schemas.microsoft.com/office/drawing/2014/main" id="{7D8F1886-A84D-7341-AA77-305A78453931}"/>
                </a:ext>
              </a:extLst>
            </p:cNvPr>
            <p:cNvSpPr>
              <a:spLocks noChangeArrowheads="1"/>
            </p:cNvSpPr>
            <p:nvPr/>
          </p:nvSpPr>
          <p:spPr bwMode="auto">
            <a:xfrm>
              <a:off x="13" y="2784"/>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2" name="Rectangle 387">
              <a:extLst>
                <a:ext uri="{FF2B5EF4-FFF2-40B4-BE49-F238E27FC236}">
                  <a16:creationId xmlns:a16="http://schemas.microsoft.com/office/drawing/2014/main" id="{CE065416-38D0-E342-B700-A10B7D715B5F}"/>
                </a:ext>
              </a:extLst>
            </p:cNvPr>
            <p:cNvSpPr>
              <a:spLocks noChangeArrowheads="1"/>
            </p:cNvSpPr>
            <p:nvPr/>
          </p:nvSpPr>
          <p:spPr bwMode="auto">
            <a:xfrm>
              <a:off x="611" y="2783"/>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2" name="Group 391">
            <a:extLst>
              <a:ext uri="{FF2B5EF4-FFF2-40B4-BE49-F238E27FC236}">
                <a16:creationId xmlns:a16="http://schemas.microsoft.com/office/drawing/2014/main" id="{1D3A8E6C-9163-1E40-91B0-9B85B7BC2F78}"/>
              </a:ext>
            </a:extLst>
          </p:cNvPr>
          <p:cNvGrpSpPr>
            <a:grpSpLocks/>
          </p:cNvGrpSpPr>
          <p:nvPr/>
        </p:nvGrpSpPr>
        <p:grpSpPr bwMode="auto">
          <a:xfrm>
            <a:off x="665163" y="4308475"/>
            <a:ext cx="1081087" cy="949325"/>
            <a:chOff x="2231" y="3555"/>
            <a:chExt cx="681" cy="598"/>
          </a:xfrm>
        </p:grpSpPr>
        <p:grpSp>
          <p:nvGrpSpPr>
            <p:cNvPr id="1383" name="Group 392">
              <a:extLst>
                <a:ext uri="{FF2B5EF4-FFF2-40B4-BE49-F238E27FC236}">
                  <a16:creationId xmlns:a16="http://schemas.microsoft.com/office/drawing/2014/main" id="{A674A9D4-6F7C-B94A-9520-EAA53D16DEC6}"/>
                </a:ext>
              </a:extLst>
            </p:cNvPr>
            <p:cNvGrpSpPr>
              <a:grpSpLocks/>
            </p:cNvGrpSpPr>
            <p:nvPr/>
          </p:nvGrpSpPr>
          <p:grpSpPr bwMode="auto">
            <a:xfrm>
              <a:off x="2231" y="3684"/>
              <a:ext cx="681" cy="469"/>
              <a:chOff x="152" y="970"/>
              <a:chExt cx="681" cy="469"/>
            </a:xfrm>
          </p:grpSpPr>
          <p:grpSp>
            <p:nvGrpSpPr>
              <p:cNvPr id="1387" name="Group 393">
                <a:extLst>
                  <a:ext uri="{FF2B5EF4-FFF2-40B4-BE49-F238E27FC236}">
                    <a16:creationId xmlns:a16="http://schemas.microsoft.com/office/drawing/2014/main" id="{ECA31A49-36D5-D046-A36F-1F01D8226882}"/>
                  </a:ext>
                </a:extLst>
              </p:cNvPr>
              <p:cNvGrpSpPr>
                <a:grpSpLocks/>
              </p:cNvGrpSpPr>
              <p:nvPr/>
            </p:nvGrpSpPr>
            <p:grpSpPr bwMode="auto">
              <a:xfrm>
                <a:off x="386" y="970"/>
                <a:ext cx="379" cy="154"/>
                <a:chOff x="740" y="3209"/>
                <a:chExt cx="379" cy="154"/>
              </a:xfrm>
            </p:grpSpPr>
            <p:grpSp>
              <p:nvGrpSpPr>
                <p:cNvPr id="1412" name="Group 394">
                  <a:extLst>
                    <a:ext uri="{FF2B5EF4-FFF2-40B4-BE49-F238E27FC236}">
                      <a16:creationId xmlns:a16="http://schemas.microsoft.com/office/drawing/2014/main" id="{4D848505-175F-5146-A9DC-10D8133DEA22}"/>
                    </a:ext>
                  </a:extLst>
                </p:cNvPr>
                <p:cNvGrpSpPr>
                  <a:grpSpLocks/>
                </p:cNvGrpSpPr>
                <p:nvPr/>
              </p:nvGrpSpPr>
              <p:grpSpPr bwMode="auto">
                <a:xfrm>
                  <a:off x="794" y="3209"/>
                  <a:ext cx="325" cy="154"/>
                  <a:chOff x="844" y="3337"/>
                  <a:chExt cx="325" cy="154"/>
                </a:xfrm>
              </p:grpSpPr>
              <p:sp>
                <p:nvSpPr>
                  <p:cNvPr id="1415" name="Rectangle 395">
                    <a:extLst>
                      <a:ext uri="{FF2B5EF4-FFF2-40B4-BE49-F238E27FC236}">
                        <a16:creationId xmlns:a16="http://schemas.microsoft.com/office/drawing/2014/main" id="{1B7B2BFE-FCCC-0443-9DE6-4C9F521507A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6" name="Text Box 396">
                    <a:extLst>
                      <a:ext uri="{FF2B5EF4-FFF2-40B4-BE49-F238E27FC236}">
                        <a16:creationId xmlns:a16="http://schemas.microsoft.com/office/drawing/2014/main" id="{5EBE232F-06DA-C84A-B28A-9D91E0CB5E5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13" name="Rectangle 397">
                  <a:extLst>
                    <a:ext uri="{FF2B5EF4-FFF2-40B4-BE49-F238E27FC236}">
                      <a16:creationId xmlns:a16="http://schemas.microsoft.com/office/drawing/2014/main" id="{3165F2EA-E309-9D44-B809-074990ED439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4" name="Rectangle 398">
                  <a:extLst>
                    <a:ext uri="{FF2B5EF4-FFF2-40B4-BE49-F238E27FC236}">
                      <a16:creationId xmlns:a16="http://schemas.microsoft.com/office/drawing/2014/main" id="{347F2916-D218-544D-BCF9-22D27D084E38}"/>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8" name="Group 399">
                <a:extLst>
                  <a:ext uri="{FF2B5EF4-FFF2-40B4-BE49-F238E27FC236}">
                    <a16:creationId xmlns:a16="http://schemas.microsoft.com/office/drawing/2014/main" id="{F06582F6-491B-3C4A-9DBF-38DAE177E3FB}"/>
                  </a:ext>
                </a:extLst>
              </p:cNvPr>
              <p:cNvGrpSpPr>
                <a:grpSpLocks/>
              </p:cNvGrpSpPr>
              <p:nvPr/>
            </p:nvGrpSpPr>
            <p:grpSpPr bwMode="auto">
              <a:xfrm>
                <a:off x="386" y="1118"/>
                <a:ext cx="379" cy="154"/>
                <a:chOff x="836" y="3305"/>
                <a:chExt cx="379" cy="154"/>
              </a:xfrm>
            </p:grpSpPr>
            <p:grpSp>
              <p:nvGrpSpPr>
                <p:cNvPr id="1406" name="Group 400">
                  <a:extLst>
                    <a:ext uri="{FF2B5EF4-FFF2-40B4-BE49-F238E27FC236}">
                      <a16:creationId xmlns:a16="http://schemas.microsoft.com/office/drawing/2014/main" id="{2B3331E0-1512-1948-88F6-2A59A45EE2AA}"/>
                    </a:ext>
                  </a:extLst>
                </p:cNvPr>
                <p:cNvGrpSpPr>
                  <a:grpSpLocks/>
                </p:cNvGrpSpPr>
                <p:nvPr/>
              </p:nvGrpSpPr>
              <p:grpSpPr bwMode="auto">
                <a:xfrm>
                  <a:off x="890" y="3305"/>
                  <a:ext cx="325" cy="154"/>
                  <a:chOff x="844" y="3337"/>
                  <a:chExt cx="325" cy="154"/>
                </a:xfrm>
              </p:grpSpPr>
              <p:sp>
                <p:nvSpPr>
                  <p:cNvPr id="1410" name="Rectangle 401">
                    <a:extLst>
                      <a:ext uri="{FF2B5EF4-FFF2-40B4-BE49-F238E27FC236}">
                        <a16:creationId xmlns:a16="http://schemas.microsoft.com/office/drawing/2014/main" id="{6CB9829F-BDFE-534D-A81C-6B903286976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1" name="Text Box 402">
                    <a:extLst>
                      <a:ext uri="{FF2B5EF4-FFF2-40B4-BE49-F238E27FC236}">
                        <a16:creationId xmlns:a16="http://schemas.microsoft.com/office/drawing/2014/main" id="{BF046B08-009C-B54A-845D-3EA97CF8A40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07" name="Group 403">
                  <a:extLst>
                    <a:ext uri="{FF2B5EF4-FFF2-40B4-BE49-F238E27FC236}">
                      <a16:creationId xmlns:a16="http://schemas.microsoft.com/office/drawing/2014/main" id="{14C1AB36-B354-F748-BB41-D28297A570CD}"/>
                    </a:ext>
                  </a:extLst>
                </p:cNvPr>
                <p:cNvGrpSpPr>
                  <a:grpSpLocks/>
                </p:cNvGrpSpPr>
                <p:nvPr/>
              </p:nvGrpSpPr>
              <p:grpSpPr bwMode="auto">
                <a:xfrm>
                  <a:off x="836" y="3334"/>
                  <a:ext cx="354" cy="94"/>
                  <a:chOff x="836" y="3334"/>
                  <a:chExt cx="354" cy="94"/>
                </a:xfrm>
              </p:grpSpPr>
              <p:sp>
                <p:nvSpPr>
                  <p:cNvPr id="1408" name="Rectangle 404">
                    <a:extLst>
                      <a:ext uri="{FF2B5EF4-FFF2-40B4-BE49-F238E27FC236}">
                        <a16:creationId xmlns:a16="http://schemas.microsoft.com/office/drawing/2014/main" id="{92BCB4D4-EE6B-3A4F-90D1-058BD26F827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9" name="Rectangle 405">
                    <a:extLst>
                      <a:ext uri="{FF2B5EF4-FFF2-40B4-BE49-F238E27FC236}">
                        <a16:creationId xmlns:a16="http://schemas.microsoft.com/office/drawing/2014/main" id="{9DE8286C-561B-0248-8949-7BED3AE9343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9" name="Group 406">
                <a:extLst>
                  <a:ext uri="{FF2B5EF4-FFF2-40B4-BE49-F238E27FC236}">
                    <a16:creationId xmlns:a16="http://schemas.microsoft.com/office/drawing/2014/main" id="{8DE10AE3-BBFE-BE40-96BF-7BE290E4E2EC}"/>
                  </a:ext>
                </a:extLst>
              </p:cNvPr>
              <p:cNvGrpSpPr>
                <a:grpSpLocks/>
              </p:cNvGrpSpPr>
              <p:nvPr/>
            </p:nvGrpSpPr>
            <p:grpSpPr bwMode="auto">
              <a:xfrm>
                <a:off x="273" y="1138"/>
                <a:ext cx="480" cy="112"/>
                <a:chOff x="627" y="3377"/>
                <a:chExt cx="480" cy="112"/>
              </a:xfrm>
            </p:grpSpPr>
            <p:sp>
              <p:nvSpPr>
                <p:cNvPr id="1404" name="Rectangle 407">
                  <a:extLst>
                    <a:ext uri="{FF2B5EF4-FFF2-40B4-BE49-F238E27FC236}">
                      <a16:creationId xmlns:a16="http://schemas.microsoft.com/office/drawing/2014/main" id="{398CBED0-24D0-4848-B4EC-C60335559EE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5" name="Rectangle 408">
                  <a:extLst>
                    <a:ext uri="{FF2B5EF4-FFF2-40B4-BE49-F238E27FC236}">
                      <a16:creationId xmlns:a16="http://schemas.microsoft.com/office/drawing/2014/main" id="{F397ABF4-0C69-5B41-89DC-2D08E00F397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90" name="Group 409">
                <a:extLst>
                  <a:ext uri="{FF2B5EF4-FFF2-40B4-BE49-F238E27FC236}">
                    <a16:creationId xmlns:a16="http://schemas.microsoft.com/office/drawing/2014/main" id="{819ED642-BF66-A94A-97DC-306DF96BBFDF}"/>
                  </a:ext>
                </a:extLst>
              </p:cNvPr>
              <p:cNvGrpSpPr>
                <a:grpSpLocks/>
              </p:cNvGrpSpPr>
              <p:nvPr/>
            </p:nvGrpSpPr>
            <p:grpSpPr bwMode="auto">
              <a:xfrm>
                <a:off x="152" y="1285"/>
                <a:ext cx="681" cy="154"/>
                <a:chOff x="504" y="3523"/>
                <a:chExt cx="681" cy="154"/>
              </a:xfrm>
            </p:grpSpPr>
            <p:grpSp>
              <p:nvGrpSpPr>
                <p:cNvPr id="1391" name="Group 410">
                  <a:extLst>
                    <a:ext uri="{FF2B5EF4-FFF2-40B4-BE49-F238E27FC236}">
                      <a16:creationId xmlns:a16="http://schemas.microsoft.com/office/drawing/2014/main" id="{27961D25-0616-CA42-9129-0E007FA92F84}"/>
                    </a:ext>
                  </a:extLst>
                </p:cNvPr>
                <p:cNvGrpSpPr>
                  <a:grpSpLocks/>
                </p:cNvGrpSpPr>
                <p:nvPr/>
              </p:nvGrpSpPr>
              <p:grpSpPr bwMode="auto">
                <a:xfrm>
                  <a:off x="623" y="3523"/>
                  <a:ext cx="492" cy="154"/>
                  <a:chOff x="723" y="3453"/>
                  <a:chExt cx="492" cy="154"/>
                </a:xfrm>
              </p:grpSpPr>
              <p:grpSp>
                <p:nvGrpSpPr>
                  <p:cNvPr id="1395" name="Group 411">
                    <a:extLst>
                      <a:ext uri="{FF2B5EF4-FFF2-40B4-BE49-F238E27FC236}">
                        <a16:creationId xmlns:a16="http://schemas.microsoft.com/office/drawing/2014/main" id="{88AB7FD9-A804-4E47-8E9D-B9E88C6B0354}"/>
                      </a:ext>
                    </a:extLst>
                  </p:cNvPr>
                  <p:cNvGrpSpPr>
                    <a:grpSpLocks/>
                  </p:cNvGrpSpPr>
                  <p:nvPr/>
                </p:nvGrpSpPr>
                <p:grpSpPr bwMode="auto">
                  <a:xfrm>
                    <a:off x="836" y="3453"/>
                    <a:ext cx="379" cy="154"/>
                    <a:chOff x="836" y="3305"/>
                    <a:chExt cx="379" cy="154"/>
                  </a:xfrm>
                </p:grpSpPr>
                <p:grpSp>
                  <p:nvGrpSpPr>
                    <p:cNvPr id="1398" name="Group 412">
                      <a:extLst>
                        <a:ext uri="{FF2B5EF4-FFF2-40B4-BE49-F238E27FC236}">
                          <a16:creationId xmlns:a16="http://schemas.microsoft.com/office/drawing/2014/main" id="{D14E5602-12F4-B74A-8804-5BC51007E9F1}"/>
                        </a:ext>
                      </a:extLst>
                    </p:cNvPr>
                    <p:cNvGrpSpPr>
                      <a:grpSpLocks/>
                    </p:cNvGrpSpPr>
                    <p:nvPr/>
                  </p:nvGrpSpPr>
                  <p:grpSpPr bwMode="auto">
                    <a:xfrm>
                      <a:off x="890" y="3305"/>
                      <a:ext cx="325" cy="154"/>
                      <a:chOff x="844" y="3337"/>
                      <a:chExt cx="325" cy="154"/>
                    </a:xfrm>
                  </p:grpSpPr>
                  <p:sp>
                    <p:nvSpPr>
                      <p:cNvPr id="1402" name="Rectangle 413">
                        <a:extLst>
                          <a:ext uri="{FF2B5EF4-FFF2-40B4-BE49-F238E27FC236}">
                            <a16:creationId xmlns:a16="http://schemas.microsoft.com/office/drawing/2014/main" id="{1538BE46-64CA-5D4A-8631-B40DF60A873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3" name="Text Box 414">
                        <a:extLst>
                          <a:ext uri="{FF2B5EF4-FFF2-40B4-BE49-F238E27FC236}">
                            <a16:creationId xmlns:a16="http://schemas.microsoft.com/office/drawing/2014/main" id="{98BC5D4F-31BF-2A4D-8E15-113129FDE3D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99" name="Group 415">
                      <a:extLst>
                        <a:ext uri="{FF2B5EF4-FFF2-40B4-BE49-F238E27FC236}">
                          <a16:creationId xmlns:a16="http://schemas.microsoft.com/office/drawing/2014/main" id="{F8E7AA7B-7457-2048-A1CB-FCD0F323A5AD}"/>
                        </a:ext>
                      </a:extLst>
                    </p:cNvPr>
                    <p:cNvGrpSpPr>
                      <a:grpSpLocks/>
                    </p:cNvGrpSpPr>
                    <p:nvPr/>
                  </p:nvGrpSpPr>
                  <p:grpSpPr bwMode="auto">
                    <a:xfrm>
                      <a:off x="836" y="3334"/>
                      <a:ext cx="354" cy="94"/>
                      <a:chOff x="836" y="3334"/>
                      <a:chExt cx="354" cy="94"/>
                    </a:xfrm>
                  </p:grpSpPr>
                  <p:sp>
                    <p:nvSpPr>
                      <p:cNvPr id="1400" name="Rectangle 416">
                        <a:extLst>
                          <a:ext uri="{FF2B5EF4-FFF2-40B4-BE49-F238E27FC236}">
                            <a16:creationId xmlns:a16="http://schemas.microsoft.com/office/drawing/2014/main" id="{9A530D9A-28C0-DA45-B8C2-416245B6065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1" name="Rectangle 417">
                        <a:extLst>
                          <a:ext uri="{FF2B5EF4-FFF2-40B4-BE49-F238E27FC236}">
                            <a16:creationId xmlns:a16="http://schemas.microsoft.com/office/drawing/2014/main" id="{E8D004B1-9E38-DB47-9093-6438F10B136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96" name="Rectangle 418">
                    <a:extLst>
                      <a:ext uri="{FF2B5EF4-FFF2-40B4-BE49-F238E27FC236}">
                        <a16:creationId xmlns:a16="http://schemas.microsoft.com/office/drawing/2014/main" id="{51FC546D-DB83-D444-A1E1-5B29F5568A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7" name="Rectangle 419">
                    <a:extLst>
                      <a:ext uri="{FF2B5EF4-FFF2-40B4-BE49-F238E27FC236}">
                        <a16:creationId xmlns:a16="http://schemas.microsoft.com/office/drawing/2014/main" id="{1EE5FD5E-781E-E945-A579-35AC91704AB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92" name="Rectangle 420">
                  <a:extLst>
                    <a:ext uri="{FF2B5EF4-FFF2-40B4-BE49-F238E27FC236}">
                      <a16:creationId xmlns:a16="http://schemas.microsoft.com/office/drawing/2014/main" id="{CC7E642E-916D-4741-8C6E-2D74E8F4EA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3" name="Rectangle 421">
                  <a:extLst>
                    <a:ext uri="{FF2B5EF4-FFF2-40B4-BE49-F238E27FC236}">
                      <a16:creationId xmlns:a16="http://schemas.microsoft.com/office/drawing/2014/main" id="{3CD93751-BB57-E447-9D5E-3A454DEA4791}"/>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4" name="Rectangle 422">
                  <a:extLst>
                    <a:ext uri="{FF2B5EF4-FFF2-40B4-BE49-F238E27FC236}">
                      <a16:creationId xmlns:a16="http://schemas.microsoft.com/office/drawing/2014/main" id="{9BFC2B4B-48CE-FA4B-944F-9260DEDC6905}"/>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4" name="Group 423">
              <a:extLst>
                <a:ext uri="{FF2B5EF4-FFF2-40B4-BE49-F238E27FC236}">
                  <a16:creationId xmlns:a16="http://schemas.microsoft.com/office/drawing/2014/main" id="{56B3D7BE-60AE-B744-BD7F-65431AF8A627}"/>
                </a:ext>
              </a:extLst>
            </p:cNvPr>
            <p:cNvGrpSpPr>
              <a:grpSpLocks/>
            </p:cNvGrpSpPr>
            <p:nvPr/>
          </p:nvGrpSpPr>
          <p:grpSpPr bwMode="auto">
            <a:xfrm>
              <a:off x="2517" y="3555"/>
              <a:ext cx="325" cy="154"/>
              <a:chOff x="844" y="3337"/>
              <a:chExt cx="325" cy="154"/>
            </a:xfrm>
          </p:grpSpPr>
          <p:sp>
            <p:nvSpPr>
              <p:cNvPr id="1385" name="Rectangle 424">
                <a:extLst>
                  <a:ext uri="{FF2B5EF4-FFF2-40B4-BE49-F238E27FC236}">
                    <a16:creationId xmlns:a16="http://schemas.microsoft.com/office/drawing/2014/main" id="{078E811A-5E74-2C43-9551-F7CA4814E1D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6" name="Text Box 425">
                <a:extLst>
                  <a:ext uri="{FF2B5EF4-FFF2-40B4-BE49-F238E27FC236}">
                    <a16:creationId xmlns:a16="http://schemas.microsoft.com/office/drawing/2014/main" id="{C98D3C61-0CBD-0E48-9913-A3ACE809D1F0}"/>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grpSp>
        <p:nvGrpSpPr>
          <p:cNvPr id="1417" name="Group 477">
            <a:extLst>
              <a:ext uri="{FF2B5EF4-FFF2-40B4-BE49-F238E27FC236}">
                <a16:creationId xmlns:a16="http://schemas.microsoft.com/office/drawing/2014/main" id="{211C3B45-DEF5-3748-8F2C-7B72A758CBEC}"/>
              </a:ext>
            </a:extLst>
          </p:cNvPr>
          <p:cNvGrpSpPr>
            <a:grpSpLocks/>
          </p:cNvGrpSpPr>
          <p:nvPr/>
        </p:nvGrpSpPr>
        <p:grpSpPr bwMode="auto">
          <a:xfrm>
            <a:off x="177800" y="1639888"/>
            <a:ext cx="1081088" cy="1016000"/>
            <a:chOff x="2256" y="3531"/>
            <a:chExt cx="681" cy="640"/>
          </a:xfrm>
        </p:grpSpPr>
        <p:grpSp>
          <p:nvGrpSpPr>
            <p:cNvPr id="1418" name="Group 321">
              <a:extLst>
                <a:ext uri="{FF2B5EF4-FFF2-40B4-BE49-F238E27FC236}">
                  <a16:creationId xmlns:a16="http://schemas.microsoft.com/office/drawing/2014/main" id="{51DFE365-F84E-B542-A999-2F3E40E5DFC5}"/>
                </a:ext>
              </a:extLst>
            </p:cNvPr>
            <p:cNvGrpSpPr>
              <a:grpSpLocks/>
            </p:cNvGrpSpPr>
            <p:nvPr/>
          </p:nvGrpSpPr>
          <p:grpSpPr bwMode="auto">
            <a:xfrm>
              <a:off x="2482" y="3684"/>
              <a:ext cx="379" cy="154"/>
              <a:chOff x="740" y="3209"/>
              <a:chExt cx="379" cy="154"/>
            </a:xfrm>
          </p:grpSpPr>
          <p:grpSp>
            <p:nvGrpSpPr>
              <p:cNvPr id="1446" name="Group 322">
                <a:extLst>
                  <a:ext uri="{FF2B5EF4-FFF2-40B4-BE49-F238E27FC236}">
                    <a16:creationId xmlns:a16="http://schemas.microsoft.com/office/drawing/2014/main" id="{FF5F03F3-DB12-2D40-BC2F-D32AB1400F47}"/>
                  </a:ext>
                </a:extLst>
              </p:cNvPr>
              <p:cNvGrpSpPr>
                <a:grpSpLocks/>
              </p:cNvGrpSpPr>
              <p:nvPr/>
            </p:nvGrpSpPr>
            <p:grpSpPr bwMode="auto">
              <a:xfrm>
                <a:off x="794" y="3209"/>
                <a:ext cx="325" cy="154"/>
                <a:chOff x="844" y="3337"/>
                <a:chExt cx="325" cy="154"/>
              </a:xfrm>
            </p:grpSpPr>
            <p:sp>
              <p:nvSpPr>
                <p:cNvPr id="1449" name="Rectangle 323">
                  <a:extLst>
                    <a:ext uri="{FF2B5EF4-FFF2-40B4-BE49-F238E27FC236}">
                      <a16:creationId xmlns:a16="http://schemas.microsoft.com/office/drawing/2014/main" id="{A5F0BBB9-9229-8B40-9DA3-EC3C89CAD9B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0" name="Text Box 324">
                  <a:extLst>
                    <a:ext uri="{FF2B5EF4-FFF2-40B4-BE49-F238E27FC236}">
                      <a16:creationId xmlns:a16="http://schemas.microsoft.com/office/drawing/2014/main" id="{27765596-C3DB-9A4F-821F-F5B670F90A1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47" name="Rectangle 325">
                <a:extLst>
                  <a:ext uri="{FF2B5EF4-FFF2-40B4-BE49-F238E27FC236}">
                    <a16:creationId xmlns:a16="http://schemas.microsoft.com/office/drawing/2014/main" id="{ADED085D-E105-DD45-9113-079F9044A13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8" name="Rectangle 326">
                <a:extLst>
                  <a:ext uri="{FF2B5EF4-FFF2-40B4-BE49-F238E27FC236}">
                    <a16:creationId xmlns:a16="http://schemas.microsoft.com/office/drawing/2014/main" id="{A856D64F-FDE8-0541-901B-7521D7AA7F1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19" name="Group 327">
              <a:extLst>
                <a:ext uri="{FF2B5EF4-FFF2-40B4-BE49-F238E27FC236}">
                  <a16:creationId xmlns:a16="http://schemas.microsoft.com/office/drawing/2014/main" id="{87D9BB31-BDC2-DB42-B051-33D199432978}"/>
                </a:ext>
              </a:extLst>
            </p:cNvPr>
            <p:cNvGrpSpPr>
              <a:grpSpLocks/>
            </p:cNvGrpSpPr>
            <p:nvPr/>
          </p:nvGrpSpPr>
          <p:grpSpPr bwMode="auto">
            <a:xfrm>
              <a:off x="2482" y="3844"/>
              <a:ext cx="379" cy="154"/>
              <a:chOff x="836" y="3305"/>
              <a:chExt cx="379" cy="154"/>
            </a:xfrm>
          </p:grpSpPr>
          <p:grpSp>
            <p:nvGrpSpPr>
              <p:cNvPr id="1440" name="Group 328">
                <a:extLst>
                  <a:ext uri="{FF2B5EF4-FFF2-40B4-BE49-F238E27FC236}">
                    <a16:creationId xmlns:a16="http://schemas.microsoft.com/office/drawing/2014/main" id="{834AC66A-2ADC-614D-AFB0-B60FCC706AAD}"/>
                  </a:ext>
                </a:extLst>
              </p:cNvPr>
              <p:cNvGrpSpPr>
                <a:grpSpLocks/>
              </p:cNvGrpSpPr>
              <p:nvPr/>
            </p:nvGrpSpPr>
            <p:grpSpPr bwMode="auto">
              <a:xfrm>
                <a:off x="890" y="3305"/>
                <a:ext cx="325" cy="154"/>
                <a:chOff x="844" y="3337"/>
                <a:chExt cx="325" cy="154"/>
              </a:xfrm>
            </p:grpSpPr>
            <p:sp>
              <p:nvSpPr>
                <p:cNvPr id="1444" name="Rectangle 329">
                  <a:extLst>
                    <a:ext uri="{FF2B5EF4-FFF2-40B4-BE49-F238E27FC236}">
                      <a16:creationId xmlns:a16="http://schemas.microsoft.com/office/drawing/2014/main" id="{E68B387B-1AE2-364D-93EE-781BBE6CBBC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5" name="Text Box 330">
                  <a:extLst>
                    <a:ext uri="{FF2B5EF4-FFF2-40B4-BE49-F238E27FC236}">
                      <a16:creationId xmlns:a16="http://schemas.microsoft.com/office/drawing/2014/main" id="{C35B73DB-836E-4544-A452-72E2DD434847}"/>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41" name="Group 331">
                <a:extLst>
                  <a:ext uri="{FF2B5EF4-FFF2-40B4-BE49-F238E27FC236}">
                    <a16:creationId xmlns:a16="http://schemas.microsoft.com/office/drawing/2014/main" id="{271D17BC-6EB1-CB4F-AC93-B1D6D5DB19E8}"/>
                  </a:ext>
                </a:extLst>
              </p:cNvPr>
              <p:cNvGrpSpPr>
                <a:grpSpLocks/>
              </p:cNvGrpSpPr>
              <p:nvPr/>
            </p:nvGrpSpPr>
            <p:grpSpPr bwMode="auto">
              <a:xfrm>
                <a:off x="836" y="3334"/>
                <a:ext cx="354" cy="94"/>
                <a:chOff x="836" y="3334"/>
                <a:chExt cx="354" cy="94"/>
              </a:xfrm>
            </p:grpSpPr>
            <p:sp>
              <p:nvSpPr>
                <p:cNvPr id="1442" name="Rectangle 332">
                  <a:extLst>
                    <a:ext uri="{FF2B5EF4-FFF2-40B4-BE49-F238E27FC236}">
                      <a16:creationId xmlns:a16="http://schemas.microsoft.com/office/drawing/2014/main" id="{30B08293-1768-064C-B8D7-62AD5913730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3" name="Rectangle 333">
                  <a:extLst>
                    <a:ext uri="{FF2B5EF4-FFF2-40B4-BE49-F238E27FC236}">
                      <a16:creationId xmlns:a16="http://schemas.microsoft.com/office/drawing/2014/main" id="{471AE46F-12CE-3E43-A551-BD371717F67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20" name="Group 334">
              <a:extLst>
                <a:ext uri="{FF2B5EF4-FFF2-40B4-BE49-F238E27FC236}">
                  <a16:creationId xmlns:a16="http://schemas.microsoft.com/office/drawing/2014/main" id="{1826B60C-86D4-BF49-8F23-9B303D150D8D}"/>
                </a:ext>
              </a:extLst>
            </p:cNvPr>
            <p:cNvGrpSpPr>
              <a:grpSpLocks/>
            </p:cNvGrpSpPr>
            <p:nvPr/>
          </p:nvGrpSpPr>
          <p:grpSpPr bwMode="auto">
            <a:xfrm>
              <a:off x="2369" y="3858"/>
              <a:ext cx="480" cy="112"/>
              <a:chOff x="627" y="3377"/>
              <a:chExt cx="480" cy="112"/>
            </a:xfrm>
          </p:grpSpPr>
          <p:sp>
            <p:nvSpPr>
              <p:cNvPr id="1438" name="Rectangle 335">
                <a:extLst>
                  <a:ext uri="{FF2B5EF4-FFF2-40B4-BE49-F238E27FC236}">
                    <a16:creationId xmlns:a16="http://schemas.microsoft.com/office/drawing/2014/main" id="{43BF521B-C604-944A-8712-1E6D618DD6F1}"/>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9" name="Rectangle 336">
                <a:extLst>
                  <a:ext uri="{FF2B5EF4-FFF2-40B4-BE49-F238E27FC236}">
                    <a16:creationId xmlns:a16="http://schemas.microsoft.com/office/drawing/2014/main" id="{5DD50717-750D-C440-911C-0F048BF11E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21" name="Group 360">
              <a:extLst>
                <a:ext uri="{FF2B5EF4-FFF2-40B4-BE49-F238E27FC236}">
                  <a16:creationId xmlns:a16="http://schemas.microsoft.com/office/drawing/2014/main" id="{E57035F4-47DE-374E-88DF-0E40274A1BE8}"/>
                </a:ext>
              </a:extLst>
            </p:cNvPr>
            <p:cNvGrpSpPr>
              <a:grpSpLocks/>
            </p:cNvGrpSpPr>
            <p:nvPr/>
          </p:nvGrpSpPr>
          <p:grpSpPr bwMode="auto">
            <a:xfrm>
              <a:off x="2534" y="3531"/>
              <a:ext cx="325" cy="154"/>
              <a:chOff x="844" y="3337"/>
              <a:chExt cx="325" cy="154"/>
            </a:xfrm>
          </p:grpSpPr>
          <p:sp>
            <p:nvSpPr>
              <p:cNvPr id="1436" name="Rectangle 361">
                <a:extLst>
                  <a:ext uri="{FF2B5EF4-FFF2-40B4-BE49-F238E27FC236}">
                    <a16:creationId xmlns:a16="http://schemas.microsoft.com/office/drawing/2014/main" id="{A4B5DAF7-F3AE-4E49-882A-B6B9DF79467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7" name="Text Box 362">
                <a:extLst>
                  <a:ext uri="{FF2B5EF4-FFF2-40B4-BE49-F238E27FC236}">
                    <a16:creationId xmlns:a16="http://schemas.microsoft.com/office/drawing/2014/main" id="{A6FC6CE1-9969-BB45-B842-8352A46F944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22" name="Group 461">
              <a:extLst>
                <a:ext uri="{FF2B5EF4-FFF2-40B4-BE49-F238E27FC236}">
                  <a16:creationId xmlns:a16="http://schemas.microsoft.com/office/drawing/2014/main" id="{945F125E-4877-4C4F-B8B3-80B0B4558002}"/>
                </a:ext>
              </a:extLst>
            </p:cNvPr>
            <p:cNvGrpSpPr>
              <a:grpSpLocks/>
            </p:cNvGrpSpPr>
            <p:nvPr/>
          </p:nvGrpSpPr>
          <p:grpSpPr bwMode="auto">
            <a:xfrm>
              <a:off x="2256" y="4017"/>
              <a:ext cx="681" cy="154"/>
              <a:chOff x="-341" y="3180"/>
              <a:chExt cx="681" cy="154"/>
            </a:xfrm>
          </p:grpSpPr>
          <p:sp>
            <p:nvSpPr>
              <p:cNvPr id="1423" name="Rectangle 457">
                <a:extLst>
                  <a:ext uri="{FF2B5EF4-FFF2-40B4-BE49-F238E27FC236}">
                    <a16:creationId xmlns:a16="http://schemas.microsoft.com/office/drawing/2014/main" id="{96F48ABE-9A07-9745-8CD8-1838BDF3E5B4}"/>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24" name="Group 445">
                <a:extLst>
                  <a:ext uri="{FF2B5EF4-FFF2-40B4-BE49-F238E27FC236}">
                    <a16:creationId xmlns:a16="http://schemas.microsoft.com/office/drawing/2014/main" id="{1AC9A35B-D88E-304C-8099-6944F5F11299}"/>
                  </a:ext>
                </a:extLst>
              </p:cNvPr>
              <p:cNvGrpSpPr>
                <a:grpSpLocks/>
              </p:cNvGrpSpPr>
              <p:nvPr/>
            </p:nvGrpSpPr>
            <p:grpSpPr bwMode="auto">
              <a:xfrm>
                <a:off x="-222" y="3180"/>
                <a:ext cx="492" cy="154"/>
                <a:chOff x="723" y="3453"/>
                <a:chExt cx="492" cy="154"/>
              </a:xfrm>
            </p:grpSpPr>
            <p:grpSp>
              <p:nvGrpSpPr>
                <p:cNvPr id="1427" name="Group 446">
                  <a:extLst>
                    <a:ext uri="{FF2B5EF4-FFF2-40B4-BE49-F238E27FC236}">
                      <a16:creationId xmlns:a16="http://schemas.microsoft.com/office/drawing/2014/main" id="{DB702BD7-8957-2C44-A226-AF80D4754C7E}"/>
                    </a:ext>
                  </a:extLst>
                </p:cNvPr>
                <p:cNvGrpSpPr>
                  <a:grpSpLocks/>
                </p:cNvGrpSpPr>
                <p:nvPr/>
              </p:nvGrpSpPr>
              <p:grpSpPr bwMode="auto">
                <a:xfrm>
                  <a:off x="836" y="3453"/>
                  <a:ext cx="379" cy="154"/>
                  <a:chOff x="836" y="3305"/>
                  <a:chExt cx="379" cy="154"/>
                </a:xfrm>
              </p:grpSpPr>
              <p:grpSp>
                <p:nvGrpSpPr>
                  <p:cNvPr id="1430" name="Group 447">
                    <a:extLst>
                      <a:ext uri="{FF2B5EF4-FFF2-40B4-BE49-F238E27FC236}">
                        <a16:creationId xmlns:a16="http://schemas.microsoft.com/office/drawing/2014/main" id="{F6B64FB3-38BD-6B4E-8E78-9C99B1A82B65}"/>
                      </a:ext>
                    </a:extLst>
                  </p:cNvPr>
                  <p:cNvGrpSpPr>
                    <a:grpSpLocks/>
                  </p:cNvGrpSpPr>
                  <p:nvPr/>
                </p:nvGrpSpPr>
                <p:grpSpPr bwMode="auto">
                  <a:xfrm>
                    <a:off x="890" y="3305"/>
                    <a:ext cx="325" cy="154"/>
                    <a:chOff x="844" y="3337"/>
                    <a:chExt cx="325" cy="154"/>
                  </a:xfrm>
                </p:grpSpPr>
                <p:sp>
                  <p:nvSpPr>
                    <p:cNvPr id="1434" name="Rectangle 448">
                      <a:extLst>
                        <a:ext uri="{FF2B5EF4-FFF2-40B4-BE49-F238E27FC236}">
                          <a16:creationId xmlns:a16="http://schemas.microsoft.com/office/drawing/2014/main" id="{F1F639F6-C05B-494B-8B4D-1888EBE26A4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5" name="Text Box 449">
                      <a:extLst>
                        <a:ext uri="{FF2B5EF4-FFF2-40B4-BE49-F238E27FC236}">
                          <a16:creationId xmlns:a16="http://schemas.microsoft.com/office/drawing/2014/main" id="{949DB487-3E28-E144-AC2C-1C40E26D3345}"/>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31" name="Group 450">
                    <a:extLst>
                      <a:ext uri="{FF2B5EF4-FFF2-40B4-BE49-F238E27FC236}">
                        <a16:creationId xmlns:a16="http://schemas.microsoft.com/office/drawing/2014/main" id="{6E6B73B0-D0C2-7D46-92E5-29ADF12876D1}"/>
                      </a:ext>
                    </a:extLst>
                  </p:cNvPr>
                  <p:cNvGrpSpPr>
                    <a:grpSpLocks/>
                  </p:cNvGrpSpPr>
                  <p:nvPr/>
                </p:nvGrpSpPr>
                <p:grpSpPr bwMode="auto">
                  <a:xfrm>
                    <a:off x="836" y="3334"/>
                    <a:ext cx="354" cy="94"/>
                    <a:chOff x="836" y="3334"/>
                    <a:chExt cx="354" cy="94"/>
                  </a:xfrm>
                </p:grpSpPr>
                <p:sp>
                  <p:nvSpPr>
                    <p:cNvPr id="1432" name="Rectangle 451">
                      <a:extLst>
                        <a:ext uri="{FF2B5EF4-FFF2-40B4-BE49-F238E27FC236}">
                          <a16:creationId xmlns:a16="http://schemas.microsoft.com/office/drawing/2014/main" id="{4C610DFE-363B-F74F-BA64-A87F67D852D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3" name="Rectangle 452">
                      <a:extLst>
                        <a:ext uri="{FF2B5EF4-FFF2-40B4-BE49-F238E27FC236}">
                          <a16:creationId xmlns:a16="http://schemas.microsoft.com/office/drawing/2014/main" id="{86A71122-100D-224A-9DBF-53DE8D970F3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28" name="Rectangle 453">
                  <a:extLst>
                    <a:ext uri="{FF2B5EF4-FFF2-40B4-BE49-F238E27FC236}">
                      <a16:creationId xmlns:a16="http://schemas.microsoft.com/office/drawing/2014/main" id="{9BCD973F-4C32-9E44-994F-5153EE8D037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9" name="Rectangle 454">
                  <a:extLst>
                    <a:ext uri="{FF2B5EF4-FFF2-40B4-BE49-F238E27FC236}">
                      <a16:creationId xmlns:a16="http://schemas.microsoft.com/office/drawing/2014/main" id="{852A6FFA-C875-754E-8259-955A85131090}"/>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25" name="Rectangle 455">
                <a:extLst>
                  <a:ext uri="{FF2B5EF4-FFF2-40B4-BE49-F238E27FC236}">
                    <a16:creationId xmlns:a16="http://schemas.microsoft.com/office/drawing/2014/main" id="{86F66628-5236-984B-B9C7-68FAFC46A06B}"/>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6" name="Rectangle 456">
                <a:extLst>
                  <a:ext uri="{FF2B5EF4-FFF2-40B4-BE49-F238E27FC236}">
                    <a16:creationId xmlns:a16="http://schemas.microsoft.com/office/drawing/2014/main" id="{7831360A-68BA-9C48-8798-45611A8924A9}"/>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51" name="Group 462">
            <a:extLst>
              <a:ext uri="{FF2B5EF4-FFF2-40B4-BE49-F238E27FC236}">
                <a16:creationId xmlns:a16="http://schemas.microsoft.com/office/drawing/2014/main" id="{0D9DBC59-E587-F447-95DB-826B98FC265E}"/>
              </a:ext>
            </a:extLst>
          </p:cNvPr>
          <p:cNvGrpSpPr>
            <a:grpSpLocks/>
          </p:cNvGrpSpPr>
          <p:nvPr/>
        </p:nvGrpSpPr>
        <p:grpSpPr bwMode="auto">
          <a:xfrm>
            <a:off x="668338" y="5013325"/>
            <a:ext cx="1081087" cy="244475"/>
            <a:chOff x="-341" y="3180"/>
            <a:chExt cx="681" cy="154"/>
          </a:xfrm>
        </p:grpSpPr>
        <p:sp>
          <p:nvSpPr>
            <p:cNvPr id="1452" name="Rectangle 463">
              <a:extLst>
                <a:ext uri="{FF2B5EF4-FFF2-40B4-BE49-F238E27FC236}">
                  <a16:creationId xmlns:a16="http://schemas.microsoft.com/office/drawing/2014/main" id="{A49E1639-B461-5B40-A731-1377E431558B}"/>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53" name="Group 464">
              <a:extLst>
                <a:ext uri="{FF2B5EF4-FFF2-40B4-BE49-F238E27FC236}">
                  <a16:creationId xmlns:a16="http://schemas.microsoft.com/office/drawing/2014/main" id="{D5FA2E0E-0A78-F049-BE06-25BFB15F0DB1}"/>
                </a:ext>
              </a:extLst>
            </p:cNvPr>
            <p:cNvGrpSpPr>
              <a:grpSpLocks/>
            </p:cNvGrpSpPr>
            <p:nvPr/>
          </p:nvGrpSpPr>
          <p:grpSpPr bwMode="auto">
            <a:xfrm>
              <a:off x="-222" y="3180"/>
              <a:ext cx="492" cy="154"/>
              <a:chOff x="723" y="3453"/>
              <a:chExt cx="492" cy="154"/>
            </a:xfrm>
          </p:grpSpPr>
          <p:grpSp>
            <p:nvGrpSpPr>
              <p:cNvPr id="1456" name="Group 465">
                <a:extLst>
                  <a:ext uri="{FF2B5EF4-FFF2-40B4-BE49-F238E27FC236}">
                    <a16:creationId xmlns:a16="http://schemas.microsoft.com/office/drawing/2014/main" id="{8A2C9457-2B63-E445-A642-A19BC33E7DCD}"/>
                  </a:ext>
                </a:extLst>
              </p:cNvPr>
              <p:cNvGrpSpPr>
                <a:grpSpLocks/>
              </p:cNvGrpSpPr>
              <p:nvPr/>
            </p:nvGrpSpPr>
            <p:grpSpPr bwMode="auto">
              <a:xfrm>
                <a:off x="836" y="3453"/>
                <a:ext cx="379" cy="154"/>
                <a:chOff x="836" y="3305"/>
                <a:chExt cx="379" cy="154"/>
              </a:xfrm>
            </p:grpSpPr>
            <p:grpSp>
              <p:nvGrpSpPr>
                <p:cNvPr id="1459" name="Group 466">
                  <a:extLst>
                    <a:ext uri="{FF2B5EF4-FFF2-40B4-BE49-F238E27FC236}">
                      <a16:creationId xmlns:a16="http://schemas.microsoft.com/office/drawing/2014/main" id="{0ED7C792-6D2F-7244-AE5D-4733C0D41C0A}"/>
                    </a:ext>
                  </a:extLst>
                </p:cNvPr>
                <p:cNvGrpSpPr>
                  <a:grpSpLocks/>
                </p:cNvGrpSpPr>
                <p:nvPr/>
              </p:nvGrpSpPr>
              <p:grpSpPr bwMode="auto">
                <a:xfrm>
                  <a:off x="890" y="3305"/>
                  <a:ext cx="325" cy="154"/>
                  <a:chOff x="844" y="3337"/>
                  <a:chExt cx="325" cy="154"/>
                </a:xfrm>
              </p:grpSpPr>
              <p:sp>
                <p:nvSpPr>
                  <p:cNvPr id="1463" name="Rectangle 467">
                    <a:extLst>
                      <a:ext uri="{FF2B5EF4-FFF2-40B4-BE49-F238E27FC236}">
                        <a16:creationId xmlns:a16="http://schemas.microsoft.com/office/drawing/2014/main" id="{AB75B8C7-1B46-B54B-BDB3-1BAFD73A47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4" name="Text Box 468">
                    <a:extLst>
                      <a:ext uri="{FF2B5EF4-FFF2-40B4-BE49-F238E27FC236}">
                        <a16:creationId xmlns:a16="http://schemas.microsoft.com/office/drawing/2014/main" id="{F3F7FB78-D532-E842-8C80-77FEABCA4D3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60" name="Group 469">
                  <a:extLst>
                    <a:ext uri="{FF2B5EF4-FFF2-40B4-BE49-F238E27FC236}">
                      <a16:creationId xmlns:a16="http://schemas.microsoft.com/office/drawing/2014/main" id="{416C1FF9-E113-504D-9EE2-4327347FD8CF}"/>
                    </a:ext>
                  </a:extLst>
                </p:cNvPr>
                <p:cNvGrpSpPr>
                  <a:grpSpLocks/>
                </p:cNvGrpSpPr>
                <p:nvPr/>
              </p:nvGrpSpPr>
              <p:grpSpPr bwMode="auto">
                <a:xfrm>
                  <a:off x="836" y="3334"/>
                  <a:ext cx="354" cy="94"/>
                  <a:chOff x="836" y="3334"/>
                  <a:chExt cx="354" cy="94"/>
                </a:xfrm>
              </p:grpSpPr>
              <p:sp>
                <p:nvSpPr>
                  <p:cNvPr id="1461" name="Rectangle 470">
                    <a:extLst>
                      <a:ext uri="{FF2B5EF4-FFF2-40B4-BE49-F238E27FC236}">
                        <a16:creationId xmlns:a16="http://schemas.microsoft.com/office/drawing/2014/main" id="{DE3A100E-198F-E448-AA6A-4DF941945BB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2" name="Rectangle 471">
                    <a:extLst>
                      <a:ext uri="{FF2B5EF4-FFF2-40B4-BE49-F238E27FC236}">
                        <a16:creationId xmlns:a16="http://schemas.microsoft.com/office/drawing/2014/main" id="{A7D239DD-5743-5846-B6BE-3318EA79F347}"/>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57" name="Rectangle 472">
                <a:extLst>
                  <a:ext uri="{FF2B5EF4-FFF2-40B4-BE49-F238E27FC236}">
                    <a16:creationId xmlns:a16="http://schemas.microsoft.com/office/drawing/2014/main" id="{731ADE56-4682-664C-BC51-BB88883F01F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8" name="Rectangle 473">
                <a:extLst>
                  <a:ext uri="{FF2B5EF4-FFF2-40B4-BE49-F238E27FC236}">
                    <a16:creationId xmlns:a16="http://schemas.microsoft.com/office/drawing/2014/main" id="{547100D8-7A3A-1D41-9B15-FFBF05B773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54" name="Rectangle 474">
              <a:extLst>
                <a:ext uri="{FF2B5EF4-FFF2-40B4-BE49-F238E27FC236}">
                  <a16:creationId xmlns:a16="http://schemas.microsoft.com/office/drawing/2014/main" id="{886DAE83-F1EB-BC48-B19C-265C33E86DBC}"/>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5" name="Rectangle 475">
              <a:extLst>
                <a:ext uri="{FF2B5EF4-FFF2-40B4-BE49-F238E27FC236}">
                  <a16:creationId xmlns:a16="http://schemas.microsoft.com/office/drawing/2014/main" id="{E6874F5F-698C-3C4C-B3C1-75898F0DDF21}"/>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65" name="Picture 478">
            <a:extLst>
              <a:ext uri="{FF2B5EF4-FFF2-40B4-BE49-F238E27FC236}">
                <a16:creationId xmlns:a16="http://schemas.microsoft.com/office/drawing/2014/main" id="{D1685B0C-7F85-E147-A4EA-AFA2AE2151C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44776" y="2632037"/>
            <a:ext cx="639182" cy="395101"/>
          </a:xfrm>
          <a:prstGeom prst="rect">
            <a:avLst/>
          </a:prstGeom>
          <a:noFill/>
          <a:ln w="1905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1466" name="Rectangle 480">
            <a:extLst>
              <a:ext uri="{FF2B5EF4-FFF2-40B4-BE49-F238E27FC236}">
                <a16:creationId xmlns:a16="http://schemas.microsoft.com/office/drawing/2014/main" id="{E8C6E2EE-B2B4-8144-9BCC-BFAF064D134F}"/>
              </a:ext>
            </a:extLst>
          </p:cNvPr>
          <p:cNvSpPr>
            <a:spLocks noChangeArrowheads="1"/>
          </p:cNvSpPr>
          <p:nvPr/>
        </p:nvSpPr>
        <p:spPr bwMode="auto">
          <a:xfrm>
            <a:off x="2344747" y="1988349"/>
            <a:ext cx="2595553"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8125" indent="-187325" eaLnBrk="0" fontAlgn="base" hangingPunct="0">
              <a:lnSpc>
                <a:spcPct val="90000"/>
              </a:lnSpc>
              <a:spcBef>
                <a:spcPct val="20000"/>
              </a:spcBef>
              <a:spcAft>
                <a:spcPct val="0"/>
              </a:spcAft>
              <a:buClr>
                <a:srgbClr val="000099"/>
              </a:buClr>
              <a:buSzPct val="100000"/>
              <a:buFont typeface="Wingdings" charset="2"/>
              <a:buChar char="§"/>
              <a:defRPr/>
            </a:pPr>
            <a:r>
              <a:rPr lang="en-US" sz="2000" dirty="0">
                <a:solidFill>
                  <a:srgbClr val="000000"/>
                </a:solidFill>
                <a:ea typeface="ＭＳ Ｐゴシック" charset="0"/>
              </a:rPr>
              <a:t>web page </a:t>
            </a:r>
            <a:r>
              <a:rPr lang="en-US" sz="2000" i="1" dirty="0">
                <a:solidFill>
                  <a:srgbClr val="C00000"/>
                </a:solidFill>
                <a:ea typeface="ＭＳ Ｐゴシック" charset="0"/>
              </a:rPr>
              <a:t>finally (!!!) </a:t>
            </a:r>
            <a:r>
              <a:rPr lang="en-US" sz="2000" dirty="0">
                <a:solidFill>
                  <a:srgbClr val="000000"/>
                </a:solidFill>
                <a:ea typeface="ＭＳ Ｐゴシック" charset="0"/>
              </a:rPr>
              <a:t>displayed</a:t>
            </a:r>
          </a:p>
        </p:txBody>
      </p:sp>
    </p:spTree>
    <p:extLst>
      <p:ext uri="{BB962C8B-B14F-4D97-AF65-F5344CB8AC3E}">
        <p14:creationId xmlns:p14="http://schemas.microsoft.com/office/powerpoint/2010/main" val="5042880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325"/>
                                        </p:tgtEl>
                                        <p:attrNameLst>
                                          <p:attrName>style.visibility</p:attrName>
                                        </p:attrNameLst>
                                      </p:cBhvr>
                                      <p:to>
                                        <p:strVal val="visible"/>
                                      </p:to>
                                    </p:set>
                                    <p:animEffect transition="in" filter="wipe(up)">
                                      <p:cBhvr>
                                        <p:cTn id="11" dur="500"/>
                                        <p:tgtEl>
                                          <p:spTgt spid="1325"/>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725"/>
                                        </p:tgtEl>
                                        <p:attrNameLst>
                                          <p:attrName>style.visibility</p:attrName>
                                        </p:attrNameLst>
                                      </p:cBhvr>
                                      <p:to>
                                        <p:strVal val="visible"/>
                                      </p:to>
                                    </p:set>
                                    <p:animEffect transition="in" filter="wipe(down)">
                                      <p:cBhvr>
                                        <p:cTn id="15" dur="1000"/>
                                        <p:tgtEl>
                                          <p:spTgt spid="72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1336"/>
                                        </p:tgtEl>
                                        <p:attrNameLst>
                                          <p:attrName>style.visibility</p:attrName>
                                        </p:attrNameLst>
                                      </p:cBhvr>
                                      <p:to>
                                        <p:strVal val="visible"/>
                                      </p:to>
                                    </p:set>
                                    <p:animEffect transition="in" filter="wipe(up)">
                                      <p:cBhvr>
                                        <p:cTn id="20" dur="500"/>
                                        <p:tgtEl>
                                          <p:spTgt spid="1336"/>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30"/>
                                        </p:tgtEl>
                                        <p:attrNameLst>
                                          <p:attrName>style.visibility</p:attrName>
                                        </p:attrNameLst>
                                      </p:cBhvr>
                                      <p:to>
                                        <p:strVal val="visible"/>
                                      </p:to>
                                    </p:set>
                                    <p:animEffect transition="in" filter="dissolve">
                                      <p:cBhvr>
                                        <p:cTn id="23" dur="500"/>
                                        <p:tgtEl>
                                          <p:spTgt spid="1330"/>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1368"/>
                                        </p:tgtEl>
                                        <p:attrNameLst>
                                          <p:attrName>style.visibility</p:attrName>
                                        </p:attrNameLst>
                                      </p:cBhvr>
                                      <p:to>
                                        <p:strVal val="visible"/>
                                      </p:to>
                                    </p:set>
                                  </p:childTnLst>
                                </p:cTn>
                              </p:par>
                              <p:par>
                                <p:cTn id="28" presetID="9" presetClass="entr" presetSubtype="0" fill="hold" grpId="0" nodeType="withEffect">
                                  <p:stCondLst>
                                    <p:cond delay="0"/>
                                  </p:stCondLst>
                                  <p:childTnLst>
                                    <p:set>
                                      <p:cBhvr>
                                        <p:cTn id="29" dur="1" fill="hold">
                                          <p:stCondLst>
                                            <p:cond delay="0"/>
                                          </p:stCondLst>
                                        </p:cTn>
                                        <p:tgtEl>
                                          <p:spTgt spid="1331"/>
                                        </p:tgtEl>
                                        <p:attrNameLst>
                                          <p:attrName>style.visibility</p:attrName>
                                        </p:attrNameLst>
                                      </p:cBhvr>
                                      <p:to>
                                        <p:strVal val="visible"/>
                                      </p:to>
                                    </p:set>
                                    <p:animEffect transition="in" filter="dissolve">
                                      <p:cBhvr>
                                        <p:cTn id="30" dur="500"/>
                                        <p:tgtEl>
                                          <p:spTgt spid="1331"/>
                                        </p:tgtEl>
                                      </p:cBhvr>
                                    </p:animEffect>
                                  </p:childTnLst>
                                </p:cTn>
                              </p:par>
                              <p:par>
                                <p:cTn id="31" presetID="9" presetClass="exit" presetSubtype="0" fill="hold" nodeType="withEffect">
                                  <p:stCondLst>
                                    <p:cond delay="0"/>
                                  </p:stCondLst>
                                  <p:childTnLst>
                                    <p:animEffect transition="out" filter="dissolve">
                                      <p:cBhvr>
                                        <p:cTn id="32" dur="500"/>
                                        <p:tgtEl>
                                          <p:spTgt spid="1336"/>
                                        </p:tgtEl>
                                      </p:cBhvr>
                                    </p:animEffect>
                                    <p:set>
                                      <p:cBhvr>
                                        <p:cTn id="33" dur="1" fill="hold">
                                          <p:stCondLst>
                                            <p:cond delay="499"/>
                                          </p:stCondLst>
                                        </p:cTn>
                                        <p:tgtEl>
                                          <p:spTgt spid="1336"/>
                                        </p:tgtEl>
                                        <p:attrNameLst>
                                          <p:attrName>style.visibility</p:attrName>
                                        </p:attrNameLst>
                                      </p:cBhvr>
                                      <p:to>
                                        <p:strVal val="hidden"/>
                                      </p:to>
                                    </p:set>
                                  </p:childTnLst>
                                </p:cTn>
                              </p:par>
                              <p:par>
                                <p:cTn id="34" presetID="9" presetClass="exit" presetSubtype="0" fill="hold" nodeType="withEffect">
                                  <p:stCondLst>
                                    <p:cond delay="0"/>
                                  </p:stCondLst>
                                  <p:childTnLst>
                                    <p:animEffect transition="out" filter="dissolve">
                                      <p:cBhvr>
                                        <p:cTn id="35" dur="500"/>
                                        <p:tgtEl>
                                          <p:spTgt spid="1325"/>
                                        </p:tgtEl>
                                      </p:cBhvr>
                                    </p:animEffect>
                                    <p:set>
                                      <p:cBhvr>
                                        <p:cTn id="36" dur="1" fill="hold">
                                          <p:stCondLst>
                                            <p:cond delay="499"/>
                                          </p:stCondLst>
                                        </p:cTn>
                                        <p:tgtEl>
                                          <p:spTgt spid="1325"/>
                                        </p:tgtEl>
                                        <p:attrNameLst>
                                          <p:attrName>style.visibility</p:attrName>
                                        </p:attrNameLst>
                                      </p:cBhvr>
                                      <p:to>
                                        <p:strVal val="hidden"/>
                                      </p:to>
                                    </p:set>
                                  </p:childTnLst>
                                </p:cTn>
                              </p:par>
                            </p:childTnLst>
                          </p:cTn>
                        </p:par>
                        <p:par>
                          <p:cTn id="37" fill="hold">
                            <p:stCondLst>
                              <p:cond delay="500"/>
                            </p:stCondLst>
                            <p:childTnLst>
                              <p:par>
                                <p:cTn id="38" presetID="0" presetClass="path" presetSubtype="0" accel="50000" decel="50000" fill="hold" nodeType="afterEffect">
                                  <p:stCondLst>
                                    <p:cond delay="0"/>
                                  </p:stCondLst>
                                  <p:childTnLst>
                                    <p:animMotion origin="layout" path="M 3.75E-6 -4.44444E-6 L 3.75E-6 0.07338 L 0.29205 0.06899 L 0.19596 0.25764 L 0.41562 0.11088 L 0.26731 0.51227 C 0.18945 0.51459 0.11744 0.50787 0.03971 0.50996 L 0.03971 0.38079 " pathEditMode="relative" rAng="0" ptsTypes="AAAAAAAA">
                                      <p:cBhvr>
                                        <p:cTn id="39" dur="3000" fill="hold"/>
                                        <p:tgtEl>
                                          <p:spTgt spid="1368"/>
                                        </p:tgtEl>
                                        <p:attrNameLst>
                                          <p:attrName>ppt_x</p:attrName>
                                          <p:attrName>ppt_y</p:attrName>
                                        </p:attrNameLst>
                                      </p:cBhvr>
                                      <p:rCtr x="20781" y="25625"/>
                                    </p:animMotion>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nodeType="clickEffect">
                                  <p:stCondLst>
                                    <p:cond delay="0"/>
                                  </p:stCondLst>
                                  <p:childTnLst>
                                    <p:set>
                                      <p:cBhvr>
                                        <p:cTn id="43" dur="1" fill="hold">
                                          <p:stCondLst>
                                            <p:cond delay="0"/>
                                          </p:stCondLst>
                                        </p:cTn>
                                        <p:tgtEl>
                                          <p:spTgt spid="1382"/>
                                        </p:tgtEl>
                                        <p:attrNameLst>
                                          <p:attrName>style.visibility</p:attrName>
                                        </p:attrNameLst>
                                      </p:cBhvr>
                                      <p:to>
                                        <p:strVal val="visible"/>
                                      </p:to>
                                    </p:set>
                                    <p:animEffect transition="in" filter="wipe(down)">
                                      <p:cBhvr>
                                        <p:cTn id="44" dur="500"/>
                                        <p:tgtEl>
                                          <p:spTgt spid="1382"/>
                                        </p:tgtEl>
                                      </p:cBhvr>
                                    </p:animEffect>
                                  </p:childTnLst>
                                </p:cTn>
                              </p:par>
                              <p:par>
                                <p:cTn id="45" presetID="9" presetClass="exit" presetSubtype="0" fill="hold" nodeType="withEffect">
                                  <p:stCondLst>
                                    <p:cond delay="0"/>
                                  </p:stCondLst>
                                  <p:childTnLst>
                                    <p:animEffect transition="out" filter="dissolve">
                                      <p:cBhvr>
                                        <p:cTn id="46" dur="500"/>
                                        <p:tgtEl>
                                          <p:spTgt spid="1368"/>
                                        </p:tgtEl>
                                      </p:cBhvr>
                                    </p:animEffect>
                                    <p:set>
                                      <p:cBhvr>
                                        <p:cTn id="47" dur="1" fill="hold">
                                          <p:stCondLst>
                                            <p:cond delay="499"/>
                                          </p:stCondLst>
                                        </p:cTn>
                                        <p:tgtEl>
                                          <p:spTgt spid="1368"/>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9" presetClass="exit" presetSubtype="0" fill="hold" nodeType="clickEffect">
                                  <p:stCondLst>
                                    <p:cond delay="0"/>
                                  </p:stCondLst>
                                  <p:childTnLst>
                                    <p:animEffect transition="out" filter="dissolve">
                                      <p:cBhvr>
                                        <p:cTn id="51" dur="500"/>
                                        <p:tgtEl>
                                          <p:spTgt spid="1382"/>
                                        </p:tgtEl>
                                      </p:cBhvr>
                                    </p:animEffect>
                                    <p:set>
                                      <p:cBhvr>
                                        <p:cTn id="52" dur="1" fill="hold">
                                          <p:stCondLst>
                                            <p:cond delay="499"/>
                                          </p:stCondLst>
                                        </p:cTn>
                                        <p:tgtEl>
                                          <p:spTgt spid="1382"/>
                                        </p:tgtEl>
                                        <p:attrNameLst>
                                          <p:attrName>style.visibility</p:attrName>
                                        </p:attrNameLst>
                                      </p:cBhvr>
                                      <p:to>
                                        <p:strVal val="hidden"/>
                                      </p:to>
                                    </p:set>
                                  </p:childTnLst>
                                </p:cTn>
                              </p:par>
                            </p:childTnLst>
                          </p:cTn>
                        </p:par>
                        <p:par>
                          <p:cTn id="53" fill="hold">
                            <p:stCondLst>
                              <p:cond delay="500"/>
                            </p:stCondLst>
                            <p:childTnLst>
                              <p:par>
                                <p:cTn id="54" presetID="22" presetClass="entr" presetSubtype="1" fill="hold" nodeType="afterEffect">
                                  <p:stCondLst>
                                    <p:cond delay="0"/>
                                  </p:stCondLst>
                                  <p:childTnLst>
                                    <p:set>
                                      <p:cBhvr>
                                        <p:cTn id="55" dur="1" fill="hold">
                                          <p:stCondLst>
                                            <p:cond delay="0"/>
                                          </p:stCondLst>
                                        </p:cTn>
                                        <p:tgtEl>
                                          <p:spTgt spid="1382"/>
                                        </p:tgtEl>
                                        <p:attrNameLst>
                                          <p:attrName>style.visibility</p:attrName>
                                        </p:attrNameLst>
                                      </p:cBhvr>
                                      <p:to>
                                        <p:strVal val="visible"/>
                                      </p:to>
                                    </p:set>
                                    <p:animEffect transition="in" filter="wipe(up)">
                                      <p:cBhvr>
                                        <p:cTn id="56" dur="500"/>
                                        <p:tgtEl>
                                          <p:spTgt spid="1382"/>
                                        </p:tgtEl>
                                      </p:cBhvr>
                                    </p:animEffect>
                                  </p:childTnLst>
                                </p:cTn>
                              </p:par>
                              <p:par>
                                <p:cTn id="57" presetID="9" presetClass="entr" presetSubtype="0" fill="hold" grpId="0" nodeType="withEffect">
                                  <p:stCondLst>
                                    <p:cond delay="0"/>
                                  </p:stCondLst>
                                  <p:childTnLst>
                                    <p:set>
                                      <p:cBhvr>
                                        <p:cTn id="58" dur="1" fill="hold">
                                          <p:stCondLst>
                                            <p:cond delay="0"/>
                                          </p:stCondLst>
                                        </p:cTn>
                                        <p:tgtEl>
                                          <p:spTgt spid="1335"/>
                                        </p:tgtEl>
                                        <p:attrNameLst>
                                          <p:attrName>style.visibility</p:attrName>
                                        </p:attrNameLst>
                                      </p:cBhvr>
                                      <p:to>
                                        <p:strVal val="visible"/>
                                      </p:to>
                                    </p:set>
                                    <p:animEffect transition="in" filter="dissolve">
                                      <p:cBhvr>
                                        <p:cTn id="59" dur="500"/>
                                        <p:tgtEl>
                                          <p:spTgt spid="1335"/>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1451"/>
                                        </p:tgtEl>
                                        <p:attrNameLst>
                                          <p:attrName>style.visibility</p:attrName>
                                        </p:attrNameLst>
                                      </p:cBhvr>
                                      <p:to>
                                        <p:strVal val="visible"/>
                                      </p:to>
                                    </p:set>
                                    <p:animEffect transition="in" filter="dissolve">
                                      <p:cBhvr>
                                        <p:cTn id="64" dur="500"/>
                                        <p:tgtEl>
                                          <p:spTgt spid="1451"/>
                                        </p:tgtEl>
                                      </p:cBhvr>
                                    </p:animEffect>
                                  </p:childTnLst>
                                </p:cTn>
                              </p:par>
                              <p:par>
                                <p:cTn id="65" presetID="9" presetClass="exit" presetSubtype="0" fill="hold" nodeType="withEffect">
                                  <p:stCondLst>
                                    <p:cond delay="0"/>
                                  </p:stCondLst>
                                  <p:childTnLst>
                                    <p:animEffect transition="out" filter="dissolve">
                                      <p:cBhvr>
                                        <p:cTn id="66" dur="500"/>
                                        <p:tgtEl>
                                          <p:spTgt spid="1382"/>
                                        </p:tgtEl>
                                      </p:cBhvr>
                                    </p:animEffect>
                                    <p:set>
                                      <p:cBhvr>
                                        <p:cTn id="67" dur="1" fill="hold">
                                          <p:stCondLst>
                                            <p:cond delay="499"/>
                                          </p:stCondLst>
                                        </p:cTn>
                                        <p:tgtEl>
                                          <p:spTgt spid="1382"/>
                                        </p:tgtEl>
                                        <p:attrNameLst>
                                          <p:attrName>style.visibility</p:attrName>
                                        </p:attrNameLst>
                                      </p:cBhvr>
                                      <p:to>
                                        <p:strVal val="hidden"/>
                                      </p:to>
                                    </p:set>
                                  </p:childTnLst>
                                </p:cTn>
                              </p:par>
                            </p:childTnLst>
                          </p:cTn>
                        </p:par>
                        <p:par>
                          <p:cTn id="68" fill="hold">
                            <p:stCondLst>
                              <p:cond delay="500"/>
                            </p:stCondLst>
                            <p:childTnLst>
                              <p:par>
                                <p:cTn id="69" presetID="0" presetClass="path" presetSubtype="0" accel="50000" decel="50000" fill="hold" nodeType="afterEffect">
                                  <p:stCondLst>
                                    <p:cond delay="0"/>
                                  </p:stCondLst>
                                  <p:childTnLst>
                                    <p:animMotion origin="layout" path="M -0.00078 -0.00023 C -0.00078 0.03264 -0.00143 0.06598 -0.00143 0.09908 L 0.23477 0.09699 L 0.37122 -0.27083 L 0.15104 -0.11944 L 0.25 -0.31666 L -0.03529 -0.31481 C -0.03594 -0.33078 -0.03529 -0.34143 -0.03529 -0.36342 C -0.03529 -0.38263 -0.03893 -0.35995 -0.03893 -0.37939 " pathEditMode="relative" rAng="0" ptsTypes="AAAAAAAAA">
                                      <p:cBhvr>
                                        <p:cTn id="70" dur="3000" fill="hold"/>
                                        <p:tgtEl>
                                          <p:spTgt spid="1451"/>
                                        </p:tgtEl>
                                        <p:attrNameLst>
                                          <p:attrName>ppt_x</p:attrName>
                                          <p:attrName>ppt_y</p:attrName>
                                        </p:attrNameLst>
                                      </p:cBhvr>
                                      <p:rCtr x="16693" y="-14005"/>
                                    </p:animMotion>
                                  </p:childTnLst>
                                </p:cTn>
                              </p:par>
                              <p:par>
                                <p:cTn id="71" presetID="9" presetClass="entr" presetSubtype="0" fill="hold" grpId="0" nodeType="withEffect">
                                  <p:stCondLst>
                                    <p:cond delay="0"/>
                                  </p:stCondLst>
                                  <p:childTnLst>
                                    <p:set>
                                      <p:cBhvr>
                                        <p:cTn id="72" dur="1" fill="hold">
                                          <p:stCondLst>
                                            <p:cond delay="0"/>
                                          </p:stCondLst>
                                        </p:cTn>
                                        <p:tgtEl>
                                          <p:spTgt spid="1332"/>
                                        </p:tgtEl>
                                        <p:attrNameLst>
                                          <p:attrName>style.visibility</p:attrName>
                                        </p:attrNameLst>
                                      </p:cBhvr>
                                      <p:to>
                                        <p:strVal val="visible"/>
                                      </p:to>
                                    </p:set>
                                    <p:animEffect transition="in" filter="dissolve">
                                      <p:cBhvr>
                                        <p:cTn id="73" dur="500"/>
                                        <p:tgtEl>
                                          <p:spTgt spid="1332"/>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xit" presetSubtype="0" fill="hold" nodeType="clickEffect">
                                  <p:stCondLst>
                                    <p:cond delay="0"/>
                                  </p:stCondLst>
                                  <p:childTnLst>
                                    <p:animEffect transition="out" filter="dissolve">
                                      <p:cBhvr>
                                        <p:cTn id="77" dur="500"/>
                                        <p:tgtEl>
                                          <p:spTgt spid="1451"/>
                                        </p:tgtEl>
                                      </p:cBhvr>
                                    </p:animEffect>
                                    <p:set>
                                      <p:cBhvr>
                                        <p:cTn id="78" dur="1" fill="hold">
                                          <p:stCondLst>
                                            <p:cond delay="499"/>
                                          </p:stCondLst>
                                        </p:cTn>
                                        <p:tgtEl>
                                          <p:spTgt spid="1451"/>
                                        </p:tgtEl>
                                        <p:attrNameLst>
                                          <p:attrName>style.visibility</p:attrName>
                                        </p:attrNameLst>
                                      </p:cBhvr>
                                      <p:to>
                                        <p:strVal val="hidden"/>
                                      </p:to>
                                    </p:set>
                                  </p:childTnLst>
                                </p:cTn>
                              </p:par>
                            </p:childTnLst>
                          </p:cTn>
                        </p:par>
                        <p:par>
                          <p:cTn id="79" fill="hold">
                            <p:stCondLst>
                              <p:cond delay="500"/>
                            </p:stCondLst>
                            <p:childTnLst>
                              <p:par>
                                <p:cTn id="80" presetID="22" presetClass="entr" presetSubtype="4" fill="hold" nodeType="afterEffect">
                                  <p:stCondLst>
                                    <p:cond delay="0"/>
                                  </p:stCondLst>
                                  <p:childTnLst>
                                    <p:set>
                                      <p:cBhvr>
                                        <p:cTn id="81" dur="1" fill="hold">
                                          <p:stCondLst>
                                            <p:cond delay="0"/>
                                          </p:stCondLst>
                                        </p:cTn>
                                        <p:tgtEl>
                                          <p:spTgt spid="1417"/>
                                        </p:tgtEl>
                                        <p:attrNameLst>
                                          <p:attrName>style.visibility</p:attrName>
                                        </p:attrNameLst>
                                      </p:cBhvr>
                                      <p:to>
                                        <p:strVal val="visible"/>
                                      </p:to>
                                    </p:set>
                                    <p:animEffect transition="in" filter="wipe(down)">
                                      <p:cBhvr>
                                        <p:cTn id="82" dur="500"/>
                                        <p:tgtEl>
                                          <p:spTgt spid="1417"/>
                                        </p:tgtEl>
                                      </p:cBhvr>
                                    </p:animEffect>
                                  </p:childTnLst>
                                </p:cTn>
                              </p:par>
                            </p:childTnLst>
                          </p:cTn>
                        </p:par>
                        <p:par>
                          <p:cTn id="83" fill="hold">
                            <p:stCondLst>
                              <p:cond delay="1000"/>
                            </p:stCondLst>
                            <p:childTnLst>
                              <p:par>
                                <p:cTn id="84" presetID="9" presetClass="entr" presetSubtype="0" fill="hold" nodeType="afterEffect">
                                  <p:stCondLst>
                                    <p:cond delay="0"/>
                                  </p:stCondLst>
                                  <p:childTnLst>
                                    <p:set>
                                      <p:cBhvr>
                                        <p:cTn id="85" dur="1" fill="hold">
                                          <p:stCondLst>
                                            <p:cond delay="0"/>
                                          </p:stCondLst>
                                        </p:cTn>
                                        <p:tgtEl>
                                          <p:spTgt spid="1465"/>
                                        </p:tgtEl>
                                        <p:attrNameLst>
                                          <p:attrName>style.visibility</p:attrName>
                                        </p:attrNameLst>
                                      </p:cBhvr>
                                      <p:to>
                                        <p:strVal val="visible"/>
                                      </p:to>
                                    </p:set>
                                    <p:animEffect transition="in" filter="dissolve">
                                      <p:cBhvr>
                                        <p:cTn id="86" dur="1000"/>
                                        <p:tgtEl>
                                          <p:spTgt spid="1465"/>
                                        </p:tgtEl>
                                      </p:cBhvr>
                                    </p:animEffect>
                                  </p:childTnLst>
                                </p:cTn>
                              </p:par>
                              <p:par>
                                <p:cTn id="87" presetID="1" presetClass="entr" presetSubtype="0" fill="hold" grpId="0" nodeType="withEffect">
                                  <p:stCondLst>
                                    <p:cond delay="0"/>
                                  </p:stCondLst>
                                  <p:childTnLst>
                                    <p:set>
                                      <p:cBhvr>
                                        <p:cTn id="88" dur="1" fill="hold">
                                          <p:stCondLst>
                                            <p:cond delay="0"/>
                                          </p:stCondLst>
                                        </p:cTn>
                                        <p:tgtEl>
                                          <p:spTgt spid="1466"/>
                                        </p:tgtEl>
                                        <p:attrNameLst>
                                          <p:attrName>style.visibility</p:attrName>
                                        </p:attrNameLst>
                                      </p:cBhvr>
                                      <p:to>
                                        <p:strVal val="visible"/>
                                      </p:to>
                                    </p:set>
                                  </p:childTnLst>
                                </p:cTn>
                              </p:par>
                            </p:childTnLst>
                          </p:cTn>
                        </p:par>
                        <p:par>
                          <p:cTn id="89" fill="hold">
                            <p:stCondLst>
                              <p:cond delay="2000"/>
                            </p:stCondLst>
                            <p:childTnLst>
                              <p:par>
                                <p:cTn id="90" presetID="9" presetClass="entr" presetSubtype="0" fill="hold" grpId="1" nodeType="afterEffect">
                                  <p:stCondLst>
                                    <p:cond delay="0"/>
                                  </p:stCondLst>
                                  <p:childTnLst>
                                    <p:set>
                                      <p:cBhvr>
                                        <p:cTn id="91" dur="1" fill="hold">
                                          <p:stCondLst>
                                            <p:cond delay="0"/>
                                          </p:stCondLst>
                                        </p:cTn>
                                        <p:tgtEl>
                                          <p:spTgt spid="1466"/>
                                        </p:tgtEl>
                                        <p:attrNameLst>
                                          <p:attrName>style.visibility</p:attrName>
                                        </p:attrNameLst>
                                      </p:cBhvr>
                                      <p:to>
                                        <p:strVal val="visible"/>
                                      </p:to>
                                    </p:set>
                                    <p:animEffect transition="in" filter="dissolve">
                                      <p:cBhvr>
                                        <p:cTn id="92" dur="500"/>
                                        <p:tgtEl>
                                          <p:spTgt spid="14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0" grpId="0"/>
      <p:bldP spid="1331" grpId="0"/>
      <p:bldP spid="1332" grpId="0"/>
      <p:bldP spid="1335" grpId="0"/>
      <p:bldP spid="1466" grpId="0"/>
      <p:bldP spid="1466" grpId="1"/>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25424</TotalTime>
  <Words>12697</Words>
  <Application>Microsoft Office PowerPoint</Application>
  <PresentationFormat>宽屏</PresentationFormat>
  <Paragraphs>2428</Paragraphs>
  <Slides>118</Slides>
  <Notes>111</Notes>
  <HiddenSlides>6</HiddenSlides>
  <MMClips>0</MMClips>
  <ScaleCrop>false</ScaleCrop>
  <HeadingPairs>
    <vt:vector size="8" baseType="variant">
      <vt:variant>
        <vt:lpstr>已用的字体</vt:lpstr>
      </vt:variant>
      <vt:variant>
        <vt:i4>15</vt:i4>
      </vt:variant>
      <vt:variant>
        <vt:lpstr>主题</vt:lpstr>
      </vt:variant>
      <vt:variant>
        <vt:i4>3</vt:i4>
      </vt:variant>
      <vt:variant>
        <vt:lpstr>嵌入 OLE 服务器</vt:lpstr>
      </vt:variant>
      <vt:variant>
        <vt:i4>1</vt:i4>
      </vt:variant>
      <vt:variant>
        <vt:lpstr>幻灯片标题</vt:lpstr>
      </vt:variant>
      <vt:variant>
        <vt:i4>118</vt:i4>
      </vt:variant>
    </vt:vector>
  </HeadingPairs>
  <TitlesOfParts>
    <vt:vector size="137" baseType="lpstr">
      <vt:lpstr>Courier</vt:lpstr>
      <vt:lpstr>Söhne</vt:lpstr>
      <vt:lpstr>ZapfDingbats</vt:lpstr>
      <vt:lpstr>arial</vt:lpstr>
      <vt:lpstr>arial</vt:lpstr>
      <vt:lpstr>Arial Narrow</vt:lpstr>
      <vt:lpstr>Calibri</vt:lpstr>
      <vt:lpstr>Calibri Light</vt:lpstr>
      <vt:lpstr>Comic Sans MS</vt:lpstr>
      <vt:lpstr>Courier New</vt:lpstr>
      <vt:lpstr>Gill Sans MT</vt:lpstr>
      <vt:lpstr>Symbol</vt:lpstr>
      <vt:lpstr>Tahoma</vt:lpstr>
      <vt:lpstr>Times New Roman</vt:lpstr>
      <vt:lpstr>Wingdings</vt:lpstr>
      <vt:lpstr>Office Theme</vt:lpstr>
      <vt:lpstr>1_Office Theme</vt:lpstr>
      <vt:lpstr>3_Office Theme</vt:lpstr>
      <vt:lpstr>Chart</vt:lpstr>
      <vt:lpstr>Application layer: overview</vt:lpstr>
      <vt:lpstr>Application layer: overview</vt:lpstr>
      <vt:lpstr>Some network apps</vt:lpstr>
      <vt:lpstr>Creating a network app</vt:lpstr>
      <vt:lpstr>Client-server paradigm</vt:lpstr>
      <vt:lpstr>Peer-peer architecture</vt:lpstr>
      <vt:lpstr>Processes communicating</vt:lpstr>
      <vt:lpstr>Sockets</vt:lpstr>
      <vt:lpstr>Addressing processes</vt:lpstr>
      <vt:lpstr>An application-layer protocol defines:</vt:lpstr>
      <vt:lpstr>What transport service does an app need?</vt:lpstr>
      <vt:lpstr>Transport service requirements: common apps</vt:lpstr>
      <vt:lpstr>Internet transport protocols services</vt:lpstr>
      <vt:lpstr>Internet applications, and transport protocols</vt:lpstr>
      <vt:lpstr>Securing TCP</vt:lpstr>
      <vt:lpstr>Application layer: overview</vt:lpstr>
      <vt:lpstr>Web and HTTP</vt:lpstr>
      <vt:lpstr>HTTP overview</vt:lpstr>
      <vt:lpstr>HTTP overview (continued)</vt:lpstr>
      <vt:lpstr>HTTP connections: two types</vt:lpstr>
      <vt:lpstr>Non-persistent HTTP: example</vt:lpstr>
      <vt:lpstr>Non-persistent HTTP: example (cont.)</vt:lpstr>
      <vt:lpstr>Non-persistent HTTP: response time</vt:lpstr>
      <vt:lpstr>Persistent HTTP (HTTP 1.1)</vt:lpstr>
      <vt:lpstr>HTTP request message</vt:lpstr>
      <vt:lpstr>HTTP request message: general format</vt:lpstr>
      <vt:lpstr>Other HTTP request messages</vt:lpstr>
      <vt:lpstr>HTTP response message</vt:lpstr>
      <vt:lpstr>HTTP response status codes</vt:lpstr>
      <vt:lpstr>Trying out HTTP (client side) for yourself</vt:lpstr>
      <vt:lpstr>Maintaining user/server state: cookies</vt:lpstr>
      <vt:lpstr>Maintaining user/server state: cookies</vt:lpstr>
      <vt:lpstr>Maintaining user/server state: cookies</vt:lpstr>
      <vt:lpstr>HTTP cookies: comments</vt:lpstr>
      <vt:lpstr>PowerPoint 演示文稿</vt:lpstr>
      <vt:lpstr>PowerPoint 演示文稿</vt:lpstr>
      <vt:lpstr>PowerPoint 演示文稿</vt:lpstr>
      <vt:lpstr>PowerPoint 演示文稿</vt:lpstr>
      <vt:lpstr>PowerPoint 演示文稿</vt:lpstr>
      <vt:lpstr>PowerPoint 演示文稿</vt:lpstr>
      <vt:lpstr>HTTP/2</vt:lpstr>
      <vt:lpstr>HTTP/2</vt:lpstr>
      <vt:lpstr>HTTP/2: mitigating HOL blocking</vt:lpstr>
      <vt:lpstr>HTTP/2: mitigating HOL blocking</vt:lpstr>
      <vt:lpstr>HTTP/2 to HTTP/3</vt:lpstr>
      <vt:lpstr>Application layer: overview</vt:lpstr>
      <vt:lpstr>E-mail</vt:lpstr>
      <vt:lpstr>E-mail: mail servers</vt:lpstr>
      <vt:lpstr>SMTP RFC (5321)</vt:lpstr>
      <vt:lpstr>Scenario: Alice sends e-mail to Bob</vt:lpstr>
      <vt:lpstr>Sample SMTP interaction</vt:lpstr>
      <vt:lpstr>SMTP: observations</vt:lpstr>
      <vt:lpstr>Mail message format</vt:lpstr>
      <vt:lpstr>Retrieving email: mail access protocols</vt:lpstr>
      <vt:lpstr>Application Layer: Overview</vt:lpstr>
      <vt:lpstr>DNS: Domain Name System</vt:lpstr>
      <vt:lpstr>DNS: services, structure</vt:lpstr>
      <vt:lpstr>Thinking about the DNS</vt:lpstr>
      <vt:lpstr>DNS: a distributed, hierarchical database</vt:lpstr>
      <vt:lpstr>DNS: root name servers</vt:lpstr>
      <vt:lpstr>DNS: root name servers</vt:lpstr>
      <vt:lpstr>Top-Level Domain, and authoritative servers</vt:lpstr>
      <vt:lpstr>Local DNS name servers</vt:lpstr>
      <vt:lpstr>DNS name resolution: iterated query</vt:lpstr>
      <vt:lpstr>DNS name resolution: recursive query</vt:lpstr>
      <vt:lpstr>Caching DNS Information</vt:lpstr>
      <vt:lpstr>DNS records</vt:lpstr>
      <vt:lpstr>DNS protocol messages</vt:lpstr>
      <vt:lpstr>DNS protocol messages</vt:lpstr>
      <vt:lpstr>Getting your info into the DNS</vt:lpstr>
      <vt:lpstr>DNS security</vt:lpstr>
      <vt:lpstr>Application Layer: Overview</vt:lpstr>
      <vt:lpstr>Peer-to-peer (P2P) architecture</vt:lpstr>
      <vt:lpstr>File distribution: client-server vs P2P</vt:lpstr>
      <vt:lpstr>File distribution time: client-server</vt:lpstr>
      <vt:lpstr>File distribution time: P2P</vt:lpstr>
      <vt:lpstr>Client-server vs. P2P: example</vt:lpstr>
      <vt:lpstr>P2P file distribution: BitTorrent </vt:lpstr>
      <vt:lpstr>P2P file distribution: BitTorrent </vt:lpstr>
      <vt:lpstr>BitTorrent: requesting, sending file chunks</vt:lpstr>
      <vt:lpstr>BitTorrent: tit-for-tat</vt:lpstr>
      <vt:lpstr>Application layer: overview</vt:lpstr>
      <vt:lpstr>Video Streaming and CDNs: context</vt:lpstr>
      <vt:lpstr>Multimedia: video</vt:lpstr>
      <vt:lpstr>Multimedia: video</vt:lpstr>
      <vt:lpstr>Streaming stored video</vt:lpstr>
      <vt:lpstr>Streaming stored video</vt:lpstr>
      <vt:lpstr>Streaming stored video: challenges</vt:lpstr>
      <vt:lpstr>Streaming stored video: playout buffering</vt:lpstr>
      <vt:lpstr>Streaming multimedia: DASH</vt:lpstr>
      <vt:lpstr>Streaming multimedia: DASH</vt:lpstr>
      <vt:lpstr>Content distribution networks (CDNs)</vt:lpstr>
      <vt:lpstr>Content distribution networks (CDNs)</vt:lpstr>
      <vt:lpstr>Akamai today:</vt:lpstr>
      <vt:lpstr>How does Netflix work?</vt:lpstr>
      <vt:lpstr>Content distribution networks (CDNs)</vt:lpstr>
      <vt:lpstr>Application Layer: Overview</vt:lpstr>
      <vt:lpstr>Socket programming </vt:lpstr>
      <vt:lpstr>Socket programming </vt:lpstr>
      <vt:lpstr>Socket programming with UDP </vt:lpstr>
      <vt:lpstr>Client/server socket interaction: UDP</vt:lpstr>
      <vt:lpstr>Example app: UDP client</vt:lpstr>
      <vt:lpstr>Example app: UDP server</vt:lpstr>
      <vt:lpstr>Socket programming with TCP</vt:lpstr>
      <vt:lpstr>Client/server socket interaction: TCP</vt:lpstr>
      <vt:lpstr>Example app: TCP client</vt:lpstr>
      <vt:lpstr>Example app: TCP server</vt:lpstr>
      <vt:lpstr>Chapter 2: Summary</vt:lpstr>
      <vt:lpstr>Chapter 2: Summary</vt:lpstr>
      <vt:lpstr>Mid-term seminar of the course</vt:lpstr>
      <vt:lpstr>Synthesis: a day in the life of a web request</vt:lpstr>
      <vt:lpstr>A day in the life: scenario</vt:lpstr>
      <vt:lpstr>A day in the life: connecting to the Internet</vt:lpstr>
      <vt:lpstr>A day in the life: connecting to the Internet</vt:lpstr>
      <vt:lpstr>A day in the life… ARP  (before DNS, before HTTP)</vt:lpstr>
      <vt:lpstr>A day in the life… using DNS</vt:lpstr>
      <vt:lpstr>A day in the life…TCP connection carrying HTTP</vt:lpstr>
      <vt:lpstr>A day in the life… HTTP request/reply </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伟大 陈</cp:lastModifiedBy>
  <cp:revision>333</cp:revision>
  <dcterms:created xsi:type="dcterms:W3CDTF">2020-01-18T07:24:59Z</dcterms:created>
  <dcterms:modified xsi:type="dcterms:W3CDTF">2026-06-04T08:46:07Z</dcterms:modified>
</cp:coreProperties>
</file>