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81"/>
  </p:notesMasterIdLst>
  <p:sldIdLst>
    <p:sldId id="960" r:id="rId3"/>
    <p:sldId id="1129" r:id="rId4"/>
    <p:sldId id="964" r:id="rId5"/>
    <p:sldId id="1150" r:id="rId6"/>
    <p:sldId id="1130" r:id="rId7"/>
    <p:sldId id="1131" r:id="rId8"/>
    <p:sldId id="1132" r:id="rId9"/>
    <p:sldId id="1133" r:id="rId10"/>
    <p:sldId id="1134" r:id="rId11"/>
    <p:sldId id="1135" r:id="rId12"/>
    <p:sldId id="1136" r:id="rId13"/>
    <p:sldId id="1137" r:id="rId14"/>
    <p:sldId id="1206" r:id="rId15"/>
    <p:sldId id="1207" r:id="rId16"/>
    <p:sldId id="1209" r:id="rId17"/>
    <p:sldId id="1139" r:id="rId18"/>
    <p:sldId id="1141" r:id="rId19"/>
    <p:sldId id="1370" r:id="rId20"/>
    <p:sldId id="1140" r:id="rId21"/>
    <p:sldId id="1151" r:id="rId22"/>
    <p:sldId id="1142" r:id="rId23"/>
    <p:sldId id="1143" r:id="rId24"/>
    <p:sldId id="1144" r:id="rId25"/>
    <p:sldId id="1145" r:id="rId26"/>
    <p:sldId id="1371" r:id="rId27"/>
    <p:sldId id="1372" r:id="rId28"/>
    <p:sldId id="1148" r:id="rId29"/>
    <p:sldId id="1147" r:id="rId30"/>
    <p:sldId id="1149" r:id="rId31"/>
    <p:sldId id="1152" r:id="rId32"/>
    <p:sldId id="1153" r:id="rId33"/>
    <p:sldId id="1155" r:id="rId34"/>
    <p:sldId id="1154" r:id="rId35"/>
    <p:sldId id="1156" r:id="rId36"/>
    <p:sldId id="1157" r:id="rId37"/>
    <p:sldId id="1158" r:id="rId38"/>
    <p:sldId id="1159" r:id="rId39"/>
    <p:sldId id="1373" r:id="rId40"/>
    <p:sldId id="1160" r:id="rId41"/>
    <p:sldId id="1161" r:id="rId42"/>
    <p:sldId id="1361" r:id="rId43"/>
    <p:sldId id="1162" r:id="rId44"/>
    <p:sldId id="1164" r:id="rId45"/>
    <p:sldId id="1165" r:id="rId46"/>
    <p:sldId id="1166" r:id="rId47"/>
    <p:sldId id="1168" r:id="rId48"/>
    <p:sldId id="1374" r:id="rId49"/>
    <p:sldId id="1163" r:id="rId50"/>
    <p:sldId id="1375" r:id="rId51"/>
    <p:sldId id="1376" r:id="rId52"/>
    <p:sldId id="1377" r:id="rId53"/>
    <p:sldId id="1169" r:id="rId54"/>
    <p:sldId id="1170" r:id="rId55"/>
    <p:sldId id="1171" r:id="rId56"/>
    <p:sldId id="1172" r:id="rId57"/>
    <p:sldId id="1173" r:id="rId58"/>
    <p:sldId id="1174" r:id="rId59"/>
    <p:sldId id="1177" r:id="rId60"/>
    <p:sldId id="1176" r:id="rId61"/>
    <p:sldId id="1178" r:id="rId62"/>
    <p:sldId id="1041" r:id="rId63"/>
    <p:sldId id="2659" r:id="rId64"/>
    <p:sldId id="2660" r:id="rId65"/>
    <p:sldId id="1179" r:id="rId66"/>
    <p:sldId id="2658" r:id="rId67"/>
    <p:sldId id="2661" r:id="rId68"/>
    <p:sldId id="2662" r:id="rId69"/>
    <p:sldId id="2663" r:id="rId70"/>
    <p:sldId id="2664" r:id="rId71"/>
    <p:sldId id="1180" r:id="rId72"/>
    <p:sldId id="1181" r:id="rId73"/>
    <p:sldId id="1205" r:id="rId74"/>
    <p:sldId id="1185" r:id="rId75"/>
    <p:sldId id="1187" r:id="rId76"/>
    <p:sldId id="1184" r:id="rId77"/>
    <p:sldId id="1182" r:id="rId78"/>
    <p:sldId id="1203" r:id="rId79"/>
    <p:sldId id="1204" r:id="rId8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24" userDrawn="1">
          <p15:clr>
            <a:srgbClr val="A4A3A4"/>
          </p15:clr>
        </p15:guide>
        <p15:guide id="3" orient="horz" pos="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12A0"/>
    <a:srgbClr val="6EBFF0"/>
    <a:srgbClr val="66ACD3"/>
    <a:srgbClr val="9AE0FF"/>
    <a:srgbClr val="011199"/>
    <a:srgbClr val="8FAADC"/>
    <a:srgbClr val="B9C2C9"/>
    <a:srgbClr val="E7E7E7"/>
    <a:srgbClr val="F8F8F8"/>
    <a:srgbClr val="C4CD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2392"/>
    <p:restoredTop sz="79016"/>
  </p:normalViewPr>
  <p:slideViewPr>
    <p:cSldViewPr snapToGrid="0" snapToObjects="1">
      <p:cViewPr>
        <p:scale>
          <a:sx n="84" d="100"/>
          <a:sy n="84" d="100"/>
        </p:scale>
        <p:origin x="752" y="112"/>
      </p:cViewPr>
      <p:guideLst>
        <p:guide pos="624"/>
        <p:guide orient="horz" pos="840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theme" Target="theme/theme1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5" Type="http://schemas.openxmlformats.org/officeDocument/2006/relationships/slide" Target="slides/slide3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tableStyles" Target="tableStyle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61" Type="http://schemas.openxmlformats.org/officeDocument/2006/relationships/slide" Target="slides/slide59.xml"/><Relationship Id="rId8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3/20/25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4G/5G material completely updated; older 2/2.5/3G removed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8.2</a:t>
            </a:r>
            <a:r>
              <a:rPr lang="en-US" dirty="0">
                <a:sym typeface="Wingdings" pitchFamily="2" charset="2"/>
              </a:rPr>
              <a:t> (July 2023).  </a:t>
            </a:r>
            <a:r>
              <a:rPr lang="en-US">
                <a:sym typeface="Wingdings" pitchFamily="2" charset="2"/>
              </a:rPr>
              <a:t>Changes from 8.0:</a:t>
            </a:r>
            <a:endParaRPr lang="en-US" dirty="0">
              <a:sym typeface="Wingdings" pitchFamily="2" charset="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>
                <a:sym typeface="Wingdings" pitchFamily="2" charset="2"/>
              </a:rPr>
              <a:t>minor updates and additional, including removing master/slave Bluetooth language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>
                <a:sym typeface="Wingdings" pitchFamily="2" charset="2"/>
              </a:rPr>
              <a:t>expansion, better graphics on wireless link characteristics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>
                <a:sym typeface="Wingdings" pitchFamily="2" charset="2"/>
              </a:rPr>
              <a:t>expanded, significant revisions of 4G/5G material (but not mobility)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11193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57007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91429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72502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9514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Wikipedia figure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54857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763826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1477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216141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798616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48321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546743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994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15959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27807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590367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231050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recall that 802.11 operates in the frequency range of 2.4 GHz to 2.4835 GHz. Within this 85 MHz band, 802.11 defines 11 partially overlapping channels.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378277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011931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455848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446268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08407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9094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5654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279854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209188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712140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754168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089595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962961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263025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752467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005989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440185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765853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428957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87194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1873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G-defined subbands are narrow (e.g., 15 kHz)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163150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8 orders of magnitude: 9 Khz to 300 Ghz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450222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954631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799453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49312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441879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847839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85198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62503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027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2703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547678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036742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901655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287835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91968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9944280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042241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stream control transmission protocol (STCP)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B9AD7C-0B85-8241-942C-312D41AE2098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582372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607358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135072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1019942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414727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922103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3586690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3339146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73837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59783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31870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78650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70574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312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5505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2220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971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26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29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28" Type="http://schemas.openxmlformats.org/officeDocument/2006/relationships/image" Target="../media/image28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31" Type="http://schemas.openxmlformats.org/officeDocument/2006/relationships/image" Target="../media/image3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Relationship Id="rId27" Type="http://schemas.openxmlformats.org/officeDocument/2006/relationships/image" Target="../media/image27.png"/><Relationship Id="rId30" Type="http://schemas.openxmlformats.org/officeDocument/2006/relationships/image" Target="../media/image3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32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png"/><Relationship Id="rId5" Type="http://schemas.openxmlformats.org/officeDocument/2006/relationships/image" Target="../media/image7.png"/><Relationship Id="rId4" Type="http://schemas.openxmlformats.org/officeDocument/2006/relationships/image" Target="../media/image35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11" Type="http://schemas.openxmlformats.org/officeDocument/2006/relationships/image" Target="../media/image44.png"/><Relationship Id="rId5" Type="http://schemas.openxmlformats.org/officeDocument/2006/relationships/image" Target="../media/image40.png"/><Relationship Id="rId10" Type="http://schemas.openxmlformats.org/officeDocument/2006/relationships/image" Target="../media/image43.png"/><Relationship Id="rId4" Type="http://schemas.openxmlformats.org/officeDocument/2006/relationships/image" Target="../media/image6.png"/><Relationship Id="rId9" Type="http://schemas.openxmlformats.org/officeDocument/2006/relationships/image" Target="../media/image42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6.png"/><Relationship Id="rId9" Type="http://schemas.openxmlformats.org/officeDocument/2006/relationships/image" Target="../media/image42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6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png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5" Type="http://schemas.openxmlformats.org/officeDocument/2006/relationships/image" Target="../media/image5.png"/><Relationship Id="rId10" Type="http://schemas.openxmlformats.org/officeDocument/2006/relationships/image" Target="../media/image13.png"/><Relationship Id="rId4" Type="http://schemas.openxmlformats.org/officeDocument/2006/relationships/image" Target="../media/image4.png"/><Relationship Id="rId9" Type="http://schemas.openxmlformats.org/officeDocument/2006/relationships/image" Target="../media/image12.png"/><Relationship Id="rId14" Type="http://schemas.openxmlformats.org/officeDocument/2006/relationships/image" Target="../media/image17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acrumors.com/guide/exposure-notification/" TargetMode="External"/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3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emf"/><Relationship Id="rId5" Type="http://schemas.openxmlformats.org/officeDocument/2006/relationships/image" Target="../media/image56.png"/><Relationship Id="rId4" Type="http://schemas.openxmlformats.org/officeDocument/2006/relationships/image" Target="../media/image53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72.png"/><Relationship Id="rId3" Type="http://schemas.openxmlformats.org/officeDocument/2006/relationships/image" Target="../media/image65.png"/><Relationship Id="rId7" Type="http://schemas.openxmlformats.org/officeDocument/2006/relationships/image" Target="../media/image67.png"/><Relationship Id="rId12" Type="http://schemas.openxmlformats.org/officeDocument/2006/relationships/image" Target="../media/image7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70.png"/><Relationship Id="rId5" Type="http://schemas.openxmlformats.org/officeDocument/2006/relationships/image" Target="../media/image53.png"/><Relationship Id="rId10" Type="http://schemas.openxmlformats.org/officeDocument/2006/relationships/image" Target="../media/image69.png"/><Relationship Id="rId4" Type="http://schemas.openxmlformats.org/officeDocument/2006/relationships/image" Target="../media/image52.png"/><Relationship Id="rId9" Type="http://schemas.openxmlformats.org/officeDocument/2006/relationships/image" Target="../media/image68.png"/><Relationship Id="rId14" Type="http://schemas.openxmlformats.org/officeDocument/2006/relationships/image" Target="../media/image73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72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Relationship Id="rId9" Type="http://schemas.openxmlformats.org/officeDocument/2006/relationships/image" Target="../media/image34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72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Relationship Id="rId9" Type="http://schemas.openxmlformats.org/officeDocument/2006/relationships/image" Target="../media/image34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72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Relationship Id="rId9" Type="http://schemas.openxmlformats.org/officeDocument/2006/relationships/image" Target="../media/image34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3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6.png"/><Relationship Id="rId4" Type="http://schemas.openxmlformats.org/officeDocument/2006/relationships/image" Target="../media/image75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7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Wireless and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Mobile Networks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71600"/>
            <a:ext cx="1120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indent="-276225">
              <a:defRPr/>
            </a:pPr>
            <a:r>
              <a:rPr lang="en-US" dirty="0"/>
              <a:t>more wireless (mobile) phone subscribers than fixed (wired) phone subscribers </a:t>
            </a:r>
            <a:r>
              <a:rPr lang="en-US" sz="2400" dirty="0"/>
              <a:t>(10-to-1 in 2019)</a:t>
            </a:r>
            <a:r>
              <a:rPr lang="en-US" dirty="0"/>
              <a:t>!</a:t>
            </a:r>
          </a:p>
          <a:p>
            <a:pPr marL="406400" indent="-276225">
              <a:defRPr/>
            </a:pPr>
            <a:r>
              <a:rPr lang="en-US" dirty="0"/>
              <a:t>more mobile-broadband-connected devices than fixed-broadband-connected devices devices (</a:t>
            </a:r>
            <a:r>
              <a:rPr lang="en-US" sz="2400" dirty="0"/>
              <a:t>5-1 in 2019)</a:t>
            </a:r>
            <a:r>
              <a:rPr lang="en-US" dirty="0"/>
              <a:t>!</a:t>
            </a:r>
            <a:endParaRPr lang="en-US" sz="3200" dirty="0"/>
          </a:p>
          <a:p>
            <a:pPr lvl="1">
              <a:defRPr/>
            </a:pPr>
            <a:r>
              <a:rPr lang="en-US" sz="2800" dirty="0"/>
              <a:t>4G/5G cellular networks now embracing Internet protocol stack, including SDN</a:t>
            </a:r>
          </a:p>
          <a:p>
            <a:pPr marL="406400" indent="-276225">
              <a:defRPr/>
            </a:pPr>
            <a:r>
              <a:rPr lang="en-US" dirty="0"/>
              <a:t>two important (but different) challenges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wireless: </a:t>
            </a:r>
            <a:r>
              <a:rPr lang="en-US" sz="2800" dirty="0"/>
              <a:t>communication over wireless link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mobility: </a:t>
            </a:r>
            <a:r>
              <a:rPr lang="en-US" sz="2800" dirty="0"/>
              <a:t>handling the mobile user who changes point of attachment to network</a:t>
            </a:r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867338" y="2227006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defRPr/>
            </a:pPr>
            <a:r>
              <a:rPr lang="en-US" sz="3000" dirty="0"/>
              <a:t>4G/5G networks</a:t>
            </a:r>
          </a:p>
          <a:p>
            <a:pPr marL="736600" lvl="1" indent="-279400">
              <a:defRPr/>
            </a:pPr>
            <a:r>
              <a:rPr lang="en-US" sz="3000" dirty="0"/>
              <a:t>Mobile IP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Mobility: impact on higher-layer protocols</a:t>
            </a:r>
          </a:p>
        </p:txBody>
      </p: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63B252E-B5AF-BD4D-8DC3-4FE3280F19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989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wireless hosts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laptop, smartphone, 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run applications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may be stationary (non-mobile) or mobile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wireless does </a:t>
            </a:r>
            <a:r>
              <a:rPr lang="en-US" sz="2000" i="1" dirty="0">
                <a:cs typeface="+mn-cs"/>
              </a:rPr>
              <a:t>not</a:t>
            </a:r>
            <a:r>
              <a:rPr lang="en-US" sz="2000" dirty="0">
                <a:cs typeface="+mn-cs"/>
              </a:rPr>
              <a:t> always mean mobility! </a:t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486399" cy="2188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base station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connected to wired network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relay - responsible for sending packets between wired network and wireless host(s) in its </a:t>
            </a:r>
            <a:r>
              <a:rPr lang="en-US" sz="2400" dirty="0"/>
              <a:t>“</a:t>
            </a:r>
            <a:r>
              <a:rPr lang="en-US" sz="2400" dirty="0">
                <a:cs typeface="+mn-cs"/>
              </a:rPr>
              <a:t>area</a:t>
            </a:r>
            <a:r>
              <a:rPr lang="en-US" sz="2400" dirty="0"/>
              <a:t>”</a:t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e.g., cell towers,  802.11 access points 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9" y="3794124"/>
            <a:ext cx="1770063" cy="1552575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8" y="3810000"/>
            <a:ext cx="5334001" cy="685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569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9" y="3911600"/>
            <a:ext cx="533401" cy="109220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2954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68273" y="3898760"/>
            <a:ext cx="90435" cy="14469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9740900" y="952500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9328" y="1080861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link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used to connect mobile(s) to base station, also used as backbone link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multiple access protocol coordinates link access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various transmission rates and distances, frequency bands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3898759"/>
            <a:ext cx="4547160" cy="77484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Characteristics of selected wireless links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7805489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Indoor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150140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Midrange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9005314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Long 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7102508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9028727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/>
          <p:nvPr/>
        </p:nvCxnSpPr>
        <p:spPr>
          <a:xfrm flipV="1">
            <a:off x="2830067" y="5103388"/>
            <a:ext cx="8053833" cy="3898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8729724" y="3654195"/>
            <a:ext cx="8915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7045612" cy="280587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05500" y="3769102"/>
            <a:ext cx="1447800" cy="15240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72097" y="3768025"/>
            <a:ext cx="1981202" cy="1447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6448" y="3764151"/>
            <a:ext cx="2959101" cy="14859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3">
            <a:extLst>
              <a:ext uri="{FF2B5EF4-FFF2-40B4-BE49-F238E27FC236}">
                <a16:creationId xmlns:a16="http://schemas.microsoft.com/office/drawing/2014/main" id="{2E264414-55C6-964D-A7A6-D994B443E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2" y="1582738"/>
            <a:ext cx="5462587" cy="21764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3" name="Rectangle 64">
            <a:extLst>
              <a:ext uri="{FF2B5EF4-FFF2-40B4-BE49-F238E27FC236}">
                <a16:creationId xmlns:a16="http://schemas.microsoft.com/office/drawing/2014/main" id="{9189415B-37F7-7B49-B670-15B4A38B8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4289" y="1447800"/>
            <a:ext cx="3262312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4" name="Rectangle 65">
            <a:extLst>
              <a:ext uri="{FF2B5EF4-FFF2-40B4-BE49-F238E27FC236}">
                <a16:creationId xmlns:a16="http://schemas.microsoft.com/office/drawing/2014/main" id="{5517F4DF-0905-2A4E-A645-CE0CFAEF6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699" y="1336675"/>
            <a:ext cx="5397501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infrastructure mode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base station connects mobiles into wired network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handoff: mobile changes base station providing connection into wired network</a:t>
            </a:r>
          </a:p>
        </p:txBody>
      </p:sp>
    </p:spTree>
    <p:extLst>
      <p:ext uri="{BB962C8B-B14F-4D97-AF65-F5344CB8AC3E}">
        <p14:creationId xmlns:p14="http://schemas.microsoft.com/office/powerpoint/2010/main" val="2444000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245" name="Rectangle 64">
            <a:extLst>
              <a:ext uri="{FF2B5EF4-FFF2-40B4-BE49-F238E27FC236}">
                <a16:creationId xmlns:a16="http://schemas.microsoft.com/office/drawing/2014/main" id="{DA9A657C-AC03-F04D-B9F7-9711F9776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112" y="1595439"/>
            <a:ext cx="5132387" cy="3294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240">
            <a:extLst>
              <a:ext uri="{FF2B5EF4-FFF2-40B4-BE49-F238E27FC236}">
                <a16:creationId xmlns:a16="http://schemas.microsoft.com/office/drawing/2014/main" id="{43C41177-25FF-8943-8D62-A29490067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1447800"/>
            <a:ext cx="2184400" cy="317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8" name="Oval 209">
            <a:extLst>
              <a:ext uri="{FF2B5EF4-FFF2-40B4-BE49-F238E27FC236}">
                <a16:creationId xmlns:a16="http://schemas.microsoft.com/office/drawing/2014/main" id="{1EDC778A-AC7B-264A-B399-D6572D3F0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1438275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52" name="Rectangle 66">
            <a:extLst>
              <a:ext uri="{FF2B5EF4-FFF2-40B4-BE49-F238E27FC236}">
                <a16:creationId xmlns:a16="http://schemas.microsoft.com/office/drawing/2014/main" id="{B30DAB90-2707-4C46-A737-D247EE3BF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1362075"/>
            <a:ext cx="47879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ad hoc mode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 base stations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can only transmit to other nodes within link coverage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organize themselves into a network: route among themselves</a:t>
            </a:r>
          </a:p>
        </p:txBody>
      </p:sp>
      <p:sp>
        <p:nvSpPr>
          <p:cNvPr id="254" name="Oval 138">
            <a:extLst>
              <a:ext uri="{FF2B5EF4-FFF2-40B4-BE49-F238E27FC236}">
                <a16:creationId xmlns:a16="http://schemas.microsoft.com/office/drawing/2014/main" id="{BD44C8B3-32AC-6B46-A7A9-6DD429734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27495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0" name="Oval 199">
            <a:extLst>
              <a:ext uri="{FF2B5EF4-FFF2-40B4-BE49-F238E27FC236}">
                <a16:creationId xmlns:a16="http://schemas.microsoft.com/office/drawing/2014/main" id="{2F8821B8-EFF5-6E4F-8654-F698AC81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45770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39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8" name="Oval 204">
            <a:extLst>
              <a:ext uri="{FF2B5EF4-FFF2-40B4-BE49-F238E27FC236}">
                <a16:creationId xmlns:a16="http://schemas.microsoft.com/office/drawing/2014/main" id="{1C4FE5F4-8165-D74B-BDA5-4D3EF9AD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1150" y="21399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73" name="Oval 113">
            <a:extLst>
              <a:ext uri="{FF2B5EF4-FFF2-40B4-BE49-F238E27FC236}">
                <a16:creationId xmlns:a16="http://schemas.microsoft.com/office/drawing/2014/main" id="{3778A1BA-9BF3-E345-86CF-21975A80E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2474913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47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283" name="Group 356">
            <a:extLst>
              <a:ext uri="{FF2B5EF4-FFF2-40B4-BE49-F238E27FC236}">
                <a16:creationId xmlns:a16="http://schemas.microsoft.com/office/drawing/2014/main" id="{7DE2B05B-BBD1-534C-A7D3-09A4213CB831}"/>
              </a:ext>
            </a:extLst>
          </p:cNvPr>
          <p:cNvGrpSpPr>
            <a:grpSpLocks/>
          </p:cNvGrpSpPr>
          <p:nvPr/>
        </p:nvGrpSpPr>
        <p:grpSpPr bwMode="auto">
          <a:xfrm>
            <a:off x="2100263" y="1943100"/>
            <a:ext cx="465137" cy="481013"/>
            <a:chOff x="313" y="1497"/>
            <a:chExt cx="1152" cy="1014"/>
          </a:xfrm>
        </p:grpSpPr>
        <p:pic>
          <p:nvPicPr>
            <p:cNvPr id="284" name="Picture 354" descr="laptop_stylized_small">
              <a:extLst>
                <a:ext uri="{FF2B5EF4-FFF2-40B4-BE49-F238E27FC236}">
                  <a16:creationId xmlns:a16="http://schemas.microsoft.com/office/drawing/2014/main" id="{1E9A52B6-0C8C-4E47-BA11-C995B0909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" name="Picture 355" descr="antenna_stylized">
              <a:extLst>
                <a:ext uri="{FF2B5EF4-FFF2-40B4-BE49-F238E27FC236}">
                  <a16:creationId xmlns:a16="http://schemas.microsoft.com/office/drawing/2014/main" id="{6040645B-733C-AE41-9620-6494BFEA4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7" name="Group 356">
            <a:extLst>
              <a:ext uri="{FF2B5EF4-FFF2-40B4-BE49-F238E27FC236}">
                <a16:creationId xmlns:a16="http://schemas.microsoft.com/office/drawing/2014/main" id="{F36C93BD-9BF3-3F4E-8CD4-55DBEB6A744D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5032375"/>
            <a:ext cx="463550" cy="479425"/>
            <a:chOff x="313" y="1497"/>
            <a:chExt cx="1152" cy="1014"/>
          </a:xfrm>
        </p:grpSpPr>
        <p:pic>
          <p:nvPicPr>
            <p:cNvPr id="288" name="Picture 354" descr="laptop_stylized_small">
              <a:extLst>
                <a:ext uri="{FF2B5EF4-FFF2-40B4-BE49-F238E27FC236}">
                  <a16:creationId xmlns:a16="http://schemas.microsoft.com/office/drawing/2014/main" id="{CC9FDE05-9B65-6F49-80C8-F46EE30BC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0" name="Picture 355" descr="antenna_stylized">
              <a:extLst>
                <a:ext uri="{FF2B5EF4-FFF2-40B4-BE49-F238E27FC236}">
                  <a16:creationId xmlns:a16="http://schemas.microsoft.com/office/drawing/2014/main" id="{0C0D98A3-8050-5940-87C7-BEDAAA54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1" name="Group 356">
            <a:extLst>
              <a:ext uri="{FF2B5EF4-FFF2-40B4-BE49-F238E27FC236}">
                <a16:creationId xmlns:a16="http://schemas.microsoft.com/office/drawing/2014/main" id="{766DA1A5-A136-4F40-A6BE-E3DCECF417F7}"/>
              </a:ext>
            </a:extLst>
          </p:cNvPr>
          <p:cNvGrpSpPr>
            <a:grpSpLocks/>
          </p:cNvGrpSpPr>
          <p:nvPr/>
        </p:nvGrpSpPr>
        <p:grpSpPr bwMode="auto">
          <a:xfrm>
            <a:off x="3360738" y="3335338"/>
            <a:ext cx="465137" cy="481012"/>
            <a:chOff x="313" y="1497"/>
            <a:chExt cx="1152" cy="1014"/>
          </a:xfrm>
        </p:grpSpPr>
        <p:pic>
          <p:nvPicPr>
            <p:cNvPr id="292" name="Picture 354" descr="laptop_stylized_small">
              <a:extLst>
                <a:ext uri="{FF2B5EF4-FFF2-40B4-BE49-F238E27FC236}">
                  <a16:creationId xmlns:a16="http://schemas.microsoft.com/office/drawing/2014/main" id="{0FDFE9E9-D8C3-1A45-AEE0-A19C8A41F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3" name="Picture 355" descr="antenna_stylized">
              <a:extLst>
                <a:ext uri="{FF2B5EF4-FFF2-40B4-BE49-F238E27FC236}">
                  <a16:creationId xmlns:a16="http://schemas.microsoft.com/office/drawing/2014/main" id="{5C69B4A4-0272-B548-BE67-8A11CA471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4" name="Group 356">
            <a:extLst>
              <a:ext uri="{FF2B5EF4-FFF2-40B4-BE49-F238E27FC236}">
                <a16:creationId xmlns:a16="http://schemas.microsoft.com/office/drawing/2014/main" id="{821DDC33-9CB9-7543-A59D-E92EE0ED5696}"/>
              </a:ext>
            </a:extLst>
          </p:cNvPr>
          <p:cNvGrpSpPr>
            <a:grpSpLocks/>
          </p:cNvGrpSpPr>
          <p:nvPr/>
        </p:nvGrpSpPr>
        <p:grpSpPr bwMode="auto">
          <a:xfrm>
            <a:off x="2201863" y="2695575"/>
            <a:ext cx="465137" cy="479425"/>
            <a:chOff x="313" y="1497"/>
            <a:chExt cx="1152" cy="1014"/>
          </a:xfrm>
        </p:grpSpPr>
        <p:pic>
          <p:nvPicPr>
            <p:cNvPr id="295" name="Picture 354" descr="laptop_stylized_small">
              <a:extLst>
                <a:ext uri="{FF2B5EF4-FFF2-40B4-BE49-F238E27FC236}">
                  <a16:creationId xmlns:a16="http://schemas.microsoft.com/office/drawing/2014/main" id="{5EE72A75-8CB3-F94F-8BD7-11DAB3254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6" name="Picture 355" descr="antenna_stylized">
              <a:extLst>
                <a:ext uri="{FF2B5EF4-FFF2-40B4-BE49-F238E27FC236}">
                  <a16:creationId xmlns:a16="http://schemas.microsoft.com/office/drawing/2014/main" id="{C14EC012-9D55-BE43-8D63-A7BA03F11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" name="Group 356">
            <a:extLst>
              <a:ext uri="{FF2B5EF4-FFF2-40B4-BE49-F238E27FC236}">
                <a16:creationId xmlns:a16="http://schemas.microsoft.com/office/drawing/2014/main" id="{82E6E498-27DF-2145-967A-9862570F401A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3019425"/>
            <a:ext cx="465138" cy="481013"/>
            <a:chOff x="313" y="1497"/>
            <a:chExt cx="1152" cy="1014"/>
          </a:xfrm>
        </p:grpSpPr>
        <p:pic>
          <p:nvPicPr>
            <p:cNvPr id="298" name="Picture 354" descr="laptop_stylized_small">
              <a:extLst>
                <a:ext uri="{FF2B5EF4-FFF2-40B4-BE49-F238E27FC236}">
                  <a16:creationId xmlns:a16="http://schemas.microsoft.com/office/drawing/2014/main" id="{292769D9-F795-D44D-8184-87EA87FB7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9" name="Picture 355" descr="antenna_stylized">
              <a:extLst>
                <a:ext uri="{FF2B5EF4-FFF2-40B4-BE49-F238E27FC236}">
                  <a16:creationId xmlns:a16="http://schemas.microsoft.com/office/drawing/2014/main" id="{ECD800F7-6594-4541-8CB2-EE2D334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45906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network taxonomy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27" name="Text Box 4">
            <a:extLst>
              <a:ext uri="{FF2B5EF4-FFF2-40B4-BE49-F238E27FC236}">
                <a16:creationId xmlns:a16="http://schemas.microsoft.com/office/drawing/2014/main" id="{E9C337A3-3F6C-6649-A8BB-4DEBE6EE8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325" y="1546225"/>
            <a:ext cx="16738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single hop</a:t>
            </a:r>
          </a:p>
        </p:txBody>
      </p:sp>
      <p:sp>
        <p:nvSpPr>
          <p:cNvPr id="28" name="Text Box 5">
            <a:extLst>
              <a:ext uri="{FF2B5EF4-FFF2-40B4-BE49-F238E27FC236}">
                <a16:creationId xmlns:a16="http://schemas.microsoft.com/office/drawing/2014/main" id="{74801575-8E58-4A46-B572-E478431F0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1565275"/>
            <a:ext cx="218187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multiple hops</a:t>
            </a: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91749A92-0633-0C45-B7EA-7B3C6FB29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316" y="2387600"/>
            <a:ext cx="218297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(e.g., APs)</a:t>
            </a:r>
          </a:p>
        </p:txBody>
      </p:sp>
      <p:sp>
        <p:nvSpPr>
          <p:cNvPr id="30" name="Text Box 8">
            <a:extLst>
              <a:ext uri="{FF2B5EF4-FFF2-40B4-BE49-F238E27FC236}">
                <a16:creationId xmlns:a16="http://schemas.microsoft.com/office/drawing/2014/main" id="{D4C42E79-CAEE-8948-AFA5-6E7FCDFCF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9963" y="4057650"/>
            <a:ext cx="189872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no</a:t>
            </a:r>
          </a:p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</p:txBody>
      </p:sp>
      <p:sp>
        <p:nvSpPr>
          <p:cNvPr id="31" name="Text Box 14">
            <a:extLst>
              <a:ext uri="{FF2B5EF4-FFF2-40B4-BE49-F238E27FC236}">
                <a16:creationId xmlns:a16="http://schemas.microsoft.com/office/drawing/2014/main" id="{E12DF38D-DF5A-EC4E-96EF-6F349268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3300" y="2243138"/>
            <a:ext cx="302259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connects to  base station (WiFi, cellular) which connects to  larger Internet</a:t>
            </a:r>
          </a:p>
        </p:txBody>
      </p:sp>
      <p:sp>
        <p:nvSpPr>
          <p:cNvPr id="32" name="Text Box 15">
            <a:extLst>
              <a:ext uri="{FF2B5EF4-FFF2-40B4-BE49-F238E27FC236}">
                <a16:creationId xmlns:a16="http://schemas.microsoft.com/office/drawing/2014/main" id="{D8E79475-6576-1E43-9BA7-1EEFD95A3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7900" y="3854450"/>
            <a:ext cx="3365500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>
                <a:latin typeface="+mn-lt"/>
                <a:cs typeface="+mn-cs"/>
              </a:rPr>
              <a:t>Internet (Bluetooth, ad hoc nets)</a:t>
            </a:r>
          </a:p>
        </p:txBody>
      </p:sp>
      <p:sp>
        <p:nvSpPr>
          <p:cNvPr id="33" name="Text Box 16">
            <a:extLst>
              <a:ext uri="{FF2B5EF4-FFF2-40B4-BE49-F238E27FC236}">
                <a16:creationId xmlns:a16="http://schemas.microsoft.com/office/drawing/2014/main" id="{924FB8C5-34AC-E24B-8B7D-397CCD0CF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3114" y="2247900"/>
            <a:ext cx="3826186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may have to relay through several wireless nodes to connect to larger 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Internet: </a:t>
            </a:r>
            <a:r>
              <a:rPr lang="en-US" sz="2400" i="1" dirty="0">
                <a:latin typeface="+mn-lt"/>
                <a:cs typeface="+mn-cs"/>
              </a:rPr>
              <a:t>mesh net</a:t>
            </a:r>
          </a:p>
        </p:txBody>
      </p:sp>
      <p:sp>
        <p:nvSpPr>
          <p:cNvPr id="34" name="Text Box 17">
            <a:extLst>
              <a:ext uri="{FF2B5EF4-FFF2-40B4-BE49-F238E27FC236}">
                <a16:creationId xmlns:a16="http://schemas.microsoft.com/office/drawing/2014/main" id="{A50FC177-8B9B-B248-81C3-7A00A82FD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2411" y="3856038"/>
            <a:ext cx="400468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 Internet. May have to relay to reach other  a given wireless node MANET, VANET</a:t>
            </a:r>
            <a:endParaRPr lang="en-US" sz="2400" i="1" dirty="0">
              <a:latin typeface="+mn-lt"/>
              <a:cs typeface="+mn-cs"/>
            </a:endParaRPr>
          </a:p>
        </p:txBody>
      </p:sp>
      <p:sp>
        <p:nvSpPr>
          <p:cNvPr id="35" name="Rectangle 19">
            <a:extLst>
              <a:ext uri="{FF2B5EF4-FFF2-40B4-BE49-F238E27FC236}">
                <a16:creationId xmlns:a16="http://schemas.microsoft.com/office/drawing/2014/main" id="{21335B3E-8162-0F4F-A86C-CBE3E11A3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1568450"/>
            <a:ext cx="10172700" cy="3849688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7" name="Line 21">
            <a:extLst>
              <a:ext uri="{FF2B5EF4-FFF2-40B4-BE49-F238E27FC236}">
                <a16:creationId xmlns:a16="http://schemas.microsoft.com/office/drawing/2014/main" id="{4010207F-2940-344B-A406-A02574FF6B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592263"/>
            <a:ext cx="0" cy="38179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8" name="Line 22">
            <a:extLst>
              <a:ext uri="{FF2B5EF4-FFF2-40B4-BE49-F238E27FC236}">
                <a16:creationId xmlns:a16="http://schemas.microsoft.com/office/drawing/2014/main" id="{AFA39635-7847-5C4B-B2E1-0D66A2052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1592263"/>
            <a:ext cx="30162" cy="38433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2FC7BB0-5513-464C-90E1-4FAF50AD495D}"/>
              </a:ext>
            </a:extLst>
          </p:cNvPr>
          <p:cNvCxnSpPr>
            <a:cxnSpLocks/>
          </p:cNvCxnSpPr>
          <p:nvPr/>
        </p:nvCxnSpPr>
        <p:spPr>
          <a:xfrm>
            <a:off x="1028700" y="2058194"/>
            <a:ext cx="10185400" cy="0"/>
          </a:xfrm>
          <a:prstGeom prst="line">
            <a:avLst/>
          </a:prstGeom>
          <a:ln w="22225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6504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21E364E7-3AFB-4087-76B2-840736FE0B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8223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 link characteristics: fading (attenuation)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414430"/>
            <a:ext cx="10869259" cy="37446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>
                <a:solidFill>
                  <a:srgbClr val="C00000"/>
                </a:solidFill>
              </a:rPr>
              <a:t>Wireless </a:t>
            </a:r>
            <a:r>
              <a:rPr lang="en-US" sz="2800" dirty="0"/>
              <a:t>radio signal attenuates (loses power) as it propagates (free space “path loss”)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7ADDFDD-3CF5-A22A-F50F-529BC4411F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20302" y="3020917"/>
            <a:ext cx="2755900" cy="1816100"/>
          </a:xfrm>
          <a:prstGeom prst="rect">
            <a:avLst/>
          </a:prstGeom>
        </p:spPr>
      </p:pic>
      <p:grpSp>
        <p:nvGrpSpPr>
          <p:cNvPr id="57" name="Group 56">
            <a:extLst>
              <a:ext uri="{FF2B5EF4-FFF2-40B4-BE49-F238E27FC236}">
                <a16:creationId xmlns:a16="http://schemas.microsoft.com/office/drawing/2014/main" id="{1E62C16F-F999-600F-4676-2F748A0FFF20}"/>
              </a:ext>
            </a:extLst>
          </p:cNvPr>
          <p:cNvGrpSpPr/>
          <p:nvPr/>
        </p:nvGrpSpPr>
        <p:grpSpPr>
          <a:xfrm>
            <a:off x="1924776" y="2763553"/>
            <a:ext cx="4094775" cy="1448571"/>
            <a:chOff x="1924776" y="2763553"/>
            <a:chExt cx="4094775" cy="1448571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23992289-5B65-1928-CDA5-2E8CFBA7E123}"/>
                </a:ext>
              </a:extLst>
            </p:cNvPr>
            <p:cNvSpPr txBox="1"/>
            <p:nvPr/>
          </p:nvSpPr>
          <p:spPr>
            <a:xfrm>
              <a:off x="1924776" y="2763553"/>
              <a:ext cx="409477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/>
                <a:t>Free space path loss ~ (</a:t>
              </a:r>
              <a:r>
                <a:rPr lang="en-US" sz="2800" i="1" dirty="0"/>
                <a:t>fd</a:t>
              </a:r>
              <a:r>
                <a:rPr lang="en-US" sz="2800" dirty="0"/>
                <a:t>)</a:t>
              </a:r>
              <a:r>
                <a:rPr lang="en-US" sz="2800" baseline="30000" dirty="0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677B75D-C988-23AB-9954-FB50845321BD}"/>
                </a:ext>
              </a:extLst>
            </p:cNvPr>
            <p:cNvSpPr txBox="1"/>
            <p:nvPr/>
          </p:nvSpPr>
          <p:spPr>
            <a:xfrm>
              <a:off x="3254628" y="3381127"/>
              <a:ext cx="1690656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i="1" dirty="0"/>
                <a:t>f</a:t>
              </a:r>
              <a:r>
                <a:rPr lang="en-US" sz="2400" dirty="0"/>
                <a:t>: frequency</a:t>
              </a:r>
            </a:p>
            <a:p>
              <a:r>
                <a:rPr lang="en-US" sz="2400" i="1" dirty="0"/>
                <a:t>d</a:t>
              </a:r>
              <a:r>
                <a:rPr lang="en-US" sz="2400" dirty="0"/>
                <a:t>: distance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98A6B95-643E-EABD-75D5-02CB8BDECFCD}"/>
              </a:ext>
            </a:extLst>
          </p:cNvPr>
          <p:cNvGrpSpPr/>
          <p:nvPr/>
        </p:nvGrpSpPr>
        <p:grpSpPr>
          <a:xfrm>
            <a:off x="2999798" y="3391947"/>
            <a:ext cx="5092884" cy="2514310"/>
            <a:chOff x="2999798" y="3391947"/>
            <a:chExt cx="5092884" cy="2514310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023E265-D9B3-C9EF-4BEF-2C1E376FC406}"/>
                </a:ext>
              </a:extLst>
            </p:cNvPr>
            <p:cNvCxnSpPr/>
            <p:nvPr/>
          </p:nvCxnSpPr>
          <p:spPr>
            <a:xfrm>
              <a:off x="5546035" y="3391947"/>
              <a:ext cx="0" cy="149659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E886CF2-5BFE-02C8-C773-895AFF72EB03}"/>
                </a:ext>
              </a:extLst>
            </p:cNvPr>
            <p:cNvGrpSpPr/>
            <p:nvPr/>
          </p:nvGrpSpPr>
          <p:grpSpPr>
            <a:xfrm>
              <a:off x="2999798" y="5249300"/>
              <a:ext cx="5092884" cy="656957"/>
              <a:chOff x="4839751" y="4930304"/>
              <a:chExt cx="5092884" cy="656957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FC1D407-9BA2-C7D6-E49B-0A8DE40BF36E}"/>
                  </a:ext>
                </a:extLst>
              </p:cNvPr>
              <p:cNvSpPr txBox="1"/>
              <p:nvPr/>
            </p:nvSpPr>
            <p:spPr>
              <a:xfrm>
                <a:off x="4839751" y="4930304"/>
                <a:ext cx="2057238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dirty="0"/>
                  <a:t>higher frequency or longer distance</a:t>
                </a: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2E008E2-EA41-C8B3-C1D2-E134B481048B}"/>
                  </a:ext>
                </a:extLst>
              </p:cNvPr>
              <p:cNvSpPr txBox="1"/>
              <p:nvPr/>
            </p:nvSpPr>
            <p:spPr>
              <a:xfrm>
                <a:off x="7973107" y="4940930"/>
                <a:ext cx="1959528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larger free space </a:t>
                </a:r>
              </a:p>
              <a:p>
                <a:r>
                  <a:rPr lang="en-US" dirty="0"/>
                  <a:t>path loss</a:t>
                </a:r>
              </a:p>
            </p:txBody>
          </p:sp>
          <p:sp>
            <p:nvSpPr>
              <p:cNvPr id="15" name="Right Arrow 14">
                <a:extLst>
                  <a:ext uri="{FF2B5EF4-FFF2-40B4-BE49-F238E27FC236}">
                    <a16:creationId xmlns:a16="http://schemas.microsoft.com/office/drawing/2014/main" id="{001DDF10-8A10-C376-413D-90EBE12A26FC}"/>
                  </a:ext>
                </a:extLst>
              </p:cNvPr>
              <p:cNvSpPr/>
              <p:nvPr/>
            </p:nvSpPr>
            <p:spPr>
              <a:xfrm>
                <a:off x="6896989" y="5116645"/>
                <a:ext cx="978408" cy="294903"/>
              </a:xfrm>
              <a:prstGeom prst="rightArrow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C429DC39-0818-E11C-67D0-EA6B1DED64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429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multipath</a:t>
            </a:r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AB7767E-A3AF-B615-1E24-16E4721F5562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130543"/>
            <a:ext cx="10869259" cy="13728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>
                <a:solidFill>
                  <a:srgbClr val="C00000"/>
                </a:solidFill>
              </a:rPr>
              <a:t>multipath propagation: </a:t>
            </a:r>
            <a:r>
              <a:rPr lang="en-US" sz="2800" dirty="0"/>
              <a:t>radio signal reflects off objects ground, built environment, arriving at destination at slightly different times</a:t>
            </a:r>
            <a:endParaRPr lang="en-US" dirty="0">
              <a:latin typeface="Gill Sans MT" charset="0"/>
            </a:endParaRPr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</p:txBody>
      </p: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C7163DF3-8582-3897-7E78-9CCFD3ABC4B8}"/>
              </a:ext>
            </a:extLst>
          </p:cNvPr>
          <p:cNvGrpSpPr/>
          <p:nvPr/>
        </p:nvGrpSpPr>
        <p:grpSpPr>
          <a:xfrm flipH="1">
            <a:off x="5760437" y="4298161"/>
            <a:ext cx="1120967" cy="365125"/>
            <a:chOff x="8493165" y="2029804"/>
            <a:chExt cx="849312" cy="226109"/>
          </a:xfrm>
        </p:grpSpPr>
        <p:pic>
          <p:nvPicPr>
            <p:cNvPr id="263" name="Picture 603" descr="car_icon_small">
              <a:extLst>
                <a:ext uri="{FF2B5EF4-FFF2-40B4-BE49-F238E27FC236}">
                  <a16:creationId xmlns:a16="http://schemas.microsoft.com/office/drawing/2014/main" id="{6ED5674B-43DC-9997-C361-FC9D338199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4" name="Picture 1017" descr="antenna_stylized">
              <a:extLst>
                <a:ext uri="{FF2B5EF4-FFF2-40B4-BE49-F238E27FC236}">
                  <a16:creationId xmlns:a16="http://schemas.microsoft.com/office/drawing/2014/main" id="{03F97D3A-958E-566F-68F2-CECAE6D76F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175F49D0-0D01-256A-0CD7-B6B6CF0BEC23}"/>
              </a:ext>
            </a:extLst>
          </p:cNvPr>
          <p:cNvGrpSpPr/>
          <p:nvPr/>
        </p:nvGrpSpPr>
        <p:grpSpPr>
          <a:xfrm>
            <a:off x="4055467" y="3827615"/>
            <a:ext cx="457200" cy="848265"/>
            <a:chOff x="2392033" y="2938550"/>
            <a:chExt cx="457200" cy="848265"/>
          </a:xfrm>
        </p:grpSpPr>
        <p:pic>
          <p:nvPicPr>
            <p:cNvPr id="59" name="Picture 799" descr="cell_tower_radiation copy">
              <a:extLst>
                <a:ext uri="{FF2B5EF4-FFF2-40B4-BE49-F238E27FC236}">
                  <a16:creationId xmlns:a16="http://schemas.microsoft.com/office/drawing/2014/main" id="{78B7D071-EBD1-94DA-3C10-8A06472D2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2033" y="2938550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Oval 800">
              <a:extLst>
                <a:ext uri="{FF2B5EF4-FFF2-40B4-BE49-F238E27FC236}">
                  <a16:creationId xmlns:a16="http://schemas.microsoft.com/office/drawing/2014/main" id="{66E36809-A4F1-E415-7E26-9AB8223F2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708" y="3073378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94" name="Group 783">
              <a:extLst>
                <a:ext uri="{FF2B5EF4-FFF2-40B4-BE49-F238E27FC236}">
                  <a16:creationId xmlns:a16="http://schemas.microsoft.com/office/drawing/2014/main" id="{751CDA7E-472F-5EE3-F8F6-9C85ABF2F8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4451" y="3089758"/>
              <a:ext cx="260874" cy="697057"/>
              <a:chOff x="3130" y="3288"/>
              <a:chExt cx="410" cy="742"/>
            </a:xfrm>
          </p:grpSpPr>
          <p:sp>
            <p:nvSpPr>
              <p:cNvPr id="441" name="Line 270">
                <a:extLst>
                  <a:ext uri="{FF2B5EF4-FFF2-40B4-BE49-F238E27FC236}">
                    <a16:creationId xmlns:a16="http://schemas.microsoft.com/office/drawing/2014/main" id="{F17E4B8D-DFDF-CAC6-A143-30AE3A3E02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2" name="Line 271">
                <a:extLst>
                  <a:ext uri="{FF2B5EF4-FFF2-40B4-BE49-F238E27FC236}">
                    <a16:creationId xmlns:a16="http://schemas.microsoft.com/office/drawing/2014/main" id="{791ACE4A-5DEE-6DB5-66DC-09E2FB53B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3" name="Line 272">
                <a:extLst>
                  <a:ext uri="{FF2B5EF4-FFF2-40B4-BE49-F238E27FC236}">
                    <a16:creationId xmlns:a16="http://schemas.microsoft.com/office/drawing/2014/main" id="{42AECBF6-97A8-731D-EFC1-08DEC004E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4" name="Line 273">
                <a:extLst>
                  <a:ext uri="{FF2B5EF4-FFF2-40B4-BE49-F238E27FC236}">
                    <a16:creationId xmlns:a16="http://schemas.microsoft.com/office/drawing/2014/main" id="{14C9C70F-D6DA-CE9A-5A1A-892678CDB7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5" name="Line 274">
                <a:extLst>
                  <a:ext uri="{FF2B5EF4-FFF2-40B4-BE49-F238E27FC236}">
                    <a16:creationId xmlns:a16="http://schemas.microsoft.com/office/drawing/2014/main" id="{F6ECA830-1C69-A8CB-96F2-2192A53248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6" name="Line 275">
                <a:extLst>
                  <a:ext uri="{FF2B5EF4-FFF2-40B4-BE49-F238E27FC236}">
                    <a16:creationId xmlns:a16="http://schemas.microsoft.com/office/drawing/2014/main" id="{C2F3E90C-F8AB-633D-6DF8-C08D3334DF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7" name="Line 276">
                <a:extLst>
                  <a:ext uri="{FF2B5EF4-FFF2-40B4-BE49-F238E27FC236}">
                    <a16:creationId xmlns:a16="http://schemas.microsoft.com/office/drawing/2014/main" id="{8B2D4235-76EF-6619-6ABB-5BA101A8F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8" name="Line 277">
                <a:extLst>
                  <a:ext uri="{FF2B5EF4-FFF2-40B4-BE49-F238E27FC236}">
                    <a16:creationId xmlns:a16="http://schemas.microsoft.com/office/drawing/2014/main" id="{9CC57805-653E-1AF4-CB55-910DFF482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9" name="Line 278">
                <a:extLst>
                  <a:ext uri="{FF2B5EF4-FFF2-40B4-BE49-F238E27FC236}">
                    <a16:creationId xmlns:a16="http://schemas.microsoft.com/office/drawing/2014/main" id="{08942CFD-69B5-19E2-A662-8E307C7AB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0" name="Line 279">
                <a:extLst>
                  <a:ext uri="{FF2B5EF4-FFF2-40B4-BE49-F238E27FC236}">
                    <a16:creationId xmlns:a16="http://schemas.microsoft.com/office/drawing/2014/main" id="{B06C3075-4737-C73A-65B2-1FEC2F4BE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1" name="Line 280">
                <a:extLst>
                  <a:ext uri="{FF2B5EF4-FFF2-40B4-BE49-F238E27FC236}">
                    <a16:creationId xmlns:a16="http://schemas.microsoft.com/office/drawing/2014/main" id="{2F686B90-F1EA-85A2-F8C9-2336A9D0B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2" name="Line 281">
                <a:extLst>
                  <a:ext uri="{FF2B5EF4-FFF2-40B4-BE49-F238E27FC236}">
                    <a16:creationId xmlns:a16="http://schemas.microsoft.com/office/drawing/2014/main" id="{1964F2B7-34E7-5B6C-3EA7-20276C4F3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3" name="Line 282">
                <a:extLst>
                  <a:ext uri="{FF2B5EF4-FFF2-40B4-BE49-F238E27FC236}">
                    <a16:creationId xmlns:a16="http://schemas.microsoft.com/office/drawing/2014/main" id="{6676524B-8638-C41B-4C8B-07C943BDD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4" name="Line 283">
                <a:extLst>
                  <a:ext uri="{FF2B5EF4-FFF2-40B4-BE49-F238E27FC236}">
                    <a16:creationId xmlns:a16="http://schemas.microsoft.com/office/drawing/2014/main" id="{13EF8D29-EF5E-3F38-7C10-5D0FE81D97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5" name="Line 284">
                <a:extLst>
                  <a:ext uri="{FF2B5EF4-FFF2-40B4-BE49-F238E27FC236}">
                    <a16:creationId xmlns:a16="http://schemas.microsoft.com/office/drawing/2014/main" id="{4A09CA93-38FB-076B-BE2C-7E448B0583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pic>
        <p:nvPicPr>
          <p:cNvPr id="460" name="Picture 459">
            <a:extLst>
              <a:ext uri="{FF2B5EF4-FFF2-40B4-BE49-F238E27FC236}">
                <a16:creationId xmlns:a16="http://schemas.microsoft.com/office/drawing/2014/main" id="{9D969351-9DBB-D5B0-0D6F-351526A9B28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5575" y="2466372"/>
            <a:ext cx="1034924" cy="1287905"/>
          </a:xfrm>
          <a:prstGeom prst="rect">
            <a:avLst/>
          </a:prstGeom>
        </p:spPr>
      </p:pic>
      <p:pic>
        <p:nvPicPr>
          <p:cNvPr id="461" name="Picture 460">
            <a:extLst>
              <a:ext uri="{FF2B5EF4-FFF2-40B4-BE49-F238E27FC236}">
                <a16:creationId xmlns:a16="http://schemas.microsoft.com/office/drawing/2014/main" id="{D32EC732-52D6-C783-8C36-D5F33C913BE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70171" y="3335979"/>
            <a:ext cx="1430167" cy="1127120"/>
          </a:xfrm>
          <a:prstGeom prst="rect">
            <a:avLst/>
          </a:prstGeom>
        </p:spPr>
      </p:pic>
      <p:sp>
        <p:nvSpPr>
          <p:cNvPr id="462" name="Freeform 461">
            <a:extLst>
              <a:ext uri="{FF2B5EF4-FFF2-40B4-BE49-F238E27FC236}">
                <a16:creationId xmlns:a16="http://schemas.microsoft.com/office/drawing/2014/main" id="{D2672AE7-FDD2-D557-2F8E-6CD10CFC3972}"/>
              </a:ext>
            </a:extLst>
          </p:cNvPr>
          <p:cNvSpPr/>
          <p:nvPr/>
        </p:nvSpPr>
        <p:spPr>
          <a:xfrm>
            <a:off x="4332157" y="3478655"/>
            <a:ext cx="2358765" cy="778552"/>
          </a:xfrm>
          <a:custGeom>
            <a:avLst/>
            <a:gdLst>
              <a:gd name="connsiteX0" fmla="*/ 0 w 2263515"/>
              <a:gd name="connsiteY0" fmla="*/ 824459 h 1064302"/>
              <a:gd name="connsiteX1" fmla="*/ 2263515 w 2263515"/>
              <a:gd name="connsiteY1" fmla="*/ 0 h 1064302"/>
              <a:gd name="connsiteX2" fmla="*/ 1933732 w 2263515"/>
              <a:gd name="connsiteY2" fmla="*/ 1064302 h 106430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58765" h="778552">
                <a:moveTo>
                  <a:pt x="0" y="538709"/>
                </a:moveTo>
                <a:lnTo>
                  <a:pt x="2358765" y="0"/>
                </a:lnTo>
                <a:cubicBezTo>
                  <a:pt x="2036989" y="612080"/>
                  <a:pt x="2323611" y="78563"/>
                  <a:pt x="1933732" y="778552"/>
                </a:cubicBezTo>
              </a:path>
            </a:pathLst>
          </a:custGeom>
          <a:noFill/>
          <a:ln w="25400">
            <a:solidFill>
              <a:srgbClr val="CC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DE1B1550-C495-966D-A5F2-CC17AB4D5476}"/>
              </a:ext>
            </a:extLst>
          </p:cNvPr>
          <p:cNvSpPr/>
          <p:nvPr/>
        </p:nvSpPr>
        <p:spPr>
          <a:xfrm>
            <a:off x="4400550" y="4019550"/>
            <a:ext cx="4133850" cy="342900"/>
          </a:xfrm>
          <a:custGeom>
            <a:avLst/>
            <a:gdLst>
              <a:gd name="connsiteX0" fmla="*/ 0 w 4133850"/>
              <a:gd name="connsiteY0" fmla="*/ 0 h 342900"/>
              <a:gd name="connsiteX1" fmla="*/ 4133850 w 4133850"/>
              <a:gd name="connsiteY1" fmla="*/ 171450 h 342900"/>
              <a:gd name="connsiteX2" fmla="*/ 2305050 w 4133850"/>
              <a:gd name="connsiteY2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33850" h="342900">
                <a:moveTo>
                  <a:pt x="0" y="0"/>
                </a:moveTo>
                <a:lnTo>
                  <a:pt x="4133850" y="171450"/>
                </a:lnTo>
                <a:lnTo>
                  <a:pt x="2305050" y="342900"/>
                </a:lnTo>
              </a:path>
            </a:pathLst>
          </a:custGeom>
          <a:noFill/>
          <a:ln w="25400">
            <a:solidFill>
              <a:srgbClr val="7030A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465" name="Straight Arrow Connector 464">
            <a:extLst>
              <a:ext uri="{FF2B5EF4-FFF2-40B4-BE49-F238E27FC236}">
                <a16:creationId xmlns:a16="http://schemas.microsoft.com/office/drawing/2014/main" id="{01B2E45D-7B77-590F-F0E0-7C98865A067F}"/>
              </a:ext>
            </a:extLst>
          </p:cNvPr>
          <p:cNvCxnSpPr>
            <a:stCxn id="462" idx="0"/>
          </p:cNvCxnSpPr>
          <p:nvPr/>
        </p:nvCxnSpPr>
        <p:spPr>
          <a:xfrm>
            <a:off x="4332157" y="4017364"/>
            <a:ext cx="1569676" cy="370111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6" name="TextBox 465">
            <a:extLst>
              <a:ext uri="{FF2B5EF4-FFF2-40B4-BE49-F238E27FC236}">
                <a16:creationId xmlns:a16="http://schemas.microsoft.com/office/drawing/2014/main" id="{2BA97D04-E685-871B-A52A-8D53972A5F88}"/>
              </a:ext>
            </a:extLst>
          </p:cNvPr>
          <p:cNvSpPr txBox="1"/>
          <p:nvPr/>
        </p:nvSpPr>
        <p:spPr>
          <a:xfrm>
            <a:off x="4557334" y="4277690"/>
            <a:ext cx="1072666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chemeClr val="accent6">
                    <a:lumMod val="75000"/>
                  </a:schemeClr>
                </a:solidFill>
              </a:rPr>
              <a:t>line of sight </a:t>
            </a:r>
          </a:p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chemeClr val="accent6">
                    <a:lumMod val="75000"/>
                  </a:schemeClr>
                </a:solidFill>
              </a:rPr>
              <a:t>(LOS) path</a:t>
            </a: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F625F961-6209-4343-89DD-6AB099FC92F3}"/>
              </a:ext>
            </a:extLst>
          </p:cNvPr>
          <p:cNvSpPr txBox="1"/>
          <p:nvPr/>
        </p:nvSpPr>
        <p:spPr>
          <a:xfrm>
            <a:off x="5411653" y="3260795"/>
            <a:ext cx="121264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rgbClr val="CC0000"/>
                </a:solidFill>
              </a:rPr>
              <a:t>reflected path</a:t>
            </a: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3525C1E0-5E56-0EB3-A4A2-63BDC2CE5932}"/>
              </a:ext>
            </a:extLst>
          </p:cNvPr>
          <p:cNvSpPr txBox="1"/>
          <p:nvPr/>
        </p:nvSpPr>
        <p:spPr>
          <a:xfrm>
            <a:off x="7153237" y="4338503"/>
            <a:ext cx="121264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rgbClr val="7030A0"/>
                </a:solidFill>
              </a:rPr>
              <a:t>reflected</a:t>
            </a:r>
            <a:r>
              <a:rPr lang="en-US" sz="1400" dirty="0">
                <a:solidFill>
                  <a:srgbClr val="0000A3"/>
                </a:solidFill>
              </a:rPr>
              <a:t> path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069C25D3-3B3E-DFF1-9DE4-D4C1E6D4F3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6087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multipath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130543"/>
            <a:ext cx="10869259" cy="13728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multipath propagation: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 signal reflects off objects ground, built environment, arriving at destination at slightly different times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7AC6375-0CE5-2A21-E9E0-1C3FDC55F6E2}"/>
              </a:ext>
            </a:extLst>
          </p:cNvPr>
          <p:cNvCxnSpPr>
            <a:cxnSpLocks/>
          </p:cNvCxnSpPr>
          <p:nvPr/>
        </p:nvCxnSpPr>
        <p:spPr>
          <a:xfrm>
            <a:off x="2725647" y="5246002"/>
            <a:ext cx="1576978" cy="0"/>
          </a:xfrm>
          <a:prstGeom prst="straightConnector1">
            <a:avLst/>
          </a:prstGeom>
          <a:ln w="1587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49D9B310-BD4D-4FB2-2ACC-0676A025BD5D}"/>
              </a:ext>
            </a:extLst>
          </p:cNvPr>
          <p:cNvSpPr txBox="1"/>
          <p:nvPr/>
        </p:nvSpPr>
        <p:spPr>
          <a:xfrm>
            <a:off x="2651431" y="5258429"/>
            <a:ext cx="17254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coherence time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C1545AE-4562-A983-A277-617194C33FEA}"/>
              </a:ext>
            </a:extLst>
          </p:cNvPr>
          <p:cNvSpPr txBox="1"/>
          <p:nvPr/>
        </p:nvSpPr>
        <p:spPr>
          <a:xfrm>
            <a:off x="6953250" y="2220874"/>
            <a:ext cx="4966736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Coherence time: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amount of time bit is present in channel to be received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influences maximum possible transmission rate, since coherence times can not overlap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inversely proportional to</a:t>
            </a:r>
          </a:p>
          <a:p>
            <a:pPr marL="74295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frequency</a:t>
            </a:r>
          </a:p>
          <a:p>
            <a:pPr marL="74295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velocity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548AF5A5-B067-526D-4F78-449DE705F24D}"/>
              </a:ext>
            </a:extLst>
          </p:cNvPr>
          <p:cNvSpPr/>
          <p:nvPr/>
        </p:nvSpPr>
        <p:spPr>
          <a:xfrm>
            <a:off x="2076805" y="3046250"/>
            <a:ext cx="200025" cy="644526"/>
          </a:xfrm>
          <a:custGeom>
            <a:avLst/>
            <a:gdLst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9842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0025"/>
              <a:gd name="connsiteY0" fmla="*/ 644525 h 644525"/>
              <a:gd name="connsiteX1" fmla="*/ 88900 w 200025"/>
              <a:gd name="connsiteY1" fmla="*/ 0 h 644525"/>
              <a:gd name="connsiteX2" fmla="*/ 200025 w 200025"/>
              <a:gd name="connsiteY2" fmla="*/ 644525 h 644525"/>
              <a:gd name="connsiteX3" fmla="*/ 0 w 200025"/>
              <a:gd name="connsiteY3" fmla="*/ 644525 h 644525"/>
              <a:gd name="connsiteX0" fmla="*/ 0 w 200025"/>
              <a:gd name="connsiteY0" fmla="*/ 644526 h 644526"/>
              <a:gd name="connsiteX1" fmla="*/ 88900 w 200025"/>
              <a:gd name="connsiteY1" fmla="*/ 1 h 644526"/>
              <a:gd name="connsiteX2" fmla="*/ 200025 w 200025"/>
              <a:gd name="connsiteY2" fmla="*/ 644526 h 644526"/>
              <a:gd name="connsiteX3" fmla="*/ 0 w 200025"/>
              <a:gd name="connsiteY3" fmla="*/ 644526 h 64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025" h="644526">
                <a:moveTo>
                  <a:pt x="0" y="644526"/>
                </a:moveTo>
                <a:cubicBezTo>
                  <a:pt x="35983" y="482601"/>
                  <a:pt x="-55033" y="1"/>
                  <a:pt x="88900" y="1"/>
                </a:cubicBezTo>
                <a:cubicBezTo>
                  <a:pt x="225425" y="-1057"/>
                  <a:pt x="161925" y="455084"/>
                  <a:pt x="200025" y="644526"/>
                </a:cubicBezTo>
                <a:lnTo>
                  <a:pt x="0" y="644526"/>
                </a:lnTo>
                <a:close/>
              </a:path>
            </a:pathLst>
          </a:custGeom>
          <a:solidFill>
            <a:srgbClr val="0000A3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5A3D21B0-18C7-7B16-24D4-D15F7CA420FA}"/>
              </a:ext>
            </a:extLst>
          </p:cNvPr>
          <p:cNvSpPr/>
          <p:nvPr/>
        </p:nvSpPr>
        <p:spPr>
          <a:xfrm>
            <a:off x="3648430" y="3042494"/>
            <a:ext cx="200025" cy="644526"/>
          </a:xfrm>
          <a:custGeom>
            <a:avLst/>
            <a:gdLst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9842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0025"/>
              <a:gd name="connsiteY0" fmla="*/ 644525 h 644525"/>
              <a:gd name="connsiteX1" fmla="*/ 88900 w 200025"/>
              <a:gd name="connsiteY1" fmla="*/ 0 h 644525"/>
              <a:gd name="connsiteX2" fmla="*/ 200025 w 200025"/>
              <a:gd name="connsiteY2" fmla="*/ 644525 h 644525"/>
              <a:gd name="connsiteX3" fmla="*/ 0 w 200025"/>
              <a:gd name="connsiteY3" fmla="*/ 644525 h 644525"/>
              <a:gd name="connsiteX0" fmla="*/ 0 w 200025"/>
              <a:gd name="connsiteY0" fmla="*/ 644526 h 644526"/>
              <a:gd name="connsiteX1" fmla="*/ 88900 w 200025"/>
              <a:gd name="connsiteY1" fmla="*/ 1 h 644526"/>
              <a:gd name="connsiteX2" fmla="*/ 200025 w 200025"/>
              <a:gd name="connsiteY2" fmla="*/ 644526 h 644526"/>
              <a:gd name="connsiteX3" fmla="*/ 0 w 200025"/>
              <a:gd name="connsiteY3" fmla="*/ 644526 h 64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025" h="644526">
                <a:moveTo>
                  <a:pt x="0" y="644526"/>
                </a:moveTo>
                <a:cubicBezTo>
                  <a:pt x="35983" y="482601"/>
                  <a:pt x="-55033" y="1"/>
                  <a:pt x="88900" y="1"/>
                </a:cubicBezTo>
                <a:cubicBezTo>
                  <a:pt x="225425" y="-1057"/>
                  <a:pt x="161925" y="455084"/>
                  <a:pt x="200025" y="644526"/>
                </a:cubicBezTo>
                <a:lnTo>
                  <a:pt x="0" y="644526"/>
                </a:lnTo>
                <a:close/>
              </a:path>
            </a:pathLst>
          </a:custGeom>
          <a:solidFill>
            <a:srgbClr val="0000A3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737B68-3FCF-6B41-C272-5BAED2A5B688}"/>
              </a:ext>
            </a:extLst>
          </p:cNvPr>
          <p:cNvSpPr txBox="1"/>
          <p:nvPr/>
        </p:nvSpPr>
        <p:spPr>
          <a:xfrm>
            <a:off x="844266" y="3181501"/>
            <a:ext cx="1042145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transmitted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pulses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FA80B1F-938A-244C-2B6A-94DE5B3F612A}"/>
              </a:ext>
            </a:extLst>
          </p:cNvPr>
          <p:cNvSpPr txBox="1"/>
          <p:nvPr/>
        </p:nvSpPr>
        <p:spPr>
          <a:xfrm>
            <a:off x="936223" y="4588478"/>
            <a:ext cx="805733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received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pulse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AE422FF-7F2C-B25B-A003-F1254A01CB47}"/>
              </a:ext>
            </a:extLst>
          </p:cNvPr>
          <p:cNvGrpSpPr/>
          <p:nvPr/>
        </p:nvGrpSpPr>
        <p:grpSpPr>
          <a:xfrm>
            <a:off x="2101932" y="3705101"/>
            <a:ext cx="1680259" cy="1401289"/>
            <a:chOff x="2101932" y="3705101"/>
            <a:chExt cx="1680259" cy="1401289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EF99848-80E6-28F5-1478-85540401DD8D}"/>
                </a:ext>
              </a:extLst>
            </p:cNvPr>
            <p:cNvSpPr/>
            <p:nvPr/>
          </p:nvSpPr>
          <p:spPr>
            <a:xfrm>
              <a:off x="2101932" y="3705101"/>
              <a:ext cx="1603169" cy="1401289"/>
            </a:xfrm>
            <a:custGeom>
              <a:avLst/>
              <a:gdLst>
                <a:gd name="connsiteX0" fmla="*/ 629393 w 1603169"/>
                <a:gd name="connsiteY0" fmla="*/ 1377538 h 1401289"/>
                <a:gd name="connsiteX1" fmla="*/ 0 w 1603169"/>
                <a:gd name="connsiteY1" fmla="*/ 0 h 1401289"/>
                <a:gd name="connsiteX2" fmla="*/ 201881 w 1603169"/>
                <a:gd name="connsiteY2" fmla="*/ 0 h 1401289"/>
                <a:gd name="connsiteX3" fmla="*/ 1555668 w 1603169"/>
                <a:gd name="connsiteY3" fmla="*/ 1045029 h 1401289"/>
                <a:gd name="connsiteX4" fmla="*/ 1603169 w 1603169"/>
                <a:gd name="connsiteY4" fmla="*/ 1401289 h 1401289"/>
                <a:gd name="connsiteX5" fmla="*/ 629393 w 1603169"/>
                <a:gd name="connsiteY5" fmla="*/ 1377538 h 140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3169" h="1401289">
                  <a:moveTo>
                    <a:pt x="629393" y="1377538"/>
                  </a:moveTo>
                  <a:lnTo>
                    <a:pt x="0" y="0"/>
                  </a:lnTo>
                  <a:lnTo>
                    <a:pt x="201881" y="0"/>
                  </a:lnTo>
                  <a:lnTo>
                    <a:pt x="1555668" y="1045029"/>
                  </a:lnTo>
                  <a:lnTo>
                    <a:pt x="1603169" y="1401289"/>
                  </a:lnTo>
                  <a:lnTo>
                    <a:pt x="629393" y="13775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67010563-B53D-5A8B-2237-96D04929E5AB}"/>
                </a:ext>
              </a:extLst>
            </p:cNvPr>
            <p:cNvGrpSpPr/>
            <p:nvPr/>
          </p:nvGrpSpPr>
          <p:grpSpPr>
            <a:xfrm>
              <a:off x="2720845" y="4574226"/>
              <a:ext cx="961407" cy="523875"/>
              <a:chOff x="1978510" y="4514850"/>
              <a:chExt cx="961407" cy="523875"/>
            </a:xfrm>
          </p:grpSpPr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78BB6F1-7563-9DE9-1193-B7E0251604CA}"/>
                  </a:ext>
                </a:extLst>
              </p:cNvPr>
              <p:cNvSpPr/>
              <p:nvPr/>
            </p:nvSpPr>
            <p:spPr>
              <a:xfrm>
                <a:off x="1978510" y="4514850"/>
                <a:ext cx="200025" cy="523875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6350"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87C26B72-170E-567B-2F63-AD5DBB7AD5BA}"/>
                  </a:ext>
                </a:extLst>
              </p:cNvPr>
              <p:cNvSpPr/>
              <p:nvPr/>
            </p:nvSpPr>
            <p:spPr>
              <a:xfrm>
                <a:off x="2359510" y="4775201"/>
                <a:ext cx="164615" cy="263523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rgbClr val="CC0000"/>
              </a:solidFill>
              <a:ln w="63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0E2A91B7-F240-C413-E490-4DF85521D437}"/>
                  </a:ext>
                </a:extLst>
              </p:cNvPr>
              <p:cNvSpPr/>
              <p:nvPr/>
            </p:nvSpPr>
            <p:spPr>
              <a:xfrm>
                <a:off x="2739892" y="4654563"/>
                <a:ext cx="200025" cy="384162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rgbClr val="7030A0"/>
              </a:solidFill>
              <a:ln w="6350">
                <a:solidFill>
                  <a:schemeClr val="accent5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F1ED6F0-ED81-2167-C837-6C9B418AAA40}"/>
                </a:ext>
              </a:extLst>
            </p:cNvPr>
            <p:cNvSpPr txBox="1"/>
            <p:nvPr/>
          </p:nvSpPr>
          <p:spPr>
            <a:xfrm>
              <a:off x="2433935" y="4150072"/>
              <a:ext cx="737702" cy="366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LOS pulse</a:t>
              </a: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A661DFEE-1044-E444-F262-AAEE92095C97}"/>
                </a:ext>
              </a:extLst>
            </p:cNvPr>
            <p:cNvGrpSpPr/>
            <p:nvPr/>
          </p:nvGrpSpPr>
          <p:grpSpPr>
            <a:xfrm>
              <a:off x="3039680" y="4062256"/>
              <a:ext cx="742511" cy="650098"/>
              <a:chOff x="2297345" y="4002880"/>
              <a:chExt cx="742511" cy="650098"/>
            </a:xfrm>
          </p:grpSpPr>
          <p:sp>
            <p:nvSpPr>
              <p:cNvPr id="26" name="Right Brace 25">
                <a:extLst>
                  <a:ext uri="{FF2B5EF4-FFF2-40B4-BE49-F238E27FC236}">
                    <a16:creationId xmlns:a16="http://schemas.microsoft.com/office/drawing/2014/main" id="{1EBEFE9B-C63F-8389-1780-9A86C8F08DDD}"/>
                  </a:ext>
                </a:extLst>
              </p:cNvPr>
              <p:cNvSpPr/>
              <p:nvPr/>
            </p:nvSpPr>
            <p:spPr>
              <a:xfrm rot="16200000">
                <a:off x="2571001" y="4225101"/>
                <a:ext cx="184208" cy="671545"/>
              </a:xfrm>
              <a:prstGeom prst="rightBrac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D198516-A0F9-9794-9531-8CA89843F5A4}"/>
                  </a:ext>
                </a:extLst>
              </p:cNvPr>
              <p:cNvSpPr txBox="1"/>
              <p:nvPr/>
            </p:nvSpPr>
            <p:spPr>
              <a:xfrm>
                <a:off x="2297345" y="4002880"/>
                <a:ext cx="742511" cy="5019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multipath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pulses</a:t>
                </a:r>
              </a:p>
            </p:txBody>
          </p:sp>
        </p:grpSp>
      </p:grp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280194B8-A739-3F3D-ED0C-971BE014F591}"/>
              </a:ext>
            </a:extLst>
          </p:cNvPr>
          <p:cNvCxnSpPr>
            <a:cxnSpLocks/>
          </p:cNvCxnSpPr>
          <p:nvPr/>
        </p:nvCxnSpPr>
        <p:spPr>
          <a:xfrm>
            <a:off x="1951703" y="3687020"/>
            <a:ext cx="4144297" cy="779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F9E1E3B0-181A-F2DC-A713-211C1A662AB1}"/>
              </a:ext>
            </a:extLst>
          </p:cNvPr>
          <p:cNvCxnSpPr>
            <a:cxnSpLocks/>
          </p:cNvCxnSpPr>
          <p:nvPr/>
        </p:nvCxnSpPr>
        <p:spPr>
          <a:xfrm>
            <a:off x="1951702" y="5092617"/>
            <a:ext cx="4144297" cy="779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D9FCD19D-3AD1-24A0-DF2C-74B335EAB1BA}"/>
              </a:ext>
            </a:extLst>
          </p:cNvPr>
          <p:cNvSpPr txBox="1"/>
          <p:nvPr/>
        </p:nvSpPr>
        <p:spPr>
          <a:xfrm>
            <a:off x="5581954" y="3696596"/>
            <a:ext cx="445956" cy="23108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1764AE7-199E-E457-741A-C30A27A186CE}"/>
              </a:ext>
            </a:extLst>
          </p:cNvPr>
          <p:cNvSpPr txBox="1"/>
          <p:nvPr/>
        </p:nvSpPr>
        <p:spPr>
          <a:xfrm>
            <a:off x="5577513" y="5101209"/>
            <a:ext cx="445956" cy="23108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5EB1D7E-6E80-1D34-90A6-981EFF5D9934}"/>
              </a:ext>
            </a:extLst>
          </p:cNvPr>
          <p:cNvGrpSpPr/>
          <p:nvPr/>
        </p:nvGrpSpPr>
        <p:grpSpPr>
          <a:xfrm>
            <a:off x="3677415" y="3704704"/>
            <a:ext cx="1682341" cy="1401289"/>
            <a:chOff x="3677415" y="3704704"/>
            <a:chExt cx="1682341" cy="1401289"/>
          </a:xfrm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404176C-D023-2986-E121-AE60769FA143}"/>
                </a:ext>
              </a:extLst>
            </p:cNvPr>
            <p:cNvSpPr/>
            <p:nvPr/>
          </p:nvSpPr>
          <p:spPr>
            <a:xfrm>
              <a:off x="3677415" y="3704704"/>
              <a:ext cx="1603169" cy="1401289"/>
            </a:xfrm>
            <a:custGeom>
              <a:avLst/>
              <a:gdLst>
                <a:gd name="connsiteX0" fmla="*/ 629393 w 1603169"/>
                <a:gd name="connsiteY0" fmla="*/ 1377538 h 1401289"/>
                <a:gd name="connsiteX1" fmla="*/ 0 w 1603169"/>
                <a:gd name="connsiteY1" fmla="*/ 0 h 1401289"/>
                <a:gd name="connsiteX2" fmla="*/ 201881 w 1603169"/>
                <a:gd name="connsiteY2" fmla="*/ 0 h 1401289"/>
                <a:gd name="connsiteX3" fmla="*/ 1555668 w 1603169"/>
                <a:gd name="connsiteY3" fmla="*/ 1045029 h 1401289"/>
                <a:gd name="connsiteX4" fmla="*/ 1603169 w 1603169"/>
                <a:gd name="connsiteY4" fmla="*/ 1401289 h 1401289"/>
                <a:gd name="connsiteX5" fmla="*/ 629393 w 1603169"/>
                <a:gd name="connsiteY5" fmla="*/ 1377538 h 140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3169" h="1401289">
                  <a:moveTo>
                    <a:pt x="629393" y="1377538"/>
                  </a:moveTo>
                  <a:lnTo>
                    <a:pt x="0" y="0"/>
                  </a:lnTo>
                  <a:lnTo>
                    <a:pt x="201881" y="0"/>
                  </a:lnTo>
                  <a:lnTo>
                    <a:pt x="1555668" y="1045029"/>
                  </a:lnTo>
                  <a:lnTo>
                    <a:pt x="1603169" y="1401289"/>
                  </a:lnTo>
                  <a:lnTo>
                    <a:pt x="629393" y="13775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795F74C7-4CB3-F0C4-60C0-3313C956CCF5}"/>
                </a:ext>
              </a:extLst>
            </p:cNvPr>
            <p:cNvGrpSpPr/>
            <p:nvPr/>
          </p:nvGrpSpPr>
          <p:grpSpPr>
            <a:xfrm>
              <a:off x="4019296" y="4121766"/>
              <a:ext cx="1340460" cy="974748"/>
              <a:chOff x="3175361" y="4062390"/>
              <a:chExt cx="1340460" cy="974748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E8CB807C-64BA-3560-7D2C-B1BF60509A59}"/>
                  </a:ext>
                </a:extLst>
              </p:cNvPr>
              <p:cNvGrpSpPr/>
              <p:nvPr/>
            </p:nvGrpSpPr>
            <p:grpSpPr>
              <a:xfrm>
                <a:off x="3458690" y="4513263"/>
                <a:ext cx="961407" cy="523875"/>
                <a:chOff x="1978510" y="4514850"/>
                <a:chExt cx="961407" cy="523875"/>
              </a:xfrm>
            </p:grpSpPr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737A0058-7C92-5C00-27B6-DB675CB65506}"/>
                    </a:ext>
                  </a:extLst>
                </p:cNvPr>
                <p:cNvSpPr/>
                <p:nvPr/>
              </p:nvSpPr>
              <p:spPr>
                <a:xfrm>
                  <a:off x="1978510" y="4514850"/>
                  <a:ext cx="200025" cy="523875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 w="6350"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Freeform 19">
                  <a:extLst>
                    <a:ext uri="{FF2B5EF4-FFF2-40B4-BE49-F238E27FC236}">
                      <a16:creationId xmlns:a16="http://schemas.microsoft.com/office/drawing/2014/main" id="{A69D7BC0-8024-DDBD-49A0-02C6E3576B44}"/>
                    </a:ext>
                  </a:extLst>
                </p:cNvPr>
                <p:cNvSpPr/>
                <p:nvPr/>
              </p:nvSpPr>
              <p:spPr>
                <a:xfrm>
                  <a:off x="2359510" y="4775201"/>
                  <a:ext cx="164615" cy="263523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rgbClr val="CC0000"/>
                </a:solidFill>
                <a:ln w="63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Freeform 20">
                  <a:extLst>
                    <a:ext uri="{FF2B5EF4-FFF2-40B4-BE49-F238E27FC236}">
                      <a16:creationId xmlns:a16="http://schemas.microsoft.com/office/drawing/2014/main" id="{FD40AEFF-FF9F-D0DD-CF06-E59CED081B30}"/>
                    </a:ext>
                  </a:extLst>
                </p:cNvPr>
                <p:cNvSpPr/>
                <p:nvPr/>
              </p:nvSpPr>
              <p:spPr>
                <a:xfrm>
                  <a:off x="2739892" y="4654563"/>
                  <a:ext cx="200025" cy="384162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6350">
                  <a:solidFill>
                    <a:schemeClr val="accent5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4E191C-CEF1-E3D0-CC89-F8CDA6C84D71}"/>
                  </a:ext>
                </a:extLst>
              </p:cNvPr>
              <p:cNvSpPr txBox="1"/>
              <p:nvPr/>
            </p:nvSpPr>
            <p:spPr>
              <a:xfrm>
                <a:off x="3175361" y="4142642"/>
                <a:ext cx="737702" cy="36651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LOS pulse</a:t>
                </a:r>
              </a:p>
            </p:txBody>
          </p:sp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78DD52A8-7B03-C545-7C07-96E620692AC6}"/>
                  </a:ext>
                </a:extLst>
              </p:cNvPr>
              <p:cNvGrpSpPr/>
              <p:nvPr/>
            </p:nvGrpSpPr>
            <p:grpSpPr>
              <a:xfrm>
                <a:off x="3773310" y="4062390"/>
                <a:ext cx="742511" cy="650098"/>
                <a:chOff x="2297345" y="4002880"/>
                <a:chExt cx="742511" cy="650098"/>
              </a:xfrm>
            </p:grpSpPr>
            <p:sp>
              <p:nvSpPr>
                <p:cNvPr id="37" name="Right Brace 36">
                  <a:extLst>
                    <a:ext uri="{FF2B5EF4-FFF2-40B4-BE49-F238E27FC236}">
                      <a16:creationId xmlns:a16="http://schemas.microsoft.com/office/drawing/2014/main" id="{1AEBED80-B8B3-E365-20D5-A07B5F60575E}"/>
                    </a:ext>
                  </a:extLst>
                </p:cNvPr>
                <p:cNvSpPr/>
                <p:nvPr/>
              </p:nvSpPr>
              <p:spPr>
                <a:xfrm rot="16200000">
                  <a:off x="2571001" y="4225101"/>
                  <a:ext cx="184208" cy="671545"/>
                </a:xfrm>
                <a:prstGeom prst="rightBrac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DF2DB092-EBBA-2CA5-DF83-8152099FEBCC}"/>
                    </a:ext>
                  </a:extLst>
                </p:cNvPr>
                <p:cNvSpPr txBox="1"/>
                <p:nvPr/>
              </p:nvSpPr>
              <p:spPr>
                <a:xfrm>
                  <a:off x="2297345" y="4002880"/>
                  <a:ext cx="742511" cy="5019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received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multipath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pulses</a:t>
                  </a:r>
                </a:p>
              </p:txBody>
            </p:sp>
          </p:grpSp>
        </p:grpSp>
      </p:grpSp>
      <p:sp>
        <p:nvSpPr>
          <p:cNvPr id="10" name="Slide Number Placeholder 3">
            <a:extLst>
              <a:ext uri="{FF2B5EF4-FFF2-40B4-BE49-F238E27FC236}">
                <a16:creationId xmlns:a16="http://schemas.microsoft.com/office/drawing/2014/main" id="{EB239C98-00CE-C36E-A0AE-7156397A82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351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animBg="1"/>
      <p:bldP spid="13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863" y="251553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noise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71B6FDCD-1AF4-6E4D-B4AA-12EEF29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1349375"/>
            <a:ext cx="6502400" cy="519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interference from other sources on </a:t>
            </a:r>
            <a:r>
              <a:rPr lang="en-US" dirty="0"/>
              <a:t>wireless network frequencies: motors, appliances</a:t>
            </a:r>
          </a:p>
          <a:p>
            <a:pPr>
              <a:defRPr/>
            </a:pPr>
            <a:r>
              <a:rPr lang="en-US" sz="3200" kern="0" dirty="0">
                <a:cs typeface="+mn-cs"/>
              </a:rPr>
              <a:t>SNR: signal-to-noise ratio</a:t>
            </a:r>
          </a:p>
          <a:p>
            <a:pPr lvl="1">
              <a:defRPr/>
            </a:pPr>
            <a:r>
              <a:rPr lang="en-US" sz="2800" kern="0" dirty="0"/>
              <a:t>larger SNR – easier to extract signal from noise (a “good thing”)</a:t>
            </a:r>
          </a:p>
          <a:p>
            <a:pPr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SNR versus BER tradeoff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physical layer:</a:t>
            </a:r>
            <a:r>
              <a:rPr lang="en-US" sz="2800" kern="0" dirty="0"/>
              <a:t> increase power -&gt; increase SNR-&gt;decrease BER</a:t>
            </a:r>
          </a:p>
          <a:p>
            <a:pPr lvl="1">
              <a:defRPr/>
            </a:pPr>
            <a:r>
              <a:rPr lang="en-US" sz="2800" kern="0" dirty="0">
                <a:latin typeface="+mn-lt"/>
              </a:rPr>
              <a:t>SNR may change with mobility: dynamically adapt physical layer (modulation technique, rate) </a:t>
            </a:r>
          </a:p>
          <a:p>
            <a:pPr lvl="1">
              <a:defRPr/>
            </a:pPr>
            <a:endParaRPr lang="en-US" sz="2000" kern="0" dirty="0">
              <a:latin typeface="Gill Sans MT" charset="0"/>
            </a:endParaRPr>
          </a:p>
        </p:txBody>
      </p:sp>
      <p:sp>
        <p:nvSpPr>
          <p:cNvPr id="39" name="Freeform 4">
            <a:extLst>
              <a:ext uri="{FF2B5EF4-FFF2-40B4-BE49-F238E27FC236}">
                <a16:creationId xmlns:a16="http://schemas.microsoft.com/office/drawing/2014/main" id="{5B8682A8-7209-3B47-904A-F06713C49065}"/>
              </a:ext>
            </a:extLst>
          </p:cNvPr>
          <p:cNvSpPr>
            <a:spLocks/>
          </p:cNvSpPr>
          <p:nvPr/>
        </p:nvSpPr>
        <p:spPr bwMode="auto">
          <a:xfrm>
            <a:off x="8480425" y="1819275"/>
            <a:ext cx="609600" cy="2527300"/>
          </a:xfrm>
          <a:custGeom>
            <a:avLst/>
            <a:gdLst>
              <a:gd name="T0" fmla="*/ 0 w 384"/>
              <a:gd name="T1" fmla="*/ 0 h 1592"/>
              <a:gd name="T2" fmla="*/ 2147483647 w 384"/>
              <a:gd name="T3" fmla="*/ 2147483647 h 1592"/>
              <a:gd name="T4" fmla="*/ 2147483647 w 384"/>
              <a:gd name="T5" fmla="*/ 2147483647 h 1592"/>
              <a:gd name="T6" fmla="*/ 2147483647 w 384"/>
              <a:gd name="T7" fmla="*/ 2147483647 h 15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" name="Freeform 5">
            <a:extLst>
              <a:ext uri="{FF2B5EF4-FFF2-40B4-BE49-F238E27FC236}">
                <a16:creationId xmlns:a16="http://schemas.microsoft.com/office/drawing/2014/main" id="{1D9FAFC2-50CD-0540-87F0-600BB959D61D}"/>
              </a:ext>
            </a:extLst>
          </p:cNvPr>
          <p:cNvSpPr>
            <a:spLocks/>
          </p:cNvSpPr>
          <p:nvPr/>
        </p:nvSpPr>
        <p:spPr bwMode="auto">
          <a:xfrm>
            <a:off x="9128125" y="1489075"/>
            <a:ext cx="685800" cy="2857500"/>
          </a:xfrm>
          <a:custGeom>
            <a:avLst/>
            <a:gdLst>
              <a:gd name="T0" fmla="*/ 0 w 432"/>
              <a:gd name="T1" fmla="*/ 0 h 1800"/>
              <a:gd name="T2" fmla="*/ 2147483647 w 432"/>
              <a:gd name="T3" fmla="*/ 2147483647 h 1800"/>
              <a:gd name="T4" fmla="*/ 2147483647 w 432"/>
              <a:gd name="T5" fmla="*/ 2147483647 h 1800"/>
              <a:gd name="T6" fmla="*/ 2147483647 w 432"/>
              <a:gd name="T7" fmla="*/ 2147483647 h 1800"/>
              <a:gd name="T8" fmla="*/ 2147483647 w 432"/>
              <a:gd name="T9" fmla="*/ 2147483647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" name="Freeform 6">
            <a:extLst>
              <a:ext uri="{FF2B5EF4-FFF2-40B4-BE49-F238E27FC236}">
                <a16:creationId xmlns:a16="http://schemas.microsoft.com/office/drawing/2014/main" id="{5B8D6423-9870-F34C-8480-531C6E14A904}"/>
              </a:ext>
            </a:extLst>
          </p:cNvPr>
          <p:cNvSpPr>
            <a:spLocks/>
          </p:cNvSpPr>
          <p:nvPr/>
        </p:nvSpPr>
        <p:spPr bwMode="auto">
          <a:xfrm>
            <a:off x="10042525" y="1489075"/>
            <a:ext cx="647700" cy="2844800"/>
          </a:xfrm>
          <a:custGeom>
            <a:avLst/>
            <a:gdLst>
              <a:gd name="T0" fmla="*/ 0 w 408"/>
              <a:gd name="T1" fmla="*/ 0 h 1792"/>
              <a:gd name="T2" fmla="*/ 2147483647 w 408"/>
              <a:gd name="T3" fmla="*/ 2147483647 h 1792"/>
              <a:gd name="T4" fmla="*/ 2147483647 w 408"/>
              <a:gd name="T5" fmla="*/ 2147483647 h 1792"/>
              <a:gd name="T6" fmla="*/ 2147483647 w 408"/>
              <a:gd name="T7" fmla="*/ 2147483647 h 1792"/>
              <a:gd name="T8" fmla="*/ 2147483647 w 408"/>
              <a:gd name="T9" fmla="*/ 2147483647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2" name="Rectangle 7">
            <a:extLst>
              <a:ext uri="{FF2B5EF4-FFF2-40B4-BE49-F238E27FC236}">
                <a16:creationId xmlns:a16="http://schemas.microsoft.com/office/drawing/2014/main" id="{FBA0B285-0D28-2740-88F9-AAFB4AFE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1476375"/>
            <a:ext cx="2862262" cy="28781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" name="Line 8">
            <a:extLst>
              <a:ext uri="{FF2B5EF4-FFF2-40B4-BE49-F238E27FC236}">
                <a16:creationId xmlns:a16="http://schemas.microsoft.com/office/drawing/2014/main" id="{B42481EF-5DC2-4B46-9AFD-7606B6464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2488" y="1970088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" name="Line 9">
            <a:extLst>
              <a:ext uri="{FF2B5EF4-FFF2-40B4-BE49-F238E27FC236}">
                <a16:creationId xmlns:a16="http://schemas.microsoft.com/office/drawing/2014/main" id="{77CEC585-4DE2-9A4B-BBEE-7533C9C59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2013" y="243681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Line 10">
            <a:extLst>
              <a:ext uri="{FF2B5EF4-FFF2-40B4-BE49-F238E27FC236}">
                <a16:creationId xmlns:a16="http://schemas.microsoft.com/office/drawing/2014/main" id="{4E5FFB2C-66C8-0844-9DF2-513B96782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1538" y="2917825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E1C82F87-F20A-2046-A065-4E55FFBFD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063" y="3384550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3649C4A2-8308-2247-B2BA-0944DDFD0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510588" y="386556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2E77EF7-A008-404D-84B2-6A872340E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9221788" y="147637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2845D7CE-0C65-784F-8D5D-49239BACDD4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8225" y="1493838"/>
            <a:ext cx="0" cy="287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Line 15">
            <a:extLst>
              <a:ext uri="{FF2B5EF4-FFF2-40B4-BE49-F238E27FC236}">
                <a16:creationId xmlns:a16="http://schemas.microsoft.com/office/drawing/2014/main" id="{06AF85C3-F88D-3E4D-9F48-9A671EACA8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34663" y="148272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Text Box 16">
            <a:extLst>
              <a:ext uri="{FF2B5EF4-FFF2-40B4-BE49-F238E27FC236}">
                <a16:creationId xmlns:a16="http://schemas.microsoft.com/office/drawing/2014/main" id="{1BE63A17-CE4A-8C4C-9AF4-E8B1FBA8B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4463" y="4332288"/>
            <a:ext cx="3524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2" name="Text Box 17">
            <a:extLst>
              <a:ext uri="{FF2B5EF4-FFF2-40B4-BE49-F238E27FC236}">
                <a16:creationId xmlns:a16="http://schemas.microsoft.com/office/drawing/2014/main" id="{F184BB6B-0A95-C542-B733-A9D4C4C91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2488" y="433387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20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3" name="Text Box 18">
            <a:extLst>
              <a:ext uri="{FF2B5EF4-FFF2-40B4-BE49-F238E27FC236}">
                <a16:creationId xmlns:a16="http://schemas.microsoft.com/office/drawing/2014/main" id="{152FDE73-AF23-A64E-8F33-865BB32CA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3050" y="4337050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30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9B0BA42F-8985-8C46-983D-CA29F0C15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55363" y="434022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40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5" name="Line 20">
            <a:extLst>
              <a:ext uri="{FF2B5EF4-FFF2-40B4-BE49-F238E27FC236}">
                <a16:creationId xmlns:a16="http://schemas.microsoft.com/office/drawing/2014/main" id="{8B190D8C-185B-ED4F-8544-7CFC4BC48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965825"/>
            <a:ext cx="4318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6" name="Line 21">
            <a:extLst>
              <a:ext uri="{FF2B5EF4-FFF2-40B4-BE49-F238E27FC236}">
                <a16:creationId xmlns:a16="http://schemas.microsoft.com/office/drawing/2014/main" id="{C945C919-55A8-BA4F-BC4C-58D1C6C2B7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572125"/>
            <a:ext cx="431800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7" name="Line 22">
            <a:extLst>
              <a:ext uri="{FF2B5EF4-FFF2-40B4-BE49-F238E27FC236}">
                <a16:creationId xmlns:a16="http://schemas.microsoft.com/office/drawing/2014/main" id="{44FE8DFE-9A35-B642-9A42-6462254DA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5153025"/>
            <a:ext cx="393700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8" name="Text Box 23">
            <a:extLst>
              <a:ext uri="{FF2B5EF4-FFF2-40B4-BE49-F238E27FC236}">
                <a16:creationId xmlns:a16="http://schemas.microsoft.com/office/drawing/2014/main" id="{38769337-5036-AF4D-9171-711BCBEF4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9350" y="4968875"/>
            <a:ext cx="191475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QAM256 (8 Mbps)</a:t>
            </a:r>
          </a:p>
        </p:txBody>
      </p:sp>
      <p:sp>
        <p:nvSpPr>
          <p:cNvPr id="59" name="Text Box 24">
            <a:extLst>
              <a:ext uri="{FF2B5EF4-FFF2-40B4-BE49-F238E27FC236}">
                <a16:creationId xmlns:a16="http://schemas.microsoft.com/office/drawing/2014/main" id="{DA76F3A9-7F83-7E46-9C12-F2F39B85A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5360988"/>
            <a:ext cx="179773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QAM16 (4 Mbps)</a:t>
            </a:r>
          </a:p>
        </p:txBody>
      </p:sp>
      <p:sp>
        <p:nvSpPr>
          <p:cNvPr id="60" name="Text Box 25">
            <a:extLst>
              <a:ext uri="{FF2B5EF4-FFF2-40B4-BE49-F238E27FC236}">
                <a16:creationId xmlns:a16="http://schemas.microsoft.com/office/drawing/2014/main" id="{54D444F1-892D-634A-B728-5FE0BD489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2525" y="5767388"/>
            <a:ext cx="154766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BPSK (1 Mbps)</a:t>
            </a:r>
          </a:p>
        </p:txBody>
      </p:sp>
      <p:sp>
        <p:nvSpPr>
          <p:cNvPr id="61" name="Text Box 26">
            <a:extLst>
              <a:ext uri="{FF2B5EF4-FFF2-40B4-BE49-F238E27FC236}">
                <a16:creationId xmlns:a16="http://schemas.microsoft.com/office/drawing/2014/main" id="{1BBEDD80-E636-8C4A-B61F-E17113259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2450" y="4532313"/>
            <a:ext cx="895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Arial" charset="0"/>
              </a:rPr>
              <a:t>SNR(dB)</a:t>
            </a:r>
          </a:p>
        </p:txBody>
      </p:sp>
      <p:sp>
        <p:nvSpPr>
          <p:cNvPr id="62" name="Text Box 27">
            <a:extLst>
              <a:ext uri="{FF2B5EF4-FFF2-40B4-BE49-F238E27FC236}">
                <a16:creationId xmlns:a16="http://schemas.microsoft.com/office/drawing/2014/main" id="{11AEAEBB-6242-D44D-9FCF-E8DCD25F450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33494" y="2805906"/>
            <a:ext cx="484188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Gill Sans MT" charset="0"/>
              </a:rPr>
              <a:t>BER</a:t>
            </a:r>
          </a:p>
        </p:txBody>
      </p:sp>
      <p:sp>
        <p:nvSpPr>
          <p:cNvPr id="63" name="Text Box 28">
            <a:extLst>
              <a:ext uri="{FF2B5EF4-FFF2-40B4-BE49-F238E27FC236}">
                <a16:creationId xmlns:a16="http://schemas.microsoft.com/office/drawing/2014/main" id="{70A96C28-360B-3040-ADE5-06DB3A42E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138" y="1339850"/>
            <a:ext cx="4429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-1</a:t>
            </a:r>
          </a:p>
        </p:txBody>
      </p:sp>
      <p:sp>
        <p:nvSpPr>
          <p:cNvPr id="64" name="Text Box 29">
            <a:extLst>
              <a:ext uri="{FF2B5EF4-FFF2-40B4-BE49-F238E27FC236}">
                <a16:creationId xmlns:a16="http://schemas.microsoft.com/office/drawing/2014/main" id="{14CB9254-377A-9244-A09F-176D06F4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1820863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-2</a:t>
            </a:r>
          </a:p>
        </p:txBody>
      </p:sp>
      <p:sp>
        <p:nvSpPr>
          <p:cNvPr id="65" name="Text Box 30">
            <a:extLst>
              <a:ext uri="{FF2B5EF4-FFF2-40B4-BE49-F238E27FC236}">
                <a16:creationId xmlns:a16="http://schemas.microsoft.com/office/drawing/2014/main" id="{0661603A-4807-5940-A6AB-653D44251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228758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-3</a:t>
            </a:r>
          </a:p>
        </p:txBody>
      </p:sp>
      <p:sp>
        <p:nvSpPr>
          <p:cNvPr id="66" name="Text Box 31">
            <a:extLst>
              <a:ext uri="{FF2B5EF4-FFF2-40B4-BE49-F238E27FC236}">
                <a16:creationId xmlns:a16="http://schemas.microsoft.com/office/drawing/2014/main" id="{0CBE2E9B-A618-174D-B54E-02933CFC5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322103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-5</a:t>
            </a:r>
          </a:p>
        </p:txBody>
      </p:sp>
      <p:sp>
        <p:nvSpPr>
          <p:cNvPr id="67" name="Text Box 32">
            <a:extLst>
              <a:ext uri="{FF2B5EF4-FFF2-40B4-BE49-F238E27FC236}">
                <a16:creationId xmlns:a16="http://schemas.microsoft.com/office/drawing/2014/main" id="{2F47C752-CDB3-6340-9553-8FA9012BF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1950" y="37020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-6</a:t>
            </a:r>
          </a:p>
        </p:txBody>
      </p:sp>
      <p:sp>
        <p:nvSpPr>
          <p:cNvPr id="68" name="Text Box 33">
            <a:extLst>
              <a:ext uri="{FF2B5EF4-FFF2-40B4-BE49-F238E27FC236}">
                <a16:creationId xmlns:a16="http://schemas.microsoft.com/office/drawing/2014/main" id="{B61A1625-A7FB-AE4B-82B4-2E399E490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2425" y="41973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-7</a:t>
            </a:r>
          </a:p>
        </p:txBody>
      </p:sp>
      <p:sp>
        <p:nvSpPr>
          <p:cNvPr id="69" name="Text Box 34">
            <a:extLst>
              <a:ext uri="{FF2B5EF4-FFF2-40B4-BE49-F238E27FC236}">
                <a16:creationId xmlns:a16="http://schemas.microsoft.com/office/drawing/2014/main" id="{4F955F7F-CA2C-4945-B2CC-104D334EE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9725" y="2776538"/>
            <a:ext cx="4429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-4</a:t>
            </a:r>
          </a:p>
        </p:txBody>
      </p:sp>
    </p:spTree>
    <p:extLst>
      <p:ext uri="{BB962C8B-B14F-4D97-AF65-F5344CB8AC3E}">
        <p14:creationId xmlns:p14="http://schemas.microsoft.com/office/powerpoint/2010/main" val="3177236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grpSp>
        <p:nvGrpSpPr>
          <p:cNvPr id="107" name="Group 356">
            <a:extLst>
              <a:ext uri="{FF2B5EF4-FFF2-40B4-BE49-F238E27FC236}">
                <a16:creationId xmlns:a16="http://schemas.microsoft.com/office/drawing/2014/main" id="{58A73542-A8C2-3747-8963-FA5E2C4C09C5}"/>
              </a:ext>
            </a:extLst>
          </p:cNvPr>
          <p:cNvGrpSpPr>
            <a:grpSpLocks/>
          </p:cNvGrpSpPr>
          <p:nvPr/>
        </p:nvGrpSpPr>
        <p:grpSpPr bwMode="auto">
          <a:xfrm>
            <a:off x="3567113" y="2183416"/>
            <a:ext cx="627062" cy="642937"/>
            <a:chOff x="313" y="1497"/>
            <a:chExt cx="1152" cy="1014"/>
          </a:xfrm>
        </p:grpSpPr>
        <p:pic>
          <p:nvPicPr>
            <p:cNvPr id="108" name="Picture 354" descr="laptop_stylized_small">
              <a:extLst>
                <a:ext uri="{FF2B5EF4-FFF2-40B4-BE49-F238E27FC236}">
                  <a16:creationId xmlns:a16="http://schemas.microsoft.com/office/drawing/2014/main" id="{B2EACC5A-1F17-F14E-B327-E3058A614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55" descr="antenna_stylized">
              <a:extLst>
                <a:ext uri="{FF2B5EF4-FFF2-40B4-BE49-F238E27FC236}">
                  <a16:creationId xmlns:a16="http://schemas.microsoft.com/office/drawing/2014/main" id="{3DC5A5D2-F456-6C4C-B076-22D375BC3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1" name="Freeform 7">
            <a:extLst>
              <a:ext uri="{FF2B5EF4-FFF2-40B4-BE49-F238E27FC236}">
                <a16:creationId xmlns:a16="http://schemas.microsoft.com/office/drawing/2014/main" id="{F64D421C-A8EA-AA46-9CF6-1F440BA24764}"/>
              </a:ext>
            </a:extLst>
          </p:cNvPr>
          <p:cNvSpPr>
            <a:spLocks/>
          </p:cNvSpPr>
          <p:nvPr/>
        </p:nvSpPr>
        <p:spPr bwMode="auto">
          <a:xfrm>
            <a:off x="2101850" y="2026253"/>
            <a:ext cx="2020888" cy="1085850"/>
          </a:xfrm>
          <a:custGeom>
            <a:avLst/>
            <a:gdLst>
              <a:gd name="T0" fmla="*/ 2147483647 w 1273"/>
              <a:gd name="T1" fmla="*/ 2147483647 h 684"/>
              <a:gd name="T2" fmla="*/ 2147483647 w 1273"/>
              <a:gd name="T3" fmla="*/ 0 h 684"/>
              <a:gd name="T4" fmla="*/ 2147483647 w 1273"/>
              <a:gd name="T5" fmla="*/ 2147483647 h 684"/>
              <a:gd name="T6" fmla="*/ 2147483647 w 1273"/>
              <a:gd name="T7" fmla="*/ 2147483647 h 684"/>
              <a:gd name="T8" fmla="*/ 2147483647 w 1273"/>
              <a:gd name="T9" fmla="*/ 2147483647 h 684"/>
              <a:gd name="T10" fmla="*/ 2147483647 w 1273"/>
              <a:gd name="T11" fmla="*/ 2147483647 h 684"/>
              <a:gd name="T12" fmla="*/ 2147483647 w 1273"/>
              <a:gd name="T13" fmla="*/ 2147483647 h 684"/>
              <a:gd name="T14" fmla="*/ 2147483647 w 1273"/>
              <a:gd name="T15" fmla="*/ 2147483647 h 684"/>
              <a:gd name="T16" fmla="*/ 2147483647 w 1273"/>
              <a:gd name="T17" fmla="*/ 2147483647 h 684"/>
              <a:gd name="T18" fmla="*/ 0 w 1273"/>
              <a:gd name="T19" fmla="*/ 2147483647 h 68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273" h="684">
                <a:moveTo>
                  <a:pt x="9" y="675"/>
                </a:moveTo>
                <a:lnTo>
                  <a:pt x="316" y="0"/>
                </a:lnTo>
                <a:lnTo>
                  <a:pt x="461" y="228"/>
                </a:lnTo>
                <a:lnTo>
                  <a:pt x="510" y="119"/>
                </a:lnTo>
                <a:lnTo>
                  <a:pt x="631" y="467"/>
                </a:lnTo>
                <a:lnTo>
                  <a:pt x="667" y="391"/>
                </a:lnTo>
                <a:lnTo>
                  <a:pt x="739" y="464"/>
                </a:lnTo>
                <a:lnTo>
                  <a:pt x="1058" y="57"/>
                </a:lnTo>
                <a:lnTo>
                  <a:pt x="1273" y="684"/>
                </a:lnTo>
                <a:lnTo>
                  <a:pt x="0" y="674"/>
                </a:lnTo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00CC66"/>
              </a:gs>
            </a:gsLst>
            <a:lin ang="5400000" scaled="1"/>
          </a:gradFill>
          <a:ln w="9525" cap="flat" cmpd="sng">
            <a:solidFill>
              <a:srgbClr val="000000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6">
            <a:extLst>
              <a:ext uri="{FF2B5EF4-FFF2-40B4-BE49-F238E27FC236}">
                <a16:creationId xmlns:a16="http://schemas.microsoft.com/office/drawing/2014/main" id="{21069D36-C753-C94F-A501-02B3B81CDA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5025" y="3240691"/>
            <a:ext cx="998538" cy="1698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3" name="Line 27">
            <a:extLst>
              <a:ext uri="{FF2B5EF4-FFF2-40B4-BE49-F238E27FC236}">
                <a16:creationId xmlns:a16="http://schemas.microsoft.com/office/drawing/2014/main" id="{D088846B-014D-2C40-A52B-2FC53A963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2761266"/>
            <a:ext cx="407988" cy="3222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4" name="Text Box 28">
            <a:extLst>
              <a:ext uri="{FF2B5EF4-FFF2-40B4-BE49-F238E27FC236}">
                <a16:creationId xmlns:a16="http://schemas.microsoft.com/office/drawing/2014/main" id="{BB572165-F49B-6548-85B2-DCB2FAF23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3963" y="3132741"/>
            <a:ext cx="3508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5" name="Text Box 29">
            <a:extLst>
              <a:ext uri="{FF2B5EF4-FFF2-40B4-BE49-F238E27FC236}">
                <a16:creationId xmlns:a16="http://schemas.microsoft.com/office/drawing/2014/main" id="{F727CB4B-B31D-B44A-8126-9A73973F1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7288" y="2905728"/>
            <a:ext cx="3381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16" name="Text Box 30">
            <a:extLst>
              <a:ext uri="{FF2B5EF4-FFF2-40B4-BE49-F238E27FC236}">
                <a16:creationId xmlns:a16="http://schemas.microsoft.com/office/drawing/2014/main" id="{E7687122-B847-5F42-A300-D5553034D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4963" y="2200878"/>
            <a:ext cx="3508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17" name="Rectangle 32">
            <a:extLst>
              <a:ext uri="{FF2B5EF4-FFF2-40B4-BE49-F238E27FC236}">
                <a16:creationId xmlns:a16="http://schemas.microsoft.com/office/drawing/2014/main" id="{849DF770-B526-8044-9F6D-6C14557B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063" y="1346255"/>
            <a:ext cx="5372099" cy="45297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Hidden terminal problem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A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C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A, C can not hear each other means A, C unaware of their interference at B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31" name="Group 356">
            <a:extLst>
              <a:ext uri="{FF2B5EF4-FFF2-40B4-BE49-F238E27FC236}">
                <a16:creationId xmlns:a16="http://schemas.microsoft.com/office/drawing/2014/main" id="{4CA07968-03D3-0041-BCA1-C9FDA0B76EA9}"/>
              </a:ext>
            </a:extLst>
          </p:cNvPr>
          <p:cNvGrpSpPr>
            <a:grpSpLocks/>
          </p:cNvGrpSpPr>
          <p:nvPr/>
        </p:nvGrpSpPr>
        <p:grpSpPr bwMode="auto">
          <a:xfrm>
            <a:off x="4329113" y="2732691"/>
            <a:ext cx="627062" cy="642937"/>
            <a:chOff x="313" y="1497"/>
            <a:chExt cx="1152" cy="1014"/>
          </a:xfrm>
        </p:grpSpPr>
        <p:pic>
          <p:nvPicPr>
            <p:cNvPr id="132" name="Picture 354" descr="laptop_stylized_small">
              <a:extLst>
                <a:ext uri="{FF2B5EF4-FFF2-40B4-BE49-F238E27FC236}">
                  <a16:creationId xmlns:a16="http://schemas.microsoft.com/office/drawing/2014/main" id="{7306B260-74E1-5346-A521-CA70EAD7E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355" descr="antenna_stylized">
              <a:extLst>
                <a:ext uri="{FF2B5EF4-FFF2-40B4-BE49-F238E27FC236}">
                  <a16:creationId xmlns:a16="http://schemas.microsoft.com/office/drawing/2014/main" id="{C6C0BA51-6B06-3B4F-AAD9-C22224D558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4" name="Group 356">
            <a:extLst>
              <a:ext uri="{FF2B5EF4-FFF2-40B4-BE49-F238E27FC236}">
                <a16:creationId xmlns:a16="http://schemas.microsoft.com/office/drawing/2014/main" id="{CB4DEA0C-C72B-0346-A94A-CBBD910F3304}"/>
              </a:ext>
            </a:extLst>
          </p:cNvPr>
          <p:cNvGrpSpPr>
            <a:grpSpLocks/>
          </p:cNvGrpSpPr>
          <p:nvPr/>
        </p:nvGrpSpPr>
        <p:grpSpPr bwMode="auto">
          <a:xfrm>
            <a:off x="2805113" y="2873978"/>
            <a:ext cx="627062" cy="644525"/>
            <a:chOff x="313" y="1497"/>
            <a:chExt cx="1152" cy="1014"/>
          </a:xfrm>
        </p:grpSpPr>
        <p:pic>
          <p:nvPicPr>
            <p:cNvPr id="135" name="Picture 354" descr="laptop_stylized_small">
              <a:extLst>
                <a:ext uri="{FF2B5EF4-FFF2-40B4-BE49-F238E27FC236}">
                  <a16:creationId xmlns:a16="http://schemas.microsoft.com/office/drawing/2014/main" id="{A761A985-95DE-D44A-832C-B5DA90484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55" descr="antenna_stylized">
              <a:extLst>
                <a:ext uri="{FF2B5EF4-FFF2-40B4-BE49-F238E27FC236}">
                  <a16:creationId xmlns:a16="http://schemas.microsoft.com/office/drawing/2014/main" id="{446B3308-57E8-114D-BAF3-DDE4A94E2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F96E813-63D5-E389-F72E-7F852312C567}"/>
              </a:ext>
            </a:extLst>
          </p:cNvPr>
          <p:cNvGrpSpPr/>
          <p:nvPr/>
        </p:nvGrpSpPr>
        <p:grpSpPr>
          <a:xfrm>
            <a:off x="7153275" y="2333908"/>
            <a:ext cx="3659188" cy="2233612"/>
            <a:chOff x="7153275" y="1989138"/>
            <a:chExt cx="3659188" cy="2233612"/>
          </a:xfrm>
        </p:grpSpPr>
        <p:sp>
          <p:nvSpPr>
            <p:cNvPr id="118" name="Text Box 47">
              <a:extLst>
                <a:ext uri="{FF2B5EF4-FFF2-40B4-BE49-F238E27FC236}">
                  <a16:creationId xmlns:a16="http://schemas.microsoft.com/office/drawing/2014/main" id="{B8F31A07-848A-D74E-8DBD-79B37EA17F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3275" y="2127250"/>
              <a:ext cx="350838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19" name="Text Box 48">
              <a:extLst>
                <a:ext uri="{FF2B5EF4-FFF2-40B4-BE49-F238E27FC236}">
                  <a16:creationId xmlns:a16="http://schemas.microsoft.com/office/drawing/2014/main" id="{C56F1E10-F34C-5843-B22F-044D7AE1A8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3038" y="2124075"/>
              <a:ext cx="328612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B</a:t>
              </a:r>
            </a:p>
          </p:txBody>
        </p:sp>
        <p:sp>
          <p:nvSpPr>
            <p:cNvPr id="120" name="Text Box 49">
              <a:extLst>
                <a:ext uri="{FF2B5EF4-FFF2-40B4-BE49-F238E27FC236}">
                  <a16:creationId xmlns:a16="http://schemas.microsoft.com/office/drawing/2014/main" id="{8E660AD6-612A-EF49-8651-60E1F6568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4138" y="2166938"/>
              <a:ext cx="350837" cy="369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C</a:t>
              </a:r>
            </a:p>
          </p:txBody>
        </p:sp>
        <p:sp>
          <p:nvSpPr>
            <p:cNvPr id="121" name="Text Box 55">
              <a:extLst>
                <a:ext uri="{FF2B5EF4-FFF2-40B4-BE49-F238E27FC236}">
                  <a16:creationId xmlns:a16="http://schemas.microsoft.com/office/drawing/2014/main" id="{64FC93FB-1EDD-AE49-90C3-D92B5ADF9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6300" y="2954338"/>
              <a:ext cx="936625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 sz="1400">
                  <a:solidFill>
                    <a:srgbClr val="FF0000"/>
                  </a:solidFill>
                  <a:latin typeface="Arial" charset="0"/>
                  <a:cs typeface="Arial" charset="0"/>
                </a:rPr>
                <a:t>’</a:t>
              </a:r>
              <a:r>
                <a:rPr lang="en-US" sz="1400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s signal</a:t>
              </a:r>
            </a:p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strength</a:t>
              </a:r>
            </a:p>
          </p:txBody>
        </p:sp>
        <p:sp>
          <p:nvSpPr>
            <p:cNvPr id="122" name="Line 60">
              <a:extLst>
                <a:ext uri="{FF2B5EF4-FFF2-40B4-BE49-F238E27FC236}">
                  <a16:creationId xmlns:a16="http://schemas.microsoft.com/office/drawing/2014/main" id="{FABA226A-B439-064D-8234-9686E5506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88213" y="3983038"/>
              <a:ext cx="3263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61">
              <a:extLst>
                <a:ext uri="{FF2B5EF4-FFF2-40B4-BE49-F238E27FC236}">
                  <a16:creationId xmlns:a16="http://schemas.microsoft.com/office/drawing/2014/main" id="{22C32468-EE2B-2E4C-B22A-60D2BC6BFF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4238" y="2803525"/>
              <a:ext cx="0" cy="11382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Freeform 62">
              <a:extLst>
                <a:ext uri="{FF2B5EF4-FFF2-40B4-BE49-F238E27FC236}">
                  <a16:creationId xmlns:a16="http://schemas.microsoft.com/office/drawing/2014/main" id="{4A0B08BE-766C-DE4A-820F-57A89FD0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6788" y="2859088"/>
              <a:ext cx="2995612" cy="1081087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25" name="Text Box 63">
              <a:extLst>
                <a:ext uri="{FF2B5EF4-FFF2-40B4-BE49-F238E27FC236}">
                  <a16:creationId xmlns:a16="http://schemas.microsoft.com/office/drawing/2014/main" id="{F540644C-8058-2E44-97EC-92D26AD8F8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72500" y="3946525"/>
              <a:ext cx="593725" cy="2762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space</a:t>
              </a:r>
            </a:p>
          </p:txBody>
        </p:sp>
        <p:sp>
          <p:nvSpPr>
            <p:cNvPr id="126" name="Freeform 65">
              <a:extLst>
                <a:ext uri="{FF2B5EF4-FFF2-40B4-BE49-F238E27FC236}">
                  <a16:creationId xmlns:a16="http://schemas.microsoft.com/office/drawing/2014/main" id="{C12F975E-D1B5-414F-8341-03DCBA174B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412038" y="2828925"/>
              <a:ext cx="2995612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Text Box 66">
              <a:extLst>
                <a:ext uri="{FF2B5EF4-FFF2-40B4-BE49-F238E27FC236}">
                  <a16:creationId xmlns:a16="http://schemas.microsoft.com/office/drawing/2014/main" id="{65ACABD3-44F1-4A49-8D29-DA46DD5FE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53613" y="2882900"/>
              <a:ext cx="958850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3333CC"/>
                  </a:solidFill>
                  <a:latin typeface="Arial" charset="0"/>
                  <a:cs typeface="Arial" charset="0"/>
                </a:rPr>
                <a:t>C</a:t>
              </a:r>
              <a:r>
                <a:rPr lang="ja-JP" altLang="en-US" sz="1400">
                  <a:solidFill>
                    <a:srgbClr val="3333CC"/>
                  </a:solidFill>
                  <a:latin typeface="Arial" charset="0"/>
                  <a:cs typeface="Arial" charset="0"/>
                </a:rPr>
                <a:t>’</a:t>
              </a:r>
              <a:r>
                <a:rPr lang="en-US" sz="1400" dirty="0">
                  <a:solidFill>
                    <a:srgbClr val="3333CC"/>
                  </a:solidFill>
                  <a:latin typeface="Arial" charset="0"/>
                  <a:cs typeface="Arial" charset="0"/>
                </a:rPr>
                <a:t>s signal</a:t>
              </a:r>
            </a:p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3333CC"/>
                  </a:solidFill>
                  <a:latin typeface="Arial" charset="0"/>
                  <a:cs typeface="Arial" charset="0"/>
                </a:rPr>
                <a:t>strength</a:t>
              </a:r>
            </a:p>
          </p:txBody>
        </p:sp>
        <p:sp>
          <p:nvSpPr>
            <p:cNvPr id="128" name="Line 67">
              <a:extLst>
                <a:ext uri="{FF2B5EF4-FFF2-40B4-BE49-F238E27FC236}">
                  <a16:creationId xmlns:a16="http://schemas.microsoft.com/office/drawing/2014/main" id="{FA65E92F-3E66-5349-83A8-F1F9788C6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3650" y="2690813"/>
              <a:ext cx="26988" cy="12636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8">
              <a:extLst>
                <a:ext uri="{FF2B5EF4-FFF2-40B4-BE49-F238E27FC236}">
                  <a16:creationId xmlns:a16="http://schemas.microsoft.com/office/drawing/2014/main" id="{FC263470-E015-7A4B-8414-9AF10F24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4438" y="2759075"/>
              <a:ext cx="0" cy="12080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Line 69">
              <a:extLst>
                <a:ext uri="{FF2B5EF4-FFF2-40B4-BE49-F238E27FC236}">
                  <a16:creationId xmlns:a16="http://schemas.microsoft.com/office/drawing/2014/main" id="{582AF92B-D547-DD40-BF8A-97F1F2200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15525" y="2743200"/>
              <a:ext cx="0" cy="11811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" name="Group 356">
              <a:extLst>
                <a:ext uri="{FF2B5EF4-FFF2-40B4-BE49-F238E27FC236}">
                  <a16:creationId xmlns:a16="http://schemas.microsoft.com/office/drawing/2014/main" id="{CB7E2FE1-4A7B-C84A-BAD4-7D68211470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40600" y="1989138"/>
              <a:ext cx="627063" cy="642937"/>
              <a:chOff x="313" y="1497"/>
              <a:chExt cx="1152" cy="1014"/>
            </a:xfrm>
          </p:grpSpPr>
          <p:pic>
            <p:nvPicPr>
              <p:cNvPr id="138" name="Picture 354" descr="laptop_stylized_small">
                <a:extLst>
                  <a:ext uri="{FF2B5EF4-FFF2-40B4-BE49-F238E27FC236}">
                    <a16:creationId xmlns:a16="http://schemas.microsoft.com/office/drawing/2014/main" id="{AA79C3F4-46C7-0349-85E1-BA552B997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355" descr="antenna_stylized">
                <a:extLst>
                  <a:ext uri="{FF2B5EF4-FFF2-40B4-BE49-F238E27FC236}">
                    <a16:creationId xmlns:a16="http://schemas.microsoft.com/office/drawing/2014/main" id="{4E6FF8B2-4F7E-B945-BE46-C86EBBCBE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0" name="Group 356">
              <a:extLst>
                <a:ext uri="{FF2B5EF4-FFF2-40B4-BE49-F238E27FC236}">
                  <a16:creationId xmlns:a16="http://schemas.microsoft.com/office/drawing/2014/main" id="{D72B8EE2-805B-4341-8FF7-2156BB1248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9638" y="2028825"/>
              <a:ext cx="627062" cy="644525"/>
              <a:chOff x="313" y="1497"/>
              <a:chExt cx="1152" cy="1014"/>
            </a:xfrm>
          </p:grpSpPr>
          <p:pic>
            <p:nvPicPr>
              <p:cNvPr id="141" name="Picture 354" descr="laptop_stylized_small">
                <a:extLst>
                  <a:ext uri="{FF2B5EF4-FFF2-40B4-BE49-F238E27FC236}">
                    <a16:creationId xmlns:a16="http://schemas.microsoft.com/office/drawing/2014/main" id="{293E3A24-0E7E-C64F-AE1D-F2A4EBBDD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2" name="Picture 355" descr="antenna_stylized">
                <a:extLst>
                  <a:ext uri="{FF2B5EF4-FFF2-40B4-BE49-F238E27FC236}">
                    <a16:creationId xmlns:a16="http://schemas.microsoft.com/office/drawing/2014/main" id="{456A11D2-A09B-574E-BA78-CF1896EC1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143" name="Group 356">
            <a:extLst>
              <a:ext uri="{FF2B5EF4-FFF2-40B4-BE49-F238E27FC236}">
                <a16:creationId xmlns:a16="http://schemas.microsoft.com/office/drawing/2014/main" id="{5473C3B0-61A5-E547-88B5-91B90BF959BC}"/>
              </a:ext>
            </a:extLst>
          </p:cNvPr>
          <p:cNvGrpSpPr>
            <a:grpSpLocks/>
          </p:cNvGrpSpPr>
          <p:nvPr/>
        </p:nvGrpSpPr>
        <p:grpSpPr bwMode="auto">
          <a:xfrm>
            <a:off x="9605963" y="1958975"/>
            <a:ext cx="627062" cy="642938"/>
            <a:chOff x="313" y="1497"/>
            <a:chExt cx="1152" cy="1014"/>
          </a:xfrm>
        </p:grpSpPr>
        <p:pic>
          <p:nvPicPr>
            <p:cNvPr id="144" name="Picture 354" descr="laptop_stylized_small">
              <a:extLst>
                <a:ext uri="{FF2B5EF4-FFF2-40B4-BE49-F238E27FC236}">
                  <a16:creationId xmlns:a16="http://schemas.microsoft.com/office/drawing/2014/main" id="{ACC81BEE-6A25-1047-B556-F5C390402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355" descr="antenna_stylized">
              <a:extLst>
                <a:ext uri="{FF2B5EF4-FFF2-40B4-BE49-F238E27FC236}">
                  <a16:creationId xmlns:a16="http://schemas.microsoft.com/office/drawing/2014/main" id="{13857146-FCD5-1B4A-A5AA-EB8B2F5A6D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6" name="Rectangle 70">
            <a:extLst>
              <a:ext uri="{FF2B5EF4-FFF2-40B4-BE49-F238E27FC236}">
                <a16:creationId xmlns:a16="http://schemas.microsoft.com/office/drawing/2014/main" id="{74CC21E7-8D8F-BE42-B6A9-4A812307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7532" y="1346255"/>
            <a:ext cx="5591537" cy="50968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cs typeface="+mn-cs"/>
              </a:rPr>
              <a:t>Attenuation</a:t>
            </a:r>
            <a:r>
              <a:rPr lang="en-US" sz="2400" dirty="0">
                <a:solidFill>
                  <a:srgbClr val="C00000"/>
                </a:solidFill>
                <a:cs typeface="+mn-cs"/>
              </a:rPr>
              <a:t> also causes “hidden terminals”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A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C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A, C can not hear each other interfering at B</a:t>
            </a:r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60D8960B-043D-F875-3096-F0FE30791A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863" y="251553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hidden terminals</a:t>
            </a:r>
          </a:p>
        </p:txBody>
      </p:sp>
    </p:spTree>
    <p:extLst>
      <p:ext uri="{BB962C8B-B14F-4D97-AF65-F5344CB8AC3E}">
        <p14:creationId xmlns:p14="http://schemas.microsoft.com/office/powerpoint/2010/main" val="3014229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CDMA: code division multiple access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Bluetooth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62A7DF8-8BCB-2DFD-C001-1DD9D1E05F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472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Code Division Multiple Access (CDMA)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718" name="Rectangle 3">
            <a:extLst>
              <a:ext uri="{FF2B5EF4-FFF2-40B4-BE49-F238E27FC236}">
                <a16:creationId xmlns:a16="http://schemas.microsoft.com/office/drawing/2014/main" id="{953F996D-330A-8747-94AD-947138A1EE45}"/>
              </a:ext>
            </a:extLst>
          </p:cNvPr>
          <p:cNvSpPr txBox="1">
            <a:spLocks noChangeArrowheads="1"/>
          </p:cNvSpPr>
          <p:nvPr/>
        </p:nvSpPr>
        <p:spPr>
          <a:xfrm>
            <a:off x="762289" y="1306802"/>
            <a:ext cx="1062614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lnSpc>
                <a:spcPct val="100000"/>
              </a:lnSpc>
              <a:defRPr/>
            </a:pPr>
            <a:r>
              <a:rPr lang="en-US" sz="3200" dirty="0"/>
              <a:t>unique </a:t>
            </a:r>
            <a:r>
              <a:rPr lang="en-US" altLang="ja-JP" sz="3200" dirty="0"/>
              <a:t>“</a:t>
            </a:r>
            <a:r>
              <a:rPr lang="en-US" sz="3200" dirty="0"/>
              <a:t>code</a:t>
            </a:r>
            <a:r>
              <a:rPr lang="en-US" altLang="ja-JP" sz="3200" dirty="0"/>
              <a:t>”</a:t>
            </a:r>
            <a:r>
              <a:rPr lang="en-US" sz="3200" dirty="0"/>
              <a:t> assigned to each user; i.e., code set partitioning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 users share same frequency, but each user has own </a:t>
            </a:r>
            <a:r>
              <a:rPr lang="en-US" altLang="ja-JP" sz="2800" dirty="0"/>
              <a:t>“</a:t>
            </a:r>
            <a:r>
              <a:rPr lang="en-US" sz="2800" dirty="0"/>
              <a:t>chipping</a:t>
            </a:r>
            <a:r>
              <a:rPr lang="en-US" altLang="ja-JP" sz="2800" dirty="0"/>
              <a:t>”</a:t>
            </a:r>
            <a:r>
              <a:rPr lang="en-US" sz="2800" dirty="0"/>
              <a:t> sequence (i.e., code) to encode data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allows multiple users to </a:t>
            </a:r>
            <a:r>
              <a:rPr lang="en-US" altLang="ja-JP" sz="2800" dirty="0"/>
              <a:t>“</a:t>
            </a:r>
            <a:r>
              <a:rPr lang="en-US" sz="2800" dirty="0"/>
              <a:t>coexist</a:t>
            </a:r>
            <a:r>
              <a:rPr lang="en-US" altLang="ja-JP" sz="2800" dirty="0"/>
              <a:t>”</a:t>
            </a:r>
            <a:r>
              <a:rPr lang="en-US" sz="2800" dirty="0"/>
              <a:t> and transmit simultaneously with minimal interference (if codes are “orthogonal”)</a:t>
            </a:r>
          </a:p>
          <a:p>
            <a:pPr indent="-3413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encoding: </a:t>
            </a:r>
            <a:r>
              <a:rPr lang="en-US" sz="3200" dirty="0"/>
              <a:t>inner product: </a:t>
            </a:r>
            <a:r>
              <a:rPr lang="en-US" dirty="0"/>
              <a:t>(original data) X (chipping sequence)</a:t>
            </a:r>
            <a:endParaRPr lang="en-US" sz="3200" dirty="0"/>
          </a:p>
          <a:p>
            <a:pPr marL="354013" indent="-3540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decoding: </a:t>
            </a:r>
            <a:r>
              <a:rPr lang="en-US" dirty="0"/>
              <a:t>summed </a:t>
            </a:r>
            <a:r>
              <a:rPr lang="en-US" sz="3200" dirty="0"/>
              <a:t>inner-product: </a:t>
            </a:r>
            <a:r>
              <a:rPr lang="en-US" dirty="0"/>
              <a:t>(encoded data) X (chipping sequence)</a:t>
            </a:r>
            <a:endParaRPr lang="en-US" sz="4800" dirty="0"/>
          </a:p>
          <a:p>
            <a:pPr indent="-341313">
              <a:lnSpc>
                <a:spcPct val="100000"/>
              </a:lnSpc>
              <a:defRPr/>
            </a:pPr>
            <a:endParaRPr lang="en-US" sz="3200" dirty="0"/>
          </a:p>
          <a:p>
            <a:pPr>
              <a:lnSpc>
                <a:spcPct val="80000"/>
              </a:lnSpc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12850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 encode/decode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433" name="Line 6">
            <a:extLst>
              <a:ext uri="{FF2B5EF4-FFF2-40B4-BE49-F238E27FC236}">
                <a16:creationId xmlns:a16="http://schemas.microsoft.com/office/drawing/2014/main" id="{7762FDF6-2446-3E43-8720-E7B7AA18D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1350" y="14107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4" name="Line 9">
            <a:extLst>
              <a:ext uri="{FF2B5EF4-FFF2-40B4-BE49-F238E27FC236}">
                <a16:creationId xmlns:a16="http://schemas.microsoft.com/office/drawing/2014/main" id="{7FF576EE-0D7F-AC4E-AD6B-1AACED8038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8625" y="1386983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Text Box 10">
            <a:extLst>
              <a:ext uri="{FF2B5EF4-FFF2-40B4-BE49-F238E27FC236}">
                <a16:creationId xmlns:a16="http://schemas.microsoft.com/office/drawing/2014/main" id="{F21423CE-6E23-864D-AE72-4B27CF519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1088" y="2818908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436" name="Text Box 11">
            <a:extLst>
              <a:ext uri="{FF2B5EF4-FFF2-40B4-BE49-F238E27FC236}">
                <a16:creationId xmlns:a16="http://schemas.microsoft.com/office/drawing/2014/main" id="{A41B6EA9-EE6C-C949-81EA-16B63EA5A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0263" y="282367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grpSp>
        <p:nvGrpSpPr>
          <p:cNvPr id="437" name="Group 150">
            <a:extLst>
              <a:ext uri="{FF2B5EF4-FFF2-40B4-BE49-F238E27FC236}">
                <a16:creationId xmlns:a16="http://schemas.microsoft.com/office/drawing/2014/main" id="{6846776D-29A4-C047-BD8B-B36F67C3A5FE}"/>
              </a:ext>
            </a:extLst>
          </p:cNvPr>
          <p:cNvGrpSpPr>
            <a:grpSpLocks/>
          </p:cNvGrpSpPr>
          <p:nvPr/>
        </p:nvGrpSpPr>
        <p:grpSpPr bwMode="auto">
          <a:xfrm>
            <a:off x="3316288" y="1320308"/>
            <a:ext cx="1254125" cy="1624012"/>
            <a:chOff x="1313" y="921"/>
            <a:chExt cx="790" cy="1023"/>
          </a:xfrm>
        </p:grpSpPr>
        <p:sp>
          <p:nvSpPr>
            <p:cNvPr id="438" name="Line 5">
              <a:extLst>
                <a:ext uri="{FF2B5EF4-FFF2-40B4-BE49-F238E27FC236}">
                  <a16:creationId xmlns:a16="http://schemas.microsoft.com/office/drawing/2014/main" id="{298CDB05-EA65-C643-BE8E-B0FC9ED10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" y="921"/>
              <a:ext cx="0" cy="1023"/>
            </a:xfrm>
            <a:prstGeom prst="line">
              <a:avLst/>
            </a:prstGeom>
            <a:noFill/>
            <a:ln w="12700">
              <a:solidFill>
                <a:srgbClr val="3333CC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12">
              <a:extLst>
                <a:ext uri="{FF2B5EF4-FFF2-40B4-BE49-F238E27FC236}">
                  <a16:creationId xmlns:a16="http://schemas.microsoft.com/office/drawing/2014/main" id="{73F94AD3-1AF6-7648-ACBC-E99C83041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218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Text Box 15">
              <a:extLst>
                <a:ext uri="{FF2B5EF4-FFF2-40B4-BE49-F238E27FC236}">
                  <a16:creationId xmlns:a16="http://schemas.microsoft.com/office/drawing/2014/main" id="{FDFC6C2A-B275-2E40-AB84-586BF299A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6" y="1194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  <p:grpSp>
          <p:nvGrpSpPr>
            <p:cNvPr id="441" name="Group 44">
              <a:extLst>
                <a:ext uri="{FF2B5EF4-FFF2-40B4-BE49-F238E27FC236}">
                  <a16:creationId xmlns:a16="http://schemas.microsoft.com/office/drawing/2014/main" id="{620B35C5-24A4-114D-85B0-D738F3EFE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3" y="1534"/>
              <a:ext cx="790" cy="307"/>
              <a:chOff x="1313" y="1534"/>
              <a:chExt cx="790" cy="307"/>
            </a:xfrm>
          </p:grpSpPr>
          <p:sp>
            <p:nvSpPr>
              <p:cNvPr id="442" name="Text Box 17">
                <a:extLst>
                  <a:ext uri="{FF2B5EF4-FFF2-40B4-BE49-F238E27FC236}">
                    <a16:creationId xmlns:a16="http://schemas.microsoft.com/office/drawing/2014/main" id="{D9299C94-75F7-9140-809B-1C978D457B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43" name="Group 22">
                <a:extLst>
                  <a:ext uri="{FF2B5EF4-FFF2-40B4-BE49-F238E27FC236}">
                    <a16:creationId xmlns:a16="http://schemas.microsoft.com/office/drawing/2014/main" id="{214F67F6-3FDE-8047-BC27-C89C3A746B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65" name="Rectangle 18">
                  <a:extLst>
                    <a:ext uri="{FF2B5EF4-FFF2-40B4-BE49-F238E27FC236}">
                      <a16:creationId xmlns:a16="http://schemas.microsoft.com/office/drawing/2014/main" id="{F33FF9ED-6258-7C4C-8407-7E51888430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6" name="Line 20">
                  <a:extLst>
                    <a:ext uri="{FF2B5EF4-FFF2-40B4-BE49-F238E27FC236}">
                      <a16:creationId xmlns:a16="http://schemas.microsoft.com/office/drawing/2014/main" id="{8DAF169B-00F5-C44B-BE4B-053B39BF6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7" name="Line 21">
                  <a:extLst>
                    <a:ext uri="{FF2B5EF4-FFF2-40B4-BE49-F238E27FC236}">
                      <a16:creationId xmlns:a16="http://schemas.microsoft.com/office/drawing/2014/main" id="{4E33F495-B46C-9241-A64D-B0EF942E31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44" name="Group 23">
                <a:extLst>
                  <a:ext uri="{FF2B5EF4-FFF2-40B4-BE49-F238E27FC236}">
                    <a16:creationId xmlns:a16="http://schemas.microsoft.com/office/drawing/2014/main" id="{FAA1AE6D-1DD4-9945-A0CB-C68D4A3488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62" name="Rectangle 24">
                  <a:extLst>
                    <a:ext uri="{FF2B5EF4-FFF2-40B4-BE49-F238E27FC236}">
                      <a16:creationId xmlns:a16="http://schemas.microsoft.com/office/drawing/2014/main" id="{1FCDE583-D600-254E-99DE-D2181719DD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3" name="Line 25">
                  <a:extLst>
                    <a:ext uri="{FF2B5EF4-FFF2-40B4-BE49-F238E27FC236}">
                      <a16:creationId xmlns:a16="http://schemas.microsoft.com/office/drawing/2014/main" id="{C2051F1D-3C16-E547-A5D4-D8A4430C42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4" name="Line 26">
                  <a:extLst>
                    <a:ext uri="{FF2B5EF4-FFF2-40B4-BE49-F238E27FC236}">
                      <a16:creationId xmlns:a16="http://schemas.microsoft.com/office/drawing/2014/main" id="{17BF4814-60F3-AF49-9AB3-8BF777875C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45" name="Rectangle 27">
                <a:extLst>
                  <a:ext uri="{FF2B5EF4-FFF2-40B4-BE49-F238E27FC236}">
                    <a16:creationId xmlns:a16="http://schemas.microsoft.com/office/drawing/2014/main" id="{2F9F07B4-F807-DC43-81F3-2B98B5DD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Rectangle 28">
                <a:extLst>
                  <a:ext uri="{FF2B5EF4-FFF2-40B4-BE49-F238E27FC236}">
                    <a16:creationId xmlns:a16="http://schemas.microsoft.com/office/drawing/2014/main" id="{5D5AE67B-DA7D-4148-A6F1-6F2DAC8E5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7" name="Text Box 29">
                <a:extLst>
                  <a:ext uri="{FF2B5EF4-FFF2-40B4-BE49-F238E27FC236}">
                    <a16:creationId xmlns:a16="http://schemas.microsoft.com/office/drawing/2014/main" id="{7D4ABC69-0943-C04C-8F80-0C2C27F97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8" name="Text Box 30">
                <a:extLst>
                  <a:ext uri="{FF2B5EF4-FFF2-40B4-BE49-F238E27FC236}">
                    <a16:creationId xmlns:a16="http://schemas.microsoft.com/office/drawing/2014/main" id="{FCAC0F1B-7D40-4D48-988E-62CA122B3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9" name="Text Box 31">
                <a:extLst>
                  <a:ext uri="{FF2B5EF4-FFF2-40B4-BE49-F238E27FC236}">
                    <a16:creationId xmlns:a16="http://schemas.microsoft.com/office/drawing/2014/main" id="{58D710FC-A6D0-DE48-8114-5D123595ED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50" name="Group 34">
                <a:extLst>
                  <a:ext uri="{FF2B5EF4-FFF2-40B4-BE49-F238E27FC236}">
                    <a16:creationId xmlns:a16="http://schemas.microsoft.com/office/drawing/2014/main" id="{501B0E84-8694-EB45-A55B-2EC8DA94C2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60" name="Text Box 32">
                  <a:extLst>
                    <a:ext uri="{FF2B5EF4-FFF2-40B4-BE49-F238E27FC236}">
                      <a16:creationId xmlns:a16="http://schemas.microsoft.com/office/drawing/2014/main" id="{8089FA46-9789-8647-BC35-547EC4279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61" name="Text Box 33">
                  <a:extLst>
                    <a:ext uri="{FF2B5EF4-FFF2-40B4-BE49-F238E27FC236}">
                      <a16:creationId xmlns:a16="http://schemas.microsoft.com/office/drawing/2014/main" id="{D95592B2-E1FA-C74C-A9D9-834ECBACDA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1" name="Group 35">
                <a:extLst>
                  <a:ext uri="{FF2B5EF4-FFF2-40B4-BE49-F238E27FC236}">
                    <a16:creationId xmlns:a16="http://schemas.microsoft.com/office/drawing/2014/main" id="{63E295A7-CAC4-F042-A8A0-CCC2561BAD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58" name="Text Box 36">
                  <a:extLst>
                    <a:ext uri="{FF2B5EF4-FFF2-40B4-BE49-F238E27FC236}">
                      <a16:creationId xmlns:a16="http://schemas.microsoft.com/office/drawing/2014/main" id="{76BB4A8D-686F-7549-90E4-A7A4920687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9" name="Text Box 37">
                  <a:extLst>
                    <a:ext uri="{FF2B5EF4-FFF2-40B4-BE49-F238E27FC236}">
                      <a16:creationId xmlns:a16="http://schemas.microsoft.com/office/drawing/2014/main" id="{8B0DB3A2-A517-2745-8A5A-F945D68DA2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2" name="Group 38">
                <a:extLst>
                  <a:ext uri="{FF2B5EF4-FFF2-40B4-BE49-F238E27FC236}">
                    <a16:creationId xmlns:a16="http://schemas.microsoft.com/office/drawing/2014/main" id="{F32C298A-F2D4-554C-BB2B-99BB428985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56" name="Text Box 39">
                  <a:extLst>
                    <a:ext uri="{FF2B5EF4-FFF2-40B4-BE49-F238E27FC236}">
                      <a16:creationId xmlns:a16="http://schemas.microsoft.com/office/drawing/2014/main" id="{8FF829E5-BFCB-0044-9F06-4F7E546B13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7" name="Text Box 40">
                  <a:extLst>
                    <a:ext uri="{FF2B5EF4-FFF2-40B4-BE49-F238E27FC236}">
                      <a16:creationId xmlns:a16="http://schemas.microsoft.com/office/drawing/2014/main" id="{7C871CD8-B8EC-7543-B152-F90DC3DD4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3" name="Group 41">
                <a:extLst>
                  <a:ext uri="{FF2B5EF4-FFF2-40B4-BE49-F238E27FC236}">
                    <a16:creationId xmlns:a16="http://schemas.microsoft.com/office/drawing/2014/main" id="{F7ECB9A7-BD9E-5E4C-8270-1B0BCAEC87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54" name="Text Box 42">
                  <a:extLst>
                    <a:ext uri="{FF2B5EF4-FFF2-40B4-BE49-F238E27FC236}">
                      <a16:creationId xmlns:a16="http://schemas.microsoft.com/office/drawing/2014/main" id="{C7316287-4A39-D14E-8F12-0DA18DE154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5" name="Text Box 43">
                  <a:extLst>
                    <a:ext uri="{FF2B5EF4-FFF2-40B4-BE49-F238E27FC236}">
                      <a16:creationId xmlns:a16="http://schemas.microsoft.com/office/drawing/2014/main" id="{90338192-1AC0-F541-8076-9A2DA09835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sp>
        <p:nvSpPr>
          <p:cNvPr id="468" name="Oval 74">
            <a:extLst>
              <a:ext uri="{FF2B5EF4-FFF2-40B4-BE49-F238E27FC236}">
                <a16:creationId xmlns:a16="http://schemas.microsoft.com/office/drawing/2014/main" id="{2E9A3032-BE8B-1C49-B0F1-EC8B694AF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3913" y="1714008"/>
            <a:ext cx="419100" cy="423862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75">
            <a:extLst>
              <a:ext uri="{FF2B5EF4-FFF2-40B4-BE49-F238E27FC236}">
                <a16:creationId xmlns:a16="http://schemas.microsoft.com/office/drawing/2014/main" id="{0BB37E38-B9DF-9E49-B766-E2CC92FA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0850" y="1302845"/>
            <a:ext cx="11977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Z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= d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</a:t>
            </a:r>
            <a:r>
              <a:rPr lang="en-US" sz="2400" baseline="30000" dirty="0">
                <a:solidFill>
                  <a:srgbClr val="000000"/>
                </a:solidFill>
                <a:latin typeface="Arial" charset="0"/>
                <a:cs typeface="Arial" charset="0"/>
              </a:rPr>
              <a:t>.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m</a:t>
            </a:r>
          </a:p>
        </p:txBody>
      </p:sp>
      <p:sp>
        <p:nvSpPr>
          <p:cNvPr id="470" name="Line 72">
            <a:extLst>
              <a:ext uri="{FF2B5EF4-FFF2-40B4-BE49-F238E27FC236}">
                <a16:creationId xmlns:a16="http://schemas.microsoft.com/office/drawing/2014/main" id="{BC43B2B9-12AD-EC46-820A-AFE3E55AC0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488" y="1844183"/>
            <a:ext cx="319087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1" name="Line 73">
            <a:extLst>
              <a:ext uri="{FF2B5EF4-FFF2-40B4-BE49-F238E27FC236}">
                <a16:creationId xmlns:a16="http://schemas.microsoft.com/office/drawing/2014/main" id="{85727131-C2E9-C349-8881-7ABC635F15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65775" y="2109295"/>
            <a:ext cx="403225" cy="4302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2" name="Group 149">
            <a:extLst>
              <a:ext uri="{FF2B5EF4-FFF2-40B4-BE49-F238E27FC236}">
                <a16:creationId xmlns:a16="http://schemas.microsoft.com/office/drawing/2014/main" id="{C585C5CA-68B1-BB4E-9864-EB34280502EA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53670"/>
            <a:ext cx="1254125" cy="1236663"/>
            <a:chOff x="1979" y="1068"/>
            <a:chExt cx="790" cy="779"/>
          </a:xfrm>
        </p:grpSpPr>
        <p:sp>
          <p:nvSpPr>
            <p:cNvPr id="473" name="Rectangle 13">
              <a:extLst>
                <a:ext uri="{FF2B5EF4-FFF2-40B4-BE49-F238E27FC236}">
                  <a16:creationId xmlns:a16="http://schemas.microsoft.com/office/drawing/2014/main" id="{02E9E941-0BA7-764F-8B43-DFBC642E1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092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4" name="Text Box 16">
              <a:extLst>
                <a:ext uri="{FF2B5EF4-FFF2-40B4-BE49-F238E27FC236}">
                  <a16:creationId xmlns:a16="http://schemas.microsoft.com/office/drawing/2014/main" id="{0EF61151-3B6A-CE47-8350-806B6069C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6" y="1068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  <p:grpSp>
          <p:nvGrpSpPr>
            <p:cNvPr id="475" name="Group 45">
              <a:extLst>
                <a:ext uri="{FF2B5EF4-FFF2-40B4-BE49-F238E27FC236}">
                  <a16:creationId xmlns:a16="http://schemas.microsoft.com/office/drawing/2014/main" id="{79869314-64B7-E34C-A1B8-757A5CF98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9" y="1540"/>
              <a:ext cx="790" cy="307"/>
              <a:chOff x="1313" y="1534"/>
              <a:chExt cx="790" cy="307"/>
            </a:xfrm>
          </p:grpSpPr>
          <p:sp>
            <p:nvSpPr>
              <p:cNvPr id="476" name="Text Box 46">
                <a:extLst>
                  <a:ext uri="{FF2B5EF4-FFF2-40B4-BE49-F238E27FC236}">
                    <a16:creationId xmlns:a16="http://schemas.microsoft.com/office/drawing/2014/main" id="{03961088-2A11-7F4E-8842-C9CA2AD64C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77" name="Group 47">
                <a:extLst>
                  <a:ext uri="{FF2B5EF4-FFF2-40B4-BE49-F238E27FC236}">
                    <a16:creationId xmlns:a16="http://schemas.microsoft.com/office/drawing/2014/main" id="{397276D5-DAB7-034A-A41F-22ED1B48A1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99" name="Rectangle 48">
                  <a:extLst>
                    <a:ext uri="{FF2B5EF4-FFF2-40B4-BE49-F238E27FC236}">
                      <a16:creationId xmlns:a16="http://schemas.microsoft.com/office/drawing/2014/main" id="{28221CCC-7B2A-F645-AA0B-F0AE733DA4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0" name="Line 49">
                  <a:extLst>
                    <a:ext uri="{FF2B5EF4-FFF2-40B4-BE49-F238E27FC236}">
                      <a16:creationId xmlns:a16="http://schemas.microsoft.com/office/drawing/2014/main" id="{26F151E4-8C8C-4744-965D-20575E1C46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1" name="Line 50">
                  <a:extLst>
                    <a:ext uri="{FF2B5EF4-FFF2-40B4-BE49-F238E27FC236}">
                      <a16:creationId xmlns:a16="http://schemas.microsoft.com/office/drawing/2014/main" id="{F25B3B25-4EDD-3145-8F9E-1EFDC0400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78" name="Group 51">
                <a:extLst>
                  <a:ext uri="{FF2B5EF4-FFF2-40B4-BE49-F238E27FC236}">
                    <a16:creationId xmlns:a16="http://schemas.microsoft.com/office/drawing/2014/main" id="{9036F2B7-EE94-474F-81F2-0DD9B42B08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96" name="Rectangle 52">
                  <a:extLst>
                    <a:ext uri="{FF2B5EF4-FFF2-40B4-BE49-F238E27FC236}">
                      <a16:creationId xmlns:a16="http://schemas.microsoft.com/office/drawing/2014/main" id="{A92E2B96-CF33-6641-9757-40AEB75C7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7" name="Line 53">
                  <a:extLst>
                    <a:ext uri="{FF2B5EF4-FFF2-40B4-BE49-F238E27FC236}">
                      <a16:creationId xmlns:a16="http://schemas.microsoft.com/office/drawing/2014/main" id="{EAA582F0-6D7C-6349-9FAE-A71623BFB5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8" name="Line 54">
                  <a:extLst>
                    <a:ext uri="{FF2B5EF4-FFF2-40B4-BE49-F238E27FC236}">
                      <a16:creationId xmlns:a16="http://schemas.microsoft.com/office/drawing/2014/main" id="{01BE827C-6C93-254E-8F86-C7B1DBE920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79" name="Rectangle 55">
                <a:extLst>
                  <a:ext uri="{FF2B5EF4-FFF2-40B4-BE49-F238E27FC236}">
                    <a16:creationId xmlns:a16="http://schemas.microsoft.com/office/drawing/2014/main" id="{AF7AC18E-87F1-8240-A21F-130D275FA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Rectangle 56">
                <a:extLst>
                  <a:ext uri="{FF2B5EF4-FFF2-40B4-BE49-F238E27FC236}">
                    <a16:creationId xmlns:a16="http://schemas.microsoft.com/office/drawing/2014/main" id="{4E20B8E2-3A55-3C43-A84F-5CC765ABF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Text Box 57">
                <a:extLst>
                  <a:ext uri="{FF2B5EF4-FFF2-40B4-BE49-F238E27FC236}">
                    <a16:creationId xmlns:a16="http://schemas.microsoft.com/office/drawing/2014/main" id="{A550B1AC-6F61-F543-AE39-E99A37266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2" name="Text Box 58">
                <a:extLst>
                  <a:ext uri="{FF2B5EF4-FFF2-40B4-BE49-F238E27FC236}">
                    <a16:creationId xmlns:a16="http://schemas.microsoft.com/office/drawing/2014/main" id="{EB75473D-62D9-F443-9E7B-430EAEF0F4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3" name="Text Box 59">
                <a:extLst>
                  <a:ext uri="{FF2B5EF4-FFF2-40B4-BE49-F238E27FC236}">
                    <a16:creationId xmlns:a16="http://schemas.microsoft.com/office/drawing/2014/main" id="{AB60BDE7-949C-D445-BB9D-E9BE2FCE13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84" name="Group 60">
                <a:extLst>
                  <a:ext uri="{FF2B5EF4-FFF2-40B4-BE49-F238E27FC236}">
                    <a16:creationId xmlns:a16="http://schemas.microsoft.com/office/drawing/2014/main" id="{179F852E-E8A4-4641-9283-1EE99E62E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94" name="Text Box 61">
                  <a:extLst>
                    <a:ext uri="{FF2B5EF4-FFF2-40B4-BE49-F238E27FC236}">
                      <a16:creationId xmlns:a16="http://schemas.microsoft.com/office/drawing/2014/main" id="{54C4130B-3870-314F-BD3A-D753218D03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5" name="Text Box 62">
                  <a:extLst>
                    <a:ext uri="{FF2B5EF4-FFF2-40B4-BE49-F238E27FC236}">
                      <a16:creationId xmlns:a16="http://schemas.microsoft.com/office/drawing/2014/main" id="{D695BAC2-BA7C-5943-A91C-17B3199593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5" name="Group 63">
                <a:extLst>
                  <a:ext uri="{FF2B5EF4-FFF2-40B4-BE49-F238E27FC236}">
                    <a16:creationId xmlns:a16="http://schemas.microsoft.com/office/drawing/2014/main" id="{C23C5F09-57DF-9341-952D-6ECA49FEEA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92" name="Text Box 64">
                  <a:extLst>
                    <a:ext uri="{FF2B5EF4-FFF2-40B4-BE49-F238E27FC236}">
                      <a16:creationId xmlns:a16="http://schemas.microsoft.com/office/drawing/2014/main" id="{7DC2EED0-74D1-DC40-B394-CBB37DA6C8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3" name="Text Box 65">
                  <a:extLst>
                    <a:ext uri="{FF2B5EF4-FFF2-40B4-BE49-F238E27FC236}">
                      <a16:creationId xmlns:a16="http://schemas.microsoft.com/office/drawing/2014/main" id="{292F6DEC-C557-9145-8A8A-19E2E9B275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6" name="Group 66">
                <a:extLst>
                  <a:ext uri="{FF2B5EF4-FFF2-40B4-BE49-F238E27FC236}">
                    <a16:creationId xmlns:a16="http://schemas.microsoft.com/office/drawing/2014/main" id="{8C21A7E2-D5AD-9F48-A061-6DB80E8504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90" name="Text Box 67">
                  <a:extLst>
                    <a:ext uri="{FF2B5EF4-FFF2-40B4-BE49-F238E27FC236}">
                      <a16:creationId xmlns:a16="http://schemas.microsoft.com/office/drawing/2014/main" id="{AAA02C61-C7E2-5342-B256-30B490BB7E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1" name="Text Box 68">
                  <a:extLst>
                    <a:ext uri="{FF2B5EF4-FFF2-40B4-BE49-F238E27FC236}">
                      <a16:creationId xmlns:a16="http://schemas.microsoft.com/office/drawing/2014/main" id="{715A50D5-39D5-D64C-BF57-F3524495D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7" name="Group 69">
                <a:extLst>
                  <a:ext uri="{FF2B5EF4-FFF2-40B4-BE49-F238E27FC236}">
                    <a16:creationId xmlns:a16="http://schemas.microsoft.com/office/drawing/2014/main" id="{E7996A31-06BD-0449-9DF3-FB1EABAC1E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88" name="Text Box 70">
                  <a:extLst>
                    <a:ext uri="{FF2B5EF4-FFF2-40B4-BE49-F238E27FC236}">
                      <a16:creationId xmlns:a16="http://schemas.microsoft.com/office/drawing/2014/main" id="{7D8F55AA-BD89-4B4F-8657-D53FEE6835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89" name="Text Box 71">
                  <a:extLst>
                    <a:ext uri="{FF2B5EF4-FFF2-40B4-BE49-F238E27FC236}">
                      <a16:creationId xmlns:a16="http://schemas.microsoft.com/office/drawing/2014/main" id="{6164D5ED-940F-494E-B970-3FDD51FDC9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502" name="Group 76">
            <a:extLst>
              <a:ext uri="{FF2B5EF4-FFF2-40B4-BE49-F238E27FC236}">
                <a16:creationId xmlns:a16="http://schemas.microsoft.com/office/drawing/2014/main" id="{20334438-8464-EB47-86A8-A2BC8FF64C06}"/>
              </a:ext>
            </a:extLst>
          </p:cNvPr>
          <p:cNvGrpSpPr>
            <a:grpSpLocks/>
          </p:cNvGrpSpPr>
          <p:nvPr/>
        </p:nvGrpSpPr>
        <p:grpSpPr bwMode="auto">
          <a:xfrm>
            <a:off x="7693025" y="1688608"/>
            <a:ext cx="1254125" cy="487362"/>
            <a:chOff x="1313" y="1534"/>
            <a:chExt cx="790" cy="307"/>
          </a:xfrm>
        </p:grpSpPr>
        <p:sp>
          <p:nvSpPr>
            <p:cNvPr id="503" name="Text Box 77">
              <a:extLst>
                <a:ext uri="{FF2B5EF4-FFF2-40B4-BE49-F238E27FC236}">
                  <a16:creationId xmlns:a16="http://schemas.microsoft.com/office/drawing/2014/main" id="{81128549-1A49-FB42-A2FB-218DBDC0A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04" name="Group 78">
              <a:extLst>
                <a:ext uri="{FF2B5EF4-FFF2-40B4-BE49-F238E27FC236}">
                  <a16:creationId xmlns:a16="http://schemas.microsoft.com/office/drawing/2014/main" id="{2964FBCD-8FB9-E945-8C3B-8E6F872D1C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3" y="1539"/>
              <a:ext cx="258" cy="147"/>
              <a:chOff x="1353" y="1539"/>
              <a:chExt cx="258" cy="144"/>
            </a:xfrm>
          </p:grpSpPr>
          <p:sp>
            <p:nvSpPr>
              <p:cNvPr id="526" name="Rectangle 79">
                <a:extLst>
                  <a:ext uri="{FF2B5EF4-FFF2-40B4-BE49-F238E27FC236}">
                    <a16:creationId xmlns:a16="http://schemas.microsoft.com/office/drawing/2014/main" id="{7462FA7C-D3CE-054D-A069-C279CDBA8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Line 80">
                <a:extLst>
                  <a:ext uri="{FF2B5EF4-FFF2-40B4-BE49-F238E27FC236}">
                    <a16:creationId xmlns:a16="http://schemas.microsoft.com/office/drawing/2014/main" id="{81522AC7-2848-4D4C-8E38-AEA52C27A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8" name="Line 81">
                <a:extLst>
                  <a:ext uri="{FF2B5EF4-FFF2-40B4-BE49-F238E27FC236}">
                    <a16:creationId xmlns:a16="http://schemas.microsoft.com/office/drawing/2014/main" id="{27ADB89D-E952-3A44-8E4A-9EC0AE0AA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5" name="Group 82">
              <a:extLst>
                <a:ext uri="{FF2B5EF4-FFF2-40B4-BE49-F238E27FC236}">
                  <a16:creationId xmlns:a16="http://schemas.microsoft.com/office/drawing/2014/main" id="{BE7695F2-15F5-5C41-9BB6-23E6B6839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3" y="1686"/>
              <a:ext cx="258" cy="144"/>
              <a:chOff x="1353" y="1539"/>
              <a:chExt cx="258" cy="144"/>
            </a:xfrm>
          </p:grpSpPr>
          <p:sp>
            <p:nvSpPr>
              <p:cNvPr id="523" name="Rectangle 83">
                <a:extLst>
                  <a:ext uri="{FF2B5EF4-FFF2-40B4-BE49-F238E27FC236}">
                    <a16:creationId xmlns:a16="http://schemas.microsoft.com/office/drawing/2014/main" id="{95B7CA97-1A34-BF42-8D2E-A12DBFD0A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4" name="Line 84">
                <a:extLst>
                  <a:ext uri="{FF2B5EF4-FFF2-40B4-BE49-F238E27FC236}">
                    <a16:creationId xmlns:a16="http://schemas.microsoft.com/office/drawing/2014/main" id="{02868D5B-3B0F-2B4E-A4CA-E6D61E747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Line 85">
                <a:extLst>
                  <a:ext uri="{FF2B5EF4-FFF2-40B4-BE49-F238E27FC236}">
                    <a16:creationId xmlns:a16="http://schemas.microsoft.com/office/drawing/2014/main" id="{E9F7A247-BC82-CF4E-A9AE-71550C103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6" name="Rectangle 86">
              <a:extLst>
                <a:ext uri="{FF2B5EF4-FFF2-40B4-BE49-F238E27FC236}">
                  <a16:creationId xmlns:a16="http://schemas.microsoft.com/office/drawing/2014/main" id="{165BCFD4-54CD-9A4C-B35D-F307B944F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686"/>
              <a:ext cx="81" cy="144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Rectangle 87">
              <a:extLst>
                <a:ext uri="{FF2B5EF4-FFF2-40B4-BE49-F238E27FC236}">
                  <a16:creationId xmlns:a16="http://schemas.microsoft.com/office/drawing/2014/main" id="{103C25CA-8C85-EF45-9DE3-9AC9FAAB1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536"/>
              <a:ext cx="81" cy="150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Text Box 88">
              <a:extLst>
                <a:ext uri="{FF2B5EF4-FFF2-40B4-BE49-F238E27FC236}">
                  <a16:creationId xmlns:a16="http://schemas.microsoft.com/office/drawing/2014/main" id="{CBC34993-830F-2342-A03E-C8D4DC40A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1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09" name="Text Box 89">
              <a:extLst>
                <a:ext uri="{FF2B5EF4-FFF2-40B4-BE49-F238E27FC236}">
                  <a16:creationId xmlns:a16="http://schemas.microsoft.com/office/drawing/2014/main" id="{580E6E69-B86A-E843-AAEB-15A177CA9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 Box 90">
              <a:extLst>
                <a:ext uri="{FF2B5EF4-FFF2-40B4-BE49-F238E27FC236}">
                  <a16:creationId xmlns:a16="http://schemas.microsoft.com/office/drawing/2014/main" id="{646B9041-5953-8445-B1C1-10B646ECB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2" y="1540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11" name="Group 91">
              <a:extLst>
                <a:ext uri="{FF2B5EF4-FFF2-40B4-BE49-F238E27FC236}">
                  <a16:creationId xmlns:a16="http://schemas.microsoft.com/office/drawing/2014/main" id="{DBD42B90-F279-4E42-A664-F0D2882FD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5" y="1684"/>
              <a:ext cx="211" cy="157"/>
              <a:chOff x="857" y="1909"/>
              <a:chExt cx="211" cy="157"/>
            </a:xfrm>
          </p:grpSpPr>
          <p:sp>
            <p:nvSpPr>
              <p:cNvPr id="521" name="Text Box 92">
                <a:extLst>
                  <a:ext uri="{FF2B5EF4-FFF2-40B4-BE49-F238E27FC236}">
                    <a16:creationId xmlns:a16="http://schemas.microsoft.com/office/drawing/2014/main" id="{4873413D-A202-AD4D-AC40-069B24901B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2" name="Text Box 93">
                <a:extLst>
                  <a:ext uri="{FF2B5EF4-FFF2-40B4-BE49-F238E27FC236}">
                    <a16:creationId xmlns:a16="http://schemas.microsoft.com/office/drawing/2014/main" id="{FF361EE3-8FAD-9741-818B-BB44D303E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2" name="Group 94">
              <a:extLst>
                <a:ext uri="{FF2B5EF4-FFF2-40B4-BE49-F238E27FC236}">
                  <a16:creationId xmlns:a16="http://schemas.microsoft.com/office/drawing/2014/main" id="{3988F06B-533E-C24B-ABD6-D3816676F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0" y="1684"/>
              <a:ext cx="211" cy="157"/>
              <a:chOff x="857" y="1909"/>
              <a:chExt cx="211" cy="157"/>
            </a:xfrm>
          </p:grpSpPr>
          <p:sp>
            <p:nvSpPr>
              <p:cNvPr id="519" name="Text Box 95">
                <a:extLst>
                  <a:ext uri="{FF2B5EF4-FFF2-40B4-BE49-F238E27FC236}">
                    <a16:creationId xmlns:a16="http://schemas.microsoft.com/office/drawing/2014/main" id="{A9E9C5EE-DA49-0D4B-9C69-9BB0109B9C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0" name="Text Box 96">
                <a:extLst>
                  <a:ext uri="{FF2B5EF4-FFF2-40B4-BE49-F238E27FC236}">
                    <a16:creationId xmlns:a16="http://schemas.microsoft.com/office/drawing/2014/main" id="{1AB2FC4D-C0AF-D145-9017-465A0E6BC6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3" name="Group 97">
              <a:extLst>
                <a:ext uri="{FF2B5EF4-FFF2-40B4-BE49-F238E27FC236}">
                  <a16:creationId xmlns:a16="http://schemas.microsoft.com/office/drawing/2014/main" id="{857827E8-E8CA-7F44-9A6E-6FECEA9A4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8" y="1684"/>
              <a:ext cx="211" cy="157"/>
              <a:chOff x="857" y="1909"/>
              <a:chExt cx="211" cy="157"/>
            </a:xfrm>
          </p:grpSpPr>
          <p:sp>
            <p:nvSpPr>
              <p:cNvPr id="517" name="Text Box 98">
                <a:extLst>
                  <a:ext uri="{FF2B5EF4-FFF2-40B4-BE49-F238E27FC236}">
                    <a16:creationId xmlns:a16="http://schemas.microsoft.com/office/drawing/2014/main" id="{E9AF4070-3C34-144F-9D97-14D02A9FB3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8" name="Text Box 99">
                <a:extLst>
                  <a:ext uri="{FF2B5EF4-FFF2-40B4-BE49-F238E27FC236}">
                    <a16:creationId xmlns:a16="http://schemas.microsoft.com/office/drawing/2014/main" id="{B1F5DEFC-BF2D-FA47-B0D4-EFC262D99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4" name="Group 100">
              <a:extLst>
                <a:ext uri="{FF2B5EF4-FFF2-40B4-BE49-F238E27FC236}">
                  <a16:creationId xmlns:a16="http://schemas.microsoft.com/office/drawing/2014/main" id="{101C42A5-8BBE-0245-AFF1-1A49EA34E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2" y="1681"/>
              <a:ext cx="211" cy="157"/>
              <a:chOff x="857" y="1909"/>
              <a:chExt cx="211" cy="157"/>
            </a:xfrm>
          </p:grpSpPr>
          <p:sp>
            <p:nvSpPr>
              <p:cNvPr id="515" name="Text Box 101">
                <a:extLst>
                  <a:ext uri="{FF2B5EF4-FFF2-40B4-BE49-F238E27FC236}">
                    <a16:creationId xmlns:a16="http://schemas.microsoft.com/office/drawing/2014/main" id="{43732278-0AA5-BC43-BEE0-855D65A24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6" name="Text Box 102">
                <a:extLst>
                  <a:ext uri="{FF2B5EF4-FFF2-40B4-BE49-F238E27FC236}">
                    <a16:creationId xmlns:a16="http://schemas.microsoft.com/office/drawing/2014/main" id="{2E2F7175-E8E8-1146-B7EC-BAFBB11FC4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</p:grpSp>
      <p:grpSp>
        <p:nvGrpSpPr>
          <p:cNvPr id="529" name="Group 136">
            <a:extLst>
              <a:ext uri="{FF2B5EF4-FFF2-40B4-BE49-F238E27FC236}">
                <a16:creationId xmlns:a16="http://schemas.microsoft.com/office/drawing/2014/main" id="{E786556A-EED0-5E48-B839-F5A27E677A23}"/>
              </a:ext>
            </a:extLst>
          </p:cNvPr>
          <p:cNvGrpSpPr>
            <a:grpSpLocks/>
          </p:cNvGrpSpPr>
          <p:nvPr/>
        </p:nvGrpSpPr>
        <p:grpSpPr bwMode="auto">
          <a:xfrm>
            <a:off x="6592888" y="1688608"/>
            <a:ext cx="1249362" cy="487362"/>
            <a:chOff x="4928" y="1534"/>
            <a:chExt cx="787" cy="307"/>
          </a:xfrm>
        </p:grpSpPr>
        <p:grpSp>
          <p:nvGrpSpPr>
            <p:cNvPr id="530" name="Group 134">
              <a:extLst>
                <a:ext uri="{FF2B5EF4-FFF2-40B4-BE49-F238E27FC236}">
                  <a16:creationId xmlns:a16="http://schemas.microsoft.com/office/drawing/2014/main" id="{FA82BDD8-A025-A84F-8E06-391A9412E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54" y="1534"/>
              <a:ext cx="361" cy="154"/>
              <a:chOff x="5009" y="1132"/>
              <a:chExt cx="361" cy="154"/>
            </a:xfrm>
          </p:grpSpPr>
          <p:sp>
            <p:nvSpPr>
              <p:cNvPr id="554" name="Text Box 104">
                <a:extLst>
                  <a:ext uri="{FF2B5EF4-FFF2-40B4-BE49-F238E27FC236}">
                    <a16:creationId xmlns:a16="http://schemas.microsoft.com/office/drawing/2014/main" id="{BBB2F421-CBF5-5D41-A3EF-DECCF5FE9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09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55" name="Group 105">
                <a:extLst>
                  <a:ext uri="{FF2B5EF4-FFF2-40B4-BE49-F238E27FC236}">
                    <a16:creationId xmlns:a16="http://schemas.microsoft.com/office/drawing/2014/main" id="{815F5BC5-BC28-FE47-818A-8500111A31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" y="1137"/>
                <a:ext cx="258" cy="147"/>
                <a:chOff x="1353" y="1539"/>
                <a:chExt cx="258" cy="144"/>
              </a:xfrm>
            </p:grpSpPr>
            <p:sp>
              <p:nvSpPr>
                <p:cNvPr id="558" name="Rectangle 106">
                  <a:extLst>
                    <a:ext uri="{FF2B5EF4-FFF2-40B4-BE49-F238E27FC236}">
                      <a16:creationId xmlns:a16="http://schemas.microsoft.com/office/drawing/2014/main" id="{0EF76842-BB61-1042-83C7-A553FB5171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9" name="Line 107">
                  <a:extLst>
                    <a:ext uri="{FF2B5EF4-FFF2-40B4-BE49-F238E27FC236}">
                      <a16:creationId xmlns:a16="http://schemas.microsoft.com/office/drawing/2014/main" id="{9DD04AD7-763B-5949-97D2-3A1EE5AF42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60" name="Line 108">
                  <a:extLst>
                    <a:ext uri="{FF2B5EF4-FFF2-40B4-BE49-F238E27FC236}">
                      <a16:creationId xmlns:a16="http://schemas.microsoft.com/office/drawing/2014/main" id="{533BA7DD-1709-AB4F-B454-CC797B8494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56" name="Text Box 115">
                <a:extLst>
                  <a:ext uri="{FF2B5EF4-FFF2-40B4-BE49-F238E27FC236}">
                    <a16:creationId xmlns:a16="http://schemas.microsoft.com/office/drawing/2014/main" id="{4B107C4F-F407-0340-AFB4-7931923DA3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7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57" name="Text Box 116">
                <a:extLst>
                  <a:ext uri="{FF2B5EF4-FFF2-40B4-BE49-F238E27FC236}">
                    <a16:creationId xmlns:a16="http://schemas.microsoft.com/office/drawing/2014/main" id="{C85C4C92-3D0A-9947-8AB1-F1215B786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74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</p:grpSp>
        <p:grpSp>
          <p:nvGrpSpPr>
            <p:cNvPr id="531" name="Group 135">
              <a:extLst>
                <a:ext uri="{FF2B5EF4-FFF2-40B4-BE49-F238E27FC236}">
                  <a16:creationId xmlns:a16="http://schemas.microsoft.com/office/drawing/2014/main" id="{4BA4797B-938A-7C4B-850B-191D7A39F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8" y="1536"/>
              <a:ext cx="550" cy="305"/>
              <a:chOff x="5114" y="1518"/>
              <a:chExt cx="550" cy="305"/>
            </a:xfrm>
          </p:grpSpPr>
          <p:grpSp>
            <p:nvGrpSpPr>
              <p:cNvPr id="532" name="Group 133">
                <a:extLst>
                  <a:ext uri="{FF2B5EF4-FFF2-40B4-BE49-F238E27FC236}">
                    <a16:creationId xmlns:a16="http://schemas.microsoft.com/office/drawing/2014/main" id="{345CEB76-F75D-2142-8293-819C82E8D3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5" y="1518"/>
                <a:ext cx="196" cy="158"/>
                <a:chOff x="5378" y="1518"/>
                <a:chExt cx="196" cy="158"/>
              </a:xfrm>
            </p:grpSpPr>
            <p:sp>
              <p:nvSpPr>
                <p:cNvPr id="552" name="Rectangle 114">
                  <a:extLst>
                    <a:ext uri="{FF2B5EF4-FFF2-40B4-BE49-F238E27FC236}">
                      <a16:creationId xmlns:a16="http://schemas.microsoft.com/office/drawing/2014/main" id="{2F941C58-3CB3-9047-A5F0-1499627827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18" y="1518"/>
                  <a:ext cx="81" cy="150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3" name="Text Box 117">
                  <a:extLst>
                    <a:ext uri="{FF2B5EF4-FFF2-40B4-BE49-F238E27FC236}">
                      <a16:creationId xmlns:a16="http://schemas.microsoft.com/office/drawing/2014/main" id="{860F801A-D77B-C14B-A39A-0736C1A883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378" y="152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533" name="Group 132">
                <a:extLst>
                  <a:ext uri="{FF2B5EF4-FFF2-40B4-BE49-F238E27FC236}">
                    <a16:creationId xmlns:a16="http://schemas.microsoft.com/office/drawing/2014/main" id="{27398D20-7D9A-3B42-8EC2-857F5AC890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3" y="1666"/>
                <a:ext cx="211" cy="157"/>
                <a:chOff x="5261" y="1282"/>
                <a:chExt cx="211" cy="157"/>
              </a:xfrm>
            </p:grpSpPr>
            <p:sp>
              <p:nvSpPr>
                <p:cNvPr id="548" name="Rectangle 113">
                  <a:extLst>
                    <a:ext uri="{FF2B5EF4-FFF2-40B4-BE49-F238E27FC236}">
                      <a16:creationId xmlns:a16="http://schemas.microsoft.com/office/drawing/2014/main" id="{59A6F49B-16F9-7643-9420-32D099D27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07" y="1284"/>
                  <a:ext cx="81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49" name="Group 118">
                  <a:extLst>
                    <a:ext uri="{FF2B5EF4-FFF2-40B4-BE49-F238E27FC236}">
                      <a16:creationId xmlns:a16="http://schemas.microsoft.com/office/drawing/2014/main" id="{0F9DF7FD-68BD-7C4F-9795-E77C083A7B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61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50" name="Text Box 119">
                    <a:extLst>
                      <a:ext uri="{FF2B5EF4-FFF2-40B4-BE49-F238E27FC236}">
                        <a16:creationId xmlns:a16="http://schemas.microsoft.com/office/drawing/2014/main" id="{0F798B47-0AAE-0A4A-B69C-2E1EFD2F0F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51" name="Text Box 120">
                    <a:extLst>
                      <a:ext uri="{FF2B5EF4-FFF2-40B4-BE49-F238E27FC236}">
                        <a16:creationId xmlns:a16="http://schemas.microsoft.com/office/drawing/2014/main" id="{04A6FD11-6247-9447-93C6-498F0987DA7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  <p:grpSp>
            <p:nvGrpSpPr>
              <p:cNvPr id="534" name="Group 131">
                <a:extLst>
                  <a:ext uri="{FF2B5EF4-FFF2-40B4-BE49-F238E27FC236}">
                    <a16:creationId xmlns:a16="http://schemas.microsoft.com/office/drawing/2014/main" id="{F0E11C15-14BF-804E-B7A6-DD15A9082E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14" y="1663"/>
                <a:ext cx="373" cy="160"/>
                <a:chOff x="5426" y="1279"/>
                <a:chExt cx="373" cy="160"/>
              </a:xfrm>
            </p:grpSpPr>
            <p:grpSp>
              <p:nvGrpSpPr>
                <p:cNvPr id="535" name="Group 109">
                  <a:extLst>
                    <a:ext uri="{FF2B5EF4-FFF2-40B4-BE49-F238E27FC236}">
                      <a16:creationId xmlns:a16="http://schemas.microsoft.com/office/drawing/2014/main" id="{0596732D-3330-1F45-9C8F-11B96D28A2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69" y="1284"/>
                  <a:ext cx="258" cy="144"/>
                  <a:chOff x="1353" y="1539"/>
                  <a:chExt cx="258" cy="144"/>
                </a:xfrm>
              </p:grpSpPr>
              <p:sp>
                <p:nvSpPr>
                  <p:cNvPr id="545" name="Rectangle 110">
                    <a:extLst>
                      <a:ext uri="{FF2B5EF4-FFF2-40B4-BE49-F238E27FC236}">
                        <a16:creationId xmlns:a16="http://schemas.microsoft.com/office/drawing/2014/main" id="{2B890018-F3CD-ED43-85A9-CA03439C9D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6" name="Line 111">
                    <a:extLst>
                      <a:ext uri="{FF2B5EF4-FFF2-40B4-BE49-F238E27FC236}">
                        <a16:creationId xmlns:a16="http://schemas.microsoft.com/office/drawing/2014/main" id="{18B6F1CE-A78D-AC45-99C7-EA4C397F9C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7" name="Line 112">
                    <a:extLst>
                      <a:ext uri="{FF2B5EF4-FFF2-40B4-BE49-F238E27FC236}">
                        <a16:creationId xmlns:a16="http://schemas.microsoft.com/office/drawing/2014/main" id="{88ED4488-FFB5-7C44-A803-B17B5C5EFF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36" name="Group 121">
                  <a:extLst>
                    <a:ext uri="{FF2B5EF4-FFF2-40B4-BE49-F238E27FC236}">
                      <a16:creationId xmlns:a16="http://schemas.microsoft.com/office/drawing/2014/main" id="{80189D77-6A61-FB4B-8316-E594A637FA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26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3" name="Text Box 122">
                    <a:extLst>
                      <a:ext uri="{FF2B5EF4-FFF2-40B4-BE49-F238E27FC236}">
                        <a16:creationId xmlns:a16="http://schemas.microsoft.com/office/drawing/2014/main" id="{A10EFA21-0940-F74F-AB9D-BC9A454136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4" name="Text Box 123">
                    <a:extLst>
                      <a:ext uri="{FF2B5EF4-FFF2-40B4-BE49-F238E27FC236}">
                        <a16:creationId xmlns:a16="http://schemas.microsoft.com/office/drawing/2014/main" id="{3810D6A6-FD00-DA4A-9F6C-B46A221C7D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7" name="Group 124">
                  <a:extLst>
                    <a:ext uri="{FF2B5EF4-FFF2-40B4-BE49-F238E27FC236}">
                      <a16:creationId xmlns:a16="http://schemas.microsoft.com/office/drawing/2014/main" id="{2EF77EE7-7AC5-224F-B76E-0D98E4A3F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04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1" name="Text Box 125">
                    <a:extLst>
                      <a:ext uri="{FF2B5EF4-FFF2-40B4-BE49-F238E27FC236}">
                        <a16:creationId xmlns:a16="http://schemas.microsoft.com/office/drawing/2014/main" id="{742CDD59-5C0D-424D-8FE6-E90550870F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2" name="Text Box 126">
                    <a:extLst>
                      <a:ext uri="{FF2B5EF4-FFF2-40B4-BE49-F238E27FC236}">
                        <a16:creationId xmlns:a16="http://schemas.microsoft.com/office/drawing/2014/main" id="{18E37091-21DF-6E4C-ACC9-8F1C096114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8" name="Group 127">
                  <a:extLst>
                    <a:ext uri="{FF2B5EF4-FFF2-40B4-BE49-F238E27FC236}">
                      <a16:creationId xmlns:a16="http://schemas.microsoft.com/office/drawing/2014/main" id="{CF2DA19C-B3A0-D54E-96F8-0FAB19FB5E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" y="1279"/>
                  <a:ext cx="211" cy="157"/>
                  <a:chOff x="857" y="1909"/>
                  <a:chExt cx="211" cy="157"/>
                </a:xfrm>
              </p:grpSpPr>
              <p:sp>
                <p:nvSpPr>
                  <p:cNvPr id="539" name="Text Box 128">
                    <a:extLst>
                      <a:ext uri="{FF2B5EF4-FFF2-40B4-BE49-F238E27FC236}">
                        <a16:creationId xmlns:a16="http://schemas.microsoft.com/office/drawing/2014/main" id="{38FE3530-87CE-0C44-B56F-D75D2F8AF03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0" name="Text Box 129">
                    <a:extLst>
                      <a:ext uri="{FF2B5EF4-FFF2-40B4-BE49-F238E27FC236}">
                        <a16:creationId xmlns:a16="http://schemas.microsoft.com/office/drawing/2014/main" id="{FA2B9EA9-2800-B644-A429-DCBE6FE4E6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</p:grpSp>
      </p:grpSp>
      <p:sp>
        <p:nvSpPr>
          <p:cNvPr id="561" name="Text Box 137">
            <a:extLst>
              <a:ext uri="{FF2B5EF4-FFF2-40B4-BE49-F238E27FC236}">
                <a16:creationId xmlns:a16="http://schemas.microsoft.com/office/drawing/2014/main" id="{061BFEB8-D5B0-1F4C-AADA-2F8D8761C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275" y="2166445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2" name="Text Box 138">
            <a:extLst>
              <a:ext uri="{FF2B5EF4-FFF2-40B4-BE49-F238E27FC236}">
                <a16:creationId xmlns:a16="http://schemas.microsoft.com/office/drawing/2014/main" id="{4D2BA57A-52EB-AF4B-AC46-680208A6B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5288" y="2185495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3" name="Line 139">
            <a:extLst>
              <a:ext uri="{FF2B5EF4-FFF2-40B4-BE49-F238E27FC236}">
                <a16:creationId xmlns:a16="http://schemas.microsoft.com/office/drawing/2014/main" id="{7BFE1317-2BD7-CB4D-A047-982A4F3E3E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2509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4" name="Line 140">
            <a:extLst>
              <a:ext uri="{FF2B5EF4-FFF2-40B4-BE49-F238E27FC236}">
                <a16:creationId xmlns:a16="http://schemas.microsoft.com/office/drawing/2014/main" id="{4F6E32C6-C926-1945-A6DA-B99D5AAD30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42238" y="150604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141">
            <a:extLst>
              <a:ext uri="{FF2B5EF4-FFF2-40B4-BE49-F238E27FC236}">
                <a16:creationId xmlns:a16="http://schemas.microsoft.com/office/drawing/2014/main" id="{D4F0AA53-7445-6C4A-9F6B-A204064688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56663" y="1515570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6" name="Text Box 142">
            <a:extLst>
              <a:ext uri="{FF2B5EF4-FFF2-40B4-BE49-F238E27FC236}">
                <a16:creationId xmlns:a16="http://schemas.microsoft.com/office/drawing/2014/main" id="{837276E5-054D-2C49-A826-A2CD5E114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0038" y="1042495"/>
            <a:ext cx="24272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dirty="0">
                <a:solidFill>
                  <a:srgbClr val="000000"/>
                </a:solidFill>
                <a:latin typeface="Arial" charset="0"/>
                <a:cs typeface="Arial" charset="0"/>
              </a:rPr>
              <a:t>channel output Z</a:t>
            </a:r>
            <a:r>
              <a:rPr lang="en-US" sz="2000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</a:p>
        </p:txBody>
      </p:sp>
      <p:sp>
        <p:nvSpPr>
          <p:cNvPr id="567" name="Text Box 143">
            <a:extLst>
              <a:ext uri="{FF2B5EF4-FFF2-40B4-BE49-F238E27FC236}">
                <a16:creationId xmlns:a16="http://schemas.microsoft.com/office/drawing/2014/main" id="{5A44EFEA-F719-324C-AE3F-692B599FF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974358"/>
            <a:ext cx="118494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sender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568" name="Text Box 144">
            <a:extLst>
              <a:ext uri="{FF2B5EF4-FFF2-40B4-BE49-F238E27FC236}">
                <a16:creationId xmlns:a16="http://schemas.microsoft.com/office/drawing/2014/main" id="{13DFCCFC-1D9B-0A4A-8195-644659282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2312495"/>
            <a:ext cx="679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569" name="Text Box 145">
            <a:extLst>
              <a:ext uri="{FF2B5EF4-FFF2-40B4-BE49-F238E27FC236}">
                <a16:creationId xmlns:a16="http://schemas.microsoft.com/office/drawing/2014/main" id="{F9FF9202-6DE1-964F-BE49-3037B0F38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7488" y="1537795"/>
            <a:ext cx="628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data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bits</a:t>
            </a:r>
          </a:p>
        </p:txBody>
      </p:sp>
      <p:sp>
        <p:nvSpPr>
          <p:cNvPr id="570" name="Line 146">
            <a:extLst>
              <a:ext uri="{FF2B5EF4-FFF2-40B4-BE49-F238E27FC236}">
                <a16:creationId xmlns:a16="http://schemas.microsoft.com/office/drawing/2014/main" id="{65975003-E9B6-2A46-945F-95C925EED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4288" y="1912445"/>
            <a:ext cx="319087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1" name="Line 151">
            <a:extLst>
              <a:ext uri="{FF2B5EF4-FFF2-40B4-BE49-F238E27FC236}">
                <a16:creationId xmlns:a16="http://schemas.microsoft.com/office/drawing/2014/main" id="{687EB2E0-2878-A24E-B5B0-86765159D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5738" y="4025408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2" name="Line 152">
            <a:extLst>
              <a:ext uri="{FF2B5EF4-FFF2-40B4-BE49-F238E27FC236}">
                <a16:creationId xmlns:a16="http://schemas.microsoft.com/office/drawing/2014/main" id="{44F04041-41B0-9647-ABEA-B04273E4EC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2063" y="40015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3" name="Text Box 153">
            <a:extLst>
              <a:ext uri="{FF2B5EF4-FFF2-40B4-BE49-F238E27FC236}">
                <a16:creationId xmlns:a16="http://schemas.microsoft.com/office/drawing/2014/main" id="{D75AE5C7-832E-9043-BD35-9C3850168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543352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574" name="Text Box 154">
            <a:extLst>
              <a:ext uri="{FF2B5EF4-FFF2-40B4-BE49-F238E27FC236}">
                <a16:creationId xmlns:a16="http://schemas.microsoft.com/office/drawing/2014/main" id="{D101CD69-4F7D-6742-9A3D-D5CBA7A49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5438283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sp>
        <p:nvSpPr>
          <p:cNvPr id="575" name="Line 156">
            <a:extLst>
              <a:ext uri="{FF2B5EF4-FFF2-40B4-BE49-F238E27FC236}">
                <a16:creationId xmlns:a16="http://schemas.microsoft.com/office/drawing/2014/main" id="{860E044A-6790-6249-A416-96D891D32D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3" y="40650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76" name="Group 298">
            <a:extLst>
              <a:ext uri="{FF2B5EF4-FFF2-40B4-BE49-F238E27FC236}">
                <a16:creationId xmlns:a16="http://schemas.microsoft.com/office/drawing/2014/main" id="{F1124BEE-BEF8-3443-910A-CCF6CFA87EA3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4496895"/>
            <a:ext cx="1076325" cy="274638"/>
            <a:chOff x="3962" y="2922"/>
            <a:chExt cx="678" cy="173"/>
          </a:xfrm>
        </p:grpSpPr>
        <p:sp>
          <p:nvSpPr>
            <p:cNvPr id="577" name="Rectangle 157">
              <a:extLst>
                <a:ext uri="{FF2B5EF4-FFF2-40B4-BE49-F238E27FC236}">
                  <a16:creationId xmlns:a16="http://schemas.microsoft.com/office/drawing/2014/main" id="{16F78BE2-C4BE-7340-BA32-B6A9B6CD9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946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Text Box 158">
              <a:extLst>
                <a:ext uri="{FF2B5EF4-FFF2-40B4-BE49-F238E27FC236}">
                  <a16:creationId xmlns:a16="http://schemas.microsoft.com/office/drawing/2014/main" id="{B4871B2C-9B75-7441-AD74-FE96225BF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8" y="2922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</p:grpSp>
      <p:sp>
        <p:nvSpPr>
          <p:cNvPr id="579" name="Oval 186">
            <a:extLst>
              <a:ext uri="{FF2B5EF4-FFF2-40B4-BE49-F238E27FC236}">
                <a16:creationId xmlns:a16="http://schemas.microsoft.com/office/drawing/2014/main" id="{1EF01FB0-9BDB-194E-B1AF-18DBF6318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328620"/>
            <a:ext cx="419100" cy="423863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0" name="Line 188">
            <a:extLst>
              <a:ext uri="{FF2B5EF4-FFF2-40B4-BE49-F238E27FC236}">
                <a16:creationId xmlns:a16="http://schemas.microsoft.com/office/drawing/2014/main" id="{803358E4-2F31-8344-AE8E-60FD9B786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4458795"/>
            <a:ext cx="319088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1" name="Line 189">
            <a:extLst>
              <a:ext uri="{FF2B5EF4-FFF2-40B4-BE49-F238E27FC236}">
                <a16:creationId xmlns:a16="http://schemas.microsoft.com/office/drawing/2014/main" id="{752E133E-CDD7-6841-99EB-4FB0162E1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99213" y="4723908"/>
            <a:ext cx="403225" cy="4302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82" name="Group 296">
            <a:extLst>
              <a:ext uri="{FF2B5EF4-FFF2-40B4-BE49-F238E27FC236}">
                <a16:creationId xmlns:a16="http://schemas.microsoft.com/office/drawing/2014/main" id="{D5764CEA-4B45-654B-9F73-3689C10D2D7D}"/>
              </a:ext>
            </a:extLst>
          </p:cNvPr>
          <p:cNvGrpSpPr>
            <a:grpSpLocks/>
          </p:cNvGrpSpPr>
          <p:nvPr/>
        </p:nvGrpSpPr>
        <p:grpSpPr bwMode="auto">
          <a:xfrm>
            <a:off x="8597900" y="4296870"/>
            <a:ext cx="1062038" cy="274638"/>
            <a:chOff x="4640" y="2796"/>
            <a:chExt cx="669" cy="173"/>
          </a:xfrm>
        </p:grpSpPr>
        <p:sp>
          <p:nvSpPr>
            <p:cNvPr id="583" name="Rectangle 191">
              <a:extLst>
                <a:ext uri="{FF2B5EF4-FFF2-40B4-BE49-F238E27FC236}">
                  <a16:creationId xmlns:a16="http://schemas.microsoft.com/office/drawing/2014/main" id="{07FF64CB-B8E0-5943-B080-70CC695B8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820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4" name="Text Box 192">
              <a:extLst>
                <a:ext uri="{FF2B5EF4-FFF2-40B4-BE49-F238E27FC236}">
                  <a16:creationId xmlns:a16="http://schemas.microsoft.com/office/drawing/2014/main" id="{D203F2F6-2B48-784A-97D8-4D8635AAD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8" y="2796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</p:grpSp>
      <p:grpSp>
        <p:nvGrpSpPr>
          <p:cNvPr id="585" name="Group 295">
            <a:extLst>
              <a:ext uri="{FF2B5EF4-FFF2-40B4-BE49-F238E27FC236}">
                <a16:creationId xmlns:a16="http://schemas.microsoft.com/office/drawing/2014/main" id="{96D0FB10-C5CF-4749-93DC-1D522CB7DFFD}"/>
              </a:ext>
            </a:extLst>
          </p:cNvPr>
          <p:cNvGrpSpPr>
            <a:grpSpLocks/>
          </p:cNvGrpSpPr>
          <p:nvPr/>
        </p:nvGrpSpPr>
        <p:grpSpPr bwMode="auto">
          <a:xfrm>
            <a:off x="5197475" y="4220670"/>
            <a:ext cx="1263650" cy="1184275"/>
            <a:chOff x="2498" y="2748"/>
            <a:chExt cx="796" cy="746"/>
          </a:xfrm>
        </p:grpSpPr>
        <p:grpSp>
          <p:nvGrpSpPr>
            <p:cNvPr id="586" name="Group 193">
              <a:extLst>
                <a:ext uri="{FF2B5EF4-FFF2-40B4-BE49-F238E27FC236}">
                  <a16:creationId xmlns:a16="http://schemas.microsoft.com/office/drawing/2014/main" id="{97D62F56-6D20-0F47-8EDF-DD272D179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4" y="3187"/>
              <a:ext cx="790" cy="307"/>
              <a:chOff x="1313" y="1534"/>
              <a:chExt cx="790" cy="307"/>
            </a:xfrm>
          </p:grpSpPr>
          <p:sp>
            <p:nvSpPr>
              <p:cNvPr id="614" name="Text Box 194">
                <a:extLst>
                  <a:ext uri="{FF2B5EF4-FFF2-40B4-BE49-F238E27FC236}">
                    <a16:creationId xmlns:a16="http://schemas.microsoft.com/office/drawing/2014/main" id="{7B04BAB2-D5CA-3C47-A23B-1681A4FB72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15" name="Group 195">
                <a:extLst>
                  <a:ext uri="{FF2B5EF4-FFF2-40B4-BE49-F238E27FC236}">
                    <a16:creationId xmlns:a16="http://schemas.microsoft.com/office/drawing/2014/main" id="{8ED7550A-0557-CF43-9C1C-7D3004A22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37" name="Rectangle 196">
                  <a:extLst>
                    <a:ext uri="{FF2B5EF4-FFF2-40B4-BE49-F238E27FC236}">
                      <a16:creationId xmlns:a16="http://schemas.microsoft.com/office/drawing/2014/main" id="{02C2AE0A-AE20-7642-AA73-E04CA5A75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8" name="Line 197">
                  <a:extLst>
                    <a:ext uri="{FF2B5EF4-FFF2-40B4-BE49-F238E27FC236}">
                      <a16:creationId xmlns:a16="http://schemas.microsoft.com/office/drawing/2014/main" id="{4F004783-A8C6-CC45-8B2B-0D951AB32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9" name="Line 198">
                  <a:extLst>
                    <a:ext uri="{FF2B5EF4-FFF2-40B4-BE49-F238E27FC236}">
                      <a16:creationId xmlns:a16="http://schemas.microsoft.com/office/drawing/2014/main" id="{20BA7722-B3E2-6B42-8DE6-D5DBC8D8A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16" name="Group 199">
                <a:extLst>
                  <a:ext uri="{FF2B5EF4-FFF2-40B4-BE49-F238E27FC236}">
                    <a16:creationId xmlns:a16="http://schemas.microsoft.com/office/drawing/2014/main" id="{C569B790-8EE2-4743-9C4E-AFC3A45176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34" name="Rectangle 200">
                  <a:extLst>
                    <a:ext uri="{FF2B5EF4-FFF2-40B4-BE49-F238E27FC236}">
                      <a16:creationId xmlns:a16="http://schemas.microsoft.com/office/drawing/2014/main" id="{C451C7E7-C9EE-A841-BA99-A6207ED30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5" name="Line 201">
                  <a:extLst>
                    <a:ext uri="{FF2B5EF4-FFF2-40B4-BE49-F238E27FC236}">
                      <a16:creationId xmlns:a16="http://schemas.microsoft.com/office/drawing/2014/main" id="{413C740C-F832-0843-AD6A-172F1B242E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6" name="Line 202">
                  <a:extLst>
                    <a:ext uri="{FF2B5EF4-FFF2-40B4-BE49-F238E27FC236}">
                      <a16:creationId xmlns:a16="http://schemas.microsoft.com/office/drawing/2014/main" id="{BEB5B501-1C3E-D442-AA97-5DEFF6EE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17" name="Rectangle 203">
                <a:extLst>
                  <a:ext uri="{FF2B5EF4-FFF2-40B4-BE49-F238E27FC236}">
                    <a16:creationId xmlns:a16="http://schemas.microsoft.com/office/drawing/2014/main" id="{C48382EF-522B-5B45-BC8D-3A823417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8" name="Rectangle 204">
                <a:extLst>
                  <a:ext uri="{FF2B5EF4-FFF2-40B4-BE49-F238E27FC236}">
                    <a16:creationId xmlns:a16="http://schemas.microsoft.com/office/drawing/2014/main" id="{362C0A22-B587-2B4E-B070-3A316A95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Text Box 205">
                <a:extLst>
                  <a:ext uri="{FF2B5EF4-FFF2-40B4-BE49-F238E27FC236}">
                    <a16:creationId xmlns:a16="http://schemas.microsoft.com/office/drawing/2014/main" id="{B824BEFE-65AB-0144-A5F8-65972C2D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0" name="Text Box 206">
                <a:extLst>
                  <a:ext uri="{FF2B5EF4-FFF2-40B4-BE49-F238E27FC236}">
                    <a16:creationId xmlns:a16="http://schemas.microsoft.com/office/drawing/2014/main" id="{3A8873CC-1701-7348-900A-41553E898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1" name="Text Box 207">
                <a:extLst>
                  <a:ext uri="{FF2B5EF4-FFF2-40B4-BE49-F238E27FC236}">
                    <a16:creationId xmlns:a16="http://schemas.microsoft.com/office/drawing/2014/main" id="{652F9E8B-7806-004B-A4C2-35DA996AEB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22" name="Group 208">
                <a:extLst>
                  <a:ext uri="{FF2B5EF4-FFF2-40B4-BE49-F238E27FC236}">
                    <a16:creationId xmlns:a16="http://schemas.microsoft.com/office/drawing/2014/main" id="{B9E723E2-808F-904C-AA22-8BC245F17D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32" name="Text Box 209">
                  <a:extLst>
                    <a:ext uri="{FF2B5EF4-FFF2-40B4-BE49-F238E27FC236}">
                      <a16:creationId xmlns:a16="http://schemas.microsoft.com/office/drawing/2014/main" id="{A4E63E50-D6D5-A544-AB9D-0D1BFD00FE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3" name="Text Box 210">
                  <a:extLst>
                    <a:ext uri="{FF2B5EF4-FFF2-40B4-BE49-F238E27FC236}">
                      <a16:creationId xmlns:a16="http://schemas.microsoft.com/office/drawing/2014/main" id="{542EF4AD-C6C3-9C4C-92FB-3D5D00CB79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3" name="Group 211">
                <a:extLst>
                  <a:ext uri="{FF2B5EF4-FFF2-40B4-BE49-F238E27FC236}">
                    <a16:creationId xmlns:a16="http://schemas.microsoft.com/office/drawing/2014/main" id="{11542ED5-26A6-8C49-B296-BD3AB1ED6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30" name="Text Box 212">
                  <a:extLst>
                    <a:ext uri="{FF2B5EF4-FFF2-40B4-BE49-F238E27FC236}">
                      <a16:creationId xmlns:a16="http://schemas.microsoft.com/office/drawing/2014/main" id="{E57DC8C6-3C72-CC44-A603-ECD9003496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1" name="Text Box 213">
                  <a:extLst>
                    <a:ext uri="{FF2B5EF4-FFF2-40B4-BE49-F238E27FC236}">
                      <a16:creationId xmlns:a16="http://schemas.microsoft.com/office/drawing/2014/main" id="{B3808FCF-A274-FE42-A498-DA95D7B44F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4" name="Group 214">
                <a:extLst>
                  <a:ext uri="{FF2B5EF4-FFF2-40B4-BE49-F238E27FC236}">
                    <a16:creationId xmlns:a16="http://schemas.microsoft.com/office/drawing/2014/main" id="{128465C0-E95E-A343-8DCF-2AC643340F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28" name="Text Box 215">
                  <a:extLst>
                    <a:ext uri="{FF2B5EF4-FFF2-40B4-BE49-F238E27FC236}">
                      <a16:creationId xmlns:a16="http://schemas.microsoft.com/office/drawing/2014/main" id="{75EA62B0-C320-B94D-B0FF-8D4FF2F0D5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9" name="Text Box 216">
                  <a:extLst>
                    <a:ext uri="{FF2B5EF4-FFF2-40B4-BE49-F238E27FC236}">
                      <a16:creationId xmlns:a16="http://schemas.microsoft.com/office/drawing/2014/main" id="{367AE304-4E74-034E-A58F-BD99CC97D7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5" name="Group 217">
                <a:extLst>
                  <a:ext uri="{FF2B5EF4-FFF2-40B4-BE49-F238E27FC236}">
                    <a16:creationId xmlns:a16="http://schemas.microsoft.com/office/drawing/2014/main" id="{E43C5D79-33F2-944F-A5A8-AEA20F377E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26" name="Text Box 218">
                  <a:extLst>
                    <a:ext uri="{FF2B5EF4-FFF2-40B4-BE49-F238E27FC236}">
                      <a16:creationId xmlns:a16="http://schemas.microsoft.com/office/drawing/2014/main" id="{14E538A8-CB0E-DA4F-B83F-1131EC9DE5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7" name="Text Box 219">
                  <a:extLst>
                    <a:ext uri="{FF2B5EF4-FFF2-40B4-BE49-F238E27FC236}">
                      <a16:creationId xmlns:a16="http://schemas.microsoft.com/office/drawing/2014/main" id="{DB235DBF-1502-9846-8971-5017A8AC10B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587" name="Group 220">
              <a:extLst>
                <a:ext uri="{FF2B5EF4-FFF2-40B4-BE49-F238E27FC236}">
                  <a16:creationId xmlns:a16="http://schemas.microsoft.com/office/drawing/2014/main" id="{1D3EFF94-D1D7-DB4B-B1BA-54BDE4E51E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2748"/>
              <a:ext cx="790" cy="307"/>
              <a:chOff x="1313" y="1534"/>
              <a:chExt cx="790" cy="307"/>
            </a:xfrm>
          </p:grpSpPr>
          <p:sp>
            <p:nvSpPr>
              <p:cNvPr id="588" name="Text Box 221">
                <a:extLst>
                  <a:ext uri="{FF2B5EF4-FFF2-40B4-BE49-F238E27FC236}">
                    <a16:creationId xmlns:a16="http://schemas.microsoft.com/office/drawing/2014/main" id="{418DA683-0DDF-0D40-9EC9-E34F3F02B2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89" name="Group 222">
                <a:extLst>
                  <a:ext uri="{FF2B5EF4-FFF2-40B4-BE49-F238E27FC236}">
                    <a16:creationId xmlns:a16="http://schemas.microsoft.com/office/drawing/2014/main" id="{756C056E-2AB5-9A43-8637-821F75478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11" name="Rectangle 223">
                  <a:extLst>
                    <a:ext uri="{FF2B5EF4-FFF2-40B4-BE49-F238E27FC236}">
                      <a16:creationId xmlns:a16="http://schemas.microsoft.com/office/drawing/2014/main" id="{4239B053-7CD5-1A4D-9C88-8079446DF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2" name="Line 224">
                  <a:extLst>
                    <a:ext uri="{FF2B5EF4-FFF2-40B4-BE49-F238E27FC236}">
                      <a16:creationId xmlns:a16="http://schemas.microsoft.com/office/drawing/2014/main" id="{E600EE1E-0BD0-F549-9A91-145DC2EED3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3" name="Line 225">
                  <a:extLst>
                    <a:ext uri="{FF2B5EF4-FFF2-40B4-BE49-F238E27FC236}">
                      <a16:creationId xmlns:a16="http://schemas.microsoft.com/office/drawing/2014/main" id="{767368C3-FAA7-E843-8DD6-A1140202E7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0" name="Group 226">
                <a:extLst>
                  <a:ext uri="{FF2B5EF4-FFF2-40B4-BE49-F238E27FC236}">
                    <a16:creationId xmlns:a16="http://schemas.microsoft.com/office/drawing/2014/main" id="{ECC39DED-E285-E54E-BD2B-6E82ABEA3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08" name="Rectangle 227">
                  <a:extLst>
                    <a:ext uri="{FF2B5EF4-FFF2-40B4-BE49-F238E27FC236}">
                      <a16:creationId xmlns:a16="http://schemas.microsoft.com/office/drawing/2014/main" id="{F5146973-9FBA-7342-87D8-11522ACDC0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09" name="Line 228">
                  <a:extLst>
                    <a:ext uri="{FF2B5EF4-FFF2-40B4-BE49-F238E27FC236}">
                      <a16:creationId xmlns:a16="http://schemas.microsoft.com/office/drawing/2014/main" id="{A9C0710A-E39A-8F45-A77E-CD458CF17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0" name="Line 229">
                  <a:extLst>
                    <a:ext uri="{FF2B5EF4-FFF2-40B4-BE49-F238E27FC236}">
                      <a16:creationId xmlns:a16="http://schemas.microsoft.com/office/drawing/2014/main" id="{05AB44F9-6DBC-F548-99E1-9F43C8F703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91" name="Rectangle 230">
                <a:extLst>
                  <a:ext uri="{FF2B5EF4-FFF2-40B4-BE49-F238E27FC236}">
                    <a16:creationId xmlns:a16="http://schemas.microsoft.com/office/drawing/2014/main" id="{DCDBD701-60FD-5647-9CAB-CA664E96E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2" name="Rectangle 231">
                <a:extLst>
                  <a:ext uri="{FF2B5EF4-FFF2-40B4-BE49-F238E27FC236}">
                    <a16:creationId xmlns:a16="http://schemas.microsoft.com/office/drawing/2014/main" id="{6FBE7D8F-D770-CF42-8926-B3290EEDA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3" name="Text Box 232">
                <a:extLst>
                  <a:ext uri="{FF2B5EF4-FFF2-40B4-BE49-F238E27FC236}">
                    <a16:creationId xmlns:a16="http://schemas.microsoft.com/office/drawing/2014/main" id="{0BE4D880-E5FF-194F-96F6-31D8F0E85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4" name="Text Box 233">
                <a:extLst>
                  <a:ext uri="{FF2B5EF4-FFF2-40B4-BE49-F238E27FC236}">
                    <a16:creationId xmlns:a16="http://schemas.microsoft.com/office/drawing/2014/main" id="{E1249C8F-8FED-F24A-BC2E-9169132D65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5" name="Text Box 234">
                <a:extLst>
                  <a:ext uri="{FF2B5EF4-FFF2-40B4-BE49-F238E27FC236}">
                    <a16:creationId xmlns:a16="http://schemas.microsoft.com/office/drawing/2014/main" id="{E350C3A1-45EC-1A45-831A-8FDA6191A2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96" name="Group 235">
                <a:extLst>
                  <a:ext uri="{FF2B5EF4-FFF2-40B4-BE49-F238E27FC236}">
                    <a16:creationId xmlns:a16="http://schemas.microsoft.com/office/drawing/2014/main" id="{166632CA-781C-464F-975C-887578DFEE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06" name="Text Box 236">
                  <a:extLst>
                    <a:ext uri="{FF2B5EF4-FFF2-40B4-BE49-F238E27FC236}">
                      <a16:creationId xmlns:a16="http://schemas.microsoft.com/office/drawing/2014/main" id="{290DD47F-DE0B-4143-8642-8E484381B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7" name="Text Box 237">
                  <a:extLst>
                    <a:ext uri="{FF2B5EF4-FFF2-40B4-BE49-F238E27FC236}">
                      <a16:creationId xmlns:a16="http://schemas.microsoft.com/office/drawing/2014/main" id="{2C01662B-9FBB-A645-B9A7-4D936FF507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7" name="Group 238">
                <a:extLst>
                  <a:ext uri="{FF2B5EF4-FFF2-40B4-BE49-F238E27FC236}">
                    <a16:creationId xmlns:a16="http://schemas.microsoft.com/office/drawing/2014/main" id="{FB4DBB46-904E-2048-952E-05148A7CE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04" name="Text Box 239">
                  <a:extLst>
                    <a:ext uri="{FF2B5EF4-FFF2-40B4-BE49-F238E27FC236}">
                      <a16:creationId xmlns:a16="http://schemas.microsoft.com/office/drawing/2014/main" id="{73D40A2E-1395-6C48-A539-9B2FF25E0F2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5" name="Text Box 240">
                  <a:extLst>
                    <a:ext uri="{FF2B5EF4-FFF2-40B4-BE49-F238E27FC236}">
                      <a16:creationId xmlns:a16="http://schemas.microsoft.com/office/drawing/2014/main" id="{89AA3C0B-2C37-1E47-ACD7-7D90CADECB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8" name="Group 241">
                <a:extLst>
                  <a:ext uri="{FF2B5EF4-FFF2-40B4-BE49-F238E27FC236}">
                    <a16:creationId xmlns:a16="http://schemas.microsoft.com/office/drawing/2014/main" id="{C0684616-543C-AF4D-8E90-A5245FCA3A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02" name="Text Box 242">
                  <a:extLst>
                    <a:ext uri="{FF2B5EF4-FFF2-40B4-BE49-F238E27FC236}">
                      <a16:creationId xmlns:a16="http://schemas.microsoft.com/office/drawing/2014/main" id="{827BFF19-1594-2B40-BF8C-7ECD58E04C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3" name="Text Box 243">
                  <a:extLst>
                    <a:ext uri="{FF2B5EF4-FFF2-40B4-BE49-F238E27FC236}">
                      <a16:creationId xmlns:a16="http://schemas.microsoft.com/office/drawing/2014/main" id="{A2499FEC-1527-C542-91E0-02A8B03B4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9" name="Group 244">
                <a:extLst>
                  <a:ext uri="{FF2B5EF4-FFF2-40B4-BE49-F238E27FC236}">
                    <a16:creationId xmlns:a16="http://schemas.microsoft.com/office/drawing/2014/main" id="{79B4FD38-A220-CF4B-B6B4-40FB1E45D9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00" name="Text Box 245">
                  <a:extLst>
                    <a:ext uri="{FF2B5EF4-FFF2-40B4-BE49-F238E27FC236}">
                      <a16:creationId xmlns:a16="http://schemas.microsoft.com/office/drawing/2014/main" id="{5F7BF1B8-B80A-4149-BC9C-9A4B7E5158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1" name="Text Box 246">
                  <a:extLst>
                    <a:ext uri="{FF2B5EF4-FFF2-40B4-BE49-F238E27FC236}">
                      <a16:creationId xmlns:a16="http://schemas.microsoft.com/office/drawing/2014/main" id="{A49C4C92-65A5-4C48-9B08-0461762BA6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640" name="Group 297">
            <a:extLst>
              <a:ext uri="{FF2B5EF4-FFF2-40B4-BE49-F238E27FC236}">
                <a16:creationId xmlns:a16="http://schemas.microsoft.com/office/drawing/2014/main" id="{82CBAF59-3619-4841-A21A-B1F20F9713F3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4220670"/>
            <a:ext cx="1277937" cy="1174750"/>
            <a:chOff x="1811" y="2748"/>
            <a:chExt cx="805" cy="740"/>
          </a:xfrm>
        </p:grpSpPr>
        <p:grpSp>
          <p:nvGrpSpPr>
            <p:cNvPr id="641" name="Group 159">
              <a:extLst>
                <a:ext uri="{FF2B5EF4-FFF2-40B4-BE49-F238E27FC236}">
                  <a16:creationId xmlns:a16="http://schemas.microsoft.com/office/drawing/2014/main" id="{8EF57733-5543-4E4B-8D62-E949AD5AA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6" y="3181"/>
              <a:ext cx="790" cy="307"/>
              <a:chOff x="1313" y="1534"/>
              <a:chExt cx="790" cy="307"/>
            </a:xfrm>
          </p:grpSpPr>
          <p:sp>
            <p:nvSpPr>
              <p:cNvPr id="674" name="Text Box 160">
                <a:extLst>
                  <a:ext uri="{FF2B5EF4-FFF2-40B4-BE49-F238E27FC236}">
                    <a16:creationId xmlns:a16="http://schemas.microsoft.com/office/drawing/2014/main" id="{320DF8EC-2C1D-1447-8093-705AA7757D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75" name="Group 161">
                <a:extLst>
                  <a:ext uri="{FF2B5EF4-FFF2-40B4-BE49-F238E27FC236}">
                    <a16:creationId xmlns:a16="http://schemas.microsoft.com/office/drawing/2014/main" id="{88562839-6C05-0344-A288-7F9A715E1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97" name="Rectangle 162">
                  <a:extLst>
                    <a:ext uri="{FF2B5EF4-FFF2-40B4-BE49-F238E27FC236}">
                      <a16:creationId xmlns:a16="http://schemas.microsoft.com/office/drawing/2014/main" id="{9F5F7DD1-4A84-CF45-9C2A-53D9BF3427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Line 163">
                  <a:extLst>
                    <a:ext uri="{FF2B5EF4-FFF2-40B4-BE49-F238E27FC236}">
                      <a16:creationId xmlns:a16="http://schemas.microsoft.com/office/drawing/2014/main" id="{17A98152-A6A3-474D-AB48-44B96AC713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Line 164">
                  <a:extLst>
                    <a:ext uri="{FF2B5EF4-FFF2-40B4-BE49-F238E27FC236}">
                      <a16:creationId xmlns:a16="http://schemas.microsoft.com/office/drawing/2014/main" id="{244D72D8-03A9-4B4E-8E85-71AAEC03E3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6" name="Group 165">
                <a:extLst>
                  <a:ext uri="{FF2B5EF4-FFF2-40B4-BE49-F238E27FC236}">
                    <a16:creationId xmlns:a16="http://schemas.microsoft.com/office/drawing/2014/main" id="{DF6E29B7-CE53-1948-9208-5B3F88E716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94" name="Rectangle 166">
                  <a:extLst>
                    <a:ext uri="{FF2B5EF4-FFF2-40B4-BE49-F238E27FC236}">
                      <a16:creationId xmlns:a16="http://schemas.microsoft.com/office/drawing/2014/main" id="{8A7849D1-C351-FD40-98B3-BD87B1740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Line 167">
                  <a:extLst>
                    <a:ext uri="{FF2B5EF4-FFF2-40B4-BE49-F238E27FC236}">
                      <a16:creationId xmlns:a16="http://schemas.microsoft.com/office/drawing/2014/main" id="{2285CD7F-F48B-B74A-8966-EF3AF6087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Line 168">
                  <a:extLst>
                    <a:ext uri="{FF2B5EF4-FFF2-40B4-BE49-F238E27FC236}">
                      <a16:creationId xmlns:a16="http://schemas.microsoft.com/office/drawing/2014/main" id="{36D187F7-01BC-EE4B-831D-E4FF789433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77" name="Rectangle 169">
                <a:extLst>
                  <a:ext uri="{FF2B5EF4-FFF2-40B4-BE49-F238E27FC236}">
                    <a16:creationId xmlns:a16="http://schemas.microsoft.com/office/drawing/2014/main" id="{0A53DD91-B0D1-344A-B372-B0C0B50C5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Rectangle 170">
                <a:extLst>
                  <a:ext uri="{FF2B5EF4-FFF2-40B4-BE49-F238E27FC236}">
                    <a16:creationId xmlns:a16="http://schemas.microsoft.com/office/drawing/2014/main" id="{64AF0494-B917-5340-B8DB-2EB7B56F1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Text Box 171">
                <a:extLst>
                  <a:ext uri="{FF2B5EF4-FFF2-40B4-BE49-F238E27FC236}">
                    <a16:creationId xmlns:a16="http://schemas.microsoft.com/office/drawing/2014/main" id="{F06B3BFB-C0EC-064D-93C6-CEAED040FB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0" name="Text Box 172">
                <a:extLst>
                  <a:ext uri="{FF2B5EF4-FFF2-40B4-BE49-F238E27FC236}">
                    <a16:creationId xmlns:a16="http://schemas.microsoft.com/office/drawing/2014/main" id="{D3600095-733C-B044-AADC-832710831F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1" name="Text Box 173">
                <a:extLst>
                  <a:ext uri="{FF2B5EF4-FFF2-40B4-BE49-F238E27FC236}">
                    <a16:creationId xmlns:a16="http://schemas.microsoft.com/office/drawing/2014/main" id="{F4D3DA9E-B028-DF43-B15F-EBC718654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82" name="Group 174">
                <a:extLst>
                  <a:ext uri="{FF2B5EF4-FFF2-40B4-BE49-F238E27FC236}">
                    <a16:creationId xmlns:a16="http://schemas.microsoft.com/office/drawing/2014/main" id="{3BA6346A-C37A-1145-93C1-459F9F5B03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92" name="Text Box 175">
                  <a:extLst>
                    <a:ext uri="{FF2B5EF4-FFF2-40B4-BE49-F238E27FC236}">
                      <a16:creationId xmlns:a16="http://schemas.microsoft.com/office/drawing/2014/main" id="{842D5DED-2CC1-4A4E-A49E-22200EF814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3" name="Text Box 176">
                  <a:extLst>
                    <a:ext uri="{FF2B5EF4-FFF2-40B4-BE49-F238E27FC236}">
                      <a16:creationId xmlns:a16="http://schemas.microsoft.com/office/drawing/2014/main" id="{AD8159EE-6AED-B145-9555-43984B0B32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3" name="Group 177">
                <a:extLst>
                  <a:ext uri="{FF2B5EF4-FFF2-40B4-BE49-F238E27FC236}">
                    <a16:creationId xmlns:a16="http://schemas.microsoft.com/office/drawing/2014/main" id="{97FF6188-4890-0C49-8BD8-4AD0896FEB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90" name="Text Box 178">
                  <a:extLst>
                    <a:ext uri="{FF2B5EF4-FFF2-40B4-BE49-F238E27FC236}">
                      <a16:creationId xmlns:a16="http://schemas.microsoft.com/office/drawing/2014/main" id="{27BEBFD9-031E-9841-B5F7-7D386A4A63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1" name="Text Box 179">
                  <a:extLst>
                    <a:ext uri="{FF2B5EF4-FFF2-40B4-BE49-F238E27FC236}">
                      <a16:creationId xmlns:a16="http://schemas.microsoft.com/office/drawing/2014/main" id="{E2807452-4E45-A343-A9DB-BCE3AD6EFC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4" name="Group 180">
                <a:extLst>
                  <a:ext uri="{FF2B5EF4-FFF2-40B4-BE49-F238E27FC236}">
                    <a16:creationId xmlns:a16="http://schemas.microsoft.com/office/drawing/2014/main" id="{E2862A55-1193-6B42-A461-5A80B3181D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88" name="Text Box 181">
                  <a:extLst>
                    <a:ext uri="{FF2B5EF4-FFF2-40B4-BE49-F238E27FC236}">
                      <a16:creationId xmlns:a16="http://schemas.microsoft.com/office/drawing/2014/main" id="{01435FAB-F15B-0E45-861B-8EBA32BBBC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9" name="Text Box 182">
                  <a:extLst>
                    <a:ext uri="{FF2B5EF4-FFF2-40B4-BE49-F238E27FC236}">
                      <a16:creationId xmlns:a16="http://schemas.microsoft.com/office/drawing/2014/main" id="{2906B13A-27B9-0148-93DD-FE778E65A7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5" name="Group 183">
                <a:extLst>
                  <a:ext uri="{FF2B5EF4-FFF2-40B4-BE49-F238E27FC236}">
                    <a16:creationId xmlns:a16="http://schemas.microsoft.com/office/drawing/2014/main" id="{282D1DA6-C84E-1449-A073-296D39FDF4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86" name="Text Box 184">
                  <a:extLst>
                    <a:ext uri="{FF2B5EF4-FFF2-40B4-BE49-F238E27FC236}">
                      <a16:creationId xmlns:a16="http://schemas.microsoft.com/office/drawing/2014/main" id="{73D24F3E-547E-3C40-BF10-82D6BD1ACA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7" name="Text Box 185">
                  <a:extLst>
                    <a:ext uri="{FF2B5EF4-FFF2-40B4-BE49-F238E27FC236}">
                      <a16:creationId xmlns:a16="http://schemas.microsoft.com/office/drawing/2014/main" id="{F52A5A57-AC26-F149-A7A1-421A88E60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642" name="Group 247">
              <a:extLst>
                <a:ext uri="{FF2B5EF4-FFF2-40B4-BE49-F238E27FC236}">
                  <a16:creationId xmlns:a16="http://schemas.microsoft.com/office/drawing/2014/main" id="{35F0A701-410D-2F49-B340-79615F469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1" y="2748"/>
              <a:ext cx="787" cy="307"/>
              <a:chOff x="4928" y="1534"/>
              <a:chExt cx="787" cy="307"/>
            </a:xfrm>
          </p:grpSpPr>
          <p:grpSp>
            <p:nvGrpSpPr>
              <p:cNvPr id="643" name="Group 248">
                <a:extLst>
                  <a:ext uri="{FF2B5EF4-FFF2-40B4-BE49-F238E27FC236}">
                    <a16:creationId xmlns:a16="http://schemas.microsoft.com/office/drawing/2014/main" id="{1DF40E68-42FF-A94A-9BAA-73BCDDCAE5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54" y="1534"/>
                <a:ext cx="361" cy="154"/>
                <a:chOff x="5009" y="1132"/>
                <a:chExt cx="361" cy="154"/>
              </a:xfrm>
            </p:grpSpPr>
            <p:sp>
              <p:nvSpPr>
                <p:cNvPr id="667" name="Text Box 249">
                  <a:extLst>
                    <a:ext uri="{FF2B5EF4-FFF2-40B4-BE49-F238E27FC236}">
                      <a16:creationId xmlns:a16="http://schemas.microsoft.com/office/drawing/2014/main" id="{50315623-CCC4-D04E-94B4-E09CCFE65E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09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grpSp>
              <p:nvGrpSpPr>
                <p:cNvPr id="668" name="Group 250">
                  <a:extLst>
                    <a:ext uri="{FF2B5EF4-FFF2-40B4-BE49-F238E27FC236}">
                      <a16:creationId xmlns:a16="http://schemas.microsoft.com/office/drawing/2014/main" id="{0423722D-EED6-2C40-96CF-D2B161E50D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" y="1137"/>
                  <a:ext cx="258" cy="147"/>
                  <a:chOff x="1353" y="1539"/>
                  <a:chExt cx="258" cy="144"/>
                </a:xfrm>
              </p:grpSpPr>
              <p:sp>
                <p:nvSpPr>
                  <p:cNvPr id="671" name="Rectangle 251">
                    <a:extLst>
                      <a:ext uri="{FF2B5EF4-FFF2-40B4-BE49-F238E27FC236}">
                        <a16:creationId xmlns:a16="http://schemas.microsoft.com/office/drawing/2014/main" id="{A86E3B01-C421-EE45-8D3F-1612B8DC3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2" name="Line 252">
                    <a:extLst>
                      <a:ext uri="{FF2B5EF4-FFF2-40B4-BE49-F238E27FC236}">
                        <a16:creationId xmlns:a16="http://schemas.microsoft.com/office/drawing/2014/main" id="{CEF79668-303A-2A42-A173-462E4CD7AE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Line 253">
                    <a:extLst>
                      <a:ext uri="{FF2B5EF4-FFF2-40B4-BE49-F238E27FC236}">
                        <a16:creationId xmlns:a16="http://schemas.microsoft.com/office/drawing/2014/main" id="{45F3942A-DF40-F34A-A548-41C0B8ED7B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69" name="Text Box 254">
                  <a:extLst>
                    <a:ext uri="{FF2B5EF4-FFF2-40B4-BE49-F238E27FC236}">
                      <a16:creationId xmlns:a16="http://schemas.microsoft.com/office/drawing/2014/main" id="{5325936F-8133-6E46-A67B-A6E04108BE4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87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70" name="Text Box 255">
                  <a:extLst>
                    <a:ext uri="{FF2B5EF4-FFF2-40B4-BE49-F238E27FC236}">
                      <a16:creationId xmlns:a16="http://schemas.microsoft.com/office/drawing/2014/main" id="{1D11D61F-0F30-674D-AF2C-E9B484BE88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74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644" name="Group 256">
                <a:extLst>
                  <a:ext uri="{FF2B5EF4-FFF2-40B4-BE49-F238E27FC236}">
                    <a16:creationId xmlns:a16="http://schemas.microsoft.com/office/drawing/2014/main" id="{49255246-CFE1-694B-A5FE-6873DD8506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28" y="1536"/>
                <a:ext cx="550" cy="305"/>
                <a:chOff x="5114" y="1518"/>
                <a:chExt cx="550" cy="305"/>
              </a:xfrm>
            </p:grpSpPr>
            <p:grpSp>
              <p:nvGrpSpPr>
                <p:cNvPr id="645" name="Group 257">
                  <a:extLst>
                    <a:ext uri="{FF2B5EF4-FFF2-40B4-BE49-F238E27FC236}">
                      <a16:creationId xmlns:a16="http://schemas.microsoft.com/office/drawing/2014/main" id="{725A4A1C-0CB7-FC49-85B4-2A8245B69D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375" y="1518"/>
                  <a:ext cx="196" cy="158"/>
                  <a:chOff x="5378" y="1518"/>
                  <a:chExt cx="196" cy="158"/>
                </a:xfrm>
              </p:grpSpPr>
              <p:sp>
                <p:nvSpPr>
                  <p:cNvPr id="665" name="Rectangle 258">
                    <a:extLst>
                      <a:ext uri="{FF2B5EF4-FFF2-40B4-BE49-F238E27FC236}">
                        <a16:creationId xmlns:a16="http://schemas.microsoft.com/office/drawing/2014/main" id="{33BF05F9-8282-9745-9268-4319E1CC13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418" y="1518"/>
                    <a:ext cx="81" cy="150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66" name="Text Box 259">
                    <a:extLst>
                      <a:ext uri="{FF2B5EF4-FFF2-40B4-BE49-F238E27FC236}">
                        <a16:creationId xmlns:a16="http://schemas.microsoft.com/office/drawing/2014/main" id="{0152F4B7-7302-7241-9F71-09CCA2E757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378" y="152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646" name="Group 260">
                  <a:extLst>
                    <a:ext uri="{FF2B5EF4-FFF2-40B4-BE49-F238E27FC236}">
                      <a16:creationId xmlns:a16="http://schemas.microsoft.com/office/drawing/2014/main" id="{3E16CEAF-B7C1-0344-A719-EBE25C77AD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53" y="1666"/>
                  <a:ext cx="211" cy="157"/>
                  <a:chOff x="5261" y="1282"/>
                  <a:chExt cx="211" cy="157"/>
                </a:xfrm>
              </p:grpSpPr>
              <p:sp>
                <p:nvSpPr>
                  <p:cNvPr id="661" name="Rectangle 261">
                    <a:extLst>
                      <a:ext uri="{FF2B5EF4-FFF2-40B4-BE49-F238E27FC236}">
                        <a16:creationId xmlns:a16="http://schemas.microsoft.com/office/drawing/2014/main" id="{347D633B-4770-0B48-91C3-3ED698A1D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07" y="1284"/>
                    <a:ext cx="81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662" name="Group 262">
                    <a:extLst>
                      <a:ext uri="{FF2B5EF4-FFF2-40B4-BE49-F238E27FC236}">
                        <a16:creationId xmlns:a16="http://schemas.microsoft.com/office/drawing/2014/main" id="{2679B830-A1BE-F34E-8C84-6BD6A5CE0A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61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63" name="Text Box 263">
                      <a:extLst>
                        <a:ext uri="{FF2B5EF4-FFF2-40B4-BE49-F238E27FC236}">
                          <a16:creationId xmlns:a16="http://schemas.microsoft.com/office/drawing/2014/main" id="{12D2E9D4-6DA4-1F40-8F99-834EF4E2719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64" name="Text Box 264">
                      <a:extLst>
                        <a:ext uri="{FF2B5EF4-FFF2-40B4-BE49-F238E27FC236}">
                          <a16:creationId xmlns:a16="http://schemas.microsoft.com/office/drawing/2014/main" id="{D2428074-93A6-7041-9E52-8F24F858003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  <p:grpSp>
              <p:nvGrpSpPr>
                <p:cNvPr id="647" name="Group 265">
                  <a:extLst>
                    <a:ext uri="{FF2B5EF4-FFF2-40B4-BE49-F238E27FC236}">
                      <a16:creationId xmlns:a16="http://schemas.microsoft.com/office/drawing/2014/main" id="{B2923C2C-B32D-B646-81F4-48743D59A8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114" y="1663"/>
                  <a:ext cx="373" cy="160"/>
                  <a:chOff x="5426" y="1279"/>
                  <a:chExt cx="373" cy="160"/>
                </a:xfrm>
              </p:grpSpPr>
              <p:grpSp>
                <p:nvGrpSpPr>
                  <p:cNvPr id="648" name="Group 266">
                    <a:extLst>
                      <a:ext uri="{FF2B5EF4-FFF2-40B4-BE49-F238E27FC236}">
                        <a16:creationId xmlns:a16="http://schemas.microsoft.com/office/drawing/2014/main" id="{24B1581D-DCB1-DE40-B918-122F06DEBA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69" y="1284"/>
                    <a:ext cx="258" cy="144"/>
                    <a:chOff x="1353" y="1539"/>
                    <a:chExt cx="258" cy="144"/>
                  </a:xfrm>
                </p:grpSpPr>
                <p:sp>
                  <p:nvSpPr>
                    <p:cNvPr id="658" name="Rectangle 267">
                      <a:extLst>
                        <a:ext uri="{FF2B5EF4-FFF2-40B4-BE49-F238E27FC236}">
                          <a16:creationId xmlns:a16="http://schemas.microsoft.com/office/drawing/2014/main" id="{DE9B340E-B072-9C48-A98E-4AD255214E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353" y="1539"/>
                      <a:ext cx="258" cy="14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59" name="Line 268">
                      <a:extLst>
                        <a:ext uri="{FF2B5EF4-FFF2-40B4-BE49-F238E27FC236}">
                          <a16:creationId xmlns:a16="http://schemas.microsoft.com/office/drawing/2014/main" id="{E6391330-F505-0B46-BBBF-D0DA3DF6FE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1" y="1542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60" name="Line 269">
                      <a:extLst>
                        <a:ext uri="{FF2B5EF4-FFF2-40B4-BE49-F238E27FC236}">
                          <a16:creationId xmlns:a16="http://schemas.microsoft.com/office/drawing/2014/main" id="{19776BDD-4693-7C41-A5E5-4DCC74C277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37" y="1545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grpSp>
                <p:nvGrpSpPr>
                  <p:cNvPr id="649" name="Group 270">
                    <a:extLst>
                      <a:ext uri="{FF2B5EF4-FFF2-40B4-BE49-F238E27FC236}">
                        <a16:creationId xmlns:a16="http://schemas.microsoft.com/office/drawing/2014/main" id="{28D03778-4B65-F44A-A385-77A9FBD674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26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6" name="Text Box 271">
                      <a:extLst>
                        <a:ext uri="{FF2B5EF4-FFF2-40B4-BE49-F238E27FC236}">
                          <a16:creationId xmlns:a16="http://schemas.microsoft.com/office/drawing/2014/main" id="{81D6076F-5BC3-A148-AB2C-C5D5C389F15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7" name="Text Box 272">
                      <a:extLst>
                        <a:ext uri="{FF2B5EF4-FFF2-40B4-BE49-F238E27FC236}">
                          <a16:creationId xmlns:a16="http://schemas.microsoft.com/office/drawing/2014/main" id="{6E686EE1-0336-C444-919F-155540BD222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0" name="Group 273">
                    <a:extLst>
                      <a:ext uri="{FF2B5EF4-FFF2-40B4-BE49-F238E27FC236}">
                        <a16:creationId xmlns:a16="http://schemas.microsoft.com/office/drawing/2014/main" id="{9AEE3B2A-A33A-FD48-AB98-1762623B3E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04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4" name="Text Box 274">
                      <a:extLst>
                        <a:ext uri="{FF2B5EF4-FFF2-40B4-BE49-F238E27FC236}">
                          <a16:creationId xmlns:a16="http://schemas.microsoft.com/office/drawing/2014/main" id="{FF78F8BB-1136-384B-87D0-0FABBA77608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5" name="Text Box 275">
                      <a:extLst>
                        <a:ext uri="{FF2B5EF4-FFF2-40B4-BE49-F238E27FC236}">
                          <a16:creationId xmlns:a16="http://schemas.microsoft.com/office/drawing/2014/main" id="{540F050E-7AB6-DE43-9FE2-A8CBB750DA2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1" name="Group 276">
                    <a:extLst>
                      <a:ext uri="{FF2B5EF4-FFF2-40B4-BE49-F238E27FC236}">
                        <a16:creationId xmlns:a16="http://schemas.microsoft.com/office/drawing/2014/main" id="{E953BF9D-1B49-F14E-8125-4E69DC22D47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88" y="1279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2" name="Text Box 277">
                      <a:extLst>
                        <a:ext uri="{FF2B5EF4-FFF2-40B4-BE49-F238E27FC236}">
                          <a16:creationId xmlns:a16="http://schemas.microsoft.com/office/drawing/2014/main" id="{03AC9888-B6B3-2347-BFC8-24FE2B69140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3" name="Text Box 278">
                      <a:extLst>
                        <a:ext uri="{FF2B5EF4-FFF2-40B4-BE49-F238E27FC236}">
                          <a16:creationId xmlns:a16="http://schemas.microsoft.com/office/drawing/2014/main" id="{7B5941A7-A095-C24C-ACAB-2611A8386CC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</p:grpSp>
        </p:grpSp>
      </p:grpSp>
      <p:sp>
        <p:nvSpPr>
          <p:cNvPr id="700" name="Text Box 279">
            <a:extLst>
              <a:ext uri="{FF2B5EF4-FFF2-40B4-BE49-F238E27FC236}">
                <a16:creationId xmlns:a16="http://schemas.microsoft.com/office/drawing/2014/main" id="{C3ADE7CF-6B1B-3A40-9C93-682DC2336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1713" y="4781058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1" name="Text Box 280">
            <a:extLst>
              <a:ext uri="{FF2B5EF4-FFF2-40B4-BE49-F238E27FC236}">
                <a16:creationId xmlns:a16="http://schemas.microsoft.com/office/drawing/2014/main" id="{2DB0E8B8-6D0F-1F45-B1C9-934903F41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8725" y="4800108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2" name="Line 281">
            <a:extLst>
              <a:ext uri="{FF2B5EF4-FFF2-40B4-BE49-F238E27FC236}">
                <a16:creationId xmlns:a16="http://schemas.microsoft.com/office/drawing/2014/main" id="{F43EEBF4-B5EC-504C-A57E-D613795D7A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04113" y="413970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3" name="Line 282">
            <a:extLst>
              <a:ext uri="{FF2B5EF4-FFF2-40B4-BE49-F238E27FC236}">
                <a16:creationId xmlns:a16="http://schemas.microsoft.com/office/drawing/2014/main" id="{FEAE5ECD-62F9-FA44-9B46-8A7D1041AB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75675" y="412065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4" name="Line 283">
            <a:extLst>
              <a:ext uri="{FF2B5EF4-FFF2-40B4-BE49-F238E27FC236}">
                <a16:creationId xmlns:a16="http://schemas.microsoft.com/office/drawing/2014/main" id="{7B384DE4-6DB7-454D-B810-D17D965BC0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90100" y="4130183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5" name="Text Box 285">
            <a:extLst>
              <a:ext uri="{FF2B5EF4-FFF2-40B4-BE49-F238E27FC236}">
                <a16:creationId xmlns:a16="http://schemas.microsoft.com/office/drawing/2014/main" id="{766AAAA2-BFCF-D943-8E92-00703B536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188" y="4130510"/>
            <a:ext cx="135620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receiver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706" name="Text Box 286">
            <a:extLst>
              <a:ext uri="{FF2B5EF4-FFF2-40B4-BE49-F238E27FC236}">
                <a16:creationId xmlns:a16="http://schemas.microsoft.com/office/drawing/2014/main" id="{4E201B4B-D1A3-B34B-853E-C805C3492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1238" y="4927108"/>
            <a:ext cx="67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707" name="Text Box 287">
            <a:extLst>
              <a:ext uri="{FF2B5EF4-FFF2-40B4-BE49-F238E27FC236}">
                <a16:creationId xmlns:a16="http://schemas.microsoft.com/office/drawing/2014/main" id="{5FF38D44-BF76-924E-BEA5-D88A3CF1BC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3338" y="4161933"/>
            <a:ext cx="1047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received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input</a:t>
            </a:r>
          </a:p>
        </p:txBody>
      </p:sp>
      <p:sp>
        <p:nvSpPr>
          <p:cNvPr id="708" name="Line 288">
            <a:extLst>
              <a:ext uri="{FF2B5EF4-FFF2-40B4-BE49-F238E27FC236}">
                <a16:creationId xmlns:a16="http://schemas.microsoft.com/office/drawing/2014/main" id="{C7275329-6E61-6E46-B56D-07D7F6CE187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725" y="4527058"/>
            <a:ext cx="319088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709" name="Group 294">
            <a:extLst>
              <a:ext uri="{FF2B5EF4-FFF2-40B4-BE49-F238E27FC236}">
                <a16:creationId xmlns:a16="http://schemas.microsoft.com/office/drawing/2014/main" id="{B1EAA023-990A-9240-9585-BB2098908379}"/>
              </a:ext>
            </a:extLst>
          </p:cNvPr>
          <p:cNvGrpSpPr>
            <a:grpSpLocks/>
          </p:cNvGrpSpPr>
          <p:nvPr/>
        </p:nvGrpSpPr>
        <p:grpSpPr bwMode="auto">
          <a:xfrm>
            <a:off x="6235700" y="3388820"/>
            <a:ext cx="1517650" cy="977900"/>
            <a:chOff x="4239" y="2007"/>
            <a:chExt cx="956" cy="616"/>
          </a:xfrm>
        </p:grpSpPr>
        <p:sp>
          <p:nvSpPr>
            <p:cNvPr id="710" name="Text Box 187">
              <a:extLst>
                <a:ext uri="{FF2B5EF4-FFF2-40B4-BE49-F238E27FC236}">
                  <a16:creationId xmlns:a16="http://schemas.microsoft.com/office/drawing/2014/main" id="{8AC104B8-3AFC-404A-8890-2A936D10C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9" y="2047"/>
              <a:ext cx="9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=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Z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i,m</a:t>
              </a:r>
              <a:r>
                <a:rPr kumimoji="0" lang="en-US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.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</a:t>
              </a:r>
            </a:p>
          </p:txBody>
        </p:sp>
        <p:sp>
          <p:nvSpPr>
            <p:cNvPr id="711" name="Text Box 289">
              <a:extLst>
                <a:ext uri="{FF2B5EF4-FFF2-40B4-BE49-F238E27FC236}">
                  <a16:creationId xmlns:a16="http://schemas.microsoft.com/office/drawing/2014/main" id="{FCB34A07-4861-174C-8358-8A395B515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" y="2258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m=1</a:t>
              </a:r>
            </a:p>
          </p:txBody>
        </p:sp>
        <p:sp>
          <p:nvSpPr>
            <p:cNvPr id="712" name="Text Box 290">
              <a:extLst>
                <a:ext uri="{FF2B5EF4-FFF2-40B4-BE49-F238E27FC236}">
                  <a16:creationId xmlns:a16="http://schemas.microsoft.com/office/drawing/2014/main" id="{BF575CBE-6E6F-6E48-BF85-CEA2918EC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1" y="2007"/>
              <a:ext cx="19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3" name="Text Box 291">
              <a:extLst>
                <a:ext uri="{FF2B5EF4-FFF2-40B4-BE49-F238E27FC236}">
                  <a16:creationId xmlns:a16="http://schemas.microsoft.com/office/drawing/2014/main" id="{14D8E7C4-D8A4-D045-B820-AC56F1EA7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8" y="2392"/>
              <a:ext cx="2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4" name="Line 293">
              <a:extLst>
                <a:ext uri="{FF2B5EF4-FFF2-40B4-BE49-F238E27FC236}">
                  <a16:creationId xmlns:a16="http://schemas.microsoft.com/office/drawing/2014/main" id="{566C617A-A3D7-A846-9070-9BD1F795D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1" y="2410"/>
              <a:ext cx="5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15" name="Freeform 300">
            <a:extLst>
              <a:ext uri="{FF2B5EF4-FFF2-40B4-BE49-F238E27FC236}">
                <a16:creationId xmlns:a16="http://schemas.microsoft.com/office/drawing/2014/main" id="{58127CAF-8C3E-7847-BB19-ADED23DCC983}"/>
              </a:ext>
            </a:extLst>
          </p:cNvPr>
          <p:cNvSpPr>
            <a:spLocks/>
          </p:cNvSpPr>
          <p:nvPr/>
        </p:nvSpPr>
        <p:spPr bwMode="auto">
          <a:xfrm>
            <a:off x="8977313" y="1918795"/>
            <a:ext cx="341312" cy="1376363"/>
          </a:xfrm>
          <a:custGeom>
            <a:avLst/>
            <a:gdLst>
              <a:gd name="T0" fmla="*/ 0 w 215"/>
              <a:gd name="T1" fmla="*/ 0 h 819"/>
              <a:gd name="T2" fmla="*/ 2147483647 w 215"/>
              <a:gd name="T3" fmla="*/ 0 h 819"/>
              <a:gd name="T4" fmla="*/ 2147483647 w 215"/>
              <a:gd name="T5" fmla="*/ 2147483647 h 8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5" h="819">
                <a:moveTo>
                  <a:pt x="0" y="0"/>
                </a:moveTo>
                <a:lnTo>
                  <a:pt x="215" y="0"/>
                </a:lnTo>
                <a:lnTo>
                  <a:pt x="215" y="81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6" name="Line 302">
            <a:extLst>
              <a:ext uri="{FF2B5EF4-FFF2-40B4-BE49-F238E27FC236}">
                <a16:creationId xmlns:a16="http://schemas.microsoft.com/office/drawing/2014/main" id="{719F039E-D32E-3D4D-85DB-096D3DA089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54438" y="3295158"/>
            <a:ext cx="5553075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7" name="Freeform 303">
            <a:extLst>
              <a:ext uri="{FF2B5EF4-FFF2-40B4-BE49-F238E27FC236}">
                <a16:creationId xmlns:a16="http://schemas.microsoft.com/office/drawing/2014/main" id="{2BEFB13F-083C-094A-802D-56E8B9394E6D}"/>
              </a:ext>
            </a:extLst>
          </p:cNvPr>
          <p:cNvSpPr>
            <a:spLocks/>
          </p:cNvSpPr>
          <p:nvPr/>
        </p:nvSpPr>
        <p:spPr bwMode="auto">
          <a:xfrm>
            <a:off x="3754438" y="3295158"/>
            <a:ext cx="396875" cy="1157287"/>
          </a:xfrm>
          <a:custGeom>
            <a:avLst/>
            <a:gdLst>
              <a:gd name="T0" fmla="*/ 0 w 250"/>
              <a:gd name="T1" fmla="*/ 0 h 729"/>
              <a:gd name="T2" fmla="*/ 0 w 250"/>
              <a:gd name="T3" fmla="*/ 2147483647 h 729"/>
              <a:gd name="T4" fmla="*/ 2147483647 w 250"/>
              <a:gd name="T5" fmla="*/ 2147483647 h 7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50" h="729">
                <a:moveTo>
                  <a:pt x="0" y="0"/>
                </a:moveTo>
                <a:lnTo>
                  <a:pt x="0" y="729"/>
                </a:lnTo>
                <a:lnTo>
                  <a:pt x="250" y="72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FE7C60-9BDB-934C-AED2-4DA7A761AFFC}"/>
              </a:ext>
            </a:extLst>
          </p:cNvPr>
          <p:cNvSpPr txBox="1"/>
          <p:nvPr/>
        </p:nvSpPr>
        <p:spPr>
          <a:xfrm>
            <a:off x="944381" y="5861155"/>
            <a:ext cx="48272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but this isn’t really useful yet!</a:t>
            </a:r>
          </a:p>
        </p:txBody>
      </p:sp>
    </p:spTree>
    <p:extLst>
      <p:ext uri="{BB962C8B-B14F-4D97-AF65-F5344CB8AC3E}">
        <p14:creationId xmlns:p14="http://schemas.microsoft.com/office/powerpoint/2010/main" val="2791428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20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0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20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20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20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5" grpId="0" animBg="1"/>
      <p:bldP spid="717" grpId="0" animBg="1"/>
      <p:bldP spid="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CDMA: two-sender interference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pic>
        <p:nvPicPr>
          <p:cNvPr id="295" name="Picture 3" descr="5">
            <a:extLst>
              <a:ext uri="{FF2B5EF4-FFF2-40B4-BE49-F238E27FC236}">
                <a16:creationId xmlns:a16="http://schemas.microsoft.com/office/drawing/2014/main" id="{36C38E2C-4E51-7349-B2FC-F7572D473A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0" y="1219200"/>
            <a:ext cx="5026025" cy="532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TextBox 1">
            <a:extLst>
              <a:ext uri="{FF2B5EF4-FFF2-40B4-BE49-F238E27FC236}">
                <a16:creationId xmlns:a16="http://schemas.microsoft.com/office/drawing/2014/main" id="{F140E95D-3F84-634C-9A02-B246B2C38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2372" y="4172262"/>
            <a:ext cx="3709987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using same code as sender 1, receiver recovers sender 1’s original data from summed channel data!</a:t>
            </a:r>
          </a:p>
        </p:txBody>
      </p:sp>
      <p:sp>
        <p:nvSpPr>
          <p:cNvPr id="297" name="TextBox 7">
            <a:extLst>
              <a:ext uri="{FF2B5EF4-FFF2-40B4-BE49-F238E27FC236}">
                <a16:creationId xmlns:a16="http://schemas.microsoft.com/office/drawing/2014/main" id="{09EF984F-02A4-AE44-AB15-EDCB93C8F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1798638"/>
            <a:ext cx="1397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1</a:t>
            </a:r>
          </a:p>
        </p:txBody>
      </p:sp>
      <p:sp>
        <p:nvSpPr>
          <p:cNvPr id="298" name="TextBox 8">
            <a:extLst>
              <a:ext uri="{FF2B5EF4-FFF2-40B4-BE49-F238E27FC236}">
                <a16:creationId xmlns:a16="http://schemas.microsoft.com/office/drawing/2014/main" id="{5FF6A3D7-E543-604B-8421-97434E701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4650" y="2865438"/>
            <a:ext cx="13117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2</a:t>
            </a:r>
          </a:p>
        </p:txBody>
      </p:sp>
      <p:sp>
        <p:nvSpPr>
          <p:cNvPr id="299" name="TextBox 9">
            <a:extLst>
              <a:ext uri="{FF2B5EF4-FFF2-40B4-BE49-F238E27FC236}">
                <a16:creationId xmlns:a16="http://schemas.microsoft.com/office/drawing/2014/main" id="{F8ED1740-EE66-7A44-B101-8A652D0EE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5313" y="1165225"/>
            <a:ext cx="3290887" cy="10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channel sums together transmissions by sender 1 and 2</a:t>
            </a:r>
          </a:p>
        </p:txBody>
      </p:sp>
      <p:cxnSp>
        <p:nvCxnSpPr>
          <p:cNvPr id="300" name="Straight Connector 3">
            <a:extLst>
              <a:ext uri="{FF2B5EF4-FFF2-40B4-BE49-F238E27FC236}">
                <a16:creationId xmlns:a16="http://schemas.microsoft.com/office/drawing/2014/main" id="{23A37B6F-F66B-7B4B-8770-CCC19B92994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780338" y="1354138"/>
            <a:ext cx="438150" cy="646112"/>
          </a:xfrm>
          <a:prstGeom prst="line">
            <a:avLst/>
          </a:prstGeom>
          <a:noFill/>
          <a:ln w="25400">
            <a:solidFill>
              <a:srgbClr val="00009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DE8A350A-A5B1-5E40-B020-BBAE8B171445}"/>
              </a:ext>
            </a:extLst>
          </p:cNvPr>
          <p:cNvSpPr/>
          <p:nvPr/>
        </p:nvSpPr>
        <p:spPr>
          <a:xfrm>
            <a:off x="3200400" y="1168400"/>
            <a:ext cx="1206500" cy="317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FCB0485-674A-1545-B66D-393FD9C2F9B6}"/>
              </a:ext>
            </a:extLst>
          </p:cNvPr>
          <p:cNvSpPr txBox="1"/>
          <p:nvPr/>
        </p:nvSpPr>
        <p:spPr>
          <a:xfrm>
            <a:off x="8259581" y="5585272"/>
            <a:ext cx="3214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now </a:t>
            </a:r>
            <a:r>
              <a:rPr lang="en-US" sz="2800" i="1" dirty="0">
                <a:solidFill>
                  <a:srgbClr val="0000A8"/>
                </a:solidFill>
              </a:rPr>
              <a:t>that’s</a:t>
            </a:r>
            <a:r>
              <a:rPr lang="en-US" sz="2800" i="1" dirty="0"/>
              <a:t> </a:t>
            </a:r>
            <a:r>
              <a:rPr lang="en-US" sz="2800" dirty="0"/>
              <a:t>useful!</a:t>
            </a:r>
          </a:p>
        </p:txBody>
      </p:sp>
    </p:spTree>
    <p:extLst>
      <p:ext uri="{BB962C8B-B14F-4D97-AF65-F5344CB8AC3E}">
        <p14:creationId xmlns:p14="http://schemas.microsoft.com/office/powerpoint/2010/main" val="1404328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080365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IEEE 802.11 Wireless LAN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2CA1ED5-0599-854A-907A-E9C68E3B8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814640"/>
              </p:ext>
            </p:extLst>
          </p:nvPr>
        </p:nvGraphicFramePr>
        <p:xfrm>
          <a:off x="977900" y="1346200"/>
          <a:ext cx="10121900" cy="401974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679700">
                  <a:extLst>
                    <a:ext uri="{9D8B030D-6E8A-4147-A177-3AD203B41FA5}">
                      <a16:colId xmlns:a16="http://schemas.microsoft.com/office/drawing/2014/main" val="3216654271"/>
                    </a:ext>
                  </a:extLst>
                </a:gridCol>
                <a:gridCol w="1418892">
                  <a:extLst>
                    <a:ext uri="{9D8B030D-6E8A-4147-A177-3AD203B41FA5}">
                      <a16:colId xmlns:a16="http://schemas.microsoft.com/office/drawing/2014/main" val="3311415253"/>
                    </a:ext>
                  </a:extLst>
                </a:gridCol>
                <a:gridCol w="1965079">
                  <a:extLst>
                    <a:ext uri="{9D8B030D-6E8A-4147-A177-3AD203B41FA5}">
                      <a16:colId xmlns:a16="http://schemas.microsoft.com/office/drawing/2014/main" val="3897866277"/>
                    </a:ext>
                  </a:extLst>
                </a:gridCol>
                <a:gridCol w="1429329">
                  <a:extLst>
                    <a:ext uri="{9D8B030D-6E8A-4147-A177-3AD203B41FA5}">
                      <a16:colId xmlns:a16="http://schemas.microsoft.com/office/drawing/2014/main" val="536041181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1367206375"/>
                    </a:ext>
                  </a:extLst>
                </a:gridCol>
              </a:tblGrid>
              <a:tr h="510858">
                <a:tc>
                  <a:txBody>
                    <a:bodyPr/>
                    <a:lstStyle/>
                    <a:p>
                      <a:pPr marL="0" marR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IEEE 802.11 standard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Year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Max data rate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Range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Frequency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71449787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802.11b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1999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11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 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11830295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802.11g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54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601489631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802.11n  (WiFi 4)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600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531303648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802.11ac (WiFi 5)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3.47Gpbs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88146182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802.11ax (WiFi 6)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2020 </a:t>
                      </a:r>
                      <a:r>
                        <a:rPr lang="en-US" sz="1600" dirty="0">
                          <a:effectLst/>
                        </a:rPr>
                        <a:t>(exp.)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14 Gbps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17794024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802.11af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2014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35 – 560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unused TV bands (54-790 MHz)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78689878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802.11ah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2017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347Mbps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900 Mhz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37358628"/>
                  </a:ext>
                </a:extLst>
              </a:tr>
            </a:tbl>
          </a:graphicData>
        </a:graphic>
      </p:graphicFrame>
      <p:sp>
        <p:nvSpPr>
          <p:cNvPr id="291" name="Rectangle 5">
            <a:extLst>
              <a:ext uri="{FF2B5EF4-FFF2-40B4-BE49-F238E27FC236}">
                <a16:creationId xmlns:a16="http://schemas.microsoft.com/office/drawing/2014/main" id="{FF5FCC4D-A86C-074D-AC0E-AED1826D4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5838" y="5621338"/>
            <a:ext cx="9948862" cy="1052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all use CSMA/CA for multiple access, and have base-station and ad-hoc network versions</a:t>
            </a:r>
          </a:p>
        </p:txBody>
      </p:sp>
    </p:spTree>
    <p:extLst>
      <p:ext uri="{BB962C8B-B14F-4D97-AF65-F5344CB8AC3E}">
        <p14:creationId xmlns:p14="http://schemas.microsoft.com/office/powerpoint/2010/main" val="3612388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802.11 LAN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22C7583-5DB7-A04E-B444-4C5E2EAAF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1949450"/>
            <a:ext cx="5524500" cy="434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 communicates with base station</a:t>
            </a:r>
          </a:p>
          <a:p>
            <a:pPr marL="800100" lvl="1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base station = access point (AP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)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Basic Service Set (BSS)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(aka “cell”) in infrastructure mode contains: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hosts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access point (AP): base station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ad hoc mode: hosts only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992CA830-F801-5E41-9522-2E5273470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6075" y="4538663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1</a:t>
            </a:r>
          </a:p>
        </p:txBody>
      </p:sp>
      <p:sp>
        <p:nvSpPr>
          <p:cNvPr id="81" name="Text Box 27">
            <a:extLst>
              <a:ext uri="{FF2B5EF4-FFF2-40B4-BE49-F238E27FC236}">
                <a16:creationId xmlns:a16="http://schemas.microsoft.com/office/drawing/2014/main" id="{B0546C5A-2746-4344-9C08-4FA607581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6111875"/>
            <a:ext cx="854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2</a:t>
            </a:r>
          </a:p>
        </p:txBody>
      </p:sp>
      <p:sp>
        <p:nvSpPr>
          <p:cNvPr id="82" name="Line 28">
            <a:extLst>
              <a:ext uri="{FF2B5EF4-FFF2-40B4-BE49-F238E27FC236}">
                <a16:creationId xmlns:a16="http://schemas.microsoft.com/office/drawing/2014/main" id="{A881C663-D838-244D-B5B5-54FE15109F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5088" y="2570163"/>
            <a:ext cx="214312" cy="908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7A8DA315-E9CE-554E-9F1D-29AAB969A49E}"/>
              </a:ext>
            </a:extLst>
          </p:cNvPr>
          <p:cNvGrpSpPr>
            <a:grpSpLocks/>
          </p:cNvGrpSpPr>
          <p:nvPr/>
        </p:nvGrpSpPr>
        <p:grpSpPr bwMode="auto">
          <a:xfrm>
            <a:off x="3146425" y="1389063"/>
            <a:ext cx="1978025" cy="1444625"/>
            <a:chOff x="3744" y="1392"/>
            <a:chExt cx="1488" cy="1110"/>
          </a:xfrm>
        </p:grpSpPr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F2E21339-7A8C-5D48-AF8F-C1DAC9B7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Text Box 31">
              <a:extLst>
                <a:ext uri="{FF2B5EF4-FFF2-40B4-BE49-F238E27FC236}">
                  <a16:creationId xmlns:a16="http://schemas.microsoft.com/office/drawing/2014/main" id="{B96C3D36-7A66-4448-A65B-547CD0CB5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9" y="1776"/>
              <a:ext cx="72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86" name="Text Box 32">
            <a:extLst>
              <a:ext uri="{FF2B5EF4-FFF2-40B4-BE49-F238E27FC236}">
                <a16:creationId xmlns:a16="http://schemas.microsoft.com/office/drawing/2014/main" id="{53B410B4-2FD8-8541-9CCC-815C6736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3319463"/>
            <a:ext cx="1452562" cy="7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 or router</a:t>
            </a:r>
          </a:p>
        </p:txBody>
      </p:sp>
      <p:sp>
        <p:nvSpPr>
          <p:cNvPr id="87" name="Oval 23">
            <a:extLst>
              <a:ext uri="{FF2B5EF4-FFF2-40B4-BE49-F238E27FC236}">
                <a16:creationId xmlns:a16="http://schemas.microsoft.com/office/drawing/2014/main" id="{16394D94-38BE-9446-9C90-45DFEB64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760663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8" name="Group 361">
            <a:extLst>
              <a:ext uri="{FF2B5EF4-FFF2-40B4-BE49-F238E27FC236}">
                <a16:creationId xmlns:a16="http://schemas.microsoft.com/office/drawing/2014/main" id="{3A07A5C0-AEBD-4C4A-9DA9-838D52E21C0C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187700"/>
            <a:ext cx="639762" cy="581025"/>
            <a:chOff x="2967" y="478"/>
            <a:chExt cx="788" cy="625"/>
          </a:xfrm>
        </p:grpSpPr>
        <p:pic>
          <p:nvPicPr>
            <p:cNvPr id="89" name="Picture 358" descr="access_point_stylized_small">
              <a:extLst>
                <a:ext uri="{FF2B5EF4-FFF2-40B4-BE49-F238E27FC236}">
                  <a16:creationId xmlns:a16="http://schemas.microsoft.com/office/drawing/2014/main" id="{52F74014-97B8-9941-9C75-0884DEE53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60" descr="antenna_radiation_stylized">
              <a:extLst>
                <a:ext uri="{FF2B5EF4-FFF2-40B4-BE49-F238E27FC236}">
                  <a16:creationId xmlns:a16="http://schemas.microsoft.com/office/drawing/2014/main" id="{1BB3BA0B-C9DA-9845-A028-30FB7E6E3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1" name="Group 356">
            <a:extLst>
              <a:ext uri="{FF2B5EF4-FFF2-40B4-BE49-F238E27FC236}">
                <a16:creationId xmlns:a16="http://schemas.microsoft.com/office/drawing/2014/main" id="{FA2AE9C1-F328-EE4D-942E-436A9E52B613}"/>
              </a:ext>
            </a:extLst>
          </p:cNvPr>
          <p:cNvGrpSpPr>
            <a:grpSpLocks/>
          </p:cNvGrpSpPr>
          <p:nvPr/>
        </p:nvGrpSpPr>
        <p:grpSpPr bwMode="auto">
          <a:xfrm>
            <a:off x="2497138" y="3746500"/>
            <a:ext cx="436562" cy="498475"/>
            <a:chOff x="313" y="1497"/>
            <a:chExt cx="1152" cy="1014"/>
          </a:xfrm>
        </p:grpSpPr>
        <p:pic>
          <p:nvPicPr>
            <p:cNvPr id="92" name="Picture 354" descr="laptop_stylized_small">
              <a:extLst>
                <a:ext uri="{FF2B5EF4-FFF2-40B4-BE49-F238E27FC236}">
                  <a16:creationId xmlns:a16="http://schemas.microsoft.com/office/drawing/2014/main" id="{46AA2232-0193-5C47-9B73-A5642D28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5" descr="antenna_stylized">
              <a:extLst>
                <a:ext uri="{FF2B5EF4-FFF2-40B4-BE49-F238E27FC236}">
                  <a16:creationId xmlns:a16="http://schemas.microsoft.com/office/drawing/2014/main" id="{0C2BE08B-587E-0A48-A0C6-813D76AE0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" name="Group 403">
            <a:extLst>
              <a:ext uri="{FF2B5EF4-FFF2-40B4-BE49-F238E27FC236}">
                <a16:creationId xmlns:a16="http://schemas.microsoft.com/office/drawing/2014/main" id="{F975DAA7-6D67-DC4A-B1F7-484A12E444A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954338"/>
            <a:ext cx="446088" cy="382587"/>
            <a:chOff x="2751" y="1851"/>
            <a:chExt cx="462" cy="478"/>
          </a:xfrm>
        </p:grpSpPr>
        <p:pic>
          <p:nvPicPr>
            <p:cNvPr id="95" name="Picture 364" descr="iphone_stylized_small">
              <a:extLst>
                <a:ext uri="{FF2B5EF4-FFF2-40B4-BE49-F238E27FC236}">
                  <a16:creationId xmlns:a16="http://schemas.microsoft.com/office/drawing/2014/main" id="{7E212BAD-8745-8A4C-9209-574283406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402" descr="antenna_radiation_stylized">
              <a:extLst>
                <a:ext uri="{FF2B5EF4-FFF2-40B4-BE49-F238E27FC236}">
                  <a16:creationId xmlns:a16="http://schemas.microsoft.com/office/drawing/2014/main" id="{122C274E-D092-394D-883F-788A799C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" name="Group 356">
            <a:extLst>
              <a:ext uri="{FF2B5EF4-FFF2-40B4-BE49-F238E27FC236}">
                <a16:creationId xmlns:a16="http://schemas.microsoft.com/office/drawing/2014/main" id="{B73B7092-9FA9-FE49-A984-C67B677659A6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3624263"/>
            <a:ext cx="436562" cy="498475"/>
            <a:chOff x="313" y="1497"/>
            <a:chExt cx="1152" cy="1014"/>
          </a:xfrm>
        </p:grpSpPr>
        <p:pic>
          <p:nvPicPr>
            <p:cNvPr id="98" name="Picture 354" descr="laptop_stylized_small">
              <a:extLst>
                <a:ext uri="{FF2B5EF4-FFF2-40B4-BE49-F238E27FC236}">
                  <a16:creationId xmlns:a16="http://schemas.microsoft.com/office/drawing/2014/main" id="{99E83124-2B6C-E948-B41B-343D4C04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55" descr="antenna_stylized">
              <a:extLst>
                <a:ext uri="{FF2B5EF4-FFF2-40B4-BE49-F238E27FC236}">
                  <a16:creationId xmlns:a16="http://schemas.microsoft.com/office/drawing/2014/main" id="{BF9AE632-6D4A-3540-96FA-45E1D43C9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Group 356">
            <a:extLst>
              <a:ext uri="{FF2B5EF4-FFF2-40B4-BE49-F238E27FC236}">
                <a16:creationId xmlns:a16="http://schemas.microsoft.com/office/drawing/2014/main" id="{BBB2279A-7880-F64F-BEF1-599C422B5DED}"/>
              </a:ext>
            </a:extLst>
          </p:cNvPr>
          <p:cNvGrpSpPr>
            <a:grpSpLocks/>
          </p:cNvGrpSpPr>
          <p:nvPr/>
        </p:nvGrpSpPr>
        <p:grpSpPr bwMode="auto">
          <a:xfrm>
            <a:off x="1419225" y="3238500"/>
            <a:ext cx="438150" cy="498475"/>
            <a:chOff x="313" y="1497"/>
            <a:chExt cx="1152" cy="1014"/>
          </a:xfrm>
        </p:grpSpPr>
        <p:pic>
          <p:nvPicPr>
            <p:cNvPr id="101" name="Picture 354" descr="laptop_stylized_small">
              <a:extLst>
                <a:ext uri="{FF2B5EF4-FFF2-40B4-BE49-F238E27FC236}">
                  <a16:creationId xmlns:a16="http://schemas.microsoft.com/office/drawing/2014/main" id="{378BE288-2CAF-2346-A6D7-9A6CB477A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55" descr="antenna_stylized">
              <a:extLst>
                <a:ext uri="{FF2B5EF4-FFF2-40B4-BE49-F238E27FC236}">
                  <a16:creationId xmlns:a16="http://schemas.microsoft.com/office/drawing/2014/main" id="{C9FC9F73-A1C3-6D40-B876-2FAE3AD6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Line 26">
            <a:extLst>
              <a:ext uri="{FF2B5EF4-FFF2-40B4-BE49-F238E27FC236}">
                <a16:creationId xmlns:a16="http://schemas.microsoft.com/office/drawing/2014/main" id="{FFA071D2-8D76-264C-A650-850F6C554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9225" y="3617913"/>
            <a:ext cx="1022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Oval 23">
            <a:extLst>
              <a:ext uri="{FF2B5EF4-FFF2-40B4-BE49-F238E27FC236}">
                <a16:creationId xmlns:a16="http://schemas.microsoft.com/office/drawing/2014/main" id="{C130F34B-FA29-E64C-9FEA-A98310B82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4221163"/>
            <a:ext cx="1960563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5" name="Group 361">
            <a:extLst>
              <a:ext uri="{FF2B5EF4-FFF2-40B4-BE49-F238E27FC236}">
                <a16:creationId xmlns:a16="http://schemas.microsoft.com/office/drawing/2014/main" id="{BDFB8667-5290-5B43-A841-425499A3D9F5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648200"/>
            <a:ext cx="639763" cy="581025"/>
            <a:chOff x="2967" y="478"/>
            <a:chExt cx="788" cy="625"/>
          </a:xfrm>
        </p:grpSpPr>
        <p:pic>
          <p:nvPicPr>
            <p:cNvPr id="106" name="Picture 358" descr="access_point_stylized_small">
              <a:extLst>
                <a:ext uri="{FF2B5EF4-FFF2-40B4-BE49-F238E27FC236}">
                  <a16:creationId xmlns:a16="http://schemas.microsoft.com/office/drawing/2014/main" id="{42901DE5-3C49-A741-9CBA-DE06E274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0" descr="antenna_radiation_stylized">
              <a:extLst>
                <a:ext uri="{FF2B5EF4-FFF2-40B4-BE49-F238E27FC236}">
                  <a16:creationId xmlns:a16="http://schemas.microsoft.com/office/drawing/2014/main" id="{C7CA1512-DC17-E34A-8EB4-97D5467FD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356">
            <a:extLst>
              <a:ext uri="{FF2B5EF4-FFF2-40B4-BE49-F238E27FC236}">
                <a16:creationId xmlns:a16="http://schemas.microsoft.com/office/drawing/2014/main" id="{26F354D7-2D9B-234A-B2A0-5F2DBA9DEA00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5207000"/>
            <a:ext cx="436562" cy="498475"/>
            <a:chOff x="313" y="1497"/>
            <a:chExt cx="1152" cy="1014"/>
          </a:xfrm>
        </p:grpSpPr>
        <p:pic>
          <p:nvPicPr>
            <p:cNvPr id="109" name="Picture 354" descr="laptop_stylized_small">
              <a:extLst>
                <a:ext uri="{FF2B5EF4-FFF2-40B4-BE49-F238E27FC236}">
                  <a16:creationId xmlns:a16="http://schemas.microsoft.com/office/drawing/2014/main" id="{BCB9D968-4DAC-4942-8416-6D02896F4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55" descr="antenna_stylized">
              <a:extLst>
                <a:ext uri="{FF2B5EF4-FFF2-40B4-BE49-F238E27FC236}">
                  <a16:creationId xmlns:a16="http://schemas.microsoft.com/office/drawing/2014/main" id="{63924E93-C285-0447-87FD-E5D8BE98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1" name="Group 403">
            <a:extLst>
              <a:ext uri="{FF2B5EF4-FFF2-40B4-BE49-F238E27FC236}">
                <a16:creationId xmlns:a16="http://schemas.microsoft.com/office/drawing/2014/main" id="{B543494D-A929-0A4C-8CF2-88888239E2BE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5197475"/>
            <a:ext cx="569912" cy="544513"/>
            <a:chOff x="2751" y="1851"/>
            <a:chExt cx="462" cy="478"/>
          </a:xfrm>
        </p:grpSpPr>
        <p:pic>
          <p:nvPicPr>
            <p:cNvPr id="112" name="Picture 364" descr="iphone_stylized_small">
              <a:extLst>
                <a:ext uri="{FF2B5EF4-FFF2-40B4-BE49-F238E27FC236}">
                  <a16:creationId xmlns:a16="http://schemas.microsoft.com/office/drawing/2014/main" id="{CB5DF627-60A3-8641-B134-B2B81F4D1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402" descr="antenna_radiation_stylized">
              <a:extLst>
                <a:ext uri="{FF2B5EF4-FFF2-40B4-BE49-F238E27FC236}">
                  <a16:creationId xmlns:a16="http://schemas.microsoft.com/office/drawing/2014/main" id="{7658C1BB-16FA-B44A-A116-22C44E2E6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4" name="Group 356">
            <a:extLst>
              <a:ext uri="{FF2B5EF4-FFF2-40B4-BE49-F238E27FC236}">
                <a16:creationId xmlns:a16="http://schemas.microsoft.com/office/drawing/2014/main" id="{7BAEF5AE-1464-9D46-8D44-33FF1AA7FE8C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5216525"/>
            <a:ext cx="436562" cy="498475"/>
            <a:chOff x="313" y="1497"/>
            <a:chExt cx="1152" cy="1014"/>
          </a:xfrm>
        </p:grpSpPr>
        <p:pic>
          <p:nvPicPr>
            <p:cNvPr id="115" name="Picture 354" descr="laptop_stylized_small">
              <a:extLst>
                <a:ext uri="{FF2B5EF4-FFF2-40B4-BE49-F238E27FC236}">
                  <a16:creationId xmlns:a16="http://schemas.microsoft.com/office/drawing/2014/main" id="{8450A102-6A2B-DB40-A176-7E0CB094F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55" descr="antenna_stylized">
              <a:extLst>
                <a:ext uri="{FF2B5EF4-FFF2-40B4-BE49-F238E27FC236}">
                  <a16:creationId xmlns:a16="http://schemas.microsoft.com/office/drawing/2014/main" id="{F66C3C9A-BF8E-C049-9C1E-83E292B61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7" name="Group 356">
            <a:extLst>
              <a:ext uri="{FF2B5EF4-FFF2-40B4-BE49-F238E27FC236}">
                <a16:creationId xmlns:a16="http://schemas.microsoft.com/office/drawing/2014/main" id="{DEC74E59-3402-AE40-B8CF-4B1811DF782E}"/>
              </a:ext>
            </a:extLst>
          </p:cNvPr>
          <p:cNvGrpSpPr>
            <a:grpSpLocks/>
          </p:cNvGrpSpPr>
          <p:nvPr/>
        </p:nvGrpSpPr>
        <p:grpSpPr bwMode="auto">
          <a:xfrm>
            <a:off x="3725863" y="4627563"/>
            <a:ext cx="436562" cy="498475"/>
            <a:chOff x="313" y="1497"/>
            <a:chExt cx="1152" cy="1014"/>
          </a:xfrm>
        </p:grpSpPr>
        <p:pic>
          <p:nvPicPr>
            <p:cNvPr id="118" name="Picture 354" descr="laptop_stylized_small">
              <a:extLst>
                <a:ext uri="{FF2B5EF4-FFF2-40B4-BE49-F238E27FC236}">
                  <a16:creationId xmlns:a16="http://schemas.microsoft.com/office/drawing/2014/main" id="{FF2338BE-BEEA-874A-8AD1-B83706BA7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5" descr="antenna_stylized">
              <a:extLst>
                <a:ext uri="{FF2B5EF4-FFF2-40B4-BE49-F238E27FC236}">
                  <a16:creationId xmlns:a16="http://schemas.microsoft.com/office/drawing/2014/main" id="{F923ABF6-F4F2-454D-B1F1-01A242039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" name="Line 25">
            <a:extLst>
              <a:ext uri="{FF2B5EF4-FFF2-40B4-BE49-F238E27FC236}">
                <a16:creationId xmlns:a16="http://schemas.microsoft.com/office/drawing/2014/main" id="{7BA8AD27-3D08-E44D-A38F-C075CB536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4" y="3679824"/>
            <a:ext cx="796925" cy="12985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1" name="Group 403">
            <a:extLst>
              <a:ext uri="{FF2B5EF4-FFF2-40B4-BE49-F238E27FC236}">
                <a16:creationId xmlns:a16="http://schemas.microsoft.com/office/drawing/2014/main" id="{3E47EC88-0001-CB43-A7ED-C0289170512A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4271963"/>
            <a:ext cx="568325" cy="544512"/>
            <a:chOff x="2751" y="1851"/>
            <a:chExt cx="462" cy="478"/>
          </a:xfrm>
        </p:grpSpPr>
        <p:pic>
          <p:nvPicPr>
            <p:cNvPr id="122" name="Picture 364" descr="iphone_stylized_small">
              <a:extLst>
                <a:ext uri="{FF2B5EF4-FFF2-40B4-BE49-F238E27FC236}">
                  <a16:creationId xmlns:a16="http://schemas.microsoft.com/office/drawing/2014/main" id="{6AEF903B-BDB6-8645-8D02-1DABD4223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402" descr="antenna_radiation_stylized">
              <a:extLst>
                <a:ext uri="{FF2B5EF4-FFF2-40B4-BE49-F238E27FC236}">
                  <a16:creationId xmlns:a16="http://schemas.microsoft.com/office/drawing/2014/main" id="{AD441939-A4CA-344C-B792-0F95B7C3C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CED2675-190A-B746-8E41-91D1CAFA5B4D}"/>
              </a:ext>
            </a:extLst>
          </p:cNvPr>
          <p:cNvGrpSpPr/>
          <p:nvPr/>
        </p:nvGrpSpPr>
        <p:grpSpPr>
          <a:xfrm>
            <a:off x="3370124" y="3421492"/>
            <a:ext cx="744676" cy="388508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B607571-549B-3244-95A5-8E992DF5EA0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EB12A4B4-C06F-9B48-B23C-8D92C0777D9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A80F69B-AD4C-CC49-A474-B7379EA061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53B4447-0429-CD4A-8613-890A66B938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405FA763-214E-1942-917D-F894C9809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D3C585B2-5EB3-1B49-A37B-C73BE389640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F9927536-F9B1-A849-9472-7C9E39D2E45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1559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Channels</a:t>
            </a:r>
            <a:endParaRPr lang="en-US" dirty="0">
              <a:latin typeface="+mn-lt"/>
            </a:endParaRP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01092EE6-BC8D-EE40-AD06-948C48B5F56E}"/>
              </a:ext>
            </a:extLst>
          </p:cNvPr>
          <p:cNvSpPr txBox="1">
            <a:spLocks noChangeArrowheads="1"/>
          </p:cNvSpPr>
          <p:nvPr/>
        </p:nvSpPr>
        <p:spPr>
          <a:xfrm>
            <a:off x="812800" y="1373890"/>
            <a:ext cx="9740900" cy="18489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spectrum </a:t>
            </a:r>
            <a:r>
              <a:rPr lang="en-US" sz="3200" dirty="0">
                <a:solidFill>
                  <a:srgbClr val="C00000"/>
                </a:solidFill>
              </a:rPr>
              <a:t>divided into channels </a:t>
            </a:r>
            <a:r>
              <a:rPr lang="en-US" sz="3200" dirty="0"/>
              <a:t>at different frequencies</a:t>
            </a:r>
          </a:p>
          <a:p>
            <a:pPr lvl="1">
              <a:defRPr/>
            </a:pPr>
            <a:r>
              <a:rPr lang="en-US" sz="2800" dirty="0"/>
              <a:t>AP admin chooses frequency for AP</a:t>
            </a:r>
          </a:p>
          <a:p>
            <a:pPr lvl="1">
              <a:defRPr/>
            </a:pPr>
            <a:r>
              <a:rPr lang="en-US" sz="2800" dirty="0"/>
              <a:t>interference possible: channel can be same as that chosen by neighboring AP!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7BC3BF3-8486-EECD-9775-6722AD3E9CE0}"/>
              </a:ext>
            </a:extLst>
          </p:cNvPr>
          <p:cNvGrpSpPr/>
          <p:nvPr/>
        </p:nvGrpSpPr>
        <p:grpSpPr>
          <a:xfrm>
            <a:off x="1049867" y="3429000"/>
            <a:ext cx="8234891" cy="3127850"/>
            <a:chOff x="1049867" y="3429000"/>
            <a:chExt cx="8234891" cy="3127850"/>
          </a:xfrm>
        </p:grpSpPr>
        <p:pic>
          <p:nvPicPr>
            <p:cNvPr id="17410" name="Picture 2" descr="Why Channels 1, 6 and 11? | MetaGeek">
              <a:extLst>
                <a:ext uri="{FF2B5EF4-FFF2-40B4-BE49-F238E27FC236}">
                  <a16:creationId xmlns:a16="http://schemas.microsoft.com/office/drawing/2014/main" id="{704098C7-A804-4412-EDBA-9D4D64F0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5641" y="3429000"/>
              <a:ext cx="6479117" cy="31278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815A5B8-0CBB-2303-F6D0-FBC8F1C2E687}"/>
                </a:ext>
              </a:extLst>
            </p:cNvPr>
            <p:cNvSpPr txBox="1"/>
            <p:nvPr/>
          </p:nvSpPr>
          <p:spPr>
            <a:xfrm>
              <a:off x="1049867" y="3602150"/>
              <a:ext cx="6096000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2000" b="1" dirty="0">
                  <a:latin typeface="+mn-lt"/>
                </a:rPr>
                <a:t>Example: 2.4 GHz</a:t>
              </a:r>
              <a:endParaRPr lang="en-US" sz="2000" b="1" dirty="0"/>
            </a:p>
          </p:txBody>
        </p:sp>
      </p:grpSp>
      <p:sp>
        <p:nvSpPr>
          <p:cNvPr id="27" name="Slide Number Placeholder 26">
            <a:extLst>
              <a:ext uri="{FF2B5EF4-FFF2-40B4-BE49-F238E27FC236}">
                <a16:creationId xmlns:a16="http://schemas.microsoft.com/office/drawing/2014/main" id="{57055C2D-F2F1-9523-CC19-864553CCDA9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6871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Association</a:t>
            </a:r>
            <a:endParaRPr lang="en-US" dirty="0">
              <a:latin typeface="+mn-lt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A15D950-BC83-7C40-B80F-083E2DFE02F8}"/>
              </a:ext>
            </a:extLst>
          </p:cNvPr>
          <p:cNvSpPr txBox="1">
            <a:spLocks noChangeArrowheads="1"/>
          </p:cNvSpPr>
          <p:nvPr/>
        </p:nvSpPr>
        <p:spPr>
          <a:xfrm>
            <a:off x="787400" y="1634277"/>
            <a:ext cx="5664200" cy="46008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arriving host: must </a:t>
            </a:r>
            <a:r>
              <a:rPr lang="en-US" sz="3200" dirty="0">
                <a:solidFill>
                  <a:srgbClr val="C00000"/>
                </a:solidFill>
              </a:rPr>
              <a:t>associate </a:t>
            </a:r>
            <a:r>
              <a:rPr lang="en-US" sz="3200" dirty="0"/>
              <a:t>with an AP</a:t>
            </a:r>
          </a:p>
          <a:p>
            <a:pPr lvl="1">
              <a:defRPr/>
            </a:pPr>
            <a:r>
              <a:rPr lang="en-US" sz="2800" dirty="0"/>
              <a:t>scans channels, listening for </a:t>
            </a:r>
            <a:r>
              <a:rPr lang="en-US" sz="2800" i="1" dirty="0"/>
              <a:t>beacon frames</a:t>
            </a:r>
            <a:r>
              <a:rPr lang="en-US" sz="2800" dirty="0"/>
              <a:t> containing AP</a:t>
            </a:r>
            <a:r>
              <a:rPr lang="en-US" altLang="ja-JP" sz="2800" dirty="0"/>
              <a:t>’</a:t>
            </a:r>
            <a:r>
              <a:rPr lang="en-US" sz="2800" dirty="0"/>
              <a:t>s name (SSID) and MAC address</a:t>
            </a:r>
          </a:p>
          <a:p>
            <a:pPr lvl="1">
              <a:defRPr/>
            </a:pPr>
            <a:r>
              <a:rPr lang="en-US" sz="2800" dirty="0"/>
              <a:t>selects AP to associate with</a:t>
            </a:r>
          </a:p>
          <a:p>
            <a:pPr lvl="1">
              <a:defRPr/>
            </a:pPr>
            <a:r>
              <a:rPr lang="en-US" sz="2800" dirty="0"/>
              <a:t>then may perform authentication [Chapter 8]</a:t>
            </a:r>
          </a:p>
          <a:p>
            <a:pPr lvl="1">
              <a:defRPr/>
            </a:pPr>
            <a:r>
              <a:rPr lang="en-US" sz="2800" dirty="0"/>
              <a:t>then typically run DHCP to get IP address in AP’s subnet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" name="Text Box 24">
            <a:extLst>
              <a:ext uri="{FF2B5EF4-FFF2-40B4-BE49-F238E27FC236}">
                <a16:creationId xmlns:a16="http://schemas.microsoft.com/office/drawing/2014/main" id="{DCD46FA0-764B-934B-B2AF-0DC228D519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1524" y="4658775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</a:t>
            </a:r>
          </a:p>
        </p:txBody>
      </p:sp>
      <p:sp>
        <p:nvSpPr>
          <p:cNvPr id="7" name="Oval 23">
            <a:extLst>
              <a:ext uri="{FF2B5EF4-FFF2-40B4-BE49-F238E27FC236}">
                <a16:creationId xmlns:a16="http://schemas.microsoft.com/office/drawing/2014/main" id="{387CDCFB-6D1C-8249-A4E8-54D6392F7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1332" y="2835805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" name="Group 361">
            <a:extLst>
              <a:ext uri="{FF2B5EF4-FFF2-40B4-BE49-F238E27FC236}">
                <a16:creationId xmlns:a16="http://schemas.microsoft.com/office/drawing/2014/main" id="{BCBD0969-5626-8149-8F69-710B4CBBEEAA}"/>
              </a:ext>
            </a:extLst>
          </p:cNvPr>
          <p:cNvGrpSpPr>
            <a:grpSpLocks/>
          </p:cNvGrpSpPr>
          <p:nvPr/>
        </p:nvGrpSpPr>
        <p:grpSpPr bwMode="auto">
          <a:xfrm>
            <a:off x="8840632" y="3553354"/>
            <a:ext cx="639762" cy="581025"/>
            <a:chOff x="2967" y="478"/>
            <a:chExt cx="788" cy="625"/>
          </a:xfrm>
        </p:grpSpPr>
        <p:pic>
          <p:nvPicPr>
            <p:cNvPr id="9" name="Picture 358" descr="access_point_stylized_small">
              <a:extLst>
                <a:ext uri="{FF2B5EF4-FFF2-40B4-BE49-F238E27FC236}">
                  <a16:creationId xmlns:a16="http://schemas.microsoft.com/office/drawing/2014/main" id="{967422E4-59DF-D544-8DF3-464077CFF3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360" descr="antenna_radiation_stylized">
              <a:extLst>
                <a:ext uri="{FF2B5EF4-FFF2-40B4-BE49-F238E27FC236}">
                  <a16:creationId xmlns:a16="http://schemas.microsoft.com/office/drawing/2014/main" id="{57AF0FC7-561D-2542-B331-AF65666B2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" name="Group 356">
            <a:extLst>
              <a:ext uri="{FF2B5EF4-FFF2-40B4-BE49-F238E27FC236}">
                <a16:creationId xmlns:a16="http://schemas.microsoft.com/office/drawing/2014/main" id="{8E5841AB-AA5F-304A-A75C-9B12043A936A}"/>
              </a:ext>
            </a:extLst>
          </p:cNvPr>
          <p:cNvGrpSpPr>
            <a:grpSpLocks/>
          </p:cNvGrpSpPr>
          <p:nvPr/>
        </p:nvGrpSpPr>
        <p:grpSpPr bwMode="auto">
          <a:xfrm>
            <a:off x="9402607" y="3821642"/>
            <a:ext cx="436562" cy="498475"/>
            <a:chOff x="313" y="1497"/>
            <a:chExt cx="1152" cy="1014"/>
          </a:xfrm>
        </p:grpSpPr>
        <p:pic>
          <p:nvPicPr>
            <p:cNvPr id="12" name="Picture 354" descr="laptop_stylized_small">
              <a:extLst>
                <a:ext uri="{FF2B5EF4-FFF2-40B4-BE49-F238E27FC236}">
                  <a16:creationId xmlns:a16="http://schemas.microsoft.com/office/drawing/2014/main" id="{FD25A6B2-3332-2B4E-8FA0-7BA7998209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355" descr="antenna_stylized">
              <a:extLst>
                <a:ext uri="{FF2B5EF4-FFF2-40B4-BE49-F238E27FC236}">
                  <a16:creationId xmlns:a16="http://schemas.microsoft.com/office/drawing/2014/main" id="{590C97BE-A942-AA4F-945F-94A9C50A2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403">
            <a:extLst>
              <a:ext uri="{FF2B5EF4-FFF2-40B4-BE49-F238E27FC236}">
                <a16:creationId xmlns:a16="http://schemas.microsoft.com/office/drawing/2014/main" id="{790F23E1-8FB7-1F45-B985-16A0CAFD6642}"/>
              </a:ext>
            </a:extLst>
          </p:cNvPr>
          <p:cNvGrpSpPr>
            <a:grpSpLocks/>
          </p:cNvGrpSpPr>
          <p:nvPr/>
        </p:nvGrpSpPr>
        <p:grpSpPr bwMode="auto">
          <a:xfrm>
            <a:off x="9067800" y="3004080"/>
            <a:ext cx="446088" cy="382587"/>
            <a:chOff x="2751" y="1851"/>
            <a:chExt cx="462" cy="478"/>
          </a:xfrm>
        </p:grpSpPr>
        <p:pic>
          <p:nvPicPr>
            <p:cNvPr id="15" name="Picture 364" descr="iphone_stylized_small">
              <a:extLst>
                <a:ext uri="{FF2B5EF4-FFF2-40B4-BE49-F238E27FC236}">
                  <a16:creationId xmlns:a16="http://schemas.microsoft.com/office/drawing/2014/main" id="{B9A5E50D-6BB1-A046-B7D1-CA3BB3D0E1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02" descr="antenna_radiation_stylized">
              <a:extLst>
                <a:ext uri="{FF2B5EF4-FFF2-40B4-BE49-F238E27FC236}">
                  <a16:creationId xmlns:a16="http://schemas.microsoft.com/office/drawing/2014/main" id="{B7E8F32D-F33C-144B-8F36-9553BF43E8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" name="Group 356">
            <a:extLst>
              <a:ext uri="{FF2B5EF4-FFF2-40B4-BE49-F238E27FC236}">
                <a16:creationId xmlns:a16="http://schemas.microsoft.com/office/drawing/2014/main" id="{059B4F44-8832-0242-A455-122B40096281}"/>
              </a:ext>
            </a:extLst>
          </p:cNvPr>
          <p:cNvGrpSpPr>
            <a:grpSpLocks/>
          </p:cNvGrpSpPr>
          <p:nvPr/>
        </p:nvGrpSpPr>
        <p:grpSpPr bwMode="auto">
          <a:xfrm>
            <a:off x="8362794" y="3110442"/>
            <a:ext cx="438150" cy="498475"/>
            <a:chOff x="313" y="1497"/>
            <a:chExt cx="1152" cy="1014"/>
          </a:xfrm>
        </p:grpSpPr>
        <p:pic>
          <p:nvPicPr>
            <p:cNvPr id="21" name="Picture 354" descr="laptop_stylized_small">
              <a:extLst>
                <a:ext uri="{FF2B5EF4-FFF2-40B4-BE49-F238E27FC236}">
                  <a16:creationId xmlns:a16="http://schemas.microsoft.com/office/drawing/2014/main" id="{F5FB0D92-9836-8949-854D-C05D5FA0D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355" descr="antenna_stylized">
              <a:extLst>
                <a:ext uri="{FF2B5EF4-FFF2-40B4-BE49-F238E27FC236}">
                  <a16:creationId xmlns:a16="http://schemas.microsoft.com/office/drawing/2014/main" id="{371132D2-7C64-5F43-8DCE-4AF88C5F2D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E3BB17F-E600-8A4E-9A66-CE1B89E4C278}"/>
              </a:ext>
            </a:extLst>
          </p:cNvPr>
          <p:cNvGrpSpPr/>
          <p:nvPr/>
        </p:nvGrpSpPr>
        <p:grpSpPr>
          <a:xfrm>
            <a:off x="8140699" y="4044178"/>
            <a:ext cx="780829" cy="625189"/>
            <a:chOff x="9359899" y="4467511"/>
            <a:chExt cx="780829" cy="625189"/>
          </a:xfrm>
        </p:grpSpPr>
        <p:grpSp>
          <p:nvGrpSpPr>
            <p:cNvPr id="17" name="Group 356">
              <a:extLst>
                <a:ext uri="{FF2B5EF4-FFF2-40B4-BE49-F238E27FC236}">
                  <a16:creationId xmlns:a16="http://schemas.microsoft.com/office/drawing/2014/main" id="{263A159C-52C7-8648-8564-D99212E45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01305" y="4467511"/>
              <a:ext cx="436562" cy="498475"/>
              <a:chOff x="313" y="1497"/>
              <a:chExt cx="1152" cy="1014"/>
            </a:xfrm>
          </p:grpSpPr>
          <p:pic>
            <p:nvPicPr>
              <p:cNvPr id="18" name="Picture 354" descr="laptop_stylized_small">
                <a:extLst>
                  <a:ext uri="{FF2B5EF4-FFF2-40B4-BE49-F238E27FC236}">
                    <a16:creationId xmlns:a16="http://schemas.microsoft.com/office/drawing/2014/main" id="{ACCB280B-B2D9-714A-B2E2-C93C642F0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" name="Picture 355" descr="antenna_stylized">
                <a:extLst>
                  <a:ext uri="{FF2B5EF4-FFF2-40B4-BE49-F238E27FC236}">
                    <a16:creationId xmlns:a16="http://schemas.microsoft.com/office/drawing/2014/main" id="{93F01B45-1244-4348-8DAE-933491FC1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" name="Right Arrow 1">
              <a:extLst>
                <a:ext uri="{FF2B5EF4-FFF2-40B4-BE49-F238E27FC236}">
                  <a16:creationId xmlns:a16="http://schemas.microsoft.com/office/drawing/2014/main" id="{EAB0A830-EAD2-904D-8909-0696D8E11E5F}"/>
                </a:ext>
              </a:extLst>
            </p:cNvPr>
            <p:cNvSpPr/>
            <p:nvPr/>
          </p:nvSpPr>
          <p:spPr>
            <a:xfrm rot="19467811">
              <a:off x="9359899" y="490220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4" name="Slide Number Placeholder 23">
            <a:extLst>
              <a:ext uri="{FF2B5EF4-FFF2-40B4-BE49-F238E27FC236}">
                <a16:creationId xmlns:a16="http://schemas.microsoft.com/office/drawing/2014/main" id="{4123CE51-9DAB-D136-15EF-F89DA2FD72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7076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passive/active scanning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2AF045E-91D7-C143-A074-18F179B27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1484313"/>
            <a:ext cx="2335212" cy="2224087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7CB9B4F0-FE18-304B-AF65-832CD5EC6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925" y="1419225"/>
            <a:ext cx="2335213" cy="2224088"/>
          </a:xfrm>
          <a:prstGeom prst="ellipse">
            <a:avLst/>
          </a:prstGeom>
          <a:solidFill>
            <a:srgbClr val="9CE0FA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3" name="Text Box 82">
            <a:extLst>
              <a:ext uri="{FF2B5EF4-FFF2-40B4-BE49-F238E27FC236}">
                <a16:creationId xmlns:a16="http://schemas.microsoft.com/office/drawing/2014/main" id="{C3A04720-4931-8F43-8B57-71E31368E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9725" y="2536825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2</a:t>
            </a:r>
          </a:p>
        </p:txBody>
      </p:sp>
      <p:sp>
        <p:nvSpPr>
          <p:cNvPr id="84" name="Text Box 83">
            <a:extLst>
              <a:ext uri="{FF2B5EF4-FFF2-40B4-BE49-F238E27FC236}">
                <a16:creationId xmlns:a16="http://schemas.microsoft.com/office/drawing/2014/main" id="{00304734-9533-9D45-9AE1-C945064A31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413" y="2190750"/>
            <a:ext cx="1841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84">
            <a:extLst>
              <a:ext uri="{FF2B5EF4-FFF2-40B4-BE49-F238E27FC236}">
                <a16:creationId xmlns:a16="http://schemas.microsoft.com/office/drawing/2014/main" id="{868351C3-223D-B64F-A159-B0572F5BD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2547938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1</a:t>
            </a:r>
          </a:p>
        </p:txBody>
      </p:sp>
      <p:sp>
        <p:nvSpPr>
          <p:cNvPr id="86" name="Text Box 85">
            <a:extLst>
              <a:ext uri="{FF2B5EF4-FFF2-40B4-BE49-F238E27FC236}">
                <a16:creationId xmlns:a16="http://schemas.microsoft.com/office/drawing/2014/main" id="{0625600F-7E7E-6E4F-B6F1-CEEF00D27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3206750"/>
            <a:ext cx="41710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H1</a:t>
            </a:r>
          </a:p>
        </p:txBody>
      </p:sp>
      <p:sp>
        <p:nvSpPr>
          <p:cNvPr id="87" name="Text Box 87">
            <a:extLst>
              <a:ext uri="{FF2B5EF4-FFF2-40B4-BE49-F238E27FC236}">
                <a16:creationId xmlns:a16="http://schemas.microsoft.com/office/drawing/2014/main" id="{EBB6CABF-2971-A14F-9B8B-6F0C0F5822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7113" y="15414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2</a:t>
            </a:r>
          </a:p>
        </p:txBody>
      </p:sp>
      <p:sp>
        <p:nvSpPr>
          <p:cNvPr id="88" name="Text Box 88">
            <a:extLst>
              <a:ext uri="{FF2B5EF4-FFF2-40B4-BE49-F238E27FC236}">
                <a16:creationId xmlns:a16="http://schemas.microsoft.com/office/drawing/2014/main" id="{F75F5B0B-0F3C-6647-AED6-6C76DAFDB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1013" y="14906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1</a:t>
            </a:r>
          </a:p>
        </p:txBody>
      </p:sp>
      <p:sp>
        <p:nvSpPr>
          <p:cNvPr id="89" name="Line 130">
            <a:extLst>
              <a:ext uri="{FF2B5EF4-FFF2-40B4-BE49-F238E27FC236}">
                <a16:creationId xmlns:a16="http://schemas.microsoft.com/office/drawing/2014/main" id="{8073CD9C-341A-114B-B97E-11B0B706DB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3300" y="2571750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131">
            <a:extLst>
              <a:ext uri="{FF2B5EF4-FFF2-40B4-BE49-F238E27FC236}">
                <a16:creationId xmlns:a16="http://schemas.microsoft.com/office/drawing/2014/main" id="{4EB92289-2E4D-F548-83C5-4A0A32DE75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60713" y="25876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132">
            <a:extLst>
              <a:ext uri="{FF2B5EF4-FFF2-40B4-BE49-F238E27FC236}">
                <a16:creationId xmlns:a16="http://schemas.microsoft.com/office/drawing/2014/main" id="{3BDB9189-D018-6C4C-AC3E-937752996D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9150" y="2919413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133">
            <a:extLst>
              <a:ext uri="{FF2B5EF4-FFF2-40B4-BE49-F238E27FC236}">
                <a16:creationId xmlns:a16="http://schemas.microsoft.com/office/drawing/2014/main" id="{FF9D0B69-9AAB-CE4A-8B06-FB00CFD948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4700" y="27400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98DEBD3-FD8E-8745-8316-4D7E094EF678}"/>
              </a:ext>
            </a:extLst>
          </p:cNvPr>
          <p:cNvGrpSpPr>
            <a:grpSpLocks/>
          </p:cNvGrpSpPr>
          <p:nvPr/>
        </p:nvGrpSpPr>
        <p:grpSpPr bwMode="auto">
          <a:xfrm>
            <a:off x="3470275" y="2489200"/>
            <a:ext cx="282575" cy="304800"/>
            <a:chOff x="1255" y="3461"/>
            <a:chExt cx="178" cy="192"/>
          </a:xfrm>
        </p:grpSpPr>
        <p:sp>
          <p:nvSpPr>
            <p:cNvPr id="94" name="Oval 135">
              <a:extLst>
                <a:ext uri="{FF2B5EF4-FFF2-40B4-BE49-F238E27FC236}">
                  <a16:creationId xmlns:a16="http://schemas.microsoft.com/office/drawing/2014/main" id="{5D70F54B-09EA-AA48-AC97-DCA1572E9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5" name="Text Box 136">
              <a:extLst>
                <a:ext uri="{FF2B5EF4-FFF2-40B4-BE49-F238E27FC236}">
                  <a16:creationId xmlns:a16="http://schemas.microsoft.com/office/drawing/2014/main" id="{9248FBF3-D045-E94D-8A5E-691C60200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96" name="Group 137">
            <a:extLst>
              <a:ext uri="{FF2B5EF4-FFF2-40B4-BE49-F238E27FC236}">
                <a16:creationId xmlns:a16="http://schemas.microsoft.com/office/drawing/2014/main" id="{F3ABB5F1-C9FC-E24A-AA88-F33AE3DBE01C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2746375"/>
            <a:ext cx="282575" cy="304800"/>
            <a:chOff x="1851" y="2490"/>
            <a:chExt cx="178" cy="192"/>
          </a:xfrm>
        </p:grpSpPr>
        <p:sp>
          <p:nvSpPr>
            <p:cNvPr id="97" name="Oval 138">
              <a:extLst>
                <a:ext uri="{FF2B5EF4-FFF2-40B4-BE49-F238E27FC236}">
                  <a16:creationId xmlns:a16="http://schemas.microsoft.com/office/drawing/2014/main" id="{2CAFF632-FE2A-8F42-9DF6-4770C143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8" name="Text Box 139">
              <a:extLst>
                <a:ext uri="{FF2B5EF4-FFF2-40B4-BE49-F238E27FC236}">
                  <a16:creationId xmlns:a16="http://schemas.microsoft.com/office/drawing/2014/main" id="{2B9CD90C-170D-AF4C-A94F-58E14B458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99" name="Group 140">
            <a:extLst>
              <a:ext uri="{FF2B5EF4-FFF2-40B4-BE49-F238E27FC236}">
                <a16:creationId xmlns:a16="http://schemas.microsoft.com/office/drawing/2014/main" id="{EB9E0344-1500-E743-B416-59C55DED0014}"/>
              </a:ext>
            </a:extLst>
          </p:cNvPr>
          <p:cNvGrpSpPr>
            <a:grpSpLocks/>
          </p:cNvGrpSpPr>
          <p:nvPr/>
        </p:nvGrpSpPr>
        <p:grpSpPr bwMode="auto">
          <a:xfrm>
            <a:off x="3668713" y="2852738"/>
            <a:ext cx="282575" cy="304800"/>
            <a:chOff x="1851" y="2490"/>
            <a:chExt cx="178" cy="192"/>
          </a:xfrm>
        </p:grpSpPr>
        <p:sp>
          <p:nvSpPr>
            <p:cNvPr id="100" name="Oval 141">
              <a:extLst>
                <a:ext uri="{FF2B5EF4-FFF2-40B4-BE49-F238E27FC236}">
                  <a16:creationId xmlns:a16="http://schemas.microsoft.com/office/drawing/2014/main" id="{EEBFDDEF-37D1-7F4C-BFEE-DFA2CEB5A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1" name="Text Box 142">
              <a:extLst>
                <a:ext uri="{FF2B5EF4-FFF2-40B4-BE49-F238E27FC236}">
                  <a16:creationId xmlns:a16="http://schemas.microsoft.com/office/drawing/2014/main" id="{51F3D4AB-B9FD-FA4B-9A62-A65BBECE0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102" name="Group 143">
            <a:extLst>
              <a:ext uri="{FF2B5EF4-FFF2-40B4-BE49-F238E27FC236}">
                <a16:creationId xmlns:a16="http://schemas.microsoft.com/office/drawing/2014/main" id="{42FBC787-90B8-A24C-8A89-360AF9A8805B}"/>
              </a:ext>
            </a:extLst>
          </p:cNvPr>
          <p:cNvGrpSpPr>
            <a:grpSpLocks/>
          </p:cNvGrpSpPr>
          <p:nvPr/>
        </p:nvGrpSpPr>
        <p:grpSpPr bwMode="auto">
          <a:xfrm>
            <a:off x="2303463" y="2462213"/>
            <a:ext cx="282575" cy="304800"/>
            <a:chOff x="1255" y="3461"/>
            <a:chExt cx="178" cy="192"/>
          </a:xfrm>
        </p:grpSpPr>
        <p:sp>
          <p:nvSpPr>
            <p:cNvPr id="103" name="Oval 144">
              <a:extLst>
                <a:ext uri="{FF2B5EF4-FFF2-40B4-BE49-F238E27FC236}">
                  <a16:creationId xmlns:a16="http://schemas.microsoft.com/office/drawing/2014/main" id="{A7E5DA53-8FBF-9049-941C-3A0A8877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4" name="Text Box 145">
              <a:extLst>
                <a:ext uri="{FF2B5EF4-FFF2-40B4-BE49-F238E27FC236}">
                  <a16:creationId xmlns:a16="http://schemas.microsoft.com/office/drawing/2014/main" id="{F1D577AA-5AFC-C444-8667-DB34E2DD1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105" name="Text Box 146">
            <a:extLst>
              <a:ext uri="{FF2B5EF4-FFF2-40B4-BE49-F238E27FC236}">
                <a16:creationId xmlns:a16="http://schemas.microsoft.com/office/drawing/2014/main" id="{6D413089-8DF0-BF4D-BEAF-7C980C7970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3894138"/>
            <a:ext cx="4535487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</a:rPr>
              <a:t>passive scanning: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beacon frames sent from APs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Request frame sent: H1 to selected AP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Response frame sent from  selected AP to H1</a:t>
            </a:r>
          </a:p>
        </p:txBody>
      </p:sp>
      <p:grpSp>
        <p:nvGrpSpPr>
          <p:cNvPr id="106" name="Group 361">
            <a:extLst>
              <a:ext uri="{FF2B5EF4-FFF2-40B4-BE49-F238E27FC236}">
                <a16:creationId xmlns:a16="http://schemas.microsoft.com/office/drawing/2014/main" id="{A1191884-0247-5D4E-9535-2A43774771C5}"/>
              </a:ext>
            </a:extLst>
          </p:cNvPr>
          <p:cNvGrpSpPr>
            <a:grpSpLocks/>
          </p:cNvGrpSpPr>
          <p:nvPr/>
        </p:nvGrpSpPr>
        <p:grpSpPr bwMode="auto">
          <a:xfrm>
            <a:off x="1831975" y="2092325"/>
            <a:ext cx="649288" cy="561975"/>
            <a:chOff x="2967" y="478"/>
            <a:chExt cx="788" cy="625"/>
          </a:xfrm>
        </p:grpSpPr>
        <p:pic>
          <p:nvPicPr>
            <p:cNvPr id="107" name="Picture 358" descr="access_point_stylized_small">
              <a:extLst>
                <a:ext uri="{FF2B5EF4-FFF2-40B4-BE49-F238E27FC236}">
                  <a16:creationId xmlns:a16="http://schemas.microsoft.com/office/drawing/2014/main" id="{7917981D-8002-DA40-856E-A59096F737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60" descr="antenna_radiation_stylized">
              <a:extLst>
                <a:ext uri="{FF2B5EF4-FFF2-40B4-BE49-F238E27FC236}">
                  <a16:creationId xmlns:a16="http://schemas.microsoft.com/office/drawing/2014/main" id="{CE306E39-D703-8D4B-A467-437C45800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9" name="Group 361">
            <a:extLst>
              <a:ext uri="{FF2B5EF4-FFF2-40B4-BE49-F238E27FC236}">
                <a16:creationId xmlns:a16="http://schemas.microsoft.com/office/drawing/2014/main" id="{A7B13AE9-3A25-FA4B-A29B-EA448C7FA664}"/>
              </a:ext>
            </a:extLst>
          </p:cNvPr>
          <p:cNvGrpSpPr>
            <a:grpSpLocks/>
          </p:cNvGrpSpPr>
          <p:nvPr/>
        </p:nvGrpSpPr>
        <p:grpSpPr bwMode="auto">
          <a:xfrm>
            <a:off x="3741738" y="2112963"/>
            <a:ext cx="649287" cy="561975"/>
            <a:chOff x="2967" y="478"/>
            <a:chExt cx="788" cy="625"/>
          </a:xfrm>
        </p:grpSpPr>
        <p:pic>
          <p:nvPicPr>
            <p:cNvPr id="110" name="Picture 358" descr="access_point_stylized_small">
              <a:extLst>
                <a:ext uri="{FF2B5EF4-FFF2-40B4-BE49-F238E27FC236}">
                  <a16:creationId xmlns:a16="http://schemas.microsoft.com/office/drawing/2014/main" id="{D487CEA7-B77C-C949-8EE4-ACC606802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60" descr="antenna_radiation_stylized">
              <a:extLst>
                <a:ext uri="{FF2B5EF4-FFF2-40B4-BE49-F238E27FC236}">
                  <a16:creationId xmlns:a16="http://schemas.microsoft.com/office/drawing/2014/main" id="{F6C38FAC-5253-7F40-9E74-D9D1A34F0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2" name="Group 356">
            <a:extLst>
              <a:ext uri="{FF2B5EF4-FFF2-40B4-BE49-F238E27FC236}">
                <a16:creationId xmlns:a16="http://schemas.microsoft.com/office/drawing/2014/main" id="{D300F214-3254-8D43-9686-B90FC019E14B}"/>
              </a:ext>
            </a:extLst>
          </p:cNvPr>
          <p:cNvGrpSpPr>
            <a:grpSpLocks/>
          </p:cNvGrpSpPr>
          <p:nvPr/>
        </p:nvGrpSpPr>
        <p:grpSpPr bwMode="auto">
          <a:xfrm>
            <a:off x="2776538" y="2519363"/>
            <a:ext cx="436562" cy="498475"/>
            <a:chOff x="313" y="1497"/>
            <a:chExt cx="1152" cy="1014"/>
          </a:xfrm>
        </p:grpSpPr>
        <p:pic>
          <p:nvPicPr>
            <p:cNvPr id="113" name="Picture 354" descr="laptop_stylized_small">
              <a:extLst>
                <a:ext uri="{FF2B5EF4-FFF2-40B4-BE49-F238E27FC236}">
                  <a16:creationId xmlns:a16="http://schemas.microsoft.com/office/drawing/2014/main" id="{0C4AD1B7-DFE7-A34D-9CD6-B9BEE140B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355" descr="antenna_stylized">
              <a:extLst>
                <a:ext uri="{FF2B5EF4-FFF2-40B4-BE49-F238E27FC236}">
                  <a16:creationId xmlns:a16="http://schemas.microsoft.com/office/drawing/2014/main" id="{52E4D8A7-70BD-654D-822E-B09192674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A9E7783-E6BB-744A-8E8C-B57487DED938}"/>
              </a:ext>
            </a:extLst>
          </p:cNvPr>
          <p:cNvGrpSpPr/>
          <p:nvPr/>
        </p:nvGrpSpPr>
        <p:grpSpPr>
          <a:xfrm>
            <a:off x="6540500" y="1428750"/>
            <a:ext cx="5245100" cy="4833680"/>
            <a:chOff x="6540500" y="1428750"/>
            <a:chExt cx="5245100" cy="4833680"/>
          </a:xfrm>
        </p:grpSpPr>
        <p:sp>
          <p:nvSpPr>
            <p:cNvPr id="116" name="Oval 6">
              <a:extLst>
                <a:ext uri="{FF2B5EF4-FFF2-40B4-BE49-F238E27FC236}">
                  <a16:creationId xmlns:a16="http://schemas.microsoft.com/office/drawing/2014/main" id="{AE8B164A-5C4E-D34D-AD1D-CEDDF72CB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6288" y="1493838"/>
              <a:ext cx="2335212" cy="2224088"/>
            </a:xfrm>
            <a:prstGeom prst="ellipse">
              <a:avLst/>
            </a:prstGeom>
            <a:solidFill>
              <a:srgbClr val="9CE0FA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Oval 7">
              <a:extLst>
                <a:ext uri="{FF2B5EF4-FFF2-40B4-BE49-F238E27FC236}">
                  <a16:creationId xmlns:a16="http://schemas.microsoft.com/office/drawing/2014/main" id="{6E028167-6CA0-7E43-88F6-F3BD4921E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0500" y="1428750"/>
              <a:ext cx="2335213" cy="2224089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8" name="Text Box 8">
              <a:extLst>
                <a:ext uri="{FF2B5EF4-FFF2-40B4-BE49-F238E27FC236}">
                  <a16:creationId xmlns:a16="http://schemas.microsoft.com/office/drawing/2014/main" id="{7C2C19FD-D78D-8A48-9461-D92F9C435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7413" y="244475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2</a:t>
              </a:r>
            </a:p>
          </p:txBody>
        </p:sp>
        <p:sp>
          <p:nvSpPr>
            <p:cNvPr id="119" name="Text Box 9">
              <a:extLst>
                <a:ext uri="{FF2B5EF4-FFF2-40B4-BE49-F238E27FC236}">
                  <a16:creationId xmlns:a16="http://schemas.microsoft.com/office/drawing/2014/main" id="{04932C7C-04DC-644F-B15B-2C9DDAE66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7988" y="220027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0" name="Text Box 10">
              <a:extLst>
                <a:ext uri="{FF2B5EF4-FFF2-40B4-BE49-F238E27FC236}">
                  <a16:creationId xmlns:a16="http://schemas.microsoft.com/office/drawing/2014/main" id="{1B8F00E5-8B25-744C-A4B0-2E3DE0C68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5650" y="262890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1</a:t>
              </a:r>
            </a:p>
          </p:txBody>
        </p:sp>
        <p:sp>
          <p:nvSpPr>
            <p:cNvPr id="121" name="Text Box 11">
              <a:extLst>
                <a:ext uri="{FF2B5EF4-FFF2-40B4-BE49-F238E27FC236}">
                  <a16:creationId xmlns:a16="http://schemas.microsoft.com/office/drawing/2014/main" id="{A48FD71A-15F3-504B-B13F-1B6D1990B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3113" y="3216275"/>
              <a:ext cx="41710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H1</a:t>
              </a:r>
            </a:p>
          </p:txBody>
        </p:sp>
        <p:sp>
          <p:nvSpPr>
            <p:cNvPr id="122" name="Text Box 12">
              <a:extLst>
                <a:ext uri="{FF2B5EF4-FFF2-40B4-BE49-F238E27FC236}">
                  <a16:creationId xmlns:a16="http://schemas.microsoft.com/office/drawing/2014/main" id="{4CBCB42E-3B4C-0041-A801-2748C2C50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34588" y="301942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3" name="Text Box 13">
              <a:extLst>
                <a:ext uri="{FF2B5EF4-FFF2-40B4-BE49-F238E27FC236}">
                  <a16:creationId xmlns:a16="http://schemas.microsoft.com/office/drawing/2014/main" id="{B160ADB6-B872-0042-BD5A-C4E2C28BC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83688" y="15509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2</a:t>
              </a:r>
            </a:p>
          </p:txBody>
        </p:sp>
        <p:sp>
          <p:nvSpPr>
            <p:cNvPr id="124" name="Text Box 14">
              <a:extLst>
                <a:ext uri="{FF2B5EF4-FFF2-40B4-BE49-F238E27FC236}">
                  <a16:creationId xmlns:a16="http://schemas.microsoft.com/office/drawing/2014/main" id="{3D6178A0-DC4C-874C-96D4-3F525F929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7588" y="15001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1</a:t>
              </a:r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6C5FD7C0-C6B8-D541-B152-82D7A43B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2505174"/>
              <a:ext cx="869950" cy="225446"/>
            </a:xfrm>
            <a:custGeom>
              <a:avLst/>
              <a:gdLst>
                <a:gd name="T0" fmla="*/ 0 w 548"/>
                <a:gd name="T1" fmla="*/ 2147483647 h 142"/>
                <a:gd name="T2" fmla="*/ 0 w 548"/>
                <a:gd name="T3" fmla="*/ 0 h 142"/>
                <a:gd name="T4" fmla="*/ 2147483647 w 54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8" h="142">
                  <a:moveTo>
                    <a:pt x="0" y="142"/>
                  </a:moveTo>
                  <a:lnTo>
                    <a:pt x="0" y="0"/>
                  </a:lnTo>
                  <a:lnTo>
                    <a:pt x="548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6" name="Line 57">
              <a:extLst>
                <a:ext uri="{FF2B5EF4-FFF2-40B4-BE49-F238E27FC236}">
                  <a16:creationId xmlns:a16="http://schemas.microsoft.com/office/drawing/2014/main" id="{F55C7B1B-88C6-604F-9A02-3B1C2098D9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27963" y="2505075"/>
              <a:ext cx="82391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7" name="Line 58">
              <a:extLst>
                <a:ext uri="{FF2B5EF4-FFF2-40B4-BE49-F238E27FC236}">
                  <a16:creationId xmlns:a16="http://schemas.microsoft.com/office/drawing/2014/main" id="{193B7468-5959-8A4C-B5B9-2E27F012E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875" y="2581275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8" name="Line 59">
              <a:extLst>
                <a:ext uri="{FF2B5EF4-FFF2-40B4-BE49-F238E27FC236}">
                  <a16:creationId xmlns:a16="http://schemas.microsoft.com/office/drawing/2014/main" id="{8293AEE0-0CEE-DD45-AED4-903A2C973C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77288" y="25971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5D4EEE78-D788-DD4A-AA89-0D7843AD8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75725" y="2928938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30" name="Line 61">
              <a:extLst>
                <a:ext uri="{FF2B5EF4-FFF2-40B4-BE49-F238E27FC236}">
                  <a16:creationId xmlns:a16="http://schemas.microsoft.com/office/drawing/2014/main" id="{77852052-721C-EF49-8DAC-9B2813BB7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31275" y="27495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31" name="Group 62">
              <a:extLst>
                <a:ext uri="{FF2B5EF4-FFF2-40B4-BE49-F238E27FC236}">
                  <a16:creationId xmlns:a16="http://schemas.microsoft.com/office/drawing/2014/main" id="{547F5BD4-92D4-AC46-B24A-992DF13A34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02650" y="2333708"/>
              <a:ext cx="282575" cy="304828"/>
              <a:chOff x="1255" y="3461"/>
              <a:chExt cx="178" cy="192"/>
            </a:xfrm>
          </p:grpSpPr>
          <p:sp>
            <p:nvSpPr>
              <p:cNvPr id="154" name="Oval 63">
                <a:extLst>
                  <a:ext uri="{FF2B5EF4-FFF2-40B4-BE49-F238E27FC236}">
                    <a16:creationId xmlns:a16="http://schemas.microsoft.com/office/drawing/2014/main" id="{2334DE9F-455B-8441-B7BC-654EE845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349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5" name="Text Box 64">
                <a:extLst>
                  <a:ext uri="{FF2B5EF4-FFF2-40B4-BE49-F238E27FC236}">
                    <a16:creationId xmlns:a16="http://schemas.microsoft.com/office/drawing/2014/main" id="{8E7CC57D-CFB3-EF47-8CB5-A65F402C3D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55" y="3461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1</a:t>
                </a:r>
              </a:p>
            </p:txBody>
          </p:sp>
        </p:grpSp>
        <p:grpSp>
          <p:nvGrpSpPr>
            <p:cNvPr id="132" name="Group 65">
              <a:extLst>
                <a:ext uri="{FF2B5EF4-FFF2-40B4-BE49-F238E27FC236}">
                  <a16:creationId xmlns:a16="http://schemas.microsoft.com/office/drawing/2014/main" id="{59AE3186-44F1-8C4A-8950-A9D47658D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74150" y="2530576"/>
              <a:ext cx="282575" cy="304828"/>
              <a:chOff x="1851" y="2490"/>
              <a:chExt cx="178" cy="192"/>
            </a:xfrm>
          </p:grpSpPr>
          <p:sp>
            <p:nvSpPr>
              <p:cNvPr id="152" name="Oval 66">
                <a:extLst>
                  <a:ext uri="{FF2B5EF4-FFF2-40B4-BE49-F238E27FC236}">
                    <a16:creationId xmlns:a16="http://schemas.microsoft.com/office/drawing/2014/main" id="{09E75843-D1E5-AA49-B3C1-C1267C5E6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3" name="Text Box 67">
                <a:extLst>
                  <a:ext uri="{FF2B5EF4-FFF2-40B4-BE49-F238E27FC236}">
                    <a16:creationId xmlns:a16="http://schemas.microsoft.com/office/drawing/2014/main" id="{545ADBC7-2734-BF4E-A027-C5DDD52DA7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3" name="Group 68">
              <a:extLst>
                <a:ext uri="{FF2B5EF4-FFF2-40B4-BE49-F238E27FC236}">
                  <a16:creationId xmlns:a16="http://schemas.microsoft.com/office/drawing/2014/main" id="{C3DA3B42-1B4F-A542-A773-C4C25C1316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96238" y="2548041"/>
              <a:ext cx="282575" cy="304828"/>
              <a:chOff x="1851" y="2490"/>
              <a:chExt cx="178" cy="192"/>
            </a:xfrm>
          </p:grpSpPr>
          <p:sp>
            <p:nvSpPr>
              <p:cNvPr id="150" name="Oval 69">
                <a:extLst>
                  <a:ext uri="{FF2B5EF4-FFF2-40B4-BE49-F238E27FC236}">
                    <a16:creationId xmlns:a16="http://schemas.microsoft.com/office/drawing/2014/main" id="{361FB6A7-B911-2A44-B132-376F2F0F6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1" name="Text Box 70">
                <a:extLst>
                  <a:ext uri="{FF2B5EF4-FFF2-40B4-BE49-F238E27FC236}">
                    <a16:creationId xmlns:a16="http://schemas.microsoft.com/office/drawing/2014/main" id="{70AC3AB0-04A6-D240-BE6F-B7894C952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4" name="Group 71">
              <a:extLst>
                <a:ext uri="{FF2B5EF4-FFF2-40B4-BE49-F238E27FC236}">
                  <a16:creationId xmlns:a16="http://schemas.microsoft.com/office/drawing/2014/main" id="{2A8F9585-4457-5F4D-B16A-6FFEBF364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7000" y="2773487"/>
              <a:ext cx="282575" cy="304828"/>
              <a:chOff x="1851" y="2490"/>
              <a:chExt cx="178" cy="192"/>
            </a:xfrm>
          </p:grpSpPr>
          <p:sp>
            <p:nvSpPr>
              <p:cNvPr id="148" name="Oval 72">
                <a:extLst>
                  <a:ext uri="{FF2B5EF4-FFF2-40B4-BE49-F238E27FC236}">
                    <a16:creationId xmlns:a16="http://schemas.microsoft.com/office/drawing/2014/main" id="{5F32797C-CBCB-8F40-9224-F94F1083E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9" name="Text Box 73">
                <a:extLst>
                  <a:ext uri="{FF2B5EF4-FFF2-40B4-BE49-F238E27FC236}">
                    <a16:creationId xmlns:a16="http://schemas.microsoft.com/office/drawing/2014/main" id="{9CAEC3EE-2AC6-E148-B2A5-3041FAA5A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3</a:t>
                </a:r>
              </a:p>
            </p:txBody>
          </p:sp>
        </p:grpSp>
        <p:grpSp>
          <p:nvGrpSpPr>
            <p:cNvPr id="135" name="Group 74">
              <a:extLst>
                <a:ext uri="{FF2B5EF4-FFF2-40B4-BE49-F238E27FC236}">
                  <a16:creationId xmlns:a16="http://schemas.microsoft.com/office/drawing/2014/main" id="{968B2C51-FD39-EC45-96C1-D6C06C84D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5925" y="2865570"/>
              <a:ext cx="282575" cy="304828"/>
              <a:chOff x="1851" y="2490"/>
              <a:chExt cx="178" cy="192"/>
            </a:xfrm>
          </p:grpSpPr>
          <p:sp>
            <p:nvSpPr>
              <p:cNvPr id="146" name="Oval 75">
                <a:extLst>
                  <a:ext uri="{FF2B5EF4-FFF2-40B4-BE49-F238E27FC236}">
                    <a16:creationId xmlns:a16="http://schemas.microsoft.com/office/drawing/2014/main" id="{3224D99B-CD2A-D34F-AF9C-CE6ED91E9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7" name="Text Box 76">
                <a:extLst>
                  <a:ext uri="{FF2B5EF4-FFF2-40B4-BE49-F238E27FC236}">
                    <a16:creationId xmlns:a16="http://schemas.microsoft.com/office/drawing/2014/main" id="{59282B1A-941E-E143-9E63-A60BEB4DC6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4</a:t>
                </a:r>
              </a:p>
            </p:txBody>
          </p:sp>
        </p:grpSp>
        <p:sp>
          <p:nvSpPr>
            <p:cNvPr id="136" name="Text Box 77">
              <a:extLst>
                <a:ext uri="{FF2B5EF4-FFF2-40B4-BE49-F238E27FC236}">
                  <a16:creationId xmlns:a16="http://schemas.microsoft.com/office/drawing/2014/main" id="{25D89219-DE02-0245-913B-955A05C37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8" y="3892550"/>
              <a:ext cx="5211762" cy="23698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342900" marR="0" lvl="0" indent="-3429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active  scanning: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Request frame broadcast from H1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Response frames sent from APs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Request frame sent: H1 to selected AP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Response frame sent from selected AP to H1</a:t>
              </a:r>
            </a:p>
          </p:txBody>
        </p:sp>
        <p:grpSp>
          <p:nvGrpSpPr>
            <p:cNvPr id="137" name="Group 361">
              <a:extLst>
                <a:ext uri="{FF2B5EF4-FFF2-40B4-BE49-F238E27FC236}">
                  <a16:creationId xmlns:a16="http://schemas.microsoft.com/office/drawing/2014/main" id="{82C1B60E-E4DC-8A45-BC6F-0B3E6530D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3620" y="2100642"/>
              <a:ext cx="650240" cy="561392"/>
              <a:chOff x="2967" y="478"/>
              <a:chExt cx="788" cy="625"/>
            </a:xfrm>
          </p:grpSpPr>
          <p:pic>
            <p:nvPicPr>
              <p:cNvPr id="144" name="Picture 358" descr="access_point_stylized_small">
                <a:extLst>
                  <a:ext uri="{FF2B5EF4-FFF2-40B4-BE49-F238E27FC236}">
                    <a16:creationId xmlns:a16="http://schemas.microsoft.com/office/drawing/2014/main" id="{71192914-A211-E141-B65D-0DBD5AA3A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5" name="Picture 360" descr="antenna_radiation_stylized">
                <a:extLst>
                  <a:ext uri="{FF2B5EF4-FFF2-40B4-BE49-F238E27FC236}">
                    <a16:creationId xmlns:a16="http://schemas.microsoft.com/office/drawing/2014/main" id="{B26AE539-41D8-BB41-A2C6-F559F4485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8" name="Group 361">
              <a:extLst>
                <a:ext uri="{FF2B5EF4-FFF2-40B4-BE49-F238E27FC236}">
                  <a16:creationId xmlns:a16="http://schemas.microsoft.com/office/drawing/2014/main" id="{466D69C7-4E4E-D44C-99F2-8B4DF3D5F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5780" y="2039676"/>
              <a:ext cx="650240" cy="561392"/>
              <a:chOff x="2967" y="478"/>
              <a:chExt cx="788" cy="625"/>
            </a:xfrm>
          </p:grpSpPr>
          <p:pic>
            <p:nvPicPr>
              <p:cNvPr id="142" name="Picture 358" descr="access_point_stylized_small">
                <a:extLst>
                  <a:ext uri="{FF2B5EF4-FFF2-40B4-BE49-F238E27FC236}">
                    <a16:creationId xmlns:a16="http://schemas.microsoft.com/office/drawing/2014/main" id="{1B885618-9A00-3D4E-9B37-B715ABAEB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360" descr="antenna_radiation_stylized">
                <a:extLst>
                  <a:ext uri="{FF2B5EF4-FFF2-40B4-BE49-F238E27FC236}">
                    <a16:creationId xmlns:a16="http://schemas.microsoft.com/office/drawing/2014/main" id="{4AA49A72-6359-7C4C-9D46-E1F69848F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9" name="Group 356">
              <a:extLst>
                <a:ext uri="{FF2B5EF4-FFF2-40B4-BE49-F238E27FC236}">
                  <a16:creationId xmlns:a16="http://schemas.microsoft.com/office/drawing/2014/main" id="{44C33186-C35F-9641-8B63-1061A46AE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8980" y="2629009"/>
              <a:ext cx="436880" cy="497887"/>
              <a:chOff x="313" y="1497"/>
              <a:chExt cx="1152" cy="1014"/>
            </a:xfrm>
          </p:grpSpPr>
          <p:pic>
            <p:nvPicPr>
              <p:cNvPr id="140" name="Picture 354" descr="laptop_stylized_small">
                <a:extLst>
                  <a:ext uri="{FF2B5EF4-FFF2-40B4-BE49-F238E27FC236}">
                    <a16:creationId xmlns:a16="http://schemas.microsoft.com/office/drawing/2014/main" id="{B5C8A22F-4BEE-8243-AEF5-181C121A8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355" descr="antenna_stylized">
                <a:extLst>
                  <a:ext uri="{FF2B5EF4-FFF2-40B4-BE49-F238E27FC236}">
                    <a16:creationId xmlns:a16="http://schemas.microsoft.com/office/drawing/2014/main" id="{DB29A865-E44B-CF4E-A185-6FA49E16C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82086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802.11: multiple access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196" name="Rectangle 3">
            <a:extLst>
              <a:ext uri="{FF2B5EF4-FFF2-40B4-BE49-F238E27FC236}">
                <a16:creationId xmlns:a16="http://schemas.microsoft.com/office/drawing/2014/main" id="{A492C35A-994E-064C-B918-405846106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36663"/>
            <a:ext cx="104267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kern="0" dirty="0">
                <a:cs typeface="+mn-cs"/>
              </a:rPr>
              <a:t>avoid collisions: 2</a:t>
            </a:r>
            <a:r>
              <a:rPr lang="en-US" kern="0" baseline="30000" dirty="0">
                <a:cs typeface="+mn-cs"/>
              </a:rPr>
              <a:t>+</a:t>
            </a:r>
            <a:r>
              <a:rPr lang="en-US" kern="0" dirty="0">
                <a:cs typeface="+mn-cs"/>
              </a:rPr>
              <a:t> nodes </a:t>
            </a:r>
            <a:r>
              <a:rPr lang="en-US" kern="0" dirty="0">
                <a:cs typeface="+mn-cs"/>
                <a:sym typeface="Symbol" charset="0"/>
              </a:rPr>
              <a:t>transmitting at same time</a:t>
            </a:r>
          </a:p>
          <a:p>
            <a:pPr>
              <a:defRPr/>
            </a:pPr>
            <a:r>
              <a:rPr lang="en-US" kern="0" dirty="0">
                <a:cs typeface="+mn-cs"/>
                <a:sym typeface="Symbol" charset="0"/>
              </a:rPr>
              <a:t>802.11: CSMA - sense before transmitting</a:t>
            </a:r>
          </a:p>
          <a:p>
            <a:pPr lvl="1">
              <a:defRPr/>
            </a:pPr>
            <a:r>
              <a:rPr lang="en-US" kern="0" dirty="0"/>
              <a:t>don’t collide with detected ongoing transmission by another node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802.11: </a:t>
            </a:r>
            <a:r>
              <a:rPr lang="en-US" i="1" kern="0" dirty="0">
                <a:cs typeface="+mn-cs"/>
              </a:rPr>
              <a:t>no</a:t>
            </a:r>
            <a:r>
              <a:rPr lang="en-US" kern="0" dirty="0">
                <a:cs typeface="+mn-cs"/>
              </a:rPr>
              <a:t> collision detection!</a:t>
            </a:r>
          </a:p>
          <a:p>
            <a:pPr lvl="1">
              <a:defRPr/>
            </a:pPr>
            <a:r>
              <a:rPr lang="en-US" kern="0" dirty="0"/>
              <a:t>difficult to sense collisions: high transmitting signal, weak received signal due to fading</a:t>
            </a:r>
          </a:p>
          <a:p>
            <a:pPr lvl="1">
              <a:defRPr/>
            </a:pPr>
            <a:r>
              <a:rPr lang="en-US" kern="0" dirty="0"/>
              <a:t>can’t sense all collisions in any case: hidden terminal, fading</a:t>
            </a:r>
          </a:p>
          <a:p>
            <a:pPr lvl="1">
              <a:defRPr/>
            </a:pPr>
            <a:r>
              <a:rPr lang="en-US" kern="0" dirty="0"/>
              <a:t>goal: </a:t>
            </a:r>
            <a:r>
              <a:rPr lang="en-US" i="1" kern="0" dirty="0">
                <a:solidFill>
                  <a:srgbClr val="0000A8"/>
                </a:solidFill>
              </a:rPr>
              <a:t>avoid collisions:</a:t>
            </a:r>
            <a:r>
              <a:rPr lang="en-US" kern="0" dirty="0">
                <a:solidFill>
                  <a:srgbClr val="0000A8"/>
                </a:solidFill>
              </a:rPr>
              <a:t> </a:t>
            </a:r>
            <a:r>
              <a:rPr lang="en-US" kern="0" dirty="0"/>
              <a:t>CSMA/</a:t>
            </a:r>
            <a:r>
              <a:rPr lang="en-US" u="sng" kern="0" dirty="0">
                <a:solidFill>
                  <a:srgbClr val="0000A8"/>
                </a:solidFill>
              </a:rPr>
              <a:t>C</a:t>
            </a:r>
            <a:r>
              <a:rPr lang="en-US" kern="0" dirty="0"/>
              <a:t>ollision</a:t>
            </a:r>
            <a:r>
              <a:rPr lang="en-US" u="sng" kern="0" dirty="0">
                <a:solidFill>
                  <a:srgbClr val="0000A8"/>
                </a:solidFill>
              </a:rPr>
              <a:t>A</a:t>
            </a:r>
            <a:r>
              <a:rPr lang="en-US" kern="0" dirty="0"/>
              <a:t>voidance</a:t>
            </a:r>
            <a:endParaRPr lang="en-US" sz="2000" kern="0" dirty="0">
              <a:solidFill>
                <a:srgbClr val="FF0000"/>
              </a:solidFill>
            </a:endParaRPr>
          </a:p>
        </p:txBody>
      </p:sp>
      <p:sp>
        <p:nvSpPr>
          <p:cNvPr id="197" name="Text Box 63">
            <a:extLst>
              <a:ext uri="{FF2B5EF4-FFF2-40B4-BE49-F238E27FC236}">
                <a16:creationId xmlns:a16="http://schemas.microsoft.com/office/drawing/2014/main" id="{7326BD09-D43A-DC4E-A90B-C1A4A7921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9138" y="6273800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grpSp>
        <p:nvGrpSpPr>
          <p:cNvPr id="198" name="Group 1">
            <a:extLst>
              <a:ext uri="{FF2B5EF4-FFF2-40B4-BE49-F238E27FC236}">
                <a16:creationId xmlns:a16="http://schemas.microsoft.com/office/drawing/2014/main" id="{4644F3E7-8E99-754A-BFEF-3CEB45EF70DF}"/>
              </a:ext>
            </a:extLst>
          </p:cNvPr>
          <p:cNvGrpSpPr>
            <a:grpSpLocks/>
          </p:cNvGrpSpPr>
          <p:nvPr/>
        </p:nvGrpSpPr>
        <p:grpSpPr bwMode="auto">
          <a:xfrm>
            <a:off x="2616200" y="4905375"/>
            <a:ext cx="2273300" cy="1028700"/>
            <a:chOff x="576580" y="4516120"/>
            <a:chExt cx="3170330" cy="1491615"/>
          </a:xfrm>
        </p:grpSpPr>
        <p:grpSp>
          <p:nvGrpSpPr>
            <p:cNvPr id="199" name="Group 356">
              <a:extLst>
                <a:ext uri="{FF2B5EF4-FFF2-40B4-BE49-F238E27FC236}">
                  <a16:creationId xmlns:a16="http://schemas.microsoft.com/office/drawing/2014/main" id="{34F4117D-08AE-9F48-96F9-E1ABA3C455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160" y="4673600"/>
              <a:ext cx="627380" cy="643255"/>
              <a:chOff x="313" y="1497"/>
              <a:chExt cx="1152" cy="1014"/>
            </a:xfrm>
          </p:grpSpPr>
          <p:pic>
            <p:nvPicPr>
              <p:cNvPr id="212" name="Picture 354" descr="laptop_stylized_small">
                <a:extLst>
                  <a:ext uri="{FF2B5EF4-FFF2-40B4-BE49-F238E27FC236}">
                    <a16:creationId xmlns:a16="http://schemas.microsoft.com/office/drawing/2014/main" id="{EBFEE52C-F9A1-684A-A171-3433FC7A9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Picture 355" descr="antenna_stylized">
                <a:extLst>
                  <a:ext uri="{FF2B5EF4-FFF2-40B4-BE49-F238E27FC236}">
                    <a16:creationId xmlns:a16="http://schemas.microsoft.com/office/drawing/2014/main" id="{F194AAE1-3568-2B48-8B43-FC5B6C9E3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00" name="Freeform 7">
              <a:extLst>
                <a:ext uri="{FF2B5EF4-FFF2-40B4-BE49-F238E27FC236}">
                  <a16:creationId xmlns:a16="http://schemas.microsoft.com/office/drawing/2014/main" id="{CD0A49EF-46E5-D846-9C2A-AE8690B4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" y="4516120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1" name="Line 26">
              <a:extLst>
                <a:ext uri="{FF2B5EF4-FFF2-40B4-BE49-F238E27FC236}">
                  <a16:creationId xmlns:a16="http://schemas.microsoft.com/office/drawing/2014/main" id="{76C2B1AD-68AC-3E43-B204-7A93A10B3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9583" y="5731510"/>
              <a:ext cx="998476" cy="1680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2" name="Line 27">
              <a:extLst>
                <a:ext uri="{FF2B5EF4-FFF2-40B4-BE49-F238E27FC236}">
                  <a16:creationId xmlns:a16="http://schemas.microsoft.com/office/drawing/2014/main" id="{4BE86F7E-DCF1-E241-A677-361DF198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614" y="5250419"/>
              <a:ext cx="407361" cy="322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3" name="Text Box 28">
              <a:extLst>
                <a:ext uri="{FF2B5EF4-FFF2-40B4-BE49-F238E27FC236}">
                  <a16:creationId xmlns:a16="http://schemas.microsoft.com/office/drawing/2014/main" id="{F8D280B8-C33B-EE46-BE35-25A0A1646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444" y="5623323"/>
              <a:ext cx="305521" cy="3061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04" name="Text Box 29">
              <a:extLst>
                <a:ext uri="{FF2B5EF4-FFF2-40B4-BE49-F238E27FC236}">
                  <a16:creationId xmlns:a16="http://schemas.microsoft.com/office/drawing/2014/main" id="{8D70D046-8490-9C45-95F2-E1E2E1111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389" y="5395436"/>
              <a:ext cx="305521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05" name="Text Box 30">
              <a:extLst>
                <a:ext uri="{FF2B5EF4-FFF2-40B4-BE49-F238E27FC236}">
                  <a16:creationId xmlns:a16="http://schemas.microsoft.com/office/drawing/2014/main" id="{4A8C5018-E79C-ED4A-941F-6091893F1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0027" y="4691063"/>
              <a:ext cx="314376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06" name="Group 356">
              <a:extLst>
                <a:ext uri="{FF2B5EF4-FFF2-40B4-BE49-F238E27FC236}">
                  <a16:creationId xmlns:a16="http://schemas.microsoft.com/office/drawing/2014/main" id="{92AFBCB0-6ECF-E140-B653-A8297D54E7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4160" y="5222240"/>
              <a:ext cx="627380" cy="643255"/>
              <a:chOff x="313" y="1497"/>
              <a:chExt cx="1152" cy="1014"/>
            </a:xfrm>
          </p:grpSpPr>
          <p:pic>
            <p:nvPicPr>
              <p:cNvPr id="210" name="Picture 354" descr="laptop_stylized_small">
                <a:extLst>
                  <a:ext uri="{FF2B5EF4-FFF2-40B4-BE49-F238E27FC236}">
                    <a16:creationId xmlns:a16="http://schemas.microsoft.com/office/drawing/2014/main" id="{0D6B975F-13AD-E043-84ED-707EDE77C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355" descr="antenna_stylized">
                <a:extLst>
                  <a:ext uri="{FF2B5EF4-FFF2-40B4-BE49-F238E27FC236}">
                    <a16:creationId xmlns:a16="http://schemas.microsoft.com/office/drawing/2014/main" id="{A38A3A76-2004-4F4D-8DA7-84CE55AB1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07" name="Group 356">
              <a:extLst>
                <a:ext uri="{FF2B5EF4-FFF2-40B4-BE49-F238E27FC236}">
                  <a16:creationId xmlns:a16="http://schemas.microsoft.com/office/drawing/2014/main" id="{213CCD0C-BB43-CD4E-9E90-46A9AE3B3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0160" y="5364480"/>
              <a:ext cx="627380" cy="643255"/>
              <a:chOff x="313" y="1497"/>
              <a:chExt cx="1152" cy="1014"/>
            </a:xfrm>
          </p:grpSpPr>
          <p:pic>
            <p:nvPicPr>
              <p:cNvPr id="208" name="Picture 354" descr="laptop_stylized_small">
                <a:extLst>
                  <a:ext uri="{FF2B5EF4-FFF2-40B4-BE49-F238E27FC236}">
                    <a16:creationId xmlns:a16="http://schemas.microsoft.com/office/drawing/2014/main" id="{E01FC48D-15FA-3B4B-B8D5-B11BDF5B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Picture 355" descr="antenna_stylized">
                <a:extLst>
                  <a:ext uri="{FF2B5EF4-FFF2-40B4-BE49-F238E27FC236}">
                    <a16:creationId xmlns:a16="http://schemas.microsoft.com/office/drawing/2014/main" id="{3DB05C2E-4B6B-6A48-80D8-1F036DF4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14" name="Group 2">
            <a:extLst>
              <a:ext uri="{FF2B5EF4-FFF2-40B4-BE49-F238E27FC236}">
                <a16:creationId xmlns:a16="http://schemas.microsoft.com/office/drawing/2014/main" id="{FBB99A50-E959-6142-BA3A-52AF8F6C998B}"/>
              </a:ext>
            </a:extLst>
          </p:cNvPr>
          <p:cNvGrpSpPr>
            <a:grpSpLocks/>
          </p:cNvGrpSpPr>
          <p:nvPr/>
        </p:nvGrpSpPr>
        <p:grpSpPr bwMode="auto">
          <a:xfrm>
            <a:off x="5969000" y="4702175"/>
            <a:ext cx="2809875" cy="1536700"/>
            <a:chOff x="4821555" y="4226560"/>
            <a:chExt cx="3545890" cy="2024698"/>
          </a:xfrm>
        </p:grpSpPr>
        <p:sp>
          <p:nvSpPr>
            <p:cNvPr id="215" name="Text Box 47">
              <a:extLst>
                <a:ext uri="{FF2B5EF4-FFF2-40B4-BE49-F238E27FC236}">
                  <a16:creationId xmlns:a16="http://schemas.microsoft.com/office/drawing/2014/main" id="{5FA31E1B-FBC4-2A41-ACBE-BD1CEB551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1555" y="4395983"/>
              <a:ext cx="30450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16" name="Text Box 48">
              <a:extLst>
                <a:ext uri="{FF2B5EF4-FFF2-40B4-BE49-F238E27FC236}">
                  <a16:creationId xmlns:a16="http://schemas.microsoft.com/office/drawing/2014/main" id="{BA29D456-DFC5-3C41-AED2-2BEF2E70F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0727" y="4391799"/>
              <a:ext cx="32854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17" name="Text Box 49">
              <a:extLst>
                <a:ext uri="{FF2B5EF4-FFF2-40B4-BE49-F238E27FC236}">
                  <a16:creationId xmlns:a16="http://schemas.microsoft.com/office/drawing/2014/main" id="{475BF790-5035-7347-9875-119C4DA3A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2690" y="4435723"/>
              <a:ext cx="314522" cy="3074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18" name="Text Box 55">
              <a:extLst>
                <a:ext uri="{FF2B5EF4-FFF2-40B4-BE49-F238E27FC236}">
                  <a16:creationId xmlns:a16="http://schemas.microsoft.com/office/drawing/2014/main" id="{4F1AE698-EC84-BA4A-9817-8A6FDD080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3675" y="5222176"/>
              <a:ext cx="827375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19" name="Line 60">
              <a:extLst>
                <a:ext uri="{FF2B5EF4-FFF2-40B4-BE49-F238E27FC236}">
                  <a16:creationId xmlns:a16="http://schemas.microsoft.com/office/drawing/2014/main" id="{12D38917-6C8C-8343-A011-B3A061BC0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5779" y="6251258"/>
              <a:ext cx="326542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61">
              <a:extLst>
                <a:ext uri="{FF2B5EF4-FFF2-40B4-BE49-F238E27FC236}">
                  <a16:creationId xmlns:a16="http://schemas.microsoft.com/office/drawing/2014/main" id="{8402D49A-1618-ED45-AA55-6F6CFAFAD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688" y="5071579"/>
              <a:ext cx="0" cy="113784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Freeform 62">
              <a:extLst>
                <a:ext uri="{FF2B5EF4-FFF2-40B4-BE49-F238E27FC236}">
                  <a16:creationId xmlns:a16="http://schemas.microsoft.com/office/drawing/2014/main" id="{01811282-31AB-1645-AABC-6BEA4EA3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068" y="5127308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23853BFD-C38D-F446-8196-144C09C5D1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0318" y="5097145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Text Box 66">
              <a:extLst>
                <a:ext uri="{FF2B5EF4-FFF2-40B4-BE49-F238E27FC236}">
                  <a16:creationId xmlns:a16="http://schemas.microsoft.com/office/drawing/2014/main" id="{499D56C4-FCB9-374D-B01B-E49B8BFC0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2041" y="5151061"/>
              <a:ext cx="845404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24" name="Line 67">
              <a:extLst>
                <a:ext uri="{FF2B5EF4-FFF2-40B4-BE49-F238E27FC236}">
                  <a16:creationId xmlns:a16="http://schemas.microsoft.com/office/drawing/2014/main" id="{0415FD8B-03B3-2A43-8EB2-237EFE1BB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2320" y="4958631"/>
              <a:ext cx="26044" cy="1263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68">
              <a:extLst>
                <a:ext uri="{FF2B5EF4-FFF2-40B4-BE49-F238E27FC236}">
                  <a16:creationId xmlns:a16="http://schemas.microsoft.com/office/drawing/2014/main" id="{2A0B82D3-EFED-DA43-B9C0-15C3CCD10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2348" y="5027655"/>
              <a:ext cx="0" cy="12068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6" name="Line 69">
              <a:extLst>
                <a:ext uri="{FF2B5EF4-FFF2-40B4-BE49-F238E27FC236}">
                  <a16:creationId xmlns:a16="http://schemas.microsoft.com/office/drawing/2014/main" id="{404E3573-F8C6-5E45-914C-38432DCE3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4145" y="5010922"/>
              <a:ext cx="0" cy="11817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356">
              <a:extLst>
                <a:ext uri="{FF2B5EF4-FFF2-40B4-BE49-F238E27FC236}">
                  <a16:creationId xmlns:a16="http://schemas.microsoft.com/office/drawing/2014/main" id="{8D9D842B-1ABC-7A48-A983-FEB9C60E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8880" y="4257040"/>
              <a:ext cx="627380" cy="643255"/>
              <a:chOff x="313" y="1497"/>
              <a:chExt cx="1152" cy="1014"/>
            </a:xfrm>
          </p:grpSpPr>
          <p:pic>
            <p:nvPicPr>
              <p:cNvPr id="234" name="Picture 354" descr="laptop_stylized_small">
                <a:extLst>
                  <a:ext uri="{FF2B5EF4-FFF2-40B4-BE49-F238E27FC236}">
                    <a16:creationId xmlns:a16="http://schemas.microsoft.com/office/drawing/2014/main" id="{0D7E6CBD-2A6D-9043-AC34-9882E71B2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355" descr="antenna_stylized">
                <a:extLst>
                  <a:ext uri="{FF2B5EF4-FFF2-40B4-BE49-F238E27FC236}">
                    <a16:creationId xmlns:a16="http://schemas.microsoft.com/office/drawing/2014/main" id="{AA67442E-AB80-A949-A557-DFF2CABE6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8" name="Group 356">
              <a:extLst>
                <a:ext uri="{FF2B5EF4-FFF2-40B4-BE49-F238E27FC236}">
                  <a16:creationId xmlns:a16="http://schemas.microsoft.com/office/drawing/2014/main" id="{2A495040-484D-F44C-BA9B-15DC83D9F0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7600" y="4297680"/>
              <a:ext cx="627380" cy="643255"/>
              <a:chOff x="313" y="1497"/>
              <a:chExt cx="1152" cy="1014"/>
            </a:xfrm>
          </p:grpSpPr>
          <p:pic>
            <p:nvPicPr>
              <p:cNvPr id="232" name="Picture 354" descr="laptop_stylized_small">
                <a:extLst>
                  <a:ext uri="{FF2B5EF4-FFF2-40B4-BE49-F238E27FC236}">
                    <a16:creationId xmlns:a16="http://schemas.microsoft.com/office/drawing/2014/main" id="{7BA1549E-0EC3-B64D-B067-EC5189B4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355" descr="antenna_stylized">
                <a:extLst>
                  <a:ext uri="{FF2B5EF4-FFF2-40B4-BE49-F238E27FC236}">
                    <a16:creationId xmlns:a16="http://schemas.microsoft.com/office/drawing/2014/main" id="{3F41AAB7-1902-A04F-9645-A26087CFB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9" name="Group 356">
              <a:extLst>
                <a:ext uri="{FF2B5EF4-FFF2-40B4-BE49-F238E27FC236}">
                  <a16:creationId xmlns:a16="http://schemas.microsoft.com/office/drawing/2014/main" id="{16DA2195-14EA-6243-B65C-EC2B27CCB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74560" y="4226560"/>
              <a:ext cx="627380" cy="643255"/>
              <a:chOff x="313" y="1497"/>
              <a:chExt cx="1152" cy="1014"/>
            </a:xfrm>
          </p:grpSpPr>
          <p:pic>
            <p:nvPicPr>
              <p:cNvPr id="230" name="Picture 354" descr="laptop_stylized_small">
                <a:extLst>
                  <a:ext uri="{FF2B5EF4-FFF2-40B4-BE49-F238E27FC236}">
                    <a16:creationId xmlns:a16="http://schemas.microsoft.com/office/drawing/2014/main" id="{1560AA7B-6B93-2945-9630-C07258D7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355" descr="antenna_stylized">
                <a:extLst>
                  <a:ext uri="{FF2B5EF4-FFF2-40B4-BE49-F238E27FC236}">
                    <a16:creationId xmlns:a16="http://schemas.microsoft.com/office/drawing/2014/main" id="{FF6A7FA0-099E-0D44-B57F-E44DCFA0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7037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 MAC Protocol: CSMA/CA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46F0333A-83DD-F74F-A348-96E317587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98575"/>
            <a:ext cx="6686550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ts val="12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sender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1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sense channel idle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for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DIFS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entire frame (no CD)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1250" y="20923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538" y="20796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Text Box 7">
            <a:extLst>
              <a:ext uri="{FF2B5EF4-FFF2-40B4-BE49-F238E27FC236}">
                <a16:creationId xmlns:a16="http://schemas.microsoft.com/office/drawing/2014/main" id="{ED919692-31A8-054F-9C95-2A52F2A13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1675" y="1735138"/>
            <a:ext cx="828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sender</a:t>
            </a:r>
          </a:p>
        </p:txBody>
      </p:sp>
      <p:sp>
        <p:nvSpPr>
          <p:cNvPr id="66" name="Text Box 8">
            <a:extLst>
              <a:ext uri="{FF2B5EF4-FFF2-40B4-BE49-F238E27FC236}">
                <a16:creationId xmlns:a16="http://schemas.microsoft.com/office/drawing/2014/main" id="{9D11CDA0-1D11-3047-9C1E-3B00DB6D2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60000" y="1744663"/>
            <a:ext cx="9144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receiver</a:t>
            </a:r>
          </a:p>
        </p:txBody>
      </p:sp>
      <p:grpSp>
        <p:nvGrpSpPr>
          <p:cNvPr id="67" name="Group 23">
            <a:extLst>
              <a:ext uri="{FF2B5EF4-FFF2-40B4-BE49-F238E27FC236}">
                <a16:creationId xmlns:a16="http://schemas.microsoft.com/office/drawing/2014/main" id="{DB72C6B2-5F42-674D-8FCA-0841D0870691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2389188"/>
            <a:ext cx="2616200" cy="1690687"/>
            <a:chOff x="3614" y="1617"/>
            <a:chExt cx="1648" cy="1065"/>
          </a:xfrm>
        </p:grpSpPr>
        <p:grpSp>
          <p:nvGrpSpPr>
            <p:cNvPr id="68" name="Group 22">
              <a:extLst>
                <a:ext uri="{FF2B5EF4-FFF2-40B4-BE49-F238E27FC236}">
                  <a16:creationId xmlns:a16="http://schemas.microsoft.com/office/drawing/2014/main" id="{DD95C74A-C16D-0B47-A0ED-FFDE08168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4" y="1617"/>
              <a:ext cx="424" cy="194"/>
              <a:chOff x="3614" y="1617"/>
              <a:chExt cx="424" cy="194"/>
            </a:xfrm>
          </p:grpSpPr>
          <p:sp>
            <p:nvSpPr>
              <p:cNvPr id="72" name="AutoShape 11">
                <a:extLst>
                  <a:ext uri="{FF2B5EF4-FFF2-40B4-BE49-F238E27FC236}">
                    <a16:creationId xmlns:a16="http://schemas.microsoft.com/office/drawing/2014/main" id="{D9BC3A4E-3207-B048-A31E-196D97B6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3" name="Text Box 12">
                <a:extLst>
                  <a:ext uri="{FF2B5EF4-FFF2-40B4-BE49-F238E27FC236}">
                    <a16:creationId xmlns:a16="http://schemas.microsoft.com/office/drawing/2014/main" id="{F79FF5B8-A321-E743-B75F-A96DCDF80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74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</p:grpSp>
        <p:grpSp>
          <p:nvGrpSpPr>
            <p:cNvPr id="69" name="Group 20">
              <a:extLst>
                <a:ext uri="{FF2B5EF4-FFF2-40B4-BE49-F238E27FC236}">
                  <a16:creationId xmlns:a16="http://schemas.microsoft.com/office/drawing/2014/main" id="{11B7C547-387E-4B43-9647-F39A2BBF5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70" name="Freeform 13">
                <a:extLst>
                  <a:ext uri="{FF2B5EF4-FFF2-40B4-BE49-F238E27FC236}">
                    <a16:creationId xmlns:a16="http://schemas.microsoft.com/office/drawing/2014/main" id="{4D50A1EF-833D-AE4E-A262-4DC9557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Text Box 18">
                <a:extLst>
                  <a:ext uri="{FF2B5EF4-FFF2-40B4-BE49-F238E27FC236}">
                    <a16:creationId xmlns:a16="http://schemas.microsoft.com/office/drawing/2014/main" id="{77E61552-4FF0-FB44-8642-9FAF013E8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data</a:t>
                </a:r>
              </a:p>
            </p:txBody>
          </p:sp>
        </p:grpSp>
      </p:grpSp>
      <p:grpSp>
        <p:nvGrpSpPr>
          <p:cNvPr id="74" name="Group 24">
            <a:extLst>
              <a:ext uri="{FF2B5EF4-FFF2-40B4-BE49-F238E27FC236}">
                <a16:creationId xmlns:a16="http://schemas.microsoft.com/office/drawing/2014/main" id="{F39FAC8C-CE88-F844-B77D-4E73F96D7AA0}"/>
              </a:ext>
            </a:extLst>
          </p:cNvPr>
          <p:cNvGrpSpPr>
            <a:grpSpLocks/>
          </p:cNvGrpSpPr>
          <p:nvPr/>
        </p:nvGrpSpPr>
        <p:grpSpPr bwMode="auto">
          <a:xfrm>
            <a:off x="8718550" y="4089400"/>
            <a:ext cx="2511425" cy="923925"/>
            <a:chOff x="4044" y="2688"/>
            <a:chExt cx="1582" cy="582"/>
          </a:xfrm>
        </p:grpSpPr>
        <p:sp>
          <p:nvSpPr>
            <p:cNvPr id="75" name="Text Box 14">
              <a:extLst>
                <a:ext uri="{FF2B5EF4-FFF2-40B4-BE49-F238E27FC236}">
                  <a16:creationId xmlns:a16="http://schemas.microsoft.com/office/drawing/2014/main" id="{121CEDFD-A8A3-3C4E-85EF-92C0E6F78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" y="2697"/>
              <a:ext cx="36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SIFS</a:t>
              </a:r>
            </a:p>
          </p:txBody>
        </p:sp>
        <p:sp>
          <p:nvSpPr>
            <p:cNvPr id="76" name="AutoShape 15">
              <a:extLst>
                <a:ext uri="{FF2B5EF4-FFF2-40B4-BE49-F238E27FC236}">
                  <a16:creationId xmlns:a16="http://schemas.microsoft.com/office/drawing/2014/main" id="{E6E8F24A-63B2-EF45-AC8E-09F08CD033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77" name="Group 21">
              <a:extLst>
                <a:ext uri="{FF2B5EF4-FFF2-40B4-BE49-F238E27FC236}">
                  <a16:creationId xmlns:a16="http://schemas.microsoft.com/office/drawing/2014/main" id="{22A21D51-0387-824E-9A0B-5EA74DE9E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78" name="Freeform 17">
                <a:extLst>
                  <a:ext uri="{FF2B5EF4-FFF2-40B4-BE49-F238E27FC236}">
                    <a16:creationId xmlns:a16="http://schemas.microsoft.com/office/drawing/2014/main" id="{7FAC184E-6A68-7746-9D42-6F57DF8E2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Text Box 19">
                <a:extLst>
                  <a:ext uri="{FF2B5EF4-FFF2-40B4-BE49-F238E27FC236}">
                    <a16:creationId xmlns:a16="http://schemas.microsoft.com/office/drawing/2014/main" id="{9873A3A6-6621-884E-A2FD-7CEFD2BC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415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ACK</a:t>
                </a:r>
              </a:p>
            </p:txBody>
          </p:sp>
        </p:grpSp>
      </p:grpSp>
      <p:sp>
        <p:nvSpPr>
          <p:cNvPr id="80" name="Rectangle 3">
            <a:extLst>
              <a:ext uri="{FF2B5EF4-FFF2-40B4-BE49-F238E27FC236}">
                <a16:creationId xmlns:a16="http://schemas.microsoft.com/office/drawing/2014/main" id="{6F028A54-FC92-ED46-A0E0-E6240E00B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45370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1776"/>
              </a:spcBef>
              <a:spcAft>
                <a:spcPts val="6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receiver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lang="en-US" sz="2400" kern="0" dirty="0">
                <a:solidFill>
                  <a:srgbClr val="000099"/>
                </a:solidFill>
                <a:latin typeface="Arial" charset="0"/>
                <a:cs typeface="Arial" charset="0"/>
              </a:rPr>
              <a:t>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frame received OK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return ACK after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SIFS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(ACK needed due to hidden terminal problem) 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EE65452D-F042-8F4E-9B73-3034C5D8F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25812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2 if sense channel busy 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start random backoff time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timer counts down while channel idle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when timer expires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no ACK, increase random backoff interval, repeat 2</a:t>
            </a:r>
          </a:p>
        </p:txBody>
      </p:sp>
    </p:spTree>
    <p:extLst>
      <p:ext uri="{BB962C8B-B14F-4D97-AF65-F5344CB8AC3E}">
        <p14:creationId xmlns:p14="http://schemas.microsoft.com/office/powerpoint/2010/main" val="276085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2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Avoiding collisions (more)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A36A68D4-8939-1A4D-A6F0-0109DBF73BDB}"/>
              </a:ext>
            </a:extLst>
          </p:cNvPr>
          <p:cNvSpPr txBox="1">
            <a:spLocks noChangeArrowheads="1"/>
          </p:cNvSpPr>
          <p:nvPr/>
        </p:nvSpPr>
        <p:spPr>
          <a:xfrm>
            <a:off x="658958" y="1426008"/>
            <a:ext cx="10909588" cy="42127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idea:</a:t>
            </a:r>
            <a:r>
              <a:rPr lang="en-US" dirty="0">
                <a:solidFill>
                  <a:srgbClr val="C00000"/>
                </a:solidFill>
                <a:cs typeface="Arial" charset="0"/>
              </a:rPr>
              <a:t> </a:t>
            </a:r>
            <a:r>
              <a:rPr lang="en-US" dirty="0"/>
              <a:t>sender </a:t>
            </a:r>
            <a:r>
              <a:rPr lang="en-US" altLang="ja-JP" dirty="0"/>
              <a:t>“</a:t>
            </a:r>
            <a:r>
              <a:rPr lang="en-US" dirty="0"/>
              <a:t>reserves</a:t>
            </a:r>
            <a:r>
              <a:rPr lang="en-US" altLang="ja-JP" dirty="0"/>
              <a:t>”</a:t>
            </a:r>
            <a:r>
              <a:rPr lang="en-US" dirty="0"/>
              <a:t> channel use for data frames using small reservation packets</a:t>
            </a:r>
          </a:p>
          <a:p>
            <a:pPr marL="409575" indent="-279400">
              <a:lnSpc>
                <a:spcPct val="110000"/>
              </a:lnSpc>
              <a:defRPr/>
            </a:pPr>
            <a:r>
              <a:rPr lang="en-US" dirty="0"/>
              <a:t>sender first transmits </a:t>
            </a:r>
            <a:r>
              <a:rPr lang="en-US" i="1" dirty="0"/>
              <a:t>small</a:t>
            </a:r>
            <a:r>
              <a:rPr lang="en-US" dirty="0"/>
              <a:t> </a:t>
            </a:r>
            <a:r>
              <a:rPr lang="en-US" sz="2400" dirty="0"/>
              <a:t>request-to-send</a:t>
            </a:r>
            <a:r>
              <a:rPr lang="en-US" dirty="0"/>
              <a:t> (RTS) packet to BS using CSMA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RTSs may still collide with each other (but they’re short)</a:t>
            </a:r>
          </a:p>
          <a:p>
            <a:pPr marL="409575" indent="-279400">
              <a:defRPr/>
            </a:pPr>
            <a:r>
              <a:rPr lang="en-US" dirty="0"/>
              <a:t>BS broadcasts</a:t>
            </a:r>
            <a:r>
              <a:rPr lang="en-US" sz="2400" dirty="0"/>
              <a:t> </a:t>
            </a:r>
            <a:r>
              <a:rPr lang="en-US" dirty="0"/>
              <a:t>clear-to-send</a:t>
            </a:r>
            <a:r>
              <a:rPr lang="en-US" sz="2400" dirty="0"/>
              <a:t> </a:t>
            </a:r>
            <a:r>
              <a:rPr lang="en-US" dirty="0"/>
              <a:t>CTS in response to RTS</a:t>
            </a:r>
          </a:p>
          <a:p>
            <a:pPr marL="409575" indent="-279400">
              <a:defRPr/>
            </a:pPr>
            <a:r>
              <a:rPr lang="en-US" dirty="0"/>
              <a:t>CTS heard by all nodes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sender transmits data frame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other stations defer transmissions 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634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Collision Avoidance: RTS-CTS exchange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B57108CC-F94A-0647-A61D-117249C9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3014" y="1476955"/>
            <a:ext cx="492125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AP</a:t>
            </a:r>
          </a:p>
        </p:txBody>
      </p:sp>
      <p:sp>
        <p:nvSpPr>
          <p:cNvPr id="50" name="Text Box 41">
            <a:extLst>
              <a:ext uri="{FF2B5EF4-FFF2-40B4-BE49-F238E27FC236}">
                <a16:creationId xmlns:a16="http://schemas.microsoft.com/office/drawing/2014/main" id="{1300CE18-0CEB-194F-B49C-E69348D4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9026" y="1326143"/>
            <a:ext cx="3508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51" name="Text Box 42">
            <a:extLst>
              <a:ext uri="{FF2B5EF4-FFF2-40B4-BE49-F238E27FC236}">
                <a16:creationId xmlns:a16="http://schemas.microsoft.com/office/drawing/2014/main" id="{C15B4151-D54F-2E43-A559-187F3D2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6551" y="1324555"/>
            <a:ext cx="33813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54" name="Line 44">
            <a:extLst>
              <a:ext uri="{FF2B5EF4-FFF2-40B4-BE49-F238E27FC236}">
                <a16:creationId xmlns:a16="http://schemas.microsoft.com/office/drawing/2014/main" id="{B0A88798-8C51-824C-BB8B-592E5F75F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0289" y="1811918"/>
            <a:ext cx="7835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5" name="Group 70">
            <a:extLst>
              <a:ext uri="{FF2B5EF4-FFF2-40B4-BE49-F238E27FC236}">
                <a16:creationId xmlns:a16="http://schemas.microsoft.com/office/drawing/2014/main" id="{B5C9B155-B7CB-1B4C-A43D-E669314D7D9A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1978605"/>
            <a:ext cx="6553199" cy="817563"/>
            <a:chOff x="1128" y="1194"/>
            <a:chExt cx="4128" cy="515"/>
          </a:xfrm>
        </p:grpSpPr>
        <p:grpSp>
          <p:nvGrpSpPr>
            <p:cNvPr id="56" name="Group 9">
              <a:extLst>
                <a:ext uri="{FF2B5EF4-FFF2-40B4-BE49-F238E27FC236}">
                  <a16:creationId xmlns:a16="http://schemas.microsoft.com/office/drawing/2014/main" id="{72C745EB-2518-4F4A-A88F-39EDB9D9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" y="1194"/>
              <a:ext cx="4128" cy="515"/>
              <a:chOff x="587" y="1184"/>
              <a:chExt cx="4128" cy="515"/>
            </a:xfrm>
          </p:grpSpPr>
          <p:sp>
            <p:nvSpPr>
              <p:cNvPr id="59" name="Freeform 7">
                <a:extLst>
                  <a:ext uri="{FF2B5EF4-FFF2-40B4-BE49-F238E27FC236}">
                    <a16:creationId xmlns:a16="http://schemas.microsoft.com/office/drawing/2014/main" id="{E1649A62-E270-D04F-9E7D-3B8C12D2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238"/>
                <a:ext cx="4121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100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" name="Freeform 8">
                <a:extLst>
                  <a:ext uri="{FF2B5EF4-FFF2-40B4-BE49-F238E27FC236}">
                    <a16:creationId xmlns:a16="http://schemas.microsoft.com/office/drawing/2014/main" id="{1A155B4B-DC60-DB4E-A3D9-598BEE4423F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87" y="1184"/>
                <a:ext cx="4128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99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" name="Text Box 51">
              <a:extLst>
                <a:ext uri="{FF2B5EF4-FFF2-40B4-BE49-F238E27FC236}">
                  <a16:creationId xmlns:a16="http://schemas.microsoft.com/office/drawing/2014/main" id="{18042E5E-B8DC-1E40-8C20-81D21EB6E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44" y="1279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5887FEFC-6004-8742-A9EA-B9D54A2D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245820">
              <a:off x="4490" y="1196"/>
              <a:ext cx="60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RTS(B)</a:t>
              </a:r>
            </a:p>
          </p:txBody>
        </p:sp>
      </p:grpSp>
      <p:grpSp>
        <p:nvGrpSpPr>
          <p:cNvPr id="61" name="Group 68">
            <a:extLst>
              <a:ext uri="{FF2B5EF4-FFF2-40B4-BE49-F238E27FC236}">
                <a16:creationId xmlns:a16="http://schemas.microsoft.com/office/drawing/2014/main" id="{98848F57-B443-D64E-A40E-7A9F1DA9DBED}"/>
              </a:ext>
            </a:extLst>
          </p:cNvPr>
          <p:cNvGrpSpPr>
            <a:grpSpLocks/>
          </p:cNvGrpSpPr>
          <p:nvPr/>
        </p:nvGrpSpPr>
        <p:grpSpPr bwMode="auto">
          <a:xfrm>
            <a:off x="2395976" y="2777118"/>
            <a:ext cx="6486526" cy="1174750"/>
            <a:chOff x="1134" y="1697"/>
            <a:chExt cx="4086" cy="740"/>
          </a:xfrm>
        </p:grpSpPr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F802FF6E-2848-2A4C-BB8D-931A8FD8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7"/>
              <a:ext cx="3642" cy="461"/>
            </a:xfrm>
            <a:custGeom>
              <a:avLst/>
              <a:gdLst>
                <a:gd name="T0" fmla="*/ 1 w 2996"/>
                <a:gd name="T1" fmla="*/ 0 h 461"/>
                <a:gd name="T2" fmla="*/ 9668 w 2996"/>
                <a:gd name="T3" fmla="*/ 298 h 461"/>
                <a:gd name="T4" fmla="*/ 9668 w 2996"/>
                <a:gd name="T5" fmla="*/ 461 h 461"/>
                <a:gd name="T6" fmla="*/ 0 w 2996"/>
                <a:gd name="T7" fmla="*/ 160 h 461"/>
                <a:gd name="T8" fmla="*/ 1 w 2996"/>
                <a:gd name="T9" fmla="*/ 0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6" h="461">
                  <a:moveTo>
                    <a:pt x="1" y="0"/>
                  </a:moveTo>
                  <a:lnTo>
                    <a:pt x="2996" y="298"/>
                  </a:lnTo>
                  <a:lnTo>
                    <a:pt x="2996" y="461"/>
                  </a:lnTo>
                  <a:lnTo>
                    <a:pt x="0" y="160"/>
                  </a:lnTo>
                  <a:lnTo>
                    <a:pt x="1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5">
                    <a:lumMod val="60000"/>
                    <a:lumOff val="40000"/>
                  </a:schemeClr>
                </a:gs>
                <a:gs pos="99000">
                  <a:schemeClr val="accent5">
                    <a:lumMod val="20000"/>
                    <a:lumOff val="80000"/>
                  </a:scheme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Text Box 54">
              <a:extLst>
                <a:ext uri="{FF2B5EF4-FFF2-40B4-BE49-F238E27FC236}">
                  <a16:creationId xmlns:a16="http://schemas.microsoft.com/office/drawing/2014/main" id="{209499D7-0BB1-E244-8335-0B09C2146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51" y="1738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29BE5B68-7534-AE42-894F-FC6E6CB2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082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Freeform 57">
              <a:extLst>
                <a:ext uri="{FF2B5EF4-FFF2-40B4-BE49-F238E27FC236}">
                  <a16:creationId xmlns:a16="http://schemas.microsoft.com/office/drawing/2014/main" id="{3B1968BC-1529-3D4A-962E-D401C6E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82"/>
              <a:ext cx="1831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0">
                  <a:srgbClr val="E4DBF3"/>
                </a:gs>
                <a:gs pos="10000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C0C2C1BA-91FF-224E-A246-0B05B174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584" y="215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  <p:sp>
          <p:nvSpPr>
            <p:cNvPr id="67" name="Text Box 59">
              <a:extLst>
                <a:ext uri="{FF2B5EF4-FFF2-40B4-BE49-F238E27FC236}">
                  <a16:creationId xmlns:a16="http://schemas.microsoft.com/office/drawing/2014/main" id="{EB9E4AF6-51F3-ED4F-B073-A7D914972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16" y="214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</p:grpSp>
      <p:grpSp>
        <p:nvGrpSpPr>
          <p:cNvPr id="68" name="Group 69">
            <a:extLst>
              <a:ext uri="{FF2B5EF4-FFF2-40B4-BE49-F238E27FC236}">
                <a16:creationId xmlns:a16="http://schemas.microsoft.com/office/drawing/2014/main" id="{C9129164-32D4-5B48-854B-478611C1D69B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4039180"/>
            <a:ext cx="6553201" cy="2174875"/>
            <a:chOff x="1128" y="2492"/>
            <a:chExt cx="4128" cy="1370"/>
          </a:xfrm>
        </p:grpSpPr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1752D4D-8298-AD4B-B9D2-D2DED1E2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92"/>
              <a:ext cx="4128" cy="1134"/>
            </a:xfrm>
            <a:custGeom>
              <a:avLst/>
              <a:gdLst>
                <a:gd name="T0" fmla="*/ 0 w 3652"/>
                <a:gd name="T1" fmla="*/ 0 h 1134"/>
                <a:gd name="T2" fmla="*/ 3652 w 3652"/>
                <a:gd name="T3" fmla="*/ 318 h 1134"/>
                <a:gd name="T4" fmla="*/ 3652 w 3652"/>
                <a:gd name="T5" fmla="*/ 1134 h 1134"/>
                <a:gd name="T6" fmla="*/ 1 w 3652"/>
                <a:gd name="T7" fmla="*/ 787 h 1134"/>
                <a:gd name="T8" fmla="*/ 0 w 3652"/>
                <a:gd name="T9" fmla="*/ 0 h 1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2" h="1134">
                  <a:moveTo>
                    <a:pt x="0" y="0"/>
                  </a:moveTo>
                  <a:lnTo>
                    <a:pt x="3652" y="318"/>
                  </a:lnTo>
                  <a:lnTo>
                    <a:pt x="3652" y="1134"/>
                  </a:lnTo>
                  <a:lnTo>
                    <a:pt x="1" y="78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9BE6CC"/>
                </a:gs>
                <a:gs pos="0">
                  <a:srgbClr val="37CC99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61">
              <a:extLst>
                <a:ext uri="{FF2B5EF4-FFF2-40B4-BE49-F238E27FC236}">
                  <a16:creationId xmlns:a16="http://schemas.microsoft.com/office/drawing/2014/main" id="{1C858E66-F881-2349-9632-3938A557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814"/>
              <a:ext cx="113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DATA (A)</a:t>
              </a:r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835BC1D8-E6BA-1941-80A9-2C5FA5DB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07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930C8B83-C511-364F-B285-9B194E17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08"/>
              <a:ext cx="1843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108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64">
              <a:extLst>
                <a:ext uri="{FF2B5EF4-FFF2-40B4-BE49-F238E27FC236}">
                  <a16:creationId xmlns:a16="http://schemas.microsoft.com/office/drawing/2014/main" id="{80925179-49BC-2349-8992-75BB30FC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600" y="358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E7403CA7-E600-0C4C-A60D-9BA8AB297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32" y="357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</p:grpSp>
      <p:grpSp>
        <p:nvGrpSpPr>
          <p:cNvPr id="75" name="Group 66">
            <a:extLst>
              <a:ext uri="{FF2B5EF4-FFF2-40B4-BE49-F238E27FC236}">
                <a16:creationId xmlns:a16="http://schemas.microsoft.com/office/drawing/2014/main" id="{F05D0514-260E-1E43-8388-78F33D7F0C1D}"/>
              </a:ext>
            </a:extLst>
          </p:cNvPr>
          <p:cNvGrpSpPr>
            <a:grpSpLocks/>
          </p:cNvGrpSpPr>
          <p:nvPr/>
        </p:nvGrpSpPr>
        <p:grpSpPr bwMode="auto">
          <a:xfrm>
            <a:off x="5013764" y="2129418"/>
            <a:ext cx="3109912" cy="715962"/>
            <a:chOff x="2596" y="1330"/>
            <a:chExt cx="1959" cy="451"/>
          </a:xfrm>
        </p:grpSpPr>
        <p:sp>
          <p:nvSpPr>
            <p:cNvPr id="76" name="AutoShape 10">
              <a:extLst>
                <a:ext uri="{FF2B5EF4-FFF2-40B4-BE49-F238E27FC236}">
                  <a16:creationId xmlns:a16="http://schemas.microsoft.com/office/drawing/2014/main" id="{832EF9D7-69BC-5545-AB6F-7343415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77" name="Text Box 11">
              <a:extLst>
                <a:ext uri="{FF2B5EF4-FFF2-40B4-BE49-F238E27FC236}">
                  <a16:creationId xmlns:a16="http://schemas.microsoft.com/office/drawing/2014/main" id="{575A100D-49B2-0D44-9324-89E1FB01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" y="1550"/>
              <a:ext cx="177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reservation collision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F24F12-CE7B-D443-8C15-F591194A251A}"/>
              </a:ext>
            </a:extLst>
          </p:cNvPr>
          <p:cNvGrpSpPr>
            <a:grpSpLocks/>
          </p:cNvGrpSpPr>
          <p:nvPr/>
        </p:nvGrpSpPr>
        <p:grpSpPr bwMode="auto">
          <a:xfrm>
            <a:off x="8939651" y="3755018"/>
            <a:ext cx="711200" cy="2548800"/>
            <a:chOff x="8205350" y="3671888"/>
            <a:chExt cx="711200" cy="2548800"/>
          </a:xfrm>
        </p:grpSpPr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8861D341-8C8D-1748-B284-6F9756322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8038" y="3671888"/>
              <a:ext cx="0" cy="254880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0" name="Text Box 72">
              <a:extLst>
                <a:ext uri="{FF2B5EF4-FFF2-40B4-BE49-F238E27FC236}">
                  <a16:creationId xmlns:a16="http://schemas.microsoft.com/office/drawing/2014/main" id="{36ECAC2C-38BD-2145-8811-D01C7C88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5350" y="4689475"/>
              <a:ext cx="711200" cy="3698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defer</a:t>
              </a:r>
            </a:p>
          </p:txBody>
        </p:sp>
      </p:grpSp>
      <p:grpSp>
        <p:nvGrpSpPr>
          <p:cNvPr id="81" name="Group 361">
            <a:extLst>
              <a:ext uri="{FF2B5EF4-FFF2-40B4-BE49-F238E27FC236}">
                <a16:creationId xmlns:a16="http://schemas.microsoft.com/office/drawing/2014/main" id="{DC6E86CC-64EA-0E4F-A3DA-0C7FF44F1C9F}"/>
              </a:ext>
            </a:extLst>
          </p:cNvPr>
          <p:cNvGrpSpPr>
            <a:grpSpLocks/>
          </p:cNvGrpSpPr>
          <p:nvPr/>
        </p:nvGrpSpPr>
        <p:grpSpPr bwMode="auto">
          <a:xfrm>
            <a:off x="4923276" y="1200730"/>
            <a:ext cx="650875" cy="561975"/>
            <a:chOff x="2967" y="478"/>
            <a:chExt cx="788" cy="625"/>
          </a:xfrm>
        </p:grpSpPr>
        <p:pic>
          <p:nvPicPr>
            <p:cNvPr id="82" name="Picture 358" descr="access_point_stylized_small">
              <a:extLst>
                <a:ext uri="{FF2B5EF4-FFF2-40B4-BE49-F238E27FC236}">
                  <a16:creationId xmlns:a16="http://schemas.microsoft.com/office/drawing/2014/main" id="{ACF5FCAA-0076-D945-A436-4B3616F2A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0" descr="antenna_radiation_stylized">
              <a:extLst>
                <a:ext uri="{FF2B5EF4-FFF2-40B4-BE49-F238E27FC236}">
                  <a16:creationId xmlns:a16="http://schemas.microsoft.com/office/drawing/2014/main" id="{F33EA2B5-9337-7F4E-AA4E-DD2845CB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356">
            <a:extLst>
              <a:ext uri="{FF2B5EF4-FFF2-40B4-BE49-F238E27FC236}">
                <a16:creationId xmlns:a16="http://schemas.microsoft.com/office/drawing/2014/main" id="{11578272-6776-B94A-AAF0-9F563045AD45}"/>
              </a:ext>
            </a:extLst>
          </p:cNvPr>
          <p:cNvGrpSpPr>
            <a:grpSpLocks/>
          </p:cNvGrpSpPr>
          <p:nvPr/>
        </p:nvGrpSpPr>
        <p:grpSpPr bwMode="auto">
          <a:xfrm>
            <a:off x="2110226" y="1140405"/>
            <a:ext cx="609600" cy="598488"/>
            <a:chOff x="313" y="1497"/>
            <a:chExt cx="1152" cy="1014"/>
          </a:xfrm>
        </p:grpSpPr>
        <p:pic>
          <p:nvPicPr>
            <p:cNvPr id="85" name="Picture 354" descr="laptop_stylized_small">
              <a:extLst>
                <a:ext uri="{FF2B5EF4-FFF2-40B4-BE49-F238E27FC236}">
                  <a16:creationId xmlns:a16="http://schemas.microsoft.com/office/drawing/2014/main" id="{E256E2DD-3C54-0549-A903-4CAE5BCED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5" descr="antenna_stylized">
              <a:extLst>
                <a:ext uri="{FF2B5EF4-FFF2-40B4-BE49-F238E27FC236}">
                  <a16:creationId xmlns:a16="http://schemas.microsoft.com/office/drawing/2014/main" id="{93764C0E-BB21-0A41-9D23-7F9259FB5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62EC1392-7192-674C-9F39-338C35E2F689}"/>
              </a:ext>
            </a:extLst>
          </p:cNvPr>
          <p:cNvGrpSpPr>
            <a:grpSpLocks/>
          </p:cNvGrpSpPr>
          <p:nvPr/>
        </p:nvGrpSpPr>
        <p:grpSpPr bwMode="auto">
          <a:xfrm>
            <a:off x="8561826" y="1170568"/>
            <a:ext cx="609600" cy="598487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B6D6F070-5327-4042-9FC7-74F8D2228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EBDBBDB2-0438-8041-89B1-F3D300C6F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692E6CB-15CD-2240-9932-047722556C45}"/>
              </a:ext>
            </a:extLst>
          </p:cNvPr>
          <p:cNvCxnSpPr/>
          <p:nvPr/>
        </p:nvCxnSpPr>
        <p:spPr>
          <a:xfrm>
            <a:off x="1745679" y="2008911"/>
            <a:ext cx="0" cy="3810000"/>
          </a:xfrm>
          <a:prstGeom prst="straightConnector1">
            <a:avLst/>
          </a:prstGeom>
          <a:ln w="158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 Box 46">
            <a:extLst>
              <a:ext uri="{FF2B5EF4-FFF2-40B4-BE49-F238E27FC236}">
                <a16:creationId xmlns:a16="http://schemas.microsoft.com/office/drawing/2014/main" id="{F0293F4D-BED0-464C-94AF-66657377F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1972" y="4165386"/>
            <a:ext cx="620712" cy="3698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68404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24" name="Text Box 12">
            <a:extLst>
              <a:ext uri="{FF2B5EF4-FFF2-40B4-BE49-F238E27FC236}">
                <a16:creationId xmlns:a16="http://schemas.microsoft.com/office/drawing/2014/main" id="{EB802AA9-5C9F-1F41-8DAA-4DADB50C3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5" name="Text Box 13">
            <a:extLst>
              <a:ext uri="{FF2B5EF4-FFF2-40B4-BE49-F238E27FC236}">
                <a16:creationId xmlns:a16="http://schemas.microsoft.com/office/drawing/2014/main" id="{976031FD-0DE5-5B4A-80BD-BD79CEF9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6" name="Text Box 14">
            <a:extLst>
              <a:ext uri="{FF2B5EF4-FFF2-40B4-BE49-F238E27FC236}">
                <a16:creationId xmlns:a16="http://schemas.microsoft.com/office/drawing/2014/main" id="{FC24CF30-0DB1-DC4B-A5A5-09191098D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7" name="Text Box 15">
            <a:extLst>
              <a:ext uri="{FF2B5EF4-FFF2-40B4-BE49-F238E27FC236}">
                <a16:creationId xmlns:a16="http://schemas.microsoft.com/office/drawing/2014/main" id="{061DB4A9-0D08-7F4F-A90E-91ADB310D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9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8" name="Text Box 16">
            <a:extLst>
              <a:ext uri="{FF2B5EF4-FFF2-40B4-BE49-F238E27FC236}">
                <a16:creationId xmlns:a16="http://schemas.microsoft.com/office/drawing/2014/main" id="{2D692E38-D5F5-884C-8D26-3DC54A227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75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9" name="Text Box 17">
            <a:extLst>
              <a:ext uri="{FF2B5EF4-FFF2-40B4-BE49-F238E27FC236}">
                <a16:creationId xmlns:a16="http://schemas.microsoft.com/office/drawing/2014/main" id="{2E76FE38-B6C0-E94A-A8BE-2F6C0BAB0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7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30" name="Text Box 18">
            <a:extLst>
              <a:ext uri="{FF2B5EF4-FFF2-40B4-BE49-F238E27FC236}">
                <a16:creationId xmlns:a16="http://schemas.microsoft.com/office/drawing/2014/main" id="{32F7DF4E-4B6B-D24E-83B6-A3737523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1796" y="1243396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31" name="Text Box 19">
            <a:extLst>
              <a:ext uri="{FF2B5EF4-FFF2-40B4-BE49-F238E27FC236}">
                <a16:creationId xmlns:a16="http://schemas.microsoft.com/office/drawing/2014/main" id="{388E12FB-1C38-A247-889D-979C8164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708" y="1240482"/>
            <a:ext cx="102784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0 - 2312</a:t>
            </a:r>
          </a:p>
        </p:txBody>
      </p:sp>
      <p:sp>
        <p:nvSpPr>
          <p:cNvPr id="132" name="Text Box 20">
            <a:extLst>
              <a:ext uri="{FF2B5EF4-FFF2-40B4-BE49-F238E27FC236}">
                <a16:creationId xmlns:a16="http://schemas.microsoft.com/office/drawing/2014/main" id="{18BB5749-AEFF-2549-A25A-F61CA6314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7496" y="1240118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4</a:t>
            </a:r>
          </a:p>
        </p:txBody>
      </p:sp>
      <p:sp>
        <p:nvSpPr>
          <p:cNvPr id="137" name="Text Box 55">
            <a:extLst>
              <a:ext uri="{FF2B5EF4-FFF2-40B4-BE49-F238E27FC236}">
                <a16:creationId xmlns:a16="http://schemas.microsoft.com/office/drawing/2014/main" id="{8AFA0209-7D36-5C40-9653-C3B23F499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850" y="3375310"/>
            <a:ext cx="3390721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1: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MAC address of wireless host or AP  to receive this frame</a:t>
            </a:r>
          </a:p>
        </p:txBody>
      </p:sp>
      <p:sp>
        <p:nvSpPr>
          <p:cNvPr id="140" name="Text Box 58">
            <a:extLst>
              <a:ext uri="{FF2B5EF4-FFF2-40B4-BE49-F238E27FC236}">
                <a16:creationId xmlns:a16="http://schemas.microsoft.com/office/drawing/2014/main" id="{1149C5E4-EC40-194B-B404-ED6C93E0F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841" y="3388845"/>
            <a:ext cx="3235902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4: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used only in ad hoc mode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AF74D66-AC0A-4948-956A-137D269B89FE}"/>
              </a:ext>
            </a:extLst>
          </p:cNvPr>
          <p:cNvGrpSpPr/>
          <p:nvPr/>
        </p:nvGrpSpPr>
        <p:grpSpPr>
          <a:xfrm>
            <a:off x="1939636" y="1546513"/>
            <a:ext cx="8091055" cy="854364"/>
            <a:chOff x="1981199" y="2322368"/>
            <a:chExt cx="8091055" cy="85436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229BFC-8C9D-5341-AFF9-493C1C33ECA0}"/>
                </a:ext>
              </a:extLst>
            </p:cNvPr>
            <p:cNvSpPr/>
            <p:nvPr/>
          </p:nvSpPr>
          <p:spPr>
            <a:xfrm>
              <a:off x="1981199" y="2369127"/>
              <a:ext cx="8091055" cy="748146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767F13F-1490-C040-9619-96164A9D583F}"/>
                </a:ext>
              </a:extLst>
            </p:cNvPr>
            <p:cNvCxnSpPr/>
            <p:nvPr/>
          </p:nvCxnSpPr>
          <p:spPr>
            <a:xfrm>
              <a:off x="2826327" y="234141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AA45C04-3EEC-A54A-B447-129E48EA93A7}"/>
                </a:ext>
              </a:extLst>
            </p:cNvPr>
            <p:cNvCxnSpPr/>
            <p:nvPr/>
          </p:nvCxnSpPr>
          <p:spPr>
            <a:xfrm>
              <a:off x="36740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30F2417-8AA1-B34D-BAED-58697FAA172F}"/>
                </a:ext>
              </a:extLst>
            </p:cNvPr>
            <p:cNvCxnSpPr/>
            <p:nvPr/>
          </p:nvCxnSpPr>
          <p:spPr>
            <a:xfrm>
              <a:off x="4515427" y="23731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8036314-22EF-A546-8B34-64A33BD2787D}"/>
                </a:ext>
              </a:extLst>
            </p:cNvPr>
            <p:cNvCxnSpPr/>
            <p:nvPr/>
          </p:nvCxnSpPr>
          <p:spPr>
            <a:xfrm>
              <a:off x="5347277" y="23604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E34173DD-F5BD-B547-999E-4FA4E0302BE7}"/>
                </a:ext>
              </a:extLst>
            </p:cNvPr>
            <p:cNvCxnSpPr/>
            <p:nvPr/>
          </p:nvCxnSpPr>
          <p:spPr>
            <a:xfrm>
              <a:off x="6185477" y="23477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CC004E3-DD67-494B-96F9-992882A2BB95}"/>
                </a:ext>
              </a:extLst>
            </p:cNvPr>
            <p:cNvCxnSpPr/>
            <p:nvPr/>
          </p:nvCxnSpPr>
          <p:spPr>
            <a:xfrm>
              <a:off x="7023677" y="23350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BEC4A59E-2798-E14B-8864-897D2A4077AB}"/>
                </a:ext>
              </a:extLst>
            </p:cNvPr>
            <p:cNvCxnSpPr/>
            <p:nvPr/>
          </p:nvCxnSpPr>
          <p:spPr>
            <a:xfrm>
              <a:off x="7861877" y="23223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5D32E6D-CD0F-B947-BECB-0BB4432C2069}"/>
                </a:ext>
              </a:extLst>
            </p:cNvPr>
            <p:cNvCxnSpPr/>
            <p:nvPr/>
          </p:nvCxnSpPr>
          <p:spPr>
            <a:xfrm>
              <a:off x="92366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Rectangle 3">
            <a:extLst>
              <a:ext uri="{FF2B5EF4-FFF2-40B4-BE49-F238E27FC236}">
                <a16:creationId xmlns:a16="http://schemas.microsoft.com/office/drawing/2014/main" id="{19FB91BB-3917-6C4C-A950-F94A76A4F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3485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frame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control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F3F7D97F-8B3D-E248-8ED4-6A7E4027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duration</a:t>
            </a:r>
          </a:p>
        </p:txBody>
      </p:sp>
      <p:sp>
        <p:nvSpPr>
          <p:cNvPr id="117" name="Rectangle 5">
            <a:extLst>
              <a:ext uri="{FF2B5EF4-FFF2-40B4-BE49-F238E27FC236}">
                <a16:creationId xmlns:a16="http://schemas.microsoft.com/office/drawing/2014/main" id="{91218FF9-7C58-A646-B5C2-DE83E6B62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94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1</a:t>
            </a:r>
          </a:p>
        </p:txBody>
      </p:sp>
      <p:sp>
        <p:nvSpPr>
          <p:cNvPr id="118" name="Rectangle 6">
            <a:extLst>
              <a:ext uri="{FF2B5EF4-FFF2-40B4-BE49-F238E27FC236}">
                <a16:creationId xmlns:a16="http://schemas.microsoft.com/office/drawing/2014/main" id="{D7D7633B-DBB6-0847-9C11-53C1398B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76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2</a:t>
            </a:r>
          </a:p>
        </p:txBody>
      </p:sp>
      <p:sp>
        <p:nvSpPr>
          <p:cNvPr id="119" name="Rectangle 7">
            <a:extLst>
              <a:ext uri="{FF2B5EF4-FFF2-40B4-BE49-F238E27FC236}">
                <a16:creationId xmlns:a16="http://schemas.microsoft.com/office/drawing/2014/main" id="{E39443BA-2E24-114F-85CB-5CA6A7DF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2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4</a:t>
            </a:r>
          </a:p>
        </p:txBody>
      </p:sp>
      <p:sp>
        <p:nvSpPr>
          <p:cNvPr id="120" name="Rectangle 8">
            <a:extLst>
              <a:ext uri="{FF2B5EF4-FFF2-40B4-BE49-F238E27FC236}">
                <a16:creationId xmlns:a16="http://schemas.microsoft.com/office/drawing/2014/main" id="{5B42CCAD-488D-4840-9DA3-9D221E25A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8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3</a:t>
            </a:r>
          </a:p>
        </p:txBody>
      </p:sp>
      <p:sp>
        <p:nvSpPr>
          <p:cNvPr id="121" name="Rectangle 9">
            <a:extLst>
              <a:ext uri="{FF2B5EF4-FFF2-40B4-BE49-F238E27FC236}">
                <a16:creationId xmlns:a16="http://schemas.microsoft.com/office/drawing/2014/main" id="{5ABA6D97-54D1-3B48-8E35-4BD2C716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22" name="Rectangle 10">
            <a:extLst>
              <a:ext uri="{FF2B5EF4-FFF2-40B4-BE49-F238E27FC236}">
                <a16:creationId xmlns:a16="http://schemas.microsoft.com/office/drawing/2014/main" id="{B26FE9E4-8E06-0D45-A2FC-D385D56A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430" y="1672504"/>
            <a:ext cx="1371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payload</a:t>
            </a:r>
          </a:p>
        </p:txBody>
      </p:sp>
      <p:sp>
        <p:nvSpPr>
          <p:cNvPr id="123" name="Rectangle 11">
            <a:extLst>
              <a:ext uri="{FF2B5EF4-FFF2-40B4-BE49-F238E27FC236}">
                <a16:creationId xmlns:a16="http://schemas.microsoft.com/office/drawing/2014/main" id="{99410C58-51A8-2F4C-AAF8-53D3A0A09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2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CRC</a:t>
            </a:r>
          </a:p>
        </p:txBody>
      </p:sp>
      <p:sp>
        <p:nvSpPr>
          <p:cNvPr id="133" name="Text Box 21">
            <a:extLst>
              <a:ext uri="{FF2B5EF4-FFF2-40B4-BE49-F238E27FC236}">
                <a16:creationId xmlns:a16="http://schemas.microsoft.com/office/drawing/2014/main" id="{42BF6590-B2B6-1548-BA6F-9A4B4FEF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2992" y="1705119"/>
            <a:ext cx="857927" cy="541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seq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control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1E041B5-9738-A742-BCFC-9F35F63D2AE4}"/>
              </a:ext>
            </a:extLst>
          </p:cNvPr>
          <p:cNvGrpSpPr/>
          <p:nvPr/>
        </p:nvGrpSpPr>
        <p:grpSpPr>
          <a:xfrm>
            <a:off x="1873822" y="2507673"/>
            <a:ext cx="3199209" cy="3495460"/>
            <a:chOff x="1873822" y="2507673"/>
            <a:chExt cx="3199209" cy="3495460"/>
          </a:xfrm>
        </p:grpSpPr>
        <p:sp>
          <p:nvSpPr>
            <p:cNvPr id="134" name="Text Box 52">
              <a:extLst>
                <a:ext uri="{FF2B5EF4-FFF2-40B4-BE49-F238E27FC236}">
                  <a16:creationId xmlns:a16="http://schemas.microsoft.com/office/drawing/2014/main" id="{F97A879F-B7E1-CE4E-8035-D753916E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822" y="4913604"/>
              <a:ext cx="3199209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2: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of wireless host or AP 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transmitting this frame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1320556-572C-904C-8890-04AFCC19201A}"/>
                </a:ext>
              </a:extLst>
            </p:cNvPr>
            <p:cNvCxnSpPr>
              <a:cxnSpLocks/>
            </p:cNvCxnSpPr>
            <p:nvPr/>
          </p:nvCxnSpPr>
          <p:spPr>
            <a:xfrm>
              <a:off x="4904509" y="2507673"/>
              <a:ext cx="0" cy="24938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9AAB3E1-AF2C-8D47-847E-1949D73810EB}"/>
              </a:ext>
            </a:extLst>
          </p:cNvPr>
          <p:cNvGrpSpPr/>
          <p:nvPr/>
        </p:nvGrpSpPr>
        <p:grpSpPr>
          <a:xfrm>
            <a:off x="5552352" y="2500745"/>
            <a:ext cx="3854882" cy="3077369"/>
            <a:chOff x="5552352" y="2500745"/>
            <a:chExt cx="3854882" cy="3077369"/>
          </a:xfrm>
        </p:grpSpPr>
        <p:sp>
          <p:nvSpPr>
            <p:cNvPr id="139" name="Text Box 57">
              <a:extLst>
                <a:ext uri="{FF2B5EF4-FFF2-40B4-BE49-F238E27FC236}">
                  <a16:creationId xmlns:a16="http://schemas.microsoft.com/office/drawing/2014/main" id="{1DD1FB07-4CE6-6A40-AF67-3866E5A19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352" y="4488585"/>
              <a:ext cx="3854882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3: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 of router interface to which AP is attached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EAC2366-7D3C-584C-B185-DBF8143021CB}"/>
                </a:ext>
              </a:extLst>
            </p:cNvPr>
            <p:cNvCxnSpPr/>
            <p:nvPr/>
          </p:nvCxnSpPr>
          <p:spPr>
            <a:xfrm>
              <a:off x="5708072" y="2500745"/>
              <a:ext cx="0" cy="198120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990687-2977-D243-A059-3ABE1E9EFB59}"/>
              </a:ext>
            </a:extLst>
          </p:cNvPr>
          <p:cNvCxnSpPr/>
          <p:nvPr/>
        </p:nvCxnSpPr>
        <p:spPr>
          <a:xfrm>
            <a:off x="7426036" y="2521527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CEE2B4BE-9FE0-934B-A00D-AA5706A4320B}"/>
              </a:ext>
            </a:extLst>
          </p:cNvPr>
          <p:cNvCxnSpPr/>
          <p:nvPr/>
        </p:nvCxnSpPr>
        <p:spPr>
          <a:xfrm>
            <a:off x="3990109" y="2514600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9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53" name="Oval 3">
            <a:extLst>
              <a:ext uri="{FF2B5EF4-FFF2-40B4-BE49-F238E27FC236}">
                <a16:creationId xmlns:a16="http://schemas.microsoft.com/office/drawing/2014/main" id="{B7A96E68-A308-AB4B-BFE7-480796548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606" y="1243734"/>
            <a:ext cx="2454275" cy="237490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cs typeface="Arial" charset="0"/>
            </a:endParaRPr>
          </a:p>
        </p:txBody>
      </p:sp>
      <p:sp>
        <p:nvSpPr>
          <p:cNvPr id="154" name="Line 23">
            <a:extLst>
              <a:ext uri="{FF2B5EF4-FFF2-40B4-BE49-F238E27FC236}">
                <a16:creationId xmlns:a16="http://schemas.microsoft.com/office/drawing/2014/main" id="{CF0F70EE-5942-ED42-A710-11B04F52B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3218" y="2756622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55" name="Line 25">
            <a:extLst>
              <a:ext uri="{FF2B5EF4-FFF2-40B4-BE49-F238E27FC236}">
                <a16:creationId xmlns:a16="http://schemas.microsoft.com/office/drawing/2014/main" id="{FB9261F9-19E3-3F45-A421-E07670FFAD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9618" y="2299422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156" name="Group 26">
            <a:extLst>
              <a:ext uri="{FF2B5EF4-FFF2-40B4-BE49-F238E27FC236}">
                <a16:creationId xmlns:a16="http://schemas.microsoft.com/office/drawing/2014/main" id="{98651068-8E3D-424E-841A-8FC5D31E7DCB}"/>
              </a:ext>
            </a:extLst>
          </p:cNvPr>
          <p:cNvGrpSpPr>
            <a:grpSpLocks/>
          </p:cNvGrpSpPr>
          <p:nvPr/>
        </p:nvGrpSpPr>
        <p:grpSpPr bwMode="auto">
          <a:xfrm>
            <a:off x="7751618" y="1461222"/>
            <a:ext cx="2362200" cy="1762125"/>
            <a:chOff x="3744" y="1392"/>
            <a:chExt cx="1488" cy="1110"/>
          </a:xfrm>
        </p:grpSpPr>
        <p:sp>
          <p:nvSpPr>
            <p:cNvPr id="157" name="Freeform 27">
              <a:extLst>
                <a:ext uri="{FF2B5EF4-FFF2-40B4-BE49-F238E27FC236}">
                  <a16:creationId xmlns:a16="http://schemas.microsoft.com/office/drawing/2014/main" id="{595F32E8-46BF-C049-B7C7-F4B1041C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58" name="Text Box 28">
              <a:extLst>
                <a:ext uri="{FF2B5EF4-FFF2-40B4-BE49-F238E27FC236}">
                  <a16:creationId xmlns:a16="http://schemas.microsoft.com/office/drawing/2014/main" id="{4AB99EA9-F357-9548-B945-07E6DF27B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776"/>
              <a:ext cx="6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dirty="0"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175" name="Text Box 90">
            <a:extLst>
              <a:ext uri="{FF2B5EF4-FFF2-40B4-BE49-F238E27FC236}">
                <a16:creationId xmlns:a16="http://schemas.microsoft.com/office/drawing/2014/main" id="{A047F41D-21DF-1444-AE83-8E520251A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018" y="2375622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176" name="Text Box 93">
            <a:extLst>
              <a:ext uri="{FF2B5EF4-FFF2-40B4-BE49-F238E27FC236}">
                <a16:creationId xmlns:a16="http://schemas.microsoft.com/office/drawing/2014/main" id="{6162A70C-059D-A34A-A4F8-748DEDB31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343" y="2404197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R1</a:t>
            </a:r>
          </a:p>
        </p:txBody>
      </p:sp>
      <p:grpSp>
        <p:nvGrpSpPr>
          <p:cNvPr id="235" name="Group 361">
            <a:extLst>
              <a:ext uri="{FF2B5EF4-FFF2-40B4-BE49-F238E27FC236}">
                <a16:creationId xmlns:a16="http://schemas.microsoft.com/office/drawing/2014/main" id="{AB253F13-6F20-9B48-99C2-8CFAB9B9621B}"/>
              </a:ext>
            </a:extLst>
          </p:cNvPr>
          <p:cNvGrpSpPr>
            <a:grpSpLocks/>
          </p:cNvGrpSpPr>
          <p:nvPr/>
        </p:nvGrpSpPr>
        <p:grpSpPr bwMode="auto">
          <a:xfrm>
            <a:off x="5043343" y="2262909"/>
            <a:ext cx="762000" cy="663575"/>
            <a:chOff x="2967" y="478"/>
            <a:chExt cx="788" cy="625"/>
          </a:xfrm>
        </p:grpSpPr>
        <p:pic>
          <p:nvPicPr>
            <p:cNvPr id="236" name="Picture 358" descr="access_point_stylized_small">
              <a:extLst>
                <a:ext uri="{FF2B5EF4-FFF2-40B4-BE49-F238E27FC236}">
                  <a16:creationId xmlns:a16="http://schemas.microsoft.com/office/drawing/2014/main" id="{D8C6CEEA-B59C-7440-A2B8-1739DCE4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7" name="Picture 360" descr="antenna_radiation_stylized">
              <a:extLst>
                <a:ext uri="{FF2B5EF4-FFF2-40B4-BE49-F238E27FC236}">
                  <a16:creationId xmlns:a16="http://schemas.microsoft.com/office/drawing/2014/main" id="{BA954DF7-8433-CE47-9A43-1EE15247B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8" name="Group 356">
            <a:extLst>
              <a:ext uri="{FF2B5EF4-FFF2-40B4-BE49-F238E27FC236}">
                <a16:creationId xmlns:a16="http://schemas.microsoft.com/office/drawing/2014/main" id="{F8DDEC3C-1463-5049-B71D-D1BE466265B6}"/>
              </a:ext>
            </a:extLst>
          </p:cNvPr>
          <p:cNvGrpSpPr>
            <a:grpSpLocks/>
          </p:cNvGrpSpPr>
          <p:nvPr/>
        </p:nvGrpSpPr>
        <p:grpSpPr bwMode="auto">
          <a:xfrm>
            <a:off x="3641581" y="1826347"/>
            <a:ext cx="609600" cy="598487"/>
            <a:chOff x="313" y="1497"/>
            <a:chExt cx="1152" cy="1014"/>
          </a:xfrm>
        </p:grpSpPr>
        <p:pic>
          <p:nvPicPr>
            <p:cNvPr id="239" name="Picture 354" descr="laptop_stylized_small">
              <a:extLst>
                <a:ext uri="{FF2B5EF4-FFF2-40B4-BE49-F238E27FC236}">
                  <a16:creationId xmlns:a16="http://schemas.microsoft.com/office/drawing/2014/main" id="{41223405-6AE5-D043-BD4D-754C2C6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0" name="Picture 355" descr="antenna_stylized">
              <a:extLst>
                <a:ext uri="{FF2B5EF4-FFF2-40B4-BE49-F238E27FC236}">
                  <a16:creationId xmlns:a16="http://schemas.microsoft.com/office/drawing/2014/main" id="{599C7169-19C2-D445-B264-3F99F4859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1" name="Group 356">
            <a:extLst>
              <a:ext uri="{FF2B5EF4-FFF2-40B4-BE49-F238E27FC236}">
                <a16:creationId xmlns:a16="http://schemas.microsoft.com/office/drawing/2014/main" id="{F4AC70A4-8006-0644-AD0C-79A8B7F00630}"/>
              </a:ext>
            </a:extLst>
          </p:cNvPr>
          <p:cNvGrpSpPr>
            <a:grpSpLocks/>
          </p:cNvGrpSpPr>
          <p:nvPr/>
        </p:nvGrpSpPr>
        <p:grpSpPr bwMode="auto">
          <a:xfrm>
            <a:off x="4606781" y="1521547"/>
            <a:ext cx="609600" cy="598487"/>
            <a:chOff x="313" y="1497"/>
            <a:chExt cx="1152" cy="1014"/>
          </a:xfrm>
        </p:grpSpPr>
        <p:pic>
          <p:nvPicPr>
            <p:cNvPr id="242" name="Picture 354" descr="laptop_stylized_small">
              <a:extLst>
                <a:ext uri="{FF2B5EF4-FFF2-40B4-BE49-F238E27FC236}">
                  <a16:creationId xmlns:a16="http://schemas.microsoft.com/office/drawing/2014/main" id="{94842939-7F21-5D4A-AADF-2CEDD791A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3" name="Picture 355" descr="antenna_stylized">
              <a:extLst>
                <a:ext uri="{FF2B5EF4-FFF2-40B4-BE49-F238E27FC236}">
                  <a16:creationId xmlns:a16="http://schemas.microsoft.com/office/drawing/2014/main" id="{7E14D177-A278-4649-8D0E-872D36C8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78C56C5-3B29-FD46-96F7-E9E78AB6A338}"/>
              </a:ext>
            </a:extLst>
          </p:cNvPr>
          <p:cNvGrpSpPr/>
          <p:nvPr/>
        </p:nvGrpSpPr>
        <p:grpSpPr>
          <a:xfrm>
            <a:off x="6501251" y="2534801"/>
            <a:ext cx="744676" cy="388508"/>
            <a:chOff x="7493876" y="2774731"/>
            <a:chExt cx="1481958" cy="894622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BF137484-35D9-3F4B-BDAF-EF21E940A37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D8F34669-DAD9-C54C-9FD2-DB5AEF5F5B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91C6595-D489-B54A-9BCA-B4076579BE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B3407232-FD70-FE40-8726-32C3F367EE1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134FA0FD-F651-2543-9A5D-F7D024838DF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C3FE3217-2BFB-6242-A96B-672A1B494D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28DC3D07-988E-8F4B-8CD2-B49D927D66E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0B2884A-380E-2540-845B-4FE280BD341C}"/>
              </a:ext>
            </a:extLst>
          </p:cNvPr>
          <p:cNvGrpSpPr/>
          <p:nvPr/>
        </p:nvGrpSpPr>
        <p:grpSpPr>
          <a:xfrm>
            <a:off x="2100263" y="2823297"/>
            <a:ext cx="5330680" cy="3529506"/>
            <a:chOff x="368445" y="2795588"/>
            <a:chExt cx="5330680" cy="3529506"/>
          </a:xfrm>
        </p:grpSpPr>
        <p:sp>
          <p:nvSpPr>
            <p:cNvPr id="180" name="Freeform 95">
              <a:extLst>
                <a:ext uri="{FF2B5EF4-FFF2-40B4-BE49-F238E27FC236}">
                  <a16:creationId xmlns:a16="http://schemas.microsoft.com/office/drawing/2014/main" id="{2B24C659-126D-274C-92C8-EBCD8D0E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35" y="2795588"/>
              <a:ext cx="5201966" cy="2502842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3852 w 9712"/>
                <a:gd name="connsiteY0" fmla="*/ 0 h 9452"/>
                <a:gd name="connsiteX1" fmla="*/ 20 w 9712"/>
                <a:gd name="connsiteY1" fmla="*/ 8663 h 9452"/>
                <a:gd name="connsiteX2" fmla="*/ 4918 w 9712"/>
                <a:gd name="connsiteY2" fmla="*/ 9234 h 9452"/>
                <a:gd name="connsiteX3" fmla="*/ 9712 w 9712"/>
                <a:gd name="connsiteY3" fmla="*/ 8663 h 9452"/>
                <a:gd name="connsiteX4" fmla="*/ 4410 w 9712"/>
                <a:gd name="connsiteY4" fmla="*/ 450 h 9452"/>
                <a:gd name="connsiteX5" fmla="*/ 3852 w 9712"/>
                <a:gd name="connsiteY5" fmla="*/ 0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2" h="9452">
                  <a:moveTo>
                    <a:pt x="3852" y="0"/>
                  </a:moveTo>
                  <a:cubicBezTo>
                    <a:pt x="3432" y="3339"/>
                    <a:pt x="2673" y="6379"/>
                    <a:pt x="20" y="8663"/>
                  </a:cubicBezTo>
                  <a:cubicBezTo>
                    <a:pt x="-288" y="9838"/>
                    <a:pt x="3214" y="9342"/>
                    <a:pt x="4918" y="9234"/>
                  </a:cubicBezTo>
                  <a:cubicBezTo>
                    <a:pt x="6534" y="9234"/>
                    <a:pt x="9570" y="10000"/>
                    <a:pt x="9712" y="8663"/>
                  </a:cubicBezTo>
                  <a:cubicBezTo>
                    <a:pt x="5589" y="6007"/>
                    <a:pt x="5429" y="3489"/>
                    <a:pt x="4410" y="450"/>
                  </a:cubicBezTo>
                  <a:cubicBezTo>
                    <a:pt x="4131" y="150"/>
                    <a:pt x="4244" y="402"/>
                    <a:pt x="385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1A1298-7DB2-5D45-8DE9-1494E6DFC21C}"/>
                </a:ext>
              </a:extLst>
            </p:cNvPr>
            <p:cNvGrpSpPr/>
            <p:nvPr/>
          </p:nvGrpSpPr>
          <p:grpSpPr>
            <a:xfrm>
              <a:off x="368445" y="5045075"/>
              <a:ext cx="5330680" cy="1280019"/>
              <a:chOff x="368445" y="5045075"/>
              <a:chExt cx="5330680" cy="1280019"/>
            </a:xfrm>
          </p:grpSpPr>
          <p:sp>
            <p:nvSpPr>
              <p:cNvPr id="179" name="Rectangle 98">
                <a:extLst>
                  <a:ext uri="{FF2B5EF4-FFF2-40B4-BE49-F238E27FC236}">
                    <a16:creationId xmlns:a16="http://schemas.microsoft.com/office/drawing/2014/main" id="{A56CA818-F42A-A34C-A29C-DE8D5184D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" y="5118100"/>
                <a:ext cx="5207000" cy="427037"/>
              </a:xfrm>
              <a:prstGeom prst="rect">
                <a:avLst/>
              </a:prstGeom>
              <a:solidFill>
                <a:srgbClr val="37CC99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cs typeface="Arial" charset="0"/>
                </a:endParaRPr>
              </a:p>
            </p:txBody>
          </p:sp>
          <p:sp>
            <p:nvSpPr>
              <p:cNvPr id="182" name="Text Box 97">
                <a:extLst>
                  <a:ext uri="{FF2B5EF4-FFF2-40B4-BE49-F238E27FC236}">
                    <a16:creationId xmlns:a16="http://schemas.microsoft.com/office/drawing/2014/main" id="{99E37682-4092-B349-959B-B7A07F968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814" y="5135540"/>
                <a:ext cx="1567801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AP MAC addr</a:t>
                </a:r>
              </a:p>
            </p:txBody>
          </p:sp>
          <p:sp>
            <p:nvSpPr>
              <p:cNvPr id="183" name="Line 99">
                <a:extLst>
                  <a:ext uri="{FF2B5EF4-FFF2-40B4-BE49-F238E27FC236}">
                    <a16:creationId xmlns:a16="http://schemas.microsoft.com/office/drawing/2014/main" id="{A7E45ADB-234A-7147-9FBB-CDB696DC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2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4" name="Line 100">
                <a:extLst>
                  <a:ext uri="{FF2B5EF4-FFF2-40B4-BE49-F238E27FC236}">
                    <a16:creationId xmlns:a16="http://schemas.microsoft.com/office/drawing/2014/main" id="{912BD2E0-B5DA-2B4C-8601-BA84D4345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6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5" name="Line 101">
                <a:extLst>
                  <a:ext uri="{FF2B5EF4-FFF2-40B4-BE49-F238E27FC236}">
                    <a16:creationId xmlns:a16="http://schemas.microsoft.com/office/drawing/2014/main" id="{6045170B-2B50-6044-B356-6291516AC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0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202" name="Freeform 109">
                <a:extLst>
                  <a:ext uri="{FF2B5EF4-FFF2-40B4-BE49-F238E27FC236}">
                    <a16:creationId xmlns:a16="http://schemas.microsoft.com/office/drawing/2014/main" id="{5B12B7D0-E5F1-0C45-B08B-A4227BB6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03" name="Freeform 110">
                <a:extLst>
                  <a:ext uri="{FF2B5EF4-FFF2-40B4-BE49-F238E27FC236}">
                    <a16:creationId xmlns:a16="http://schemas.microsoft.com/office/drawing/2014/main" id="{B204B39D-9790-8748-9630-B9ACA89A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189" name="Line 115">
                <a:extLst>
                  <a:ext uri="{FF2B5EF4-FFF2-40B4-BE49-F238E27FC236}">
                    <a16:creationId xmlns:a16="http://schemas.microsoft.com/office/drawing/2014/main" id="{15E43E4C-A6B4-D247-8DC9-3A0F7A28C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7650" y="5127625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91" name="Text Box 120">
                <a:extLst>
                  <a:ext uri="{FF2B5EF4-FFF2-40B4-BE49-F238E27FC236}">
                    <a16:creationId xmlns:a16="http://schemas.microsoft.com/office/drawing/2014/main" id="{C1446D21-DDBA-2A4B-9DC2-2D6A2EE8F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2363" y="555783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1</a:t>
                </a:r>
              </a:p>
            </p:txBody>
          </p:sp>
          <p:sp>
            <p:nvSpPr>
              <p:cNvPr id="192" name="Text Box 121">
                <a:extLst>
                  <a:ext uri="{FF2B5EF4-FFF2-40B4-BE49-F238E27FC236}">
                    <a16:creationId xmlns:a16="http://schemas.microsoft.com/office/drawing/2014/main" id="{1DF9D129-3B51-0242-AB99-D4CD1E3FB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732" y="5554391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2</a:t>
                </a:r>
              </a:p>
            </p:txBody>
          </p:sp>
          <p:sp>
            <p:nvSpPr>
              <p:cNvPr id="193" name="Text Box 122">
                <a:extLst>
                  <a:ext uri="{FF2B5EF4-FFF2-40B4-BE49-F238E27FC236}">
                    <a16:creationId xmlns:a16="http://schemas.microsoft.com/office/drawing/2014/main" id="{DFD8E956-8FF5-3B49-8EB6-7A4311C7C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991" y="555631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3</a:t>
                </a:r>
              </a:p>
            </p:txBody>
          </p:sp>
          <p:sp>
            <p:nvSpPr>
              <p:cNvPr id="194" name="Text Box 123">
                <a:extLst>
                  <a:ext uri="{FF2B5EF4-FFF2-40B4-BE49-F238E27FC236}">
                    <a16:creationId xmlns:a16="http://schemas.microsoft.com/office/drawing/2014/main" id="{4D2811B5-20D9-1B48-9276-6B9303C66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445" y="5924984"/>
                <a:ext cx="2190023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i="1" dirty="0">
                    <a:latin typeface="+mn-lt"/>
                    <a:cs typeface="Arial" charset="0"/>
                  </a:rPr>
                  <a:t>802.</a:t>
                </a:r>
                <a:r>
                  <a:rPr lang="en-US" sz="2000" i="1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11 WiFi  </a:t>
                </a:r>
                <a:r>
                  <a:rPr lang="en-US" sz="2000" i="1" dirty="0">
                    <a:latin typeface="+mn-lt"/>
                    <a:cs typeface="Arial" charset="0"/>
                  </a:rPr>
                  <a:t>frame</a:t>
                </a:r>
              </a:p>
            </p:txBody>
          </p:sp>
          <p:grpSp>
            <p:nvGrpSpPr>
              <p:cNvPr id="186" name="Group 106">
                <a:extLst>
                  <a:ext uri="{FF2B5EF4-FFF2-40B4-BE49-F238E27FC236}">
                    <a16:creationId xmlns:a16="http://schemas.microsoft.com/office/drawing/2014/main" id="{17B65AEF-31B7-C147-8148-5B39C6D1B6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5150" y="5451475"/>
                <a:ext cx="155575" cy="180975"/>
                <a:chOff x="1308" y="3186"/>
                <a:chExt cx="98" cy="114"/>
              </a:xfrm>
            </p:grpSpPr>
            <p:sp>
              <p:nvSpPr>
                <p:cNvPr id="205" name="Freeform 103">
                  <a:extLst>
                    <a:ext uri="{FF2B5EF4-FFF2-40B4-BE49-F238E27FC236}">
                      <a16:creationId xmlns:a16="http://schemas.microsoft.com/office/drawing/2014/main" id="{85891912-5908-E645-943A-A39490100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6" name="Freeform 104">
                  <a:extLst>
                    <a:ext uri="{FF2B5EF4-FFF2-40B4-BE49-F238E27FC236}">
                      <a16:creationId xmlns:a16="http://schemas.microsoft.com/office/drawing/2014/main" id="{985D0E83-0F8B-A748-8659-3680E388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88" name="Group 111">
                <a:extLst>
                  <a:ext uri="{FF2B5EF4-FFF2-40B4-BE49-F238E27FC236}">
                    <a16:creationId xmlns:a16="http://schemas.microsoft.com/office/drawing/2014/main" id="{E23E9D92-2A84-8A4C-81D3-CC52DF6E51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22900" y="5045075"/>
                <a:ext cx="155575" cy="180975"/>
                <a:chOff x="1308" y="3186"/>
                <a:chExt cx="98" cy="114"/>
              </a:xfrm>
            </p:grpSpPr>
            <p:sp>
              <p:nvSpPr>
                <p:cNvPr id="199" name="Freeform 113">
                  <a:extLst>
                    <a:ext uri="{FF2B5EF4-FFF2-40B4-BE49-F238E27FC236}">
                      <a16:creationId xmlns:a16="http://schemas.microsoft.com/office/drawing/2014/main" id="{482288A7-63C1-3842-A3D4-7AFC97C53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0" name="Freeform 114">
                  <a:extLst>
                    <a:ext uri="{FF2B5EF4-FFF2-40B4-BE49-F238E27FC236}">
                      <a16:creationId xmlns:a16="http://schemas.microsoft.com/office/drawing/2014/main" id="{2617F009-AE0F-7B4D-8569-49CFF3AE4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90" name="Group 116">
                <a:extLst>
                  <a:ext uri="{FF2B5EF4-FFF2-40B4-BE49-F238E27FC236}">
                    <a16:creationId xmlns:a16="http://schemas.microsoft.com/office/drawing/2014/main" id="{98525C45-9EC9-3645-AFDF-7B23C730A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32425" y="5445125"/>
                <a:ext cx="155575" cy="180975"/>
                <a:chOff x="1308" y="3186"/>
                <a:chExt cx="98" cy="114"/>
              </a:xfrm>
            </p:grpSpPr>
            <p:sp>
              <p:nvSpPr>
                <p:cNvPr id="196" name="Freeform 118">
                  <a:extLst>
                    <a:ext uri="{FF2B5EF4-FFF2-40B4-BE49-F238E27FC236}">
                      <a16:creationId xmlns:a16="http://schemas.microsoft.com/office/drawing/2014/main" id="{1178950C-6B09-FC4A-8FA4-A3D624FA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197" name="Freeform 119">
                  <a:extLst>
                    <a:ext uri="{FF2B5EF4-FFF2-40B4-BE49-F238E27FC236}">
                      <a16:creationId xmlns:a16="http://schemas.microsoft.com/office/drawing/2014/main" id="{39622EC3-01B1-9041-A890-8B3802C9A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sp>
            <p:nvSpPr>
              <p:cNvPr id="265" name="Text Box 97">
                <a:extLst>
                  <a:ext uri="{FF2B5EF4-FFF2-40B4-BE49-F238E27FC236}">
                    <a16:creationId xmlns:a16="http://schemas.microsoft.com/office/drawing/2014/main" id="{97547A4A-C168-4144-8E1C-3C58665A4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967" y="5133945"/>
                <a:ext cx="1554977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R1 MAC addr</a:t>
                </a:r>
              </a:p>
            </p:txBody>
          </p:sp>
          <p:sp>
            <p:nvSpPr>
              <p:cNvPr id="266" name="Text Box 97">
                <a:extLst>
                  <a:ext uri="{FF2B5EF4-FFF2-40B4-BE49-F238E27FC236}">
                    <a16:creationId xmlns:a16="http://schemas.microsoft.com/office/drawing/2014/main" id="{9777CB94-1BA4-D64D-AF85-CA46520698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8185" y="5133945"/>
                <a:ext cx="1575816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H1 MAC addr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AC22B9E-07A1-0342-B5B4-6E8382B56B25}"/>
              </a:ext>
            </a:extLst>
          </p:cNvPr>
          <p:cNvGrpSpPr/>
          <p:nvPr/>
        </p:nvGrpSpPr>
        <p:grpSpPr>
          <a:xfrm>
            <a:off x="4261427" y="2394529"/>
            <a:ext cx="780829" cy="709297"/>
            <a:chOff x="2529609" y="2366820"/>
            <a:chExt cx="780829" cy="709297"/>
          </a:xfrm>
        </p:grpSpPr>
        <p:grpSp>
          <p:nvGrpSpPr>
            <p:cNvPr id="244" name="Group 201">
              <a:extLst>
                <a:ext uri="{FF2B5EF4-FFF2-40B4-BE49-F238E27FC236}">
                  <a16:creationId xmlns:a16="http://schemas.microsoft.com/office/drawing/2014/main" id="{F4E36E31-7823-F04D-8F5F-0E7E175E3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20BA22F2-F413-E249-ABFC-E76A5831E9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39A92026-28D3-FE4B-B67A-72B3F50015DF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088118C1-D479-6A46-AA1D-D9592C2919CC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1" name="Right Arrow 260">
              <a:extLst>
                <a:ext uri="{FF2B5EF4-FFF2-40B4-BE49-F238E27FC236}">
                  <a16:creationId xmlns:a16="http://schemas.microsoft.com/office/drawing/2014/main" id="{D4CFF042-2F20-3542-AEBF-68F7A356B7FB}"/>
                </a:ext>
              </a:extLst>
            </p:cNvPr>
            <p:cNvSpPr/>
            <p:nvPr/>
          </p:nvSpPr>
          <p:spPr>
            <a:xfrm rot="1799862">
              <a:off x="2529609" y="236682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  <p:sp>
        <p:nvSpPr>
          <p:cNvPr id="274" name="Freeform 95">
            <a:extLst>
              <a:ext uri="{FF2B5EF4-FFF2-40B4-BE49-F238E27FC236}">
                <a16:creationId xmlns:a16="http://schemas.microsoft.com/office/drawing/2014/main" id="{8D3DFAB1-B173-2B41-8696-E7AE73A78390}"/>
              </a:ext>
            </a:extLst>
          </p:cNvPr>
          <p:cNvSpPr>
            <a:spLocks/>
          </p:cNvSpPr>
          <p:nvPr/>
        </p:nvSpPr>
        <p:spPr bwMode="auto">
          <a:xfrm>
            <a:off x="6068173" y="3172859"/>
            <a:ext cx="4544256" cy="1101192"/>
          </a:xfrm>
          <a:custGeom>
            <a:avLst/>
            <a:gdLst>
              <a:gd name="T0" fmla="*/ 1397 w 3374"/>
              <a:gd name="T1" fmla="*/ 0 h 1668"/>
              <a:gd name="T2" fmla="*/ 104 w 3374"/>
              <a:gd name="T3" fmla="*/ 1445 h 1668"/>
              <a:gd name="T4" fmla="*/ 1294 w 3374"/>
              <a:gd name="T5" fmla="*/ 1418 h 1668"/>
              <a:gd name="T6" fmla="*/ 3374 w 3374"/>
              <a:gd name="T7" fmla="*/ 1445 h 1668"/>
              <a:gd name="T8" fmla="*/ 1585 w 3374"/>
              <a:gd name="T9" fmla="*/ 75 h 1668"/>
              <a:gd name="T10" fmla="*/ 1397 w 3374"/>
              <a:gd name="T11" fmla="*/ 0 h 16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3852 w 9712"/>
              <a:gd name="connsiteY0" fmla="*/ 0 h 9452"/>
              <a:gd name="connsiteX1" fmla="*/ 20 w 9712"/>
              <a:gd name="connsiteY1" fmla="*/ 8663 h 9452"/>
              <a:gd name="connsiteX2" fmla="*/ 4918 w 9712"/>
              <a:gd name="connsiteY2" fmla="*/ 9234 h 9452"/>
              <a:gd name="connsiteX3" fmla="*/ 9712 w 9712"/>
              <a:gd name="connsiteY3" fmla="*/ 8663 h 9452"/>
              <a:gd name="connsiteX4" fmla="*/ 4410 w 9712"/>
              <a:gd name="connsiteY4" fmla="*/ 450 h 9452"/>
              <a:gd name="connsiteX5" fmla="*/ 3852 w 9712"/>
              <a:gd name="connsiteY5" fmla="*/ 0 h 9452"/>
              <a:gd name="connsiteX0" fmla="*/ 3945 w 9979"/>
              <a:gd name="connsiteY0" fmla="*/ 0 h 10000"/>
              <a:gd name="connsiteX1" fmla="*/ 0 w 9979"/>
              <a:gd name="connsiteY1" fmla="*/ 9165 h 10000"/>
              <a:gd name="connsiteX2" fmla="*/ 5043 w 9979"/>
              <a:gd name="connsiteY2" fmla="*/ 9769 h 10000"/>
              <a:gd name="connsiteX3" fmla="*/ 9979 w 9979"/>
              <a:gd name="connsiteY3" fmla="*/ 9165 h 10000"/>
              <a:gd name="connsiteX4" fmla="*/ 4520 w 9979"/>
              <a:gd name="connsiteY4" fmla="*/ 476 h 10000"/>
              <a:gd name="connsiteX5" fmla="*/ 3945 w 9979"/>
              <a:gd name="connsiteY5" fmla="*/ 0 h 10000"/>
              <a:gd name="connsiteX0" fmla="*/ 3953 w 10000"/>
              <a:gd name="connsiteY0" fmla="*/ 0 h 9782"/>
              <a:gd name="connsiteX1" fmla="*/ 0 w 10000"/>
              <a:gd name="connsiteY1" fmla="*/ 9165 h 9782"/>
              <a:gd name="connsiteX2" fmla="*/ 5054 w 10000"/>
              <a:gd name="connsiteY2" fmla="*/ 9769 h 9782"/>
              <a:gd name="connsiteX3" fmla="*/ 10000 w 10000"/>
              <a:gd name="connsiteY3" fmla="*/ 9165 h 9782"/>
              <a:gd name="connsiteX4" fmla="*/ 4530 w 10000"/>
              <a:gd name="connsiteY4" fmla="*/ 476 h 9782"/>
              <a:gd name="connsiteX5" fmla="*/ 3953 w 10000"/>
              <a:gd name="connsiteY5" fmla="*/ 0 h 9782"/>
              <a:gd name="connsiteX0" fmla="*/ 3953 w 10000"/>
              <a:gd name="connsiteY0" fmla="*/ 0 h 10509"/>
              <a:gd name="connsiteX1" fmla="*/ 0 w 10000"/>
              <a:gd name="connsiteY1" fmla="*/ 9369 h 10509"/>
              <a:gd name="connsiteX2" fmla="*/ 10000 w 10000"/>
              <a:gd name="connsiteY2" fmla="*/ 9369 h 10509"/>
              <a:gd name="connsiteX3" fmla="*/ 4530 w 10000"/>
              <a:gd name="connsiteY3" fmla="*/ 487 h 10509"/>
              <a:gd name="connsiteX4" fmla="*/ 3953 w 10000"/>
              <a:gd name="connsiteY4" fmla="*/ 0 h 10509"/>
              <a:gd name="connsiteX0" fmla="*/ 3953 w 10109"/>
              <a:gd name="connsiteY0" fmla="*/ 0 h 10566"/>
              <a:gd name="connsiteX1" fmla="*/ 0 w 10109"/>
              <a:gd name="connsiteY1" fmla="*/ 9369 h 10566"/>
              <a:gd name="connsiteX2" fmla="*/ 10109 w 10109"/>
              <a:gd name="connsiteY2" fmla="*/ 9482 h 10566"/>
              <a:gd name="connsiteX3" fmla="*/ 4530 w 10109"/>
              <a:gd name="connsiteY3" fmla="*/ 487 h 10566"/>
              <a:gd name="connsiteX4" fmla="*/ 3953 w 10109"/>
              <a:gd name="connsiteY4" fmla="*/ 0 h 10566"/>
              <a:gd name="connsiteX0" fmla="*/ 3953 w 10109"/>
              <a:gd name="connsiteY0" fmla="*/ 0 h 10168"/>
              <a:gd name="connsiteX1" fmla="*/ 0 w 10109"/>
              <a:gd name="connsiteY1" fmla="*/ 9369 h 10168"/>
              <a:gd name="connsiteX2" fmla="*/ 10109 w 10109"/>
              <a:gd name="connsiteY2" fmla="*/ 9482 h 10168"/>
              <a:gd name="connsiteX3" fmla="*/ 4530 w 10109"/>
              <a:gd name="connsiteY3" fmla="*/ 487 h 10168"/>
              <a:gd name="connsiteX4" fmla="*/ 3953 w 10109"/>
              <a:gd name="connsiteY4" fmla="*/ 0 h 10168"/>
              <a:gd name="connsiteX0" fmla="*/ 3953 w 10109"/>
              <a:gd name="connsiteY0" fmla="*/ 0 h 9677"/>
              <a:gd name="connsiteX1" fmla="*/ 0 w 10109"/>
              <a:gd name="connsiteY1" fmla="*/ 9369 h 9677"/>
              <a:gd name="connsiteX2" fmla="*/ 10109 w 10109"/>
              <a:gd name="connsiteY2" fmla="*/ 9482 h 9677"/>
              <a:gd name="connsiteX3" fmla="*/ 4530 w 10109"/>
              <a:gd name="connsiteY3" fmla="*/ 487 h 9677"/>
              <a:gd name="connsiteX4" fmla="*/ 3953 w 10109"/>
              <a:gd name="connsiteY4" fmla="*/ 0 h 9677"/>
              <a:gd name="connsiteX0" fmla="*/ 3948 w 10038"/>
              <a:gd name="connsiteY0" fmla="*/ 0 h 10000"/>
              <a:gd name="connsiteX1" fmla="*/ 38 w 10038"/>
              <a:gd name="connsiteY1" fmla="*/ 9682 h 10000"/>
              <a:gd name="connsiteX2" fmla="*/ 10038 w 10038"/>
              <a:gd name="connsiteY2" fmla="*/ 9798 h 10000"/>
              <a:gd name="connsiteX3" fmla="*/ 4519 w 10038"/>
              <a:gd name="connsiteY3" fmla="*/ 503 h 10000"/>
              <a:gd name="connsiteX4" fmla="*/ 3948 w 10038"/>
              <a:gd name="connsiteY4" fmla="*/ 0 h 10000"/>
              <a:gd name="connsiteX0" fmla="*/ 66 w 11856"/>
              <a:gd name="connsiteY0" fmla="*/ 6001 h 9510"/>
              <a:gd name="connsiteX1" fmla="*/ 1856 w 11856"/>
              <a:gd name="connsiteY1" fmla="*/ 9192 h 9510"/>
              <a:gd name="connsiteX2" fmla="*/ 11856 w 11856"/>
              <a:gd name="connsiteY2" fmla="*/ 9308 h 9510"/>
              <a:gd name="connsiteX3" fmla="*/ 6337 w 11856"/>
              <a:gd name="connsiteY3" fmla="*/ 13 h 9510"/>
              <a:gd name="connsiteX4" fmla="*/ 66 w 11856"/>
              <a:gd name="connsiteY4" fmla="*/ 6001 h 9510"/>
              <a:gd name="connsiteX0" fmla="*/ 0 w 9944"/>
              <a:gd name="connsiteY0" fmla="*/ 6309 h 9999"/>
              <a:gd name="connsiteX1" fmla="*/ 1509 w 9944"/>
              <a:gd name="connsiteY1" fmla="*/ 9665 h 9999"/>
              <a:gd name="connsiteX2" fmla="*/ 9944 w 9944"/>
              <a:gd name="connsiteY2" fmla="*/ 9787 h 9999"/>
              <a:gd name="connsiteX3" fmla="*/ 5289 w 9944"/>
              <a:gd name="connsiteY3" fmla="*/ 13 h 9999"/>
              <a:gd name="connsiteX4" fmla="*/ 0 w 9944"/>
              <a:gd name="connsiteY4" fmla="*/ 6309 h 9999"/>
              <a:gd name="connsiteX0" fmla="*/ 0 w 10061"/>
              <a:gd name="connsiteY0" fmla="*/ 6556 h 10000"/>
              <a:gd name="connsiteX1" fmla="*/ 1578 w 10061"/>
              <a:gd name="connsiteY1" fmla="*/ 9666 h 10000"/>
              <a:gd name="connsiteX2" fmla="*/ 10061 w 10061"/>
              <a:gd name="connsiteY2" fmla="*/ 9788 h 10000"/>
              <a:gd name="connsiteX3" fmla="*/ 5380 w 10061"/>
              <a:gd name="connsiteY3" fmla="*/ 13 h 10000"/>
              <a:gd name="connsiteX4" fmla="*/ 0 w 10061"/>
              <a:gd name="connsiteY4" fmla="*/ 6556 h 10000"/>
              <a:gd name="connsiteX0" fmla="*/ 0 w 10061"/>
              <a:gd name="connsiteY0" fmla="*/ 934 h 4378"/>
              <a:gd name="connsiteX1" fmla="*/ 1578 w 10061"/>
              <a:gd name="connsiteY1" fmla="*/ 4044 h 4378"/>
              <a:gd name="connsiteX2" fmla="*/ 10061 w 10061"/>
              <a:gd name="connsiteY2" fmla="*/ 4166 h 4378"/>
              <a:gd name="connsiteX3" fmla="*/ 1586 w 10061"/>
              <a:gd name="connsiteY3" fmla="*/ 49 h 4378"/>
              <a:gd name="connsiteX4" fmla="*/ 0 w 10061"/>
              <a:gd name="connsiteY4" fmla="*/ 934 h 4378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021 h 9889"/>
              <a:gd name="connsiteX1" fmla="*/ 1568 w 10000"/>
              <a:gd name="connsiteY1" fmla="*/ 9125 h 9889"/>
              <a:gd name="connsiteX2" fmla="*/ 10000 w 10000"/>
              <a:gd name="connsiteY2" fmla="*/ 9404 h 9889"/>
              <a:gd name="connsiteX3" fmla="*/ 1576 w 10000"/>
              <a:gd name="connsiteY3" fmla="*/ 0 h 9889"/>
              <a:gd name="connsiteX4" fmla="*/ 0 w 10000"/>
              <a:gd name="connsiteY4" fmla="*/ 2021 h 9889"/>
              <a:gd name="connsiteX0" fmla="*/ 0 w 10000"/>
              <a:gd name="connsiteY0" fmla="*/ 2044 h 10000"/>
              <a:gd name="connsiteX1" fmla="*/ 1568 w 10000"/>
              <a:gd name="connsiteY1" fmla="*/ 9227 h 10000"/>
              <a:gd name="connsiteX2" fmla="*/ 10000 w 10000"/>
              <a:gd name="connsiteY2" fmla="*/ 9510 h 10000"/>
              <a:gd name="connsiteX3" fmla="*/ 1576 w 10000"/>
              <a:gd name="connsiteY3" fmla="*/ 0 h 10000"/>
              <a:gd name="connsiteX4" fmla="*/ 0 w 10000"/>
              <a:gd name="connsiteY4" fmla="*/ 2044 h 10000"/>
              <a:gd name="connsiteX0" fmla="*/ 0 w 10000"/>
              <a:gd name="connsiteY0" fmla="*/ 766 h 8722"/>
              <a:gd name="connsiteX1" fmla="*/ 1568 w 10000"/>
              <a:gd name="connsiteY1" fmla="*/ 7949 h 8722"/>
              <a:gd name="connsiteX2" fmla="*/ 10000 w 10000"/>
              <a:gd name="connsiteY2" fmla="*/ 8232 h 8722"/>
              <a:gd name="connsiteX3" fmla="*/ 299 w 10000"/>
              <a:gd name="connsiteY3" fmla="*/ 0 h 8722"/>
              <a:gd name="connsiteX4" fmla="*/ 0 w 10000"/>
              <a:gd name="connsiteY4" fmla="*/ 766 h 8722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3621 h 12743"/>
              <a:gd name="connsiteX1" fmla="*/ 1568 w 10000"/>
              <a:gd name="connsiteY1" fmla="*/ 11857 h 12743"/>
              <a:gd name="connsiteX2" fmla="*/ 10000 w 10000"/>
              <a:gd name="connsiteY2" fmla="*/ 12181 h 12743"/>
              <a:gd name="connsiteX3" fmla="*/ 223 w 10000"/>
              <a:gd name="connsiteY3" fmla="*/ 0 h 12743"/>
              <a:gd name="connsiteX4" fmla="*/ 0 w 10000"/>
              <a:gd name="connsiteY4" fmla="*/ 3621 h 12743"/>
              <a:gd name="connsiteX0" fmla="*/ 0 w 9975"/>
              <a:gd name="connsiteY0" fmla="*/ 4071 h 12743"/>
              <a:gd name="connsiteX1" fmla="*/ 1543 w 9975"/>
              <a:gd name="connsiteY1" fmla="*/ 11857 h 12743"/>
              <a:gd name="connsiteX2" fmla="*/ 9975 w 9975"/>
              <a:gd name="connsiteY2" fmla="*/ 12181 h 12743"/>
              <a:gd name="connsiteX3" fmla="*/ 198 w 9975"/>
              <a:gd name="connsiteY3" fmla="*/ 0 h 12743"/>
              <a:gd name="connsiteX4" fmla="*/ 0 w 9975"/>
              <a:gd name="connsiteY4" fmla="*/ 4071 h 12743"/>
              <a:gd name="connsiteX0" fmla="*/ 0 w 10000"/>
              <a:gd name="connsiteY0" fmla="*/ 3195 h 10158"/>
              <a:gd name="connsiteX1" fmla="*/ 1564 w 10000"/>
              <a:gd name="connsiteY1" fmla="*/ 9623 h 10158"/>
              <a:gd name="connsiteX2" fmla="*/ 10000 w 10000"/>
              <a:gd name="connsiteY2" fmla="*/ 9559 h 10158"/>
              <a:gd name="connsiteX3" fmla="*/ 198 w 10000"/>
              <a:gd name="connsiteY3" fmla="*/ 0 h 10158"/>
              <a:gd name="connsiteX4" fmla="*/ 0 w 10000"/>
              <a:gd name="connsiteY4" fmla="*/ 3195 h 1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158">
                <a:moveTo>
                  <a:pt x="0" y="3195"/>
                </a:moveTo>
                <a:cubicBezTo>
                  <a:pt x="1468" y="8160"/>
                  <a:pt x="1171" y="7364"/>
                  <a:pt x="1564" y="9623"/>
                </a:cubicBezTo>
                <a:cubicBezTo>
                  <a:pt x="4053" y="10463"/>
                  <a:pt x="6106" y="10217"/>
                  <a:pt x="10000" y="9559"/>
                </a:cubicBezTo>
                <a:cubicBezTo>
                  <a:pt x="5956" y="7036"/>
                  <a:pt x="5102" y="6655"/>
                  <a:pt x="198" y="0"/>
                </a:cubicBezTo>
                <a:cubicBezTo>
                  <a:pt x="190" y="370"/>
                  <a:pt x="110" y="3058"/>
                  <a:pt x="0" y="3195"/>
                </a:cubicBez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C6F506-D4B2-2F48-B517-CECE0BDE4622}"/>
              </a:ext>
            </a:extLst>
          </p:cNvPr>
          <p:cNvGrpSpPr/>
          <p:nvPr/>
        </p:nvGrpSpPr>
        <p:grpSpPr>
          <a:xfrm>
            <a:off x="6768233" y="3686981"/>
            <a:ext cx="4062542" cy="1287589"/>
            <a:chOff x="6006234" y="5127854"/>
            <a:chExt cx="4062542" cy="1287589"/>
          </a:xfrm>
        </p:grpSpPr>
        <p:sp>
          <p:nvSpPr>
            <p:cNvPr id="276" name="Rectangle 98">
              <a:extLst>
                <a:ext uri="{FF2B5EF4-FFF2-40B4-BE49-F238E27FC236}">
                  <a16:creationId xmlns:a16="http://schemas.microsoft.com/office/drawing/2014/main" id="{2054129D-824B-5344-8E0B-EABE7500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6234" y="5651006"/>
              <a:ext cx="3872057" cy="427037"/>
            </a:xfrm>
            <a:prstGeom prst="rect">
              <a:avLst/>
            </a:prstGeom>
            <a:solidFill>
              <a:srgbClr val="37CC99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sp>
          <p:nvSpPr>
            <p:cNvPr id="277" name="Text Box 97">
              <a:extLst>
                <a:ext uri="{FF2B5EF4-FFF2-40B4-BE49-F238E27FC236}">
                  <a16:creationId xmlns:a16="http://schemas.microsoft.com/office/drawing/2014/main" id="{503A90C1-9EFB-CE45-9EB5-047998889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9923" y="5668446"/>
              <a:ext cx="155497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R1 MAC addr</a:t>
              </a:r>
            </a:p>
          </p:txBody>
        </p:sp>
        <p:sp>
          <p:nvSpPr>
            <p:cNvPr id="278" name="Line 99">
              <a:extLst>
                <a:ext uri="{FF2B5EF4-FFF2-40B4-BE49-F238E27FC236}">
                  <a16:creationId xmlns:a16="http://schemas.microsoft.com/office/drawing/2014/main" id="{D942D462-67C1-CF41-A18D-5974FFBD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6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79" name="Line 100">
              <a:extLst>
                <a:ext uri="{FF2B5EF4-FFF2-40B4-BE49-F238E27FC236}">
                  <a16:creationId xmlns:a16="http://schemas.microsoft.com/office/drawing/2014/main" id="{B8155F34-9B46-AD43-839C-595546281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0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0" name="Line 101">
              <a:extLst>
                <a:ext uri="{FF2B5EF4-FFF2-40B4-BE49-F238E27FC236}">
                  <a16:creationId xmlns:a16="http://schemas.microsoft.com/office/drawing/2014/main" id="{5ABC89EB-D0EA-1B43-B0FA-FCC2EA53E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4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2" name="Freeform 109">
              <a:extLst>
                <a:ext uri="{FF2B5EF4-FFF2-40B4-BE49-F238E27FC236}">
                  <a16:creationId xmlns:a16="http://schemas.microsoft.com/office/drawing/2014/main" id="{3AB1364D-3D42-A745-AD15-8892A92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259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3" name="Freeform 110">
              <a:extLst>
                <a:ext uri="{FF2B5EF4-FFF2-40B4-BE49-F238E27FC236}">
                  <a16:creationId xmlns:a16="http://schemas.microsoft.com/office/drawing/2014/main" id="{0FAF8692-1DCB-1749-9859-0620715A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634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5" name="Text Box 120">
              <a:extLst>
                <a:ext uri="{FF2B5EF4-FFF2-40B4-BE49-F238E27FC236}">
                  <a16:creationId xmlns:a16="http://schemas.microsoft.com/office/drawing/2014/main" id="{9306CA36-D876-0445-8578-5CD270886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8654" y="6076889"/>
              <a:ext cx="1420004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dest addr</a:t>
              </a:r>
            </a:p>
          </p:txBody>
        </p:sp>
        <p:sp>
          <p:nvSpPr>
            <p:cNvPr id="286" name="Text Box 121">
              <a:extLst>
                <a:ext uri="{FF2B5EF4-FFF2-40B4-BE49-F238E27FC236}">
                  <a16:creationId xmlns:a16="http://schemas.microsoft.com/office/drawing/2014/main" id="{6F530F5A-E5CF-0A42-B630-34F70C71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3604" y="6059588"/>
              <a:ext cx="161807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source addr</a:t>
              </a:r>
            </a:p>
          </p:txBody>
        </p:sp>
        <p:sp>
          <p:nvSpPr>
            <p:cNvPr id="288" name="Text Box 123">
              <a:extLst>
                <a:ext uri="{FF2B5EF4-FFF2-40B4-BE49-F238E27FC236}">
                  <a16:creationId xmlns:a16="http://schemas.microsoft.com/office/drawing/2014/main" id="{44EC8747-7E4F-994A-BBDB-60F53B15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5936" y="5127854"/>
              <a:ext cx="241284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i="1" dirty="0">
                  <a:latin typeface="+mn-lt"/>
                  <a:cs typeface="Arial" charset="0"/>
                </a:rPr>
                <a:t>802.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cs typeface="Arial" charset="0"/>
                </a:rPr>
                <a:t>3 Ethernet </a:t>
              </a:r>
              <a:r>
                <a:rPr lang="en-US" sz="2000" i="1" dirty="0">
                  <a:latin typeface="+mn-lt"/>
                  <a:cs typeface="Arial" charset="0"/>
                </a:rPr>
                <a:t>frame</a:t>
              </a:r>
            </a:p>
          </p:txBody>
        </p:sp>
        <p:grpSp>
          <p:nvGrpSpPr>
            <p:cNvPr id="290" name="Group 106">
              <a:extLst>
                <a:ext uri="{FF2B5EF4-FFF2-40B4-BE49-F238E27FC236}">
                  <a16:creationId xmlns:a16="http://schemas.microsoft.com/office/drawing/2014/main" id="{50A4880A-F6B6-C848-8B6A-BA6069E26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9259" y="5984381"/>
              <a:ext cx="155575" cy="180975"/>
              <a:chOff x="1308" y="3186"/>
              <a:chExt cx="98" cy="114"/>
            </a:xfrm>
          </p:grpSpPr>
          <p:sp>
            <p:nvSpPr>
              <p:cNvPr id="301" name="Freeform 103">
                <a:extLst>
                  <a:ext uri="{FF2B5EF4-FFF2-40B4-BE49-F238E27FC236}">
                    <a16:creationId xmlns:a16="http://schemas.microsoft.com/office/drawing/2014/main" id="{E674A07B-5999-F04A-8DAF-6D062B87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2" name="Freeform 104">
                <a:extLst>
                  <a:ext uri="{FF2B5EF4-FFF2-40B4-BE49-F238E27FC236}">
                    <a16:creationId xmlns:a16="http://schemas.microsoft.com/office/drawing/2014/main" id="{E747EB20-D4B2-C24D-AE0D-70BF4BDC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2" name="Rectangle 108">
              <a:extLst>
                <a:ext uri="{FF2B5EF4-FFF2-40B4-BE49-F238E27FC236}">
                  <a16:creationId xmlns:a16="http://schemas.microsoft.com/office/drawing/2014/main" id="{DE6CFC50-D52A-C14C-9CED-A1B31DA76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939" y="5660497"/>
              <a:ext cx="98425" cy="45719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grpSp>
          <p:nvGrpSpPr>
            <p:cNvPr id="293" name="Group 111">
              <a:extLst>
                <a:ext uri="{FF2B5EF4-FFF2-40B4-BE49-F238E27FC236}">
                  <a16:creationId xmlns:a16="http://schemas.microsoft.com/office/drawing/2014/main" id="{693E5EF3-D758-FD49-92AB-8D7115C68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539" y="5595092"/>
              <a:ext cx="155575" cy="180975"/>
              <a:chOff x="1308" y="3186"/>
              <a:chExt cx="98" cy="114"/>
            </a:xfrm>
          </p:grpSpPr>
          <p:sp>
            <p:nvSpPr>
              <p:cNvPr id="299" name="Freeform 113">
                <a:extLst>
                  <a:ext uri="{FF2B5EF4-FFF2-40B4-BE49-F238E27FC236}">
                    <a16:creationId xmlns:a16="http://schemas.microsoft.com/office/drawing/2014/main" id="{4FA8A3B1-9397-EB4B-A890-1C5784F2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0" name="Freeform 114">
                <a:extLst>
                  <a:ext uri="{FF2B5EF4-FFF2-40B4-BE49-F238E27FC236}">
                    <a16:creationId xmlns:a16="http://schemas.microsoft.com/office/drawing/2014/main" id="{CB4B9DC2-5FF6-0F4E-872C-579E8A0E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grpSp>
          <p:nvGrpSpPr>
            <p:cNvPr id="294" name="Group 116">
              <a:extLst>
                <a:ext uri="{FF2B5EF4-FFF2-40B4-BE49-F238E27FC236}">
                  <a16:creationId xmlns:a16="http://schemas.microsoft.com/office/drawing/2014/main" id="{6E743344-CBA3-A94A-85D7-5A2C4050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48064" y="5995142"/>
              <a:ext cx="155575" cy="180975"/>
              <a:chOff x="1308" y="3186"/>
              <a:chExt cx="98" cy="114"/>
            </a:xfrm>
          </p:grpSpPr>
          <p:sp>
            <p:nvSpPr>
              <p:cNvPr id="297" name="Freeform 118">
                <a:extLst>
                  <a:ext uri="{FF2B5EF4-FFF2-40B4-BE49-F238E27FC236}">
                    <a16:creationId xmlns:a16="http://schemas.microsoft.com/office/drawing/2014/main" id="{FB7C593C-D274-8E48-B89D-13D998D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98" name="Freeform 119">
                <a:extLst>
                  <a:ext uri="{FF2B5EF4-FFF2-40B4-BE49-F238E27FC236}">
                    <a16:creationId xmlns:a16="http://schemas.microsoft.com/office/drawing/2014/main" id="{8D2EC2B4-3A1C-1D4D-85C2-9A5DF63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6" name="Text Box 97">
              <a:extLst>
                <a:ext uri="{FF2B5EF4-FFF2-40B4-BE49-F238E27FC236}">
                  <a16:creationId xmlns:a16="http://schemas.microsoft.com/office/drawing/2014/main" id="{E3F43EF0-B1BC-BD4D-A49F-AB61AEBEC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2294" y="5666851"/>
              <a:ext cx="157581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H2 MAC addr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CA38E7A-FC0F-6C42-8DD4-233196E59530}"/>
              </a:ext>
            </a:extLst>
          </p:cNvPr>
          <p:cNvGrpSpPr/>
          <p:nvPr/>
        </p:nvGrpSpPr>
        <p:grpSpPr>
          <a:xfrm>
            <a:off x="5698628" y="2762261"/>
            <a:ext cx="780829" cy="768052"/>
            <a:chOff x="2503903" y="2308065"/>
            <a:chExt cx="780829" cy="768052"/>
          </a:xfrm>
        </p:grpSpPr>
        <p:grpSp>
          <p:nvGrpSpPr>
            <p:cNvPr id="268" name="Group 201">
              <a:extLst>
                <a:ext uri="{FF2B5EF4-FFF2-40B4-BE49-F238E27FC236}">
                  <a16:creationId xmlns:a16="http://schemas.microsoft.com/office/drawing/2014/main" id="{C8F461B9-B587-5B42-A071-B814C4851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7677FA0C-FC02-EC40-8C41-900467A289CC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413985-B0EB-8C49-979D-3E27D22DC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196084B-5FBD-5D4C-BD9B-EFB4F3348461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A10FF69E-EA7D-3C46-9A1C-E99FF9395C03}"/>
                </a:ext>
              </a:extLst>
            </p:cNvPr>
            <p:cNvSpPr/>
            <p:nvPr/>
          </p:nvSpPr>
          <p:spPr>
            <a:xfrm>
              <a:off x="2503903" y="2308065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875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76EB89-DE31-9F4D-9B79-C314F4806345}"/>
              </a:ext>
            </a:extLst>
          </p:cNvPr>
          <p:cNvGrpSpPr/>
          <p:nvPr/>
        </p:nvGrpSpPr>
        <p:grpSpPr>
          <a:xfrm>
            <a:off x="2193926" y="2445464"/>
            <a:ext cx="7481098" cy="403388"/>
            <a:chOff x="2290908" y="1240118"/>
            <a:chExt cx="7481098" cy="403388"/>
          </a:xfrm>
        </p:grpSpPr>
        <p:sp>
          <p:nvSpPr>
            <p:cNvPr id="124" name="Text Box 12">
              <a:extLst>
                <a:ext uri="{FF2B5EF4-FFF2-40B4-BE49-F238E27FC236}">
                  <a16:creationId xmlns:a16="http://schemas.microsoft.com/office/drawing/2014/main" id="{EB802AA9-5C9F-1F41-8DAA-4DADB50C3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5" name="Text Box 13">
              <a:extLst>
                <a:ext uri="{FF2B5EF4-FFF2-40B4-BE49-F238E27FC236}">
                  <a16:creationId xmlns:a16="http://schemas.microsoft.com/office/drawing/2014/main" id="{976031FD-0DE5-5B4A-80BD-BD79CEF9A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2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6" name="Text Box 14">
              <a:extLst>
                <a:ext uri="{FF2B5EF4-FFF2-40B4-BE49-F238E27FC236}">
                  <a16:creationId xmlns:a16="http://schemas.microsoft.com/office/drawing/2014/main" id="{FC24CF30-0DB1-DC4B-A5A5-09191098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061DB4A9-0D08-7F4F-A90E-91ADB310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8" name="Text Box 16">
              <a:extLst>
                <a:ext uri="{FF2B5EF4-FFF2-40B4-BE49-F238E27FC236}">
                  <a16:creationId xmlns:a16="http://schemas.microsoft.com/office/drawing/2014/main" id="{2D692E38-D5F5-884C-8D26-3DC54A227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75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9" name="Text Box 17">
              <a:extLst>
                <a:ext uri="{FF2B5EF4-FFF2-40B4-BE49-F238E27FC236}">
                  <a16:creationId xmlns:a16="http://schemas.microsoft.com/office/drawing/2014/main" id="{2E76FE38-B6C0-E94A-A8BE-2F6C0BAB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7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30" name="Text Box 18">
              <a:extLst>
                <a:ext uri="{FF2B5EF4-FFF2-40B4-BE49-F238E27FC236}">
                  <a16:creationId xmlns:a16="http://schemas.microsoft.com/office/drawing/2014/main" id="{32F7DF4E-4B6B-D24E-83B6-A37375234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1796" y="1243396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31" name="Text Box 19">
              <a:extLst>
                <a:ext uri="{FF2B5EF4-FFF2-40B4-BE49-F238E27FC236}">
                  <a16:creationId xmlns:a16="http://schemas.microsoft.com/office/drawing/2014/main" id="{388E12FB-1C38-A247-889D-979C81640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9708" y="1240482"/>
              <a:ext cx="102784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0 - 2312</a:t>
              </a:r>
            </a:p>
          </p:txBody>
        </p:sp>
        <p:sp>
          <p:nvSpPr>
            <p:cNvPr id="132" name="Text Box 20">
              <a:extLst>
                <a:ext uri="{FF2B5EF4-FFF2-40B4-BE49-F238E27FC236}">
                  <a16:creationId xmlns:a16="http://schemas.microsoft.com/office/drawing/2014/main" id="{18BB5749-AEFF-2549-A25A-F61CA6314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7496" y="1240118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BF75EA-252E-EC4E-9450-4659C118C568}"/>
              </a:ext>
            </a:extLst>
          </p:cNvPr>
          <p:cNvGrpSpPr/>
          <p:nvPr/>
        </p:nvGrpSpPr>
        <p:grpSpPr>
          <a:xfrm>
            <a:off x="1842654" y="2807276"/>
            <a:ext cx="8130594" cy="854364"/>
            <a:chOff x="1939636" y="1546513"/>
            <a:chExt cx="8130594" cy="854364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AF74D66-AC0A-4948-956A-137D269B89FE}"/>
                </a:ext>
              </a:extLst>
            </p:cNvPr>
            <p:cNvGrpSpPr/>
            <p:nvPr/>
          </p:nvGrpSpPr>
          <p:grpSpPr>
            <a:xfrm>
              <a:off x="1939636" y="1546513"/>
              <a:ext cx="8091055" cy="854364"/>
              <a:chOff x="1981199" y="2322368"/>
              <a:chExt cx="8091055" cy="854364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25229BFC-8C9D-5341-AFF9-493C1C33ECA0}"/>
                  </a:ext>
                </a:extLst>
              </p:cNvPr>
              <p:cNvSpPr/>
              <p:nvPr/>
            </p:nvSpPr>
            <p:spPr>
              <a:xfrm>
                <a:off x="1981199" y="2369127"/>
                <a:ext cx="8091055" cy="748146"/>
              </a:xfrm>
              <a:prstGeom prst="rect">
                <a:avLst/>
              </a:prstGeom>
              <a:solidFill>
                <a:srgbClr val="37CC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8767F13F-1490-C040-9619-96164A9D583F}"/>
                  </a:ext>
                </a:extLst>
              </p:cNvPr>
              <p:cNvCxnSpPr/>
              <p:nvPr/>
            </p:nvCxnSpPr>
            <p:spPr>
              <a:xfrm>
                <a:off x="2826327" y="234141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AA45C04-3EEC-A54A-B447-129E48EA93A7}"/>
                  </a:ext>
                </a:extLst>
              </p:cNvPr>
              <p:cNvCxnSpPr/>
              <p:nvPr/>
            </p:nvCxnSpPr>
            <p:spPr>
              <a:xfrm>
                <a:off x="36740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930F2417-8AA1-B34D-BAED-58697FAA172F}"/>
                  </a:ext>
                </a:extLst>
              </p:cNvPr>
              <p:cNvCxnSpPr/>
              <p:nvPr/>
            </p:nvCxnSpPr>
            <p:spPr>
              <a:xfrm>
                <a:off x="4515427" y="23731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68036314-22EF-A546-8B34-64A33BD2787D}"/>
                  </a:ext>
                </a:extLst>
              </p:cNvPr>
              <p:cNvCxnSpPr/>
              <p:nvPr/>
            </p:nvCxnSpPr>
            <p:spPr>
              <a:xfrm>
                <a:off x="5347277" y="23604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34173DD-F5BD-B547-999E-4FA4E0302BE7}"/>
                  </a:ext>
                </a:extLst>
              </p:cNvPr>
              <p:cNvCxnSpPr/>
              <p:nvPr/>
            </p:nvCxnSpPr>
            <p:spPr>
              <a:xfrm>
                <a:off x="6185477" y="23477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2CC004E3-DD67-494B-96F9-992882A2BB95}"/>
                  </a:ext>
                </a:extLst>
              </p:cNvPr>
              <p:cNvCxnSpPr/>
              <p:nvPr/>
            </p:nvCxnSpPr>
            <p:spPr>
              <a:xfrm>
                <a:off x="7023677" y="23350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BEC4A59E-2798-E14B-8864-897D2A4077AB}"/>
                  </a:ext>
                </a:extLst>
              </p:cNvPr>
              <p:cNvCxnSpPr/>
              <p:nvPr/>
            </p:nvCxnSpPr>
            <p:spPr>
              <a:xfrm>
                <a:off x="7861877" y="23223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5D32E6D-CD0F-B947-BECB-0BB4432C2069}"/>
                  </a:ext>
                </a:extLst>
              </p:cNvPr>
              <p:cNvCxnSpPr/>
              <p:nvPr/>
            </p:nvCxnSpPr>
            <p:spPr>
              <a:xfrm>
                <a:off x="92366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5" name="Rectangle 3">
              <a:extLst>
                <a:ext uri="{FF2B5EF4-FFF2-40B4-BE49-F238E27FC236}">
                  <a16:creationId xmlns:a16="http://schemas.microsoft.com/office/drawing/2014/main" id="{19FB91BB-3917-6C4C-A950-F94A76A4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485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frame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control</a:t>
              </a:r>
            </a:p>
          </p:txBody>
        </p:sp>
        <p:sp>
          <p:nvSpPr>
            <p:cNvPr id="116" name="Rectangle 4">
              <a:extLst>
                <a:ext uri="{FF2B5EF4-FFF2-40B4-BE49-F238E27FC236}">
                  <a16:creationId xmlns:a16="http://schemas.microsoft.com/office/drawing/2014/main" id="{F3F7D97F-8B3D-E248-8ED4-6A7E402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52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duration</a:t>
              </a:r>
            </a:p>
          </p:txBody>
        </p:sp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91218FF9-7C58-A646-B5C2-DE83E6B6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4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1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D7D7633B-DBB6-0847-9C11-53C1398BA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6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2</a:t>
              </a: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E39443BA-2E24-114F-85CB-5CA6A7DF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2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4</a:t>
              </a: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5B42CCAD-488D-4840-9DA3-9D221E2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8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3</a:t>
              </a:r>
            </a:p>
          </p:txBody>
        </p:sp>
        <p:sp>
          <p:nvSpPr>
            <p:cNvPr id="121" name="Rectangle 9">
              <a:extLst>
                <a:ext uri="{FF2B5EF4-FFF2-40B4-BE49-F238E27FC236}">
                  <a16:creationId xmlns:a16="http://schemas.microsoft.com/office/drawing/2014/main" id="{5ABA6D97-54D1-3B48-8E35-4BD2C716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2" name="Rectangle 10">
              <a:extLst>
                <a:ext uri="{FF2B5EF4-FFF2-40B4-BE49-F238E27FC236}">
                  <a16:creationId xmlns:a16="http://schemas.microsoft.com/office/drawing/2014/main" id="{B26FE9E4-8E06-0D45-A2FC-D385D56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430" y="1672504"/>
              <a:ext cx="13716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payload</a:t>
              </a: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99410C58-51A8-2F4C-AAF8-53D3A0A09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2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CRC</a:t>
              </a:r>
            </a:p>
          </p:txBody>
        </p:sp>
        <p:sp>
          <p:nvSpPr>
            <p:cNvPr id="133" name="Text Box 21">
              <a:extLst>
                <a:ext uri="{FF2B5EF4-FFF2-40B4-BE49-F238E27FC236}">
                  <a16:creationId xmlns:a16="http://schemas.microsoft.com/office/drawing/2014/main" id="{42BF6590-B2B6-1548-BA6F-9A4B4FEF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2992" y="1705119"/>
              <a:ext cx="857927" cy="5410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seq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6481F62-6A16-EA44-8755-766D3E98624A}"/>
              </a:ext>
            </a:extLst>
          </p:cNvPr>
          <p:cNvGrpSpPr/>
          <p:nvPr/>
        </p:nvGrpSpPr>
        <p:grpSpPr>
          <a:xfrm>
            <a:off x="2700050" y="1584472"/>
            <a:ext cx="3120341" cy="1172583"/>
            <a:chOff x="2700050" y="1584472"/>
            <a:chExt cx="3120341" cy="1172583"/>
          </a:xfrm>
        </p:grpSpPr>
        <p:sp>
          <p:nvSpPr>
            <p:cNvPr id="97" name="Text Box 49">
              <a:extLst>
                <a:ext uri="{FF2B5EF4-FFF2-40B4-BE49-F238E27FC236}">
                  <a16:creationId xmlns:a16="http://schemas.microsoft.com/office/drawing/2014/main" id="{466552B5-10BD-034F-BE84-61973FDE6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050" y="1584472"/>
              <a:ext cx="312034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duration of reserved </a:t>
              </a:r>
            </a:p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transmission time (RTS/CTS)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2E4A699-96FE-A54C-83F0-23EFCCB12912}"/>
                </a:ext>
              </a:extLst>
            </p:cNvPr>
            <p:cNvCxnSpPr>
              <a:cxnSpLocks/>
            </p:cNvCxnSpPr>
            <p:nvPr/>
          </p:nvCxnSpPr>
          <p:spPr>
            <a:xfrm>
              <a:off x="2826327" y="2133600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1E66252-5813-E043-BE6E-1062BD068D6D}"/>
              </a:ext>
            </a:extLst>
          </p:cNvPr>
          <p:cNvGrpSpPr/>
          <p:nvPr/>
        </p:nvGrpSpPr>
        <p:grpSpPr>
          <a:xfrm>
            <a:off x="6050830" y="1584904"/>
            <a:ext cx="3938298" cy="1186006"/>
            <a:chOff x="6050830" y="1584904"/>
            <a:chExt cx="3938298" cy="1186006"/>
          </a:xfrm>
        </p:grpSpPr>
        <p:sp>
          <p:nvSpPr>
            <p:cNvPr id="99" name="Text Box 51">
              <a:extLst>
                <a:ext uri="{FF2B5EF4-FFF2-40B4-BE49-F238E27FC236}">
                  <a16:creationId xmlns:a16="http://schemas.microsoft.com/office/drawing/2014/main" id="{1806EBB6-EA72-2242-848C-6ACE6989A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0830" y="1584904"/>
              <a:ext cx="3938298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frame sequence # (for reliable data transfer)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09823E0-05D7-C643-9172-A5A4EF953A3C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3C239E-B80C-764B-8459-185695EFB5C4}"/>
              </a:ext>
            </a:extLst>
          </p:cNvPr>
          <p:cNvGrpSpPr/>
          <p:nvPr/>
        </p:nvGrpSpPr>
        <p:grpSpPr>
          <a:xfrm>
            <a:off x="1731386" y="3602038"/>
            <a:ext cx="8562541" cy="1852978"/>
            <a:chOff x="1731386" y="3602038"/>
            <a:chExt cx="8562541" cy="1852978"/>
          </a:xfrm>
        </p:grpSpPr>
        <p:sp>
          <p:nvSpPr>
            <p:cNvPr id="92" name="Freeform 47">
              <a:extLst>
                <a:ext uri="{FF2B5EF4-FFF2-40B4-BE49-F238E27FC236}">
                  <a16:creationId xmlns:a16="http://schemas.microsoft.com/office/drawing/2014/main" id="{CEF30CE9-5F52-B34B-917D-7F82AB5D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95" y="3602038"/>
              <a:ext cx="8503916" cy="1054105"/>
            </a:xfrm>
            <a:custGeom>
              <a:avLst/>
              <a:gdLst>
                <a:gd name="T0" fmla="*/ 2147483647 w 5489"/>
                <a:gd name="T1" fmla="*/ 0 h 672"/>
                <a:gd name="T2" fmla="*/ 0 w 5489"/>
                <a:gd name="T3" fmla="*/ 2147483647 h 672"/>
                <a:gd name="T4" fmla="*/ 2147483647 w 5489"/>
                <a:gd name="T5" fmla="*/ 2147483647 h 672"/>
                <a:gd name="T6" fmla="*/ 2147483647 w 5489"/>
                <a:gd name="T7" fmla="*/ 0 h 672"/>
                <a:gd name="T8" fmla="*/ 2147483647 w 5489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17 w 9823"/>
                <a:gd name="connsiteY0" fmla="*/ 0 h 10000"/>
                <a:gd name="connsiteX1" fmla="*/ 0 w 9823"/>
                <a:gd name="connsiteY1" fmla="*/ 9881 h 10000"/>
                <a:gd name="connsiteX2" fmla="*/ 9823 w 9823"/>
                <a:gd name="connsiteY2" fmla="*/ 10000 h 10000"/>
                <a:gd name="connsiteX3" fmla="*/ 1064 w 9823"/>
                <a:gd name="connsiteY3" fmla="*/ 0 h 10000"/>
                <a:gd name="connsiteX4" fmla="*/ 117 w 9823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9935"/>
                <a:gd name="connsiteY0" fmla="*/ 0 h 9881"/>
                <a:gd name="connsiteX1" fmla="*/ 0 w 9935"/>
                <a:gd name="connsiteY1" fmla="*/ 9881 h 9881"/>
                <a:gd name="connsiteX2" fmla="*/ 9935 w 9935"/>
                <a:gd name="connsiteY2" fmla="*/ 9741 h 9881"/>
                <a:gd name="connsiteX3" fmla="*/ 1083 w 9935"/>
                <a:gd name="connsiteY3" fmla="*/ 0 h 9881"/>
                <a:gd name="connsiteX4" fmla="*/ 119 w 9935"/>
                <a:gd name="connsiteY4" fmla="*/ 0 h 9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5" h="9881">
                  <a:moveTo>
                    <a:pt x="119" y="0"/>
                  </a:moveTo>
                  <a:cubicBezTo>
                    <a:pt x="176" y="5632"/>
                    <a:pt x="105" y="6587"/>
                    <a:pt x="0" y="9881"/>
                  </a:cubicBezTo>
                  <a:lnTo>
                    <a:pt x="9935" y="9741"/>
                  </a:lnTo>
                  <a:cubicBezTo>
                    <a:pt x="5001" y="7179"/>
                    <a:pt x="1810" y="6071"/>
                    <a:pt x="1083" y="0"/>
                  </a:cubicBezTo>
                  <a:lnTo>
                    <a:pt x="1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" name="Text Box 35">
              <a:extLst>
                <a:ext uri="{FF2B5EF4-FFF2-40B4-BE49-F238E27FC236}">
                  <a16:creationId xmlns:a16="http://schemas.microsoft.com/office/drawing/2014/main" id="{53FD5931-3A00-834B-92F9-42D38A57C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420" y="4306888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EC678FA1-C5C0-6C47-843B-4CA7E0159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545" y="431165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3" name="Text Box 37">
              <a:extLst>
                <a:ext uri="{FF2B5EF4-FFF2-40B4-BE49-F238E27FC236}">
                  <a16:creationId xmlns:a16="http://schemas.microsoft.com/office/drawing/2014/main" id="{73CD0239-48E1-BA4E-8364-EEDAE67E7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</a:p>
          </p:txBody>
        </p:sp>
        <p:sp>
          <p:nvSpPr>
            <p:cNvPr id="84" name="Text Box 38">
              <a:extLst>
                <a:ext uri="{FF2B5EF4-FFF2-40B4-BE49-F238E27FC236}">
                  <a16:creationId xmlns:a16="http://schemas.microsoft.com/office/drawing/2014/main" id="{63B34AE6-45A8-E24F-8C2D-0A064EAC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7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5" name="Text Box 39">
              <a:extLst>
                <a:ext uri="{FF2B5EF4-FFF2-40B4-BE49-F238E27FC236}">
                  <a16:creationId xmlns:a16="http://schemas.microsoft.com/office/drawing/2014/main" id="{70E9A9E2-9CF9-DE4D-B967-2CF05E23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48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6" name="Text Box 40">
              <a:extLst>
                <a:ext uri="{FF2B5EF4-FFF2-40B4-BE49-F238E27FC236}">
                  <a16:creationId xmlns:a16="http://schemas.microsoft.com/office/drawing/2014/main" id="{62D927A6-2642-A749-9E6B-75DBDEEB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8870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7" name="Text Box 41">
              <a:extLst>
                <a:ext uri="{FF2B5EF4-FFF2-40B4-BE49-F238E27FC236}">
                  <a16:creationId xmlns:a16="http://schemas.microsoft.com/office/drawing/2014/main" id="{A9E87E57-8333-154C-B8A6-66FFECC9E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84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8" name="Text Box 42">
              <a:extLst>
                <a:ext uri="{FF2B5EF4-FFF2-40B4-BE49-F238E27FC236}">
                  <a16:creationId xmlns:a16="http://schemas.microsoft.com/office/drawing/2014/main" id="{A8F5AC11-3127-4643-9CFE-0B9A54E4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9" name="Text Box 43">
              <a:extLst>
                <a:ext uri="{FF2B5EF4-FFF2-40B4-BE49-F238E27FC236}">
                  <a16:creationId xmlns:a16="http://schemas.microsoft.com/office/drawing/2014/main" id="{7E1214D8-0AB4-1746-A9BB-6443784BF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4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0" name="Text Box 44">
              <a:extLst>
                <a:ext uri="{FF2B5EF4-FFF2-40B4-BE49-F238E27FC236}">
                  <a16:creationId xmlns:a16="http://schemas.microsoft.com/office/drawing/2014/main" id="{A329D889-7CB9-8E45-8A33-0F8F98F6C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1" name="Text Box 45">
              <a:extLst>
                <a:ext uri="{FF2B5EF4-FFF2-40B4-BE49-F238E27FC236}">
                  <a16:creationId xmlns:a16="http://schemas.microsoft.com/office/drawing/2014/main" id="{5F2F18C5-CFCE-984B-A25E-FA1146FF0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9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0045020-1F30-1044-80B0-00A4722275EF}"/>
                </a:ext>
              </a:extLst>
            </p:cNvPr>
            <p:cNvGrpSpPr/>
            <p:nvPr/>
          </p:nvGrpSpPr>
          <p:grpSpPr>
            <a:xfrm>
              <a:off x="1731386" y="4613565"/>
              <a:ext cx="8562541" cy="841451"/>
              <a:chOff x="1759095" y="5313789"/>
              <a:chExt cx="8562541" cy="841451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931C23F7-E53D-CD43-92F8-40A0BF77312B}"/>
                  </a:ext>
                </a:extLst>
              </p:cNvPr>
              <p:cNvGrpSpPr/>
              <p:nvPr/>
            </p:nvGrpSpPr>
            <p:grpSpPr>
              <a:xfrm>
                <a:off x="1773382" y="5313789"/>
                <a:ext cx="8548254" cy="841451"/>
                <a:chOff x="1981199" y="2335068"/>
                <a:chExt cx="8091055" cy="841451"/>
              </a:xfrm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7BB4EFDE-B2A2-BB4D-A337-29A3AC337197}"/>
                    </a:ext>
                  </a:extLst>
                </p:cNvPr>
                <p:cNvSpPr/>
                <p:nvPr/>
              </p:nvSpPr>
              <p:spPr>
                <a:xfrm>
                  <a:off x="1981199" y="2369127"/>
                  <a:ext cx="8091055" cy="748146"/>
                </a:xfrm>
                <a:prstGeom prst="rect">
                  <a:avLst/>
                </a:prstGeom>
                <a:solidFill>
                  <a:srgbClr val="37CC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F58D0690-BF56-004A-BEE6-13BC6AC33DD7}"/>
                    </a:ext>
                  </a:extLst>
                </p:cNvPr>
                <p:cNvCxnSpPr/>
                <p:nvPr/>
              </p:nvCxnSpPr>
              <p:spPr>
                <a:xfrm>
                  <a:off x="2908926" y="2360389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9433DD97-F55E-FF4F-BAB7-B51DEF3F12C1}"/>
                    </a:ext>
                  </a:extLst>
                </p:cNvPr>
                <p:cNvCxnSpPr/>
                <p:nvPr/>
              </p:nvCxnSpPr>
              <p:spPr>
                <a:xfrm>
                  <a:off x="3846433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A7EB1677-CF4B-304D-8344-1D6A48C73499}"/>
                    </a:ext>
                  </a:extLst>
                </p:cNvPr>
                <p:cNvCxnSpPr/>
                <p:nvPr/>
              </p:nvCxnSpPr>
              <p:spPr>
                <a:xfrm>
                  <a:off x="4849415" y="236178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486CB61-ADA1-4C44-AA59-CA6AC729D3CC}"/>
                    </a:ext>
                  </a:extLst>
                </p:cNvPr>
                <p:cNvCxnSpPr/>
                <p:nvPr/>
              </p:nvCxnSpPr>
              <p:spPr>
                <a:xfrm>
                  <a:off x="5508884" y="2364262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6F5CB440-3829-EC4F-9D71-5137826D002C}"/>
                    </a:ext>
                  </a:extLst>
                </p:cNvPr>
                <p:cNvCxnSpPr/>
                <p:nvPr/>
              </p:nvCxnSpPr>
              <p:spPr>
                <a:xfrm>
                  <a:off x="6153156" y="2351563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5030AA9F-FEDB-3E43-9B6E-1F428D9BBDDE}"/>
                    </a:ext>
                  </a:extLst>
                </p:cNvPr>
                <p:cNvCxnSpPr/>
                <p:nvPr/>
              </p:nvCxnSpPr>
              <p:spPr>
                <a:xfrm>
                  <a:off x="6808202" y="2335068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2A65CE1C-2920-3A4C-86B8-96B1654CE85C}"/>
                    </a:ext>
                  </a:extLst>
                </p:cNvPr>
                <p:cNvCxnSpPr/>
                <p:nvPr/>
              </p:nvCxnSpPr>
              <p:spPr>
                <a:xfrm>
                  <a:off x="7456064" y="235651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4D3881CA-1CB0-F049-B8DB-8860D858E81C}"/>
                    </a:ext>
                  </a:extLst>
                </p:cNvPr>
                <p:cNvCxnSpPr/>
                <p:nvPr/>
              </p:nvCxnSpPr>
              <p:spPr>
                <a:xfrm>
                  <a:off x="9394667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Straight Connector 159">
                  <a:extLst>
                    <a:ext uri="{FF2B5EF4-FFF2-40B4-BE49-F238E27FC236}">
                      <a16:creationId xmlns:a16="http://schemas.microsoft.com/office/drawing/2014/main" id="{BC0F3B53-3CF4-F54B-9BB3-6F8E6C9C8C84}"/>
                    </a:ext>
                  </a:extLst>
                </p:cNvPr>
                <p:cNvCxnSpPr/>
                <p:nvPr/>
              </p:nvCxnSpPr>
              <p:spPr>
                <a:xfrm>
                  <a:off x="8103090" y="236473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8253BA72-E8E0-6D48-B97E-7D2981750E39}"/>
                    </a:ext>
                  </a:extLst>
                </p:cNvPr>
                <p:cNvCxnSpPr/>
                <p:nvPr/>
              </p:nvCxnSpPr>
              <p:spPr>
                <a:xfrm>
                  <a:off x="8750116" y="237295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Rectangle 24">
                <a:extLst>
                  <a:ext uri="{FF2B5EF4-FFF2-40B4-BE49-F238E27FC236}">
                    <a16:creationId xmlns:a16="http://schemas.microsoft.com/office/drawing/2014/main" id="{5B7BB24E-E2F2-D34E-AA02-9031EC03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6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type</a:t>
                </a:r>
              </a:p>
            </p:txBody>
          </p:sp>
          <p:sp>
            <p:nvSpPr>
              <p:cNvPr id="71" name="Rectangle 25">
                <a:extLst>
                  <a:ext uri="{FF2B5EF4-FFF2-40B4-BE49-F238E27FC236}">
                    <a16:creationId xmlns:a16="http://schemas.microsoft.com/office/drawing/2014/main" id="{90761904-FD12-544B-802D-B98DE312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from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2" name="Rectangle 26">
                <a:extLst>
                  <a:ext uri="{FF2B5EF4-FFF2-40B4-BE49-F238E27FC236}">
                    <a16:creationId xmlns:a16="http://schemas.microsoft.com/office/drawing/2014/main" id="{15E0B19B-CA4A-8349-9F78-C811A3F2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295" y="5419734"/>
                <a:ext cx="1066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subtype</a:t>
                </a:r>
              </a:p>
            </p:txBody>
          </p:sp>
          <p:sp>
            <p:nvSpPr>
              <p:cNvPr id="73" name="Rectangle 27">
                <a:extLst>
                  <a:ext uri="{FF2B5EF4-FFF2-40B4-BE49-F238E27FC236}">
                    <a16:creationId xmlns:a16="http://schemas.microsoft.com/office/drawing/2014/main" id="{0A7D32A6-B9BA-C848-B12F-36A36EF59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to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4" name="Rectangle 28">
                <a:extLst>
                  <a:ext uri="{FF2B5EF4-FFF2-40B4-BE49-F238E27FC236}">
                    <a16:creationId xmlns:a16="http://schemas.microsoft.com/office/drawing/2014/main" id="{F6B08CED-355E-9C41-B908-1FE074BB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8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 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frag</a:t>
                </a:r>
              </a:p>
            </p:txBody>
          </p:sp>
          <p:sp>
            <p:nvSpPr>
              <p:cNvPr id="75" name="Rectangle 29">
                <a:extLst>
                  <a:ext uri="{FF2B5EF4-FFF2-40B4-BE49-F238E27FC236}">
                    <a16:creationId xmlns:a16="http://schemas.microsoft.com/office/drawing/2014/main" id="{3239D4B5-2716-2F4F-994A-65F60610A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1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WEP</a:t>
                </a:r>
              </a:p>
            </p:txBody>
          </p:sp>
          <p:sp>
            <p:nvSpPr>
              <p:cNvPr id="76" name="Rectangle 30">
                <a:extLst>
                  <a:ext uri="{FF2B5EF4-FFF2-40B4-BE49-F238E27FC236}">
                    <a16:creationId xmlns:a16="http://schemas.microsoft.com/office/drawing/2014/main" id="{79FBC908-4253-FF4D-BDE4-2A6D42E6F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6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</p:txBody>
          </p:sp>
          <p:sp>
            <p:nvSpPr>
              <p:cNvPr id="77" name="Rectangle 31">
                <a:extLst>
                  <a:ext uri="{FF2B5EF4-FFF2-40B4-BE49-F238E27FC236}">
                    <a16:creationId xmlns:a16="http://schemas.microsoft.com/office/drawing/2014/main" id="{45AEEAE0-E39F-B343-BA24-1BAE29D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02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power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mgt</a:t>
                </a:r>
              </a:p>
            </p:txBody>
          </p:sp>
          <p:sp>
            <p:nvSpPr>
              <p:cNvPr id="78" name="Rectangle 32">
                <a:extLst>
                  <a:ext uri="{FF2B5EF4-FFF2-40B4-BE49-F238E27FC236}">
                    <a16:creationId xmlns:a16="http://schemas.microsoft.com/office/drawing/2014/main" id="{719D6A34-C2FA-A04D-8269-B9CC9EC8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44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retry</a:t>
                </a:r>
              </a:p>
            </p:txBody>
          </p:sp>
          <p:sp>
            <p:nvSpPr>
              <p:cNvPr id="79" name="Rectangle 33">
                <a:extLst>
                  <a:ext uri="{FF2B5EF4-FFF2-40B4-BE49-F238E27FC236}">
                    <a16:creationId xmlns:a16="http://schemas.microsoft.com/office/drawing/2014/main" id="{3249B43F-ECA4-CB4E-AA0D-67E39F5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7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rsvd</a:t>
                </a:r>
              </a:p>
            </p:txBody>
          </p:sp>
          <p:sp>
            <p:nvSpPr>
              <p:cNvPr id="80" name="Rectangle 34">
                <a:extLst>
                  <a:ext uri="{FF2B5EF4-FFF2-40B4-BE49-F238E27FC236}">
                    <a16:creationId xmlns:a16="http://schemas.microsoft.com/office/drawing/2014/main" id="{6F674E7D-980F-DF40-AC5B-C5B6C0BF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0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protocol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version</a:t>
                </a: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C6ACE3-E36F-FB48-876E-AF096FDEF49F}"/>
              </a:ext>
            </a:extLst>
          </p:cNvPr>
          <p:cNvGrpSpPr/>
          <p:nvPr/>
        </p:nvGrpSpPr>
        <p:grpSpPr>
          <a:xfrm>
            <a:off x="3033424" y="5444836"/>
            <a:ext cx="4794394" cy="820183"/>
            <a:chOff x="3033424" y="5444836"/>
            <a:chExt cx="4794394" cy="820183"/>
          </a:xfrm>
        </p:grpSpPr>
        <p:sp>
          <p:nvSpPr>
            <p:cNvPr id="94" name="Text Box 54">
              <a:extLst>
                <a:ext uri="{FF2B5EF4-FFF2-40B4-BE49-F238E27FC236}">
                  <a16:creationId xmlns:a16="http://schemas.microsoft.com/office/drawing/2014/main" id="{19BE8EC4-BB2C-9741-A9CC-22E32A55E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3424" y="5895687"/>
              <a:ext cx="479439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frame type (RTS, CTS, ACK, data)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8B042EA-AE0D-F84D-99DD-E2C3B9B3C6BA}"/>
                </a:ext>
              </a:extLst>
            </p:cNvPr>
            <p:cNvCxnSpPr/>
            <p:nvPr/>
          </p:nvCxnSpPr>
          <p:spPr>
            <a:xfrm>
              <a:off x="3172690" y="5444836"/>
              <a:ext cx="0" cy="457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8152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43BAF512-C8A6-DA43-8BCB-1FA12D23AE36}"/>
              </a:ext>
            </a:extLst>
          </p:cNvPr>
          <p:cNvCxnSpPr/>
          <p:nvPr/>
        </p:nvCxnSpPr>
        <p:spPr>
          <a:xfrm>
            <a:off x="8839201" y="2036617"/>
            <a:ext cx="0" cy="9144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mobility within same subnet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188" name="Rectangle 94">
            <a:extLst>
              <a:ext uri="{FF2B5EF4-FFF2-40B4-BE49-F238E27FC236}">
                <a16:creationId xmlns:a16="http://schemas.microsoft.com/office/drawing/2014/main" id="{E8104397-62D4-C04B-8226-F7E8D6838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7" y="1630364"/>
            <a:ext cx="6276109" cy="14314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H1 remains in same IP subnet: IP address can remain same</a:t>
            </a:r>
          </a:p>
        </p:txBody>
      </p:sp>
      <p:sp>
        <p:nvSpPr>
          <p:cNvPr id="189" name="Oval 5">
            <a:extLst>
              <a:ext uri="{FF2B5EF4-FFF2-40B4-BE49-F238E27FC236}">
                <a16:creationId xmlns:a16="http://schemas.microsoft.com/office/drawing/2014/main" id="{E2CE2EC5-620F-E54F-B9EA-02D8B9AE5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581" y="3304454"/>
            <a:ext cx="2154237" cy="2093912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0" name="Oval 38">
            <a:extLst>
              <a:ext uri="{FF2B5EF4-FFF2-40B4-BE49-F238E27FC236}">
                <a16:creationId xmlns:a16="http://schemas.microsoft.com/office/drawing/2014/main" id="{D1509085-9257-3E44-A009-17299DD9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5018" y="3366366"/>
            <a:ext cx="2278063" cy="205105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1" name="Line 59">
            <a:extLst>
              <a:ext uri="{FF2B5EF4-FFF2-40B4-BE49-F238E27FC236}">
                <a16:creationId xmlns:a16="http://schemas.microsoft.com/office/drawing/2014/main" id="{A4709C92-11AC-8542-B325-4752E923BF7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4331" y="4350616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Line 60">
            <a:extLst>
              <a:ext uri="{FF2B5EF4-FFF2-40B4-BE49-F238E27FC236}">
                <a16:creationId xmlns:a16="http://schemas.microsoft.com/office/drawing/2014/main" id="{B460EAFF-5508-934B-BC24-F69CF89B42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46968" y="42537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3" name="Line 61">
            <a:extLst>
              <a:ext uri="{FF2B5EF4-FFF2-40B4-BE49-F238E27FC236}">
                <a16:creationId xmlns:a16="http://schemas.microsoft.com/office/drawing/2014/main" id="{962E3F34-4245-8745-B799-8F77F819F8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61256" y="43299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4" name="Line 62">
            <a:extLst>
              <a:ext uri="{FF2B5EF4-FFF2-40B4-BE49-F238E27FC236}">
                <a16:creationId xmlns:a16="http://schemas.microsoft.com/office/drawing/2014/main" id="{D1C42226-6B61-1F48-8833-667C71DE2A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04106" y="4396654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7CC44369-B7A0-A840-AB3C-3D2AA59099A5}"/>
              </a:ext>
            </a:extLst>
          </p:cNvPr>
          <p:cNvGrpSpPr>
            <a:grpSpLocks/>
          </p:cNvGrpSpPr>
          <p:nvPr/>
        </p:nvGrpSpPr>
        <p:grpSpPr bwMode="auto">
          <a:xfrm>
            <a:off x="10347181" y="3791816"/>
            <a:ext cx="333375" cy="369888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442D4EB7-8C5E-AE45-95FA-53BBA106A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9AB30AE8-78B7-0C4A-99E9-432AE99B6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403">
            <a:extLst>
              <a:ext uri="{FF2B5EF4-FFF2-40B4-BE49-F238E27FC236}">
                <a16:creationId xmlns:a16="http://schemas.microsoft.com/office/drawing/2014/main" id="{D4C2B17F-E486-A74C-ACB3-22180C649EA8}"/>
              </a:ext>
            </a:extLst>
          </p:cNvPr>
          <p:cNvGrpSpPr>
            <a:grpSpLocks/>
          </p:cNvGrpSpPr>
          <p:nvPr/>
        </p:nvGrpSpPr>
        <p:grpSpPr bwMode="auto">
          <a:xfrm>
            <a:off x="7310293" y="4280766"/>
            <a:ext cx="525463" cy="392113"/>
            <a:chOff x="2751" y="1851"/>
            <a:chExt cx="462" cy="478"/>
          </a:xfrm>
        </p:grpSpPr>
        <p:pic>
          <p:nvPicPr>
            <p:cNvPr id="199" name="Picture 364" descr="iphone_stylized_small">
              <a:extLst>
                <a:ext uri="{FF2B5EF4-FFF2-40B4-BE49-F238E27FC236}">
                  <a16:creationId xmlns:a16="http://schemas.microsoft.com/office/drawing/2014/main" id="{70B61669-9CBA-9A45-A1F7-CB7BE2890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402" descr="antenna_radiation_stylized">
              <a:extLst>
                <a:ext uri="{FF2B5EF4-FFF2-40B4-BE49-F238E27FC236}">
                  <a16:creationId xmlns:a16="http://schemas.microsoft.com/office/drawing/2014/main" id="{95B2CF85-D6F9-3C45-82AE-BE6CCC2D1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356">
            <a:extLst>
              <a:ext uri="{FF2B5EF4-FFF2-40B4-BE49-F238E27FC236}">
                <a16:creationId xmlns:a16="http://schemas.microsoft.com/office/drawing/2014/main" id="{54FFC2F7-E02D-9B4A-BD18-207692835D1B}"/>
              </a:ext>
            </a:extLst>
          </p:cNvPr>
          <p:cNvGrpSpPr>
            <a:grpSpLocks/>
          </p:cNvGrpSpPr>
          <p:nvPr/>
        </p:nvGrpSpPr>
        <p:grpSpPr bwMode="auto">
          <a:xfrm>
            <a:off x="9686781" y="4717329"/>
            <a:ext cx="363537" cy="338137"/>
            <a:chOff x="313" y="1497"/>
            <a:chExt cx="1152" cy="1014"/>
          </a:xfrm>
        </p:grpSpPr>
        <p:pic>
          <p:nvPicPr>
            <p:cNvPr id="202" name="Picture 354" descr="laptop_stylized_small">
              <a:extLst>
                <a:ext uri="{FF2B5EF4-FFF2-40B4-BE49-F238E27FC236}">
                  <a16:creationId xmlns:a16="http://schemas.microsoft.com/office/drawing/2014/main" id="{E9F03CB4-23B3-644C-A297-0CD7CECFA6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355" descr="antenna_stylized">
              <a:extLst>
                <a:ext uri="{FF2B5EF4-FFF2-40B4-BE49-F238E27FC236}">
                  <a16:creationId xmlns:a16="http://schemas.microsoft.com/office/drawing/2014/main" id="{DC4D9032-CD73-E44F-838A-5A62AD62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356">
            <a:extLst>
              <a:ext uri="{FF2B5EF4-FFF2-40B4-BE49-F238E27FC236}">
                <a16:creationId xmlns:a16="http://schemas.microsoft.com/office/drawing/2014/main" id="{17142C00-F874-1C40-8F3A-E139AD111DA2}"/>
              </a:ext>
            </a:extLst>
          </p:cNvPr>
          <p:cNvGrpSpPr>
            <a:grpSpLocks/>
          </p:cNvGrpSpPr>
          <p:nvPr/>
        </p:nvGrpSpPr>
        <p:grpSpPr bwMode="auto">
          <a:xfrm>
            <a:off x="8458056" y="4737966"/>
            <a:ext cx="376237" cy="347663"/>
            <a:chOff x="313" y="1497"/>
            <a:chExt cx="1152" cy="1014"/>
          </a:xfrm>
        </p:grpSpPr>
        <p:pic>
          <p:nvPicPr>
            <p:cNvPr id="205" name="Picture 354" descr="laptop_stylized_small">
              <a:extLst>
                <a:ext uri="{FF2B5EF4-FFF2-40B4-BE49-F238E27FC236}">
                  <a16:creationId xmlns:a16="http://schemas.microsoft.com/office/drawing/2014/main" id="{7F20D8A4-3D47-3946-A573-1AD3562D0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" name="Picture 355" descr="antenna_stylized">
              <a:extLst>
                <a:ext uri="{FF2B5EF4-FFF2-40B4-BE49-F238E27FC236}">
                  <a16:creationId xmlns:a16="http://schemas.microsoft.com/office/drawing/2014/main" id="{67AABA1F-5FAC-2942-BF1D-EFCC4EFED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7" name="Group 356">
            <a:extLst>
              <a:ext uri="{FF2B5EF4-FFF2-40B4-BE49-F238E27FC236}">
                <a16:creationId xmlns:a16="http://schemas.microsoft.com/office/drawing/2014/main" id="{0C5308A1-08F3-644B-9D98-F048A52200AE}"/>
              </a:ext>
            </a:extLst>
          </p:cNvPr>
          <p:cNvGrpSpPr>
            <a:grpSpLocks/>
          </p:cNvGrpSpPr>
          <p:nvPr/>
        </p:nvGrpSpPr>
        <p:grpSpPr bwMode="auto">
          <a:xfrm>
            <a:off x="7735743" y="4757016"/>
            <a:ext cx="384175" cy="438150"/>
            <a:chOff x="313" y="1497"/>
            <a:chExt cx="1152" cy="1014"/>
          </a:xfrm>
        </p:grpSpPr>
        <p:pic>
          <p:nvPicPr>
            <p:cNvPr id="208" name="Picture 354" descr="laptop_stylized_small">
              <a:extLst>
                <a:ext uri="{FF2B5EF4-FFF2-40B4-BE49-F238E27FC236}">
                  <a16:creationId xmlns:a16="http://schemas.microsoft.com/office/drawing/2014/main" id="{BC06E0D9-E110-2A43-B122-AF55EE0D9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" name="Picture 355" descr="antenna_stylized">
              <a:extLst>
                <a:ext uri="{FF2B5EF4-FFF2-40B4-BE49-F238E27FC236}">
                  <a16:creationId xmlns:a16="http://schemas.microsoft.com/office/drawing/2014/main" id="{C89AA88C-C4B8-8949-AFA1-194666A85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0" name="Group 403">
            <a:extLst>
              <a:ext uri="{FF2B5EF4-FFF2-40B4-BE49-F238E27FC236}">
                <a16:creationId xmlns:a16="http://schemas.microsoft.com/office/drawing/2014/main" id="{09653B46-850D-B34B-A333-FF785A38F2AF}"/>
              </a:ext>
            </a:extLst>
          </p:cNvPr>
          <p:cNvGrpSpPr>
            <a:grpSpLocks/>
          </p:cNvGrpSpPr>
          <p:nvPr/>
        </p:nvGrpSpPr>
        <p:grpSpPr bwMode="auto">
          <a:xfrm>
            <a:off x="7634143" y="3599729"/>
            <a:ext cx="487363" cy="401637"/>
            <a:chOff x="2751" y="1851"/>
            <a:chExt cx="462" cy="478"/>
          </a:xfrm>
        </p:grpSpPr>
        <p:pic>
          <p:nvPicPr>
            <p:cNvPr id="211" name="Picture 364" descr="iphone_stylized_small">
              <a:extLst>
                <a:ext uri="{FF2B5EF4-FFF2-40B4-BE49-F238E27FC236}">
                  <a16:creationId xmlns:a16="http://schemas.microsoft.com/office/drawing/2014/main" id="{7DA8D35C-6543-3A42-9742-E2E3D5877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" name="Picture 402" descr="antenna_radiation_stylized">
              <a:extLst>
                <a:ext uri="{FF2B5EF4-FFF2-40B4-BE49-F238E27FC236}">
                  <a16:creationId xmlns:a16="http://schemas.microsoft.com/office/drawing/2014/main" id="{E527D1A0-DF96-A24E-A250-AE8FCCAC2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3" name="Group 403">
            <a:extLst>
              <a:ext uri="{FF2B5EF4-FFF2-40B4-BE49-F238E27FC236}">
                <a16:creationId xmlns:a16="http://schemas.microsoft.com/office/drawing/2014/main" id="{0D00461F-B3AF-9941-A57B-09D12FEFF1AE}"/>
              </a:ext>
            </a:extLst>
          </p:cNvPr>
          <p:cNvGrpSpPr>
            <a:grpSpLocks/>
          </p:cNvGrpSpPr>
          <p:nvPr/>
        </p:nvGrpSpPr>
        <p:grpSpPr bwMode="auto">
          <a:xfrm>
            <a:off x="10194781" y="4260129"/>
            <a:ext cx="527050" cy="392112"/>
            <a:chOff x="2751" y="1851"/>
            <a:chExt cx="462" cy="478"/>
          </a:xfrm>
        </p:grpSpPr>
        <p:pic>
          <p:nvPicPr>
            <p:cNvPr id="214" name="Picture 364" descr="iphone_stylized_small">
              <a:extLst>
                <a:ext uri="{FF2B5EF4-FFF2-40B4-BE49-F238E27FC236}">
                  <a16:creationId xmlns:a16="http://schemas.microsoft.com/office/drawing/2014/main" id="{0B12D8AF-A0CE-4F45-AF57-E28723EB9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" name="Picture 402" descr="antenna_radiation_stylized">
              <a:extLst>
                <a:ext uri="{FF2B5EF4-FFF2-40B4-BE49-F238E27FC236}">
                  <a16:creationId xmlns:a16="http://schemas.microsoft.com/office/drawing/2014/main" id="{46FC5F48-CB87-5C41-99FC-3BCDC023F3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6" name="Group 356">
            <a:extLst>
              <a:ext uri="{FF2B5EF4-FFF2-40B4-BE49-F238E27FC236}">
                <a16:creationId xmlns:a16="http://schemas.microsoft.com/office/drawing/2014/main" id="{EF1B7B94-588F-494F-9020-382DD24CFB54}"/>
              </a:ext>
            </a:extLst>
          </p:cNvPr>
          <p:cNvGrpSpPr>
            <a:grpSpLocks/>
          </p:cNvGrpSpPr>
          <p:nvPr/>
        </p:nvGrpSpPr>
        <p:grpSpPr bwMode="auto">
          <a:xfrm>
            <a:off x="8762856" y="4117254"/>
            <a:ext cx="376237" cy="349250"/>
            <a:chOff x="313" y="1497"/>
            <a:chExt cx="1152" cy="1014"/>
          </a:xfrm>
        </p:grpSpPr>
        <p:pic>
          <p:nvPicPr>
            <p:cNvPr id="217" name="Picture 354" descr="laptop_stylized_small">
              <a:extLst>
                <a:ext uri="{FF2B5EF4-FFF2-40B4-BE49-F238E27FC236}">
                  <a16:creationId xmlns:a16="http://schemas.microsoft.com/office/drawing/2014/main" id="{B0E9D6DF-EBAE-B549-8616-532393572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" name="Picture 355" descr="antenna_stylized">
              <a:extLst>
                <a:ext uri="{FF2B5EF4-FFF2-40B4-BE49-F238E27FC236}">
                  <a16:creationId xmlns:a16="http://schemas.microsoft.com/office/drawing/2014/main" id="{E8FD3309-5FE1-4947-B75E-69677EB64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9" name="Group 361">
            <a:extLst>
              <a:ext uri="{FF2B5EF4-FFF2-40B4-BE49-F238E27FC236}">
                <a16:creationId xmlns:a16="http://schemas.microsoft.com/office/drawing/2014/main" id="{7F5370CA-ACA4-D749-BE51-501F13B7D1B3}"/>
              </a:ext>
            </a:extLst>
          </p:cNvPr>
          <p:cNvGrpSpPr>
            <a:grpSpLocks/>
          </p:cNvGrpSpPr>
          <p:nvPr/>
        </p:nvGrpSpPr>
        <p:grpSpPr bwMode="auto">
          <a:xfrm>
            <a:off x="7857981" y="3934691"/>
            <a:ext cx="762000" cy="663575"/>
            <a:chOff x="2967" y="478"/>
            <a:chExt cx="788" cy="625"/>
          </a:xfrm>
        </p:grpSpPr>
        <p:pic>
          <p:nvPicPr>
            <p:cNvPr id="220" name="Picture 358" descr="access_point_stylized_small">
              <a:extLst>
                <a:ext uri="{FF2B5EF4-FFF2-40B4-BE49-F238E27FC236}">
                  <a16:creationId xmlns:a16="http://schemas.microsoft.com/office/drawing/2014/main" id="{58364FA5-EE4A-B94A-A430-6F642FEFA5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1" name="Picture 360" descr="antenna_radiation_stylized">
              <a:extLst>
                <a:ext uri="{FF2B5EF4-FFF2-40B4-BE49-F238E27FC236}">
                  <a16:creationId xmlns:a16="http://schemas.microsoft.com/office/drawing/2014/main" id="{09DBF651-42C4-1E4D-B0A7-71F524D44C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61">
            <a:extLst>
              <a:ext uri="{FF2B5EF4-FFF2-40B4-BE49-F238E27FC236}">
                <a16:creationId xmlns:a16="http://schemas.microsoft.com/office/drawing/2014/main" id="{AFE507DA-FAD2-E54D-9B67-4939D0AEC972}"/>
              </a:ext>
            </a:extLst>
          </p:cNvPr>
          <p:cNvGrpSpPr>
            <a:grpSpLocks/>
          </p:cNvGrpSpPr>
          <p:nvPr/>
        </p:nvGrpSpPr>
        <p:grpSpPr bwMode="auto">
          <a:xfrm>
            <a:off x="9494693" y="3955329"/>
            <a:ext cx="762000" cy="661987"/>
            <a:chOff x="2967" y="478"/>
            <a:chExt cx="788" cy="625"/>
          </a:xfrm>
        </p:grpSpPr>
        <p:pic>
          <p:nvPicPr>
            <p:cNvPr id="223" name="Picture 358" descr="access_point_stylized_small">
              <a:extLst>
                <a:ext uri="{FF2B5EF4-FFF2-40B4-BE49-F238E27FC236}">
                  <a16:creationId xmlns:a16="http://schemas.microsoft.com/office/drawing/2014/main" id="{87737A86-699B-594B-A92D-20AD981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60" descr="antenna_radiation_stylized">
              <a:extLst>
                <a:ext uri="{FF2B5EF4-FFF2-40B4-BE49-F238E27FC236}">
                  <a16:creationId xmlns:a16="http://schemas.microsoft.com/office/drawing/2014/main" id="{B6EBEF08-76CD-2542-8BFB-2F4D1BD20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5" name="Text Box 18">
            <a:extLst>
              <a:ext uri="{FF2B5EF4-FFF2-40B4-BE49-F238E27FC236}">
                <a16:creationId xmlns:a16="http://schemas.microsoft.com/office/drawing/2014/main" id="{C31820A0-72CC-3A4E-AEA6-2BBE3F7C0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1181" y="5018954"/>
            <a:ext cx="446087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226" name="Text Box 20">
            <a:extLst>
              <a:ext uri="{FF2B5EF4-FFF2-40B4-BE49-F238E27FC236}">
                <a16:creationId xmlns:a16="http://schemas.microsoft.com/office/drawing/2014/main" id="{9C01AE67-4B1E-994D-8207-331C3F38A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3018" y="50126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2</a:t>
            </a:r>
          </a:p>
        </p:txBody>
      </p:sp>
      <p:sp>
        <p:nvSpPr>
          <p:cNvPr id="227" name="Text Box 20">
            <a:extLst>
              <a:ext uri="{FF2B5EF4-FFF2-40B4-BE49-F238E27FC236}">
                <a16:creationId xmlns:a16="http://schemas.microsoft.com/office/drawing/2014/main" id="{5E18D396-0F78-954D-970D-210CAA30A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4693" y="51142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1</a:t>
            </a:r>
          </a:p>
        </p:txBody>
      </p:sp>
      <p:sp>
        <p:nvSpPr>
          <p:cNvPr id="229" name="Line 13">
            <a:extLst>
              <a:ext uri="{FF2B5EF4-FFF2-40B4-BE49-F238E27FC236}">
                <a16:creationId xmlns:a16="http://schemas.microsoft.com/office/drawing/2014/main" id="{7EE9AA76-AC1D-9241-98D2-1E941BC5A32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72406" y="3121891"/>
            <a:ext cx="744537" cy="1168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30" name="Line 13">
            <a:extLst>
              <a:ext uri="{FF2B5EF4-FFF2-40B4-BE49-F238E27FC236}">
                <a16:creationId xmlns:a16="http://schemas.microsoft.com/office/drawing/2014/main" id="{9A8A2E92-6E86-034D-B48F-383F5CFB12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6268" y="3142529"/>
            <a:ext cx="657225" cy="1138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Rectangle 94">
            <a:extLst>
              <a:ext uri="{FF2B5EF4-FFF2-40B4-BE49-F238E27FC236}">
                <a16:creationId xmlns:a16="http://schemas.microsoft.com/office/drawing/2014/main" id="{14E85F17-476D-674D-82E5-21016265E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8" y="2627891"/>
            <a:ext cx="6276108" cy="905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switch: which AP is associated with H1?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8C1FA5F-2E38-2E42-969A-52F0A0118526}"/>
              </a:ext>
            </a:extLst>
          </p:cNvPr>
          <p:cNvGrpSpPr/>
          <p:nvPr/>
        </p:nvGrpSpPr>
        <p:grpSpPr>
          <a:xfrm>
            <a:off x="8482451" y="1855928"/>
            <a:ext cx="744676" cy="388508"/>
            <a:chOff x="7493876" y="2774731"/>
            <a:chExt cx="1481958" cy="894622"/>
          </a:xfrm>
        </p:grpSpPr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93EA6C3-A897-6A4E-8FA5-3E87A8F03D6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5491AEEA-3306-584C-A791-3F623A7248C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1103D392-A969-2B4C-9C4C-6096FA2585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87941F28-572E-2946-A963-5A01D2241E4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D70E8420-5955-2A42-B6BA-72225B7A16F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0F35D7A5-5A4A-EB40-AA19-5FFF8E987A6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C80064F8-68C9-3341-83C0-994A4C78114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5C4FEDC-5F6D-524A-829B-E1DBA32EA31B}"/>
              </a:ext>
            </a:extLst>
          </p:cNvPr>
          <p:cNvGrpSpPr/>
          <p:nvPr/>
        </p:nvGrpSpPr>
        <p:grpSpPr>
          <a:xfrm>
            <a:off x="8491494" y="2852015"/>
            <a:ext cx="711278" cy="420709"/>
            <a:chOff x="3668110" y="2448910"/>
            <a:chExt cx="3794234" cy="2165130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B01D497C-998D-B04C-A06D-FEE9D6913F0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736A6D30-7D30-9F48-A3CD-EC233AB6A75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B8407862-B01E-F64C-A31D-B84CEA6BE32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CC49FF30-78BA-B94B-9DEE-3A23AC0AB14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4D525185-A44E-4F4B-963A-FFE4F23CBF4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8DCF8E70-0D16-4545-889A-A299897DF7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38514A0E-369B-5240-B6B1-7EF2DDD72E6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98" name="Rectangle 94">
            <a:extLst>
              <a:ext uri="{FF2B5EF4-FFF2-40B4-BE49-F238E27FC236}">
                <a16:creationId xmlns:a16="http://schemas.microsoft.com/office/drawing/2014/main" id="{11AE9146-15D4-564E-826D-6483A9DC0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6183" y="3537600"/>
            <a:ext cx="5334000" cy="206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685800" lvl="1" indent="-228600">
              <a:lnSpc>
                <a:spcPct val="90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2800" kern="0" dirty="0"/>
              <a:t>self-learning (Ch. 6): switch will see frame from H1 and “remember” which switch port can be used to reach H1</a:t>
            </a:r>
          </a:p>
        </p:txBody>
      </p:sp>
    </p:spTree>
    <p:extLst>
      <p:ext uri="{BB962C8B-B14F-4D97-AF65-F5344CB8AC3E}">
        <p14:creationId xmlns:p14="http://schemas.microsoft.com/office/powerpoint/2010/main" val="3830806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65" name="Rectangle 90">
            <a:extLst>
              <a:ext uri="{FF2B5EF4-FFF2-40B4-BE49-F238E27FC236}">
                <a16:creationId xmlns:a16="http://schemas.microsoft.com/office/drawing/2014/main" id="{8EA7F9EA-683D-D348-B790-BEC7D72E48B4}"/>
              </a:ext>
            </a:extLst>
          </p:cNvPr>
          <p:cNvSpPr txBox="1">
            <a:spLocks noChangeArrowheads="1"/>
          </p:cNvSpPr>
          <p:nvPr/>
        </p:nvSpPr>
        <p:spPr>
          <a:xfrm>
            <a:off x="606570" y="1351395"/>
            <a:ext cx="6570085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600" dirty="0">
                <a:solidFill>
                  <a:srgbClr val="C00000"/>
                </a:solidFill>
              </a:rPr>
              <a:t>Rate adaptation</a:t>
            </a:r>
          </a:p>
          <a:p>
            <a:pPr indent="-339725">
              <a:tabLst>
                <a:tab pos="746125" algn="l"/>
              </a:tabLst>
              <a:defRPr/>
            </a:pPr>
            <a:r>
              <a:rPr lang="en-US" sz="3200" dirty="0"/>
              <a:t>base station, mobile dynamically change transmission rate (physical layer modulation technique) as mobile moves, SNR varies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3D00E50-64BD-D048-85C6-F756B5BBC2FF}"/>
              </a:ext>
            </a:extLst>
          </p:cNvPr>
          <p:cNvGrpSpPr/>
          <p:nvPr/>
        </p:nvGrpSpPr>
        <p:grpSpPr>
          <a:xfrm>
            <a:off x="7462701" y="2055525"/>
            <a:ext cx="3731772" cy="2664675"/>
            <a:chOff x="7462701" y="1501343"/>
            <a:chExt cx="2762898" cy="2664675"/>
          </a:xfrm>
        </p:grpSpPr>
        <p:sp>
          <p:nvSpPr>
            <p:cNvPr id="72" name="Freeform 124">
              <a:extLst>
                <a:ext uri="{FF2B5EF4-FFF2-40B4-BE49-F238E27FC236}">
                  <a16:creationId xmlns:a16="http://schemas.microsoft.com/office/drawing/2014/main" id="{A87447AE-2ED0-0C41-AED7-9EECAB36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4868" y="1820430"/>
              <a:ext cx="631825" cy="1687513"/>
            </a:xfrm>
            <a:custGeom>
              <a:avLst/>
              <a:gdLst>
                <a:gd name="T0" fmla="*/ 0 w 384"/>
                <a:gd name="T1" fmla="*/ 0 h 1592"/>
                <a:gd name="T2" fmla="*/ 2147483647 w 384"/>
                <a:gd name="T3" fmla="*/ 2147483647 h 1592"/>
                <a:gd name="T4" fmla="*/ 2147483647 w 384"/>
                <a:gd name="T5" fmla="*/ 2147483647 h 1592"/>
                <a:gd name="T6" fmla="*/ 2147483647 w 384"/>
                <a:gd name="T7" fmla="*/ 2147483647 h 15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1592">
                  <a:moveTo>
                    <a:pt x="0" y="0"/>
                  </a:moveTo>
                  <a:cubicBezTo>
                    <a:pt x="66" y="110"/>
                    <a:pt x="133" y="220"/>
                    <a:pt x="184" y="384"/>
                  </a:cubicBezTo>
                  <a:cubicBezTo>
                    <a:pt x="235" y="548"/>
                    <a:pt x="271" y="783"/>
                    <a:pt x="304" y="984"/>
                  </a:cubicBezTo>
                  <a:cubicBezTo>
                    <a:pt x="337" y="1185"/>
                    <a:pt x="371" y="1492"/>
                    <a:pt x="384" y="1592"/>
                  </a:cubicBezTo>
                </a:path>
              </a:pathLst>
            </a:custGeom>
            <a:noFill/>
            <a:ln w="28575" cmpd="sng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3" name="Freeform 125">
              <a:extLst>
                <a:ext uri="{FF2B5EF4-FFF2-40B4-BE49-F238E27FC236}">
                  <a16:creationId xmlns:a16="http://schemas.microsoft.com/office/drawing/2014/main" id="{D385B981-2B9B-B340-A145-B54F6625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2855" y="1666443"/>
              <a:ext cx="604838" cy="1879600"/>
            </a:xfrm>
            <a:custGeom>
              <a:avLst/>
              <a:gdLst>
                <a:gd name="T0" fmla="*/ 0 w 432"/>
                <a:gd name="T1" fmla="*/ 0 h 1800"/>
                <a:gd name="T2" fmla="*/ 2147483647 w 432"/>
                <a:gd name="T3" fmla="*/ 2147483647 h 1800"/>
                <a:gd name="T4" fmla="*/ 2147483647 w 432"/>
                <a:gd name="T5" fmla="*/ 2147483647 h 1800"/>
                <a:gd name="T6" fmla="*/ 2147483647 w 432"/>
                <a:gd name="T7" fmla="*/ 2147483647 h 1800"/>
                <a:gd name="T8" fmla="*/ 2147483647 w 432"/>
                <a:gd name="T9" fmla="*/ 2147483647 h 18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1800">
                  <a:moveTo>
                    <a:pt x="0" y="0"/>
                  </a:moveTo>
                  <a:cubicBezTo>
                    <a:pt x="62" y="98"/>
                    <a:pt x="125" y="196"/>
                    <a:pt x="168" y="296"/>
                  </a:cubicBezTo>
                  <a:cubicBezTo>
                    <a:pt x="211" y="396"/>
                    <a:pt x="224" y="451"/>
                    <a:pt x="256" y="600"/>
                  </a:cubicBezTo>
                  <a:cubicBezTo>
                    <a:pt x="288" y="749"/>
                    <a:pt x="331" y="992"/>
                    <a:pt x="360" y="1192"/>
                  </a:cubicBezTo>
                  <a:cubicBezTo>
                    <a:pt x="389" y="1392"/>
                    <a:pt x="410" y="1596"/>
                    <a:pt x="432" y="180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4" name="Freeform 126">
              <a:extLst>
                <a:ext uri="{FF2B5EF4-FFF2-40B4-BE49-F238E27FC236}">
                  <a16:creationId xmlns:a16="http://schemas.microsoft.com/office/drawing/2014/main" id="{1046761F-B0F0-3D4C-8939-27522DB9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005" y="1666443"/>
              <a:ext cx="571500" cy="1889125"/>
            </a:xfrm>
            <a:custGeom>
              <a:avLst/>
              <a:gdLst>
                <a:gd name="T0" fmla="*/ 0 w 408"/>
                <a:gd name="T1" fmla="*/ 0 h 1792"/>
                <a:gd name="T2" fmla="*/ 2147483647 w 408"/>
                <a:gd name="T3" fmla="*/ 2147483647 h 1792"/>
                <a:gd name="T4" fmla="*/ 2147483647 w 408"/>
                <a:gd name="T5" fmla="*/ 2147483647 h 1792"/>
                <a:gd name="T6" fmla="*/ 2147483647 w 408"/>
                <a:gd name="T7" fmla="*/ 2147483647 h 1792"/>
                <a:gd name="T8" fmla="*/ 2147483647 w 408"/>
                <a:gd name="T9" fmla="*/ 2147483647 h 1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792">
                  <a:moveTo>
                    <a:pt x="0" y="0"/>
                  </a:moveTo>
                  <a:cubicBezTo>
                    <a:pt x="56" y="98"/>
                    <a:pt x="113" y="197"/>
                    <a:pt x="152" y="296"/>
                  </a:cubicBezTo>
                  <a:cubicBezTo>
                    <a:pt x="191" y="395"/>
                    <a:pt x="200" y="443"/>
                    <a:pt x="232" y="592"/>
                  </a:cubicBezTo>
                  <a:cubicBezTo>
                    <a:pt x="264" y="741"/>
                    <a:pt x="315" y="992"/>
                    <a:pt x="344" y="1192"/>
                  </a:cubicBezTo>
                  <a:cubicBezTo>
                    <a:pt x="373" y="1392"/>
                    <a:pt x="397" y="1691"/>
                    <a:pt x="408" y="1792"/>
                  </a:cubicBezTo>
                </a:path>
              </a:pathLst>
            </a:custGeom>
            <a:noFill/>
            <a:ln w="28575" cap="flat" cmpd="sng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5" name="Rectangle 127">
              <a:extLst>
                <a:ext uri="{FF2B5EF4-FFF2-40B4-BE49-F238E27FC236}">
                  <a16:creationId xmlns:a16="http://schemas.microsoft.com/office/drawing/2014/main" id="{1D440901-0C31-0F4D-8946-D3F10558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0580" y="1658505"/>
              <a:ext cx="1847850" cy="191135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6" name="Line 128">
              <a:extLst>
                <a:ext uri="{FF2B5EF4-FFF2-40B4-BE49-F238E27FC236}">
                  <a16:creationId xmlns:a16="http://schemas.microsoft.com/office/drawing/2014/main" id="{910206CA-3247-C24D-82A9-E68F31B2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0580" y="1987118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7" name="Line 129">
              <a:extLst>
                <a:ext uri="{FF2B5EF4-FFF2-40B4-BE49-F238E27FC236}">
                  <a16:creationId xmlns:a16="http://schemas.microsoft.com/office/drawing/2014/main" id="{05E0E39F-FE53-A846-BD7B-D66F56535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6930" y="2296680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8" name="Line 130">
              <a:extLst>
                <a:ext uri="{FF2B5EF4-FFF2-40B4-BE49-F238E27FC236}">
                  <a16:creationId xmlns:a16="http://schemas.microsoft.com/office/drawing/2014/main" id="{80C0E12A-DB35-F247-8473-E7870BD91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693" y="2615768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9" name="Line 131">
              <a:extLst>
                <a:ext uri="{FF2B5EF4-FFF2-40B4-BE49-F238E27FC236}">
                  <a16:creationId xmlns:a16="http://schemas.microsoft.com/office/drawing/2014/main" id="{9E7648BC-85FB-D445-ADF6-E9850B6F6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8043" y="2925330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0" name="Line 132">
              <a:extLst>
                <a:ext uri="{FF2B5EF4-FFF2-40B4-BE49-F238E27FC236}">
                  <a16:creationId xmlns:a16="http://schemas.microsoft.com/office/drawing/2014/main" id="{60971AE1-D663-2146-941D-807E03CEA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4393" y="3246005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1" name="Line 133">
              <a:extLst>
                <a:ext uri="{FF2B5EF4-FFF2-40B4-BE49-F238E27FC236}">
                  <a16:creationId xmlns:a16="http://schemas.microsoft.com/office/drawing/2014/main" id="{F183B9C8-59FF-FF42-81A0-D1D65348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180" y="1658505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2" name="Line 134">
              <a:extLst>
                <a:ext uri="{FF2B5EF4-FFF2-40B4-BE49-F238E27FC236}">
                  <a16:creationId xmlns:a16="http://schemas.microsoft.com/office/drawing/2014/main" id="{95BC1052-E2A8-4244-BD31-881FB4E63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0380" y="166961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3" name="Line 135">
              <a:extLst>
                <a:ext uri="{FF2B5EF4-FFF2-40B4-BE49-F238E27FC236}">
                  <a16:creationId xmlns:a16="http://schemas.microsoft.com/office/drawing/2014/main" id="{6201EE71-0F86-1942-A349-D190824BD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5993" y="166326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4" name="Text Box 136">
              <a:extLst>
                <a:ext uri="{FF2B5EF4-FFF2-40B4-BE49-F238E27FC236}">
                  <a16:creationId xmlns:a16="http://schemas.microsoft.com/office/drawing/2014/main" id="{2C8BC37A-3079-3141-8CAD-104408E0B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4118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10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5" name="Text Box 137">
              <a:extLst>
                <a:ext uri="{FF2B5EF4-FFF2-40B4-BE49-F238E27FC236}">
                  <a16:creationId xmlns:a16="http://schemas.microsoft.com/office/drawing/2014/main" id="{FDD958A4-F26F-7A4D-ABAB-97CE564D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9730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20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6" name="Text Box 138">
              <a:extLst>
                <a:ext uri="{FF2B5EF4-FFF2-40B4-BE49-F238E27FC236}">
                  <a16:creationId xmlns:a16="http://schemas.microsoft.com/office/drawing/2014/main" id="{3A2A8346-A59E-BC41-890D-70D2E2A20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65818" y="3557155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30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7" name="Text Box 139">
              <a:extLst>
                <a:ext uri="{FF2B5EF4-FFF2-40B4-BE49-F238E27FC236}">
                  <a16:creationId xmlns:a16="http://schemas.microsoft.com/office/drawing/2014/main" id="{C3099B89-2944-444D-A87C-4AFB683CA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2543" y="3560330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40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4A7A6B1D-4D41-954E-A5F6-3028E04D0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8099" y="3827464"/>
              <a:ext cx="86914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SNR(dB)</a:t>
              </a:r>
            </a:p>
          </p:txBody>
        </p:sp>
        <p:sp>
          <p:nvSpPr>
            <p:cNvPr id="89" name="Text Box 147">
              <a:extLst>
                <a:ext uri="{FF2B5EF4-FFF2-40B4-BE49-F238E27FC236}">
                  <a16:creationId xmlns:a16="http://schemas.microsoft.com/office/drawing/2014/main" id="{E2163787-4691-5D46-8699-B77A930A9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7376940" y="2379023"/>
              <a:ext cx="51007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BER</a:t>
              </a:r>
            </a:p>
          </p:txBody>
        </p:sp>
        <p:sp>
          <p:nvSpPr>
            <p:cNvPr id="90" name="Text Box 148">
              <a:extLst>
                <a:ext uri="{FF2B5EF4-FFF2-40B4-BE49-F238E27FC236}">
                  <a16:creationId xmlns:a16="http://schemas.microsoft.com/office/drawing/2014/main" id="{7C1ED569-5C1A-F54A-AB69-46434B3A3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9128" y="150134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-1</a:t>
              </a:r>
            </a:p>
          </p:txBody>
        </p:sp>
        <p:sp>
          <p:nvSpPr>
            <p:cNvPr id="91" name="Text Box 149">
              <a:extLst>
                <a:ext uri="{FF2B5EF4-FFF2-40B4-BE49-F238E27FC236}">
                  <a16:creationId xmlns:a16="http://schemas.microsoft.com/office/drawing/2014/main" id="{94E14E63-66FD-4443-B41D-AF70FFBA1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1820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-2</a:t>
              </a:r>
            </a:p>
          </p:txBody>
        </p:sp>
        <p:sp>
          <p:nvSpPr>
            <p:cNvPr id="92" name="Text Box 150">
              <a:extLst>
                <a:ext uri="{FF2B5EF4-FFF2-40B4-BE49-F238E27FC236}">
                  <a16:creationId xmlns:a16="http://schemas.microsoft.com/office/drawing/2014/main" id="{E0977E27-9D19-A64A-AF3A-97F63CB63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3890" y="21315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-3</a:t>
              </a:r>
            </a:p>
          </p:txBody>
        </p:sp>
        <p:sp>
          <p:nvSpPr>
            <p:cNvPr id="93" name="Text Box 151">
              <a:extLst>
                <a:ext uri="{FF2B5EF4-FFF2-40B4-BE49-F238E27FC236}">
                  <a16:creationId xmlns:a16="http://schemas.microsoft.com/office/drawing/2014/main" id="{71116C7E-0C8A-C345-987E-209472BF6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27522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-5</a:t>
              </a:r>
            </a:p>
          </p:txBody>
        </p:sp>
        <p:sp>
          <p:nvSpPr>
            <p:cNvPr id="94" name="Text Box 152">
              <a:extLst>
                <a:ext uri="{FF2B5EF4-FFF2-40B4-BE49-F238E27FC236}">
                  <a16:creationId xmlns:a16="http://schemas.microsoft.com/office/drawing/2014/main" id="{1704C017-27C0-A24D-9102-5AE6A700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3415" y="30713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-6</a:t>
              </a:r>
            </a:p>
          </p:txBody>
        </p:sp>
        <p:sp>
          <p:nvSpPr>
            <p:cNvPr id="95" name="Text Box 153">
              <a:extLst>
                <a:ext uri="{FF2B5EF4-FFF2-40B4-BE49-F238E27FC236}">
                  <a16:creationId xmlns:a16="http://schemas.microsoft.com/office/drawing/2014/main" id="{75B908A4-A34C-2445-B429-1AC5208B1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7065" y="33999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-7</a:t>
              </a:r>
            </a:p>
          </p:txBody>
        </p:sp>
        <p:sp>
          <p:nvSpPr>
            <p:cNvPr id="96" name="Text Box 154">
              <a:extLst>
                <a:ext uri="{FF2B5EF4-FFF2-40B4-BE49-F238E27FC236}">
                  <a16:creationId xmlns:a16="http://schemas.microsoft.com/office/drawing/2014/main" id="{6CA0DB94-D333-E944-A25F-F9D61C7AD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0715" y="2455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-4</a:t>
              </a:r>
            </a:p>
          </p:txBody>
        </p:sp>
      </p:grpSp>
      <p:sp>
        <p:nvSpPr>
          <p:cNvPr id="97" name="Oval 158">
            <a:extLst>
              <a:ext uri="{FF2B5EF4-FFF2-40B4-BE49-F238E27FC236}">
                <a16:creationId xmlns:a16="http://schemas.microsoft.com/office/drawing/2014/main" id="{209748AE-384B-F949-89CC-37F237ECE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1137" y="3758480"/>
            <a:ext cx="152400" cy="16192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400" dirty="0"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F193BFB-7D25-3945-9C36-2F993BA9DB5E}"/>
              </a:ext>
            </a:extLst>
          </p:cNvPr>
          <p:cNvGrpSpPr/>
          <p:nvPr/>
        </p:nvGrpSpPr>
        <p:grpSpPr>
          <a:xfrm>
            <a:off x="8550275" y="5018232"/>
            <a:ext cx="1525223" cy="787073"/>
            <a:chOff x="1997075" y="4768850"/>
            <a:chExt cx="1525223" cy="787073"/>
          </a:xfrm>
        </p:grpSpPr>
        <p:sp>
          <p:nvSpPr>
            <p:cNvPr id="66" name="Line 140">
              <a:extLst>
                <a:ext uri="{FF2B5EF4-FFF2-40B4-BE49-F238E27FC236}">
                  <a16:creationId xmlns:a16="http://schemas.microsoft.com/office/drawing/2014/main" id="{9ABBD722-F994-5D44-9F28-C96E66B76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237163"/>
              <a:ext cx="29686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7" name="Line 141">
              <a:extLst>
                <a:ext uri="{FF2B5EF4-FFF2-40B4-BE49-F238E27FC236}">
                  <a16:creationId xmlns:a16="http://schemas.microsoft.com/office/drawing/2014/main" id="{D2378DA5-4292-1146-841A-83348B059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064125"/>
              <a:ext cx="29686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8" name="Line 142">
              <a:extLst>
                <a:ext uri="{FF2B5EF4-FFF2-40B4-BE49-F238E27FC236}">
                  <a16:creationId xmlns:a16="http://schemas.microsoft.com/office/drawing/2014/main" id="{BD436497-C11B-DE4B-B7CC-A36D247B7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600" y="4894263"/>
              <a:ext cx="269875" cy="0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9" name="Text Box 143">
              <a:extLst>
                <a:ext uri="{FF2B5EF4-FFF2-40B4-BE49-F238E27FC236}">
                  <a16:creationId xmlns:a16="http://schemas.microsoft.com/office/drawing/2014/main" id="{B06EB229-594F-B74D-AB37-1AFD23D93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9650" y="4768850"/>
              <a:ext cx="124264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QAM256 (8 Mbps)</a:t>
              </a:r>
            </a:p>
          </p:txBody>
        </p:sp>
        <p:sp>
          <p:nvSpPr>
            <p:cNvPr id="70" name="Text Box 144">
              <a:extLst>
                <a:ext uri="{FF2B5EF4-FFF2-40B4-BE49-F238E27FC236}">
                  <a16:creationId xmlns:a16="http://schemas.microsoft.com/office/drawing/2014/main" id="{1299B93C-66F7-2D42-BCDE-AB352ACB0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1713" y="4922838"/>
              <a:ext cx="1170513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QAM16 (4 Mbps)</a:t>
              </a:r>
            </a:p>
          </p:txBody>
        </p:sp>
        <p:sp>
          <p:nvSpPr>
            <p:cNvPr id="71" name="Text Box 145">
              <a:extLst>
                <a:ext uri="{FF2B5EF4-FFF2-40B4-BE49-F238E27FC236}">
                  <a16:creationId xmlns:a16="http://schemas.microsoft.com/office/drawing/2014/main" id="{8E3C0C78-B8F0-5C4A-94BE-C201B16AD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1238" y="5103813"/>
              <a:ext cx="1016625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BPSK (1 Mbps)</a:t>
              </a:r>
            </a:p>
          </p:txBody>
        </p:sp>
        <p:sp>
          <p:nvSpPr>
            <p:cNvPr id="98" name="Oval 159">
              <a:extLst>
                <a:ext uri="{FF2B5EF4-FFF2-40B4-BE49-F238E27FC236}">
                  <a16:creationId xmlns:a16="http://schemas.microsoft.com/office/drawing/2014/main" id="{3DC8AEBF-AF89-0041-BAEC-013B1349E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338" y="5330825"/>
              <a:ext cx="152400" cy="16192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99" name="Text Box 160">
              <a:extLst>
                <a:ext uri="{FF2B5EF4-FFF2-40B4-BE49-F238E27FC236}">
                  <a16:creationId xmlns:a16="http://schemas.microsoft.com/office/drawing/2014/main" id="{3789CE0E-0C61-9946-9828-EE6C26B32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763" y="5294313"/>
              <a:ext cx="106952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operating point</a:t>
              </a:r>
            </a:p>
          </p:txBody>
        </p:sp>
      </p:grpSp>
      <p:sp>
        <p:nvSpPr>
          <p:cNvPr id="100" name="Text Box 161">
            <a:extLst>
              <a:ext uri="{FF2B5EF4-FFF2-40B4-BE49-F238E27FC236}">
                <a16:creationId xmlns:a16="http://schemas.microsoft.com/office/drawing/2014/main" id="{73953D5A-AF9D-A74F-B537-6801EC650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075" y="3954895"/>
            <a:ext cx="6579611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1. </a:t>
            </a:r>
            <a:r>
              <a:rPr lang="en-US" sz="2400" dirty="0">
                <a:latin typeface="+mn-lt"/>
                <a:cs typeface="Arial" charset="0"/>
              </a:rPr>
              <a:t>SNR decreases, BER increase as node moves away from base station</a:t>
            </a:r>
          </a:p>
        </p:txBody>
      </p:sp>
      <p:sp>
        <p:nvSpPr>
          <p:cNvPr id="101" name="Text Box 162">
            <a:extLst>
              <a:ext uri="{FF2B5EF4-FFF2-40B4-BE49-F238E27FC236}">
                <a16:creationId xmlns:a16="http://schemas.microsoft.com/office/drawing/2014/main" id="{E2FD50A6-89FD-3D40-BBE1-B3A224D60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367" y="4893108"/>
            <a:ext cx="661843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2. </a:t>
            </a:r>
            <a:r>
              <a:rPr lang="en-US" sz="2400" dirty="0">
                <a:latin typeface="+mn-lt"/>
                <a:cs typeface="Arial" charset="0"/>
              </a:rPr>
              <a:t>When BER becomes too high, switch to lower transmission rate but with lower BER</a:t>
            </a:r>
          </a:p>
        </p:txBody>
      </p:sp>
    </p:spTree>
    <p:extLst>
      <p:ext uri="{BB962C8B-B14F-4D97-AF65-F5344CB8AC3E}">
        <p14:creationId xmlns:p14="http://schemas.microsoft.com/office/powerpoint/2010/main" val="2954730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6 C -0.00143 -0.01527 -0.00247 -0.02986 -0.00456 -0.04444 C -0.00651 -0.05902 -0.00951 -0.07407 -0.01172 -0.08703 C -0.01419 -0.09976 -0.01589 -0.10879 -0.0181 -0.12152 C -0.02031 -0.13379 -0.02344 -0.15208 -0.02539 -0.16088 C -0.02747 -0.16944 -0.02773 -0.16828 -0.02956 -0.17361 C -0.03138 -0.17847 -0.03425 -0.18541 -0.03672 -0.19189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36" y="-960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72 -0.19189 C -0.03672 -0.19166 -0.0362 -0.07662 -0.03555 0.0388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1152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555 0.03889 C -0.0388 0.01968 -0.04193 0.00162 -0.04531 -0.02199 C -0.04896 -0.0456 -0.05221 -0.07662 -0.05703 -0.10347 C -0.06172 -0.13055 -0.07161 -0.16921 -0.07435 -0.18217 " pathEditMode="relative" rAng="0" ptsTypes="AAAA">
                                      <p:cBhvr>
                                        <p:cTn id="17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40" y="-110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97" grpId="2" animBg="1"/>
      <p:bldP spid="100" grpId="0"/>
      <p:bldP spid="101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054" y="1405371"/>
            <a:ext cx="1027531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power management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node-to-AP: </a:t>
            </a:r>
            <a:r>
              <a:rPr lang="en-US" sz="3200" dirty="0"/>
              <a:t>“</a:t>
            </a:r>
            <a:r>
              <a:rPr lang="en-US" sz="3200" dirty="0">
                <a:cs typeface="+mn-cs"/>
              </a:rPr>
              <a:t>I am going to sleep until next beacon frame</a:t>
            </a:r>
            <a:r>
              <a:rPr lang="en-US" altLang="ja-JP" sz="3200" dirty="0">
                <a:cs typeface="+mn-cs"/>
              </a:rPr>
              <a:t>”</a:t>
            </a:r>
            <a:endParaRPr lang="en-US" sz="3200" dirty="0">
              <a:cs typeface="+mn-cs"/>
            </a:endParaRP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AP knows not to transmit frames to this node</a:t>
            </a: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node wakes up before next beacon frame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beacon frame: contains list of mobiles with AP-to-mobile frames waiting to be sent</a:t>
            </a:r>
          </a:p>
          <a:p>
            <a:pPr marL="701675" lvl="1" indent="-24447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793750" algn="l"/>
              </a:tabLst>
              <a:defRPr/>
            </a:pPr>
            <a:r>
              <a:rPr lang="en-US" sz="2800" dirty="0">
                <a:cs typeface="+mn-cs"/>
              </a:rPr>
              <a:t>node will stay awake if AP-to-mobile frames to be sent; otherwise sleep again until next beacon frame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021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CDMA: code division multiple access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/>
              <a:t>Bluetooth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398E34A-2531-E532-EDE7-D3CAA37F34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2268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68820" y="1464542"/>
            <a:ext cx="6869834" cy="50609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less than 10 m diameter</a:t>
            </a:r>
          </a:p>
          <a:p>
            <a:pPr marL="285750" indent="-285750">
              <a:defRPr/>
            </a:pPr>
            <a:r>
              <a:rPr lang="en-US" sz="3200" dirty="0"/>
              <a:t>replacement for cables (mouse, keyboard, headphones)</a:t>
            </a:r>
          </a:p>
          <a:p>
            <a:pPr marL="285750" indent="-285750">
              <a:defRPr/>
            </a:pPr>
            <a:r>
              <a:rPr lang="en-US" sz="3200" dirty="0"/>
              <a:t>ad hoc: no infrastructure</a:t>
            </a:r>
          </a:p>
          <a:p>
            <a:pPr marL="285750" indent="-285750">
              <a:defRPr/>
            </a:pPr>
            <a:r>
              <a:rPr lang="en-US" sz="3200" dirty="0"/>
              <a:t>2.4-2.5 GHz ISM radio band, up to 3 Mbps</a:t>
            </a:r>
          </a:p>
          <a:p>
            <a:pPr marL="285750" indent="-285750">
              <a:defRPr/>
            </a:pPr>
            <a:r>
              <a:rPr lang="en-US" sz="3200" dirty="0"/>
              <a:t>master controller / client devices:</a:t>
            </a:r>
          </a:p>
          <a:p>
            <a:pPr lvl="1">
              <a:lnSpc>
                <a:spcPct val="80000"/>
              </a:lnSpc>
              <a:defRPr/>
            </a:pPr>
            <a:r>
              <a:rPr lang="en-US" sz="2800" dirty="0"/>
              <a:t>master polls clients, grants requests for client transmissions</a:t>
            </a:r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tx2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tx2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tx2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controller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3443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41111" y="1464542"/>
            <a:ext cx="6371071" cy="52826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TDM, </a:t>
            </a:r>
            <a:r>
              <a:rPr lang="en-US" dirty="0"/>
              <a:t>625 </a:t>
            </a:r>
            <a:r>
              <a:rPr lang="en-US" dirty="0">
                <a:latin typeface="Symbol" pitchFamily="2" charset="2"/>
              </a:rPr>
              <a:t>m</a:t>
            </a:r>
            <a:r>
              <a:rPr lang="en-US" dirty="0"/>
              <a:t>sec sec. slot</a:t>
            </a:r>
          </a:p>
          <a:p>
            <a:pPr marL="285750" indent="-285750">
              <a:defRPr/>
            </a:pPr>
            <a:r>
              <a:rPr lang="en-US" sz="2800" dirty="0"/>
              <a:t>FDM: sender uses </a:t>
            </a:r>
            <a:r>
              <a:rPr lang="en-US" dirty="0"/>
              <a:t>79 frequency channels in known, pseudo-random order slot-to-slot (spread spectrum)</a:t>
            </a:r>
          </a:p>
          <a:p>
            <a:pPr marL="628650" lvl="1" indent="-285750">
              <a:defRPr/>
            </a:pPr>
            <a:r>
              <a:rPr lang="en-US" dirty="0"/>
              <a:t>other devices/equipment not in piconet only interfere in some slots</a:t>
            </a:r>
          </a:p>
          <a:p>
            <a:pPr marL="457200" indent="-457200">
              <a:defRPr/>
            </a:pPr>
            <a:r>
              <a:rPr lang="en-US" dirty="0">
                <a:solidFill>
                  <a:srgbClr val="C00000"/>
                </a:solidFill>
              </a:rPr>
              <a:t>parked mode: </a:t>
            </a:r>
            <a:r>
              <a:rPr lang="en-US" dirty="0"/>
              <a:t>clients can “go to sleep” (park) and later wakeup (to preserve battery)</a:t>
            </a:r>
          </a:p>
          <a:p>
            <a:pPr marL="457200" indent="-457200">
              <a:defRPr/>
            </a:pPr>
            <a:r>
              <a:rPr lang="en-US" sz="2800" dirty="0">
                <a:solidFill>
                  <a:srgbClr val="C00000"/>
                </a:solidFill>
              </a:rPr>
              <a:t>boo</a:t>
            </a:r>
            <a:r>
              <a:rPr lang="en-US" dirty="0">
                <a:solidFill>
                  <a:srgbClr val="C00000"/>
                </a:solidFill>
              </a:rPr>
              <a:t>tstrapping: </a:t>
            </a:r>
            <a:r>
              <a:rPr lang="en-US" dirty="0"/>
              <a:t>nodes self-assemble (plug and play) into piconet</a:t>
            </a:r>
            <a:endParaRPr lang="en-US" sz="2800" dirty="0"/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tx2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tx2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tx2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controller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71269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48CB412-338F-8618-011E-85F02F225B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7267" y="415337"/>
            <a:ext cx="10515600" cy="894622"/>
          </a:xfrm>
        </p:spPr>
        <p:txBody>
          <a:bodyPr/>
          <a:lstStyle/>
          <a:p>
            <a:r>
              <a:rPr lang="en-US" dirty="0"/>
              <a:t>Pandemic + Bluetooth</a:t>
            </a:r>
          </a:p>
        </p:txBody>
      </p:sp>
      <p:pic>
        <p:nvPicPr>
          <p:cNvPr id="14340" name="Picture 4">
            <a:extLst>
              <a:ext uri="{FF2B5EF4-FFF2-40B4-BE49-F238E27FC236}">
                <a16:creationId xmlns:a16="http://schemas.microsoft.com/office/drawing/2014/main" id="{6B43C3C8-3088-4F9E-0DD3-9CCD4C91D2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96330" y="1309959"/>
            <a:ext cx="9199339" cy="5132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5E94D04-ABBA-7554-1A34-83CA47D4E9C6}"/>
              </a:ext>
            </a:extLst>
          </p:cNvPr>
          <p:cNvSpPr txBox="1"/>
          <p:nvPr/>
        </p:nvSpPr>
        <p:spPr>
          <a:xfrm>
            <a:off x="0" y="6583273"/>
            <a:ext cx="389080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/>
              <a:t>Source: </a:t>
            </a:r>
            <a:r>
              <a:rPr lang="en-US" sz="1050" dirty="0"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https://www.macrumors.com/guide/exposure-notification/</a:t>
            </a:r>
            <a:endParaRPr lang="en-US" sz="1050" dirty="0"/>
          </a:p>
        </p:txBody>
      </p: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7FF9526F-22EE-C392-6D21-7EA04D3107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7372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rgbClr val="011199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0415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411" y="1491868"/>
            <a:ext cx="10275310" cy="4970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i="1" dirty="0"/>
              <a:t>the</a:t>
            </a:r>
            <a:r>
              <a:rPr lang="en-US" sz="3200" dirty="0"/>
              <a:t> solution for wide-area mobile Internet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dirty="0"/>
              <a:t>widespread deployment/use: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more mobile-broadband-connected devices than fixed-broadband-connected devices devices (5-1 in 2019)!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 availability: 97% of time in Korea (90% in US)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transmission rates up to 100’s Mbps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technical standards: 3rd Generation Partnership Project (3GPP)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wwww.3gpp.org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4G: Long-Term Evolution (LTE)standard</a:t>
            </a:r>
          </a:p>
          <a:p>
            <a:pPr lvl="1"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4762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199" y="1405369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similarities</a:t>
            </a:r>
            <a:r>
              <a:rPr lang="en-US" sz="2800" dirty="0">
                <a:solidFill>
                  <a:srgbClr val="C00000"/>
                </a:solidFill>
              </a:rPr>
              <a:t> to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edge/core distinction, but both belong to same carrier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global cellular network: a network of networks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widespread use of protocols we’ve studied: HTTP, DNS, TCP, UDP, IP, NAT, separation of data/control planes, SDN, Ethernet, tunneling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interconnected to wired Internet</a:t>
            </a: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2DF903D-1AB2-B240-827C-5DA0BD1B5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7215" y="1421845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differences</a:t>
            </a:r>
            <a:r>
              <a:rPr lang="en-US" sz="2800" dirty="0">
                <a:solidFill>
                  <a:srgbClr val="C00000"/>
                </a:solidFill>
              </a:rPr>
              <a:t> from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different wireless link layer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mobility as a 1</a:t>
            </a:r>
            <a:r>
              <a:rPr lang="en-US" sz="2800" baseline="30000" dirty="0"/>
              <a:t>st</a:t>
            </a:r>
            <a:r>
              <a:rPr lang="en-US" sz="2800" dirty="0"/>
              <a:t> class service 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user “identity” (via SIM card)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business model: users subscribe to a cellular provider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strong notion of “home network” versus roaming on visited nets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global access, with authentication infrastructure, and inter-carrier settlements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218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462285D-1084-FF4F-8D68-79431132A5A9}"/>
              </a:ext>
            </a:extLst>
          </p:cNvPr>
          <p:cNvGrpSpPr/>
          <p:nvPr/>
        </p:nvGrpSpPr>
        <p:grpSpPr>
          <a:xfrm>
            <a:off x="4562645" y="1600694"/>
            <a:ext cx="2591924" cy="2180474"/>
            <a:chOff x="4562645" y="1600694"/>
            <a:chExt cx="2591924" cy="2180474"/>
          </a:xfrm>
        </p:grpSpPr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08D7ADEB-DEFA-2140-A327-52FA5F1CF40F}"/>
                </a:ext>
              </a:extLst>
            </p:cNvPr>
            <p:cNvSpPr/>
            <p:nvPr/>
          </p:nvSpPr>
          <p:spPr>
            <a:xfrm>
              <a:off x="4757358" y="1791732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C256A69-C2D1-A543-B030-86DD682F9AB5}"/>
                </a:ext>
              </a:extLst>
            </p:cNvPr>
            <p:cNvSpPr txBox="1"/>
            <p:nvPr/>
          </p:nvSpPr>
          <p:spPr>
            <a:xfrm>
              <a:off x="4562645" y="2549748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Mobile device  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  (</a:t>
              </a:r>
              <a:r>
                <a:rPr lang="en-US" sz="1100" b="1" dirty="0">
                  <a:solidFill>
                    <a:prstClr val="black"/>
                  </a:solidFill>
                  <a:latin typeface="Calibri"/>
                </a:rPr>
                <a:t>UE</a:t>
              </a: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077AB8C-4F97-9648-9E6D-13504C1E87CE}"/>
                </a:ext>
              </a:extLst>
            </p:cNvPr>
            <p:cNvSpPr txBox="1"/>
            <p:nvPr/>
          </p:nvSpPr>
          <p:spPr>
            <a:xfrm>
              <a:off x="5930492" y="2821542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Base station</a:t>
              </a:r>
            </a:p>
            <a:p>
              <a:pPr algn="r">
                <a:lnSpc>
                  <a:spcPct val="80000"/>
                </a:lnSpc>
              </a:pP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(eNode-B)  </a:t>
              </a:r>
              <a:endParaRPr lang="en-US" sz="1050" b="1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3" name="Group 652">
              <a:extLst>
                <a:ext uri="{FF2B5EF4-FFF2-40B4-BE49-F238E27FC236}">
                  <a16:creationId xmlns:a16="http://schemas.microsoft.com/office/drawing/2014/main" id="{36CB4771-2A63-894E-AC40-FAA61C7BB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1346" y="1885219"/>
              <a:ext cx="733407" cy="660273"/>
              <a:chOff x="2751" y="1851"/>
              <a:chExt cx="462" cy="478"/>
            </a:xfrm>
          </p:grpSpPr>
          <p:pic>
            <p:nvPicPr>
              <p:cNvPr id="104" name="Picture 653" descr="iphone_stylized_small">
                <a:extLst>
                  <a:ext uri="{FF2B5EF4-FFF2-40B4-BE49-F238E27FC236}">
                    <a16:creationId xmlns:a16="http://schemas.microsoft.com/office/drawing/2014/main" id="{EA55BD15-8826-4D4B-B83C-888AAE35C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654" descr="antenna_radiation_stylized">
                <a:extLst>
                  <a:ext uri="{FF2B5EF4-FFF2-40B4-BE49-F238E27FC236}">
                    <a16:creationId xmlns:a16="http://schemas.microsoft.com/office/drawing/2014/main" id="{8B2359A5-E064-7B47-8F13-00DE528A4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73144F73-50B6-9948-8BAC-52C7A8795BFD}"/>
                </a:ext>
              </a:extLst>
            </p:cNvPr>
            <p:cNvGrpSpPr/>
            <p:nvPr/>
          </p:nvGrpSpPr>
          <p:grpSpPr>
            <a:xfrm>
              <a:off x="5813450" y="3333577"/>
              <a:ext cx="534987" cy="407988"/>
              <a:chOff x="7432700" y="2327293"/>
              <a:chExt cx="534987" cy="407988"/>
            </a:xfrm>
          </p:grpSpPr>
          <p:pic>
            <p:nvPicPr>
              <p:cNvPr id="107" name="Picture 1017" descr="antenna_stylized">
                <a:extLst>
                  <a:ext uri="{FF2B5EF4-FFF2-40B4-BE49-F238E27FC236}">
                    <a16:creationId xmlns:a16="http://schemas.microsoft.com/office/drawing/2014/main" id="{C8C7C570-DDF6-904D-A61F-E4DD57673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018" descr="laptop_keyboard">
                <a:extLst>
                  <a:ext uri="{FF2B5EF4-FFF2-40B4-BE49-F238E27FC236}">
                    <a16:creationId xmlns:a16="http://schemas.microsoft.com/office/drawing/2014/main" id="{B68D8E89-FD90-264C-B364-7B39BB134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1019">
                <a:extLst>
                  <a:ext uri="{FF2B5EF4-FFF2-40B4-BE49-F238E27FC236}">
                    <a16:creationId xmlns:a16="http://schemas.microsoft.com/office/drawing/2014/main" id="{380CFADB-76D0-FA4D-90BB-A26DBEB6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110" name="Picture 1020" descr="screen">
                <a:extLst>
                  <a:ext uri="{FF2B5EF4-FFF2-40B4-BE49-F238E27FC236}">
                    <a16:creationId xmlns:a16="http://schemas.microsoft.com/office/drawing/2014/main" id="{A237643D-DD8F-FB44-8E56-4D45DBE0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" name="Freeform 1021">
                <a:extLst>
                  <a:ext uri="{FF2B5EF4-FFF2-40B4-BE49-F238E27FC236}">
                    <a16:creationId xmlns:a16="http://schemas.microsoft.com/office/drawing/2014/main" id="{8985CD50-805B-1345-8E10-8343506C0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1022">
                <a:extLst>
                  <a:ext uri="{FF2B5EF4-FFF2-40B4-BE49-F238E27FC236}">
                    <a16:creationId xmlns:a16="http://schemas.microsoft.com/office/drawing/2014/main" id="{6D617E6D-9C00-8A4E-8D9E-EF5B1D4F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3" name="Freeform 1023">
                <a:extLst>
                  <a:ext uri="{FF2B5EF4-FFF2-40B4-BE49-F238E27FC236}">
                    <a16:creationId xmlns:a16="http://schemas.microsoft.com/office/drawing/2014/main" id="{930ED57E-7DDE-6648-8FCE-929B05FE7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4" name="Freeform 1024">
                <a:extLst>
                  <a:ext uri="{FF2B5EF4-FFF2-40B4-BE49-F238E27FC236}">
                    <a16:creationId xmlns:a16="http://schemas.microsoft.com/office/drawing/2014/main" id="{23DB6C7D-D7B9-B74D-81D2-D0B998C1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5" name="Freeform 1025">
                <a:extLst>
                  <a:ext uri="{FF2B5EF4-FFF2-40B4-BE49-F238E27FC236}">
                    <a16:creationId xmlns:a16="http://schemas.microsoft.com/office/drawing/2014/main" id="{7D45606B-5973-AD48-80F7-4CC08CA0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6" name="Freeform 1026">
                <a:extLst>
                  <a:ext uri="{FF2B5EF4-FFF2-40B4-BE49-F238E27FC236}">
                    <a16:creationId xmlns:a16="http://schemas.microsoft.com/office/drawing/2014/main" id="{E112E3C9-463B-E146-B611-9BDFF044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17" name="Group 1027">
                <a:extLst>
                  <a:ext uri="{FF2B5EF4-FFF2-40B4-BE49-F238E27FC236}">
                    <a16:creationId xmlns:a16="http://schemas.microsoft.com/office/drawing/2014/main" id="{1394DF9E-9B05-0D40-B89F-2E9DF4144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24" name="Freeform 1028">
                  <a:extLst>
                    <a:ext uri="{FF2B5EF4-FFF2-40B4-BE49-F238E27FC236}">
                      <a16:creationId xmlns:a16="http://schemas.microsoft.com/office/drawing/2014/main" id="{2A10469D-E365-C54C-8DB4-D5103D640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029">
                  <a:extLst>
                    <a:ext uri="{FF2B5EF4-FFF2-40B4-BE49-F238E27FC236}">
                      <a16:creationId xmlns:a16="http://schemas.microsoft.com/office/drawing/2014/main" id="{F7C3647C-32D0-5F41-9BC9-7173EE986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030">
                  <a:extLst>
                    <a:ext uri="{FF2B5EF4-FFF2-40B4-BE49-F238E27FC236}">
                      <a16:creationId xmlns:a16="http://schemas.microsoft.com/office/drawing/2014/main" id="{476F1D48-543B-414E-BA62-7B998F7BD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031">
                  <a:extLst>
                    <a:ext uri="{FF2B5EF4-FFF2-40B4-BE49-F238E27FC236}">
                      <a16:creationId xmlns:a16="http://schemas.microsoft.com/office/drawing/2014/main" id="{F49B3C33-7435-084A-B367-B1A4FBEC5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032">
                  <a:extLst>
                    <a:ext uri="{FF2B5EF4-FFF2-40B4-BE49-F238E27FC236}">
                      <a16:creationId xmlns:a16="http://schemas.microsoft.com/office/drawing/2014/main" id="{753E63AF-5CD6-9F4C-A43A-C430C32FB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033">
                  <a:extLst>
                    <a:ext uri="{FF2B5EF4-FFF2-40B4-BE49-F238E27FC236}">
                      <a16:creationId xmlns:a16="http://schemas.microsoft.com/office/drawing/2014/main" id="{110B3EC1-3B31-8448-B138-35B1676F2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18" name="Freeform 1034">
                <a:extLst>
                  <a:ext uri="{FF2B5EF4-FFF2-40B4-BE49-F238E27FC236}">
                    <a16:creationId xmlns:a16="http://schemas.microsoft.com/office/drawing/2014/main" id="{36F420A0-C9FD-F243-8BAA-CD8C30A9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9" name="Freeform 1035">
                <a:extLst>
                  <a:ext uri="{FF2B5EF4-FFF2-40B4-BE49-F238E27FC236}">
                    <a16:creationId xmlns:a16="http://schemas.microsoft.com/office/drawing/2014/main" id="{C8E2EA73-9D16-D44D-B3DE-7E683031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" name="Freeform 1036">
                <a:extLst>
                  <a:ext uri="{FF2B5EF4-FFF2-40B4-BE49-F238E27FC236}">
                    <a16:creationId xmlns:a16="http://schemas.microsoft.com/office/drawing/2014/main" id="{7EBD0DA0-6DF9-D64A-8B9B-5C402E2F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1" name="Freeform 1037">
                <a:extLst>
                  <a:ext uri="{FF2B5EF4-FFF2-40B4-BE49-F238E27FC236}">
                    <a16:creationId xmlns:a16="http://schemas.microsoft.com/office/drawing/2014/main" id="{85F400EE-828F-0B4F-AFDB-00999CCE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2" name="Freeform 1038">
                <a:extLst>
                  <a:ext uri="{FF2B5EF4-FFF2-40B4-BE49-F238E27FC236}">
                    <a16:creationId xmlns:a16="http://schemas.microsoft.com/office/drawing/2014/main" id="{433351C2-AF49-5248-A49A-0FC0684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3" name="Freeform 1039">
                <a:extLst>
                  <a:ext uri="{FF2B5EF4-FFF2-40B4-BE49-F238E27FC236}">
                    <a16:creationId xmlns:a16="http://schemas.microsoft.com/office/drawing/2014/main" id="{5F49E4A7-D7BF-8740-9896-8E875318EE9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50DEF07B-085B-F548-A6B0-FC26F677AAD1}"/>
                </a:ext>
              </a:extLst>
            </p:cNvPr>
            <p:cNvGrpSpPr/>
            <p:nvPr/>
          </p:nvGrpSpPr>
          <p:grpSpPr>
            <a:xfrm>
              <a:off x="4909191" y="2961947"/>
              <a:ext cx="849312" cy="226109"/>
              <a:chOff x="8493165" y="2029804"/>
              <a:chExt cx="849312" cy="226109"/>
            </a:xfrm>
          </p:grpSpPr>
          <p:pic>
            <p:nvPicPr>
              <p:cNvPr id="131" name="Picture 603" descr="car_icon_small">
                <a:extLst>
                  <a:ext uri="{FF2B5EF4-FFF2-40B4-BE49-F238E27FC236}">
                    <a16:creationId xmlns:a16="http://schemas.microsoft.com/office/drawing/2014/main" id="{071395AA-00CA-5546-985F-D14E16D03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017" descr="antenna_stylized">
                <a:extLst>
                  <a:ext uri="{FF2B5EF4-FFF2-40B4-BE49-F238E27FC236}">
                    <a16:creationId xmlns:a16="http://schemas.microsoft.com/office/drawing/2014/main" id="{C334AFE3-1602-4F4A-986D-5E17D8FA8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E5FAD1FE-D7A3-3A4B-A78A-8240EF40F1F1}"/>
                </a:ext>
              </a:extLst>
            </p:cNvPr>
            <p:cNvGrpSpPr/>
            <p:nvPr/>
          </p:nvGrpSpPr>
          <p:grpSpPr>
            <a:xfrm>
              <a:off x="5970432" y="1600694"/>
              <a:ext cx="466245" cy="953439"/>
              <a:chOff x="6476205" y="1279015"/>
              <a:chExt cx="466245" cy="953439"/>
            </a:xfrm>
          </p:grpSpPr>
          <p:grpSp>
            <p:nvGrpSpPr>
              <p:cNvPr id="137" name="Group 817">
                <a:extLst>
                  <a:ext uri="{FF2B5EF4-FFF2-40B4-BE49-F238E27FC236}">
                    <a16:creationId xmlns:a16="http://schemas.microsoft.com/office/drawing/2014/main" id="{0D9B5D81-AC8D-5048-B8EB-4DD733071E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279015"/>
                <a:ext cx="466245" cy="434369"/>
                <a:chOff x="2920" y="1424"/>
                <a:chExt cx="326" cy="320"/>
              </a:xfrm>
            </p:grpSpPr>
            <p:sp>
              <p:nvSpPr>
                <p:cNvPr id="154" name="Oval 818">
                  <a:extLst>
                    <a:ext uri="{FF2B5EF4-FFF2-40B4-BE49-F238E27FC236}">
                      <a16:creationId xmlns:a16="http://schemas.microsoft.com/office/drawing/2014/main" id="{DB177524-0C04-2248-8BF3-759F28221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55" name="Group 819">
                  <a:extLst>
                    <a:ext uri="{FF2B5EF4-FFF2-40B4-BE49-F238E27FC236}">
                      <a16:creationId xmlns:a16="http://schemas.microsoft.com/office/drawing/2014/main" id="{5057A4FD-F481-4040-9168-014C31D209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7" name="Oval 820">
                    <a:extLst>
                      <a:ext uri="{FF2B5EF4-FFF2-40B4-BE49-F238E27FC236}">
                        <a16:creationId xmlns:a16="http://schemas.microsoft.com/office/drawing/2014/main" id="{0283F91F-37E5-F049-8A58-5E862FAA7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8" name="Oval 821">
                    <a:extLst>
                      <a:ext uri="{FF2B5EF4-FFF2-40B4-BE49-F238E27FC236}">
                        <a16:creationId xmlns:a16="http://schemas.microsoft.com/office/drawing/2014/main" id="{0C1D47D9-C3E7-6046-8CCF-68630333A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9" name="Oval 822">
                    <a:extLst>
                      <a:ext uri="{FF2B5EF4-FFF2-40B4-BE49-F238E27FC236}">
                        <a16:creationId xmlns:a16="http://schemas.microsoft.com/office/drawing/2014/main" id="{DD05FCAE-DA78-7149-88E3-D18D3279C5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0" name="Oval 823">
                    <a:extLst>
                      <a:ext uri="{FF2B5EF4-FFF2-40B4-BE49-F238E27FC236}">
                        <a16:creationId xmlns:a16="http://schemas.microsoft.com/office/drawing/2014/main" id="{EEE1FB61-5199-6F44-9FAD-233783975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1" name="Freeform 824">
                    <a:extLst>
                      <a:ext uri="{FF2B5EF4-FFF2-40B4-BE49-F238E27FC236}">
                        <a16:creationId xmlns:a16="http://schemas.microsoft.com/office/drawing/2014/main" id="{31F37EB6-8693-A340-939B-1F3B677BF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56" name="Freeform 825">
                  <a:extLst>
                    <a:ext uri="{FF2B5EF4-FFF2-40B4-BE49-F238E27FC236}">
                      <a16:creationId xmlns:a16="http://schemas.microsoft.com/office/drawing/2014/main" id="{1C435E7F-E1B6-8343-9D75-8171A4AD7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38" name="Group 398">
                <a:extLst>
                  <a:ext uri="{FF2B5EF4-FFF2-40B4-BE49-F238E27FC236}">
                    <a16:creationId xmlns:a16="http://schemas.microsoft.com/office/drawing/2014/main" id="{5D86D020-31A1-C340-AFF5-16F60E1A3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139" name="Line 270">
                  <a:extLst>
                    <a:ext uri="{FF2B5EF4-FFF2-40B4-BE49-F238E27FC236}">
                      <a16:creationId xmlns:a16="http://schemas.microsoft.com/office/drawing/2014/main" id="{949CE4BD-78DA-604B-92F3-1D0334693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" name="Line 271">
                  <a:extLst>
                    <a:ext uri="{FF2B5EF4-FFF2-40B4-BE49-F238E27FC236}">
                      <a16:creationId xmlns:a16="http://schemas.microsoft.com/office/drawing/2014/main" id="{761F30C6-D770-0C4F-932B-2925C6127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" name="Line 272">
                  <a:extLst>
                    <a:ext uri="{FF2B5EF4-FFF2-40B4-BE49-F238E27FC236}">
                      <a16:creationId xmlns:a16="http://schemas.microsoft.com/office/drawing/2014/main" id="{EBF036A5-9326-5848-9488-8FF87C16E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" name="Line 273">
                  <a:extLst>
                    <a:ext uri="{FF2B5EF4-FFF2-40B4-BE49-F238E27FC236}">
                      <a16:creationId xmlns:a16="http://schemas.microsoft.com/office/drawing/2014/main" id="{0D102482-3BF2-6241-A997-8609B26D5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3" name="Line 274">
                  <a:extLst>
                    <a:ext uri="{FF2B5EF4-FFF2-40B4-BE49-F238E27FC236}">
                      <a16:creationId xmlns:a16="http://schemas.microsoft.com/office/drawing/2014/main" id="{DEAB493C-8B1D-1542-95EF-04647FF4C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" name="Line 275">
                  <a:extLst>
                    <a:ext uri="{FF2B5EF4-FFF2-40B4-BE49-F238E27FC236}">
                      <a16:creationId xmlns:a16="http://schemas.microsoft.com/office/drawing/2014/main" id="{DCD9A2A9-D9D6-2244-AC74-E5D193BEAC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" name="Line 276">
                  <a:extLst>
                    <a:ext uri="{FF2B5EF4-FFF2-40B4-BE49-F238E27FC236}">
                      <a16:creationId xmlns:a16="http://schemas.microsoft.com/office/drawing/2014/main" id="{376EC72C-D465-B74E-BC22-4986E37F3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6" name="Line 277">
                  <a:extLst>
                    <a:ext uri="{FF2B5EF4-FFF2-40B4-BE49-F238E27FC236}">
                      <a16:creationId xmlns:a16="http://schemas.microsoft.com/office/drawing/2014/main" id="{87354D11-E156-434D-AEDA-9254277C66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7" name="Line 278">
                  <a:extLst>
                    <a:ext uri="{FF2B5EF4-FFF2-40B4-BE49-F238E27FC236}">
                      <a16:creationId xmlns:a16="http://schemas.microsoft.com/office/drawing/2014/main" id="{8B980E52-C78C-A84F-BB89-7BED03E7B3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8" name="Line 279">
                  <a:extLst>
                    <a:ext uri="{FF2B5EF4-FFF2-40B4-BE49-F238E27FC236}">
                      <a16:creationId xmlns:a16="http://schemas.microsoft.com/office/drawing/2014/main" id="{73A817D2-6A2B-214B-AB58-27A3A58AC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" name="Line 280">
                  <a:extLst>
                    <a:ext uri="{FF2B5EF4-FFF2-40B4-BE49-F238E27FC236}">
                      <a16:creationId xmlns:a16="http://schemas.microsoft.com/office/drawing/2014/main" id="{916DC283-CF0C-534A-B976-17BA60CF7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0" name="Line 281">
                  <a:extLst>
                    <a:ext uri="{FF2B5EF4-FFF2-40B4-BE49-F238E27FC236}">
                      <a16:creationId xmlns:a16="http://schemas.microsoft.com/office/drawing/2014/main" id="{152ABD1F-B192-7745-B8D9-3C8701CB5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1" name="Line 282">
                  <a:extLst>
                    <a:ext uri="{FF2B5EF4-FFF2-40B4-BE49-F238E27FC236}">
                      <a16:creationId xmlns:a16="http://schemas.microsoft.com/office/drawing/2014/main" id="{FD0976AD-805F-3A4B-81C4-53C042F62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2" name="Line 283">
                  <a:extLst>
                    <a:ext uri="{FF2B5EF4-FFF2-40B4-BE49-F238E27FC236}">
                      <a16:creationId xmlns:a16="http://schemas.microsoft.com/office/drawing/2014/main" id="{6F5E1723-7AA1-7D47-8277-6D69C281C5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284">
                  <a:extLst>
                    <a:ext uri="{FF2B5EF4-FFF2-40B4-BE49-F238E27FC236}">
                      <a16:creationId xmlns:a16="http://schemas.microsoft.com/office/drawing/2014/main" id="{CBF99551-D088-5247-A082-CCFDDB332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D36517A2-858A-2F4E-A279-18EF97B87F0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92C26280-3AA3-9F40-BDFB-C353411E1BF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9E8B6F04-3D12-834A-9A5C-1A65B7A4E0AC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BAB71BE8-621D-4240-A0D6-BF414D90BD58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164" name="Group 163">
                <a:extLst>
                  <a:ext uri="{FF2B5EF4-FFF2-40B4-BE49-F238E27FC236}">
                    <a16:creationId xmlns:a16="http://schemas.microsoft.com/office/drawing/2014/main" id="{2CF17390-18A6-FD41-8F3E-71727D24BB9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D9E64B64-6849-FE45-BF46-0D918231AF05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2" name="Parallelogram 181">
                    <a:extLst>
                      <a:ext uri="{FF2B5EF4-FFF2-40B4-BE49-F238E27FC236}">
                        <a16:creationId xmlns:a16="http://schemas.microsoft.com/office/drawing/2014/main" id="{6EE94B82-B12D-EC48-AE9F-573C3874B87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3" name="Parallelogram 182">
                    <a:extLst>
                      <a:ext uri="{FF2B5EF4-FFF2-40B4-BE49-F238E27FC236}">
                        <a16:creationId xmlns:a16="http://schemas.microsoft.com/office/drawing/2014/main" id="{D55E08F2-F010-B342-A40A-546A40CBE2DD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166" name="Group 165">
                  <a:extLst>
                    <a:ext uri="{FF2B5EF4-FFF2-40B4-BE49-F238E27FC236}">
                      <a16:creationId xmlns:a16="http://schemas.microsoft.com/office/drawing/2014/main" id="{ACDF3551-D60A-3F45-9A09-E70CE24AC5ED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0" name="Parallelogram 179">
                    <a:extLst>
                      <a:ext uri="{FF2B5EF4-FFF2-40B4-BE49-F238E27FC236}">
                        <a16:creationId xmlns:a16="http://schemas.microsoft.com/office/drawing/2014/main" id="{0DDB23E6-6B20-2941-B01E-E2D5EEAD5F0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1" name="Parallelogram 180">
                    <a:extLst>
                      <a:ext uri="{FF2B5EF4-FFF2-40B4-BE49-F238E27FC236}">
                        <a16:creationId xmlns:a16="http://schemas.microsoft.com/office/drawing/2014/main" id="{3BE52042-F8B2-6D41-8779-915E3CDE4175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67" name="Parallelogram 166">
                  <a:extLst>
                    <a:ext uri="{FF2B5EF4-FFF2-40B4-BE49-F238E27FC236}">
                      <a16:creationId xmlns:a16="http://schemas.microsoft.com/office/drawing/2014/main" id="{B455ABEB-23BD-DE4C-8E03-D8F0E9018FCF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8" name="Parallelogram 167">
                  <a:extLst>
                    <a:ext uri="{FF2B5EF4-FFF2-40B4-BE49-F238E27FC236}">
                      <a16:creationId xmlns:a16="http://schemas.microsoft.com/office/drawing/2014/main" id="{7BC57952-7B7C-D64A-B949-8C6E9F43AAC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9" name="Parallelogram 168">
                  <a:extLst>
                    <a:ext uri="{FF2B5EF4-FFF2-40B4-BE49-F238E27FC236}">
                      <a16:creationId xmlns:a16="http://schemas.microsoft.com/office/drawing/2014/main" id="{3B1815F2-0846-CC40-985E-2CC850031A8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0" name="Parallelogram 169">
                  <a:extLst>
                    <a:ext uri="{FF2B5EF4-FFF2-40B4-BE49-F238E27FC236}">
                      <a16:creationId xmlns:a16="http://schemas.microsoft.com/office/drawing/2014/main" id="{913404AE-BF22-764D-B1A1-9EA2B257AB3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1" name="Parallelogram 170">
                  <a:extLst>
                    <a:ext uri="{FF2B5EF4-FFF2-40B4-BE49-F238E27FC236}">
                      <a16:creationId xmlns:a16="http://schemas.microsoft.com/office/drawing/2014/main" id="{5A2FA4E0-E3E0-5C47-8D3A-A7484250715C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2" name="Parallelogram 171">
                  <a:extLst>
                    <a:ext uri="{FF2B5EF4-FFF2-40B4-BE49-F238E27FC236}">
                      <a16:creationId xmlns:a16="http://schemas.microsoft.com/office/drawing/2014/main" id="{D17790A6-CED1-B84C-A41F-DC56511BDCB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0B4C1889-60B9-064B-AC99-824B1343605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76" name="Parallelogram 175">
                    <a:extLst>
                      <a:ext uri="{FF2B5EF4-FFF2-40B4-BE49-F238E27FC236}">
                        <a16:creationId xmlns:a16="http://schemas.microsoft.com/office/drawing/2014/main" id="{07B36360-9A3A-DC46-B550-29C20AA0C257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7" name="Parallelogram 176">
                    <a:extLst>
                      <a:ext uri="{FF2B5EF4-FFF2-40B4-BE49-F238E27FC236}">
                        <a16:creationId xmlns:a16="http://schemas.microsoft.com/office/drawing/2014/main" id="{ABA6FB54-3EC0-AE4F-9782-569D5393345F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8" name="Parallelogram 177">
                    <a:extLst>
                      <a:ext uri="{FF2B5EF4-FFF2-40B4-BE49-F238E27FC236}">
                        <a16:creationId xmlns:a16="http://schemas.microsoft.com/office/drawing/2014/main" id="{F82E7FFE-DDEF-D743-96DC-E3D9F4A2D42C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9" name="Parallelogram 178">
                    <a:extLst>
                      <a:ext uri="{FF2B5EF4-FFF2-40B4-BE49-F238E27FC236}">
                        <a16:creationId xmlns:a16="http://schemas.microsoft.com/office/drawing/2014/main" id="{C9D402E7-CB51-FD47-85D7-5877A17BFB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74" name="Parallelogram 173">
                  <a:extLst>
                    <a:ext uri="{FF2B5EF4-FFF2-40B4-BE49-F238E27FC236}">
                      <a16:creationId xmlns:a16="http://schemas.microsoft.com/office/drawing/2014/main" id="{74FA71DB-E74A-DB43-BE5D-9E4CECB3294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5" name="Parallelogram 174">
                  <a:extLst>
                    <a:ext uri="{FF2B5EF4-FFF2-40B4-BE49-F238E27FC236}">
                      <a16:creationId xmlns:a16="http://schemas.microsoft.com/office/drawing/2014/main" id="{428D2F5D-5588-DB4B-8D69-289FA762F5F7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7FE092D-64B1-C246-9F44-49F922C34233}"/>
              </a:ext>
            </a:extLst>
          </p:cNvPr>
          <p:cNvCxnSpPr/>
          <p:nvPr/>
        </p:nvCxnSpPr>
        <p:spPr>
          <a:xfrm>
            <a:off x="4805662" y="5630267"/>
            <a:ext cx="1935069" cy="0"/>
          </a:xfrm>
          <a:prstGeom prst="line">
            <a:avLst/>
          </a:prstGeom>
          <a:ln w="9525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CFE8715-75BD-8B46-A6C2-15B549366DA1}"/>
              </a:ext>
            </a:extLst>
          </p:cNvPr>
          <p:cNvCxnSpPr/>
          <p:nvPr/>
        </p:nvCxnSpPr>
        <p:spPr>
          <a:xfrm flipV="1">
            <a:off x="6787850" y="5410809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609E3E45-1F60-7741-94C9-15F95B2239F5}"/>
              </a:ext>
            </a:extLst>
          </p:cNvPr>
          <p:cNvCxnSpPr/>
          <p:nvPr/>
        </p:nvCxnSpPr>
        <p:spPr>
          <a:xfrm flipV="1">
            <a:off x="4812498" y="5371201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0AD4F00-716A-8948-95E4-983B433F77EF}"/>
              </a:ext>
            </a:extLst>
          </p:cNvPr>
          <p:cNvSpPr txBox="1"/>
          <p:nvPr/>
        </p:nvSpPr>
        <p:spPr>
          <a:xfrm>
            <a:off x="5063179" y="5347439"/>
            <a:ext cx="1450589" cy="590931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radio access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network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15C622E-2D9B-A540-B112-120925AE4F96}"/>
              </a:ext>
            </a:extLst>
          </p:cNvPr>
          <p:cNvGrpSpPr/>
          <p:nvPr/>
        </p:nvGrpSpPr>
        <p:grpSpPr>
          <a:xfrm>
            <a:off x="6882251" y="5401405"/>
            <a:ext cx="4460358" cy="479012"/>
            <a:chOff x="6882251" y="5401405"/>
            <a:chExt cx="4460358" cy="479012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3AAA2B4-6ED7-5B45-A5FD-32E5F9D08742}"/>
                </a:ext>
              </a:extLst>
            </p:cNvPr>
            <p:cNvCxnSpPr/>
            <p:nvPr/>
          </p:nvCxnSpPr>
          <p:spPr>
            <a:xfrm>
              <a:off x="6882251" y="5630267"/>
              <a:ext cx="4391547" cy="0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C626C5A-E315-EE47-A221-EFD38796295B}"/>
                </a:ext>
              </a:extLst>
            </p:cNvPr>
            <p:cNvSpPr txBox="1"/>
            <p:nvPr/>
          </p:nvSpPr>
          <p:spPr>
            <a:xfrm>
              <a:off x="7166924" y="5424089"/>
              <a:ext cx="3695760" cy="400110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dirty="0">
                  <a:solidFill>
                    <a:prstClr val="black"/>
                  </a:solidFill>
                </a:rPr>
                <a:t>all-IP Enhanced Packet Core (EPC)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B07855E-AF53-3148-B8C7-323AB11B83C3}"/>
                </a:ext>
              </a:extLst>
            </p:cNvPr>
            <p:cNvCxnSpPr/>
            <p:nvPr/>
          </p:nvCxnSpPr>
          <p:spPr>
            <a:xfrm flipV="1">
              <a:off x="11342609" y="5401405"/>
              <a:ext cx="0" cy="47901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677511CE-BDC0-D849-8981-86120199C8EB}"/>
              </a:ext>
            </a:extLst>
          </p:cNvPr>
          <p:cNvGrpSpPr/>
          <p:nvPr/>
        </p:nvGrpSpPr>
        <p:grpSpPr>
          <a:xfrm>
            <a:off x="5835039" y="1910325"/>
            <a:ext cx="6067845" cy="2763823"/>
            <a:chOff x="5835039" y="1910325"/>
            <a:chExt cx="6067845" cy="2763823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D2D7FAE-DA90-374E-A4B8-23D056E77A6C}"/>
                </a:ext>
              </a:extLst>
            </p:cNvPr>
            <p:cNvSpPr/>
            <p:nvPr/>
          </p:nvSpPr>
          <p:spPr>
            <a:xfrm>
              <a:off x="6908799" y="1910325"/>
              <a:ext cx="4498899" cy="2763823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583" h="761031">
                  <a:moveTo>
                    <a:pt x="231469" y="21319"/>
                  </a:moveTo>
                  <a:cubicBezTo>
                    <a:pt x="113339" y="68148"/>
                    <a:pt x="168135" y="217890"/>
                    <a:pt x="130383" y="294045"/>
                  </a:cubicBezTo>
                  <a:cubicBezTo>
                    <a:pt x="92631" y="370200"/>
                    <a:pt x="15047" y="419628"/>
                    <a:pt x="4957" y="478252"/>
                  </a:cubicBezTo>
                  <a:cubicBezTo>
                    <a:pt x="-5133" y="536876"/>
                    <a:pt x="-6784" y="601806"/>
                    <a:pt x="69845" y="645790"/>
                  </a:cubicBezTo>
                  <a:cubicBezTo>
                    <a:pt x="114412" y="664652"/>
                    <a:pt x="174902" y="743051"/>
                    <a:pt x="363588" y="758567"/>
                  </a:cubicBezTo>
                  <a:cubicBezTo>
                    <a:pt x="827649" y="755219"/>
                    <a:pt x="1109615" y="783142"/>
                    <a:pt x="1278658" y="709030"/>
                  </a:cubicBezTo>
                  <a:cubicBezTo>
                    <a:pt x="1447701" y="634918"/>
                    <a:pt x="1407676" y="440091"/>
                    <a:pt x="1377847" y="313896"/>
                  </a:cubicBezTo>
                  <a:cubicBezTo>
                    <a:pt x="1318189" y="194584"/>
                    <a:pt x="1265114" y="253952"/>
                    <a:pt x="1146823" y="100862"/>
                  </a:cubicBezTo>
                  <a:cubicBezTo>
                    <a:pt x="1043800" y="52777"/>
                    <a:pt x="899969" y="21099"/>
                    <a:pt x="839164" y="13068"/>
                  </a:cubicBezTo>
                  <a:cubicBezTo>
                    <a:pt x="716407" y="20525"/>
                    <a:pt x="349599" y="-25510"/>
                    <a:pt x="231469" y="2131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3752EA1-A036-214E-A4D2-722E1761E424}"/>
                </a:ext>
              </a:extLst>
            </p:cNvPr>
            <p:cNvCxnSpPr/>
            <p:nvPr/>
          </p:nvCxnSpPr>
          <p:spPr>
            <a:xfrm flipH="1" flipV="1">
              <a:off x="8724767" y="3505909"/>
              <a:ext cx="187288" cy="68283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5A928C1-EFBE-BB44-80D9-8ED0D30950AB}"/>
                </a:ext>
              </a:extLst>
            </p:cNvPr>
            <p:cNvCxnSpPr/>
            <p:nvPr/>
          </p:nvCxnSpPr>
          <p:spPr>
            <a:xfrm>
              <a:off x="8754732" y="3491584"/>
              <a:ext cx="1060146" cy="41246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C656B73-DF75-3D42-AE5F-5E5138906F3B}"/>
                </a:ext>
              </a:extLst>
            </p:cNvPr>
            <p:cNvCxnSpPr>
              <a:cxnSpLocks/>
              <a:endCxn id="65" idx="4"/>
            </p:cNvCxnSpPr>
            <p:nvPr/>
          </p:nvCxnSpPr>
          <p:spPr>
            <a:xfrm flipV="1">
              <a:off x="9814878" y="3680349"/>
              <a:ext cx="818137" cy="22370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73C4CD2-2AAF-B44F-8ACD-EEBCEB5EEA7E}"/>
                </a:ext>
              </a:extLst>
            </p:cNvPr>
            <p:cNvCxnSpPr/>
            <p:nvPr/>
          </p:nvCxnSpPr>
          <p:spPr>
            <a:xfrm flipH="1" flipV="1">
              <a:off x="7656511" y="3055704"/>
              <a:ext cx="1124574" cy="41980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B0E8E79-3917-C941-99D6-99BD80BF69D8}"/>
                </a:ext>
              </a:extLst>
            </p:cNvPr>
            <p:cNvCxnSpPr/>
            <p:nvPr/>
          </p:nvCxnSpPr>
          <p:spPr>
            <a:xfrm flipV="1">
              <a:off x="8781081" y="2910099"/>
              <a:ext cx="1002157" cy="56540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3E73ED2-9388-9440-BEC7-4709DF64F9E3}"/>
                </a:ext>
              </a:extLst>
            </p:cNvPr>
            <p:cNvCxnSpPr>
              <a:cxnSpLocks/>
              <a:stCxn id="89" idx="4"/>
            </p:cNvCxnSpPr>
            <p:nvPr/>
          </p:nvCxnSpPr>
          <p:spPr>
            <a:xfrm>
              <a:off x="7389190" y="3739485"/>
              <a:ext cx="1522865" cy="44925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F341DEC8-0EA4-B047-9EC0-A26A0EE1B143}"/>
                </a:ext>
              </a:extLst>
            </p:cNvPr>
            <p:cNvCxnSpPr/>
            <p:nvPr/>
          </p:nvCxnSpPr>
          <p:spPr>
            <a:xfrm flipV="1">
              <a:off x="7209979" y="3485174"/>
              <a:ext cx="1514786" cy="233887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DB9832A-2E89-EC43-BA31-49F4524A4BE4}"/>
                </a:ext>
              </a:extLst>
            </p:cNvPr>
            <p:cNvCxnSpPr>
              <a:cxnSpLocks/>
            </p:cNvCxnSpPr>
            <p:nvPr/>
          </p:nvCxnSpPr>
          <p:spPr>
            <a:xfrm>
              <a:off x="10631673" y="3529431"/>
              <a:ext cx="909542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55AF617-ABFA-674E-B1F8-7C9F603469DA}"/>
                </a:ext>
              </a:extLst>
            </p:cNvPr>
            <p:cNvSpPr txBox="1"/>
            <p:nvPr/>
          </p:nvSpPr>
          <p:spPr>
            <a:xfrm>
              <a:off x="7973562" y="2332045"/>
              <a:ext cx="1096302" cy="5646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Mobility Management Entity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MME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79FF8E6-11BB-EE49-AFCB-83F5B6720CA3}"/>
                </a:ext>
              </a:extLst>
            </p:cNvPr>
            <p:cNvSpPr txBox="1"/>
            <p:nvPr/>
          </p:nvSpPr>
          <p:spPr>
            <a:xfrm>
              <a:off x="7791233" y="4413571"/>
              <a:ext cx="2353669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Serving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S-GW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55980CE-1D9B-DE47-B3E5-696E8479F1CF}"/>
                </a:ext>
              </a:extLst>
            </p:cNvPr>
            <p:cNvSpPr txBox="1"/>
            <p:nvPr/>
          </p:nvSpPr>
          <p:spPr>
            <a:xfrm>
              <a:off x="10033417" y="2441096"/>
              <a:ext cx="1682278" cy="4076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Home Subscriber Service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HSS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D559FDE-F844-E947-8966-45DD952B5921}"/>
                </a:ext>
              </a:extLst>
            </p:cNvPr>
            <p:cNvSpPr txBox="1"/>
            <p:nvPr/>
          </p:nvSpPr>
          <p:spPr>
            <a:xfrm>
              <a:off x="9897766" y="3928199"/>
              <a:ext cx="1853514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PDN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P-GW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3C734B-FACC-AF46-85BA-9EDB93ADC0C1}"/>
                </a:ext>
              </a:extLst>
            </p:cNvPr>
            <p:cNvCxnSpPr>
              <a:cxnSpLocks/>
              <a:endCxn id="70" idx="2"/>
            </p:cNvCxnSpPr>
            <p:nvPr/>
          </p:nvCxnSpPr>
          <p:spPr>
            <a:xfrm>
              <a:off x="8754732" y="3505907"/>
              <a:ext cx="1875422" cy="1268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96B4492-94B4-5548-931D-85B136866835}"/>
                </a:ext>
              </a:extLst>
            </p:cNvPr>
            <p:cNvCxnSpPr/>
            <p:nvPr/>
          </p:nvCxnSpPr>
          <p:spPr>
            <a:xfrm flipV="1">
              <a:off x="8912055" y="3904049"/>
              <a:ext cx="902823" cy="28469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EB0D2C1-F88C-B645-BA20-259DCE82399D}"/>
                </a:ext>
              </a:extLst>
            </p:cNvPr>
            <p:cNvCxnSpPr/>
            <p:nvPr/>
          </p:nvCxnSpPr>
          <p:spPr>
            <a:xfrm flipV="1">
              <a:off x="7656511" y="4188741"/>
              <a:ext cx="1304940" cy="6198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AD08002-C63B-384D-89CA-8B945CC63FFE}"/>
                </a:ext>
              </a:extLst>
            </p:cNvPr>
            <p:cNvCxnSpPr>
              <a:cxnSpLocks/>
              <a:stCxn id="89" idx="4"/>
              <a:endCxn id="102" idx="2"/>
            </p:cNvCxnSpPr>
            <p:nvPr/>
          </p:nvCxnSpPr>
          <p:spPr>
            <a:xfrm>
              <a:off x="7389190" y="3739485"/>
              <a:ext cx="238043" cy="49655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3432ED6-D45F-E246-9255-5B7E573DA6D0}"/>
                </a:ext>
              </a:extLst>
            </p:cNvPr>
            <p:cNvCxnSpPr/>
            <p:nvPr/>
          </p:nvCxnSpPr>
          <p:spPr>
            <a:xfrm flipV="1">
              <a:off x="7656513" y="3505909"/>
              <a:ext cx="1124569" cy="74481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EDC7287-1B64-B24E-A3A3-D0B5B869F66A}"/>
                </a:ext>
              </a:extLst>
            </p:cNvPr>
            <p:cNvCxnSpPr>
              <a:cxnSpLocks/>
              <a:stCxn id="93" idx="0"/>
            </p:cNvCxnSpPr>
            <p:nvPr/>
          </p:nvCxnSpPr>
          <p:spPr>
            <a:xfrm flipH="1">
              <a:off x="6399593" y="3631997"/>
              <a:ext cx="935470" cy="1019753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2E7D84F-9E77-D547-9B25-0D9D0A6C0E34}"/>
                </a:ext>
              </a:extLst>
            </p:cNvPr>
            <p:cNvCxnSpPr>
              <a:cxnSpLocks/>
              <a:stCxn id="94" idx="13"/>
            </p:cNvCxnSpPr>
            <p:nvPr/>
          </p:nvCxnSpPr>
          <p:spPr>
            <a:xfrm flipH="1">
              <a:off x="5835039" y="3632847"/>
              <a:ext cx="1499626" cy="66263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DFBB6AE-FA4E-1A47-855D-938097AB953D}"/>
                </a:ext>
              </a:extLst>
            </p:cNvPr>
            <p:cNvSpPr txBox="1"/>
            <p:nvPr/>
          </p:nvSpPr>
          <p:spPr>
            <a:xfrm>
              <a:off x="11042136" y="3315067"/>
              <a:ext cx="860748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to </a:t>
              </a:r>
            </a:p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Internet</a:t>
              </a: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0727567-EE18-E64F-8998-51A737EA68D5}"/>
                </a:ext>
              </a:extLst>
            </p:cNvPr>
            <p:cNvGrpSpPr/>
            <p:nvPr/>
          </p:nvGrpSpPr>
          <p:grpSpPr>
            <a:xfrm>
              <a:off x="8517277" y="3881562"/>
              <a:ext cx="883221" cy="540618"/>
              <a:chOff x="7493876" y="2774731"/>
              <a:chExt cx="1481958" cy="89462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B0489B00-D1CC-D640-9E4E-81A19094B95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FD2DEB09-CBF1-684C-BA06-F810ACF925B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C0D8678D-9E9E-FE46-A391-CA0E41679E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1E625A55-E029-AF42-B88D-5D2FAB06B0B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59">
                  <a:extLst>
                    <a:ext uri="{FF2B5EF4-FFF2-40B4-BE49-F238E27FC236}">
                      <a16:creationId xmlns:a16="http://schemas.microsoft.com/office/drawing/2014/main" id="{A90CBD7B-B413-674C-8C1B-311DEA10F9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60">
                  <a:extLst>
                    <a:ext uri="{FF2B5EF4-FFF2-40B4-BE49-F238E27FC236}">
                      <a16:creationId xmlns:a16="http://schemas.microsoft.com/office/drawing/2014/main" id="{6C99112B-C85E-104E-BA58-6E2AD6C7E4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6A671058-EDBC-B448-953A-0252BBC0E05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6F94F43F-64A6-1443-8CB0-275E05EF1A0F}"/>
                </a:ext>
              </a:extLst>
            </p:cNvPr>
            <p:cNvGrpSpPr/>
            <p:nvPr/>
          </p:nvGrpSpPr>
          <p:grpSpPr>
            <a:xfrm>
              <a:off x="10191431" y="3330376"/>
              <a:ext cx="883221" cy="540618"/>
              <a:chOff x="7493876" y="2774731"/>
              <a:chExt cx="1481958" cy="89462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E05DF9C8-CB91-644A-B514-85AACCC7FD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0A8FBEAB-793E-FE42-94E8-00B59D3F61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E67DA038-7827-C043-B0DE-6039609E1F7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BC9B326-A00A-9147-BC1C-6DEA74F922E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27C7997B-54AF-F24C-BF0E-358A35C4066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C8D8C6AD-37E7-5448-85D4-64A4A5B171E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69">
                  <a:extLst>
                    <a:ext uri="{FF2B5EF4-FFF2-40B4-BE49-F238E27FC236}">
                      <a16:creationId xmlns:a16="http://schemas.microsoft.com/office/drawing/2014/main" id="{AD3BD04C-6FE4-994C-9EAF-DC6C57FE31A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BAB23DAA-0E90-BE4F-9B76-87FE6A7A6D52}"/>
                </a:ext>
              </a:extLst>
            </p:cNvPr>
            <p:cNvGrpSpPr/>
            <p:nvPr/>
          </p:nvGrpSpPr>
          <p:grpSpPr>
            <a:xfrm>
              <a:off x="8517278" y="3314233"/>
              <a:ext cx="495296" cy="318654"/>
              <a:chOff x="7493876" y="2774731"/>
              <a:chExt cx="1481958" cy="894622"/>
            </a:xfrm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8B1947A-19E1-1B4E-ADEA-A2AB82DE3D6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B4B90F9E-A110-E841-A185-641FE8A577B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9C0D293E-22B6-3E4C-8BCE-561B8113BB8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A8A895E0-F08B-4A44-BD85-35A2157EA60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342EFC43-840E-B74E-8A26-CCD85142490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CFC3970A-BBAC-E64C-864B-BDEEDC1352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77">
                  <a:extLst>
                    <a:ext uri="{FF2B5EF4-FFF2-40B4-BE49-F238E27FC236}">
                      <a16:creationId xmlns:a16="http://schemas.microsoft.com/office/drawing/2014/main" id="{F53664D5-C8C1-7445-BC58-2508CAF6D7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41772D06-A679-C74E-8F7B-26D75DE067ED}"/>
                </a:ext>
              </a:extLst>
            </p:cNvPr>
            <p:cNvGrpSpPr/>
            <p:nvPr/>
          </p:nvGrpSpPr>
          <p:grpSpPr>
            <a:xfrm>
              <a:off x="9508439" y="3732448"/>
              <a:ext cx="495296" cy="318654"/>
              <a:chOff x="7493876" y="2774731"/>
              <a:chExt cx="1481958" cy="894622"/>
            </a:xfrm>
          </p:grpSpPr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A2EEC3F7-93E8-E244-A386-F8A376C90C0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82426144-C7B9-E443-99F0-EA75D005030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19F33AE3-497B-6C48-B4F2-9028391043B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0E83A2B2-ED87-AE4C-92E7-24528D23A0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F64AD8FA-E8DA-0249-B9D1-26A6AC4CBA0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4632C282-272F-A640-AEBE-6A3CC547AB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85">
                  <a:extLst>
                    <a:ext uri="{FF2B5EF4-FFF2-40B4-BE49-F238E27FC236}">
                      <a16:creationId xmlns:a16="http://schemas.microsoft.com/office/drawing/2014/main" id="{FB071B43-4125-C448-8E62-D6E9FEE09EA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1A9B582-EBFD-BC49-8DE2-2EA563F12106}"/>
                </a:ext>
              </a:extLst>
            </p:cNvPr>
            <p:cNvGrpSpPr/>
            <p:nvPr/>
          </p:nvGrpSpPr>
          <p:grpSpPr>
            <a:xfrm>
              <a:off x="7141557" y="3533202"/>
              <a:ext cx="495296" cy="318654"/>
              <a:chOff x="7493876" y="2774731"/>
              <a:chExt cx="1481958" cy="894622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86BC2772-1ABA-5649-AA15-4331FEEF4F6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08862736-A8E9-B24B-A983-C24C6ECD024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B396F44A-D03C-E545-9C35-3D7C197833C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AF1450E3-83D1-D841-A615-12B65F47899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63A01A82-7669-A34C-AC36-129F4B770DC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6F22DA3B-402E-5046-9232-AE3C43C62ED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93">
                  <a:extLst>
                    <a:ext uri="{FF2B5EF4-FFF2-40B4-BE49-F238E27FC236}">
                      <a16:creationId xmlns:a16="http://schemas.microsoft.com/office/drawing/2014/main" id="{7968AB99-2B48-9248-8471-4A5E2A20E25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1F75DFA6-C48B-B144-96B3-E6C870521780}"/>
                </a:ext>
              </a:extLst>
            </p:cNvPr>
            <p:cNvGrpSpPr/>
            <p:nvPr/>
          </p:nvGrpSpPr>
          <p:grpSpPr>
            <a:xfrm>
              <a:off x="7381204" y="4125100"/>
              <a:ext cx="495296" cy="318654"/>
              <a:chOff x="7493876" y="2774731"/>
              <a:chExt cx="1481958" cy="89462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550CF0CF-5417-1D44-9FF5-0125C7BC1F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9EBB8AB2-85E2-C74B-8EA6-F3C965AC9BB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2B1F83C6-128D-504A-A9BD-752EBD8579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BCEC389D-02C7-E642-A71F-1CD79F4B342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67205EB5-4105-EA49-AB65-23342889136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D31749B9-FED1-B143-9D0A-75F194D066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101">
                  <a:extLst>
                    <a:ext uri="{FF2B5EF4-FFF2-40B4-BE49-F238E27FC236}">
                      <a16:creationId xmlns:a16="http://schemas.microsoft.com/office/drawing/2014/main" id="{34A4BA55-86CE-2B40-A90B-B5A450B826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3" name="Picture 132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EDBDBEC-D7F4-8840-B484-CE47A2159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463485" y="2143958"/>
              <a:ext cx="645858" cy="1204723"/>
            </a:xfrm>
            <a:prstGeom prst="rect">
              <a:avLst/>
            </a:prstGeom>
          </p:spPr>
        </p:pic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1456A59D-9923-9340-A0B7-C6F07345DD0C}"/>
                </a:ext>
              </a:extLst>
            </p:cNvPr>
            <p:cNvCxnSpPr>
              <a:cxnSpLocks/>
              <a:stCxn id="94" idx="12"/>
            </p:cNvCxnSpPr>
            <p:nvPr/>
          </p:nvCxnSpPr>
          <p:spPr>
            <a:xfrm flipH="1" flipV="1">
              <a:off x="6734432" y="2792627"/>
              <a:ext cx="601019" cy="8767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701983" y="1899639"/>
            <a:ext cx="4599066" cy="4648200"/>
            <a:chOff x="701983" y="1899639"/>
            <a:chExt cx="4599066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983" y="1899639"/>
              <a:ext cx="3956515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Mobile device: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smartphone, tablet, laptop, IoT, ... with 4G LTE radio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64-bit International Mobile Subscriber Identity (IMSI), stored on SIM (Subscriber Identity Module) card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User Equipment (UE)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/>
            <p:nvPr/>
          </p:nvCxnSpPr>
          <p:spPr>
            <a:xfrm>
              <a:off x="3039762" y="2187146"/>
              <a:ext cx="226128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Oval 199">
            <a:extLst>
              <a:ext uri="{FF2B5EF4-FFF2-40B4-BE49-F238E27FC236}">
                <a16:creationId xmlns:a16="http://schemas.microsoft.com/office/drawing/2014/main" id="{0FEB29A6-51E5-8C4F-B11A-9AC5FF5BBA8F}"/>
              </a:ext>
            </a:extLst>
          </p:cNvPr>
          <p:cNvSpPr/>
          <p:nvPr/>
        </p:nvSpPr>
        <p:spPr>
          <a:xfrm>
            <a:off x="7216346" y="5362833"/>
            <a:ext cx="642551" cy="568411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3711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393060" y="1343585"/>
            <a:ext cx="5649394" cy="4648200"/>
            <a:chOff x="393060" y="1343585"/>
            <a:chExt cx="5649394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60" y="1343585"/>
              <a:ext cx="4364292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Base station: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at “edge” of carrier’s network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manages wireless radio resources, mobile devices in its coverage area (“cell”)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coordinates device authentication with other elements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similar to WiFi AP but: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active role in user mobility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coordinates with nearly base stations to optimize radio use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eNode-B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2483708" y="1643448"/>
              <a:ext cx="3558746" cy="124803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2147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8040FA0-D8DD-E655-CCC3-BE4EC0225F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0634" y="1696393"/>
            <a:ext cx="10515600" cy="4965664"/>
          </a:xfrm>
        </p:spPr>
        <p:txBody>
          <a:bodyPr>
            <a:normAutofit/>
          </a:bodyPr>
          <a:lstStyle/>
          <a:p>
            <a:r>
              <a:rPr lang="en-US" dirty="0"/>
              <a:t>connects device (UE) to a base station (eNode-B)</a:t>
            </a:r>
          </a:p>
          <a:p>
            <a:pPr lvl="1"/>
            <a:r>
              <a:rPr lang="en-US" dirty="0"/>
              <a:t>multiple devices connected to each base station</a:t>
            </a:r>
          </a:p>
          <a:p>
            <a:r>
              <a:rPr lang="en-US" dirty="0"/>
              <a:t>many different possible frequencies bands, multiple channels in each band</a:t>
            </a:r>
          </a:p>
          <a:p>
            <a:pPr lvl="1"/>
            <a:r>
              <a:rPr lang="en-US" dirty="0"/>
              <a:t>popular bands: 600, 700, 850, 1500, 1700, 1900, 2100, 2600, 3500  MHz</a:t>
            </a:r>
          </a:p>
          <a:p>
            <a:pPr lvl="1"/>
            <a:r>
              <a:rPr lang="en-US" dirty="0"/>
              <a:t>separate upstream and  downstream channels</a:t>
            </a:r>
          </a:p>
          <a:p>
            <a:r>
              <a:rPr lang="en-US" dirty="0"/>
              <a:t>sharing 4G radio channel among users: 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OFDM: </a:t>
            </a:r>
            <a:r>
              <a:rPr lang="en-US" u="sng" dirty="0"/>
              <a:t>O</a:t>
            </a:r>
            <a:r>
              <a:rPr lang="en-US" dirty="0"/>
              <a:t>rthogonal </a:t>
            </a:r>
            <a:r>
              <a:rPr lang="en-US" u="sng" dirty="0"/>
              <a:t>F</a:t>
            </a:r>
            <a:r>
              <a:rPr lang="en-US" dirty="0"/>
              <a:t>requency </a:t>
            </a:r>
            <a:r>
              <a:rPr lang="en-US" u="sng" dirty="0"/>
              <a:t>D</a:t>
            </a:r>
            <a:r>
              <a:rPr lang="en-US" dirty="0"/>
              <a:t>ivision </a:t>
            </a:r>
            <a:r>
              <a:rPr lang="en-US" u="sng" dirty="0"/>
              <a:t>M</a:t>
            </a:r>
            <a:r>
              <a:rPr lang="en-US" dirty="0"/>
              <a:t>ultiplexing</a:t>
            </a:r>
          </a:p>
          <a:p>
            <a:pPr lvl="1"/>
            <a:r>
              <a:rPr lang="en-US" dirty="0"/>
              <a:t>combination of FDM, TDM</a:t>
            </a:r>
          </a:p>
          <a:p>
            <a:r>
              <a:rPr lang="en-US" dirty="0"/>
              <a:t>100’s Mbps possible per user/device</a:t>
            </a:r>
          </a:p>
          <a:p>
            <a:pPr lvl="1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Radio Access Network: 4G radio</a:t>
            </a: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D986870D-4363-1A81-1517-0C8D3C9E918A}"/>
              </a:ext>
            </a:extLst>
          </p:cNvPr>
          <p:cNvGrpSpPr/>
          <p:nvPr/>
        </p:nvGrpSpPr>
        <p:grpSpPr>
          <a:xfrm>
            <a:off x="8875565" y="540300"/>
            <a:ext cx="2360669" cy="1612286"/>
            <a:chOff x="2537902" y="3678171"/>
            <a:chExt cx="2606392" cy="1989436"/>
          </a:xfrm>
        </p:grpSpPr>
        <p:sp>
          <p:nvSpPr>
            <p:cNvPr id="4" name="Hexagon 3">
              <a:extLst>
                <a:ext uri="{FF2B5EF4-FFF2-40B4-BE49-F238E27FC236}">
                  <a16:creationId xmlns:a16="http://schemas.microsoft.com/office/drawing/2014/main" id="{87FD40F3-5E40-80E3-E500-112637CB8A06}"/>
                </a:ext>
              </a:extLst>
            </p:cNvPr>
            <p:cNvSpPr/>
            <p:nvPr/>
          </p:nvSpPr>
          <p:spPr>
            <a:xfrm>
              <a:off x="2747083" y="3678171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3D1245C-DEE4-A194-53BF-EC914F9B18F5}"/>
                </a:ext>
              </a:extLst>
            </p:cNvPr>
            <p:cNvSpPr txBox="1"/>
            <p:nvPr/>
          </p:nvSpPr>
          <p:spPr>
            <a:xfrm>
              <a:off x="2537902" y="4672889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Mobile device 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(</a:t>
              </a: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UE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)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0960578-CD07-931C-24F8-8E3D5623AC17}"/>
                </a:ext>
              </a:extLst>
            </p:cNvPr>
            <p:cNvSpPr txBox="1"/>
            <p:nvPr/>
          </p:nvSpPr>
          <p:spPr>
            <a:xfrm>
              <a:off x="3905749" y="4944683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Base station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(eNode-B)  </a:t>
              </a: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2" name="Group 652">
              <a:extLst>
                <a:ext uri="{FF2B5EF4-FFF2-40B4-BE49-F238E27FC236}">
                  <a16:creationId xmlns:a16="http://schemas.microsoft.com/office/drawing/2014/main" id="{528BB4C0-7908-2029-5C9B-09DD187E40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6603" y="4008360"/>
              <a:ext cx="733407" cy="660273"/>
              <a:chOff x="2751" y="1851"/>
              <a:chExt cx="462" cy="478"/>
            </a:xfrm>
          </p:grpSpPr>
          <p:pic>
            <p:nvPicPr>
              <p:cNvPr id="23" name="Picture 653" descr="iphone_stylized_small">
                <a:extLst>
                  <a:ext uri="{FF2B5EF4-FFF2-40B4-BE49-F238E27FC236}">
                    <a16:creationId xmlns:a16="http://schemas.microsoft.com/office/drawing/2014/main" id="{54F32A99-2AAF-0A44-9220-E3776EB53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" name="Picture 654" descr="antenna_radiation_stylized">
                <a:extLst>
                  <a:ext uri="{FF2B5EF4-FFF2-40B4-BE49-F238E27FC236}">
                    <a16:creationId xmlns:a16="http://schemas.microsoft.com/office/drawing/2014/main" id="{3FF1A195-8DB6-29B4-9F41-5EA5BB9C3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B02C48E1-2618-E3A1-A075-323B9ED9FFD6}"/>
                </a:ext>
              </a:extLst>
            </p:cNvPr>
            <p:cNvGrpSpPr/>
            <p:nvPr/>
          </p:nvGrpSpPr>
          <p:grpSpPr>
            <a:xfrm>
              <a:off x="3945689" y="3752343"/>
              <a:ext cx="466245" cy="924931"/>
              <a:chOff x="6476205" y="1307523"/>
              <a:chExt cx="466245" cy="924931"/>
            </a:xfrm>
          </p:grpSpPr>
          <p:grpSp>
            <p:nvGrpSpPr>
              <p:cNvPr id="61" name="Group 817">
                <a:extLst>
                  <a:ext uri="{FF2B5EF4-FFF2-40B4-BE49-F238E27FC236}">
                    <a16:creationId xmlns:a16="http://schemas.microsoft.com/office/drawing/2014/main" id="{C9838874-6C01-A126-6BF2-52C1C66B9B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405864"/>
                <a:chOff x="2920" y="1445"/>
                <a:chExt cx="326" cy="299"/>
              </a:xfrm>
            </p:grpSpPr>
            <p:sp>
              <p:nvSpPr>
                <p:cNvPr id="78" name="Oval 818">
                  <a:extLst>
                    <a:ext uri="{FF2B5EF4-FFF2-40B4-BE49-F238E27FC236}">
                      <a16:creationId xmlns:a16="http://schemas.microsoft.com/office/drawing/2014/main" id="{CF915105-0104-28E3-8721-95CEE0A65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9" name="Group 819">
                  <a:extLst>
                    <a:ext uri="{FF2B5EF4-FFF2-40B4-BE49-F238E27FC236}">
                      <a16:creationId xmlns:a16="http://schemas.microsoft.com/office/drawing/2014/main" id="{A09361C1-DC0E-750F-1E38-5216D1C6C6F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81" name="Oval 820">
                    <a:extLst>
                      <a:ext uri="{FF2B5EF4-FFF2-40B4-BE49-F238E27FC236}">
                        <a16:creationId xmlns:a16="http://schemas.microsoft.com/office/drawing/2014/main" id="{31311935-9FDE-5EC7-FFBD-4BCE3CD823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" name="Oval 821">
                    <a:extLst>
                      <a:ext uri="{FF2B5EF4-FFF2-40B4-BE49-F238E27FC236}">
                        <a16:creationId xmlns:a16="http://schemas.microsoft.com/office/drawing/2014/main" id="{2CC2CD92-217C-FA39-8F41-FD7AB87EF7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" name="Oval 822">
                    <a:extLst>
                      <a:ext uri="{FF2B5EF4-FFF2-40B4-BE49-F238E27FC236}">
                        <a16:creationId xmlns:a16="http://schemas.microsoft.com/office/drawing/2014/main" id="{2D633C28-33D9-5916-1CAA-D41BAC58CA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" name="Oval 823">
                    <a:extLst>
                      <a:ext uri="{FF2B5EF4-FFF2-40B4-BE49-F238E27FC236}">
                        <a16:creationId xmlns:a16="http://schemas.microsoft.com/office/drawing/2014/main" id="{A00EDCA3-FBBA-3A20-D56C-379B8921DC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0" name="Freeform 825">
                  <a:extLst>
                    <a:ext uri="{FF2B5EF4-FFF2-40B4-BE49-F238E27FC236}">
                      <a16:creationId xmlns:a16="http://schemas.microsoft.com/office/drawing/2014/main" id="{3F68492F-8BD2-D45F-220B-AABBCC0B6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2" name="Group 398">
                <a:extLst>
                  <a:ext uri="{FF2B5EF4-FFF2-40B4-BE49-F238E27FC236}">
                    <a16:creationId xmlns:a16="http://schemas.microsoft.com/office/drawing/2014/main" id="{53A8416E-F02D-88EF-1DE5-20AA7088FB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63" name="Line 270">
                  <a:extLst>
                    <a:ext uri="{FF2B5EF4-FFF2-40B4-BE49-F238E27FC236}">
                      <a16:creationId xmlns:a16="http://schemas.microsoft.com/office/drawing/2014/main" id="{CC5CC2DC-26C5-49C4-DB26-DE79FCE943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" name="Line 271">
                  <a:extLst>
                    <a:ext uri="{FF2B5EF4-FFF2-40B4-BE49-F238E27FC236}">
                      <a16:creationId xmlns:a16="http://schemas.microsoft.com/office/drawing/2014/main" id="{C2A1675F-1DDD-A540-B59C-1A10FC8B87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" name="Line 272">
                  <a:extLst>
                    <a:ext uri="{FF2B5EF4-FFF2-40B4-BE49-F238E27FC236}">
                      <a16:creationId xmlns:a16="http://schemas.microsoft.com/office/drawing/2014/main" id="{5C8DBAA6-CBF0-E18C-4660-80927CA8D4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6" name="Line 273">
                  <a:extLst>
                    <a:ext uri="{FF2B5EF4-FFF2-40B4-BE49-F238E27FC236}">
                      <a16:creationId xmlns:a16="http://schemas.microsoft.com/office/drawing/2014/main" id="{2D68EBAF-42E6-5556-9205-1381AE3B74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7" name="Line 274">
                  <a:extLst>
                    <a:ext uri="{FF2B5EF4-FFF2-40B4-BE49-F238E27FC236}">
                      <a16:creationId xmlns:a16="http://schemas.microsoft.com/office/drawing/2014/main" id="{2FF93A08-B784-5156-3E32-B0BD4312E9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8" name="Line 275">
                  <a:extLst>
                    <a:ext uri="{FF2B5EF4-FFF2-40B4-BE49-F238E27FC236}">
                      <a16:creationId xmlns:a16="http://schemas.microsoft.com/office/drawing/2014/main" id="{0535C843-3D16-B22C-17AE-A969FA732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9" name="Line 276">
                  <a:extLst>
                    <a:ext uri="{FF2B5EF4-FFF2-40B4-BE49-F238E27FC236}">
                      <a16:creationId xmlns:a16="http://schemas.microsoft.com/office/drawing/2014/main" id="{C1BD5F35-72A6-FD07-7B3C-A561BE120C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0" name="Line 277">
                  <a:extLst>
                    <a:ext uri="{FF2B5EF4-FFF2-40B4-BE49-F238E27FC236}">
                      <a16:creationId xmlns:a16="http://schemas.microsoft.com/office/drawing/2014/main" id="{D2635663-DD27-01D3-BB80-0C13CDA2CB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1" name="Line 278">
                  <a:extLst>
                    <a:ext uri="{FF2B5EF4-FFF2-40B4-BE49-F238E27FC236}">
                      <a16:creationId xmlns:a16="http://schemas.microsoft.com/office/drawing/2014/main" id="{2C8E5606-C24E-0A14-16EA-8BB26082A7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2" name="Line 279">
                  <a:extLst>
                    <a:ext uri="{FF2B5EF4-FFF2-40B4-BE49-F238E27FC236}">
                      <a16:creationId xmlns:a16="http://schemas.microsoft.com/office/drawing/2014/main" id="{AE6A9D0D-C337-5A1C-AD88-00D780048C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3" name="Line 280">
                  <a:extLst>
                    <a:ext uri="{FF2B5EF4-FFF2-40B4-BE49-F238E27FC236}">
                      <a16:creationId xmlns:a16="http://schemas.microsoft.com/office/drawing/2014/main" id="{87328351-0C16-699B-E88F-0C0363BCFE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4" name="Line 281">
                  <a:extLst>
                    <a:ext uri="{FF2B5EF4-FFF2-40B4-BE49-F238E27FC236}">
                      <a16:creationId xmlns:a16="http://schemas.microsoft.com/office/drawing/2014/main" id="{C4822C34-A223-8108-89A3-E03C7CF74B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5" name="Line 282">
                  <a:extLst>
                    <a:ext uri="{FF2B5EF4-FFF2-40B4-BE49-F238E27FC236}">
                      <a16:creationId xmlns:a16="http://schemas.microsoft.com/office/drawing/2014/main" id="{35A056D7-5FDC-E9C6-58A6-482E65001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6" name="Line 283">
                  <a:extLst>
                    <a:ext uri="{FF2B5EF4-FFF2-40B4-BE49-F238E27FC236}">
                      <a16:creationId xmlns:a16="http://schemas.microsoft.com/office/drawing/2014/main" id="{D03B53CF-3B6E-9581-79E6-DF367C3D08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7" name="Line 284">
                  <a:extLst>
                    <a:ext uri="{FF2B5EF4-FFF2-40B4-BE49-F238E27FC236}">
                      <a16:creationId xmlns:a16="http://schemas.microsoft.com/office/drawing/2014/main" id="{3B727C8F-B6A0-2E49-98F6-002F5EC018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43E3C5C4-6DC2-B86A-5671-5BC50E6E0962}"/>
                </a:ext>
              </a:extLst>
            </p:cNvPr>
            <p:cNvGrpSpPr/>
            <p:nvPr/>
          </p:nvGrpSpPr>
          <p:grpSpPr>
            <a:xfrm>
              <a:off x="4067145" y="4532709"/>
              <a:ext cx="767148" cy="417298"/>
              <a:chOff x="1503784" y="3006600"/>
              <a:chExt cx="1771786" cy="957087"/>
            </a:xfrm>
          </p:grpSpPr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92B8FCEE-EECA-6A67-8F07-7C699BA2644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37C8AF34-775A-7C5F-E56C-6867BD85EB5B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9" name="Oval 108">
                  <a:extLst>
                    <a:ext uri="{FF2B5EF4-FFF2-40B4-BE49-F238E27FC236}">
                      <a16:creationId xmlns:a16="http://schemas.microsoft.com/office/drawing/2014/main" id="{22B69E7D-9B54-23E2-61C0-87A37663141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FC2CC23-A03D-BC22-EC4C-5D563B6728D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9" name="Group 88">
                  <a:extLst>
                    <a:ext uri="{FF2B5EF4-FFF2-40B4-BE49-F238E27FC236}">
                      <a16:creationId xmlns:a16="http://schemas.microsoft.com/office/drawing/2014/main" id="{DFAFB14D-BEC6-6CE5-68D2-5178CF386C02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06" name="Parallelogram 105">
                    <a:extLst>
                      <a:ext uri="{FF2B5EF4-FFF2-40B4-BE49-F238E27FC236}">
                        <a16:creationId xmlns:a16="http://schemas.microsoft.com/office/drawing/2014/main" id="{D6F10165-E31E-F181-89B3-B19B900C270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" name="Parallelogram 106">
                    <a:extLst>
                      <a:ext uri="{FF2B5EF4-FFF2-40B4-BE49-F238E27FC236}">
                        <a16:creationId xmlns:a16="http://schemas.microsoft.com/office/drawing/2014/main" id="{03AA4F93-399C-1C2C-27F5-2CB30029598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89">
                  <a:extLst>
                    <a:ext uri="{FF2B5EF4-FFF2-40B4-BE49-F238E27FC236}">
                      <a16:creationId xmlns:a16="http://schemas.microsoft.com/office/drawing/2014/main" id="{974A52D4-04B1-A597-1DF8-740E60C01330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04" name="Parallelogram 103">
                    <a:extLst>
                      <a:ext uri="{FF2B5EF4-FFF2-40B4-BE49-F238E27FC236}">
                        <a16:creationId xmlns:a16="http://schemas.microsoft.com/office/drawing/2014/main" id="{26625FF1-4A0A-F036-5650-D42501E5FD9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" name="Parallelogram 104">
                    <a:extLst>
                      <a:ext uri="{FF2B5EF4-FFF2-40B4-BE49-F238E27FC236}">
                        <a16:creationId xmlns:a16="http://schemas.microsoft.com/office/drawing/2014/main" id="{775B17A2-FA2F-8AC6-3338-1070FDA783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1" name="Parallelogram 90">
                  <a:extLst>
                    <a:ext uri="{FF2B5EF4-FFF2-40B4-BE49-F238E27FC236}">
                      <a16:creationId xmlns:a16="http://schemas.microsoft.com/office/drawing/2014/main" id="{3F45C605-438D-C50D-C5EA-124376428D1D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Parallelogram 91">
                  <a:extLst>
                    <a:ext uri="{FF2B5EF4-FFF2-40B4-BE49-F238E27FC236}">
                      <a16:creationId xmlns:a16="http://schemas.microsoft.com/office/drawing/2014/main" id="{D978D33F-AEE4-D8E6-904A-0BA83D6BCC6F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Parallelogram 92">
                  <a:extLst>
                    <a:ext uri="{FF2B5EF4-FFF2-40B4-BE49-F238E27FC236}">
                      <a16:creationId xmlns:a16="http://schemas.microsoft.com/office/drawing/2014/main" id="{8FB86197-622E-F5A1-4CF9-8B13D3DB41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Parallelogram 93">
                  <a:extLst>
                    <a:ext uri="{FF2B5EF4-FFF2-40B4-BE49-F238E27FC236}">
                      <a16:creationId xmlns:a16="http://schemas.microsoft.com/office/drawing/2014/main" id="{EDCC3982-7602-02D7-2690-D510CEF277EA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Parallelogram 94">
                  <a:extLst>
                    <a:ext uri="{FF2B5EF4-FFF2-40B4-BE49-F238E27FC236}">
                      <a16:creationId xmlns:a16="http://schemas.microsoft.com/office/drawing/2014/main" id="{80C4F47C-2221-5036-0DEA-FE1913063729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Parallelogram 95">
                  <a:extLst>
                    <a:ext uri="{FF2B5EF4-FFF2-40B4-BE49-F238E27FC236}">
                      <a16:creationId xmlns:a16="http://schemas.microsoft.com/office/drawing/2014/main" id="{656A4479-BFBE-F7D8-BDCE-94FE99DF1D53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A28EBB6A-B3F6-26DA-3F5E-6F251B5326E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00" name="Parallelogram 99">
                    <a:extLst>
                      <a:ext uri="{FF2B5EF4-FFF2-40B4-BE49-F238E27FC236}">
                        <a16:creationId xmlns:a16="http://schemas.microsoft.com/office/drawing/2014/main" id="{93638B2B-41C2-6F8B-3E95-1C3141B5C72C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1" name="Parallelogram 100">
                    <a:extLst>
                      <a:ext uri="{FF2B5EF4-FFF2-40B4-BE49-F238E27FC236}">
                        <a16:creationId xmlns:a16="http://schemas.microsoft.com/office/drawing/2014/main" id="{AED18D42-B95C-A332-D342-A363F5817EE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2" name="Parallelogram 101">
                    <a:extLst>
                      <a:ext uri="{FF2B5EF4-FFF2-40B4-BE49-F238E27FC236}">
                        <a16:creationId xmlns:a16="http://schemas.microsoft.com/office/drawing/2014/main" id="{6A9DFE29-C030-216D-B020-1C6AC0A104F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Parallelogram 102">
                    <a:extLst>
                      <a:ext uri="{FF2B5EF4-FFF2-40B4-BE49-F238E27FC236}">
                        <a16:creationId xmlns:a16="http://schemas.microsoft.com/office/drawing/2014/main" id="{B2CCEC44-36B0-1DE0-0122-32244240A070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8" name="Parallelogram 97">
                  <a:extLst>
                    <a:ext uri="{FF2B5EF4-FFF2-40B4-BE49-F238E27FC236}">
                      <a16:creationId xmlns:a16="http://schemas.microsoft.com/office/drawing/2014/main" id="{F8A0A1A4-B291-91F7-75EA-164E68F75DCD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Parallelogram 98">
                  <a:extLst>
                    <a:ext uri="{FF2B5EF4-FFF2-40B4-BE49-F238E27FC236}">
                      <a16:creationId xmlns:a16="http://schemas.microsoft.com/office/drawing/2014/main" id="{94AEC1D1-56B1-CBB0-85DB-27A32090CBF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4">
            <a:extLst>
              <a:ext uri="{FF2B5EF4-FFF2-40B4-BE49-F238E27FC236}">
                <a16:creationId xmlns:a16="http://schemas.microsoft.com/office/drawing/2014/main" id="{3F1C38C3-A474-82D7-C18A-B9E7E86F29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59E5355-9C77-D4E6-14D6-45A15E7A4A27}"/>
              </a:ext>
            </a:extLst>
          </p:cNvPr>
          <p:cNvSpPr/>
          <p:nvPr/>
        </p:nvSpPr>
        <p:spPr>
          <a:xfrm rot="20830024">
            <a:off x="9316504" y="537210"/>
            <a:ext cx="1360939" cy="549007"/>
          </a:xfrm>
          <a:prstGeom prst="ellipse">
            <a:avLst/>
          </a:prstGeom>
          <a:solidFill>
            <a:srgbClr val="C000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2800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334370" y="2758823"/>
            <a:ext cx="2779396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Spectrum</a:t>
            </a:r>
            <a:endParaRPr lang="en-US" sz="4400" dirty="0"/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ADE588D6-94A2-B04E-8537-8635EBD4C9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>
                <a:solidFill>
                  <a:prstClr val="white">
                    <a:lumMod val="50000"/>
                  </a:prstClr>
                </a:solidFill>
                <a:latin typeface="Calibri" panose="020F0502020204030204"/>
              </a:rPr>
              <a:t>5G Intro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lang="en-US" dirty="0">
                <a:solidFill>
                  <a:prstClr val="white">
                    <a:lumMod val="50000"/>
                  </a:prstClr>
                </a:solidFill>
                <a:latin typeface="Calibri" panose="020F0502020204030204"/>
              </a:rPr>
              <a:t>1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7CFAC4B-C6CF-9EDD-975D-505479ECF6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02639" y="-26324"/>
            <a:ext cx="10650323" cy="6834538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9BBFFEC6-0EB4-8C50-9C5E-7B5DEFB925D1}"/>
              </a:ext>
            </a:extLst>
          </p:cNvPr>
          <p:cNvGrpSpPr/>
          <p:nvPr/>
        </p:nvGrpSpPr>
        <p:grpSpPr>
          <a:xfrm>
            <a:off x="4233945" y="4288055"/>
            <a:ext cx="555793" cy="1015465"/>
            <a:chOff x="4233945" y="4288055"/>
            <a:chExt cx="555793" cy="1015465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FDBD77F0-95D6-6B1D-D450-F09C471602B2}"/>
                </a:ext>
              </a:extLst>
            </p:cNvPr>
            <p:cNvSpPr/>
            <p:nvPr/>
          </p:nvSpPr>
          <p:spPr>
            <a:xfrm>
              <a:off x="4384307" y="4531604"/>
              <a:ext cx="255070" cy="771916"/>
            </a:xfrm>
            <a:prstGeom prst="rect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CAC88156-94DB-D05B-B73F-A1BA291B7D6A}"/>
                </a:ext>
              </a:extLst>
            </p:cNvPr>
            <p:cNvSpPr txBox="1"/>
            <p:nvPr/>
          </p:nvSpPr>
          <p:spPr>
            <a:xfrm>
              <a:off x="4233945" y="4288055"/>
              <a:ext cx="55579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CBRS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81174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534095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OFDMA: </a:t>
            </a:r>
            <a:r>
              <a:rPr lang="en-US" b="0" u="sng" dirty="0">
                <a:effectLst/>
                <a:latin typeface="+mn-lt"/>
              </a:rPr>
              <a:t>time</a:t>
            </a:r>
            <a:r>
              <a:rPr lang="en-US" b="0" dirty="0">
                <a:effectLst/>
                <a:latin typeface="+mn-lt"/>
              </a:rPr>
              <a:t> division (LTE)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76255AD-8871-811D-2AE3-BC2D5A840AC4}"/>
              </a:ext>
            </a:extLst>
          </p:cNvPr>
          <p:cNvCxnSpPr>
            <a:cxnSpLocks/>
          </p:cNvCxnSpPr>
          <p:nvPr/>
        </p:nvCxnSpPr>
        <p:spPr>
          <a:xfrm>
            <a:off x="3160644" y="222137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8099833-BFFA-3B8A-2634-7E1437654190}"/>
              </a:ext>
            </a:extLst>
          </p:cNvPr>
          <p:cNvCxnSpPr>
            <a:cxnSpLocks/>
          </p:cNvCxnSpPr>
          <p:nvPr/>
        </p:nvCxnSpPr>
        <p:spPr>
          <a:xfrm>
            <a:off x="3160644" y="248847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A4C344A-4A92-871D-55C7-244F9F3ED57F}"/>
              </a:ext>
            </a:extLst>
          </p:cNvPr>
          <p:cNvCxnSpPr>
            <a:cxnSpLocks/>
          </p:cNvCxnSpPr>
          <p:nvPr/>
        </p:nvCxnSpPr>
        <p:spPr>
          <a:xfrm>
            <a:off x="3160644" y="275876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851EA9F-CC7D-AF70-6161-A776A616CBCF}"/>
              </a:ext>
            </a:extLst>
          </p:cNvPr>
          <p:cNvCxnSpPr>
            <a:cxnSpLocks/>
          </p:cNvCxnSpPr>
          <p:nvPr/>
        </p:nvCxnSpPr>
        <p:spPr>
          <a:xfrm>
            <a:off x="3160644" y="302904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0A74D25-DBA0-CFC4-9BF0-8DC42305AF7A}"/>
              </a:ext>
            </a:extLst>
          </p:cNvPr>
          <p:cNvCxnSpPr>
            <a:cxnSpLocks/>
          </p:cNvCxnSpPr>
          <p:nvPr/>
        </p:nvCxnSpPr>
        <p:spPr>
          <a:xfrm>
            <a:off x="3160644" y="329932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4D3E246-7E81-3C53-16BE-D496A6EE973C}"/>
              </a:ext>
            </a:extLst>
          </p:cNvPr>
          <p:cNvCxnSpPr>
            <a:cxnSpLocks/>
          </p:cNvCxnSpPr>
          <p:nvPr/>
        </p:nvCxnSpPr>
        <p:spPr>
          <a:xfrm>
            <a:off x="3160644" y="356642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F45DB00-B6A0-BBFA-4DC1-9A8E43ECA698}"/>
              </a:ext>
            </a:extLst>
          </p:cNvPr>
          <p:cNvCxnSpPr>
            <a:cxnSpLocks/>
          </p:cNvCxnSpPr>
          <p:nvPr/>
        </p:nvCxnSpPr>
        <p:spPr>
          <a:xfrm>
            <a:off x="3160644" y="383671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610CFC3-3B78-9F3D-134D-769471397A6C}"/>
              </a:ext>
            </a:extLst>
          </p:cNvPr>
          <p:cNvCxnSpPr>
            <a:cxnSpLocks/>
          </p:cNvCxnSpPr>
          <p:nvPr/>
        </p:nvCxnSpPr>
        <p:spPr>
          <a:xfrm>
            <a:off x="3160644" y="411018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A8932672-7629-2F2B-E258-C6C733F807DB}"/>
              </a:ext>
            </a:extLst>
          </p:cNvPr>
          <p:cNvCxnSpPr>
            <a:cxnSpLocks/>
          </p:cNvCxnSpPr>
          <p:nvPr/>
        </p:nvCxnSpPr>
        <p:spPr>
          <a:xfrm>
            <a:off x="3160644" y="438046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B9C8168D-5B96-9412-1E0F-30D7C4C1E171}"/>
              </a:ext>
            </a:extLst>
          </p:cNvPr>
          <p:cNvCxnSpPr>
            <a:cxnSpLocks/>
          </p:cNvCxnSpPr>
          <p:nvPr/>
        </p:nvCxnSpPr>
        <p:spPr>
          <a:xfrm>
            <a:off x="3160644" y="465074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D952005-1DE4-74EB-EC54-907D3A7F4E91}"/>
              </a:ext>
            </a:extLst>
          </p:cNvPr>
          <p:cNvCxnSpPr>
            <a:cxnSpLocks/>
          </p:cNvCxnSpPr>
          <p:nvPr/>
        </p:nvCxnSpPr>
        <p:spPr>
          <a:xfrm>
            <a:off x="3160644" y="4921033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B60BE4E-D5B5-FC42-5723-F50B83C00B31}"/>
              </a:ext>
            </a:extLst>
          </p:cNvPr>
          <p:cNvCxnSpPr>
            <a:cxnSpLocks/>
          </p:cNvCxnSpPr>
          <p:nvPr/>
        </p:nvCxnSpPr>
        <p:spPr>
          <a:xfrm>
            <a:off x="3160644" y="519131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F37E8DE-3122-B864-5CFE-7C1840E733BC}"/>
              </a:ext>
            </a:extLst>
          </p:cNvPr>
          <p:cNvCxnSpPr>
            <a:cxnSpLocks/>
          </p:cNvCxnSpPr>
          <p:nvPr/>
        </p:nvCxnSpPr>
        <p:spPr>
          <a:xfrm>
            <a:off x="3170169" y="2220656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A814D17-6A32-3E24-A2CC-FB04CAF49159}"/>
              </a:ext>
            </a:extLst>
          </p:cNvPr>
          <p:cNvCxnSpPr>
            <a:cxnSpLocks/>
          </p:cNvCxnSpPr>
          <p:nvPr/>
        </p:nvCxnSpPr>
        <p:spPr>
          <a:xfrm>
            <a:off x="6054725" y="222137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86750133-D6C2-8323-5B88-6AB61C66F39A}"/>
              </a:ext>
            </a:extLst>
          </p:cNvPr>
          <p:cNvCxnSpPr>
            <a:cxnSpLocks/>
          </p:cNvCxnSpPr>
          <p:nvPr/>
        </p:nvCxnSpPr>
        <p:spPr>
          <a:xfrm>
            <a:off x="3168069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78BBFB7-5DDA-DFA6-F9BF-88559341DAC5}"/>
              </a:ext>
            </a:extLst>
          </p:cNvPr>
          <p:cNvCxnSpPr>
            <a:cxnSpLocks/>
          </p:cNvCxnSpPr>
          <p:nvPr/>
        </p:nvCxnSpPr>
        <p:spPr>
          <a:xfrm>
            <a:off x="3646312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81639EC-CFD0-DBBE-05F6-7FEA5A8A63D2}"/>
              </a:ext>
            </a:extLst>
          </p:cNvPr>
          <p:cNvCxnSpPr>
            <a:cxnSpLocks/>
          </p:cNvCxnSpPr>
          <p:nvPr/>
        </p:nvCxnSpPr>
        <p:spPr>
          <a:xfrm>
            <a:off x="4127730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3CA1223-152C-9618-52CF-88552517C843}"/>
              </a:ext>
            </a:extLst>
          </p:cNvPr>
          <p:cNvCxnSpPr>
            <a:cxnSpLocks/>
          </p:cNvCxnSpPr>
          <p:nvPr/>
        </p:nvCxnSpPr>
        <p:spPr>
          <a:xfrm>
            <a:off x="4609148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09E638F-DD9E-FBA6-A31B-6F0EC93255FE}"/>
              </a:ext>
            </a:extLst>
          </p:cNvPr>
          <p:cNvCxnSpPr>
            <a:cxnSpLocks/>
          </p:cNvCxnSpPr>
          <p:nvPr/>
        </p:nvCxnSpPr>
        <p:spPr>
          <a:xfrm>
            <a:off x="5093741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770DAB61-3234-D1A3-BC5A-A4CB9AC06EA8}"/>
              </a:ext>
            </a:extLst>
          </p:cNvPr>
          <p:cNvCxnSpPr>
            <a:cxnSpLocks/>
          </p:cNvCxnSpPr>
          <p:nvPr/>
        </p:nvCxnSpPr>
        <p:spPr>
          <a:xfrm>
            <a:off x="5571984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FC7D8B1-9C79-0D73-60A7-8A3DB648872F}"/>
              </a:ext>
            </a:extLst>
          </p:cNvPr>
          <p:cNvCxnSpPr>
            <a:cxnSpLocks/>
          </p:cNvCxnSpPr>
          <p:nvPr/>
        </p:nvCxnSpPr>
        <p:spPr>
          <a:xfrm>
            <a:off x="6536242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882CCD0C-5596-094D-029A-A22B722BF3D9}"/>
              </a:ext>
            </a:extLst>
          </p:cNvPr>
          <p:cNvCxnSpPr>
            <a:cxnSpLocks/>
          </p:cNvCxnSpPr>
          <p:nvPr/>
        </p:nvCxnSpPr>
        <p:spPr>
          <a:xfrm>
            <a:off x="7017759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43F0C5F-D56D-684B-AB95-691016A0AAD6}"/>
              </a:ext>
            </a:extLst>
          </p:cNvPr>
          <p:cNvCxnSpPr>
            <a:cxnSpLocks/>
          </p:cNvCxnSpPr>
          <p:nvPr/>
        </p:nvCxnSpPr>
        <p:spPr>
          <a:xfrm>
            <a:off x="7499276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D57BD29B-7DAC-4A89-5F47-B9A23D1DB063}"/>
              </a:ext>
            </a:extLst>
          </p:cNvPr>
          <p:cNvCxnSpPr>
            <a:cxnSpLocks/>
          </p:cNvCxnSpPr>
          <p:nvPr/>
        </p:nvCxnSpPr>
        <p:spPr>
          <a:xfrm>
            <a:off x="7983968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3D4EC734-7FA6-C40B-7026-B3DB2A9230BD}"/>
              </a:ext>
            </a:extLst>
          </p:cNvPr>
          <p:cNvCxnSpPr>
            <a:cxnSpLocks/>
          </p:cNvCxnSpPr>
          <p:nvPr/>
        </p:nvCxnSpPr>
        <p:spPr>
          <a:xfrm>
            <a:off x="8462310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437413D-3B22-25CF-C498-45659E0C5804}"/>
              </a:ext>
            </a:extLst>
          </p:cNvPr>
          <p:cNvCxnSpPr>
            <a:cxnSpLocks/>
          </p:cNvCxnSpPr>
          <p:nvPr/>
        </p:nvCxnSpPr>
        <p:spPr>
          <a:xfrm>
            <a:off x="8947002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842720B-3B83-8C0F-5DF7-341472011579}"/>
              </a:ext>
            </a:extLst>
          </p:cNvPr>
          <p:cNvCxnSpPr>
            <a:cxnSpLocks/>
          </p:cNvCxnSpPr>
          <p:nvPr/>
        </p:nvCxnSpPr>
        <p:spPr>
          <a:xfrm>
            <a:off x="9428519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1AE1A04B-504B-BE60-620C-404D9E24E31A}"/>
              </a:ext>
            </a:extLst>
          </p:cNvPr>
          <p:cNvCxnSpPr>
            <a:cxnSpLocks/>
          </p:cNvCxnSpPr>
          <p:nvPr/>
        </p:nvCxnSpPr>
        <p:spPr>
          <a:xfrm>
            <a:off x="9906861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E291F1C-DD31-FE1F-75BB-389F01A4837A}"/>
              </a:ext>
            </a:extLst>
          </p:cNvPr>
          <p:cNvCxnSpPr>
            <a:cxnSpLocks/>
          </p:cNvCxnSpPr>
          <p:nvPr/>
        </p:nvCxnSpPr>
        <p:spPr>
          <a:xfrm>
            <a:off x="3160644" y="546160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05A17152-839D-1D7A-1FBD-4CC6E1D2D18C}"/>
              </a:ext>
            </a:extLst>
          </p:cNvPr>
          <p:cNvCxnSpPr/>
          <p:nvPr/>
        </p:nvCxnSpPr>
        <p:spPr>
          <a:xfrm>
            <a:off x="2822280" y="2215548"/>
            <a:ext cx="0" cy="324605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776858DC-57D4-9D7A-9AE7-73792004466E}"/>
              </a:ext>
            </a:extLst>
          </p:cNvPr>
          <p:cNvSpPr txBox="1"/>
          <p:nvPr/>
        </p:nvSpPr>
        <p:spPr>
          <a:xfrm rot="16200000">
            <a:off x="1543788" y="3604822"/>
            <a:ext cx="254037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Subcarrier frequencies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3D7BB720-0C69-9624-6830-37B62AC90EE3}"/>
              </a:ext>
            </a:extLst>
          </p:cNvPr>
          <p:cNvCxnSpPr/>
          <p:nvPr/>
        </p:nvCxnSpPr>
        <p:spPr>
          <a:xfrm>
            <a:off x="3160644" y="5929745"/>
            <a:ext cx="6858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93ED37EC-B4DC-D1D2-1C92-FEE8FFA65050}"/>
              </a:ext>
            </a:extLst>
          </p:cNvPr>
          <p:cNvSpPr txBox="1"/>
          <p:nvPr/>
        </p:nvSpPr>
        <p:spPr>
          <a:xfrm>
            <a:off x="5887691" y="5725523"/>
            <a:ext cx="1763816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 (symbols)</a:t>
            </a:r>
          </a:p>
        </p:txBody>
      </p: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EBD056C3-FCA0-0335-6C07-1CBE424BBD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3046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534095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OFDMA: time division (LTE)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76255AD-8871-811D-2AE3-BC2D5A840AC4}"/>
              </a:ext>
            </a:extLst>
          </p:cNvPr>
          <p:cNvCxnSpPr>
            <a:cxnSpLocks/>
          </p:cNvCxnSpPr>
          <p:nvPr/>
        </p:nvCxnSpPr>
        <p:spPr>
          <a:xfrm>
            <a:off x="3160644" y="222137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8099833-BFFA-3B8A-2634-7E1437654190}"/>
              </a:ext>
            </a:extLst>
          </p:cNvPr>
          <p:cNvCxnSpPr>
            <a:cxnSpLocks/>
          </p:cNvCxnSpPr>
          <p:nvPr/>
        </p:nvCxnSpPr>
        <p:spPr>
          <a:xfrm>
            <a:off x="3160644" y="248847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A4C344A-4A92-871D-55C7-244F9F3ED57F}"/>
              </a:ext>
            </a:extLst>
          </p:cNvPr>
          <p:cNvCxnSpPr>
            <a:cxnSpLocks/>
          </p:cNvCxnSpPr>
          <p:nvPr/>
        </p:nvCxnSpPr>
        <p:spPr>
          <a:xfrm>
            <a:off x="3160644" y="275876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851EA9F-CC7D-AF70-6161-A776A616CBCF}"/>
              </a:ext>
            </a:extLst>
          </p:cNvPr>
          <p:cNvCxnSpPr>
            <a:cxnSpLocks/>
          </p:cNvCxnSpPr>
          <p:nvPr/>
        </p:nvCxnSpPr>
        <p:spPr>
          <a:xfrm>
            <a:off x="3160644" y="302904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0A74D25-DBA0-CFC4-9BF0-8DC42305AF7A}"/>
              </a:ext>
            </a:extLst>
          </p:cNvPr>
          <p:cNvCxnSpPr>
            <a:cxnSpLocks/>
          </p:cNvCxnSpPr>
          <p:nvPr/>
        </p:nvCxnSpPr>
        <p:spPr>
          <a:xfrm>
            <a:off x="3160644" y="329932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4D3E246-7E81-3C53-16BE-D496A6EE973C}"/>
              </a:ext>
            </a:extLst>
          </p:cNvPr>
          <p:cNvCxnSpPr>
            <a:cxnSpLocks/>
          </p:cNvCxnSpPr>
          <p:nvPr/>
        </p:nvCxnSpPr>
        <p:spPr>
          <a:xfrm>
            <a:off x="3160644" y="356642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F45DB00-B6A0-BBFA-4DC1-9A8E43ECA698}"/>
              </a:ext>
            </a:extLst>
          </p:cNvPr>
          <p:cNvCxnSpPr>
            <a:cxnSpLocks/>
          </p:cNvCxnSpPr>
          <p:nvPr/>
        </p:nvCxnSpPr>
        <p:spPr>
          <a:xfrm>
            <a:off x="3160644" y="383671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610CFC3-3B78-9F3D-134D-769471397A6C}"/>
              </a:ext>
            </a:extLst>
          </p:cNvPr>
          <p:cNvCxnSpPr>
            <a:cxnSpLocks/>
          </p:cNvCxnSpPr>
          <p:nvPr/>
        </p:nvCxnSpPr>
        <p:spPr>
          <a:xfrm>
            <a:off x="3160644" y="411018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A8932672-7629-2F2B-E258-C6C733F807DB}"/>
              </a:ext>
            </a:extLst>
          </p:cNvPr>
          <p:cNvCxnSpPr>
            <a:cxnSpLocks/>
          </p:cNvCxnSpPr>
          <p:nvPr/>
        </p:nvCxnSpPr>
        <p:spPr>
          <a:xfrm>
            <a:off x="3160644" y="438046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B9C8168D-5B96-9412-1E0F-30D7C4C1E171}"/>
              </a:ext>
            </a:extLst>
          </p:cNvPr>
          <p:cNvCxnSpPr>
            <a:cxnSpLocks/>
          </p:cNvCxnSpPr>
          <p:nvPr/>
        </p:nvCxnSpPr>
        <p:spPr>
          <a:xfrm>
            <a:off x="3160644" y="465074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D952005-1DE4-74EB-EC54-907D3A7F4E91}"/>
              </a:ext>
            </a:extLst>
          </p:cNvPr>
          <p:cNvCxnSpPr>
            <a:cxnSpLocks/>
          </p:cNvCxnSpPr>
          <p:nvPr/>
        </p:nvCxnSpPr>
        <p:spPr>
          <a:xfrm>
            <a:off x="3160644" y="4921033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B60BE4E-D5B5-FC42-5723-F50B83C00B31}"/>
              </a:ext>
            </a:extLst>
          </p:cNvPr>
          <p:cNvCxnSpPr>
            <a:cxnSpLocks/>
          </p:cNvCxnSpPr>
          <p:nvPr/>
        </p:nvCxnSpPr>
        <p:spPr>
          <a:xfrm>
            <a:off x="3160644" y="519131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F37E8DE-3122-B864-5CFE-7C1840E733BC}"/>
              </a:ext>
            </a:extLst>
          </p:cNvPr>
          <p:cNvCxnSpPr>
            <a:cxnSpLocks/>
          </p:cNvCxnSpPr>
          <p:nvPr/>
        </p:nvCxnSpPr>
        <p:spPr>
          <a:xfrm>
            <a:off x="3170169" y="2220656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A814D17-6A32-3E24-A2CC-FB04CAF49159}"/>
              </a:ext>
            </a:extLst>
          </p:cNvPr>
          <p:cNvCxnSpPr>
            <a:cxnSpLocks/>
          </p:cNvCxnSpPr>
          <p:nvPr/>
        </p:nvCxnSpPr>
        <p:spPr>
          <a:xfrm>
            <a:off x="6054725" y="222137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86750133-D6C2-8323-5B88-6AB61C66F39A}"/>
              </a:ext>
            </a:extLst>
          </p:cNvPr>
          <p:cNvCxnSpPr>
            <a:cxnSpLocks/>
          </p:cNvCxnSpPr>
          <p:nvPr/>
        </p:nvCxnSpPr>
        <p:spPr>
          <a:xfrm>
            <a:off x="3168069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78BBFB7-5DDA-DFA6-F9BF-88559341DAC5}"/>
              </a:ext>
            </a:extLst>
          </p:cNvPr>
          <p:cNvCxnSpPr>
            <a:cxnSpLocks/>
          </p:cNvCxnSpPr>
          <p:nvPr/>
        </p:nvCxnSpPr>
        <p:spPr>
          <a:xfrm>
            <a:off x="3646312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81639EC-CFD0-DBBE-05F6-7FEA5A8A63D2}"/>
              </a:ext>
            </a:extLst>
          </p:cNvPr>
          <p:cNvCxnSpPr>
            <a:cxnSpLocks/>
          </p:cNvCxnSpPr>
          <p:nvPr/>
        </p:nvCxnSpPr>
        <p:spPr>
          <a:xfrm>
            <a:off x="4127730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3CA1223-152C-9618-52CF-88552517C843}"/>
              </a:ext>
            </a:extLst>
          </p:cNvPr>
          <p:cNvCxnSpPr>
            <a:cxnSpLocks/>
          </p:cNvCxnSpPr>
          <p:nvPr/>
        </p:nvCxnSpPr>
        <p:spPr>
          <a:xfrm>
            <a:off x="4609148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09E638F-DD9E-FBA6-A31B-6F0EC93255FE}"/>
              </a:ext>
            </a:extLst>
          </p:cNvPr>
          <p:cNvCxnSpPr>
            <a:cxnSpLocks/>
          </p:cNvCxnSpPr>
          <p:nvPr/>
        </p:nvCxnSpPr>
        <p:spPr>
          <a:xfrm>
            <a:off x="5093741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770DAB61-3234-D1A3-BC5A-A4CB9AC06EA8}"/>
              </a:ext>
            </a:extLst>
          </p:cNvPr>
          <p:cNvCxnSpPr>
            <a:cxnSpLocks/>
          </p:cNvCxnSpPr>
          <p:nvPr/>
        </p:nvCxnSpPr>
        <p:spPr>
          <a:xfrm>
            <a:off x="5571984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FC7D8B1-9C79-0D73-60A7-8A3DB648872F}"/>
              </a:ext>
            </a:extLst>
          </p:cNvPr>
          <p:cNvCxnSpPr>
            <a:cxnSpLocks/>
          </p:cNvCxnSpPr>
          <p:nvPr/>
        </p:nvCxnSpPr>
        <p:spPr>
          <a:xfrm>
            <a:off x="6536242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882CCD0C-5596-094D-029A-A22B722BF3D9}"/>
              </a:ext>
            </a:extLst>
          </p:cNvPr>
          <p:cNvCxnSpPr>
            <a:cxnSpLocks/>
          </p:cNvCxnSpPr>
          <p:nvPr/>
        </p:nvCxnSpPr>
        <p:spPr>
          <a:xfrm>
            <a:off x="7017759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43F0C5F-D56D-684B-AB95-691016A0AAD6}"/>
              </a:ext>
            </a:extLst>
          </p:cNvPr>
          <p:cNvCxnSpPr>
            <a:cxnSpLocks/>
          </p:cNvCxnSpPr>
          <p:nvPr/>
        </p:nvCxnSpPr>
        <p:spPr>
          <a:xfrm>
            <a:off x="7499276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D57BD29B-7DAC-4A89-5F47-B9A23D1DB063}"/>
              </a:ext>
            </a:extLst>
          </p:cNvPr>
          <p:cNvCxnSpPr>
            <a:cxnSpLocks/>
          </p:cNvCxnSpPr>
          <p:nvPr/>
        </p:nvCxnSpPr>
        <p:spPr>
          <a:xfrm>
            <a:off x="7983968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3D4EC734-7FA6-C40B-7026-B3DB2A9230BD}"/>
              </a:ext>
            </a:extLst>
          </p:cNvPr>
          <p:cNvCxnSpPr>
            <a:cxnSpLocks/>
          </p:cNvCxnSpPr>
          <p:nvPr/>
        </p:nvCxnSpPr>
        <p:spPr>
          <a:xfrm>
            <a:off x="8462310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437413D-3B22-25CF-C498-45659E0C5804}"/>
              </a:ext>
            </a:extLst>
          </p:cNvPr>
          <p:cNvCxnSpPr>
            <a:cxnSpLocks/>
          </p:cNvCxnSpPr>
          <p:nvPr/>
        </p:nvCxnSpPr>
        <p:spPr>
          <a:xfrm>
            <a:off x="8947002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842720B-3B83-8C0F-5DF7-341472011579}"/>
              </a:ext>
            </a:extLst>
          </p:cNvPr>
          <p:cNvCxnSpPr>
            <a:cxnSpLocks/>
          </p:cNvCxnSpPr>
          <p:nvPr/>
        </p:nvCxnSpPr>
        <p:spPr>
          <a:xfrm>
            <a:off x="9428519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1AE1A04B-504B-BE60-620C-404D9E24E31A}"/>
              </a:ext>
            </a:extLst>
          </p:cNvPr>
          <p:cNvCxnSpPr>
            <a:cxnSpLocks/>
          </p:cNvCxnSpPr>
          <p:nvPr/>
        </p:nvCxnSpPr>
        <p:spPr>
          <a:xfrm>
            <a:off x="9906861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E291F1C-DD31-FE1F-75BB-389F01A4837A}"/>
              </a:ext>
            </a:extLst>
          </p:cNvPr>
          <p:cNvCxnSpPr>
            <a:cxnSpLocks/>
          </p:cNvCxnSpPr>
          <p:nvPr/>
        </p:nvCxnSpPr>
        <p:spPr>
          <a:xfrm>
            <a:off x="3160644" y="546160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D98EAE3-BF20-DBBA-BEF7-A2D5FD0F704F}"/>
              </a:ext>
            </a:extLst>
          </p:cNvPr>
          <p:cNvGrpSpPr/>
          <p:nvPr/>
        </p:nvGrpSpPr>
        <p:grpSpPr>
          <a:xfrm>
            <a:off x="1237135" y="5507878"/>
            <a:ext cx="10650066" cy="527943"/>
            <a:chOff x="1237135" y="5651310"/>
            <a:chExt cx="10650066" cy="527943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7B72177E-0A6D-6FBB-95AA-1F4F8325FDE2}"/>
                </a:ext>
              </a:extLst>
            </p:cNvPr>
            <p:cNvSpPr txBox="1"/>
            <p:nvPr/>
          </p:nvSpPr>
          <p:spPr>
            <a:xfrm>
              <a:off x="1237135" y="5809921"/>
              <a:ext cx="1065006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time to transmit one OFDM symbol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 subcarrier frequency</a:t>
              </a:r>
            </a:p>
          </p:txBody>
        </p:sp>
        <p:sp>
          <p:nvSpPr>
            <p:cNvPr id="5" name="Left Bracket 4">
              <a:extLst>
                <a:ext uri="{FF2B5EF4-FFF2-40B4-BE49-F238E27FC236}">
                  <a16:creationId xmlns:a16="http://schemas.microsoft.com/office/drawing/2014/main" id="{72830AB5-9140-392B-24C4-8ADF712B3846}"/>
                </a:ext>
              </a:extLst>
            </p:cNvPr>
            <p:cNvSpPr/>
            <p:nvPr/>
          </p:nvSpPr>
          <p:spPr>
            <a:xfrm rot="16200000">
              <a:off x="3361886" y="5457493"/>
              <a:ext cx="90609" cy="478243"/>
            </a:xfrm>
            <a:prstGeom prst="leftBracket">
              <a:avLst/>
            </a:prstGeom>
            <a:ln w="34925">
              <a:solidFill>
                <a:srgbClr val="CC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44A8218-4A29-C8D0-4AC2-FC5A64DBC434}"/>
              </a:ext>
            </a:extLst>
          </p:cNvPr>
          <p:cNvGrpSpPr/>
          <p:nvPr/>
        </p:nvGrpSpPr>
        <p:grpSpPr>
          <a:xfrm>
            <a:off x="9189720" y="4814668"/>
            <a:ext cx="2395790" cy="1087566"/>
            <a:chOff x="9189720" y="4814668"/>
            <a:chExt cx="2395790" cy="1087566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DA11D5AE-D52B-A4F1-A9EE-2E1768CF02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969160" y="4876252"/>
              <a:ext cx="1616350" cy="1025982"/>
            </a:xfrm>
            <a:prstGeom prst="rect">
              <a:avLst/>
            </a:prstGeom>
          </p:spPr>
        </p:pic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3ACFEA82-B11E-3B16-3BBD-B4C6E6400B86}"/>
                </a:ext>
              </a:extLst>
            </p:cNvPr>
            <p:cNvCxnSpPr/>
            <p:nvPr/>
          </p:nvCxnSpPr>
          <p:spPr>
            <a:xfrm flipH="1" flipV="1">
              <a:off x="9189720" y="4814668"/>
              <a:ext cx="1311664" cy="471267"/>
            </a:xfrm>
            <a:prstGeom prst="straightConnector1">
              <a:avLst/>
            </a:prstGeom>
            <a:ln w="19050">
              <a:solidFill>
                <a:srgbClr val="CC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0D1E9F9-68B7-4F84-3CFF-A07F219EAECF}"/>
              </a:ext>
            </a:extLst>
          </p:cNvPr>
          <p:cNvSpPr txBox="1"/>
          <p:nvPr/>
        </p:nvSpPr>
        <p:spPr>
          <a:xfrm>
            <a:off x="2202873" y="1371595"/>
            <a:ext cx="659911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 Resource Block (PRB ):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blocks of 7x12=84 resource elements</a:t>
            </a:r>
          </a:p>
          <a:p>
            <a:pPr marL="285750" marR="0" lvl="0" indent="-217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unit of transmission scheduling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4E01644-19F2-3F02-79EE-23F1C2EA4BCD}"/>
              </a:ext>
            </a:extLst>
          </p:cNvPr>
          <p:cNvSpPr/>
          <p:nvPr/>
        </p:nvSpPr>
        <p:spPr>
          <a:xfrm>
            <a:off x="3160644" y="2214307"/>
            <a:ext cx="3375598" cy="3253644"/>
          </a:xfrm>
          <a:prstGeom prst="rect">
            <a:avLst/>
          </a:prstGeom>
          <a:noFill/>
          <a:ln w="57150">
            <a:solidFill>
              <a:srgbClr val="CC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05A17152-839D-1D7A-1FBD-4CC6E1D2D18C}"/>
              </a:ext>
            </a:extLst>
          </p:cNvPr>
          <p:cNvCxnSpPr/>
          <p:nvPr/>
        </p:nvCxnSpPr>
        <p:spPr>
          <a:xfrm>
            <a:off x="2822280" y="2215548"/>
            <a:ext cx="0" cy="324605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776858DC-57D4-9D7A-9AE7-73792004466E}"/>
              </a:ext>
            </a:extLst>
          </p:cNvPr>
          <p:cNvSpPr txBox="1"/>
          <p:nvPr/>
        </p:nvSpPr>
        <p:spPr>
          <a:xfrm rot="16200000">
            <a:off x="1543788" y="3604822"/>
            <a:ext cx="254037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Subcarrier frequencies</a:t>
            </a:r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C8CCFE76-61F1-17F3-0D4F-CA7651C1E3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20289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 animBg="1"/>
      <p:bldP spid="36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534095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OFDMA: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F2045EB-36DA-6F51-E2B4-367CE1A6167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27099" y="2175012"/>
            <a:ext cx="6891545" cy="3373483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0C835756-8542-4A73-10C9-91F8BCD644BC}"/>
              </a:ext>
            </a:extLst>
          </p:cNvPr>
          <p:cNvGrpSpPr/>
          <p:nvPr/>
        </p:nvGrpSpPr>
        <p:grpSpPr>
          <a:xfrm>
            <a:off x="3160644" y="2220656"/>
            <a:ext cx="6760722" cy="3240945"/>
            <a:chOff x="3160644" y="2220656"/>
            <a:chExt cx="6760722" cy="3240945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76255AD-8871-811D-2AE3-BC2D5A840AC4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2221379"/>
              <a:ext cx="6751197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78099833-BFFA-3B8A-2634-7E1437654190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2488477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7A4C344A-4A92-871D-55C7-244F9F3ED57F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275876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E851EA9F-CC7D-AF70-6161-A776A616CBCF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029045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0A74D25-DBA0-CFC4-9BF0-8DC42305AF7A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299329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4D3E246-7E81-3C53-16BE-D496A6EE973C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566427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CF45DB00-B6A0-BBFA-4DC1-9A8E43ECA698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83671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610CFC3-3B78-9F3D-134D-769471397A6C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11018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A8932672-7629-2F2B-E258-C6C733F807DB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380465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B9C8168D-5B96-9412-1E0F-30D7C4C1E171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650749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DD952005-1DE4-74EB-EC54-907D3A7F4E91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921033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7B60BE4E-D5B5-FC42-5723-F50B83C00B31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5191317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E291F1C-DD31-FE1F-75BB-389F01A4837A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546160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F37E8DE-3122-B864-5CFE-7C1840E733BC}"/>
                </a:ext>
              </a:extLst>
            </p:cNvPr>
            <p:cNvCxnSpPr>
              <a:cxnSpLocks/>
            </p:cNvCxnSpPr>
            <p:nvPr/>
          </p:nvCxnSpPr>
          <p:spPr>
            <a:xfrm>
              <a:off x="3170169" y="2220656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513E9783-F25A-D1E1-32BC-7945C6F3BD62}"/>
              </a:ext>
            </a:extLst>
          </p:cNvPr>
          <p:cNvGrpSpPr/>
          <p:nvPr/>
        </p:nvGrpSpPr>
        <p:grpSpPr>
          <a:xfrm>
            <a:off x="3168069" y="2215029"/>
            <a:ext cx="6738792" cy="3246572"/>
            <a:chOff x="3168069" y="2215029"/>
            <a:chExt cx="6738792" cy="3246572"/>
          </a:xfrm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4A814D17-6A32-3E24-A2CC-FB04CAF49159}"/>
                </a:ext>
              </a:extLst>
            </p:cNvPr>
            <p:cNvCxnSpPr>
              <a:cxnSpLocks/>
            </p:cNvCxnSpPr>
            <p:nvPr/>
          </p:nvCxnSpPr>
          <p:spPr>
            <a:xfrm>
              <a:off x="6054725" y="222137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6750133-D6C2-8323-5B88-6AB61C66F39A}"/>
                </a:ext>
              </a:extLst>
            </p:cNvPr>
            <p:cNvCxnSpPr>
              <a:cxnSpLocks/>
            </p:cNvCxnSpPr>
            <p:nvPr/>
          </p:nvCxnSpPr>
          <p:spPr>
            <a:xfrm>
              <a:off x="3168069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78BBFB7-5DDA-DFA6-F9BF-88559341DAC5}"/>
                </a:ext>
              </a:extLst>
            </p:cNvPr>
            <p:cNvCxnSpPr>
              <a:cxnSpLocks/>
            </p:cNvCxnSpPr>
            <p:nvPr/>
          </p:nvCxnSpPr>
          <p:spPr>
            <a:xfrm>
              <a:off x="3646312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81639EC-CFD0-DBBE-05F6-7FEA5A8A63D2}"/>
                </a:ext>
              </a:extLst>
            </p:cNvPr>
            <p:cNvCxnSpPr>
              <a:cxnSpLocks/>
            </p:cNvCxnSpPr>
            <p:nvPr/>
          </p:nvCxnSpPr>
          <p:spPr>
            <a:xfrm>
              <a:off x="4127730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3CA1223-152C-9618-52CF-88552517C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148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09E638F-DD9E-FBA6-A31B-6F0EC93255FE}"/>
                </a:ext>
              </a:extLst>
            </p:cNvPr>
            <p:cNvCxnSpPr>
              <a:cxnSpLocks/>
            </p:cNvCxnSpPr>
            <p:nvPr/>
          </p:nvCxnSpPr>
          <p:spPr>
            <a:xfrm>
              <a:off x="5093741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70DAB61-3234-D1A3-BC5A-A4CB9AC06EA8}"/>
                </a:ext>
              </a:extLst>
            </p:cNvPr>
            <p:cNvCxnSpPr>
              <a:cxnSpLocks/>
            </p:cNvCxnSpPr>
            <p:nvPr/>
          </p:nvCxnSpPr>
          <p:spPr>
            <a:xfrm>
              <a:off x="5571984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6FC7D8B1-9C79-0D73-60A7-8A3DB648872F}"/>
                </a:ext>
              </a:extLst>
            </p:cNvPr>
            <p:cNvCxnSpPr>
              <a:cxnSpLocks/>
            </p:cNvCxnSpPr>
            <p:nvPr/>
          </p:nvCxnSpPr>
          <p:spPr>
            <a:xfrm>
              <a:off x="6536242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882CCD0C-5596-094D-029A-A22B722BF3D9}"/>
                </a:ext>
              </a:extLst>
            </p:cNvPr>
            <p:cNvCxnSpPr>
              <a:cxnSpLocks/>
            </p:cNvCxnSpPr>
            <p:nvPr/>
          </p:nvCxnSpPr>
          <p:spPr>
            <a:xfrm>
              <a:off x="7017759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E43F0C5F-D56D-684B-AB95-691016A0AAD6}"/>
                </a:ext>
              </a:extLst>
            </p:cNvPr>
            <p:cNvCxnSpPr>
              <a:cxnSpLocks/>
            </p:cNvCxnSpPr>
            <p:nvPr/>
          </p:nvCxnSpPr>
          <p:spPr>
            <a:xfrm>
              <a:off x="7499276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D57BD29B-7DAC-4A89-5F47-B9A23D1DB063}"/>
                </a:ext>
              </a:extLst>
            </p:cNvPr>
            <p:cNvCxnSpPr>
              <a:cxnSpLocks/>
            </p:cNvCxnSpPr>
            <p:nvPr/>
          </p:nvCxnSpPr>
          <p:spPr>
            <a:xfrm>
              <a:off x="7983968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D4EC734-7FA6-C40B-7026-B3DB2A9230BD}"/>
                </a:ext>
              </a:extLst>
            </p:cNvPr>
            <p:cNvCxnSpPr>
              <a:cxnSpLocks/>
            </p:cNvCxnSpPr>
            <p:nvPr/>
          </p:nvCxnSpPr>
          <p:spPr>
            <a:xfrm>
              <a:off x="8462310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6437413D-3B22-25CF-C498-45659E0C5804}"/>
                </a:ext>
              </a:extLst>
            </p:cNvPr>
            <p:cNvCxnSpPr>
              <a:cxnSpLocks/>
            </p:cNvCxnSpPr>
            <p:nvPr/>
          </p:nvCxnSpPr>
          <p:spPr>
            <a:xfrm>
              <a:off x="8947002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842720B-3B83-8C0F-5DF7-341472011579}"/>
                </a:ext>
              </a:extLst>
            </p:cNvPr>
            <p:cNvCxnSpPr>
              <a:cxnSpLocks/>
            </p:cNvCxnSpPr>
            <p:nvPr/>
          </p:nvCxnSpPr>
          <p:spPr>
            <a:xfrm>
              <a:off x="9428519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AE1A04B-504B-BE60-620C-404D9E24E31A}"/>
                </a:ext>
              </a:extLst>
            </p:cNvPr>
            <p:cNvCxnSpPr>
              <a:cxnSpLocks/>
            </p:cNvCxnSpPr>
            <p:nvPr/>
          </p:nvCxnSpPr>
          <p:spPr>
            <a:xfrm>
              <a:off x="9906861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240D58F0-17E8-516A-F5B3-1D2F077F8356}"/>
              </a:ext>
            </a:extLst>
          </p:cNvPr>
          <p:cNvCxnSpPr/>
          <p:nvPr/>
        </p:nvCxnSpPr>
        <p:spPr>
          <a:xfrm>
            <a:off x="2822280" y="2215548"/>
            <a:ext cx="0" cy="324605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387C0A3D-F7C2-00F5-58C2-BF86EB46ACB6}"/>
              </a:ext>
            </a:extLst>
          </p:cNvPr>
          <p:cNvSpPr txBox="1"/>
          <p:nvPr/>
        </p:nvSpPr>
        <p:spPr>
          <a:xfrm rot="16200000">
            <a:off x="1543788" y="3604822"/>
            <a:ext cx="254037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Subcarrier frequencies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47159E41-84D9-925B-ADD1-7F3F804D44C6}"/>
              </a:ext>
            </a:extLst>
          </p:cNvPr>
          <p:cNvCxnSpPr/>
          <p:nvPr/>
        </p:nvCxnSpPr>
        <p:spPr>
          <a:xfrm>
            <a:off x="3160644" y="5929745"/>
            <a:ext cx="6858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2C55662B-3A03-24C2-C6FE-2099B730B4D2}"/>
              </a:ext>
            </a:extLst>
          </p:cNvPr>
          <p:cNvSpPr txBox="1"/>
          <p:nvPr/>
        </p:nvSpPr>
        <p:spPr>
          <a:xfrm>
            <a:off x="5887691" y="5725523"/>
            <a:ext cx="1763816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 (symbols)</a:t>
            </a:r>
          </a:p>
        </p:txBody>
      </p:sp>
      <p:sp>
        <p:nvSpPr>
          <p:cNvPr id="28" name="Left Brace 27">
            <a:extLst>
              <a:ext uri="{FF2B5EF4-FFF2-40B4-BE49-F238E27FC236}">
                <a16:creationId xmlns:a16="http://schemas.microsoft.com/office/drawing/2014/main" id="{AD2A9122-A218-7F18-0AF3-84701AE9A246}"/>
              </a:ext>
            </a:extLst>
          </p:cNvPr>
          <p:cNvSpPr/>
          <p:nvPr/>
        </p:nvSpPr>
        <p:spPr>
          <a:xfrm rot="5400000">
            <a:off x="4754614" y="306492"/>
            <a:ext cx="187658" cy="3375598"/>
          </a:xfrm>
          <a:prstGeom prst="leftBrac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Left Brace 34">
            <a:extLst>
              <a:ext uri="{FF2B5EF4-FFF2-40B4-BE49-F238E27FC236}">
                <a16:creationId xmlns:a16="http://schemas.microsoft.com/office/drawing/2014/main" id="{FC05BCE8-609C-4B77-C3FC-75D7474DE903}"/>
              </a:ext>
            </a:extLst>
          </p:cNvPr>
          <p:cNvSpPr/>
          <p:nvPr/>
        </p:nvSpPr>
        <p:spPr>
          <a:xfrm rot="5400000">
            <a:off x="8139737" y="306492"/>
            <a:ext cx="187658" cy="3375598"/>
          </a:xfrm>
          <a:prstGeom prst="leftBrac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F08411F-4037-CD74-D48E-C2C42DA09ACB}"/>
              </a:ext>
            </a:extLst>
          </p:cNvPr>
          <p:cNvSpPr txBox="1"/>
          <p:nvPr/>
        </p:nvSpPr>
        <p:spPr>
          <a:xfrm>
            <a:off x="4609148" y="1592025"/>
            <a:ext cx="5533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PRB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3E9885C-A8B2-BE71-3566-E8E70DC35A76}"/>
              </a:ext>
            </a:extLst>
          </p:cNvPr>
          <p:cNvSpPr txBox="1"/>
          <p:nvPr/>
        </p:nvSpPr>
        <p:spPr>
          <a:xfrm>
            <a:off x="7956887" y="1603722"/>
            <a:ext cx="5533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PRB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115E069-4A75-53DE-D79D-F56CE6A287A1}"/>
              </a:ext>
            </a:extLst>
          </p:cNvPr>
          <p:cNvGrpSpPr/>
          <p:nvPr/>
        </p:nvGrpSpPr>
        <p:grpSpPr>
          <a:xfrm>
            <a:off x="3160643" y="857627"/>
            <a:ext cx="6760721" cy="647504"/>
            <a:chOff x="3160643" y="857627"/>
            <a:chExt cx="6760721" cy="647504"/>
          </a:xfrm>
        </p:grpSpPr>
        <p:sp>
          <p:nvSpPr>
            <p:cNvPr id="48" name="Left Brace 47">
              <a:extLst>
                <a:ext uri="{FF2B5EF4-FFF2-40B4-BE49-F238E27FC236}">
                  <a16:creationId xmlns:a16="http://schemas.microsoft.com/office/drawing/2014/main" id="{6739E748-5006-D758-AF73-E215A992156B}"/>
                </a:ext>
              </a:extLst>
            </p:cNvPr>
            <p:cNvSpPr/>
            <p:nvPr/>
          </p:nvSpPr>
          <p:spPr>
            <a:xfrm rot="5400000">
              <a:off x="6413512" y="-2002721"/>
              <a:ext cx="254983" cy="6760721"/>
            </a:xfrm>
            <a:prstGeom prst="leftBrac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E6AC217-DAE2-80F5-8644-782CF0EF001F}"/>
                </a:ext>
              </a:extLst>
            </p:cNvPr>
            <p:cNvSpPr txBox="1"/>
            <p:nvPr/>
          </p:nvSpPr>
          <p:spPr>
            <a:xfrm>
              <a:off x="4677880" y="857627"/>
              <a:ext cx="371672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Transmission Time Interval (TTI): 1 ms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8C4248F8-46E5-E6C3-3294-D2EF23EF2A5D}"/>
              </a:ext>
            </a:extLst>
          </p:cNvPr>
          <p:cNvGrpSpPr/>
          <p:nvPr/>
        </p:nvGrpSpPr>
        <p:grpSpPr>
          <a:xfrm>
            <a:off x="303998" y="1900462"/>
            <a:ext cx="2196854" cy="3890802"/>
            <a:chOff x="303998" y="1900462"/>
            <a:chExt cx="2196854" cy="3890802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248B0CC-78DE-390B-C267-0FF10CD19E41}"/>
                </a:ext>
              </a:extLst>
            </p:cNvPr>
            <p:cNvSpPr txBox="1"/>
            <p:nvPr/>
          </p:nvSpPr>
          <p:spPr>
            <a:xfrm>
              <a:off x="303998" y="1900462"/>
              <a:ext cx="219685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Transmission scheduling example:</a:t>
              </a: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 to 7 UEs in 7 blocks of REs in one PRB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AC914F87-57C4-89F7-8AD9-86482A3B9488}"/>
                </a:ext>
              </a:extLst>
            </p:cNvPr>
            <p:cNvSpPr/>
            <p:nvPr/>
          </p:nvSpPr>
          <p:spPr>
            <a:xfrm>
              <a:off x="1239992" y="3917580"/>
              <a:ext cx="478547" cy="205145"/>
            </a:xfrm>
            <a:prstGeom prst="rect">
              <a:avLst/>
            </a:prstGeom>
            <a:solidFill>
              <a:srgbClr val="C9C9C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0F1C9F75-D5D6-3830-3B25-94011F485D6C}"/>
                </a:ext>
              </a:extLst>
            </p:cNvPr>
            <p:cNvSpPr/>
            <p:nvPr/>
          </p:nvSpPr>
          <p:spPr>
            <a:xfrm>
              <a:off x="1239992" y="4184713"/>
              <a:ext cx="478547" cy="205145"/>
            </a:xfrm>
            <a:prstGeom prst="rect">
              <a:avLst/>
            </a:prstGeom>
            <a:solidFill>
              <a:srgbClr val="CFDFA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9951E52F-C4F7-0DC9-A0FD-BCDB1781A57B}"/>
                </a:ext>
              </a:extLst>
            </p:cNvPr>
            <p:cNvSpPr/>
            <p:nvPr/>
          </p:nvSpPr>
          <p:spPr>
            <a:xfrm>
              <a:off x="1239992" y="4451846"/>
              <a:ext cx="478547" cy="205145"/>
            </a:xfrm>
            <a:prstGeom prst="rect">
              <a:avLst/>
            </a:prstGeom>
            <a:solidFill>
              <a:srgbClr val="C0DE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5B0C1D02-D89D-2834-EC38-486E1096D734}"/>
                </a:ext>
              </a:extLst>
            </p:cNvPr>
            <p:cNvSpPr/>
            <p:nvPr/>
          </p:nvSpPr>
          <p:spPr>
            <a:xfrm>
              <a:off x="1239992" y="4718979"/>
              <a:ext cx="478547" cy="205145"/>
            </a:xfrm>
            <a:prstGeom prst="rect">
              <a:avLst/>
            </a:prstGeom>
            <a:solidFill>
              <a:srgbClr val="DFBB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D7D404A7-CD2E-D2D3-AF74-1558064A46BE}"/>
                </a:ext>
              </a:extLst>
            </p:cNvPr>
            <p:cNvSpPr/>
            <p:nvPr/>
          </p:nvSpPr>
          <p:spPr>
            <a:xfrm>
              <a:off x="1239992" y="4986112"/>
              <a:ext cx="478547" cy="205145"/>
            </a:xfrm>
            <a:prstGeom prst="rect">
              <a:avLst/>
            </a:prstGeom>
            <a:solidFill>
              <a:srgbClr val="36B8F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432FB3D8-EB3B-D617-4B44-4241D8603124}"/>
                </a:ext>
              </a:extLst>
            </p:cNvPr>
            <p:cNvSpPr/>
            <p:nvPr/>
          </p:nvSpPr>
          <p:spPr>
            <a:xfrm>
              <a:off x="1239992" y="5253245"/>
              <a:ext cx="478547" cy="205145"/>
            </a:xfrm>
            <a:prstGeom prst="rect">
              <a:avLst/>
            </a:prstGeom>
            <a:solidFill>
              <a:srgbClr val="B2D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04086784-EA54-3BB6-41E9-28C701C8544A}"/>
                </a:ext>
              </a:extLst>
            </p:cNvPr>
            <p:cNvSpPr/>
            <p:nvPr/>
          </p:nvSpPr>
          <p:spPr>
            <a:xfrm>
              <a:off x="1239992" y="5520378"/>
              <a:ext cx="478547" cy="205145"/>
            </a:xfrm>
            <a:prstGeom prst="rect">
              <a:avLst/>
            </a:prstGeom>
            <a:solidFill>
              <a:srgbClr val="E2AC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F86795A-838F-9B2A-2F53-2998690BDAE0}"/>
                </a:ext>
              </a:extLst>
            </p:cNvPr>
            <p:cNvSpPr txBox="1"/>
            <p:nvPr/>
          </p:nvSpPr>
          <p:spPr>
            <a:xfrm>
              <a:off x="806527" y="3861753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60E6B83-092F-01CD-AB03-A955190BEC88}"/>
                </a:ext>
              </a:extLst>
            </p:cNvPr>
            <p:cNvSpPr txBox="1"/>
            <p:nvPr/>
          </p:nvSpPr>
          <p:spPr>
            <a:xfrm>
              <a:off x="807123" y="4132042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6276BD4-E4B1-21A6-45DC-217770830DC6}"/>
                </a:ext>
              </a:extLst>
            </p:cNvPr>
            <p:cNvSpPr txBox="1"/>
            <p:nvPr/>
          </p:nvSpPr>
          <p:spPr>
            <a:xfrm>
              <a:off x="807719" y="4402331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A0AB6C6-346B-3DF2-29E5-0135CBC76A15}"/>
                </a:ext>
              </a:extLst>
            </p:cNvPr>
            <p:cNvSpPr txBox="1"/>
            <p:nvPr/>
          </p:nvSpPr>
          <p:spPr>
            <a:xfrm>
              <a:off x="808315" y="4672620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EDEA87E-CDCF-3A48-22DD-0CA9FD05B516}"/>
                </a:ext>
              </a:extLst>
            </p:cNvPr>
            <p:cNvSpPr txBox="1"/>
            <p:nvPr/>
          </p:nvSpPr>
          <p:spPr>
            <a:xfrm>
              <a:off x="808911" y="4942909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5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6A1732F-1DE9-3FAF-9111-3C0C5C62389B}"/>
                </a:ext>
              </a:extLst>
            </p:cNvPr>
            <p:cNvSpPr txBox="1"/>
            <p:nvPr/>
          </p:nvSpPr>
          <p:spPr>
            <a:xfrm>
              <a:off x="809507" y="5213198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4C0384F-F958-4CAB-B5F6-9EDB47FD61CB}"/>
                </a:ext>
              </a:extLst>
            </p:cNvPr>
            <p:cNvSpPr txBox="1"/>
            <p:nvPr/>
          </p:nvSpPr>
          <p:spPr>
            <a:xfrm>
              <a:off x="810103" y="5483487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7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216C5912-D2A0-AF1E-1BD0-16D25CC15F92}"/>
              </a:ext>
            </a:extLst>
          </p:cNvPr>
          <p:cNvGrpSpPr/>
          <p:nvPr/>
        </p:nvGrpSpPr>
        <p:grpSpPr>
          <a:xfrm>
            <a:off x="9189720" y="4814668"/>
            <a:ext cx="2395790" cy="1087566"/>
            <a:chOff x="9189720" y="4814668"/>
            <a:chExt cx="2395790" cy="1087566"/>
          </a:xfrm>
        </p:grpSpPr>
        <p:pic>
          <p:nvPicPr>
            <p:cNvPr id="67" name="Picture 66">
              <a:extLst>
                <a:ext uri="{FF2B5EF4-FFF2-40B4-BE49-F238E27FC236}">
                  <a16:creationId xmlns:a16="http://schemas.microsoft.com/office/drawing/2014/main" id="{E1420282-B460-F90E-1C39-6A689B279C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969160" y="4876252"/>
              <a:ext cx="1616350" cy="1025982"/>
            </a:xfrm>
            <a:prstGeom prst="rect">
              <a:avLst/>
            </a:prstGeom>
          </p:spPr>
        </p:pic>
        <p:cxnSp>
          <p:nvCxnSpPr>
            <p:cNvPr id="68" name="Straight Arrow Connector 67">
              <a:extLst>
                <a:ext uri="{FF2B5EF4-FFF2-40B4-BE49-F238E27FC236}">
                  <a16:creationId xmlns:a16="http://schemas.microsoft.com/office/drawing/2014/main" id="{4B42D2B2-359B-18E9-3C2F-2784F1393D9D}"/>
                </a:ext>
              </a:extLst>
            </p:cNvPr>
            <p:cNvCxnSpPr/>
            <p:nvPr/>
          </p:nvCxnSpPr>
          <p:spPr>
            <a:xfrm flipH="1" flipV="1">
              <a:off x="9189720" y="4814668"/>
              <a:ext cx="1311664" cy="471267"/>
            </a:xfrm>
            <a:prstGeom prst="straightConnector1">
              <a:avLst/>
            </a:prstGeom>
            <a:ln w="19050">
              <a:solidFill>
                <a:srgbClr val="CC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51223AB8-43AF-ECF3-2700-04BB9A8575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301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8911579" cy="4648200"/>
            <a:chOff x="689621" y="1603077"/>
            <a:chExt cx="8911579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3870021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Subscriber Service 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stores info about mobile devices for which the HSS’s network is their “home network”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works with MME in device authentication </a:t>
              </a: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4473146" y="1890584"/>
              <a:ext cx="5128054" cy="6549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0440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9942163" cy="4648200"/>
            <a:chOff x="689621" y="1603077"/>
            <a:chExt cx="9942163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66584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Serving Gateway (S-GW), PDN Gateway (P-GW)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lie on data path from mobile to/from Internet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P-GW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gateway to mobile cellular network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Looks like nay other internet gateway router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provides NAT services </a:t>
              </a: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other routers: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</a:rPr>
                <a:t>extensive use of tunneling</a:t>
              </a:r>
              <a:endParaRPr lang="en-US" sz="2800" dirty="0">
                <a:solidFill>
                  <a:prstClr val="black"/>
                </a:solidFill>
              </a:endParaRP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  <a:endCxn id="67" idx="9"/>
            </p:cNvCxnSpPr>
            <p:nvPr/>
          </p:nvCxnSpPr>
          <p:spPr>
            <a:xfrm>
              <a:off x="3954162" y="2310713"/>
              <a:ext cx="6677622" cy="11486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869B3CE9-A4E9-EB44-8130-5EC9D7FA8001}"/>
                </a:ext>
              </a:extLst>
            </p:cNvPr>
            <p:cNvCxnSpPr>
              <a:cxnSpLocks/>
              <a:endCxn id="62" idx="13"/>
            </p:cNvCxnSpPr>
            <p:nvPr/>
          </p:nvCxnSpPr>
          <p:spPr>
            <a:xfrm>
              <a:off x="3958771" y="2311400"/>
              <a:ext cx="4902859" cy="173921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02145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814BABA4-57FD-9541-8A50-F49DDBBC2367}"/>
              </a:ext>
            </a:extLst>
          </p:cNvPr>
          <p:cNvGrpSpPr/>
          <p:nvPr/>
        </p:nvGrpSpPr>
        <p:grpSpPr>
          <a:xfrm>
            <a:off x="9181074" y="2063579"/>
            <a:ext cx="1008323" cy="1351004"/>
            <a:chOff x="9181074" y="2063579"/>
            <a:chExt cx="1008323" cy="1351004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04151" y="1714290"/>
            <a:ext cx="6908757" cy="4785366"/>
            <a:chOff x="678293" y="1603077"/>
            <a:chExt cx="6908757" cy="4785366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54228" cy="2487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Mobility Management Entity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device authentication (device-to-network, network-to-device) coordinated with mobile home network HSS </a:t>
              </a: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1692876" y="2298357"/>
              <a:ext cx="5894174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Rectangle 4">
              <a:extLst>
                <a:ext uri="{FF2B5EF4-FFF2-40B4-BE49-F238E27FC236}">
                  <a16:creationId xmlns:a16="http://schemas.microsoft.com/office/drawing/2014/main" id="{BE8A6396-DFA6-5641-B1D0-36D74803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293" y="4053834"/>
              <a:ext cx="4931675" cy="23346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device management: 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device handover between cells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tracking/paging device location</a:t>
              </a:r>
            </a:p>
            <a:p>
              <a:pPr marL="295275" indent="-2349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path (tunneling) setup from mobile device to P-GW</a:t>
              </a: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849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LTE: data plane control plane separation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A12E2C-FB2A-D94F-B012-F62A1BBA4380}"/>
              </a:ext>
            </a:extLst>
          </p:cNvPr>
          <p:cNvGrpSpPr/>
          <p:nvPr/>
        </p:nvGrpSpPr>
        <p:grpSpPr>
          <a:xfrm>
            <a:off x="885336" y="1421024"/>
            <a:ext cx="6173370" cy="1823890"/>
            <a:chOff x="2454644" y="1594021"/>
            <a:chExt cx="6173370" cy="1823890"/>
          </a:xfrm>
        </p:grpSpPr>
        <p:grpSp>
          <p:nvGrpSpPr>
            <p:cNvPr id="234" name="Group 652">
              <a:extLst>
                <a:ext uri="{FF2B5EF4-FFF2-40B4-BE49-F238E27FC236}">
                  <a16:creationId xmlns:a16="http://schemas.microsoft.com/office/drawing/2014/main" id="{B99BFC49-9641-384A-81F3-F0BAE889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4644" y="2342419"/>
              <a:ext cx="733407" cy="660273"/>
              <a:chOff x="2751" y="1851"/>
              <a:chExt cx="462" cy="478"/>
            </a:xfrm>
          </p:grpSpPr>
          <p:pic>
            <p:nvPicPr>
              <p:cNvPr id="235" name="Picture 653" descr="iphone_stylized_small">
                <a:extLst>
                  <a:ext uri="{FF2B5EF4-FFF2-40B4-BE49-F238E27FC236}">
                    <a16:creationId xmlns:a16="http://schemas.microsoft.com/office/drawing/2014/main" id="{7F92004C-CA90-E441-9D28-0A87A086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654" descr="antenna_radiation_stylized">
                <a:extLst>
                  <a:ext uri="{FF2B5EF4-FFF2-40B4-BE49-F238E27FC236}">
                    <a16:creationId xmlns:a16="http://schemas.microsoft.com/office/drawing/2014/main" id="{FCE2E1DC-AAE8-CB49-93A7-22F433DEF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31C4C8B2-ABA5-8C46-AB8C-9BF875492CDC}"/>
                </a:ext>
              </a:extLst>
            </p:cNvPr>
            <p:cNvGrpSpPr/>
            <p:nvPr/>
          </p:nvGrpSpPr>
          <p:grpSpPr>
            <a:xfrm>
              <a:off x="3449031" y="1773131"/>
              <a:ext cx="790834" cy="1208131"/>
              <a:chOff x="5970432" y="1600694"/>
              <a:chExt cx="888604" cy="1226172"/>
            </a:xfrm>
          </p:grpSpPr>
          <p:grpSp>
            <p:nvGrpSpPr>
              <p:cNvPr id="240" name="Group 239">
                <a:extLst>
                  <a:ext uri="{FF2B5EF4-FFF2-40B4-BE49-F238E27FC236}">
                    <a16:creationId xmlns:a16="http://schemas.microsoft.com/office/drawing/2014/main" id="{32D36E4E-82E9-864A-9B50-4996C885F969}"/>
                  </a:ext>
                </a:extLst>
              </p:cNvPr>
              <p:cNvGrpSpPr/>
              <p:nvPr/>
            </p:nvGrpSpPr>
            <p:grpSpPr>
              <a:xfrm>
                <a:off x="5970432" y="160069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241" name="Group 817">
                  <a:extLst>
                    <a:ext uri="{FF2B5EF4-FFF2-40B4-BE49-F238E27FC236}">
                      <a16:creationId xmlns:a16="http://schemas.microsoft.com/office/drawing/2014/main" id="{EEE71BA9-8B71-184E-BBD0-2DBDEF018A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20795"/>
                  <a:chOff x="2920" y="1424"/>
                  <a:chExt cx="326" cy="310"/>
                </a:xfrm>
              </p:grpSpPr>
              <p:sp>
                <p:nvSpPr>
                  <p:cNvPr id="258" name="Oval 818">
                    <a:extLst>
                      <a:ext uri="{FF2B5EF4-FFF2-40B4-BE49-F238E27FC236}">
                        <a16:creationId xmlns:a16="http://schemas.microsoft.com/office/drawing/2014/main" id="{926FCB7B-99F2-8E4B-AF8D-FFB73F63C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259" name="Group 819">
                    <a:extLst>
                      <a:ext uri="{FF2B5EF4-FFF2-40B4-BE49-F238E27FC236}">
                        <a16:creationId xmlns:a16="http://schemas.microsoft.com/office/drawing/2014/main" id="{FD6B8C6A-1F2E-1341-B034-49E6A54953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261" name="Oval 820">
                      <a:extLst>
                        <a:ext uri="{FF2B5EF4-FFF2-40B4-BE49-F238E27FC236}">
                          <a16:creationId xmlns:a16="http://schemas.microsoft.com/office/drawing/2014/main" id="{30246DC9-1390-374A-BA8A-E7146CEEFC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2" name="Oval 821">
                      <a:extLst>
                        <a:ext uri="{FF2B5EF4-FFF2-40B4-BE49-F238E27FC236}">
                          <a16:creationId xmlns:a16="http://schemas.microsoft.com/office/drawing/2014/main" id="{82DA0CB5-5AD3-AB49-A4BC-E35C331706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3" name="Oval 822">
                      <a:extLst>
                        <a:ext uri="{FF2B5EF4-FFF2-40B4-BE49-F238E27FC236}">
                          <a16:creationId xmlns:a16="http://schemas.microsoft.com/office/drawing/2014/main" id="{8DBCA994-2195-5242-9618-D80B1CF41E9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4" name="Oval 823">
                      <a:extLst>
                        <a:ext uri="{FF2B5EF4-FFF2-40B4-BE49-F238E27FC236}">
                          <a16:creationId xmlns:a16="http://schemas.microsoft.com/office/drawing/2014/main" id="{1DEB8BF3-1E3C-A842-9B1A-6CFCF04823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5" name="Freeform 824">
                      <a:extLst>
                        <a:ext uri="{FF2B5EF4-FFF2-40B4-BE49-F238E27FC236}">
                          <a16:creationId xmlns:a16="http://schemas.microsoft.com/office/drawing/2014/main" id="{0D934CE6-3D13-3447-BFE1-52BAE0449E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</p:grpSp>
            <p:grpSp>
              <p:nvGrpSpPr>
                <p:cNvPr id="242" name="Group 398">
                  <a:extLst>
                    <a:ext uri="{FF2B5EF4-FFF2-40B4-BE49-F238E27FC236}">
                      <a16:creationId xmlns:a16="http://schemas.microsoft.com/office/drawing/2014/main" id="{69D5C73A-7CA2-4F4D-B5D9-E0B0DE843B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243" name="Line 270">
                    <a:extLst>
                      <a:ext uri="{FF2B5EF4-FFF2-40B4-BE49-F238E27FC236}">
                        <a16:creationId xmlns:a16="http://schemas.microsoft.com/office/drawing/2014/main" id="{23009026-EC81-D24D-8DE9-8AB83EBBA2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4" name="Line 271">
                    <a:extLst>
                      <a:ext uri="{FF2B5EF4-FFF2-40B4-BE49-F238E27FC236}">
                        <a16:creationId xmlns:a16="http://schemas.microsoft.com/office/drawing/2014/main" id="{C06C450B-9BD9-0548-906C-8A9AAF23AB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5" name="Line 272">
                    <a:extLst>
                      <a:ext uri="{FF2B5EF4-FFF2-40B4-BE49-F238E27FC236}">
                        <a16:creationId xmlns:a16="http://schemas.microsoft.com/office/drawing/2014/main" id="{491692C4-E5B1-1246-8C28-7E9AC07B82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6" name="Line 273">
                    <a:extLst>
                      <a:ext uri="{FF2B5EF4-FFF2-40B4-BE49-F238E27FC236}">
                        <a16:creationId xmlns:a16="http://schemas.microsoft.com/office/drawing/2014/main" id="{76C26014-3FCA-E243-8A65-CC330339DD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7" name="Line 274">
                    <a:extLst>
                      <a:ext uri="{FF2B5EF4-FFF2-40B4-BE49-F238E27FC236}">
                        <a16:creationId xmlns:a16="http://schemas.microsoft.com/office/drawing/2014/main" id="{433D88E3-D1F5-FE42-80FC-6D4298050A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8" name="Line 275">
                    <a:extLst>
                      <a:ext uri="{FF2B5EF4-FFF2-40B4-BE49-F238E27FC236}">
                        <a16:creationId xmlns:a16="http://schemas.microsoft.com/office/drawing/2014/main" id="{B5AFEEE6-EF80-6942-B97F-B0ED2FFB58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9" name="Line 276">
                    <a:extLst>
                      <a:ext uri="{FF2B5EF4-FFF2-40B4-BE49-F238E27FC236}">
                        <a16:creationId xmlns:a16="http://schemas.microsoft.com/office/drawing/2014/main" id="{97372431-FCB1-2044-977B-14FDCBD48F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0" name="Line 277">
                    <a:extLst>
                      <a:ext uri="{FF2B5EF4-FFF2-40B4-BE49-F238E27FC236}">
                        <a16:creationId xmlns:a16="http://schemas.microsoft.com/office/drawing/2014/main" id="{DBFEB6EF-6E0D-AF49-8789-D6255526F9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1" name="Line 278">
                    <a:extLst>
                      <a:ext uri="{FF2B5EF4-FFF2-40B4-BE49-F238E27FC236}">
                        <a16:creationId xmlns:a16="http://schemas.microsoft.com/office/drawing/2014/main" id="{A458B4CF-A2B5-B242-B489-53C22DA43B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2" name="Line 279">
                    <a:extLst>
                      <a:ext uri="{FF2B5EF4-FFF2-40B4-BE49-F238E27FC236}">
                        <a16:creationId xmlns:a16="http://schemas.microsoft.com/office/drawing/2014/main" id="{DF168412-1130-8948-AE3D-0633AA8D5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3" name="Line 280">
                    <a:extLst>
                      <a:ext uri="{FF2B5EF4-FFF2-40B4-BE49-F238E27FC236}">
                        <a16:creationId xmlns:a16="http://schemas.microsoft.com/office/drawing/2014/main" id="{70BEE8E7-D4A2-4B40-BB7B-B2698E962E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4" name="Line 281">
                    <a:extLst>
                      <a:ext uri="{FF2B5EF4-FFF2-40B4-BE49-F238E27FC236}">
                        <a16:creationId xmlns:a16="http://schemas.microsoft.com/office/drawing/2014/main" id="{F69A3BE6-9E36-214C-A965-A2B4960D95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5" name="Line 282">
                    <a:extLst>
                      <a:ext uri="{FF2B5EF4-FFF2-40B4-BE49-F238E27FC236}">
                        <a16:creationId xmlns:a16="http://schemas.microsoft.com/office/drawing/2014/main" id="{A4ADB621-2EFE-A040-8980-F1CA75B124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6" name="Line 283">
                    <a:extLst>
                      <a:ext uri="{FF2B5EF4-FFF2-40B4-BE49-F238E27FC236}">
                        <a16:creationId xmlns:a16="http://schemas.microsoft.com/office/drawing/2014/main" id="{9860F8AD-EF12-BA4E-9697-F92983DBA4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7" name="Line 284">
                    <a:extLst>
                      <a:ext uri="{FF2B5EF4-FFF2-40B4-BE49-F238E27FC236}">
                        <a16:creationId xmlns:a16="http://schemas.microsoft.com/office/drawing/2014/main" id="{5EB666D9-F403-9345-A040-449E57FFD4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A9D13309-B79C-8144-B5AF-4F04509E7601}"/>
                  </a:ext>
                </a:extLst>
              </p:cNvPr>
              <p:cNvGrpSpPr/>
              <p:nvPr/>
            </p:nvGrpSpPr>
            <p:grpSpPr>
              <a:xfrm>
                <a:off x="6091888" y="240956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DF182BDE-0954-5648-8333-DDF519E1B490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58FA0610-362E-FB4D-9161-855FB1E665F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89" name="Oval 288">
                    <a:extLst>
                      <a:ext uri="{FF2B5EF4-FFF2-40B4-BE49-F238E27FC236}">
                        <a16:creationId xmlns:a16="http://schemas.microsoft.com/office/drawing/2014/main" id="{7E1AD5C2-E159-6641-86D5-9D0BF62B7DA1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82612928-16C8-7544-BC44-0CCCF56508BE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269" name="Group 268">
                    <a:extLst>
                      <a:ext uri="{FF2B5EF4-FFF2-40B4-BE49-F238E27FC236}">
                        <a16:creationId xmlns:a16="http://schemas.microsoft.com/office/drawing/2014/main" id="{0A383EF7-C254-AD49-B063-60007086E103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6" name="Parallelogram 285">
                      <a:extLst>
                        <a:ext uri="{FF2B5EF4-FFF2-40B4-BE49-F238E27FC236}">
                          <a16:creationId xmlns:a16="http://schemas.microsoft.com/office/drawing/2014/main" id="{1DA1FF26-98DE-6246-BC39-7551BBEC8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7" name="Parallelogram 286">
                      <a:extLst>
                        <a:ext uri="{FF2B5EF4-FFF2-40B4-BE49-F238E27FC236}">
                          <a16:creationId xmlns:a16="http://schemas.microsoft.com/office/drawing/2014/main" id="{B4A04209-CBD3-5749-8FAD-FD8778E3D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270" name="Group 269">
                    <a:extLst>
                      <a:ext uri="{FF2B5EF4-FFF2-40B4-BE49-F238E27FC236}">
                        <a16:creationId xmlns:a16="http://schemas.microsoft.com/office/drawing/2014/main" id="{F0EDCDCC-7D4F-4B48-AE88-E4E0A9CF123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4" name="Parallelogram 283">
                      <a:extLst>
                        <a:ext uri="{FF2B5EF4-FFF2-40B4-BE49-F238E27FC236}">
                          <a16:creationId xmlns:a16="http://schemas.microsoft.com/office/drawing/2014/main" id="{DD50D33C-BB38-334A-A3CA-3340F4C78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5" name="Parallelogram 284">
                      <a:extLst>
                        <a:ext uri="{FF2B5EF4-FFF2-40B4-BE49-F238E27FC236}">
                          <a16:creationId xmlns:a16="http://schemas.microsoft.com/office/drawing/2014/main" id="{943C407D-319E-8B47-B564-C5F27B5D4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1" name="Parallelogram 270">
                    <a:extLst>
                      <a:ext uri="{FF2B5EF4-FFF2-40B4-BE49-F238E27FC236}">
                        <a16:creationId xmlns:a16="http://schemas.microsoft.com/office/drawing/2014/main" id="{5E925B9A-0902-6144-89D3-35D70634767E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2" name="Parallelogram 271">
                    <a:extLst>
                      <a:ext uri="{FF2B5EF4-FFF2-40B4-BE49-F238E27FC236}">
                        <a16:creationId xmlns:a16="http://schemas.microsoft.com/office/drawing/2014/main" id="{C6AEC57F-375E-5448-8C91-D81760DD5E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3" name="Parallelogram 272">
                    <a:extLst>
                      <a:ext uri="{FF2B5EF4-FFF2-40B4-BE49-F238E27FC236}">
                        <a16:creationId xmlns:a16="http://schemas.microsoft.com/office/drawing/2014/main" id="{96D28D6E-1686-5848-B833-824EF6653EB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4" name="Parallelogram 273">
                    <a:extLst>
                      <a:ext uri="{FF2B5EF4-FFF2-40B4-BE49-F238E27FC236}">
                        <a16:creationId xmlns:a16="http://schemas.microsoft.com/office/drawing/2014/main" id="{9E847BB9-19A2-4642-849A-339E7F557899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5" name="Parallelogram 274">
                    <a:extLst>
                      <a:ext uri="{FF2B5EF4-FFF2-40B4-BE49-F238E27FC236}">
                        <a16:creationId xmlns:a16="http://schemas.microsoft.com/office/drawing/2014/main" id="{C32DC311-DA78-FD4D-BC8B-89CAE5C21E8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Parallelogram 275">
                    <a:extLst>
                      <a:ext uri="{FF2B5EF4-FFF2-40B4-BE49-F238E27FC236}">
                        <a16:creationId xmlns:a16="http://schemas.microsoft.com/office/drawing/2014/main" id="{9A561A8B-0450-FA49-9675-013F799AB2FE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277" name="Group 276">
                    <a:extLst>
                      <a:ext uri="{FF2B5EF4-FFF2-40B4-BE49-F238E27FC236}">
                        <a16:creationId xmlns:a16="http://schemas.microsoft.com/office/drawing/2014/main" id="{DF129F85-328F-8549-810F-16A84CBC51D7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280" name="Parallelogram 279">
                      <a:extLst>
                        <a:ext uri="{FF2B5EF4-FFF2-40B4-BE49-F238E27FC236}">
                          <a16:creationId xmlns:a16="http://schemas.microsoft.com/office/drawing/2014/main" id="{FFC64F27-2D94-BA4D-BFB2-DC711E66B8F3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1" name="Parallelogram 280">
                      <a:extLst>
                        <a:ext uri="{FF2B5EF4-FFF2-40B4-BE49-F238E27FC236}">
                          <a16:creationId xmlns:a16="http://schemas.microsoft.com/office/drawing/2014/main" id="{EBACF8BA-446E-2144-BC78-5338C4447CB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2" name="Parallelogram 281">
                      <a:extLst>
                        <a:ext uri="{FF2B5EF4-FFF2-40B4-BE49-F238E27FC236}">
                          <a16:creationId xmlns:a16="http://schemas.microsoft.com/office/drawing/2014/main" id="{8B17CA78-3F62-E644-9266-3F7C3FB7D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3" name="Parallelogram 282">
                      <a:extLst>
                        <a:ext uri="{FF2B5EF4-FFF2-40B4-BE49-F238E27FC236}">
                          <a16:creationId xmlns:a16="http://schemas.microsoft.com/office/drawing/2014/main" id="{FA99D0C6-09B4-D64C-880E-872B73BBD2F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8" name="Parallelogram 277">
                    <a:extLst>
                      <a:ext uri="{FF2B5EF4-FFF2-40B4-BE49-F238E27FC236}">
                        <a16:creationId xmlns:a16="http://schemas.microsoft.com/office/drawing/2014/main" id="{708506E0-B477-924F-9117-70C55E2BB306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3BA2D3A0-7D85-3343-9AB0-B5DFEEAB21A3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  <p:pic>
          <p:nvPicPr>
            <p:cNvPr id="340" name="Picture 339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C700EA2B-7A7E-4B40-ABDA-31DD92E8E0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239269" y="2306483"/>
              <a:ext cx="518980" cy="968057"/>
            </a:xfrm>
            <a:prstGeom prst="rect">
              <a:avLst/>
            </a:prstGeom>
          </p:spPr>
        </p:pic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58F58547-C187-D54F-B56C-5FD8A9AD9EB6}"/>
                </a:ext>
              </a:extLst>
            </p:cNvPr>
            <p:cNvGrpSpPr/>
            <p:nvPr/>
          </p:nvGrpSpPr>
          <p:grpSpPr>
            <a:xfrm>
              <a:off x="6672649" y="1594021"/>
              <a:ext cx="847689" cy="1079156"/>
              <a:chOff x="9181074" y="2063579"/>
              <a:chExt cx="1008323" cy="1351004"/>
            </a:xfrm>
          </p:grpSpPr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FE604934-A4D4-0D4E-835D-16C193224212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45" name="Rectangle 344">
                  <a:extLst>
                    <a:ext uri="{FF2B5EF4-FFF2-40B4-BE49-F238E27FC236}">
                      <a16:creationId xmlns:a16="http://schemas.microsoft.com/office/drawing/2014/main" id="{E36EF58A-80C3-574B-A972-CD53E2A91272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B63EA951-18C5-1F41-8C40-8CDAE44BC94D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CCB38905-D363-1149-B0B6-C3564F944656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8" name="Rectangle 347">
                  <a:extLst>
                    <a:ext uri="{FF2B5EF4-FFF2-40B4-BE49-F238E27FC236}">
                      <a16:creationId xmlns:a16="http://schemas.microsoft.com/office/drawing/2014/main" id="{7E8C0CC4-5C7B-5545-89EC-F332A28273A1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343" name="Can 342">
                <a:extLst>
                  <a:ext uri="{FF2B5EF4-FFF2-40B4-BE49-F238E27FC236}">
                    <a16:creationId xmlns:a16="http://schemas.microsoft.com/office/drawing/2014/main" id="{7500AEC0-059C-D34C-AFE2-3C88CA3D2BDD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344" name="Picture 343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215C5EB-709B-0846-BAA0-1EF9845F03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A64E038-DBA8-4F44-882B-280709497D90}"/>
                </a:ext>
              </a:extLst>
            </p:cNvPr>
            <p:cNvGrpSpPr/>
            <p:nvPr/>
          </p:nvGrpSpPr>
          <p:grpSpPr>
            <a:xfrm>
              <a:off x="7933038" y="2656701"/>
              <a:ext cx="694976" cy="460529"/>
              <a:chOff x="7493876" y="2774731"/>
              <a:chExt cx="1481958" cy="894622"/>
            </a:xfrm>
          </p:grpSpPr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4FB7DB4B-04AA-D740-A5A7-A8718EE29F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D7FCFCBF-65E2-CF48-8D85-37B6EA9C0A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62901429-4BDA-8A43-BF92-B67FEEB1868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15B17CBF-8584-7046-936B-A93EFB76D9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37A5CA1F-7E1B-FC41-B6F2-C2BCE49E7E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25112FFB-DFA6-FB41-AFEC-E249E780947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4B744B63-EEC9-9345-A824-AA58D96296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D18BB331-CCD3-514D-9733-17F871519D82}"/>
                </a:ext>
              </a:extLst>
            </p:cNvPr>
            <p:cNvGrpSpPr/>
            <p:nvPr/>
          </p:nvGrpSpPr>
          <p:grpSpPr>
            <a:xfrm>
              <a:off x="6182498" y="2957382"/>
              <a:ext cx="694976" cy="460529"/>
              <a:chOff x="7493876" y="2774731"/>
              <a:chExt cx="1481958" cy="894622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D58A78B4-56AB-4A45-87FB-42D98DA430E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53684EB3-1DC1-8B4F-836A-C81E8A35E0C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5E765882-EE9B-5B4D-9D10-5A2466E1EB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CC5B3B84-C8C1-954E-A09D-E4D48374CC7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89F81B5B-FB5E-8049-A2C3-1BFF2B0861E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547A9FB8-BE1A-D34C-8816-D276A46A692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4FBA7C3B-E311-ED46-8FAD-40AD23975B5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424" name="TextBox 423">
            <a:extLst>
              <a:ext uri="{FF2B5EF4-FFF2-40B4-BE49-F238E27FC236}">
                <a16:creationId xmlns:a16="http://schemas.microsoft.com/office/drawing/2014/main" id="{AAA8F82F-654F-9942-AD50-2930B192FCDE}"/>
              </a:ext>
            </a:extLst>
          </p:cNvPr>
          <p:cNvSpPr txBox="1"/>
          <p:nvPr/>
        </p:nvSpPr>
        <p:spPr>
          <a:xfrm>
            <a:off x="7543800" y="1840657"/>
            <a:ext cx="4226082" cy="14619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>
                <a:solidFill>
                  <a:srgbClr val="C00000"/>
                </a:solidFill>
                <a:latin typeface="Calibri"/>
              </a:rPr>
              <a:t>control plane</a:t>
            </a:r>
          </a:p>
          <a:p>
            <a:pPr marL="342900" indent="-282575">
              <a:lnSpc>
                <a:spcPct val="90000"/>
              </a:lnSpc>
              <a:spcBef>
                <a:spcPts val="600"/>
              </a:spcBef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>
                <a:latin typeface="Calibri"/>
              </a:rPr>
              <a:t>new protocols for mobility management , security, authentication (later)</a:t>
            </a: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31212A2B-23C0-3944-98F0-030BFBD6C984}"/>
              </a:ext>
            </a:extLst>
          </p:cNvPr>
          <p:cNvSpPr txBox="1"/>
          <p:nvPr/>
        </p:nvSpPr>
        <p:spPr>
          <a:xfrm>
            <a:off x="3682982" y="3057124"/>
            <a:ext cx="7341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MME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25024057-147E-964F-A9CA-EC03802C4D83}"/>
              </a:ext>
            </a:extLst>
          </p:cNvPr>
          <p:cNvSpPr txBox="1"/>
          <p:nvPr/>
        </p:nvSpPr>
        <p:spPr>
          <a:xfrm>
            <a:off x="5830536" y="1789672"/>
            <a:ext cx="5996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HSS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E1EEDFB5-38A5-7C45-8543-184158D481FE}"/>
              </a:ext>
            </a:extLst>
          </p:cNvPr>
          <p:cNvSpPr txBox="1"/>
          <p:nvPr/>
        </p:nvSpPr>
        <p:spPr>
          <a:xfrm>
            <a:off x="1762504" y="2796042"/>
            <a:ext cx="1294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430" name="Straight Arrow Connector 429">
            <a:extLst>
              <a:ext uri="{FF2B5EF4-FFF2-40B4-BE49-F238E27FC236}">
                <a16:creationId xmlns:a16="http://schemas.microsoft.com/office/drawing/2014/main" id="{66EB9510-50A9-6C4A-87A2-FB408C44422A}"/>
              </a:ext>
            </a:extLst>
          </p:cNvPr>
          <p:cNvCxnSpPr>
            <a:cxnSpLocks/>
          </p:cNvCxnSpPr>
          <p:nvPr/>
        </p:nvCxnSpPr>
        <p:spPr>
          <a:xfrm>
            <a:off x="2696586" y="2647068"/>
            <a:ext cx="880334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Arrow Connector 430">
            <a:extLst>
              <a:ext uri="{FF2B5EF4-FFF2-40B4-BE49-F238E27FC236}">
                <a16:creationId xmlns:a16="http://schemas.microsoft.com/office/drawing/2014/main" id="{219CC063-2975-3846-8E8C-2FDC3A89D86F}"/>
              </a:ext>
            </a:extLst>
          </p:cNvPr>
          <p:cNvCxnSpPr>
            <a:cxnSpLocks/>
          </p:cNvCxnSpPr>
          <p:nvPr/>
        </p:nvCxnSpPr>
        <p:spPr>
          <a:xfrm flipV="1">
            <a:off x="4165764" y="2167613"/>
            <a:ext cx="1238886" cy="367277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Arrow Connector 431">
            <a:extLst>
              <a:ext uri="{FF2B5EF4-FFF2-40B4-BE49-F238E27FC236}">
                <a16:creationId xmlns:a16="http://schemas.microsoft.com/office/drawing/2014/main" id="{60FC927A-2748-E345-89A9-FEE0D2E2C8C2}"/>
              </a:ext>
            </a:extLst>
          </p:cNvPr>
          <p:cNvCxnSpPr>
            <a:cxnSpLocks/>
          </p:cNvCxnSpPr>
          <p:nvPr/>
        </p:nvCxnSpPr>
        <p:spPr>
          <a:xfrm>
            <a:off x="4165763" y="2721340"/>
            <a:ext cx="2078521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Arrow Connector 432">
            <a:extLst>
              <a:ext uri="{FF2B5EF4-FFF2-40B4-BE49-F238E27FC236}">
                <a16:creationId xmlns:a16="http://schemas.microsoft.com/office/drawing/2014/main" id="{74497FB2-E245-A640-B392-F3F227CC5F23}"/>
              </a:ext>
            </a:extLst>
          </p:cNvPr>
          <p:cNvCxnSpPr>
            <a:cxnSpLocks/>
          </p:cNvCxnSpPr>
          <p:nvPr/>
        </p:nvCxnSpPr>
        <p:spPr>
          <a:xfrm>
            <a:off x="4165764" y="2883956"/>
            <a:ext cx="400245" cy="166982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68267CB8-7442-D047-8C33-1165AC1CDB79}"/>
              </a:ext>
            </a:extLst>
          </p:cNvPr>
          <p:cNvSpPr txBox="1"/>
          <p:nvPr/>
        </p:nvSpPr>
        <p:spPr>
          <a:xfrm>
            <a:off x="6398310" y="2947087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cxnSp>
        <p:nvCxnSpPr>
          <p:cNvPr id="445" name="Straight Arrow Connector 444">
            <a:extLst>
              <a:ext uri="{FF2B5EF4-FFF2-40B4-BE49-F238E27FC236}">
                <a16:creationId xmlns:a16="http://schemas.microsoft.com/office/drawing/2014/main" id="{818DAA1A-D5C9-AB4A-A207-AE50A61A4AAD}"/>
              </a:ext>
            </a:extLst>
          </p:cNvPr>
          <p:cNvCxnSpPr>
            <a:cxnSpLocks/>
          </p:cNvCxnSpPr>
          <p:nvPr/>
        </p:nvCxnSpPr>
        <p:spPr>
          <a:xfrm>
            <a:off x="1432006" y="2643142"/>
            <a:ext cx="530281" cy="5419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CE9DA9BC-5996-3848-902A-F1093218E243}"/>
              </a:ext>
            </a:extLst>
          </p:cNvPr>
          <p:cNvGrpSpPr/>
          <p:nvPr/>
        </p:nvGrpSpPr>
        <p:grpSpPr>
          <a:xfrm>
            <a:off x="914169" y="3271659"/>
            <a:ext cx="10855713" cy="2092904"/>
            <a:chOff x="914169" y="3271659"/>
            <a:chExt cx="10855713" cy="2092904"/>
          </a:xfrm>
        </p:grpSpPr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757CF7FE-0685-8F41-9D7B-D5B885C0136B}"/>
                </a:ext>
              </a:extLst>
            </p:cNvPr>
            <p:cNvSpPr txBox="1"/>
            <p:nvPr/>
          </p:nvSpPr>
          <p:spPr>
            <a:xfrm>
              <a:off x="4671279" y="3271659"/>
              <a:ext cx="7536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S-GW</a:t>
              </a: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5834B25C-78BB-0D43-A2B0-7950BD0F242D}"/>
                </a:ext>
              </a:extLst>
            </p:cNvPr>
            <p:cNvGrpSpPr/>
            <p:nvPr/>
          </p:nvGrpSpPr>
          <p:grpSpPr>
            <a:xfrm>
              <a:off x="2793288" y="4511982"/>
              <a:ext cx="4433068" cy="574881"/>
              <a:chOff x="5366964" y="5459934"/>
              <a:chExt cx="4476119" cy="574881"/>
            </a:xfrm>
          </p:grpSpPr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14BE4348-A8EF-074B-A9F5-5DCA38BC7661}"/>
                  </a:ext>
                </a:extLst>
              </p:cNvPr>
              <p:cNvSpPr/>
              <p:nvPr/>
            </p:nvSpPr>
            <p:spPr>
              <a:xfrm>
                <a:off x="5366964" y="5459934"/>
                <a:ext cx="4476119" cy="574881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235452 w 1404583"/>
                  <a:gd name="connsiteY7" fmla="*/ 78019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256 w 1404370"/>
                  <a:gd name="connsiteY0" fmla="*/ 8251 h 747963"/>
                  <a:gd name="connsiteX1" fmla="*/ 127207 w 1404370"/>
                  <a:gd name="connsiteY1" fmla="*/ 62648 h 747963"/>
                  <a:gd name="connsiteX2" fmla="*/ 4744 w 1404370"/>
                  <a:gd name="connsiteY2" fmla="*/ 465184 h 747963"/>
                  <a:gd name="connsiteX3" fmla="*/ 69632 w 1404370"/>
                  <a:gd name="connsiteY3" fmla="*/ 632722 h 747963"/>
                  <a:gd name="connsiteX4" fmla="*/ 363375 w 1404370"/>
                  <a:gd name="connsiteY4" fmla="*/ 745499 h 747963"/>
                  <a:gd name="connsiteX5" fmla="*/ 1278445 w 1404370"/>
                  <a:gd name="connsiteY5" fmla="*/ 695962 h 747963"/>
                  <a:gd name="connsiteX6" fmla="*/ 1377634 w 1404370"/>
                  <a:gd name="connsiteY6" fmla="*/ 300828 h 747963"/>
                  <a:gd name="connsiteX7" fmla="*/ 1235239 w 1404370"/>
                  <a:gd name="connsiteY7" fmla="*/ 64951 h 747963"/>
                  <a:gd name="connsiteX8" fmla="*/ 838951 w 1404370"/>
                  <a:gd name="connsiteY8" fmla="*/ 0 h 747963"/>
                  <a:gd name="connsiteX9" fmla="*/ 231256 w 1404370"/>
                  <a:gd name="connsiteY9" fmla="*/ 8251 h 747963"/>
                  <a:gd name="connsiteX0" fmla="*/ 215386 w 1388500"/>
                  <a:gd name="connsiteY0" fmla="*/ 8251 h 747963"/>
                  <a:gd name="connsiteX1" fmla="*/ 111337 w 1388500"/>
                  <a:gd name="connsiteY1" fmla="*/ 62648 h 747963"/>
                  <a:gd name="connsiteX2" fmla="*/ 11592 w 1388500"/>
                  <a:gd name="connsiteY2" fmla="*/ 300323 h 747963"/>
                  <a:gd name="connsiteX3" fmla="*/ 53762 w 1388500"/>
                  <a:gd name="connsiteY3" fmla="*/ 632722 h 747963"/>
                  <a:gd name="connsiteX4" fmla="*/ 347505 w 1388500"/>
                  <a:gd name="connsiteY4" fmla="*/ 745499 h 747963"/>
                  <a:gd name="connsiteX5" fmla="*/ 1262575 w 1388500"/>
                  <a:gd name="connsiteY5" fmla="*/ 695962 h 747963"/>
                  <a:gd name="connsiteX6" fmla="*/ 1361764 w 1388500"/>
                  <a:gd name="connsiteY6" fmla="*/ 300828 h 747963"/>
                  <a:gd name="connsiteX7" fmla="*/ 1219369 w 1388500"/>
                  <a:gd name="connsiteY7" fmla="*/ 64951 h 747963"/>
                  <a:gd name="connsiteX8" fmla="*/ 823081 w 1388500"/>
                  <a:gd name="connsiteY8" fmla="*/ 0 h 747963"/>
                  <a:gd name="connsiteX9" fmla="*/ 215386 w 1388500"/>
                  <a:gd name="connsiteY9" fmla="*/ 8251 h 747963"/>
                  <a:gd name="connsiteX0" fmla="*/ 216608 w 1389722"/>
                  <a:gd name="connsiteY0" fmla="*/ 8251 h 747963"/>
                  <a:gd name="connsiteX1" fmla="*/ 112559 w 1389722"/>
                  <a:gd name="connsiteY1" fmla="*/ 62648 h 747963"/>
                  <a:gd name="connsiteX2" fmla="*/ 12814 w 1389722"/>
                  <a:gd name="connsiteY2" fmla="*/ 300323 h 747963"/>
                  <a:gd name="connsiteX3" fmla="*/ 54984 w 1389722"/>
                  <a:gd name="connsiteY3" fmla="*/ 632722 h 747963"/>
                  <a:gd name="connsiteX4" fmla="*/ 348727 w 1389722"/>
                  <a:gd name="connsiteY4" fmla="*/ 745499 h 747963"/>
                  <a:gd name="connsiteX5" fmla="*/ 1263797 w 1389722"/>
                  <a:gd name="connsiteY5" fmla="*/ 695962 h 747963"/>
                  <a:gd name="connsiteX6" fmla="*/ 1362986 w 1389722"/>
                  <a:gd name="connsiteY6" fmla="*/ 300828 h 747963"/>
                  <a:gd name="connsiteX7" fmla="*/ 1220591 w 1389722"/>
                  <a:gd name="connsiteY7" fmla="*/ 64951 h 747963"/>
                  <a:gd name="connsiteX8" fmla="*/ 824303 w 1389722"/>
                  <a:gd name="connsiteY8" fmla="*/ 0 h 747963"/>
                  <a:gd name="connsiteX9" fmla="*/ 216608 w 1389722"/>
                  <a:gd name="connsiteY9" fmla="*/ 8251 h 747963"/>
                  <a:gd name="connsiteX0" fmla="*/ 216608 w 1389722"/>
                  <a:gd name="connsiteY0" fmla="*/ 79781 h 819493"/>
                  <a:gd name="connsiteX1" fmla="*/ 112559 w 1389722"/>
                  <a:gd name="connsiteY1" fmla="*/ 134178 h 819493"/>
                  <a:gd name="connsiteX2" fmla="*/ 12814 w 1389722"/>
                  <a:gd name="connsiteY2" fmla="*/ 371853 h 819493"/>
                  <a:gd name="connsiteX3" fmla="*/ 54984 w 1389722"/>
                  <a:gd name="connsiteY3" fmla="*/ 704252 h 819493"/>
                  <a:gd name="connsiteX4" fmla="*/ 348727 w 1389722"/>
                  <a:gd name="connsiteY4" fmla="*/ 817029 h 819493"/>
                  <a:gd name="connsiteX5" fmla="*/ 1263797 w 1389722"/>
                  <a:gd name="connsiteY5" fmla="*/ 767492 h 819493"/>
                  <a:gd name="connsiteX6" fmla="*/ 1362986 w 1389722"/>
                  <a:gd name="connsiteY6" fmla="*/ 372358 h 819493"/>
                  <a:gd name="connsiteX7" fmla="*/ 1301587 w 1389722"/>
                  <a:gd name="connsiteY7" fmla="*/ 11721 h 819493"/>
                  <a:gd name="connsiteX8" fmla="*/ 824303 w 1389722"/>
                  <a:gd name="connsiteY8" fmla="*/ 71530 h 819493"/>
                  <a:gd name="connsiteX9" fmla="*/ 216608 w 1389722"/>
                  <a:gd name="connsiteY9" fmla="*/ 79781 h 819493"/>
                  <a:gd name="connsiteX0" fmla="*/ 216608 w 1400780"/>
                  <a:gd name="connsiteY0" fmla="*/ 79781 h 820631"/>
                  <a:gd name="connsiteX1" fmla="*/ 112559 w 1400780"/>
                  <a:gd name="connsiteY1" fmla="*/ 134178 h 820631"/>
                  <a:gd name="connsiteX2" fmla="*/ 12814 w 1400780"/>
                  <a:gd name="connsiteY2" fmla="*/ 371853 h 820631"/>
                  <a:gd name="connsiteX3" fmla="*/ 54984 w 1400780"/>
                  <a:gd name="connsiteY3" fmla="*/ 704252 h 820631"/>
                  <a:gd name="connsiteX4" fmla="*/ 348727 w 1400780"/>
                  <a:gd name="connsiteY4" fmla="*/ 817029 h 820631"/>
                  <a:gd name="connsiteX5" fmla="*/ 1263797 w 1400780"/>
                  <a:gd name="connsiteY5" fmla="*/ 767492 h 820631"/>
                  <a:gd name="connsiteX6" fmla="*/ 1378790 w 1400780"/>
                  <a:gd name="connsiteY6" fmla="*/ 350080 h 820631"/>
                  <a:gd name="connsiteX7" fmla="*/ 1301587 w 1400780"/>
                  <a:gd name="connsiteY7" fmla="*/ 11721 h 820631"/>
                  <a:gd name="connsiteX8" fmla="*/ 824303 w 1400780"/>
                  <a:gd name="connsiteY8" fmla="*/ 71530 h 820631"/>
                  <a:gd name="connsiteX9" fmla="*/ 216608 w 1400780"/>
                  <a:gd name="connsiteY9" fmla="*/ 79781 h 820631"/>
                  <a:gd name="connsiteX0" fmla="*/ 216608 w 1388697"/>
                  <a:gd name="connsiteY0" fmla="*/ 79781 h 820631"/>
                  <a:gd name="connsiteX1" fmla="*/ 112559 w 1388697"/>
                  <a:gd name="connsiteY1" fmla="*/ 134178 h 820631"/>
                  <a:gd name="connsiteX2" fmla="*/ 12814 w 1388697"/>
                  <a:gd name="connsiteY2" fmla="*/ 371853 h 820631"/>
                  <a:gd name="connsiteX3" fmla="*/ 54984 w 1388697"/>
                  <a:gd name="connsiteY3" fmla="*/ 704252 h 820631"/>
                  <a:gd name="connsiteX4" fmla="*/ 348727 w 1388697"/>
                  <a:gd name="connsiteY4" fmla="*/ 817029 h 820631"/>
                  <a:gd name="connsiteX5" fmla="*/ 1263797 w 1388697"/>
                  <a:gd name="connsiteY5" fmla="*/ 767492 h 820631"/>
                  <a:gd name="connsiteX6" fmla="*/ 1378790 w 1388697"/>
                  <a:gd name="connsiteY6" fmla="*/ 350080 h 820631"/>
                  <a:gd name="connsiteX7" fmla="*/ 1301587 w 1388697"/>
                  <a:gd name="connsiteY7" fmla="*/ 11721 h 820631"/>
                  <a:gd name="connsiteX8" fmla="*/ 824303 w 1388697"/>
                  <a:gd name="connsiteY8" fmla="*/ 71530 h 820631"/>
                  <a:gd name="connsiteX9" fmla="*/ 216608 w 1388697"/>
                  <a:gd name="connsiteY9" fmla="*/ 79781 h 820631"/>
                  <a:gd name="connsiteX0" fmla="*/ 216608 w 1391225"/>
                  <a:gd name="connsiteY0" fmla="*/ 79781 h 826967"/>
                  <a:gd name="connsiteX1" fmla="*/ 112559 w 1391225"/>
                  <a:gd name="connsiteY1" fmla="*/ 134178 h 826967"/>
                  <a:gd name="connsiteX2" fmla="*/ 12814 w 1391225"/>
                  <a:gd name="connsiteY2" fmla="*/ 371853 h 826967"/>
                  <a:gd name="connsiteX3" fmla="*/ 54984 w 1391225"/>
                  <a:gd name="connsiteY3" fmla="*/ 704252 h 826967"/>
                  <a:gd name="connsiteX4" fmla="*/ 348727 w 1391225"/>
                  <a:gd name="connsiteY4" fmla="*/ 817029 h 826967"/>
                  <a:gd name="connsiteX5" fmla="*/ 1270711 w 1391225"/>
                  <a:gd name="connsiteY5" fmla="*/ 780860 h 826967"/>
                  <a:gd name="connsiteX6" fmla="*/ 1378790 w 1391225"/>
                  <a:gd name="connsiteY6" fmla="*/ 350080 h 826967"/>
                  <a:gd name="connsiteX7" fmla="*/ 1301587 w 1391225"/>
                  <a:gd name="connsiteY7" fmla="*/ 11721 h 826967"/>
                  <a:gd name="connsiteX8" fmla="*/ 824303 w 1391225"/>
                  <a:gd name="connsiteY8" fmla="*/ 71530 h 826967"/>
                  <a:gd name="connsiteX9" fmla="*/ 216608 w 1391225"/>
                  <a:gd name="connsiteY9" fmla="*/ 79781 h 826967"/>
                  <a:gd name="connsiteX0" fmla="*/ 216608 w 1379141"/>
                  <a:gd name="connsiteY0" fmla="*/ 79781 h 826967"/>
                  <a:gd name="connsiteX1" fmla="*/ 112559 w 1379141"/>
                  <a:gd name="connsiteY1" fmla="*/ 134178 h 826967"/>
                  <a:gd name="connsiteX2" fmla="*/ 12814 w 1379141"/>
                  <a:gd name="connsiteY2" fmla="*/ 371853 h 826967"/>
                  <a:gd name="connsiteX3" fmla="*/ 54984 w 1379141"/>
                  <a:gd name="connsiteY3" fmla="*/ 704252 h 826967"/>
                  <a:gd name="connsiteX4" fmla="*/ 348727 w 1379141"/>
                  <a:gd name="connsiteY4" fmla="*/ 817029 h 826967"/>
                  <a:gd name="connsiteX5" fmla="*/ 1270711 w 1379141"/>
                  <a:gd name="connsiteY5" fmla="*/ 780860 h 826967"/>
                  <a:gd name="connsiteX6" fmla="*/ 1378790 w 1379141"/>
                  <a:gd name="connsiteY6" fmla="*/ 350080 h 826967"/>
                  <a:gd name="connsiteX7" fmla="*/ 1301587 w 1379141"/>
                  <a:gd name="connsiteY7" fmla="*/ 11721 h 826967"/>
                  <a:gd name="connsiteX8" fmla="*/ 824303 w 1379141"/>
                  <a:gd name="connsiteY8" fmla="*/ 71530 h 826967"/>
                  <a:gd name="connsiteX9" fmla="*/ 216608 w 1379141"/>
                  <a:gd name="connsiteY9" fmla="*/ 79781 h 826967"/>
                  <a:gd name="connsiteX0" fmla="*/ 216608 w 1379281"/>
                  <a:gd name="connsiteY0" fmla="*/ 79781 h 826967"/>
                  <a:gd name="connsiteX1" fmla="*/ 112559 w 1379281"/>
                  <a:gd name="connsiteY1" fmla="*/ 134178 h 826967"/>
                  <a:gd name="connsiteX2" fmla="*/ 12814 w 1379281"/>
                  <a:gd name="connsiteY2" fmla="*/ 371853 h 826967"/>
                  <a:gd name="connsiteX3" fmla="*/ 54984 w 1379281"/>
                  <a:gd name="connsiteY3" fmla="*/ 704252 h 826967"/>
                  <a:gd name="connsiteX4" fmla="*/ 348727 w 1379281"/>
                  <a:gd name="connsiteY4" fmla="*/ 817029 h 826967"/>
                  <a:gd name="connsiteX5" fmla="*/ 1270711 w 1379281"/>
                  <a:gd name="connsiteY5" fmla="*/ 780860 h 826967"/>
                  <a:gd name="connsiteX6" fmla="*/ 1378790 w 1379281"/>
                  <a:gd name="connsiteY6" fmla="*/ 350080 h 826967"/>
                  <a:gd name="connsiteX7" fmla="*/ 1301587 w 1379281"/>
                  <a:gd name="connsiteY7" fmla="*/ 11721 h 826967"/>
                  <a:gd name="connsiteX8" fmla="*/ 824303 w 1379281"/>
                  <a:gd name="connsiteY8" fmla="*/ 71530 h 826967"/>
                  <a:gd name="connsiteX9" fmla="*/ 216608 w 1379281"/>
                  <a:gd name="connsiteY9" fmla="*/ 79781 h 826967"/>
                  <a:gd name="connsiteX0" fmla="*/ 216608 w 1383421"/>
                  <a:gd name="connsiteY0" fmla="*/ 79781 h 826967"/>
                  <a:gd name="connsiteX1" fmla="*/ 112559 w 1383421"/>
                  <a:gd name="connsiteY1" fmla="*/ 134178 h 826967"/>
                  <a:gd name="connsiteX2" fmla="*/ 12814 w 1383421"/>
                  <a:gd name="connsiteY2" fmla="*/ 371853 h 826967"/>
                  <a:gd name="connsiteX3" fmla="*/ 54984 w 1383421"/>
                  <a:gd name="connsiteY3" fmla="*/ 704252 h 826967"/>
                  <a:gd name="connsiteX4" fmla="*/ 348727 w 1383421"/>
                  <a:gd name="connsiteY4" fmla="*/ 817029 h 826967"/>
                  <a:gd name="connsiteX5" fmla="*/ 1270711 w 1383421"/>
                  <a:gd name="connsiteY5" fmla="*/ 780860 h 826967"/>
                  <a:gd name="connsiteX6" fmla="*/ 1378790 w 1383421"/>
                  <a:gd name="connsiteY6" fmla="*/ 350080 h 826967"/>
                  <a:gd name="connsiteX7" fmla="*/ 1301587 w 1383421"/>
                  <a:gd name="connsiteY7" fmla="*/ 11721 h 826967"/>
                  <a:gd name="connsiteX8" fmla="*/ 824303 w 1383421"/>
                  <a:gd name="connsiteY8" fmla="*/ 71530 h 826967"/>
                  <a:gd name="connsiteX9" fmla="*/ 216608 w 1383421"/>
                  <a:gd name="connsiteY9" fmla="*/ 79781 h 826967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79141" h="806768">
                    <a:moveTo>
                      <a:pt x="216608" y="59582"/>
                    </a:moveTo>
                    <a:cubicBezTo>
                      <a:pt x="97984" y="70023"/>
                      <a:pt x="146525" y="65300"/>
                      <a:pt x="112559" y="113979"/>
                    </a:cubicBezTo>
                    <a:cubicBezTo>
                      <a:pt x="78593" y="162658"/>
                      <a:pt x="25373" y="149706"/>
                      <a:pt x="12814" y="351654"/>
                    </a:cubicBezTo>
                    <a:cubicBezTo>
                      <a:pt x="255" y="553602"/>
                      <a:pt x="-21645" y="640069"/>
                      <a:pt x="54984" y="684053"/>
                    </a:cubicBezTo>
                    <a:cubicBezTo>
                      <a:pt x="99551" y="702915"/>
                      <a:pt x="160041" y="781314"/>
                      <a:pt x="348727" y="796830"/>
                    </a:cubicBezTo>
                    <a:cubicBezTo>
                      <a:pt x="812788" y="793482"/>
                      <a:pt x="1165213" y="838487"/>
                      <a:pt x="1270711" y="760661"/>
                    </a:cubicBezTo>
                    <a:cubicBezTo>
                      <a:pt x="1376209" y="682835"/>
                      <a:pt x="1380962" y="491721"/>
                      <a:pt x="1378790" y="329881"/>
                    </a:cubicBezTo>
                    <a:cubicBezTo>
                      <a:pt x="1373459" y="210569"/>
                      <a:pt x="1340858" y="86687"/>
                      <a:pt x="1280844" y="13800"/>
                    </a:cubicBezTo>
                    <a:cubicBezTo>
                      <a:pt x="1177821" y="-34285"/>
                      <a:pt x="885108" y="59362"/>
                      <a:pt x="824303" y="51331"/>
                    </a:cubicBezTo>
                    <a:cubicBezTo>
                      <a:pt x="701546" y="58788"/>
                      <a:pt x="335232" y="49141"/>
                      <a:pt x="216608" y="59582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CFA268A8-ABF2-2241-8D20-ADABF787D7DB}"/>
                  </a:ext>
                </a:extLst>
              </p:cNvPr>
              <p:cNvCxnSpPr>
                <a:cxnSpLocks/>
                <a:stCxn id="622" idx="0"/>
              </p:cNvCxnSpPr>
              <p:nvPr/>
            </p:nvCxnSpPr>
            <p:spPr>
              <a:xfrm flipH="1" flipV="1">
                <a:off x="8591314" y="5631767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059F888C-411C-1440-A32A-CADF8C516051}"/>
                  </a:ext>
                </a:extLst>
              </p:cNvPr>
              <p:cNvCxnSpPr>
                <a:cxnSpLocks/>
                <a:stCxn id="641" idx="9"/>
              </p:cNvCxnSpPr>
              <p:nvPr/>
            </p:nvCxnSpPr>
            <p:spPr>
              <a:xfrm>
                <a:off x="8270073" y="5586838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DA040B7D-AE14-8149-A8F2-AD2B46A60BA7}"/>
                  </a:ext>
                </a:extLst>
              </p:cNvPr>
              <p:cNvCxnSpPr>
                <a:cxnSpLocks/>
                <a:stCxn id="641" idx="2"/>
              </p:cNvCxnSpPr>
              <p:nvPr/>
            </p:nvCxnSpPr>
            <p:spPr>
              <a:xfrm>
                <a:off x="8269779" y="5582623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DA3FBF40-1787-5F4F-95BD-1262A4703D41}"/>
                  </a:ext>
                </a:extLst>
              </p:cNvPr>
              <p:cNvCxnSpPr>
                <a:cxnSpLocks/>
                <a:endCxn id="627" idx="2"/>
              </p:cNvCxnSpPr>
              <p:nvPr/>
            </p:nvCxnSpPr>
            <p:spPr>
              <a:xfrm>
                <a:off x="8289329" y="5888859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46322858-FB0E-9141-B7EB-244A61CE0CB9}"/>
                  </a:ext>
                </a:extLst>
              </p:cNvPr>
              <p:cNvCxnSpPr>
                <a:cxnSpLocks/>
                <a:stCxn id="636" idx="4"/>
                <a:endCxn id="648" idx="2"/>
              </p:cNvCxnSpPr>
              <p:nvPr/>
            </p:nvCxnSpPr>
            <p:spPr>
              <a:xfrm flipH="1">
                <a:off x="8269832" y="5614796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A7D8A2AA-1273-864F-A874-B501544A1914}"/>
                  </a:ext>
                </a:extLst>
              </p:cNvPr>
              <p:cNvCxnSpPr/>
              <p:nvPr/>
            </p:nvCxnSpPr>
            <p:spPr>
              <a:xfrm flipV="1">
                <a:off x="8289330" y="5631766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894B2426-E845-6840-B607-5B8219E84FE1}"/>
                  </a:ext>
                </a:extLst>
              </p:cNvPr>
              <p:cNvGrpSpPr/>
              <p:nvPr/>
            </p:nvGrpSpPr>
            <p:grpSpPr>
              <a:xfrm>
                <a:off x="8178961" y="5824636"/>
                <a:ext cx="182938" cy="111323"/>
                <a:chOff x="7493876" y="2774731"/>
                <a:chExt cx="1481958" cy="894622"/>
              </a:xfrm>
            </p:grpSpPr>
            <p:sp>
              <p:nvSpPr>
                <p:cNvPr id="642" name="Freeform 641">
                  <a:extLst>
                    <a:ext uri="{FF2B5EF4-FFF2-40B4-BE49-F238E27FC236}">
                      <a16:creationId xmlns:a16="http://schemas.microsoft.com/office/drawing/2014/main" id="{BFD2963A-59B5-BF4A-A6E1-FDDD2916B990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3" name="Oval 642">
                  <a:extLst>
                    <a:ext uri="{FF2B5EF4-FFF2-40B4-BE49-F238E27FC236}">
                      <a16:creationId xmlns:a16="http://schemas.microsoft.com/office/drawing/2014/main" id="{87E899D9-74CF-C140-B797-B3971E5E0A2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44" name="Group 643">
                  <a:extLst>
                    <a:ext uri="{FF2B5EF4-FFF2-40B4-BE49-F238E27FC236}">
                      <a16:creationId xmlns:a16="http://schemas.microsoft.com/office/drawing/2014/main" id="{73C2874F-B969-DF46-8C72-687D62D7A5B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45" name="Freeform 644">
                    <a:extLst>
                      <a:ext uri="{FF2B5EF4-FFF2-40B4-BE49-F238E27FC236}">
                        <a16:creationId xmlns:a16="http://schemas.microsoft.com/office/drawing/2014/main" id="{E1BE4264-17D6-994E-81E1-D96DD6F975C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6" name="Freeform 645">
                    <a:extLst>
                      <a:ext uri="{FF2B5EF4-FFF2-40B4-BE49-F238E27FC236}">
                        <a16:creationId xmlns:a16="http://schemas.microsoft.com/office/drawing/2014/main" id="{E5B4E29F-735E-F047-B24C-5E015F89169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7" name="Freeform 646">
                    <a:extLst>
                      <a:ext uri="{FF2B5EF4-FFF2-40B4-BE49-F238E27FC236}">
                        <a16:creationId xmlns:a16="http://schemas.microsoft.com/office/drawing/2014/main" id="{208BB4B0-A69D-5941-BF89-9D224CC7FBF6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8" name="Freeform 647">
                    <a:extLst>
                      <a:ext uri="{FF2B5EF4-FFF2-40B4-BE49-F238E27FC236}">
                        <a16:creationId xmlns:a16="http://schemas.microsoft.com/office/drawing/2014/main" id="{67C1AC62-BB60-0144-84C1-9F9A772EEED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EACCCDD1-F72D-914C-B61D-31A25871AAFF}"/>
                  </a:ext>
                </a:extLst>
              </p:cNvPr>
              <p:cNvGrpSpPr/>
              <p:nvPr/>
            </p:nvGrpSpPr>
            <p:grpSpPr>
              <a:xfrm>
                <a:off x="8182762" y="5545189"/>
                <a:ext cx="175179" cy="107525"/>
                <a:chOff x="7493876" y="2774731"/>
                <a:chExt cx="1481958" cy="894622"/>
              </a:xfrm>
            </p:grpSpPr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C6B0F009-E9EB-C548-AA74-A726F28C570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36" name="Oval 635">
                  <a:extLst>
                    <a:ext uri="{FF2B5EF4-FFF2-40B4-BE49-F238E27FC236}">
                      <a16:creationId xmlns:a16="http://schemas.microsoft.com/office/drawing/2014/main" id="{CD8F146A-64AA-D54D-B82F-4529F086BCB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E0C6945D-6F85-0B43-B06E-C6DF075860B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8" name="Freeform 637">
                    <a:extLst>
                      <a:ext uri="{FF2B5EF4-FFF2-40B4-BE49-F238E27FC236}">
                        <a16:creationId xmlns:a16="http://schemas.microsoft.com/office/drawing/2014/main" id="{90D84452-F0A2-6F49-9FB7-C63D0934669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9" name="Freeform 638">
                    <a:extLst>
                      <a:ext uri="{FF2B5EF4-FFF2-40B4-BE49-F238E27FC236}">
                        <a16:creationId xmlns:a16="http://schemas.microsoft.com/office/drawing/2014/main" id="{0F230E87-7389-4D47-951B-3AADDC18042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0" name="Freeform 639">
                    <a:extLst>
                      <a:ext uri="{FF2B5EF4-FFF2-40B4-BE49-F238E27FC236}">
                        <a16:creationId xmlns:a16="http://schemas.microsoft.com/office/drawing/2014/main" id="{C5593166-104F-0142-B5ED-C681EE24000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1" name="Freeform 640">
                    <a:extLst>
                      <a:ext uri="{FF2B5EF4-FFF2-40B4-BE49-F238E27FC236}">
                        <a16:creationId xmlns:a16="http://schemas.microsoft.com/office/drawing/2014/main" id="{9AA00B36-A763-884D-88DA-C7922A01CC2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3" name="Group 602">
                <a:extLst>
                  <a:ext uri="{FF2B5EF4-FFF2-40B4-BE49-F238E27FC236}">
                    <a16:creationId xmlns:a16="http://schemas.microsoft.com/office/drawing/2014/main" id="{E681FD39-8832-D545-BE3E-640BBA141552}"/>
                  </a:ext>
                </a:extLst>
              </p:cNvPr>
              <p:cNvGrpSpPr/>
              <p:nvPr/>
            </p:nvGrpSpPr>
            <p:grpSpPr>
              <a:xfrm>
                <a:off x="8515547" y="5580583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C1330810-F34C-324A-84F3-B39D20384C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9" name="Oval 628">
                  <a:extLst>
                    <a:ext uri="{FF2B5EF4-FFF2-40B4-BE49-F238E27FC236}">
                      <a16:creationId xmlns:a16="http://schemas.microsoft.com/office/drawing/2014/main" id="{A3249ED8-C024-3A4A-9CCB-AA25B076F3A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0" name="Group 629">
                  <a:extLst>
                    <a:ext uri="{FF2B5EF4-FFF2-40B4-BE49-F238E27FC236}">
                      <a16:creationId xmlns:a16="http://schemas.microsoft.com/office/drawing/2014/main" id="{B01CDC5F-DA3A-E74E-AF65-7E3256F046F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1" name="Freeform 630">
                    <a:extLst>
                      <a:ext uri="{FF2B5EF4-FFF2-40B4-BE49-F238E27FC236}">
                        <a16:creationId xmlns:a16="http://schemas.microsoft.com/office/drawing/2014/main" id="{301EE12F-0F7F-994F-8AA2-5819EAB9496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2" name="Freeform 631">
                    <a:extLst>
                      <a:ext uri="{FF2B5EF4-FFF2-40B4-BE49-F238E27FC236}">
                        <a16:creationId xmlns:a16="http://schemas.microsoft.com/office/drawing/2014/main" id="{9E4C604A-82B1-E340-B4F3-42AC61E0686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3" name="Freeform 632">
                    <a:extLst>
                      <a:ext uri="{FF2B5EF4-FFF2-40B4-BE49-F238E27FC236}">
                        <a16:creationId xmlns:a16="http://schemas.microsoft.com/office/drawing/2014/main" id="{8AB91445-B40A-394E-B296-8024B424EFE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Freeform 633">
                    <a:extLst>
                      <a:ext uri="{FF2B5EF4-FFF2-40B4-BE49-F238E27FC236}">
                        <a16:creationId xmlns:a16="http://schemas.microsoft.com/office/drawing/2014/main" id="{82EA1CC9-EC88-344F-9F86-8435310D5FE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F0C1C8FB-0408-714E-A1DD-78F85B60437B}"/>
                  </a:ext>
                </a:extLst>
              </p:cNvPr>
              <p:cNvGrpSpPr/>
              <p:nvPr/>
            </p:nvGrpSpPr>
            <p:grpSpPr>
              <a:xfrm>
                <a:off x="8570325" y="5882671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9B4D64EF-FFF5-9446-B44D-24388D84572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2" name="Oval 621">
                  <a:extLst>
                    <a:ext uri="{FF2B5EF4-FFF2-40B4-BE49-F238E27FC236}">
                      <a16:creationId xmlns:a16="http://schemas.microsoft.com/office/drawing/2014/main" id="{457542F7-4030-C840-A950-8AB02A1839A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23" name="Group 622">
                  <a:extLst>
                    <a:ext uri="{FF2B5EF4-FFF2-40B4-BE49-F238E27FC236}">
                      <a16:creationId xmlns:a16="http://schemas.microsoft.com/office/drawing/2014/main" id="{D9C210E7-B327-514B-A0C7-94FDD9A9BD9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24" name="Freeform 623">
                    <a:extLst>
                      <a:ext uri="{FF2B5EF4-FFF2-40B4-BE49-F238E27FC236}">
                        <a16:creationId xmlns:a16="http://schemas.microsoft.com/office/drawing/2014/main" id="{C13FE213-9244-E845-A3F1-B52267AF78F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5" name="Freeform 624">
                    <a:extLst>
                      <a:ext uri="{FF2B5EF4-FFF2-40B4-BE49-F238E27FC236}">
                        <a16:creationId xmlns:a16="http://schemas.microsoft.com/office/drawing/2014/main" id="{4A014DC0-CDBF-6344-A08C-8B7DC7401C2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6" name="Freeform 625">
                    <a:extLst>
                      <a:ext uri="{FF2B5EF4-FFF2-40B4-BE49-F238E27FC236}">
                        <a16:creationId xmlns:a16="http://schemas.microsoft.com/office/drawing/2014/main" id="{79781B3B-658A-AE4C-BE7D-F77DFBB2CEBA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7" name="Freeform 626">
                    <a:extLst>
                      <a:ext uri="{FF2B5EF4-FFF2-40B4-BE49-F238E27FC236}">
                        <a16:creationId xmlns:a16="http://schemas.microsoft.com/office/drawing/2014/main" id="{95A1B600-62A0-8147-9FD0-6D74D0E7EE1A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86E19177-E8A3-F849-934B-777240075DE8}"/>
                </a:ext>
              </a:extLst>
            </p:cNvPr>
            <p:cNvGrpSpPr/>
            <p:nvPr/>
          </p:nvGrpSpPr>
          <p:grpSpPr>
            <a:xfrm>
              <a:off x="3096215" y="4614313"/>
              <a:ext cx="998795" cy="445007"/>
              <a:chOff x="4332883" y="5571655"/>
              <a:chExt cx="998795" cy="44500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9158F9B-A053-7F4F-A963-6076D1544DD1}"/>
                  </a:ext>
                </a:extLst>
              </p:cNvPr>
              <p:cNvCxnSpPr>
                <a:cxnSpLocks/>
                <a:stCxn id="559" idx="0"/>
              </p:cNvCxnSpPr>
              <p:nvPr/>
            </p:nvCxnSpPr>
            <p:spPr>
              <a:xfrm flipH="1" flipV="1">
                <a:off x="4745236" y="5658233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FFA0D485-A268-E243-A345-92CE10746EED}"/>
                  </a:ext>
                </a:extLst>
              </p:cNvPr>
              <p:cNvCxnSpPr/>
              <p:nvPr/>
            </p:nvCxnSpPr>
            <p:spPr>
              <a:xfrm>
                <a:off x="4753706" y="5653287"/>
                <a:ext cx="299692" cy="14237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5AFFB4E9-9B13-604F-841E-E26BADF492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53398" y="5718444"/>
                <a:ext cx="231278" cy="7721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06DE0271-6C20-FF41-B721-FE4E3D131FAF}"/>
                  </a:ext>
                </a:extLst>
              </p:cNvPr>
              <p:cNvCxnSpPr>
                <a:cxnSpLocks/>
                <a:stCxn id="548" idx="9"/>
              </p:cNvCxnSpPr>
              <p:nvPr/>
            </p:nvCxnSpPr>
            <p:spPr>
              <a:xfrm>
                <a:off x="4423995" y="5613304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F004055-EC3D-1B42-97B1-C282A5024254}"/>
                  </a:ext>
                </a:extLst>
              </p:cNvPr>
              <p:cNvCxnSpPr>
                <a:cxnSpLocks/>
                <a:stCxn id="548" idx="2"/>
              </p:cNvCxnSpPr>
              <p:nvPr/>
            </p:nvCxnSpPr>
            <p:spPr>
              <a:xfrm>
                <a:off x="4423701" y="5609089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34897F6D-18B9-8F40-9AAD-AF6159BA8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3706" y="5658231"/>
                <a:ext cx="530161" cy="437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60856A78-B3E6-0C4C-814A-D4D34722EF86}"/>
                  </a:ext>
                </a:extLst>
              </p:cNvPr>
              <p:cNvCxnSpPr>
                <a:cxnSpLocks/>
                <a:stCxn id="564" idx="2"/>
              </p:cNvCxnSpPr>
              <p:nvPr/>
            </p:nvCxnSpPr>
            <p:spPr>
              <a:xfrm flipV="1">
                <a:off x="4811264" y="5795661"/>
                <a:ext cx="242134" cy="15091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67D63552-DE21-BB46-9348-5AED016AEBC3}"/>
                  </a:ext>
                </a:extLst>
              </p:cNvPr>
              <p:cNvCxnSpPr>
                <a:cxnSpLocks/>
                <a:endCxn id="564" idx="2"/>
              </p:cNvCxnSpPr>
              <p:nvPr/>
            </p:nvCxnSpPr>
            <p:spPr>
              <a:xfrm>
                <a:off x="4443251" y="5915325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6C0F36F0-761E-3E4F-A9B7-3E6439ACA3D7}"/>
                  </a:ext>
                </a:extLst>
              </p:cNvPr>
              <p:cNvCxnSpPr>
                <a:cxnSpLocks/>
                <a:stCxn id="543" idx="4"/>
                <a:endCxn id="505" idx="2"/>
              </p:cNvCxnSpPr>
              <p:nvPr/>
            </p:nvCxnSpPr>
            <p:spPr>
              <a:xfrm flipH="1">
                <a:off x="4423754" y="5641262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00361C4E-1489-5B4B-B67F-292CF75EB3D9}"/>
                  </a:ext>
                </a:extLst>
              </p:cNvPr>
              <p:cNvCxnSpPr/>
              <p:nvPr/>
            </p:nvCxnSpPr>
            <p:spPr>
              <a:xfrm flipV="1">
                <a:off x="4443252" y="5658232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AE784CF8-EEC2-5D49-AC2E-F0B8DB507ED3}"/>
                  </a:ext>
                </a:extLst>
              </p:cNvPr>
              <p:cNvGrpSpPr/>
              <p:nvPr/>
            </p:nvGrpSpPr>
            <p:grpSpPr>
              <a:xfrm>
                <a:off x="4332883" y="5851102"/>
                <a:ext cx="182938" cy="111323"/>
                <a:chOff x="7493876" y="2774731"/>
                <a:chExt cx="1481958" cy="894622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D4D358C0-F298-9E48-AB78-6A89574E287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00" name="Oval 499">
                  <a:extLst>
                    <a:ext uri="{FF2B5EF4-FFF2-40B4-BE49-F238E27FC236}">
                      <a16:creationId xmlns:a16="http://schemas.microsoft.com/office/drawing/2014/main" id="{A8B87FB9-4CC0-9E4F-A91A-6AD87CFE2D0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01" name="Group 500">
                  <a:extLst>
                    <a:ext uri="{FF2B5EF4-FFF2-40B4-BE49-F238E27FC236}">
                      <a16:creationId xmlns:a16="http://schemas.microsoft.com/office/drawing/2014/main" id="{75306399-756C-B94A-90F5-3161D2D408D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02" name="Freeform 501">
                    <a:extLst>
                      <a:ext uri="{FF2B5EF4-FFF2-40B4-BE49-F238E27FC236}">
                        <a16:creationId xmlns:a16="http://schemas.microsoft.com/office/drawing/2014/main" id="{B5866553-FD4E-A249-9E40-7BE2F8077F2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502">
                    <a:extLst>
                      <a:ext uri="{FF2B5EF4-FFF2-40B4-BE49-F238E27FC236}">
                        <a16:creationId xmlns:a16="http://schemas.microsoft.com/office/drawing/2014/main" id="{141F2AB3-3145-604D-970F-2C7C1ECD073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503">
                    <a:extLst>
                      <a:ext uri="{FF2B5EF4-FFF2-40B4-BE49-F238E27FC236}">
                        <a16:creationId xmlns:a16="http://schemas.microsoft.com/office/drawing/2014/main" id="{F13F30A8-4E10-2047-AAEA-E45AD806B86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504">
                    <a:extLst>
                      <a:ext uri="{FF2B5EF4-FFF2-40B4-BE49-F238E27FC236}">
                        <a16:creationId xmlns:a16="http://schemas.microsoft.com/office/drawing/2014/main" id="{FBDC2FD1-F7ED-BF46-A3DA-257B3F5E183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4A4136C2-59E3-B44B-9E36-DDF23F13B499}"/>
                  </a:ext>
                </a:extLst>
              </p:cNvPr>
              <p:cNvGrpSpPr/>
              <p:nvPr/>
            </p:nvGrpSpPr>
            <p:grpSpPr>
              <a:xfrm>
                <a:off x="4336684" y="557165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04C6A086-7921-C54B-9127-86240FFF3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43" name="Oval 542">
                  <a:extLst>
                    <a:ext uri="{FF2B5EF4-FFF2-40B4-BE49-F238E27FC236}">
                      <a16:creationId xmlns:a16="http://schemas.microsoft.com/office/drawing/2014/main" id="{B2CB2CFE-B622-E948-B839-259B2FEACED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14AA22F2-E2D7-9D4A-B053-EBEAB2C705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43534151-36C4-FA43-A8E0-25928BA9AC2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545">
                    <a:extLst>
                      <a:ext uri="{FF2B5EF4-FFF2-40B4-BE49-F238E27FC236}">
                        <a16:creationId xmlns:a16="http://schemas.microsoft.com/office/drawing/2014/main" id="{30157A6F-5368-9543-956B-90F5C13E82E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546">
                    <a:extLst>
                      <a:ext uri="{FF2B5EF4-FFF2-40B4-BE49-F238E27FC236}">
                        <a16:creationId xmlns:a16="http://schemas.microsoft.com/office/drawing/2014/main" id="{4BE5492B-C4F6-BB45-AF98-856738F76DF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Freeform 547">
                    <a:extLst>
                      <a:ext uri="{FF2B5EF4-FFF2-40B4-BE49-F238E27FC236}">
                        <a16:creationId xmlns:a16="http://schemas.microsoft.com/office/drawing/2014/main" id="{FFC8FA43-21C5-AA47-9828-B73BF4DBAD3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3CF6BA55-C4F1-524A-B0EA-FB928B3AA689}"/>
                  </a:ext>
                </a:extLst>
              </p:cNvPr>
              <p:cNvGrpSpPr/>
              <p:nvPr/>
            </p:nvGrpSpPr>
            <p:grpSpPr>
              <a:xfrm>
                <a:off x="4669469" y="5607049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9B24FC3D-B0DC-FD4B-B950-93F603FB6A5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1" name="Oval 550">
                  <a:extLst>
                    <a:ext uri="{FF2B5EF4-FFF2-40B4-BE49-F238E27FC236}">
                      <a16:creationId xmlns:a16="http://schemas.microsoft.com/office/drawing/2014/main" id="{8712B978-C080-294F-B88C-F3C41703C9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52" name="Group 551">
                  <a:extLst>
                    <a:ext uri="{FF2B5EF4-FFF2-40B4-BE49-F238E27FC236}">
                      <a16:creationId xmlns:a16="http://schemas.microsoft.com/office/drawing/2014/main" id="{4D8BD272-A253-924A-9B6B-6BC045FC9D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53" name="Freeform 552">
                    <a:extLst>
                      <a:ext uri="{FF2B5EF4-FFF2-40B4-BE49-F238E27FC236}">
                        <a16:creationId xmlns:a16="http://schemas.microsoft.com/office/drawing/2014/main" id="{41105105-3D0C-C84A-A779-3D167AD54F6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553">
                    <a:extLst>
                      <a:ext uri="{FF2B5EF4-FFF2-40B4-BE49-F238E27FC236}">
                        <a16:creationId xmlns:a16="http://schemas.microsoft.com/office/drawing/2014/main" id="{5089D57D-03B9-A04F-8A0E-E25C6B38317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554">
                    <a:extLst>
                      <a:ext uri="{FF2B5EF4-FFF2-40B4-BE49-F238E27FC236}">
                        <a16:creationId xmlns:a16="http://schemas.microsoft.com/office/drawing/2014/main" id="{C4FD0094-87A7-D541-93A9-C47067FD3E6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555">
                    <a:extLst>
                      <a:ext uri="{FF2B5EF4-FFF2-40B4-BE49-F238E27FC236}">
                        <a16:creationId xmlns:a16="http://schemas.microsoft.com/office/drawing/2014/main" id="{F7C6E3EF-CB9D-C749-BACB-FBBA1392CAB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06E77306-98F1-314C-851C-FBAE52F0CD50}"/>
                  </a:ext>
                </a:extLst>
              </p:cNvPr>
              <p:cNvGrpSpPr/>
              <p:nvPr/>
            </p:nvGrpSpPr>
            <p:grpSpPr>
              <a:xfrm>
                <a:off x="4724247" y="590913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12094407-C292-FC4B-95BC-5AE20CF7A1C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9" name="Oval 558">
                  <a:extLst>
                    <a:ext uri="{FF2B5EF4-FFF2-40B4-BE49-F238E27FC236}">
                      <a16:creationId xmlns:a16="http://schemas.microsoft.com/office/drawing/2014/main" id="{11A75301-F4F3-8F49-9326-9E1AAA4256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A55A5FF5-44E4-9646-A205-A1B3A230421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1" name="Freeform 560">
                    <a:extLst>
                      <a:ext uri="{FF2B5EF4-FFF2-40B4-BE49-F238E27FC236}">
                        <a16:creationId xmlns:a16="http://schemas.microsoft.com/office/drawing/2014/main" id="{7187927B-5DCA-7A45-A503-6E519D91F3E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88C94953-9383-3C42-B307-1CAC72BA395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EB3D48B8-422C-F94B-A98E-7E95242C4AD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1C10B400-CBBD-6547-8195-536C6358B2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6443F69C-C622-F145-B0EA-BAC747EE936A}"/>
                  </a:ext>
                </a:extLst>
              </p:cNvPr>
              <p:cNvGrpSpPr/>
              <p:nvPr/>
            </p:nvGrpSpPr>
            <p:grpSpPr>
              <a:xfrm>
                <a:off x="5156499" y="563199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AE519E64-ACE5-A549-BED9-A11B60E676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67" name="Oval 566">
                  <a:extLst>
                    <a:ext uri="{FF2B5EF4-FFF2-40B4-BE49-F238E27FC236}">
                      <a16:creationId xmlns:a16="http://schemas.microsoft.com/office/drawing/2014/main" id="{965AF4A1-4C6C-EE45-B207-589D5B7737E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8" name="Group 567">
                  <a:extLst>
                    <a:ext uri="{FF2B5EF4-FFF2-40B4-BE49-F238E27FC236}">
                      <a16:creationId xmlns:a16="http://schemas.microsoft.com/office/drawing/2014/main" id="{22A0607B-F5A9-244D-BCB4-88FE319C804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9" name="Freeform 568">
                    <a:extLst>
                      <a:ext uri="{FF2B5EF4-FFF2-40B4-BE49-F238E27FC236}">
                        <a16:creationId xmlns:a16="http://schemas.microsoft.com/office/drawing/2014/main" id="{E8E85403-E70A-CF4C-AED8-06423287363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Freeform 569">
                    <a:extLst>
                      <a:ext uri="{FF2B5EF4-FFF2-40B4-BE49-F238E27FC236}">
                        <a16:creationId xmlns:a16="http://schemas.microsoft.com/office/drawing/2014/main" id="{32B150BF-F62A-2144-9BEB-4F6CD9109DB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Freeform 570">
                    <a:extLst>
                      <a:ext uri="{FF2B5EF4-FFF2-40B4-BE49-F238E27FC236}">
                        <a16:creationId xmlns:a16="http://schemas.microsoft.com/office/drawing/2014/main" id="{1889C2DD-68D6-6A42-9293-5811FE4FE081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Freeform 571">
                    <a:extLst>
                      <a:ext uri="{FF2B5EF4-FFF2-40B4-BE49-F238E27FC236}">
                        <a16:creationId xmlns:a16="http://schemas.microsoft.com/office/drawing/2014/main" id="{07DAA029-A6D3-2941-A534-BCE94B29785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73" name="Group 572">
                <a:extLst>
                  <a:ext uri="{FF2B5EF4-FFF2-40B4-BE49-F238E27FC236}">
                    <a16:creationId xmlns:a16="http://schemas.microsoft.com/office/drawing/2014/main" id="{7750E12E-F90E-B547-AD69-C3B3AC8B5D91}"/>
                  </a:ext>
                </a:extLst>
              </p:cNvPr>
              <p:cNvGrpSpPr/>
              <p:nvPr/>
            </p:nvGrpSpPr>
            <p:grpSpPr>
              <a:xfrm>
                <a:off x="4944983" y="574914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0CA654E3-63ED-A640-BA8F-C5C67160838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5" name="Oval 574">
                  <a:extLst>
                    <a:ext uri="{FF2B5EF4-FFF2-40B4-BE49-F238E27FC236}">
                      <a16:creationId xmlns:a16="http://schemas.microsoft.com/office/drawing/2014/main" id="{7AB97283-90D7-924A-9B0D-CD8D4A431E2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76" name="Group 575">
                  <a:extLst>
                    <a:ext uri="{FF2B5EF4-FFF2-40B4-BE49-F238E27FC236}">
                      <a16:creationId xmlns:a16="http://schemas.microsoft.com/office/drawing/2014/main" id="{78427D24-68B7-0A43-95BF-D71D34FC509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77" name="Freeform 576">
                    <a:extLst>
                      <a:ext uri="{FF2B5EF4-FFF2-40B4-BE49-F238E27FC236}">
                        <a16:creationId xmlns:a16="http://schemas.microsoft.com/office/drawing/2014/main" id="{89D50158-0E5C-A54D-8952-E8B50152680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Freeform 577">
                    <a:extLst>
                      <a:ext uri="{FF2B5EF4-FFF2-40B4-BE49-F238E27FC236}">
                        <a16:creationId xmlns:a16="http://schemas.microsoft.com/office/drawing/2014/main" id="{ACCDDAE7-57F3-FE41-9376-A4A42B63CE8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Freeform 578">
                    <a:extLst>
                      <a:ext uri="{FF2B5EF4-FFF2-40B4-BE49-F238E27FC236}">
                        <a16:creationId xmlns:a16="http://schemas.microsoft.com/office/drawing/2014/main" id="{A3D566E9-6B68-164C-94C9-BAE70CA335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Freeform 579">
                    <a:extLst>
                      <a:ext uri="{FF2B5EF4-FFF2-40B4-BE49-F238E27FC236}">
                        <a16:creationId xmlns:a16="http://schemas.microsoft.com/office/drawing/2014/main" id="{2C90D9F1-CB92-4D42-9643-6FB82E85DE9D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D6E6C8-84CD-CB4A-84F1-067117845CF7}"/>
                </a:ext>
              </a:extLst>
            </p:cNvPr>
            <p:cNvGrpSpPr/>
            <p:nvPr/>
          </p:nvGrpSpPr>
          <p:grpSpPr>
            <a:xfrm>
              <a:off x="914169" y="3784413"/>
              <a:ext cx="6320401" cy="1580150"/>
              <a:chOff x="2495834" y="3549633"/>
              <a:chExt cx="6320401" cy="1580150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FCD09193-6AE8-9045-9CDC-6EFB0AA50425}"/>
                  </a:ext>
                </a:extLst>
              </p:cNvPr>
              <p:cNvGrpSpPr/>
              <p:nvPr/>
            </p:nvGrpSpPr>
            <p:grpSpPr>
              <a:xfrm>
                <a:off x="2495834" y="3549633"/>
                <a:ext cx="6206323" cy="1243997"/>
                <a:chOff x="2495834" y="3537276"/>
                <a:chExt cx="6206323" cy="1243997"/>
              </a:xfrm>
            </p:grpSpPr>
            <p:grpSp>
              <p:nvGrpSpPr>
                <p:cNvPr id="237" name="Group 652">
                  <a:extLst>
                    <a:ext uri="{FF2B5EF4-FFF2-40B4-BE49-F238E27FC236}">
                      <a16:creationId xmlns:a16="http://schemas.microsoft.com/office/drawing/2014/main" id="{B7A574D4-B4C4-F24D-A52D-60F53A34CE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95834" y="4101197"/>
                  <a:ext cx="733407" cy="660273"/>
                  <a:chOff x="2751" y="1851"/>
                  <a:chExt cx="462" cy="478"/>
                </a:xfrm>
              </p:grpSpPr>
              <p:pic>
                <p:nvPicPr>
                  <p:cNvPr id="238" name="Picture 653" descr="iphone_stylized_small">
                    <a:extLst>
                      <a:ext uri="{FF2B5EF4-FFF2-40B4-BE49-F238E27FC236}">
                        <a16:creationId xmlns:a16="http://schemas.microsoft.com/office/drawing/2014/main" id="{E40B5A73-5458-324C-9C33-8F55121BEDA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28" y="1922"/>
                    <a:ext cx="152" cy="4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654" descr="antenna_radiation_stylized">
                    <a:extLst>
                      <a:ext uri="{FF2B5EF4-FFF2-40B4-BE49-F238E27FC236}">
                        <a16:creationId xmlns:a16="http://schemas.microsoft.com/office/drawing/2014/main" id="{60774E42-B6D2-6342-AEC6-08E82A54789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51" y="1851"/>
                    <a:ext cx="462" cy="1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290" name="Group 289">
                  <a:extLst>
                    <a:ext uri="{FF2B5EF4-FFF2-40B4-BE49-F238E27FC236}">
                      <a16:creationId xmlns:a16="http://schemas.microsoft.com/office/drawing/2014/main" id="{C9C48704-237C-E042-A607-8A9FFF15112D}"/>
                    </a:ext>
                  </a:extLst>
                </p:cNvPr>
                <p:cNvGrpSpPr/>
                <p:nvPr/>
              </p:nvGrpSpPr>
              <p:grpSpPr>
                <a:xfrm>
                  <a:off x="3472122" y="3537276"/>
                  <a:ext cx="790834" cy="1208131"/>
                  <a:chOff x="5970432" y="1600694"/>
                  <a:chExt cx="888604" cy="1226172"/>
                </a:xfrm>
              </p:grpSpPr>
              <p:grpSp>
                <p:nvGrpSpPr>
                  <p:cNvPr id="291" name="Group 290">
                    <a:extLst>
                      <a:ext uri="{FF2B5EF4-FFF2-40B4-BE49-F238E27FC236}">
                        <a16:creationId xmlns:a16="http://schemas.microsoft.com/office/drawing/2014/main" id="{EC48FFA5-0B8D-8940-9578-5CAAB8B434CA}"/>
                      </a:ext>
                    </a:extLst>
                  </p:cNvPr>
                  <p:cNvGrpSpPr/>
                  <p:nvPr/>
                </p:nvGrpSpPr>
                <p:grpSpPr>
                  <a:xfrm>
                    <a:off x="5970432" y="1600694"/>
                    <a:ext cx="466245" cy="953439"/>
                    <a:chOff x="6476205" y="1279015"/>
                    <a:chExt cx="466245" cy="953439"/>
                  </a:xfrm>
                </p:grpSpPr>
                <p:grpSp>
                  <p:nvGrpSpPr>
                    <p:cNvPr id="316" name="Group 817">
                      <a:extLst>
                        <a:ext uri="{FF2B5EF4-FFF2-40B4-BE49-F238E27FC236}">
                          <a16:creationId xmlns:a16="http://schemas.microsoft.com/office/drawing/2014/main" id="{C2EF0451-0CA1-724A-BA7D-FA7A8388A4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76205" y="1279015"/>
                      <a:ext cx="466245" cy="420795"/>
                      <a:chOff x="2920" y="1424"/>
                      <a:chExt cx="326" cy="310"/>
                    </a:xfrm>
                  </p:grpSpPr>
                  <p:sp>
                    <p:nvSpPr>
                      <p:cNvPr id="333" name="Oval 818">
                        <a:extLst>
                          <a:ext uri="{FF2B5EF4-FFF2-40B4-BE49-F238E27FC236}">
                            <a16:creationId xmlns:a16="http://schemas.microsoft.com/office/drawing/2014/main" id="{A613AA86-1E03-5344-825E-696D7901DD7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920" y="1445"/>
                        <a:ext cx="326" cy="289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grpSp>
                    <p:nvGrpSpPr>
                      <p:cNvPr id="334" name="Group 819">
                        <a:extLst>
                          <a:ext uri="{FF2B5EF4-FFF2-40B4-BE49-F238E27FC236}">
                            <a16:creationId xmlns:a16="http://schemas.microsoft.com/office/drawing/2014/main" id="{C922C50E-F1D7-FC45-ABFC-A32030B84EA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949" y="1424"/>
                        <a:ext cx="265" cy="280"/>
                        <a:chOff x="2949" y="1424"/>
                        <a:chExt cx="265" cy="280"/>
                      </a:xfrm>
                    </p:grpSpPr>
                    <p:sp>
                      <p:nvSpPr>
                        <p:cNvPr id="335" name="Oval 820">
                          <a:extLst>
                            <a:ext uri="{FF2B5EF4-FFF2-40B4-BE49-F238E27FC236}">
                              <a16:creationId xmlns:a16="http://schemas.microsoft.com/office/drawing/2014/main" id="{7AB8EDE7-CA20-EA49-AE13-8B0E3024B611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30" y="1545"/>
                          <a:ext cx="107" cy="92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6" name="Oval 821">
                          <a:extLst>
                            <a:ext uri="{FF2B5EF4-FFF2-40B4-BE49-F238E27FC236}">
                              <a16:creationId xmlns:a16="http://schemas.microsoft.com/office/drawing/2014/main" id="{CFF1CFAD-0B4A-5249-BE82-B24B699A090A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06" y="1525"/>
                          <a:ext cx="154" cy="131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7" name="Oval 822">
                          <a:extLst>
                            <a:ext uri="{FF2B5EF4-FFF2-40B4-BE49-F238E27FC236}">
                              <a16:creationId xmlns:a16="http://schemas.microsoft.com/office/drawing/2014/main" id="{290B1727-5427-6149-A5EF-2A0BE27D1504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83" y="1501"/>
                          <a:ext cx="203" cy="179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8" name="Oval 823">
                          <a:extLst>
                            <a:ext uri="{FF2B5EF4-FFF2-40B4-BE49-F238E27FC236}">
                              <a16:creationId xmlns:a16="http://schemas.microsoft.com/office/drawing/2014/main" id="{4793DA61-B3FF-2E4D-AA14-FDB0E9C19E69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49" y="1476"/>
                          <a:ext cx="265" cy="228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9" name="Freeform 824">
                          <a:extLst>
                            <a:ext uri="{FF2B5EF4-FFF2-40B4-BE49-F238E27FC236}">
                              <a16:creationId xmlns:a16="http://schemas.microsoft.com/office/drawing/2014/main" id="{EE24D3D4-F5C1-6749-8657-7DFA356631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 flipV="1">
                          <a:off x="2987" y="1424"/>
                          <a:ext cx="205" cy="143"/>
                        </a:xfrm>
                        <a:custGeom>
                          <a:avLst/>
                          <a:gdLst>
                            <a:gd name="T0" fmla="*/ 0 w 1180"/>
                            <a:gd name="T1" fmla="*/ 0 h 956"/>
                            <a:gd name="T2" fmla="*/ 0 w 1180"/>
                            <a:gd name="T3" fmla="*/ 0 h 956"/>
                            <a:gd name="T4" fmla="*/ 0 w 1180"/>
                            <a:gd name="T5" fmla="*/ 0 h 956"/>
                            <a:gd name="T6" fmla="*/ 0 w 1180"/>
                            <a:gd name="T7" fmla="*/ 0 h 956"/>
                            <a:gd name="T8" fmla="*/ 0 w 1180"/>
                            <a:gd name="T9" fmla="*/ 0 h 956"/>
                            <a:gd name="T10" fmla="*/ 0 w 1180"/>
                            <a:gd name="T11" fmla="*/ 0 h 956"/>
                            <a:gd name="T12" fmla="*/ 0 w 1180"/>
                            <a:gd name="T13" fmla="*/ 0 h 956"/>
                            <a:gd name="T14" fmla="*/ 0 w 1180"/>
                            <a:gd name="T15" fmla="*/ 0 h 956"/>
                            <a:gd name="T16" fmla="*/ 0 w 1180"/>
                            <a:gd name="T17" fmla="*/ 0 h 956"/>
                            <a:gd name="T18" fmla="*/ 0 w 1180"/>
                            <a:gd name="T19" fmla="*/ 0 h 95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0" t="0" r="r" b="b"/>
                          <a:pathLst>
                            <a:path w="1180" h="956">
                              <a:moveTo>
                                <a:pt x="499" y="7"/>
                              </a:moveTo>
                              <a:lnTo>
                                <a:pt x="0" y="780"/>
                              </a:lnTo>
                              <a:lnTo>
                                <a:pt x="134" y="885"/>
                              </a:lnTo>
                              <a:lnTo>
                                <a:pt x="366" y="920"/>
                              </a:lnTo>
                              <a:lnTo>
                                <a:pt x="534" y="956"/>
                              </a:lnTo>
                              <a:lnTo>
                                <a:pt x="829" y="949"/>
                              </a:lnTo>
                              <a:lnTo>
                                <a:pt x="1096" y="850"/>
                              </a:lnTo>
                              <a:lnTo>
                                <a:pt x="1180" y="801"/>
                              </a:lnTo>
                              <a:lnTo>
                                <a:pt x="668" y="0"/>
                              </a:lnTo>
                              <a:lnTo>
                                <a:pt x="499" y="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="" xmlns:a14="http://schemas.microsoft.com/office/drawing/2010/main" w="19050" cmpd="sng">
                              <a:solidFill>
                                <a:schemeClr val="tx1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 dirty="0"/>
                        </a:p>
                      </p:txBody>
                    </p:sp>
                  </p:grpSp>
                </p:grpSp>
                <p:grpSp>
                  <p:nvGrpSpPr>
                    <p:cNvPr id="317" name="Group 398">
                      <a:extLst>
                        <a:ext uri="{FF2B5EF4-FFF2-40B4-BE49-F238E27FC236}">
                          <a16:creationId xmlns:a16="http://schemas.microsoft.com/office/drawing/2014/main" id="{65393C64-CECA-704C-B52A-6E54FB659C8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527789" y="1518577"/>
                      <a:ext cx="375668" cy="713877"/>
                      <a:chOff x="3130" y="3288"/>
                      <a:chExt cx="410" cy="742"/>
                    </a:xfrm>
                  </p:grpSpPr>
                  <p:sp>
                    <p:nvSpPr>
                      <p:cNvPr id="318" name="Line 270">
                        <a:extLst>
                          <a:ext uri="{FF2B5EF4-FFF2-40B4-BE49-F238E27FC236}">
                            <a16:creationId xmlns:a16="http://schemas.microsoft.com/office/drawing/2014/main" id="{30F58770-7764-E447-889D-2E708BF29FC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130" y="3288"/>
                        <a:ext cx="205" cy="6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9" name="Line 271">
                        <a:extLst>
                          <a:ext uri="{FF2B5EF4-FFF2-40B4-BE49-F238E27FC236}">
                            <a16:creationId xmlns:a16="http://schemas.microsoft.com/office/drawing/2014/main" id="{D1123060-6CBC-0944-9E3E-400C044C82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288"/>
                        <a:ext cx="205" cy="6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0" name="Line 272">
                        <a:extLst>
                          <a:ext uri="{FF2B5EF4-FFF2-40B4-BE49-F238E27FC236}">
                            <a16:creationId xmlns:a16="http://schemas.microsoft.com/office/drawing/2014/main" id="{5B0B371A-5EE5-CC45-ACD3-4D8AF2CAFF4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30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1" name="Line 273">
                        <a:extLst>
                          <a:ext uri="{FF2B5EF4-FFF2-40B4-BE49-F238E27FC236}">
                            <a16:creationId xmlns:a16="http://schemas.microsoft.com/office/drawing/2014/main" id="{A4376E8F-930A-3D47-86E0-0F0ACB1B2BF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335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2" name="Line 274">
                        <a:extLst>
                          <a:ext uri="{FF2B5EF4-FFF2-40B4-BE49-F238E27FC236}">
                            <a16:creationId xmlns:a16="http://schemas.microsoft.com/office/drawing/2014/main" id="{DC4D63DA-C320-6349-824D-67CD7CE7860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303"/>
                        <a:ext cx="0" cy="7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3" name="Line 275">
                        <a:extLst>
                          <a:ext uri="{FF2B5EF4-FFF2-40B4-BE49-F238E27FC236}">
                            <a16:creationId xmlns:a16="http://schemas.microsoft.com/office/drawing/2014/main" id="{E96001AD-A9DD-F747-9E27-D2C4D308413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130" y="3888"/>
                        <a:ext cx="205" cy="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4" name="Line 276">
                        <a:extLst>
                          <a:ext uri="{FF2B5EF4-FFF2-40B4-BE49-F238E27FC236}">
                            <a16:creationId xmlns:a16="http://schemas.microsoft.com/office/drawing/2014/main" id="{030A895B-C421-5442-8B45-738E486243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3335" y="3888"/>
                        <a:ext cx="205" cy="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5" name="Line 277">
                        <a:extLst>
                          <a:ext uri="{FF2B5EF4-FFF2-40B4-BE49-F238E27FC236}">
                            <a16:creationId xmlns:a16="http://schemas.microsoft.com/office/drawing/2014/main" id="{72F25B95-31AF-C549-B80C-BDFDCD9A046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17" y="3668"/>
                        <a:ext cx="118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6" name="Line 278">
                        <a:extLst>
                          <a:ext uri="{FF2B5EF4-FFF2-40B4-BE49-F238E27FC236}">
                            <a16:creationId xmlns:a16="http://schemas.microsoft.com/office/drawing/2014/main" id="{2F371059-41B6-A947-AEDC-5E3A4D33FB3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668"/>
                        <a:ext cx="124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7" name="Line 279">
                        <a:extLst>
                          <a:ext uri="{FF2B5EF4-FFF2-40B4-BE49-F238E27FC236}">
                            <a16:creationId xmlns:a16="http://schemas.microsoft.com/office/drawing/2014/main" id="{1AD7838F-EEF9-414D-8E67-948B41173FA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78" y="3766"/>
                        <a:ext cx="152" cy="7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8" name="Line 280">
                        <a:extLst>
                          <a:ext uri="{FF2B5EF4-FFF2-40B4-BE49-F238E27FC236}">
                            <a16:creationId xmlns:a16="http://schemas.microsoft.com/office/drawing/2014/main" id="{B2725003-B064-3140-8EBB-BA8E67BD09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781"/>
                        <a:ext cx="153" cy="6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9" name="Line 281">
                        <a:extLst>
                          <a:ext uri="{FF2B5EF4-FFF2-40B4-BE49-F238E27FC236}">
                            <a16:creationId xmlns:a16="http://schemas.microsoft.com/office/drawing/2014/main" id="{97765559-BD7A-1F41-91EA-B3FD894E1B9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567"/>
                        <a:ext cx="78" cy="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0" name="Line 282">
                        <a:extLst>
                          <a:ext uri="{FF2B5EF4-FFF2-40B4-BE49-F238E27FC236}">
                            <a16:creationId xmlns:a16="http://schemas.microsoft.com/office/drawing/2014/main" id="{4EA72013-A268-854B-BE9E-B0D6C2D3272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428"/>
                        <a:ext cx="49" cy="21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1" name="Line 283">
                        <a:extLst>
                          <a:ext uri="{FF2B5EF4-FFF2-40B4-BE49-F238E27FC236}">
                            <a16:creationId xmlns:a16="http://schemas.microsoft.com/office/drawing/2014/main" id="{428197BC-47D0-1E4B-8244-36200B1648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47" y="3558"/>
                        <a:ext cx="9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2" name="Line 284">
                        <a:extLst>
                          <a:ext uri="{FF2B5EF4-FFF2-40B4-BE49-F238E27FC236}">
                            <a16:creationId xmlns:a16="http://schemas.microsoft.com/office/drawing/2014/main" id="{04A1EF6D-F5EE-524C-9DB7-09BE19C1978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89" y="3422"/>
                        <a:ext cx="5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 xmlns="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292" name="Group 291">
                    <a:extLst>
                      <a:ext uri="{FF2B5EF4-FFF2-40B4-BE49-F238E27FC236}">
                        <a16:creationId xmlns:a16="http://schemas.microsoft.com/office/drawing/2014/main" id="{C90CA754-8C8F-4644-9A2D-7588F908497A}"/>
                      </a:ext>
                    </a:extLst>
                  </p:cNvPr>
                  <p:cNvGrpSpPr/>
                  <p:nvPr/>
                </p:nvGrpSpPr>
                <p:grpSpPr>
                  <a:xfrm>
                    <a:off x="6091888" y="2409568"/>
                    <a:ext cx="767148" cy="417298"/>
                    <a:chOff x="1503784" y="3006600"/>
                    <a:chExt cx="1771786" cy="957087"/>
                  </a:xfrm>
                </p:grpSpPr>
                <p:grpSp>
                  <p:nvGrpSpPr>
                    <p:cNvPr id="293" name="Group 292">
                      <a:extLst>
                        <a:ext uri="{FF2B5EF4-FFF2-40B4-BE49-F238E27FC236}">
                          <a16:creationId xmlns:a16="http://schemas.microsoft.com/office/drawing/2014/main" id="{1DD9292E-07D8-4E49-AD9F-6BCA22D8E7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03784" y="3006600"/>
                      <a:ext cx="1771786" cy="957087"/>
                      <a:chOff x="1465684" y="2997075"/>
                      <a:chExt cx="1771786" cy="957087"/>
                    </a:xfrm>
                  </p:grpSpPr>
                  <p:sp>
                    <p:nvSpPr>
                      <p:cNvPr id="314" name="Freeform 313">
                        <a:extLst>
                          <a:ext uri="{FF2B5EF4-FFF2-40B4-BE49-F238E27FC236}">
                            <a16:creationId xmlns:a16="http://schemas.microsoft.com/office/drawing/2014/main" id="{3025F10C-A7CC-B74A-B72A-260BD7C01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5684" y="3328365"/>
                        <a:ext cx="1771786" cy="625797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315" name="Oval 314">
                        <a:extLst>
                          <a:ext uri="{FF2B5EF4-FFF2-40B4-BE49-F238E27FC236}">
                            <a16:creationId xmlns:a16="http://schemas.microsoft.com/office/drawing/2014/main" id="{C7C4B94C-718E-BC42-B3DD-65ECBDB87C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704" y="2997075"/>
                        <a:ext cx="1769640" cy="619577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</p:grpSp>
                <p:grpSp>
                  <p:nvGrpSpPr>
                    <p:cNvPr id="294" name="Group 293">
                      <a:extLst>
                        <a:ext uri="{FF2B5EF4-FFF2-40B4-BE49-F238E27FC236}">
                          <a16:creationId xmlns:a16="http://schemas.microsoft.com/office/drawing/2014/main" id="{EF8CC307-7C37-7946-B4D3-A9A26E5980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77616" y="3038475"/>
                      <a:ext cx="768409" cy="553944"/>
                      <a:chOff x="1968091" y="3022600"/>
                      <a:chExt cx="768409" cy="553944"/>
                    </a:xfrm>
                  </p:grpSpPr>
                  <p:grpSp>
                    <p:nvGrpSpPr>
                      <p:cNvPr id="295" name="Group 294">
                        <a:extLst>
                          <a:ext uri="{FF2B5EF4-FFF2-40B4-BE49-F238E27FC236}">
                            <a16:creationId xmlns:a16="http://schemas.microsoft.com/office/drawing/2014/main" id="{CB7CD814-5CDC-5645-AE0C-90FDDAFDE8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32000" y="3022600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2" name="Parallelogram 311">
                          <a:extLst>
                            <a:ext uri="{FF2B5EF4-FFF2-40B4-BE49-F238E27FC236}">
                              <a16:creationId xmlns:a16="http://schemas.microsoft.com/office/drawing/2014/main" id="{8E889163-B02D-E347-A498-06833F8E3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3" name="Parallelogram 312">
                          <a:extLst>
                            <a:ext uri="{FF2B5EF4-FFF2-40B4-BE49-F238E27FC236}">
                              <a16:creationId xmlns:a16="http://schemas.microsoft.com/office/drawing/2014/main" id="{B05B7D60-9C12-8745-B9A5-0F06F770CD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grpSp>
                    <p:nvGrpSpPr>
                      <p:cNvPr id="296" name="Group 295">
                        <a:extLst>
                          <a:ext uri="{FF2B5EF4-FFF2-40B4-BE49-F238E27FC236}">
                            <a16:creationId xmlns:a16="http://schemas.microsoft.com/office/drawing/2014/main" id="{4CBF821B-0228-DA47-9701-A3B07F74EBA9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2441575" y="3032125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0" name="Parallelogram 309">
                          <a:extLst>
                            <a:ext uri="{FF2B5EF4-FFF2-40B4-BE49-F238E27FC236}">
                              <a16:creationId xmlns:a16="http://schemas.microsoft.com/office/drawing/2014/main" id="{B7BA5D20-D1EE-A042-B6D8-882623998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1" name="Parallelogram 310">
                          <a:extLst>
                            <a:ext uri="{FF2B5EF4-FFF2-40B4-BE49-F238E27FC236}">
                              <a16:creationId xmlns:a16="http://schemas.microsoft.com/office/drawing/2014/main" id="{209D920C-CBF5-8B4A-A3D6-3A0C29BC62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297" name="Parallelogram 296">
                        <a:extLst>
                          <a:ext uri="{FF2B5EF4-FFF2-40B4-BE49-F238E27FC236}">
                            <a16:creationId xmlns:a16="http://schemas.microsoft.com/office/drawing/2014/main" id="{F3DFBC33-07D6-D14F-8660-FB92A0A355B9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2057400" y="3130550"/>
                        <a:ext cx="625475" cy="60324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8" name="Parallelogram 297">
                        <a:extLst>
                          <a:ext uri="{FF2B5EF4-FFF2-40B4-BE49-F238E27FC236}">
                            <a16:creationId xmlns:a16="http://schemas.microsoft.com/office/drawing/2014/main" id="{5F8E4D95-8830-4642-933D-152E438E5BC7}"/>
                          </a:ext>
                        </a:extLst>
                      </p:cNvPr>
                      <p:cNvSpPr/>
                      <p:nvPr/>
                    </p:nvSpPr>
                    <p:spPr>
                      <a:xfrm rot="17056647">
                        <a:off x="2079626" y="3187701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9" name="Parallelogram 298">
                        <a:extLst>
                          <a:ext uri="{FF2B5EF4-FFF2-40B4-BE49-F238E27FC236}">
                            <a16:creationId xmlns:a16="http://schemas.microsoft.com/office/drawing/2014/main" id="{B53D3EC8-FC7D-3F46-960B-2BCCE314822F}"/>
                          </a:ext>
                        </a:extLst>
                      </p:cNvPr>
                      <p:cNvSpPr/>
                      <p:nvPr/>
                    </p:nvSpPr>
                    <p:spPr>
                      <a:xfrm rot="17384936" flipV="1">
                        <a:off x="1990347" y="3141540"/>
                        <a:ext cx="95195" cy="50805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0" name="Parallelogram 299">
                        <a:extLst>
                          <a:ext uri="{FF2B5EF4-FFF2-40B4-BE49-F238E27FC236}">
                            <a16:creationId xmlns:a16="http://schemas.microsoft.com/office/drawing/2014/main" id="{69342E0E-2F87-214D-8EBC-4B68F9340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2000" y="3162300"/>
                        <a:ext cx="6508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1" name="Parallelogram 300">
                        <a:extLst>
                          <a:ext uri="{FF2B5EF4-FFF2-40B4-BE49-F238E27FC236}">
                            <a16:creationId xmlns:a16="http://schemas.microsoft.com/office/drawing/2014/main" id="{7CDD0829-5C36-0E44-8EF9-190197145B6F}"/>
                          </a:ext>
                        </a:extLst>
                      </p:cNvPr>
                      <p:cNvSpPr/>
                      <p:nvPr/>
                    </p:nvSpPr>
                    <p:spPr>
                      <a:xfrm rot="4215064" flipH="1" flipV="1">
                        <a:off x="2627741" y="3146398"/>
                        <a:ext cx="9519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2" name="Parallelogram 301">
                        <a:extLst>
                          <a:ext uri="{FF2B5EF4-FFF2-40B4-BE49-F238E27FC236}">
                            <a16:creationId xmlns:a16="http://schemas.microsoft.com/office/drawing/2014/main" id="{468F4077-4B3A-7849-B5E1-24484BF5706C}"/>
                          </a:ext>
                        </a:extLst>
                      </p:cNvPr>
                      <p:cNvSpPr/>
                      <p:nvPr/>
                    </p:nvSpPr>
                    <p:spPr>
                      <a:xfrm rot="4492456">
                        <a:off x="2397126" y="31972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grpSp>
                    <p:nvGrpSpPr>
                      <p:cNvPr id="303" name="Group 302">
                        <a:extLst>
                          <a:ext uri="{FF2B5EF4-FFF2-40B4-BE49-F238E27FC236}">
                            <a16:creationId xmlns:a16="http://schemas.microsoft.com/office/drawing/2014/main" id="{0D143A56-E6D4-A94B-986F-BBEC688460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68091" y="3322545"/>
                        <a:ext cx="768409" cy="96354"/>
                        <a:chOff x="1968092" y="3319370"/>
                        <a:chExt cx="677104" cy="96354"/>
                      </a:xfrm>
                    </p:grpSpPr>
                    <p:sp>
                      <p:nvSpPr>
                        <p:cNvPr id="306" name="Parallelogram 305">
                          <a:extLst>
                            <a:ext uri="{FF2B5EF4-FFF2-40B4-BE49-F238E27FC236}">
                              <a16:creationId xmlns:a16="http://schemas.microsoft.com/office/drawing/2014/main" id="{6C304F3C-95D0-2548-8E7F-827537C311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1">
                          <a:off x="2012950" y="3330575"/>
                          <a:ext cx="625475" cy="60324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7" name="Parallelogram 306">
                          <a:extLst>
                            <a:ext uri="{FF2B5EF4-FFF2-40B4-BE49-F238E27FC236}">
                              <a16:creationId xmlns:a16="http://schemas.microsoft.com/office/drawing/2014/main" id="{AA9AD67B-3FD9-634E-AF71-D7AD37EE4D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7384936" flipV="1">
                          <a:off x="1945897" y="3341565"/>
                          <a:ext cx="95195" cy="50805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8" name="Parallelogram 307">
                          <a:extLst>
                            <a:ext uri="{FF2B5EF4-FFF2-40B4-BE49-F238E27FC236}">
                              <a16:creationId xmlns:a16="http://schemas.microsoft.com/office/drawing/2014/main" id="{B22CE6A1-596E-5545-B5B8-8D41A868B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87550" y="3362325"/>
                          <a:ext cx="650875" cy="45719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9" name="Parallelogram 308">
                          <a:extLst>
                            <a:ext uri="{FF2B5EF4-FFF2-40B4-BE49-F238E27FC236}">
                              <a16:creationId xmlns:a16="http://schemas.microsoft.com/office/drawing/2014/main" id="{9FD2047A-D458-CC4F-AD9B-70B23F17B6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4215064" flipH="1" flipV="1">
                          <a:off x="2577455" y="3347983"/>
                          <a:ext cx="95195" cy="40287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304" name="Parallelogram 303">
                        <a:extLst>
                          <a:ext uri="{FF2B5EF4-FFF2-40B4-BE49-F238E27FC236}">
                            <a16:creationId xmlns:a16="http://schemas.microsoft.com/office/drawing/2014/main" id="{151B1FCA-94A3-BA49-9F2E-45003647B01F}"/>
                          </a:ext>
                        </a:extLst>
                      </p:cNvPr>
                      <p:cNvSpPr/>
                      <p:nvPr/>
                    </p:nvSpPr>
                    <p:spPr>
                      <a:xfrm rot="4389628">
                        <a:off x="2495482" y="3370576"/>
                        <a:ext cx="160883" cy="55150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5" name="Parallelogram 304">
                        <a:extLst>
                          <a:ext uri="{FF2B5EF4-FFF2-40B4-BE49-F238E27FC236}">
                            <a16:creationId xmlns:a16="http://schemas.microsoft.com/office/drawing/2014/main" id="{37C7EC95-C865-C341-9E7A-21973768010D}"/>
                          </a:ext>
                        </a:extLst>
                      </p:cNvPr>
                      <p:cNvSpPr/>
                      <p:nvPr/>
                    </p:nvSpPr>
                    <p:spPr>
                      <a:xfrm rot="17068257">
                        <a:off x="2025651" y="33623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</p:grpSp>
              </p:grpSp>
            </p:grpSp>
            <p:grpSp>
              <p:nvGrpSpPr>
                <p:cNvPr id="365" name="Group 364">
                  <a:extLst>
                    <a:ext uri="{FF2B5EF4-FFF2-40B4-BE49-F238E27FC236}">
                      <a16:creationId xmlns:a16="http://schemas.microsoft.com/office/drawing/2014/main" id="{856A1DDB-8A37-2946-9861-ED06BA6666AE}"/>
                    </a:ext>
                  </a:extLst>
                </p:cNvPr>
                <p:cNvGrpSpPr/>
                <p:nvPr/>
              </p:nvGrpSpPr>
              <p:grpSpPr>
                <a:xfrm>
                  <a:off x="6186618" y="4320744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66" name="Freeform 365">
                    <a:extLst>
                      <a:ext uri="{FF2B5EF4-FFF2-40B4-BE49-F238E27FC236}">
                        <a16:creationId xmlns:a16="http://schemas.microsoft.com/office/drawing/2014/main" id="{8615A553-E639-DF42-BDCB-5BB57EE59868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67" name="Oval 366">
                    <a:extLst>
                      <a:ext uri="{FF2B5EF4-FFF2-40B4-BE49-F238E27FC236}">
                        <a16:creationId xmlns:a16="http://schemas.microsoft.com/office/drawing/2014/main" id="{F8067D52-9209-6148-A320-1F5BE3B5106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68" name="Group 367">
                    <a:extLst>
                      <a:ext uri="{FF2B5EF4-FFF2-40B4-BE49-F238E27FC236}">
                        <a16:creationId xmlns:a16="http://schemas.microsoft.com/office/drawing/2014/main" id="{798508E8-3B65-D449-8561-602F236A69A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AF59777D-3B0D-7B41-B2E2-74E245379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B8D755EB-C300-714A-900B-B7C65F9CE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93107367-2FA4-ED4F-9007-933D22AD97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3832D63A-24A8-D64A-B1B2-A5429F198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85D18497-858A-D84C-A6E9-6FE0DB7482FC}"/>
                    </a:ext>
                  </a:extLst>
                </p:cNvPr>
                <p:cNvGrpSpPr/>
                <p:nvPr/>
              </p:nvGrpSpPr>
              <p:grpSpPr>
                <a:xfrm>
                  <a:off x="8007181" y="4312506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74" name="Freeform 373">
                    <a:extLst>
                      <a:ext uri="{FF2B5EF4-FFF2-40B4-BE49-F238E27FC236}">
                        <a16:creationId xmlns:a16="http://schemas.microsoft.com/office/drawing/2014/main" id="{BF5450DD-84DD-4A45-AC8D-808A9F2BEB9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75" name="Oval 374">
                    <a:extLst>
                      <a:ext uri="{FF2B5EF4-FFF2-40B4-BE49-F238E27FC236}">
                        <a16:creationId xmlns:a16="http://schemas.microsoft.com/office/drawing/2014/main" id="{4AC3F3C9-1FB4-9549-A4C7-97C0B23615D8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76" name="Group 375">
                    <a:extLst>
                      <a:ext uri="{FF2B5EF4-FFF2-40B4-BE49-F238E27FC236}">
                        <a16:creationId xmlns:a16="http://schemas.microsoft.com/office/drawing/2014/main" id="{42CE386C-F2A0-5541-B45F-4EB471DBDB7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77" name="Freeform 376">
                      <a:extLst>
                        <a:ext uri="{FF2B5EF4-FFF2-40B4-BE49-F238E27FC236}">
                          <a16:creationId xmlns:a16="http://schemas.microsoft.com/office/drawing/2014/main" id="{1D699DC1-31D4-D643-AD24-1D6C2CB48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Freeform 377">
                      <a:extLst>
                        <a:ext uri="{FF2B5EF4-FFF2-40B4-BE49-F238E27FC236}">
                          <a16:creationId xmlns:a16="http://schemas.microsoft.com/office/drawing/2014/main" id="{5FC03BE6-8981-4C41-9F09-AFC69FCE9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9" name="Freeform 378">
                      <a:extLst>
                        <a:ext uri="{FF2B5EF4-FFF2-40B4-BE49-F238E27FC236}">
                          <a16:creationId xmlns:a16="http://schemas.microsoft.com/office/drawing/2014/main" id="{F9E610FD-C3BC-3043-8C97-1CDE74FB6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80" name="Freeform 379">
                      <a:extLst>
                        <a:ext uri="{FF2B5EF4-FFF2-40B4-BE49-F238E27FC236}">
                          <a16:creationId xmlns:a16="http://schemas.microsoft.com/office/drawing/2014/main" id="{C45E6477-B144-F241-B0AA-8D8A371F5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FCEA10CE-F10F-2B40-8FF7-8413B69B3A33}"/>
                  </a:ext>
                </a:extLst>
              </p:cNvPr>
              <p:cNvSpPr txBox="1"/>
              <p:nvPr/>
            </p:nvSpPr>
            <p:spPr>
              <a:xfrm>
                <a:off x="3405528" y="4791229"/>
                <a:ext cx="127768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base station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cxnSp>
            <p:nvCxnSpPr>
              <p:cNvPr id="434" name="Straight Arrow Connector 433">
                <a:extLst>
                  <a:ext uri="{FF2B5EF4-FFF2-40B4-BE49-F238E27FC236}">
                    <a16:creationId xmlns:a16="http://schemas.microsoft.com/office/drawing/2014/main" id="{D11E9C6D-FA23-594D-B4A0-6137146194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34266" y="4554323"/>
                <a:ext cx="530281" cy="5419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triangl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E9787C5-171A-164E-A2EC-E94F3700D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2689" y="4554323"/>
                <a:ext cx="764985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TextBox 435">
                <a:extLst>
                  <a:ext uri="{FF2B5EF4-FFF2-40B4-BE49-F238E27FC236}">
                    <a16:creationId xmlns:a16="http://schemas.microsoft.com/office/drawing/2014/main" id="{A0F82358-FBA1-D84A-9E2E-12741B5869CA}"/>
                  </a:ext>
                </a:extLst>
              </p:cNvPr>
              <p:cNvSpPr txBox="1"/>
              <p:nvPr/>
            </p:nvSpPr>
            <p:spPr>
              <a:xfrm>
                <a:off x="8052781" y="4766735"/>
                <a:ext cx="7634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P-GW</a:t>
                </a:r>
              </a:p>
            </p:txBody>
          </p:sp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9E8890E6-D82E-3A4D-A11C-C9A5D25F08A4}"/>
                  </a:ext>
                </a:extLst>
              </p:cNvPr>
              <p:cNvSpPr txBox="1"/>
              <p:nvPr/>
            </p:nvSpPr>
            <p:spPr>
              <a:xfrm>
                <a:off x="6228229" y="4790108"/>
                <a:ext cx="75367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S-GW</a:t>
                </a:r>
              </a:p>
            </p:txBody>
          </p:sp>
          <p:pic>
            <p:nvPicPr>
              <p:cNvPr id="440" name="Picture 439">
                <a:extLst>
                  <a:ext uri="{FF2B5EF4-FFF2-40B4-BE49-F238E27FC236}">
                    <a16:creationId xmlns:a16="http://schemas.microsoft.com/office/drawing/2014/main" id="{03FC15D1-88CB-1949-A4D3-E4168B9733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450342" y="4450690"/>
                <a:ext cx="1508938" cy="207264"/>
              </a:xfrm>
              <a:prstGeom prst="rect">
                <a:avLst/>
              </a:prstGeom>
            </p:spPr>
          </p:pic>
          <p:cxnSp>
            <p:nvCxnSpPr>
              <p:cNvPr id="441" name="Straight Arrow Connector 440">
                <a:extLst>
                  <a:ext uri="{FF2B5EF4-FFF2-40B4-BE49-F238E27FC236}">
                    <a16:creationId xmlns:a16="http://schemas.microsoft.com/office/drawing/2014/main" id="{7CAC19E2-26CF-9343-A487-53BAF5D76C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279805" y="4554323"/>
                <a:ext cx="214699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Straight Arrow Connector 441">
                <a:extLst>
                  <a:ext uri="{FF2B5EF4-FFF2-40B4-BE49-F238E27FC236}">
                    <a16:creationId xmlns:a16="http://schemas.microsoft.com/office/drawing/2014/main" id="{D5F52536-805A-F342-A9F4-681180CF6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69965" y="4554323"/>
                <a:ext cx="397397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3" name="Picture 442">
                <a:extLst>
                  <a:ext uri="{FF2B5EF4-FFF2-40B4-BE49-F238E27FC236}">
                    <a16:creationId xmlns:a16="http://schemas.microsoft.com/office/drawing/2014/main" id="{456403D6-6165-1943-9BE5-A8C0D7F8DE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020621" y="4458294"/>
                <a:ext cx="816721" cy="207264"/>
              </a:xfrm>
              <a:prstGeom prst="rect">
                <a:avLst/>
              </a:prstGeom>
            </p:spPr>
          </p:pic>
          <p:cxnSp>
            <p:nvCxnSpPr>
              <p:cNvPr id="444" name="Straight Arrow Connector 443">
                <a:extLst>
                  <a:ext uri="{FF2B5EF4-FFF2-40B4-BE49-F238E27FC236}">
                    <a16:creationId xmlns:a16="http://schemas.microsoft.com/office/drawing/2014/main" id="{468982C8-6B67-274B-9623-B5D646A9F7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94126" y="4561927"/>
                <a:ext cx="139746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7AE8E14D-3C7E-3C4D-899A-EECBE1981D0B}"/>
                </a:ext>
              </a:extLst>
            </p:cNvPr>
            <p:cNvSpPr txBox="1"/>
            <p:nvPr/>
          </p:nvSpPr>
          <p:spPr>
            <a:xfrm>
              <a:off x="7543800" y="4118420"/>
              <a:ext cx="4226082" cy="11295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400" dirty="0">
                  <a:solidFill>
                    <a:srgbClr val="C00000"/>
                  </a:solidFill>
                  <a:latin typeface="Calibri"/>
                </a:rPr>
                <a:t>data plane</a:t>
              </a:r>
            </a:p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new protocols at link, physical layers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33D1603-A64B-F145-A1E2-09B91D2DFF3E}"/>
                </a:ext>
              </a:extLst>
            </p:cNvPr>
            <p:cNvCxnSpPr/>
            <p:nvPr/>
          </p:nvCxnSpPr>
          <p:spPr>
            <a:xfrm>
              <a:off x="1124466" y="3620530"/>
              <a:ext cx="9564129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7D1DF1AE-E1D6-5743-A791-649C5E92B823}"/>
              </a:ext>
            </a:extLst>
          </p:cNvPr>
          <p:cNvGrpSpPr/>
          <p:nvPr/>
        </p:nvGrpSpPr>
        <p:grpSpPr>
          <a:xfrm>
            <a:off x="4000586" y="4902565"/>
            <a:ext cx="7756939" cy="1064378"/>
            <a:chOff x="4000586" y="4902565"/>
            <a:chExt cx="7756939" cy="1064378"/>
          </a:xfrm>
        </p:grpSpPr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C93A37D2-1C2E-5848-A79A-A27DCB2A11AB}"/>
                </a:ext>
              </a:extLst>
            </p:cNvPr>
            <p:cNvGrpSpPr/>
            <p:nvPr/>
          </p:nvGrpSpPr>
          <p:grpSpPr>
            <a:xfrm>
              <a:off x="4000586" y="4902565"/>
              <a:ext cx="1695879" cy="1064378"/>
              <a:chOff x="5705818" y="5074585"/>
              <a:chExt cx="1695879" cy="954142"/>
            </a:xfrm>
          </p:grpSpPr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72BE0431-F59D-3E41-B261-0FC69F8ACC1D}"/>
                  </a:ext>
                </a:extLst>
              </p:cNvPr>
              <p:cNvSpPr txBox="1"/>
              <p:nvPr/>
            </p:nvSpPr>
            <p:spPr>
              <a:xfrm>
                <a:off x="5993028" y="5659395"/>
                <a:ext cx="111440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011199"/>
                    </a:solidFill>
                  </a:rPr>
                  <a:t>IP tunnels</a:t>
                </a:r>
              </a:p>
            </p:txBody>
          </p: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CCF3D979-6442-4146-AB30-8C00D62FB12C}"/>
                  </a:ext>
                </a:extLst>
              </p:cNvPr>
              <p:cNvCxnSpPr>
                <a:endCxn id="47" idx="0"/>
              </p:cNvCxnSpPr>
              <p:nvPr/>
            </p:nvCxnSpPr>
            <p:spPr>
              <a:xfrm flipH="1">
                <a:off x="6550232" y="5078627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446">
                <a:extLst>
                  <a:ext uri="{FF2B5EF4-FFF2-40B4-BE49-F238E27FC236}">
                    <a16:creationId xmlns:a16="http://schemas.microsoft.com/office/drawing/2014/main" id="{2B6F403B-71C7-7441-A65F-001085A240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5818" y="5074585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79922F25-9593-A648-96F1-55A2286E30B1}"/>
                </a:ext>
              </a:extLst>
            </p:cNvPr>
            <p:cNvSpPr txBox="1"/>
            <p:nvPr/>
          </p:nvSpPr>
          <p:spPr>
            <a:xfrm>
              <a:off x="7531443" y="5135794"/>
              <a:ext cx="4226082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extensive use of tunneling to facilitate mobility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72255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70369" y="5117463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73296" y="5219794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557320" y="5161005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77883" y="5152767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85158" y="5082258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753391" y="5382227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423483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98931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1044" y="5278594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650507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940667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1323" y="5286198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64828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621427" y="500448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5"/>
            <a:ext cx="6217806" cy="3475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link layer protocols: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Packet Data Convergence: header compression, encryption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Radio Link Control (RLC) Protocol: fragmentation/reassembly, reliable data transfer 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Medium Access:</a:t>
            </a:r>
            <a:r>
              <a:rPr lang="en-US" dirty="0"/>
              <a:t> </a:t>
            </a:r>
            <a:r>
              <a:rPr lang="en-US" sz="2400" dirty="0"/>
              <a:t>requesting, use of radio transmission slots (OFDM)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FED57797-B3BB-9C45-BA3D-8AC7DBEE0C54}"/>
              </a:ext>
            </a:extLst>
          </p:cNvPr>
          <p:cNvCxnSpPr>
            <a:cxnSpLocks/>
          </p:cNvCxnSpPr>
          <p:nvPr/>
        </p:nvCxnSpPr>
        <p:spPr>
          <a:xfrm flipH="1">
            <a:off x="5067300" y="2014151"/>
            <a:ext cx="715663" cy="85039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Straight Connector 519">
            <a:extLst>
              <a:ext uri="{FF2B5EF4-FFF2-40B4-BE49-F238E27FC236}">
                <a16:creationId xmlns:a16="http://schemas.microsoft.com/office/drawing/2014/main" id="{3E139753-3549-614C-86DD-BD1FB426F26A}"/>
              </a:ext>
            </a:extLst>
          </p:cNvPr>
          <p:cNvCxnSpPr>
            <a:cxnSpLocks/>
          </p:cNvCxnSpPr>
          <p:nvPr/>
        </p:nvCxnSpPr>
        <p:spPr>
          <a:xfrm flipH="1">
            <a:off x="5067300" y="2821459"/>
            <a:ext cx="707425" cy="42444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Straight Connector 520">
            <a:extLst>
              <a:ext uri="{FF2B5EF4-FFF2-40B4-BE49-F238E27FC236}">
                <a16:creationId xmlns:a16="http://schemas.microsoft.com/office/drawing/2014/main" id="{6E41BEEB-A082-9942-9E30-E9698642D275}"/>
              </a:ext>
            </a:extLst>
          </p:cNvPr>
          <p:cNvCxnSpPr>
            <a:cxnSpLocks/>
          </p:cNvCxnSpPr>
          <p:nvPr/>
        </p:nvCxnSpPr>
        <p:spPr>
          <a:xfrm flipH="1" flipV="1">
            <a:off x="5067300" y="3549259"/>
            <a:ext cx="719782" cy="425499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1555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726489B-96DA-EB48-8E6E-59D9DF907CEC}"/>
              </a:ext>
            </a:extLst>
          </p:cNvPr>
          <p:cNvGrpSpPr/>
          <p:nvPr/>
        </p:nvGrpSpPr>
        <p:grpSpPr>
          <a:xfrm>
            <a:off x="814516" y="2184682"/>
            <a:ext cx="2611987" cy="3194228"/>
            <a:chOff x="814516" y="2184682"/>
            <a:chExt cx="2611987" cy="319422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933477" y="4204640"/>
              <a:ext cx="2493026" cy="1174270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565693">
                  <a:moveTo>
                    <a:pt x="744708" y="1565693"/>
                  </a:moveTo>
                  <a:cubicBezTo>
                    <a:pt x="575040" y="582684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836305" y="757012"/>
                    <a:pt x="826077" y="1470381"/>
                  </a:cubicBezTo>
                  <a:lnTo>
                    <a:pt x="744708" y="1565693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825F485-695F-8A4B-959D-E89C44CDA475}"/>
                </a:ext>
              </a:extLst>
            </p:cNvPr>
            <p:cNvGrpSpPr/>
            <p:nvPr/>
          </p:nvGrpSpPr>
          <p:grpSpPr>
            <a:xfrm>
              <a:off x="814516" y="2184682"/>
              <a:ext cx="2583593" cy="2044418"/>
              <a:chOff x="814516" y="2184682"/>
              <a:chExt cx="2583593" cy="2044418"/>
            </a:xfrm>
          </p:grpSpPr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03612BDE-2C06-D745-BE63-05862F0039F0}"/>
                  </a:ext>
                </a:extLst>
              </p:cNvPr>
              <p:cNvSpPr/>
              <p:nvPr/>
            </p:nvSpPr>
            <p:spPr>
              <a:xfrm>
                <a:off x="929429" y="2784239"/>
                <a:ext cx="1232156" cy="143275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1A0A1163-5D32-CD4E-B323-69357BCD2867}"/>
                  </a:ext>
                </a:extLst>
              </p:cNvPr>
              <p:cNvSpPr txBox="1"/>
              <p:nvPr/>
            </p:nvSpPr>
            <p:spPr>
              <a:xfrm>
                <a:off x="1405045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547ED238-5176-8847-AFB5-7F1D34DF13BA}"/>
                  </a:ext>
                </a:extLst>
              </p:cNvPr>
              <p:cNvSpPr txBox="1"/>
              <p:nvPr/>
            </p:nvSpPr>
            <p:spPr>
              <a:xfrm>
                <a:off x="1038967" y="3072096"/>
                <a:ext cx="991555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Packet Data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Convergence</a:t>
                </a:r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86B20778-D31C-9147-AD26-234E205F0927}"/>
                  </a:ext>
                </a:extLst>
              </p:cNvPr>
              <p:cNvSpPr txBox="1"/>
              <p:nvPr/>
            </p:nvSpPr>
            <p:spPr>
              <a:xfrm>
                <a:off x="1117603" y="3409930"/>
                <a:ext cx="8242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Radio Link</a:t>
                </a:r>
                <a:endParaRPr lang="en-US" dirty="0"/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A562068D-66A2-4442-86EE-3752EFA5BFAC}"/>
                  </a:ext>
                </a:extLst>
              </p:cNvPr>
              <p:cNvSpPr txBox="1"/>
              <p:nvPr/>
            </p:nvSpPr>
            <p:spPr>
              <a:xfrm>
                <a:off x="959379" y="3645335"/>
                <a:ext cx="11673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Medium Access</a:t>
                </a:r>
                <a:endParaRPr lang="en-US" sz="2400" dirty="0"/>
              </a:p>
            </p:txBody>
          </p:sp>
          <p:sp>
            <p:nvSpPr>
              <p:cNvPr id="381" name="TextBox 380">
                <a:extLst>
                  <a:ext uri="{FF2B5EF4-FFF2-40B4-BE49-F238E27FC236}">
                    <a16:creationId xmlns:a16="http://schemas.microsoft.com/office/drawing/2014/main" id="{6337B67E-3C27-5248-A0D8-48E5AB5C833F}"/>
                  </a:ext>
                </a:extLst>
              </p:cNvPr>
              <p:cNvSpPr txBox="1"/>
              <p:nvPr/>
            </p:nvSpPr>
            <p:spPr>
              <a:xfrm>
                <a:off x="1107335" y="3894218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DFE23CB5-F057-C84D-BBFF-3D5CE2E663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061" y="3929005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5BCFC2D-F1C7-3B43-AFA0-7C82CA2A2B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2997" y="3433297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0" name="Straight Connector 389">
                <a:extLst>
                  <a:ext uri="{FF2B5EF4-FFF2-40B4-BE49-F238E27FC236}">
                    <a16:creationId xmlns:a16="http://schemas.microsoft.com/office/drawing/2014/main" id="{3C6D0B74-A1B9-1743-BC8D-85FF512C4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757" y="2784146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261FB3E7-B7E8-9045-89B5-9E618ABE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9011" y="3060570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E9D2F2F-5898-F64C-90EB-0EC486D02C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2462" y="3653783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9BCE7458-4BFF-6F46-8047-2600926BA082}"/>
                  </a:ext>
                </a:extLst>
              </p:cNvPr>
              <p:cNvGrpSpPr/>
              <p:nvPr/>
            </p:nvGrpSpPr>
            <p:grpSpPr>
              <a:xfrm>
                <a:off x="2160462" y="2184682"/>
                <a:ext cx="1237647" cy="2032308"/>
                <a:chOff x="2160462" y="2184682"/>
                <a:chExt cx="1237647" cy="2032308"/>
              </a:xfrm>
            </p:grpSpPr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190272AE-6223-7744-A5DD-4790A7D90D0F}"/>
                    </a:ext>
                  </a:extLst>
                </p:cNvPr>
                <p:cNvSpPr/>
                <p:nvPr/>
              </p:nvSpPr>
              <p:spPr>
                <a:xfrm>
                  <a:off x="2165388" y="2199503"/>
                  <a:ext cx="1232156" cy="2017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000" dirty="0"/>
                </a:p>
              </p:txBody>
            </p: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581CADE3-7F1A-DE40-BE8F-9AF40453A829}"/>
                    </a:ext>
                  </a:extLst>
                </p:cNvPr>
                <p:cNvSpPr txBox="1"/>
                <p:nvPr/>
              </p:nvSpPr>
              <p:spPr>
                <a:xfrm>
                  <a:off x="2431735" y="2184682"/>
                  <a:ext cx="62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GTP-U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5001E5FC-9040-7D4D-B138-F8353BECD90F}"/>
                    </a:ext>
                  </a:extLst>
                </p:cNvPr>
                <p:cNvSpPr txBox="1"/>
                <p:nvPr/>
              </p:nvSpPr>
              <p:spPr>
                <a:xfrm>
                  <a:off x="2522760" y="2477319"/>
                  <a:ext cx="477211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UDP</a:t>
                  </a:r>
                </a:p>
              </p:txBody>
            </p:sp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E6B94F46-CB06-E64F-8640-4D8C9E45D688}"/>
                    </a:ext>
                  </a:extLst>
                </p:cNvPr>
                <p:cNvSpPr txBox="1"/>
                <p:nvPr/>
              </p:nvSpPr>
              <p:spPr>
                <a:xfrm>
                  <a:off x="2641004" y="2745372"/>
                  <a:ext cx="29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IP</a:t>
                  </a:r>
                </a:p>
              </p:txBody>
            </p: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39B640E7-396B-9A48-BCB2-D9869E6C75E7}"/>
                    </a:ext>
                  </a:extLst>
                </p:cNvPr>
                <p:cNvSpPr txBox="1"/>
                <p:nvPr/>
              </p:nvSpPr>
              <p:spPr>
                <a:xfrm>
                  <a:off x="2518651" y="3343496"/>
                  <a:ext cx="41533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link</a:t>
                  </a:r>
                  <a:endParaRPr lang="en-US" sz="3200" dirty="0"/>
                </a:p>
              </p:txBody>
            </p:sp>
            <p:sp>
              <p:nvSpPr>
                <p:cNvPr id="136" name="TextBox 135">
                  <a:extLst>
                    <a:ext uri="{FF2B5EF4-FFF2-40B4-BE49-F238E27FC236}">
                      <a16:creationId xmlns:a16="http://schemas.microsoft.com/office/drawing/2014/main" id="{9624781B-5C01-5B4D-BC6B-CA53EC986E14}"/>
                    </a:ext>
                  </a:extLst>
                </p:cNvPr>
                <p:cNvSpPr txBox="1"/>
                <p:nvPr/>
              </p:nvSpPr>
              <p:spPr>
                <a:xfrm>
                  <a:off x="2313796" y="3894219"/>
                  <a:ext cx="743789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Physical</a:t>
                  </a:r>
                  <a:endParaRPr lang="en-US" sz="2400" dirty="0"/>
                </a:p>
              </p:txBody>
            </p:sp>
            <p:cxnSp>
              <p:nvCxnSpPr>
                <p:cNvPr id="137" name="Straight Connector 136">
                  <a:extLst>
                    <a:ext uri="{FF2B5EF4-FFF2-40B4-BE49-F238E27FC236}">
                      <a16:creationId xmlns:a16="http://schemas.microsoft.com/office/drawing/2014/main" id="{C1D82ACC-E0EE-2348-B890-423D23C1EF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020" y="3929006"/>
                  <a:ext cx="1229581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Straight Connector 137">
                  <a:extLst>
                    <a:ext uri="{FF2B5EF4-FFF2-40B4-BE49-F238E27FC236}">
                      <a16:creationId xmlns:a16="http://schemas.microsoft.com/office/drawing/2014/main" id="{2DB145EA-3219-004F-A23E-FB2999175F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0462" y="2507722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Straight Connector 139">
                  <a:extLst>
                    <a:ext uri="{FF2B5EF4-FFF2-40B4-BE49-F238E27FC236}">
                      <a16:creationId xmlns:a16="http://schemas.microsoft.com/office/drawing/2014/main" id="{0AA57595-69A7-FB47-861C-260753AC75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2716" y="2784147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Straight Connector 140">
                  <a:extLst>
                    <a:ext uri="{FF2B5EF4-FFF2-40B4-BE49-F238E27FC236}">
                      <a16:creationId xmlns:a16="http://schemas.microsoft.com/office/drawing/2014/main" id="{B9DCE83D-6FD6-1D43-8628-D244B5294D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970" y="3060571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0" name="Rectangle 469">
                <a:extLst>
                  <a:ext uri="{FF2B5EF4-FFF2-40B4-BE49-F238E27FC236}">
                    <a16:creationId xmlns:a16="http://schemas.microsoft.com/office/drawing/2014/main" id="{347F37DA-3C33-4A46-BB08-CEF2C9614C19}"/>
                  </a:ext>
                </a:extLst>
              </p:cNvPr>
              <p:cNvSpPr/>
              <p:nvPr/>
            </p:nvSpPr>
            <p:spPr>
              <a:xfrm>
                <a:off x="814516" y="2710248"/>
                <a:ext cx="1352036" cy="1518852"/>
              </a:xfrm>
              <a:prstGeom prst="rect">
                <a:avLst/>
              </a:prstGeom>
              <a:solidFill>
                <a:schemeClr val="bg1">
                  <a:alpha val="7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 packet core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B2C4908-6AF5-4E40-BEA7-AF2FB61795AD}"/>
              </a:ext>
            </a:extLst>
          </p:cNvPr>
          <p:cNvGrpSpPr/>
          <p:nvPr/>
        </p:nvGrpSpPr>
        <p:grpSpPr>
          <a:xfrm>
            <a:off x="4796570" y="2196792"/>
            <a:ext cx="2526431" cy="3132436"/>
            <a:chOff x="4796570" y="2196792"/>
            <a:chExt cx="2526431" cy="3132436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BE969560-692E-A942-8410-B9F73CA0E966}"/>
                </a:ext>
              </a:extLst>
            </p:cNvPr>
            <p:cNvGrpSpPr/>
            <p:nvPr/>
          </p:nvGrpSpPr>
          <p:grpSpPr>
            <a:xfrm>
              <a:off x="4796570" y="2196792"/>
              <a:ext cx="1237647" cy="2032308"/>
              <a:chOff x="2160462" y="2184682"/>
              <a:chExt cx="1237647" cy="2032308"/>
            </a:xfrm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46E0073-42DA-D24A-A4EC-6A54A41FEB09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96C4881-41D5-124D-9B71-858A49D6BE13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95BAB027-0A6C-224B-9E50-B34BBA668B87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23F5B520-412C-1243-9A57-C2BC4F3A4AC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F0DA3D4F-C95B-C844-9E36-5985F9F25C37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A3433732-12B1-F240-8E22-5B73D009927D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78551E58-C8D2-5840-BBDC-29C079129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54C882FB-CB3A-7C44-9B26-8ABB9BA95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6F0AA963-B936-D64A-9037-C9B378F54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A3E040E8-A2E3-414C-B175-D28B7DF9D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F380DFF-8282-D243-90DC-C48972CF0694}"/>
                </a:ext>
              </a:extLst>
            </p:cNvPr>
            <p:cNvGrpSpPr/>
            <p:nvPr/>
          </p:nvGrpSpPr>
          <p:grpSpPr>
            <a:xfrm>
              <a:off x="5999294" y="2196792"/>
              <a:ext cx="1237647" cy="2032308"/>
              <a:chOff x="2160462" y="2184682"/>
              <a:chExt cx="1237647" cy="2032308"/>
            </a:xfrm>
          </p:grpSpPr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0B23F6FB-4938-0844-BE98-E497854E710D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0DD464DC-8853-DF40-99EA-099A720F36EE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52059F2B-9B51-0B44-80BA-31DD3854E525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A0E6ADB-5D3B-AE49-B8AC-1C33E4D3A35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15ED722-1510-D54F-96E7-C7645BE37EAA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EA4280CC-8310-E846-865C-14CCFD7279CC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7A8D91A-62EE-AA48-B231-C1F1D52F64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4AE9CA62-2BDB-2E48-ADF4-0C3CF084CA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AEDB6E1-97F9-FB4E-BEA4-C6461196BA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1CD18770-70F8-0D40-BE8F-FB3FEB239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8EBBBE68-5555-0D42-81E3-5BAA4C005CEC}"/>
                </a:ext>
              </a:extLst>
            </p:cNvPr>
            <p:cNvSpPr/>
            <p:nvPr/>
          </p:nvSpPr>
          <p:spPr>
            <a:xfrm flipH="1">
              <a:off x="4829975" y="4229099"/>
              <a:ext cx="2493026" cy="1100129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  <a:gd name="connsiteX0" fmla="*/ 554728 w 934860"/>
                <a:gd name="connsiteY0" fmla="*/ 1466838 h 1470381"/>
                <a:gd name="connsiteX1" fmla="*/ 0 w 934860"/>
                <a:gd name="connsiteY1" fmla="*/ 0 h 1470381"/>
                <a:gd name="connsiteX2" fmla="*/ 934860 w 934860"/>
                <a:gd name="connsiteY2" fmla="*/ 18745 h 1470381"/>
                <a:gd name="connsiteX3" fmla="*/ 826077 w 934860"/>
                <a:gd name="connsiteY3" fmla="*/ 1470381 h 1470381"/>
                <a:gd name="connsiteX4" fmla="*/ 554728 w 934860"/>
                <a:gd name="connsiteY4" fmla="*/ 1466838 h 1470381"/>
                <a:gd name="connsiteX0" fmla="*/ 554728 w 934860"/>
                <a:gd name="connsiteY0" fmla="*/ 1466838 h 1466838"/>
                <a:gd name="connsiteX1" fmla="*/ 0 w 934860"/>
                <a:gd name="connsiteY1" fmla="*/ 0 h 1466838"/>
                <a:gd name="connsiteX2" fmla="*/ 934860 w 934860"/>
                <a:gd name="connsiteY2" fmla="*/ 18745 h 1466838"/>
                <a:gd name="connsiteX3" fmla="*/ 691701 w 934860"/>
                <a:gd name="connsiteY3" fmla="*/ 1453905 h 1466838"/>
                <a:gd name="connsiteX4" fmla="*/ 554728 w 934860"/>
                <a:gd name="connsiteY4" fmla="*/ 1466838 h 146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466838">
                  <a:moveTo>
                    <a:pt x="554728" y="1466838"/>
                  </a:moveTo>
                  <a:cubicBezTo>
                    <a:pt x="385060" y="483829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701929" y="740536"/>
                    <a:pt x="691701" y="1453905"/>
                  </a:cubicBezTo>
                  <a:lnTo>
                    <a:pt x="554728" y="1466838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57583815-207F-3F40-B71D-607AA8049E15}"/>
              </a:ext>
            </a:extLst>
          </p:cNvPr>
          <p:cNvGrpSpPr/>
          <p:nvPr/>
        </p:nvGrpSpPr>
        <p:grpSpPr>
          <a:xfrm>
            <a:off x="3591328" y="5117463"/>
            <a:ext cx="4433068" cy="574881"/>
            <a:chOff x="5366964" y="5459934"/>
            <a:chExt cx="4476119" cy="574881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E3806000-F8D5-1243-B442-2CE4C18F3222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3B00005-8084-274A-B4E5-21E4A031BDAC}"/>
                </a:ext>
              </a:extLst>
            </p:cNvPr>
            <p:cNvCxnSpPr>
              <a:cxnSpLocks/>
              <a:stCxn id="181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4CA44BED-C2DE-0A46-8B3F-B7098DF7E6A2}"/>
                </a:ext>
              </a:extLst>
            </p:cNvPr>
            <p:cNvCxnSpPr>
              <a:cxnSpLocks/>
              <a:stCxn id="217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3E772C3-F0C1-0F4B-857F-194A64130195}"/>
                </a:ext>
              </a:extLst>
            </p:cNvPr>
            <p:cNvCxnSpPr>
              <a:cxnSpLocks/>
              <a:stCxn id="217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0A7AC545-6351-1B40-B31C-C9E821815418}"/>
                </a:ext>
              </a:extLst>
            </p:cNvPr>
            <p:cNvCxnSpPr>
              <a:cxnSpLocks/>
              <a:endCxn id="195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D9AE005-9B1E-8C4C-A49D-5F721D0E3256}"/>
                </a:ext>
              </a:extLst>
            </p:cNvPr>
            <p:cNvCxnSpPr>
              <a:cxnSpLocks/>
              <a:stCxn id="212" idx="4"/>
              <a:endCxn id="229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A1783B7E-0F5B-A44C-BA15-73D23A81D9FE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F3324C53-9080-2944-B798-E35B0FE67F85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C651BC55-DED4-B247-A4A0-BEE3C67C533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7C63CF2-2B3E-0C45-AF32-1B499275C9D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CB6E02C-B25A-2C44-85FC-65BF0E119AF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B248822B-EA31-684D-9A81-E4638C059F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E0627D70-491A-CC47-8EAC-73385A17E5B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877D3DC7-EAF9-9D4D-8350-8DD86C83A76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6AD1D6F7-F4EF-A24D-B13F-C938C0965C0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0C5F6C3F-5D96-6A40-B82E-4A14C249EF59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BE706F9E-E1B5-6C4E-B083-4D8CB09C85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1BC495A7-A16E-1C4B-8573-01BD01479CC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2A98A955-1138-AF4E-8652-F9CE7B79B7D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887B3BC-7533-2F46-9AB8-786A34D718D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F0EF020B-DAB9-2546-88DE-FE49ADE959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FE4DCADC-F570-EB4B-866E-84F2A7F90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D74ACE9C-71E8-1745-AFAD-F11F6385981C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01285B64-90FE-144F-AEE8-A7C0AB2E1A64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27642E8F-4615-B346-A76C-4AD629765D1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1A77EF2E-28DE-3948-9163-1C2553F6B8C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6" name="Group 205">
                <a:extLst>
                  <a:ext uri="{FF2B5EF4-FFF2-40B4-BE49-F238E27FC236}">
                    <a16:creationId xmlns:a16="http://schemas.microsoft.com/office/drawing/2014/main" id="{5B7ECFA3-F9DA-DF45-BE44-7A0E21BCD3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98B2252C-DD84-834F-A9EC-C3343AB528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2711BA82-810D-1141-AFBA-1EE4C29A4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46B20000-9166-DA4A-818B-E392ACA738B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209">
                  <a:extLst>
                    <a:ext uri="{FF2B5EF4-FFF2-40B4-BE49-F238E27FC236}">
                      <a16:creationId xmlns:a16="http://schemas.microsoft.com/office/drawing/2014/main" id="{9B74C9B9-DF7C-5541-8BE3-232BEF97D5D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F19EE649-7365-214B-BACD-C80B6C3F44F5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1FC7EF55-285B-B143-8094-85F75C3A86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011C0EDE-A0A3-1C4B-8404-4B95ECFBB11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77E9BD11-DCFD-3643-9F4D-DC18211F7E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BF8752DD-75E4-1A43-80F9-DF726B1B178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1AADF556-0D2C-0C4B-80BF-5DC6BE1F20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142A78AA-9D7B-6A40-B95D-2752E589457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6D151B61-FDA9-4245-AAAF-08C5B6CC1D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A9B3C0BA-CAE0-FE43-A006-EE5FFCCECF79}"/>
              </a:ext>
            </a:extLst>
          </p:cNvPr>
          <p:cNvGrpSpPr/>
          <p:nvPr/>
        </p:nvGrpSpPr>
        <p:grpSpPr>
          <a:xfrm>
            <a:off x="3894255" y="5219794"/>
            <a:ext cx="998795" cy="445007"/>
            <a:chOff x="4332883" y="5571655"/>
            <a:chExt cx="998795" cy="445007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946F0E32-B6FD-2E43-A5CC-D907A0881CE5}"/>
                </a:ext>
              </a:extLst>
            </p:cNvPr>
            <p:cNvCxnSpPr>
              <a:cxnSpLocks/>
              <a:stCxn id="269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D043DB0-800F-754D-9B6F-AD33EB3C9240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5FF2F439-BBFA-ED43-B8FC-B5E83DBA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DA90B2F6-819E-8943-B1B3-C7E6DEA4C29C}"/>
                </a:ext>
              </a:extLst>
            </p:cNvPr>
            <p:cNvCxnSpPr>
              <a:cxnSpLocks/>
              <a:stCxn id="288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B0A8DD6-B0A4-8444-8006-E35E095AABEA}"/>
                </a:ext>
              </a:extLst>
            </p:cNvPr>
            <p:cNvCxnSpPr>
              <a:cxnSpLocks/>
              <a:stCxn id="288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05737FBC-BD91-6D43-A98A-9C6EF04F9C42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34E54D75-6949-9A48-AE1C-E752FB4564B0}"/>
                </a:ext>
              </a:extLst>
            </p:cNvPr>
            <p:cNvCxnSpPr>
              <a:cxnSpLocks/>
              <a:stCxn id="274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3301B9BD-CB77-DF41-B137-FA23480082FF}"/>
                </a:ext>
              </a:extLst>
            </p:cNvPr>
            <p:cNvCxnSpPr>
              <a:cxnSpLocks/>
              <a:endCxn id="274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60BA23F2-D714-C04B-9A63-687645E50678}"/>
                </a:ext>
              </a:extLst>
            </p:cNvPr>
            <p:cNvCxnSpPr>
              <a:cxnSpLocks/>
              <a:stCxn id="283" idx="4"/>
              <a:endCxn id="344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DE30104-86C4-D748-98C2-E04E745DEC64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78808923-FC5C-A547-AAC8-B586CD9B6344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9066CD51-9113-2F4A-8B5D-8EE36F1569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83527AC5-AD00-384F-A2C5-4AA56EB5504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0" name="Group 339">
                <a:extLst>
                  <a:ext uri="{FF2B5EF4-FFF2-40B4-BE49-F238E27FC236}">
                    <a16:creationId xmlns:a16="http://schemas.microsoft.com/office/drawing/2014/main" id="{D89F5851-8D09-BF4B-A216-51EEC0F4AC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8C480EBA-E7EB-2445-8D65-61DBA84D81A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F2457045-0DFD-4441-B9DA-9390A3999BB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B3C6EAFE-A1F8-0E4A-8CEF-B11866284B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EB6026F8-B667-CE4A-B54E-C8374287C0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BF402EC4-E285-774E-8AF4-EBCE7E1A2E42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5BC1BD96-2DFB-7148-AB79-2F39B03FD9E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906E06FF-B1D6-1C40-953B-23AB177583C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03E6CE22-8435-4F4F-A8AC-9DB5F59F0AC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85" name="Freeform 284">
                  <a:extLst>
                    <a:ext uri="{FF2B5EF4-FFF2-40B4-BE49-F238E27FC236}">
                      <a16:creationId xmlns:a16="http://schemas.microsoft.com/office/drawing/2014/main" id="{B08BF507-15CF-5547-B9B1-B2FD08767C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6" name="Freeform 285">
                  <a:extLst>
                    <a:ext uri="{FF2B5EF4-FFF2-40B4-BE49-F238E27FC236}">
                      <a16:creationId xmlns:a16="http://schemas.microsoft.com/office/drawing/2014/main" id="{8E37D877-B476-9140-B26A-8A661E503C3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CBDD7129-A520-B04A-B0D3-45329D92095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C879E560-86B1-CA41-8B69-23E20A0B5EF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39F81AB-EDF9-3C47-A749-1DDB22584168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CD7BD88-8993-F944-935A-731D63DF82F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33241775-DB11-C14B-BF51-FABF9D5C739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7" name="Group 276">
                <a:extLst>
                  <a:ext uri="{FF2B5EF4-FFF2-40B4-BE49-F238E27FC236}">
                    <a16:creationId xmlns:a16="http://schemas.microsoft.com/office/drawing/2014/main" id="{25B9CA5A-F873-414C-906A-9188B8D65E7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D79FCB20-CC5D-6947-8B50-0BB502313CA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BA5B4674-E636-4E48-91B6-DB0D2611BD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F06904D6-E378-AD41-8C2E-8ECF3D3ACCE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4B75E508-20BE-E04A-AD0C-7AFFE9853F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4020149E-9277-2A42-ABE5-B8A73D6FFB2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FB58ACE8-27AF-C74F-A75B-4665B03B383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F1C2973A-A250-134D-8ECC-EDB6C29FF56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D35A77B6-17F3-1C40-A554-657B03FF1F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F1BB570A-9C16-FC42-8E2B-E1EA002F199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Freeform 271">
                  <a:extLst>
                    <a:ext uri="{FF2B5EF4-FFF2-40B4-BE49-F238E27FC236}">
                      <a16:creationId xmlns:a16="http://schemas.microsoft.com/office/drawing/2014/main" id="{A4864AFB-0603-F44C-9E55-0296F0F1052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3581ED50-E87B-2745-9319-9BB0304E6BF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DCB6FEB8-52E8-794E-8EE4-9D4D80A2B12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0C5E2B52-FF8B-DD4E-AD39-5584297AB468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95D05934-0CDB-6B4E-BE97-CB557C5D37C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6A7CF0F6-7913-8840-AA75-60C0D924291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74788EA9-21D2-E642-B1C3-59F2D5C21D9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76C76CA5-6549-E940-8F46-698551E0EC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0C41DB-977A-7C45-B063-CEE488E8926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DC11234B-FCC7-D740-912E-275B7AFE16C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4DF585A8-F681-5D45-8F21-64F09F2FA5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8ABD7ED1-BFE6-E540-810D-710B2D899F45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3E0781F9-E709-B949-ADED-EA20396C67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0F473E31-8D00-2A4E-830D-3DD896A5CA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D8FE7B10-05C9-1948-B64A-AA214517E0D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6246F377-7D10-8241-AF42-D0CAEF63151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4907160-1121-E440-B945-2CA8883200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969240C3-12A7-CC4B-82E1-0E74415830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160FBB61-7788-E64F-AE97-5F34A0FBB0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2329D165-B5EF-0043-94DF-15E5F1D4C12B}"/>
              </a:ext>
            </a:extLst>
          </p:cNvPr>
          <p:cNvGrpSpPr/>
          <p:nvPr/>
        </p:nvGrpSpPr>
        <p:grpSpPr>
          <a:xfrm>
            <a:off x="2663783" y="4405625"/>
            <a:ext cx="790834" cy="1180042"/>
            <a:chOff x="5970432" y="1629202"/>
            <a:chExt cx="888604" cy="1197664"/>
          </a:xfrm>
        </p:grpSpPr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65949EE1-DF32-4444-95D6-6AFA4E19C360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93" name="Group 817">
                <a:extLst>
                  <a:ext uri="{FF2B5EF4-FFF2-40B4-BE49-F238E27FC236}">
                    <a16:creationId xmlns:a16="http://schemas.microsoft.com/office/drawing/2014/main" id="{0292AC73-815F-F340-9760-C4B577F8F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410" name="Oval 818">
                  <a:extLst>
                    <a:ext uri="{FF2B5EF4-FFF2-40B4-BE49-F238E27FC236}">
                      <a16:creationId xmlns:a16="http://schemas.microsoft.com/office/drawing/2014/main" id="{E25E41A2-C83C-2840-AB52-5956B2D5EA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411" name="Group 819">
                  <a:extLst>
                    <a:ext uri="{FF2B5EF4-FFF2-40B4-BE49-F238E27FC236}">
                      <a16:creationId xmlns:a16="http://schemas.microsoft.com/office/drawing/2014/main" id="{86CBA856-CE6E-B84A-AF53-5EB9C48E74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412" name="Oval 820">
                    <a:extLst>
                      <a:ext uri="{FF2B5EF4-FFF2-40B4-BE49-F238E27FC236}">
                        <a16:creationId xmlns:a16="http://schemas.microsoft.com/office/drawing/2014/main" id="{4F4CFF0D-5E76-6C40-8379-2F0A96356D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3" name="Oval 821">
                    <a:extLst>
                      <a:ext uri="{FF2B5EF4-FFF2-40B4-BE49-F238E27FC236}">
                        <a16:creationId xmlns:a16="http://schemas.microsoft.com/office/drawing/2014/main" id="{C0F626F4-60DB-8A45-A342-631E719638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4" name="Oval 822">
                    <a:extLst>
                      <a:ext uri="{FF2B5EF4-FFF2-40B4-BE49-F238E27FC236}">
                        <a16:creationId xmlns:a16="http://schemas.microsoft.com/office/drawing/2014/main" id="{093F7A89-42E4-F447-8C0B-FE2C2EACB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5" name="Oval 823">
                    <a:extLst>
                      <a:ext uri="{FF2B5EF4-FFF2-40B4-BE49-F238E27FC236}">
                        <a16:creationId xmlns:a16="http://schemas.microsoft.com/office/drawing/2014/main" id="{3C3BA735-3EA2-204F-86F3-4EB67BE7D8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4" name="Group 398">
                <a:extLst>
                  <a:ext uri="{FF2B5EF4-FFF2-40B4-BE49-F238E27FC236}">
                    <a16:creationId xmlns:a16="http://schemas.microsoft.com/office/drawing/2014/main" id="{98321EE2-A9F5-EA4E-8375-A25122C41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95" name="Line 270">
                  <a:extLst>
                    <a:ext uri="{FF2B5EF4-FFF2-40B4-BE49-F238E27FC236}">
                      <a16:creationId xmlns:a16="http://schemas.microsoft.com/office/drawing/2014/main" id="{4E650008-229D-884C-A550-9FF9F0837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6" name="Line 271">
                  <a:extLst>
                    <a:ext uri="{FF2B5EF4-FFF2-40B4-BE49-F238E27FC236}">
                      <a16:creationId xmlns:a16="http://schemas.microsoft.com/office/drawing/2014/main" id="{F53B0842-7E77-6341-8C0F-70F845464F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Line 272">
                  <a:extLst>
                    <a:ext uri="{FF2B5EF4-FFF2-40B4-BE49-F238E27FC236}">
                      <a16:creationId xmlns:a16="http://schemas.microsoft.com/office/drawing/2014/main" id="{3E4E7872-FD2D-864C-BDF2-CEF6009A2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8" name="Line 273">
                  <a:extLst>
                    <a:ext uri="{FF2B5EF4-FFF2-40B4-BE49-F238E27FC236}">
                      <a16:creationId xmlns:a16="http://schemas.microsoft.com/office/drawing/2014/main" id="{BBBBAA6D-595D-C644-955F-E559477A9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274">
                  <a:extLst>
                    <a:ext uri="{FF2B5EF4-FFF2-40B4-BE49-F238E27FC236}">
                      <a16:creationId xmlns:a16="http://schemas.microsoft.com/office/drawing/2014/main" id="{5B79AAF0-0CD3-9948-80F2-AF74D82140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275">
                  <a:extLst>
                    <a:ext uri="{FF2B5EF4-FFF2-40B4-BE49-F238E27FC236}">
                      <a16:creationId xmlns:a16="http://schemas.microsoft.com/office/drawing/2014/main" id="{C6C33E99-8CA4-424E-A792-55FD559E5F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Line 276">
                  <a:extLst>
                    <a:ext uri="{FF2B5EF4-FFF2-40B4-BE49-F238E27FC236}">
                      <a16:creationId xmlns:a16="http://schemas.microsoft.com/office/drawing/2014/main" id="{0FA8FC4B-06DD-8A45-87E3-388544E91C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Line 277">
                  <a:extLst>
                    <a:ext uri="{FF2B5EF4-FFF2-40B4-BE49-F238E27FC236}">
                      <a16:creationId xmlns:a16="http://schemas.microsoft.com/office/drawing/2014/main" id="{002C2EF5-83DE-E942-B41A-63A761D689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3" name="Line 278">
                  <a:extLst>
                    <a:ext uri="{FF2B5EF4-FFF2-40B4-BE49-F238E27FC236}">
                      <a16:creationId xmlns:a16="http://schemas.microsoft.com/office/drawing/2014/main" id="{BB3D6793-196D-5C4E-8384-A136F178C4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4" name="Line 279">
                  <a:extLst>
                    <a:ext uri="{FF2B5EF4-FFF2-40B4-BE49-F238E27FC236}">
                      <a16:creationId xmlns:a16="http://schemas.microsoft.com/office/drawing/2014/main" id="{01B0B86C-D14F-E64D-9076-7F3B161D30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5" name="Line 280">
                  <a:extLst>
                    <a:ext uri="{FF2B5EF4-FFF2-40B4-BE49-F238E27FC236}">
                      <a16:creationId xmlns:a16="http://schemas.microsoft.com/office/drawing/2014/main" id="{F2CA1FE8-0D16-E34B-BC91-A65FCF8645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Line 281">
                  <a:extLst>
                    <a:ext uri="{FF2B5EF4-FFF2-40B4-BE49-F238E27FC236}">
                      <a16:creationId xmlns:a16="http://schemas.microsoft.com/office/drawing/2014/main" id="{374ABBDD-FF60-3F41-B1D6-6BD309597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7" name="Line 282">
                  <a:extLst>
                    <a:ext uri="{FF2B5EF4-FFF2-40B4-BE49-F238E27FC236}">
                      <a16:creationId xmlns:a16="http://schemas.microsoft.com/office/drawing/2014/main" id="{ED522EE1-A1C4-A742-929F-DCC29FAD21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283">
                  <a:extLst>
                    <a:ext uri="{FF2B5EF4-FFF2-40B4-BE49-F238E27FC236}">
                      <a16:creationId xmlns:a16="http://schemas.microsoft.com/office/drawing/2014/main" id="{1647E183-0861-3F41-AB5B-A6965FDB9B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284">
                  <a:extLst>
                    <a:ext uri="{FF2B5EF4-FFF2-40B4-BE49-F238E27FC236}">
                      <a16:creationId xmlns:a16="http://schemas.microsoft.com/office/drawing/2014/main" id="{B4043621-7049-B142-85EC-B03D30CB72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30328418-FEE1-EE47-98BF-A21F2A99E81E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348" name="Group 347">
                <a:extLst>
                  <a:ext uri="{FF2B5EF4-FFF2-40B4-BE49-F238E27FC236}">
                    <a16:creationId xmlns:a16="http://schemas.microsoft.com/office/drawing/2014/main" id="{A3ECB4C7-CD8E-134B-B4A4-435CF1AA05A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88" name="Freeform 387">
                  <a:extLst>
                    <a:ext uri="{FF2B5EF4-FFF2-40B4-BE49-F238E27FC236}">
                      <a16:creationId xmlns:a16="http://schemas.microsoft.com/office/drawing/2014/main" id="{D09803A5-A9B3-C84A-94AF-BB42BD4CF4B8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C3B4DE2F-6F33-0D4C-8C75-FC7AF19474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349" name="Group 348">
                <a:extLst>
                  <a:ext uri="{FF2B5EF4-FFF2-40B4-BE49-F238E27FC236}">
                    <a16:creationId xmlns:a16="http://schemas.microsoft.com/office/drawing/2014/main" id="{5DF2BA87-8F1C-0941-BA17-4BF3946CFAD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A7B77710-B95E-AB47-98C2-0509B34F24DC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6" name="Parallelogram 385">
                    <a:extLst>
                      <a:ext uri="{FF2B5EF4-FFF2-40B4-BE49-F238E27FC236}">
                        <a16:creationId xmlns:a16="http://schemas.microsoft.com/office/drawing/2014/main" id="{CDE545DE-3076-CB4D-AE64-7C7583B81C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7" name="Parallelogram 386">
                    <a:extLst>
                      <a:ext uri="{FF2B5EF4-FFF2-40B4-BE49-F238E27FC236}">
                        <a16:creationId xmlns:a16="http://schemas.microsoft.com/office/drawing/2014/main" id="{65DB0FE8-CFE8-6E4B-A607-67127410727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099A3123-5D76-0F4D-974C-DC5350468F97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3" name="Parallelogram 382">
                    <a:extLst>
                      <a:ext uri="{FF2B5EF4-FFF2-40B4-BE49-F238E27FC236}">
                        <a16:creationId xmlns:a16="http://schemas.microsoft.com/office/drawing/2014/main" id="{8560BCA9-79CE-FB46-8807-91CAB323DCBD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5" name="Parallelogram 384">
                    <a:extLst>
                      <a:ext uri="{FF2B5EF4-FFF2-40B4-BE49-F238E27FC236}">
                        <a16:creationId xmlns:a16="http://schemas.microsoft.com/office/drawing/2014/main" id="{E7301516-CEAA-9A49-AD53-294B7201952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2" name="Parallelogram 351">
                  <a:extLst>
                    <a:ext uri="{FF2B5EF4-FFF2-40B4-BE49-F238E27FC236}">
                      <a16:creationId xmlns:a16="http://schemas.microsoft.com/office/drawing/2014/main" id="{0F919CD9-B57A-B040-BB1E-8555E13A7BA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3" name="Parallelogram 352">
                  <a:extLst>
                    <a:ext uri="{FF2B5EF4-FFF2-40B4-BE49-F238E27FC236}">
                      <a16:creationId xmlns:a16="http://schemas.microsoft.com/office/drawing/2014/main" id="{371B4E30-D3FD-914F-A495-2E8FF6C64ED6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4" name="Parallelogram 353">
                  <a:extLst>
                    <a:ext uri="{FF2B5EF4-FFF2-40B4-BE49-F238E27FC236}">
                      <a16:creationId xmlns:a16="http://schemas.microsoft.com/office/drawing/2014/main" id="{58A0847E-BEC9-4746-A827-C278B8F2F1F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5" name="Parallelogram 354">
                  <a:extLst>
                    <a:ext uri="{FF2B5EF4-FFF2-40B4-BE49-F238E27FC236}">
                      <a16:creationId xmlns:a16="http://schemas.microsoft.com/office/drawing/2014/main" id="{872A9D5B-3F77-E647-9210-C43AD11DFF1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6" name="Parallelogram 355">
                  <a:extLst>
                    <a:ext uri="{FF2B5EF4-FFF2-40B4-BE49-F238E27FC236}">
                      <a16:creationId xmlns:a16="http://schemas.microsoft.com/office/drawing/2014/main" id="{A3FFE56B-1AF2-9F44-85B7-FD5400AB6C78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7" name="Parallelogram 356">
                  <a:extLst>
                    <a:ext uri="{FF2B5EF4-FFF2-40B4-BE49-F238E27FC236}">
                      <a16:creationId xmlns:a16="http://schemas.microsoft.com/office/drawing/2014/main" id="{DB31337C-4205-A446-9A39-ECDC77C0069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58" name="Group 357">
                  <a:extLst>
                    <a:ext uri="{FF2B5EF4-FFF2-40B4-BE49-F238E27FC236}">
                      <a16:creationId xmlns:a16="http://schemas.microsoft.com/office/drawing/2014/main" id="{E3783F0D-649F-D24F-A2F1-B95B548BC62D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61" name="Parallelogram 360">
                    <a:extLst>
                      <a:ext uri="{FF2B5EF4-FFF2-40B4-BE49-F238E27FC236}">
                        <a16:creationId xmlns:a16="http://schemas.microsoft.com/office/drawing/2014/main" id="{04BC5C13-E442-6B45-9F72-9EEBD7BF0EA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2" name="Parallelogram 361">
                    <a:extLst>
                      <a:ext uri="{FF2B5EF4-FFF2-40B4-BE49-F238E27FC236}">
                        <a16:creationId xmlns:a16="http://schemas.microsoft.com/office/drawing/2014/main" id="{FF0928FB-1A51-FC4D-BDF1-CE12016F30D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3" name="Parallelogram 362">
                    <a:extLst>
                      <a:ext uri="{FF2B5EF4-FFF2-40B4-BE49-F238E27FC236}">
                        <a16:creationId xmlns:a16="http://schemas.microsoft.com/office/drawing/2014/main" id="{B78DCC03-7FF2-3A49-89D6-935400F03A8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4" name="Parallelogram 363">
                    <a:extLst>
                      <a:ext uri="{FF2B5EF4-FFF2-40B4-BE49-F238E27FC236}">
                        <a16:creationId xmlns:a16="http://schemas.microsoft.com/office/drawing/2014/main" id="{88C83F6D-AACA-274B-AA34-19E3C5437C7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9" name="Parallelogram 358">
                  <a:extLst>
                    <a:ext uri="{FF2B5EF4-FFF2-40B4-BE49-F238E27FC236}">
                      <a16:creationId xmlns:a16="http://schemas.microsoft.com/office/drawing/2014/main" id="{E8F65E59-4BF3-8F4C-9B2C-6B6E0C3E8EA6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0" name="Parallelogram 359">
                  <a:extLst>
                    <a:ext uri="{FF2B5EF4-FFF2-40B4-BE49-F238E27FC236}">
                      <a16:creationId xmlns:a16="http://schemas.microsoft.com/office/drawing/2014/main" id="{C8E8AA3A-3716-4F4C-A3A5-C5BC0456891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ECE066FF-41E3-DB48-97B8-0811DA170B7B}"/>
              </a:ext>
            </a:extLst>
          </p:cNvPr>
          <p:cNvGrpSpPr/>
          <p:nvPr/>
        </p:nvGrpSpPr>
        <p:grpSpPr>
          <a:xfrm>
            <a:off x="5378279" y="5161005"/>
            <a:ext cx="694976" cy="460529"/>
            <a:chOff x="7493876" y="2774731"/>
            <a:chExt cx="1481958" cy="894622"/>
          </a:xfrm>
        </p:grpSpPr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9A17D7E2-0EC2-4147-BACE-C86863E791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D2C8B71A-ED08-704F-BBA9-A41AA021D4B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4FBFBD37-6872-CF4B-BBD0-B2D00683FDF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3A6B00A4-C316-784D-90CE-A48AB80C972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DB5B3B43-C97E-9A4C-956E-FB78D96ED4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07557CC0-A13F-494D-ADE7-5DEE27608B3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B4AE89FB-CBFD-5041-A09B-8CB7F28A73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7337DE54-8E37-9B40-85AE-009543DEA547}"/>
              </a:ext>
            </a:extLst>
          </p:cNvPr>
          <p:cNvGrpSpPr/>
          <p:nvPr/>
        </p:nvGrpSpPr>
        <p:grpSpPr>
          <a:xfrm>
            <a:off x="7198842" y="5152767"/>
            <a:ext cx="694976" cy="460529"/>
            <a:chOff x="7493876" y="2774731"/>
            <a:chExt cx="1481958" cy="894622"/>
          </a:xfrm>
        </p:grpSpPr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40BDAD1B-D03A-154B-8252-A2C77DC8AB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232CB1C6-1225-D54B-8C4F-DE2F3947CF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2AE3D40-DDBD-3B4B-88BE-B3BB611891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0" name="Freeform 429">
                <a:extLst>
                  <a:ext uri="{FF2B5EF4-FFF2-40B4-BE49-F238E27FC236}">
                    <a16:creationId xmlns:a16="http://schemas.microsoft.com/office/drawing/2014/main" id="{94E635BD-A20D-D845-B2D4-5406C71A90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DBDEEC0-B741-A94C-9991-B7B4C5F975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A8534E27-606E-A948-A60D-BF5C124C52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D7DF4F3-E1F8-AC4C-B937-292FDCEE40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439" name="Straight Arrow Connector 438">
            <a:extLst>
              <a:ext uri="{FF2B5EF4-FFF2-40B4-BE49-F238E27FC236}">
                <a16:creationId xmlns:a16="http://schemas.microsoft.com/office/drawing/2014/main" id="{85D80446-F7D0-D944-BE27-B5A2D76C1189}"/>
              </a:ext>
            </a:extLst>
          </p:cNvPr>
          <p:cNvCxnSpPr>
            <a:cxnSpLocks/>
          </p:cNvCxnSpPr>
          <p:nvPr/>
        </p:nvCxnSpPr>
        <p:spPr>
          <a:xfrm>
            <a:off x="1638299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6" name="TextBox 445">
            <a:extLst>
              <a:ext uri="{FF2B5EF4-FFF2-40B4-BE49-F238E27FC236}">
                <a16:creationId xmlns:a16="http://schemas.microsoft.com/office/drawing/2014/main" id="{0085033F-D459-8842-BC6F-18CE34CFE6F6}"/>
              </a:ext>
            </a:extLst>
          </p:cNvPr>
          <p:cNvSpPr txBox="1"/>
          <p:nvPr/>
        </p:nvSpPr>
        <p:spPr>
          <a:xfrm>
            <a:off x="7244442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5202305B-97C0-714B-8E9D-C2F53BF0958C}"/>
              </a:ext>
            </a:extLst>
          </p:cNvPr>
          <p:cNvSpPr txBox="1"/>
          <p:nvPr/>
        </p:nvSpPr>
        <p:spPr>
          <a:xfrm>
            <a:off x="5419890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8" name="Picture 447">
            <a:extLst>
              <a:ext uri="{FF2B5EF4-FFF2-40B4-BE49-F238E27FC236}">
                <a16:creationId xmlns:a16="http://schemas.microsoft.com/office/drawing/2014/main" id="{3E61C666-A840-0548-8BD1-3305B1ABCE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2003" y="5278594"/>
            <a:ext cx="1508938" cy="207264"/>
          </a:xfrm>
          <a:prstGeom prst="rect">
            <a:avLst/>
          </a:prstGeom>
        </p:spPr>
      </p:pic>
      <p:cxnSp>
        <p:nvCxnSpPr>
          <p:cNvPr id="449" name="Straight Arrow Connector 448">
            <a:extLst>
              <a:ext uri="{FF2B5EF4-FFF2-40B4-BE49-F238E27FC236}">
                <a16:creationId xmlns:a16="http://schemas.microsoft.com/office/drawing/2014/main" id="{3081E220-1785-C649-92F7-B8A2826D52B1}"/>
              </a:ext>
            </a:extLst>
          </p:cNvPr>
          <p:cNvCxnSpPr>
            <a:cxnSpLocks/>
          </p:cNvCxnSpPr>
          <p:nvPr/>
        </p:nvCxnSpPr>
        <p:spPr>
          <a:xfrm flipH="1">
            <a:off x="3471466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Arrow Connector 449">
            <a:extLst>
              <a:ext uri="{FF2B5EF4-FFF2-40B4-BE49-F238E27FC236}">
                <a16:creationId xmlns:a16="http://schemas.microsoft.com/office/drawing/2014/main" id="{7DA9677E-A81A-644B-BF51-E40EDB7870D4}"/>
              </a:ext>
            </a:extLst>
          </p:cNvPr>
          <p:cNvCxnSpPr>
            <a:cxnSpLocks/>
          </p:cNvCxnSpPr>
          <p:nvPr/>
        </p:nvCxnSpPr>
        <p:spPr>
          <a:xfrm>
            <a:off x="6761626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51" name="Picture 450">
            <a:extLst>
              <a:ext uri="{FF2B5EF4-FFF2-40B4-BE49-F238E27FC236}">
                <a16:creationId xmlns:a16="http://schemas.microsoft.com/office/drawing/2014/main" id="{39DAE686-A685-F342-91A9-D042707C23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2282" y="5286198"/>
            <a:ext cx="816721" cy="207264"/>
          </a:xfrm>
          <a:prstGeom prst="rect">
            <a:avLst/>
          </a:prstGeom>
        </p:spPr>
      </p:pic>
      <p:cxnSp>
        <p:nvCxnSpPr>
          <p:cNvPr id="452" name="Straight Arrow Connector 451">
            <a:extLst>
              <a:ext uri="{FF2B5EF4-FFF2-40B4-BE49-F238E27FC236}">
                <a16:creationId xmlns:a16="http://schemas.microsoft.com/office/drawing/2014/main" id="{C5248A87-9F9F-FB45-A49E-F182F70A9DCB}"/>
              </a:ext>
            </a:extLst>
          </p:cNvPr>
          <p:cNvCxnSpPr>
            <a:cxnSpLocks/>
          </p:cNvCxnSpPr>
          <p:nvPr/>
        </p:nvCxnSpPr>
        <p:spPr>
          <a:xfrm flipH="1">
            <a:off x="6085787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3" name="Group 652">
            <a:extLst>
              <a:ext uri="{FF2B5EF4-FFF2-40B4-BE49-F238E27FC236}">
                <a16:creationId xmlns:a16="http://schemas.microsoft.com/office/drawing/2014/main" id="{6D593388-4921-4845-A11A-59BF19E95C08}"/>
              </a:ext>
            </a:extLst>
          </p:cNvPr>
          <p:cNvGrpSpPr>
            <a:grpSpLocks/>
          </p:cNvGrpSpPr>
          <p:nvPr/>
        </p:nvGrpSpPr>
        <p:grpSpPr bwMode="auto">
          <a:xfrm>
            <a:off x="970802" y="5003243"/>
            <a:ext cx="733407" cy="660273"/>
            <a:chOff x="2751" y="1851"/>
            <a:chExt cx="462" cy="478"/>
          </a:xfrm>
        </p:grpSpPr>
        <p:pic>
          <p:nvPicPr>
            <p:cNvPr id="454" name="Picture 653" descr="iphone_stylized_small">
              <a:extLst>
                <a:ext uri="{FF2B5EF4-FFF2-40B4-BE49-F238E27FC236}">
                  <a16:creationId xmlns:a16="http://schemas.microsoft.com/office/drawing/2014/main" id="{DF8308B6-F22D-674D-A6C8-0DC70B6AA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5" name="Picture 654" descr="antenna_radiation_stylized">
              <a:extLst>
                <a:ext uri="{FF2B5EF4-FFF2-40B4-BE49-F238E27FC236}">
                  <a16:creationId xmlns:a16="http://schemas.microsoft.com/office/drawing/2014/main" id="{E27DC4A0-F181-D547-B504-8544D6EB63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6" name="Rectangle 455">
            <a:extLst>
              <a:ext uri="{FF2B5EF4-FFF2-40B4-BE49-F238E27FC236}">
                <a16:creationId xmlns:a16="http://schemas.microsoft.com/office/drawing/2014/main" id="{64D8096B-CEE8-6C49-8488-6C3D24817187}"/>
              </a:ext>
            </a:extLst>
          </p:cNvPr>
          <p:cNvSpPr/>
          <p:nvPr/>
        </p:nvSpPr>
        <p:spPr>
          <a:xfrm>
            <a:off x="884538" y="4930345"/>
            <a:ext cx="1352036" cy="790833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3D213BE3-42AD-EC4B-A270-370359D352CA}"/>
              </a:ext>
            </a:extLst>
          </p:cNvPr>
          <p:cNvSpPr txBox="1"/>
          <p:nvPr/>
        </p:nvSpPr>
        <p:spPr>
          <a:xfrm>
            <a:off x="2597189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98CB3660-6858-AB4D-9977-086702926CE8}"/>
              </a:ext>
            </a:extLst>
          </p:cNvPr>
          <p:cNvSpPr/>
          <p:nvPr/>
        </p:nvSpPr>
        <p:spPr>
          <a:xfrm>
            <a:off x="2236572" y="5325762"/>
            <a:ext cx="556055" cy="148281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\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89728008-6E72-6D4D-9C4F-5F2B2D7E33B6}"/>
              </a:ext>
            </a:extLst>
          </p:cNvPr>
          <p:cNvGrpSpPr/>
          <p:nvPr/>
        </p:nvGrpSpPr>
        <p:grpSpPr>
          <a:xfrm>
            <a:off x="3101546" y="2458996"/>
            <a:ext cx="2928551" cy="2923232"/>
            <a:chOff x="2987392" y="2753884"/>
            <a:chExt cx="2351943" cy="2628343"/>
          </a:xfrm>
        </p:grpSpPr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0693F20D-02FD-EB41-A70D-132AF1EF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574350" y="5382227"/>
              <a:ext cx="764985" cy="0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863E31E-C892-E640-8593-ECFF64CF4C55}"/>
                </a:ext>
              </a:extLst>
            </p:cNvPr>
            <p:cNvSpPr/>
            <p:nvPr/>
          </p:nvSpPr>
          <p:spPr>
            <a:xfrm>
              <a:off x="2990334" y="2792627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872E75D5-45DF-F349-8AE1-B44D076819B9}"/>
                </a:ext>
              </a:extLst>
            </p:cNvPr>
            <p:cNvSpPr/>
            <p:nvPr/>
          </p:nvSpPr>
          <p:spPr>
            <a:xfrm>
              <a:off x="2995166" y="2753884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745CA4C0-E1AD-A846-AF56-0C91E8BFB3F1}"/>
                </a:ext>
              </a:extLst>
            </p:cNvPr>
            <p:cNvSpPr/>
            <p:nvPr/>
          </p:nvSpPr>
          <p:spPr>
            <a:xfrm>
              <a:off x="5067300" y="2846173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6FF396D-811D-5D4F-8702-FBEADF5398B4}"/>
                </a:ext>
              </a:extLst>
            </p:cNvPr>
            <p:cNvSpPr/>
            <p:nvPr/>
          </p:nvSpPr>
          <p:spPr>
            <a:xfrm>
              <a:off x="5072132" y="2807430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59976A9-19B1-B44F-85AD-39D8DA64481D}"/>
                </a:ext>
              </a:extLst>
            </p:cNvPr>
            <p:cNvSpPr/>
            <p:nvPr/>
          </p:nvSpPr>
          <p:spPr>
            <a:xfrm rot="5400000">
              <a:off x="4019036" y="4082879"/>
              <a:ext cx="236838" cy="2277761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B45DB6A5-4B6A-C946-A573-3F5C3B13308D}"/>
                </a:ext>
              </a:extLst>
            </p:cNvPr>
            <p:cNvGrpSpPr/>
            <p:nvPr/>
          </p:nvGrpSpPr>
          <p:grpSpPr>
            <a:xfrm>
              <a:off x="5060792" y="5100747"/>
              <a:ext cx="223781" cy="248981"/>
              <a:chOff x="5064046" y="5090985"/>
              <a:chExt cx="223781" cy="248981"/>
            </a:xfrm>
          </p:grpSpPr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EE764A06-94D9-8141-B09C-4F6BF5C73E01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0B9A70EB-AB3F-7C41-AD24-103618D808B2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3635D05A-D79E-D94B-9932-6015467DB250}"/>
                </a:ext>
              </a:extLst>
            </p:cNvPr>
            <p:cNvGrpSpPr/>
            <p:nvPr/>
          </p:nvGrpSpPr>
          <p:grpSpPr>
            <a:xfrm flipH="1">
              <a:off x="2987392" y="5100205"/>
              <a:ext cx="223781" cy="248981"/>
              <a:chOff x="5064046" y="5090985"/>
              <a:chExt cx="223781" cy="248981"/>
            </a:xfrm>
          </p:grpSpPr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536B64EC-BB40-0C45-91F3-8DEE2A78B9C8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44302713-F5DB-994B-A5C8-AB92AC4E90BC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469" name="Rectangle 4">
            <a:extLst>
              <a:ext uri="{FF2B5EF4-FFF2-40B4-BE49-F238E27FC236}">
                <a16:creationId xmlns:a16="http://schemas.microsoft.com/office/drawing/2014/main" id="{F7F77A83-A1E9-7346-8216-26AA3A5A6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816" y="1467152"/>
            <a:ext cx="3756453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tunneling: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datagram encapsulated using GPRS Tunneling Protocol (GTP), sent inside UDP datagram to S-GW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S-GW re-tunnels datagrams to P-GW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supporting mobility: only tunneling endpoints change when mobile user moves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9064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plane: associating with a BS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361691" y="2394238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37139" y="2417611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9A2CD29-28A9-7049-A340-612EF3CCAFEF}"/>
              </a:ext>
            </a:extLst>
          </p:cNvPr>
          <p:cNvGrpSpPr/>
          <p:nvPr/>
        </p:nvGrpSpPr>
        <p:grpSpPr>
          <a:xfrm>
            <a:off x="1358538" y="1494309"/>
            <a:ext cx="1265790" cy="660273"/>
            <a:chOff x="1358538" y="1494309"/>
            <a:chExt cx="1265790" cy="660273"/>
          </a:xfrm>
        </p:grpSpPr>
        <p:sp>
          <p:nvSpPr>
            <p:cNvPr id="15" name="Right Arrow 14">
              <a:extLst>
                <a:ext uri="{FF2B5EF4-FFF2-40B4-BE49-F238E27FC236}">
                  <a16:creationId xmlns:a16="http://schemas.microsoft.com/office/drawing/2014/main" id="{749EEDF9-9C8C-4542-968F-37420C5D5D16}"/>
                </a:ext>
              </a:extLst>
            </p:cNvPr>
            <p:cNvSpPr/>
            <p:nvPr/>
          </p:nvSpPr>
          <p:spPr>
            <a:xfrm>
              <a:off x="1358538" y="1666386"/>
              <a:ext cx="1265790" cy="354003"/>
            </a:xfrm>
            <a:prstGeom prst="rightArrow">
              <a:avLst/>
            </a:prstGeom>
            <a:gradFill>
              <a:gsLst>
                <a:gs pos="1000">
                  <a:schemeClr val="bg1"/>
                </a:gs>
                <a:gs pos="100000">
                  <a:srgbClr val="011199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7" name="Group 652">
              <a:extLst>
                <a:ext uri="{FF2B5EF4-FFF2-40B4-BE49-F238E27FC236}">
                  <a16:creationId xmlns:a16="http://schemas.microsoft.com/office/drawing/2014/main" id="{B7A574D4-B4C4-F24D-A52D-60F53A34C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196" y="1494309"/>
              <a:ext cx="733407" cy="660273"/>
              <a:chOff x="2751" y="1851"/>
              <a:chExt cx="462" cy="478"/>
            </a:xfrm>
          </p:grpSpPr>
          <p:pic>
            <p:nvPicPr>
              <p:cNvPr id="238" name="Picture 653" descr="iphone_stylized_small">
                <a:extLst>
                  <a:ext uri="{FF2B5EF4-FFF2-40B4-BE49-F238E27FC236}">
                    <a16:creationId xmlns:a16="http://schemas.microsoft.com/office/drawing/2014/main" id="{E40B5A73-5458-324C-9C33-8F55121B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654" descr="antenna_radiation_stylized">
                <a:extLst>
                  <a:ext uri="{FF2B5EF4-FFF2-40B4-BE49-F238E27FC236}">
                    <a16:creationId xmlns:a16="http://schemas.microsoft.com/office/drawing/2014/main" id="{60774E42-B6D2-6342-AEC6-08E82A54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14438" y="2418732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F2650593-9A08-B344-9242-E09F728AF027}"/>
              </a:ext>
            </a:extLst>
          </p:cNvPr>
          <p:cNvGrpSpPr/>
          <p:nvPr/>
        </p:nvGrpSpPr>
        <p:grpSpPr>
          <a:xfrm>
            <a:off x="1334529" y="2866776"/>
            <a:ext cx="8644912" cy="845497"/>
            <a:chOff x="1692874" y="1754660"/>
            <a:chExt cx="8644912" cy="845497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60EB57C-EB9F-394B-96BA-085086A90499}"/>
                </a:ext>
              </a:extLst>
            </p:cNvPr>
            <p:cNvSpPr txBox="1"/>
            <p:nvPr/>
          </p:nvSpPr>
          <p:spPr>
            <a:xfrm>
              <a:off x="2051222" y="1791731"/>
              <a:ext cx="8286564" cy="8084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BS broadcasts primary synch signal every 5 ms on all frequencies</a:t>
              </a:r>
            </a:p>
            <a:p>
              <a:pPr marL="406400" indent="-284163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BSs from multiple carriers may be broadcasting synch signals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944B2775-9A56-7642-A56B-ECCD8289F717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426C1143-1217-DC47-816F-CBFE6F46F487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7570F6DC-9CE5-984D-B407-4D97F7F7EE26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927735CC-EA0C-EA4F-A0C7-E10BFFB9C2F8}"/>
              </a:ext>
            </a:extLst>
          </p:cNvPr>
          <p:cNvGrpSpPr/>
          <p:nvPr/>
        </p:nvGrpSpPr>
        <p:grpSpPr>
          <a:xfrm>
            <a:off x="1326292" y="3785289"/>
            <a:ext cx="10696831" cy="1524520"/>
            <a:chOff x="1692874" y="1729946"/>
            <a:chExt cx="10696831" cy="1524520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FC33E48-1D78-E04B-9821-AD1AB20D33EA}"/>
                </a:ext>
              </a:extLst>
            </p:cNvPr>
            <p:cNvSpPr txBox="1"/>
            <p:nvPr/>
          </p:nvSpPr>
          <p:spPr>
            <a:xfrm>
              <a:off x="2051222" y="1729946"/>
              <a:ext cx="10338483" cy="15245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60325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finds a primary synch signal, then locates 2</a:t>
              </a:r>
              <a:r>
                <a:rPr lang="en-US" sz="2400" baseline="30000" dirty="0"/>
                <a:t>nd</a:t>
              </a:r>
              <a:r>
                <a:rPr lang="en-US" sz="2400" dirty="0"/>
                <a:t> synch signal on this freq. 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then finds info broadcast by BS: channel bandwidth, configurations; BS’s cellular carrier info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may get info from multiple base stations, multiple cellular networks</a:t>
              </a:r>
            </a:p>
          </p:txBody>
        </p: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4E3314EA-5157-5A4F-BC7A-B9CCCBC5D4AC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24732"/>
              <a:chOff x="1223317" y="2026508"/>
              <a:chExt cx="370703" cy="424732"/>
            </a:xfrm>
          </p:grpSpPr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CBF3F2B4-CF9A-C744-850E-65625633B09F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247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39A7CEE9-D494-0D49-9EBA-71712BDBC803}"/>
                  </a:ext>
                </a:extLst>
              </p:cNvPr>
              <p:cNvSpPr/>
              <p:nvPr/>
            </p:nvSpPr>
            <p:spPr>
              <a:xfrm>
                <a:off x="1223317" y="2063578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90000"/>
                  </a:lnSpc>
                </a:pPr>
                <a:endParaRPr lang="en-US" dirty="0"/>
              </a:p>
            </p:txBody>
          </p:sp>
        </p:grp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B3438A08-E49B-354E-9957-21DF0854A8E2}"/>
              </a:ext>
            </a:extLst>
          </p:cNvPr>
          <p:cNvGrpSpPr/>
          <p:nvPr/>
        </p:nvGrpSpPr>
        <p:grpSpPr>
          <a:xfrm>
            <a:off x="1351005" y="5292804"/>
            <a:ext cx="10073123" cy="461665"/>
            <a:chOff x="1692874" y="1754660"/>
            <a:chExt cx="10073123" cy="461665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9B50B3A-1E1A-FA4D-A2C2-C59F8A48A935}"/>
                </a:ext>
              </a:extLst>
            </p:cNvPr>
            <p:cNvSpPr txBox="1"/>
            <p:nvPr/>
          </p:nvSpPr>
          <p:spPr>
            <a:xfrm>
              <a:off x="2051222" y="1767017"/>
              <a:ext cx="9714775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selects which BS to associate with (</a:t>
              </a:r>
              <a:r>
                <a:rPr lang="en-US" sz="2400" i="1" dirty="0"/>
                <a:t>e.g., </a:t>
              </a:r>
              <a:r>
                <a:rPr lang="en-US" sz="2400" dirty="0"/>
                <a:t>preference for home carrier)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31CDC44A-F7D2-C64C-A3B9-4347B0E2E901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AE900756-8B8E-F748-B322-BB4FF568342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F458E91A-1959-E344-BDA4-E156B57D263B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746FA772-C38F-2841-B2DD-5C396165A204}"/>
              </a:ext>
            </a:extLst>
          </p:cNvPr>
          <p:cNvGrpSpPr/>
          <p:nvPr/>
        </p:nvGrpSpPr>
        <p:grpSpPr>
          <a:xfrm>
            <a:off x="1342767" y="5803556"/>
            <a:ext cx="9718411" cy="474160"/>
            <a:chOff x="1692874" y="1754660"/>
            <a:chExt cx="9718411" cy="474160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A437B04-13FD-5A40-AC92-B348D12DF9B5}"/>
                </a:ext>
              </a:extLst>
            </p:cNvPr>
            <p:cNvSpPr txBox="1"/>
            <p:nvPr/>
          </p:nvSpPr>
          <p:spPr>
            <a:xfrm>
              <a:off x="2051222" y="1804088"/>
              <a:ext cx="9360063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more steps still needed to authenticate, establish state, set up data plane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DE32324F-2BA2-324D-8E1D-F3F20DE83A8D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57DBA98F-3B1B-E346-B833-749EFBFD6BC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60BFC349-6F9B-2C42-9511-FF699C3C8A4E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165F5B5-1241-494E-B0B0-6A124C700708}"/>
              </a:ext>
            </a:extLst>
          </p:cNvPr>
          <p:cNvGrpSpPr/>
          <p:nvPr/>
        </p:nvGrpSpPr>
        <p:grpSpPr>
          <a:xfrm>
            <a:off x="2865846" y="1402834"/>
            <a:ext cx="666750" cy="369332"/>
            <a:chOff x="10795000" y="942031"/>
            <a:chExt cx="666750" cy="369332"/>
          </a:xfrm>
        </p:grpSpPr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B64251DE-007D-0F45-B529-90C0E85287A5}"/>
                </a:ext>
              </a:extLst>
            </p:cNvPr>
            <p:cNvCxnSpPr/>
            <p:nvPr/>
          </p:nvCxnSpPr>
          <p:spPr>
            <a:xfrm flipH="1">
              <a:off x="10795000" y="11271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73CFBC7-B595-B04A-9C6A-4D18E0599AF3}"/>
                </a:ext>
              </a:extLst>
            </p:cNvPr>
            <p:cNvSpPr/>
            <p:nvPr/>
          </p:nvSpPr>
          <p:spPr>
            <a:xfrm>
              <a:off x="11020425" y="10033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5D65A95-1F89-584D-A7F8-9DC5385E5246}"/>
                </a:ext>
              </a:extLst>
            </p:cNvPr>
            <p:cNvSpPr txBox="1"/>
            <p:nvPr/>
          </p:nvSpPr>
          <p:spPr>
            <a:xfrm>
              <a:off x="10997685" y="9420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9888C8C-90C9-9B43-B824-E46C90C9310C}"/>
              </a:ext>
            </a:extLst>
          </p:cNvPr>
          <p:cNvGrpSpPr/>
          <p:nvPr/>
        </p:nvGrpSpPr>
        <p:grpSpPr>
          <a:xfrm>
            <a:off x="2675826" y="1692030"/>
            <a:ext cx="301686" cy="369332"/>
            <a:chOff x="11140560" y="1335731"/>
            <a:chExt cx="301686" cy="369332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EEFC8E6-7F66-D644-9D3B-EA76FE5E45A0}"/>
                </a:ext>
              </a:extLst>
            </p:cNvPr>
            <p:cNvSpPr/>
            <p:nvPr/>
          </p:nvSpPr>
          <p:spPr>
            <a:xfrm>
              <a:off x="11163300" y="13970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10CB571-7305-4B4A-9EE5-940148C575FC}"/>
                </a:ext>
              </a:extLst>
            </p:cNvPr>
            <p:cNvSpPr txBox="1"/>
            <p:nvPr/>
          </p:nvSpPr>
          <p:spPr>
            <a:xfrm>
              <a:off x="11140560" y="13357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2FB2EEB-63DE-984E-937C-2DB8D480C825}"/>
              </a:ext>
            </a:extLst>
          </p:cNvPr>
          <p:cNvGrpSpPr/>
          <p:nvPr/>
        </p:nvGrpSpPr>
        <p:grpSpPr>
          <a:xfrm>
            <a:off x="2916462" y="1968163"/>
            <a:ext cx="666750" cy="369332"/>
            <a:chOff x="11080750" y="1729431"/>
            <a:chExt cx="666750" cy="369332"/>
          </a:xfrm>
        </p:grpSpPr>
        <p:cxnSp>
          <p:nvCxnSpPr>
            <p:cNvPr id="215" name="Straight Arrow Connector 214">
              <a:extLst>
                <a:ext uri="{FF2B5EF4-FFF2-40B4-BE49-F238E27FC236}">
                  <a16:creationId xmlns:a16="http://schemas.microsoft.com/office/drawing/2014/main" id="{3084C769-A49B-8744-A798-C333A0608D94}"/>
                </a:ext>
              </a:extLst>
            </p:cNvPr>
            <p:cNvCxnSpPr>
              <a:cxnSpLocks/>
            </p:cNvCxnSpPr>
            <p:nvPr/>
          </p:nvCxnSpPr>
          <p:spPr>
            <a:xfrm>
              <a:off x="11080750" y="19145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13F8AF10-1842-1248-8BF6-634D84E71034}"/>
                </a:ext>
              </a:extLst>
            </p:cNvPr>
            <p:cNvSpPr/>
            <p:nvPr/>
          </p:nvSpPr>
          <p:spPr>
            <a:xfrm>
              <a:off x="11306175" y="17907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8E1F095-DFDA-924E-8674-E34EB06EC66B}"/>
                </a:ext>
              </a:extLst>
            </p:cNvPr>
            <p:cNvSpPr txBox="1"/>
            <p:nvPr/>
          </p:nvSpPr>
          <p:spPr>
            <a:xfrm>
              <a:off x="11283435" y="17294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708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mobiles: sleep modes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0" name="Group 652">
            <a:extLst>
              <a:ext uri="{FF2B5EF4-FFF2-40B4-BE49-F238E27FC236}">
                <a16:creationId xmlns:a16="http://schemas.microsoft.com/office/drawing/2014/main" id="{69518215-9CA9-8A43-AED3-9AE24FFA160D}"/>
              </a:ext>
            </a:extLst>
          </p:cNvPr>
          <p:cNvGrpSpPr>
            <a:grpSpLocks/>
          </p:cNvGrpSpPr>
          <p:nvPr/>
        </p:nvGrpSpPr>
        <p:grpSpPr bwMode="auto">
          <a:xfrm>
            <a:off x="2767673" y="1651063"/>
            <a:ext cx="733407" cy="660273"/>
            <a:chOff x="2751" y="1851"/>
            <a:chExt cx="462" cy="478"/>
          </a:xfrm>
        </p:grpSpPr>
        <p:pic>
          <p:nvPicPr>
            <p:cNvPr id="271" name="Picture 653" descr="iphone_stylized_small">
              <a:extLst>
                <a:ext uri="{FF2B5EF4-FFF2-40B4-BE49-F238E27FC236}">
                  <a16:creationId xmlns:a16="http://schemas.microsoft.com/office/drawing/2014/main" id="{6F510F68-9790-C847-B263-F57B82070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654" descr="antenna_radiation_stylized">
              <a:extLst>
                <a:ext uri="{FF2B5EF4-FFF2-40B4-BE49-F238E27FC236}">
                  <a16:creationId xmlns:a16="http://schemas.microsoft.com/office/drawing/2014/main" id="{A048F8A3-1CE0-F846-8AF2-822C191831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C44511C-F44D-B44C-869C-8F71E2363907}"/>
              </a:ext>
            </a:extLst>
          </p:cNvPr>
          <p:cNvGrpSpPr/>
          <p:nvPr/>
        </p:nvGrpSpPr>
        <p:grpSpPr>
          <a:xfrm>
            <a:off x="2095499" y="1351006"/>
            <a:ext cx="744189" cy="435534"/>
            <a:chOff x="2095499" y="1351006"/>
            <a:chExt cx="744189" cy="435534"/>
          </a:xfrm>
        </p:grpSpPr>
        <p:sp>
          <p:nvSpPr>
            <p:cNvPr id="274" name="Cloud Callout 273">
              <a:extLst>
                <a:ext uri="{FF2B5EF4-FFF2-40B4-BE49-F238E27FC236}">
                  <a16:creationId xmlns:a16="http://schemas.microsoft.com/office/drawing/2014/main" id="{C04674C8-92A0-4943-A34C-E32EE0962A3E}"/>
                </a:ext>
              </a:extLst>
            </p:cNvPr>
            <p:cNvSpPr/>
            <p:nvPr/>
          </p:nvSpPr>
          <p:spPr>
            <a:xfrm>
              <a:off x="2095499" y="1351006"/>
              <a:ext cx="729049" cy="435534"/>
            </a:xfrm>
            <a:prstGeom prst="cloudCallout">
              <a:avLst>
                <a:gd name="adj1" fmla="val 42681"/>
                <a:gd name="adj2" fmla="val 86703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136123A-D9D2-D746-AD0E-8B98F3695A2D}"/>
                </a:ext>
              </a:extLst>
            </p:cNvPr>
            <p:cNvSpPr txBox="1"/>
            <p:nvPr/>
          </p:nvSpPr>
          <p:spPr>
            <a:xfrm>
              <a:off x="2150076" y="1359244"/>
              <a:ext cx="6896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Z</a:t>
              </a:r>
              <a:r>
                <a:rPr lang="en-US" sz="1600" dirty="0"/>
                <a:t>Z</a:t>
              </a:r>
              <a:r>
                <a:rPr lang="en-US" sz="1400" dirty="0"/>
                <a:t>ZZ...</a:t>
              </a:r>
              <a:endParaRPr lang="en-US" dirty="0"/>
            </a:p>
          </p:txBody>
        </p:sp>
      </p:grpSp>
      <p:sp>
        <p:nvSpPr>
          <p:cNvPr id="276" name="Rectangle 4">
            <a:extLst>
              <a:ext uri="{FF2B5EF4-FFF2-40B4-BE49-F238E27FC236}">
                <a16:creationId xmlns:a16="http://schemas.microsoft.com/office/drawing/2014/main" id="{DA757698-B4BD-EC40-9EF5-BB4B555B2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022" y="2872770"/>
            <a:ext cx="11181805" cy="3201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60325">
              <a:spcBef>
                <a:spcPts val="6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r>
              <a:rPr lang="en-US" sz="2800" dirty="0"/>
              <a:t>as in WiFi, Bluetooth: LTE mobile may put radio to “sleep” to conserve battery: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light sleep</a:t>
            </a:r>
            <a:r>
              <a:rPr lang="en-US" sz="2800" dirty="0"/>
              <a:t>: after 100’s msec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wake up periodically (100’s msec) to check for downstream transmissions</a:t>
            </a:r>
          </a:p>
          <a:p>
            <a:pPr marL="349250" indent="-288925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deep sleep: </a:t>
            </a:r>
            <a:r>
              <a:rPr lang="en-US" sz="2800" dirty="0"/>
              <a:t>after 5-10 secs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may change cells while deep sleeping – need to re-establish association</a:t>
            </a:r>
            <a:endParaRPr lang="en-US" sz="2000" dirty="0"/>
          </a:p>
          <a:p>
            <a:pPr marL="342900" indent="-342900"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47328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Global cellular network: a network of IP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629271" y="2975004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439162"/>
            <a:chOff x="153945" y="4485503"/>
            <a:chExt cx="2436745" cy="1439162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800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global identify info in home network</a:t>
              </a:r>
            </a:p>
          </p:txBody>
        </p:sp>
      </p:grpSp>
      <p:sp>
        <p:nvSpPr>
          <p:cNvPr id="865" name="Rectangle 4">
            <a:extLst>
              <a:ext uri="{FF2B5EF4-FFF2-40B4-BE49-F238E27FC236}">
                <a16:creationId xmlns:a16="http://schemas.microsoft.com/office/drawing/2014/main" id="{3B33309C-DA91-114B-AD43-B77C86F66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7243" y="3122956"/>
            <a:ext cx="3756453" cy="2709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all IP: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carriers interconnect with each other, and public internet at exchange points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legacy 2G, 3G: not all IP, handled otherwise</a:t>
            </a:r>
          </a:p>
          <a:p>
            <a:pPr marL="342900" indent="-34290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92EE7DB4-480E-4F49-A9CE-BDE7FF84A02A}"/>
              </a:ext>
            </a:extLst>
          </p:cNvPr>
          <p:cNvCxnSpPr>
            <a:cxnSpLocks/>
          </p:cNvCxnSpPr>
          <p:nvPr/>
        </p:nvCxnSpPr>
        <p:spPr>
          <a:xfrm>
            <a:off x="7068065" y="3336324"/>
            <a:ext cx="1136822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08342"/>
            <a:ext cx="7006281" cy="1593206"/>
            <a:chOff x="4905633" y="1508342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0173" y="1508342"/>
              <a:ext cx="373174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 HSS: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identify &amp; services info, while in home network and roaming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332396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21894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On to 5G: motivation</a:t>
            </a:r>
            <a:endParaRPr lang="en-US" sz="44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73C50957-748F-E32F-D0CF-25DBF85A66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95494" y="1183947"/>
            <a:ext cx="7001011" cy="430496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67F422E-F5C5-75DA-C2F7-D567A635C1EF}"/>
              </a:ext>
            </a:extLst>
          </p:cNvPr>
          <p:cNvSpPr txBox="1"/>
          <p:nvPr/>
        </p:nvSpPr>
        <p:spPr>
          <a:xfrm>
            <a:off x="4715692" y="5397054"/>
            <a:ext cx="536012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From Next Generation Mobile Networks (NGMS) alliance: 2020 white paper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DB9C926-F6A7-038F-328B-220A9A483517}"/>
              </a:ext>
            </a:extLst>
          </p:cNvPr>
          <p:cNvSpPr txBox="1"/>
          <p:nvPr/>
        </p:nvSpPr>
        <p:spPr>
          <a:xfrm>
            <a:off x="590261" y="5964216"/>
            <a:ext cx="1101147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dirty="0">
                <a:solidFill>
                  <a:prstClr val="black"/>
                </a:solidFill>
                <a:latin typeface="Calibri" panose="020F0502020204030204"/>
              </a:rPr>
              <a:t>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ype/wishes need to be separated from reality or likely nearer-term reality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EE47CC2-464A-C15F-0F54-2DB149CF3FDB}"/>
              </a:ext>
            </a:extLst>
          </p:cNvPr>
          <p:cNvSpPr/>
          <p:nvPr/>
        </p:nvSpPr>
        <p:spPr>
          <a:xfrm>
            <a:off x="7899817" y="1243907"/>
            <a:ext cx="1528996" cy="623068"/>
          </a:xfrm>
          <a:prstGeom prst="rect">
            <a:avLst/>
          </a:prstGeom>
          <a:noFill/>
          <a:ln w="889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2F10032-631F-1A74-4875-AE759AADB1E8}"/>
              </a:ext>
            </a:extLst>
          </p:cNvPr>
          <p:cNvSpPr/>
          <p:nvPr/>
        </p:nvSpPr>
        <p:spPr>
          <a:xfrm>
            <a:off x="6182029" y="3960603"/>
            <a:ext cx="1528996" cy="623068"/>
          </a:xfrm>
          <a:prstGeom prst="rect">
            <a:avLst/>
          </a:prstGeom>
          <a:noFill/>
          <a:ln w="889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F5F39811-1010-0F78-2ECE-E1E0E22513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5221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2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70D9BB69-1362-67B5-B8AD-574538F10573}"/>
              </a:ext>
            </a:extLst>
          </p:cNvPr>
          <p:cNvSpPr txBox="1"/>
          <p:nvPr/>
        </p:nvSpPr>
        <p:spPr>
          <a:xfrm>
            <a:off x="8024430" y="1645313"/>
            <a:ext cx="3701319" cy="45243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“initial standards and launches have mostly focused on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enhanced Mobile Broadband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5G is expected to increasingly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enable new business models and countless new use cases, in particular those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massive Machine Type Communications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Ultra-reliable and Low Latency Communications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.”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2DC4341-7809-0798-D583-A7DF648E9B05}"/>
              </a:ext>
            </a:extLst>
          </p:cNvPr>
          <p:cNvGrpSpPr/>
          <p:nvPr/>
        </p:nvGrpSpPr>
        <p:grpSpPr>
          <a:xfrm>
            <a:off x="745672" y="1631489"/>
            <a:ext cx="6629489" cy="4270299"/>
            <a:chOff x="745672" y="1631489"/>
            <a:chExt cx="6629489" cy="4270299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5C2C6B9B-120E-6CAB-669E-5733DB04C38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0827" y="1834754"/>
              <a:ext cx="6604334" cy="4067034"/>
            </a:xfrm>
            <a:prstGeom prst="rect">
              <a:avLst/>
            </a:prstGeom>
          </p:spPr>
        </p:pic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0A33D8B-47DC-8283-08E3-AC1FD2767E64}"/>
                </a:ext>
              </a:extLst>
            </p:cNvPr>
            <p:cNvSpPr/>
            <p:nvPr/>
          </p:nvSpPr>
          <p:spPr>
            <a:xfrm>
              <a:off x="4291896" y="5076499"/>
              <a:ext cx="2695552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9B78982-0104-F5EF-B0FF-61F7DCDA3C3E}"/>
                </a:ext>
              </a:extLst>
            </p:cNvPr>
            <p:cNvSpPr/>
            <p:nvPr/>
          </p:nvSpPr>
          <p:spPr>
            <a:xfrm>
              <a:off x="745672" y="5068216"/>
              <a:ext cx="2509241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C7BBB0C6-302F-1865-2C65-9D02EE54BD2E}"/>
                </a:ext>
              </a:extLst>
            </p:cNvPr>
            <p:cNvSpPr/>
            <p:nvPr/>
          </p:nvSpPr>
          <p:spPr>
            <a:xfrm>
              <a:off x="2216666" y="1631489"/>
              <a:ext cx="3299790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60D482F-9865-B9A1-872E-E7A8CF0E575D}"/>
              </a:ext>
            </a:extLst>
          </p:cNvPr>
          <p:cNvSpPr txBox="1"/>
          <p:nvPr/>
        </p:nvSpPr>
        <p:spPr>
          <a:xfrm>
            <a:off x="1735879" y="6062527"/>
            <a:ext cx="48633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Figure: from Recommendation ITU-R M.2083-0 (2015)    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1D5BBA64-7D38-5299-AA0A-8DDFC90F75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BCC4726-E6A9-E23F-161B-2C2234C7E0F3}"/>
              </a:ext>
            </a:extLst>
          </p:cNvPr>
          <p:cNvSpPr txBox="1">
            <a:spLocks/>
          </p:cNvSpPr>
          <p:nvPr/>
        </p:nvSpPr>
        <p:spPr>
          <a:xfrm>
            <a:off x="798691" y="289325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dirty="0">
                <a:cs typeface="Calibri" panose="020F0502020204030204" pitchFamily="34" charset="0"/>
              </a:rPr>
              <a:t>On to 5G: motivation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34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70D9BB69-1362-67B5-B8AD-574538F10573}"/>
              </a:ext>
            </a:extLst>
          </p:cNvPr>
          <p:cNvSpPr txBox="1"/>
          <p:nvPr/>
        </p:nvSpPr>
        <p:spPr>
          <a:xfrm>
            <a:off x="8126588" y="1695374"/>
            <a:ext cx="2900726" cy="42165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Industry verticals: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Manufacturing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Constructions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Health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Smart communities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Education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Tourism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Agriculture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Finance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6CAE2E5-FCBE-4F29-F5A1-E8C172A4B8A7}"/>
              </a:ext>
            </a:extLst>
          </p:cNvPr>
          <p:cNvSpPr txBox="1"/>
          <p:nvPr/>
        </p:nvSpPr>
        <p:spPr>
          <a:xfrm>
            <a:off x="5788059" y="6055129"/>
            <a:ext cx="624138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K. Schwab, “The Fourth Industrial Revolution,” World Economic Forum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4AABADE-D05F-9BBB-3B60-C9A7B18DBCFE}"/>
              </a:ext>
            </a:extLst>
          </p:cNvPr>
          <p:cNvGrpSpPr/>
          <p:nvPr/>
        </p:nvGrpSpPr>
        <p:grpSpPr>
          <a:xfrm>
            <a:off x="745672" y="1631489"/>
            <a:ext cx="6629489" cy="4270299"/>
            <a:chOff x="745672" y="1631489"/>
            <a:chExt cx="6629489" cy="4270299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DB3F92AC-3594-8D9C-7095-BE6701859FB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0827" y="1834754"/>
              <a:ext cx="6604334" cy="4067034"/>
            </a:xfrm>
            <a:prstGeom prst="rect">
              <a:avLst/>
            </a:prstGeom>
          </p:spPr>
        </p:pic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6A148110-CED2-3E47-03A9-0FE3CF75128E}"/>
                </a:ext>
              </a:extLst>
            </p:cNvPr>
            <p:cNvSpPr/>
            <p:nvPr/>
          </p:nvSpPr>
          <p:spPr>
            <a:xfrm>
              <a:off x="4291896" y="5076499"/>
              <a:ext cx="2695552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AE7A5973-0E76-3E53-897D-F088AFB02728}"/>
                </a:ext>
              </a:extLst>
            </p:cNvPr>
            <p:cNvSpPr/>
            <p:nvPr/>
          </p:nvSpPr>
          <p:spPr>
            <a:xfrm>
              <a:off x="745672" y="5068216"/>
              <a:ext cx="2509241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739FFE38-91CC-4283-741B-707585C667D5}"/>
                </a:ext>
              </a:extLst>
            </p:cNvPr>
            <p:cNvSpPr/>
            <p:nvPr/>
          </p:nvSpPr>
          <p:spPr>
            <a:xfrm>
              <a:off x="2216666" y="1631489"/>
              <a:ext cx="3299790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44FE7B20-D3D6-5B69-3B7F-5E0668AEC0A5}"/>
              </a:ext>
            </a:extLst>
          </p:cNvPr>
          <p:cNvSpPr txBox="1"/>
          <p:nvPr/>
        </p:nvSpPr>
        <p:spPr>
          <a:xfrm>
            <a:off x="5575665" y="1681413"/>
            <a:ext cx="106150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eMBB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A680495-1BD6-3318-5B48-319D2D6907B9}"/>
              </a:ext>
            </a:extLst>
          </p:cNvPr>
          <p:cNvSpPr txBox="1"/>
          <p:nvPr/>
        </p:nvSpPr>
        <p:spPr>
          <a:xfrm>
            <a:off x="6096000" y="4626465"/>
            <a:ext cx="9684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URLLC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5A03223-4583-3C34-D504-77201DEAA91D}"/>
              </a:ext>
            </a:extLst>
          </p:cNvPr>
          <p:cNvSpPr txBox="1"/>
          <p:nvPr/>
        </p:nvSpPr>
        <p:spPr>
          <a:xfrm>
            <a:off x="680482" y="4612325"/>
            <a:ext cx="101835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mMTC</a:t>
            </a:r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1054ABB6-4F4A-E595-D73F-F358F82C267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6C5FBBFA-FC5F-28D8-1FCE-BC55D9389F98}"/>
              </a:ext>
            </a:extLst>
          </p:cNvPr>
          <p:cNvSpPr txBox="1">
            <a:spLocks/>
          </p:cNvSpPr>
          <p:nvPr/>
        </p:nvSpPr>
        <p:spPr>
          <a:xfrm>
            <a:off x="798691" y="289325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dirty="0">
                <a:cs typeface="Calibri" panose="020F0502020204030204" pitchFamily="34" charset="0"/>
              </a:rPr>
              <a:t>On to 5G: motivation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3170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On to 5G: Radio</a:t>
            </a:r>
          </a:p>
        </p:txBody>
      </p:sp>
      <p:sp>
        <p:nvSpPr>
          <p:cNvPr id="367" name="Rectangle 4">
            <a:extLst>
              <a:ext uri="{FF2B5EF4-FFF2-40B4-BE49-F238E27FC236}">
                <a16:creationId xmlns:a16="http://schemas.microsoft.com/office/drawing/2014/main" id="{88FFA6EA-DE94-B64C-8876-D4415A8CC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6628" y="1291105"/>
            <a:ext cx="11181805" cy="48378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92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goal: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10x increase in peak bitrate, 10x decrease in latency, 100x increase in traffic capacity over 4G</a:t>
            </a:r>
          </a:p>
          <a:p>
            <a:pPr marL="3492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111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NR (new radio):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frequency bands: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FR1 (450 MHz–6 GHz)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FR2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(24 GHz–52 GHz):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millimeter wave frequencies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 backwards-compatible with 4G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MIMO: multiple directional antennae</a:t>
            </a:r>
          </a:p>
          <a:p>
            <a:pPr marL="3492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111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millimeter wave frequencies: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much higher data rates, but over shorter distances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pico-cells: cells diameters: 10-100 m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massive, dense deployment of new base stations required</a:t>
            </a:r>
          </a:p>
        </p:txBody>
      </p: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3C7F1215-2A25-08FF-2079-DE86894E2C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624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5E61AF0B-071E-9BC2-DAB2-3F5C998A350D}"/>
              </a:ext>
            </a:extLst>
          </p:cNvPr>
          <p:cNvGrpSpPr/>
          <p:nvPr/>
        </p:nvGrpSpPr>
        <p:grpSpPr>
          <a:xfrm>
            <a:off x="5885417" y="3525439"/>
            <a:ext cx="5832455" cy="2715285"/>
            <a:chOff x="5885417" y="3525439"/>
            <a:chExt cx="5832455" cy="2715285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FE53C6C5-F3F9-A029-D6EE-C5635562943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208419" y="3525439"/>
              <a:ext cx="5509453" cy="2145560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8F85F20-FDB7-6B77-028E-0EFE19BCEE83}"/>
                </a:ext>
              </a:extLst>
            </p:cNvPr>
            <p:cNvSpPr txBox="1"/>
            <p:nvPr/>
          </p:nvSpPr>
          <p:spPr>
            <a:xfrm>
              <a:off x="5892255" y="5655949"/>
              <a:ext cx="577933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5G: microservice-like architecture</a:t>
              </a:r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11377D74-5A08-ABA0-B93A-DE0640EB39DA}"/>
                </a:ext>
              </a:extLst>
            </p:cNvPr>
            <p:cNvGrpSpPr/>
            <p:nvPr/>
          </p:nvGrpSpPr>
          <p:grpSpPr>
            <a:xfrm>
              <a:off x="10455053" y="4780993"/>
              <a:ext cx="1262819" cy="788702"/>
              <a:chOff x="5894782" y="3180763"/>
              <a:chExt cx="1262819" cy="78870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1ACAB08F-73FA-0B8A-A816-48AEDA001541}"/>
                  </a:ext>
                </a:extLst>
              </p:cNvPr>
              <p:cNvSpPr/>
              <p:nvPr/>
            </p:nvSpPr>
            <p:spPr>
              <a:xfrm>
                <a:off x="5894782" y="3180763"/>
                <a:ext cx="1262819" cy="788702"/>
              </a:xfrm>
              <a:custGeom>
                <a:avLst/>
                <a:gdLst>
                  <a:gd name="connsiteX0" fmla="*/ 434989 w 1523031"/>
                  <a:gd name="connsiteY0" fmla="*/ 253346 h 1763594"/>
                  <a:gd name="connsiteX1" fmla="*/ 488 w 1523031"/>
                  <a:gd name="connsiteY1" fmla="*/ 921706 h 1763594"/>
                  <a:gd name="connsiteX2" fmla="*/ 368142 w 1523031"/>
                  <a:gd name="connsiteY2" fmla="*/ 1489812 h 1763594"/>
                  <a:gd name="connsiteX3" fmla="*/ 1187008 w 1523031"/>
                  <a:gd name="connsiteY3" fmla="*/ 1757156 h 1763594"/>
                  <a:gd name="connsiteX4" fmla="*/ 1521239 w 1523031"/>
                  <a:gd name="connsiteY4" fmla="*/ 1239177 h 1763594"/>
                  <a:gd name="connsiteX5" fmla="*/ 1320700 w 1523031"/>
                  <a:gd name="connsiteY5" fmla="*/ 654362 h 1763594"/>
                  <a:gd name="connsiteX6" fmla="*/ 1337412 w 1523031"/>
                  <a:gd name="connsiteY6" fmla="*/ 136383 h 1763594"/>
                  <a:gd name="connsiteX7" fmla="*/ 1086739 w 1523031"/>
                  <a:gd name="connsiteY7" fmla="*/ 2711 h 1763594"/>
                  <a:gd name="connsiteX8" fmla="*/ 434989 w 1523031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1086739 w 1537226"/>
                  <a:gd name="connsiteY7" fmla="*/ 2711 h 1763594"/>
                  <a:gd name="connsiteX8" fmla="*/ 434989 w 1537226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839572 w 1537226"/>
                  <a:gd name="connsiteY7" fmla="*/ 2711 h 1763594"/>
                  <a:gd name="connsiteX8" fmla="*/ 434989 w 1537226"/>
                  <a:gd name="connsiteY8" fmla="*/ 253346 h 1763594"/>
                  <a:gd name="connsiteX0" fmla="*/ 360357 w 1536743"/>
                  <a:gd name="connsiteY0" fmla="*/ 534641 h 1782088"/>
                  <a:gd name="connsiteX1" fmla="*/ 5 w 1536743"/>
                  <a:gd name="connsiteY1" fmla="*/ 940200 h 1782088"/>
                  <a:gd name="connsiteX2" fmla="*/ 367659 w 1536743"/>
                  <a:gd name="connsiteY2" fmla="*/ 1508306 h 1782088"/>
                  <a:gd name="connsiteX3" fmla="*/ 1186525 w 1536743"/>
                  <a:gd name="connsiteY3" fmla="*/ 1775650 h 1782088"/>
                  <a:gd name="connsiteX4" fmla="*/ 1520756 w 1536743"/>
                  <a:gd name="connsiteY4" fmla="*/ 1257671 h 1782088"/>
                  <a:gd name="connsiteX5" fmla="*/ 1468515 w 1536743"/>
                  <a:gd name="connsiteY5" fmla="*/ 672856 h 1782088"/>
                  <a:gd name="connsiteX6" fmla="*/ 1336929 w 1536743"/>
                  <a:gd name="connsiteY6" fmla="*/ 154877 h 1782088"/>
                  <a:gd name="connsiteX7" fmla="*/ 839089 w 1536743"/>
                  <a:gd name="connsiteY7" fmla="*/ 21205 h 1782088"/>
                  <a:gd name="connsiteX8" fmla="*/ 360357 w 1536743"/>
                  <a:gd name="connsiteY8" fmla="*/ 534641 h 1782088"/>
                  <a:gd name="connsiteX0" fmla="*/ 360355 w 1536741"/>
                  <a:gd name="connsiteY0" fmla="*/ 534641 h 1782088"/>
                  <a:gd name="connsiteX1" fmla="*/ 3 w 1536741"/>
                  <a:gd name="connsiteY1" fmla="*/ 940200 h 1782088"/>
                  <a:gd name="connsiteX2" fmla="*/ 367657 w 1536741"/>
                  <a:gd name="connsiteY2" fmla="*/ 1508306 h 1782088"/>
                  <a:gd name="connsiteX3" fmla="*/ 1186523 w 1536741"/>
                  <a:gd name="connsiteY3" fmla="*/ 1775650 h 1782088"/>
                  <a:gd name="connsiteX4" fmla="*/ 1520754 w 1536741"/>
                  <a:gd name="connsiteY4" fmla="*/ 1257671 h 1782088"/>
                  <a:gd name="connsiteX5" fmla="*/ 1468513 w 1536741"/>
                  <a:gd name="connsiteY5" fmla="*/ 672856 h 1782088"/>
                  <a:gd name="connsiteX6" fmla="*/ 1336927 w 1536741"/>
                  <a:gd name="connsiteY6" fmla="*/ 154877 h 1782088"/>
                  <a:gd name="connsiteX7" fmla="*/ 839087 w 1536741"/>
                  <a:gd name="connsiteY7" fmla="*/ 21205 h 1782088"/>
                  <a:gd name="connsiteX8" fmla="*/ 360355 w 1536741"/>
                  <a:gd name="connsiteY8" fmla="*/ 534641 h 1782088"/>
                  <a:gd name="connsiteX0" fmla="*/ 382604 w 1558990"/>
                  <a:gd name="connsiteY0" fmla="*/ 534641 h 1810599"/>
                  <a:gd name="connsiteX1" fmla="*/ 22252 w 1558990"/>
                  <a:gd name="connsiteY1" fmla="*/ 940200 h 1810599"/>
                  <a:gd name="connsiteX2" fmla="*/ 167457 w 1558990"/>
                  <a:gd name="connsiteY2" fmla="*/ 1672556 h 1810599"/>
                  <a:gd name="connsiteX3" fmla="*/ 1208772 w 1558990"/>
                  <a:gd name="connsiteY3" fmla="*/ 1775650 h 1810599"/>
                  <a:gd name="connsiteX4" fmla="*/ 1543003 w 1558990"/>
                  <a:gd name="connsiteY4" fmla="*/ 1257671 h 1810599"/>
                  <a:gd name="connsiteX5" fmla="*/ 1490762 w 1558990"/>
                  <a:gd name="connsiteY5" fmla="*/ 672856 h 1810599"/>
                  <a:gd name="connsiteX6" fmla="*/ 1359176 w 1558990"/>
                  <a:gd name="connsiteY6" fmla="*/ 154877 h 1810599"/>
                  <a:gd name="connsiteX7" fmla="*/ 861336 w 1558990"/>
                  <a:gd name="connsiteY7" fmla="*/ 21205 h 1810599"/>
                  <a:gd name="connsiteX8" fmla="*/ 382604 w 1558990"/>
                  <a:gd name="connsiteY8" fmla="*/ 534641 h 1810599"/>
                  <a:gd name="connsiteX0" fmla="*/ 393458 w 1593840"/>
                  <a:gd name="connsiteY0" fmla="*/ 534641 h 1793264"/>
                  <a:gd name="connsiteX1" fmla="*/ 33106 w 1593840"/>
                  <a:gd name="connsiteY1" fmla="*/ 940200 h 1793264"/>
                  <a:gd name="connsiteX2" fmla="*/ 178311 w 1593840"/>
                  <a:gd name="connsiteY2" fmla="*/ 1672556 h 1793264"/>
                  <a:gd name="connsiteX3" fmla="*/ 1464139 w 1593840"/>
                  <a:gd name="connsiteY3" fmla="*/ 1752440 h 1793264"/>
                  <a:gd name="connsiteX4" fmla="*/ 1553857 w 1593840"/>
                  <a:gd name="connsiteY4" fmla="*/ 1257671 h 1793264"/>
                  <a:gd name="connsiteX5" fmla="*/ 1501616 w 1593840"/>
                  <a:gd name="connsiteY5" fmla="*/ 672856 h 1793264"/>
                  <a:gd name="connsiteX6" fmla="*/ 1370030 w 1593840"/>
                  <a:gd name="connsiteY6" fmla="*/ 154877 h 1793264"/>
                  <a:gd name="connsiteX7" fmla="*/ 872190 w 1593840"/>
                  <a:gd name="connsiteY7" fmla="*/ 21205 h 1793264"/>
                  <a:gd name="connsiteX8" fmla="*/ 393458 w 1593840"/>
                  <a:gd name="connsiteY8" fmla="*/ 534641 h 1793264"/>
                  <a:gd name="connsiteX0" fmla="*/ 393458 w 1566550"/>
                  <a:gd name="connsiteY0" fmla="*/ 534641 h 1840341"/>
                  <a:gd name="connsiteX1" fmla="*/ 33106 w 1566550"/>
                  <a:gd name="connsiteY1" fmla="*/ 940200 h 1840341"/>
                  <a:gd name="connsiteX2" fmla="*/ 178311 w 1566550"/>
                  <a:gd name="connsiteY2" fmla="*/ 1672556 h 1840341"/>
                  <a:gd name="connsiteX3" fmla="*/ 1464139 w 1566550"/>
                  <a:gd name="connsiteY3" fmla="*/ 1752440 h 1840341"/>
                  <a:gd name="connsiteX4" fmla="*/ 1553857 w 1566550"/>
                  <a:gd name="connsiteY4" fmla="*/ 1257671 h 1840341"/>
                  <a:gd name="connsiteX5" fmla="*/ 1501616 w 1566550"/>
                  <a:gd name="connsiteY5" fmla="*/ 672856 h 1840341"/>
                  <a:gd name="connsiteX6" fmla="*/ 1370030 w 1566550"/>
                  <a:gd name="connsiteY6" fmla="*/ 154877 h 1840341"/>
                  <a:gd name="connsiteX7" fmla="*/ 872190 w 1566550"/>
                  <a:gd name="connsiteY7" fmla="*/ 21205 h 1840341"/>
                  <a:gd name="connsiteX8" fmla="*/ 393458 w 1566550"/>
                  <a:gd name="connsiteY8" fmla="*/ 534641 h 1840341"/>
                  <a:gd name="connsiteX0" fmla="*/ 393458 w 1555557"/>
                  <a:gd name="connsiteY0" fmla="*/ 534641 h 1787187"/>
                  <a:gd name="connsiteX1" fmla="*/ 33106 w 1555557"/>
                  <a:gd name="connsiteY1" fmla="*/ 940200 h 1787187"/>
                  <a:gd name="connsiteX2" fmla="*/ 178311 w 1555557"/>
                  <a:gd name="connsiteY2" fmla="*/ 1672556 h 1787187"/>
                  <a:gd name="connsiteX3" fmla="*/ 1464139 w 1555557"/>
                  <a:gd name="connsiteY3" fmla="*/ 1752440 h 1787187"/>
                  <a:gd name="connsiteX4" fmla="*/ 1553857 w 1555557"/>
                  <a:gd name="connsiteY4" fmla="*/ 1257671 h 1787187"/>
                  <a:gd name="connsiteX5" fmla="*/ 1501616 w 1555557"/>
                  <a:gd name="connsiteY5" fmla="*/ 672856 h 1787187"/>
                  <a:gd name="connsiteX6" fmla="*/ 1370030 w 1555557"/>
                  <a:gd name="connsiteY6" fmla="*/ 154877 h 1787187"/>
                  <a:gd name="connsiteX7" fmla="*/ 872190 w 1555557"/>
                  <a:gd name="connsiteY7" fmla="*/ 21205 h 1787187"/>
                  <a:gd name="connsiteX8" fmla="*/ 393458 w 1555557"/>
                  <a:gd name="connsiteY8" fmla="*/ 534641 h 1787187"/>
                  <a:gd name="connsiteX0" fmla="*/ 401126 w 1664928"/>
                  <a:gd name="connsiteY0" fmla="*/ 534641 h 1783934"/>
                  <a:gd name="connsiteX1" fmla="*/ 40774 w 1664928"/>
                  <a:gd name="connsiteY1" fmla="*/ 940200 h 1783934"/>
                  <a:gd name="connsiteX2" fmla="*/ 185979 w 1664928"/>
                  <a:gd name="connsiteY2" fmla="*/ 1672556 h 1783934"/>
                  <a:gd name="connsiteX3" fmla="*/ 1618513 w 1664928"/>
                  <a:gd name="connsiteY3" fmla="*/ 1747798 h 1783934"/>
                  <a:gd name="connsiteX4" fmla="*/ 1561525 w 1664928"/>
                  <a:gd name="connsiteY4" fmla="*/ 1257671 h 1783934"/>
                  <a:gd name="connsiteX5" fmla="*/ 1509284 w 1664928"/>
                  <a:gd name="connsiteY5" fmla="*/ 672856 h 1783934"/>
                  <a:gd name="connsiteX6" fmla="*/ 1377698 w 1664928"/>
                  <a:gd name="connsiteY6" fmla="*/ 154877 h 1783934"/>
                  <a:gd name="connsiteX7" fmla="*/ 879858 w 1664928"/>
                  <a:gd name="connsiteY7" fmla="*/ 21205 h 1783934"/>
                  <a:gd name="connsiteX8" fmla="*/ 401126 w 1664928"/>
                  <a:gd name="connsiteY8" fmla="*/ 534641 h 1783934"/>
                  <a:gd name="connsiteX0" fmla="*/ 408119 w 1718774"/>
                  <a:gd name="connsiteY0" fmla="*/ 534641 h 1826522"/>
                  <a:gd name="connsiteX1" fmla="*/ 47767 w 1718774"/>
                  <a:gd name="connsiteY1" fmla="*/ 940200 h 1826522"/>
                  <a:gd name="connsiteX2" fmla="*/ 179001 w 1718774"/>
                  <a:gd name="connsiteY2" fmla="*/ 1742186 h 1826522"/>
                  <a:gd name="connsiteX3" fmla="*/ 1625506 w 1718774"/>
                  <a:gd name="connsiteY3" fmla="*/ 1747798 h 1826522"/>
                  <a:gd name="connsiteX4" fmla="*/ 1568518 w 1718774"/>
                  <a:gd name="connsiteY4" fmla="*/ 1257671 h 1826522"/>
                  <a:gd name="connsiteX5" fmla="*/ 1516277 w 1718774"/>
                  <a:gd name="connsiteY5" fmla="*/ 672856 h 1826522"/>
                  <a:gd name="connsiteX6" fmla="*/ 1384691 w 1718774"/>
                  <a:gd name="connsiteY6" fmla="*/ 154877 h 1826522"/>
                  <a:gd name="connsiteX7" fmla="*/ 886851 w 1718774"/>
                  <a:gd name="connsiteY7" fmla="*/ 21205 h 1826522"/>
                  <a:gd name="connsiteX8" fmla="*/ 408119 w 1718774"/>
                  <a:gd name="connsiteY8" fmla="*/ 534641 h 1826522"/>
                  <a:gd name="connsiteX0" fmla="*/ 477759 w 1796623"/>
                  <a:gd name="connsiteY0" fmla="*/ 534641 h 1818043"/>
                  <a:gd name="connsiteX1" fmla="*/ 117407 w 1796623"/>
                  <a:gd name="connsiteY1" fmla="*/ 940200 h 1818043"/>
                  <a:gd name="connsiteX2" fmla="*/ 136864 w 1796623"/>
                  <a:gd name="connsiteY2" fmla="*/ 1728260 h 1818043"/>
                  <a:gd name="connsiteX3" fmla="*/ 1695146 w 1796623"/>
                  <a:gd name="connsiteY3" fmla="*/ 1747798 h 1818043"/>
                  <a:gd name="connsiteX4" fmla="*/ 1638158 w 1796623"/>
                  <a:gd name="connsiteY4" fmla="*/ 1257671 h 1818043"/>
                  <a:gd name="connsiteX5" fmla="*/ 1585917 w 1796623"/>
                  <a:gd name="connsiteY5" fmla="*/ 672856 h 1818043"/>
                  <a:gd name="connsiteX6" fmla="*/ 1454331 w 1796623"/>
                  <a:gd name="connsiteY6" fmla="*/ 154877 h 1818043"/>
                  <a:gd name="connsiteX7" fmla="*/ 956491 w 1796623"/>
                  <a:gd name="connsiteY7" fmla="*/ 21205 h 1818043"/>
                  <a:gd name="connsiteX8" fmla="*/ 477759 w 1796623"/>
                  <a:gd name="connsiteY8" fmla="*/ 534641 h 1818043"/>
                  <a:gd name="connsiteX0" fmla="*/ 396783 w 1688820"/>
                  <a:gd name="connsiteY0" fmla="*/ 534641 h 1815615"/>
                  <a:gd name="connsiteX1" fmla="*/ 36431 w 1688820"/>
                  <a:gd name="connsiteY1" fmla="*/ 940200 h 1815615"/>
                  <a:gd name="connsiteX2" fmla="*/ 55888 w 1688820"/>
                  <a:gd name="connsiteY2" fmla="*/ 1728260 h 1815615"/>
                  <a:gd name="connsiteX3" fmla="*/ 421834 w 1688820"/>
                  <a:gd name="connsiteY3" fmla="*/ 1798118 h 1815615"/>
                  <a:gd name="connsiteX4" fmla="*/ 1614170 w 1688820"/>
                  <a:gd name="connsiteY4" fmla="*/ 1747798 h 1815615"/>
                  <a:gd name="connsiteX5" fmla="*/ 1557182 w 1688820"/>
                  <a:gd name="connsiteY5" fmla="*/ 1257671 h 1815615"/>
                  <a:gd name="connsiteX6" fmla="*/ 1504941 w 1688820"/>
                  <a:gd name="connsiteY6" fmla="*/ 672856 h 1815615"/>
                  <a:gd name="connsiteX7" fmla="*/ 1373355 w 1688820"/>
                  <a:gd name="connsiteY7" fmla="*/ 154877 h 1815615"/>
                  <a:gd name="connsiteX8" fmla="*/ 875515 w 1688820"/>
                  <a:gd name="connsiteY8" fmla="*/ 21205 h 1815615"/>
                  <a:gd name="connsiteX9" fmla="*/ 396783 w 1688820"/>
                  <a:gd name="connsiteY9" fmla="*/ 534641 h 1815615"/>
                  <a:gd name="connsiteX0" fmla="*/ 394951 w 1689541"/>
                  <a:gd name="connsiteY0" fmla="*/ 534641 h 1877271"/>
                  <a:gd name="connsiteX1" fmla="*/ 34599 w 1689541"/>
                  <a:gd name="connsiteY1" fmla="*/ 940200 h 1877271"/>
                  <a:gd name="connsiteX2" fmla="*/ 54056 w 1689541"/>
                  <a:gd name="connsiteY2" fmla="*/ 1728260 h 1877271"/>
                  <a:gd name="connsiteX3" fmla="*/ 385071 w 1689541"/>
                  <a:gd name="connsiteY3" fmla="*/ 1877032 h 1877271"/>
                  <a:gd name="connsiteX4" fmla="*/ 1612338 w 1689541"/>
                  <a:gd name="connsiteY4" fmla="*/ 1747798 h 1877271"/>
                  <a:gd name="connsiteX5" fmla="*/ 1555350 w 1689541"/>
                  <a:gd name="connsiteY5" fmla="*/ 1257671 h 1877271"/>
                  <a:gd name="connsiteX6" fmla="*/ 1503109 w 1689541"/>
                  <a:gd name="connsiteY6" fmla="*/ 672856 h 1877271"/>
                  <a:gd name="connsiteX7" fmla="*/ 1371523 w 1689541"/>
                  <a:gd name="connsiteY7" fmla="*/ 154877 h 1877271"/>
                  <a:gd name="connsiteX8" fmla="*/ 873683 w 1689541"/>
                  <a:gd name="connsiteY8" fmla="*/ 21205 h 1877271"/>
                  <a:gd name="connsiteX9" fmla="*/ 394951 w 1689541"/>
                  <a:gd name="connsiteY9" fmla="*/ 534641 h 1877271"/>
                  <a:gd name="connsiteX0" fmla="*/ 394949 w 1689541"/>
                  <a:gd name="connsiteY0" fmla="*/ 534641 h 1877032"/>
                  <a:gd name="connsiteX1" fmla="*/ 34597 w 1689541"/>
                  <a:gd name="connsiteY1" fmla="*/ 940200 h 1877032"/>
                  <a:gd name="connsiteX2" fmla="*/ 54054 w 1689541"/>
                  <a:gd name="connsiteY2" fmla="*/ 1728260 h 1877032"/>
                  <a:gd name="connsiteX3" fmla="*/ 385069 w 1689541"/>
                  <a:gd name="connsiteY3" fmla="*/ 1877032 h 1877032"/>
                  <a:gd name="connsiteX4" fmla="*/ 1612336 w 1689541"/>
                  <a:gd name="connsiteY4" fmla="*/ 1747798 h 1877032"/>
                  <a:gd name="connsiteX5" fmla="*/ 1555348 w 1689541"/>
                  <a:gd name="connsiteY5" fmla="*/ 1257671 h 1877032"/>
                  <a:gd name="connsiteX6" fmla="*/ 1503107 w 1689541"/>
                  <a:gd name="connsiteY6" fmla="*/ 672856 h 1877032"/>
                  <a:gd name="connsiteX7" fmla="*/ 1371521 w 1689541"/>
                  <a:gd name="connsiteY7" fmla="*/ 154877 h 1877032"/>
                  <a:gd name="connsiteX8" fmla="*/ 873681 w 1689541"/>
                  <a:gd name="connsiteY8" fmla="*/ 21205 h 1877032"/>
                  <a:gd name="connsiteX9" fmla="*/ 394949 w 1689541"/>
                  <a:gd name="connsiteY9" fmla="*/ 534641 h 1877032"/>
                  <a:gd name="connsiteX0" fmla="*/ 394949 w 1683795"/>
                  <a:gd name="connsiteY0" fmla="*/ 534641 h 1877032"/>
                  <a:gd name="connsiteX1" fmla="*/ 34597 w 1683795"/>
                  <a:gd name="connsiteY1" fmla="*/ 940200 h 1877032"/>
                  <a:gd name="connsiteX2" fmla="*/ 54054 w 1683795"/>
                  <a:gd name="connsiteY2" fmla="*/ 1728260 h 1877032"/>
                  <a:gd name="connsiteX3" fmla="*/ 385069 w 1683795"/>
                  <a:gd name="connsiteY3" fmla="*/ 1877032 h 1877032"/>
                  <a:gd name="connsiteX4" fmla="*/ 1605349 w 1683795"/>
                  <a:gd name="connsiteY4" fmla="*/ 1798860 h 1877032"/>
                  <a:gd name="connsiteX5" fmla="*/ 1555348 w 1683795"/>
                  <a:gd name="connsiteY5" fmla="*/ 1257671 h 1877032"/>
                  <a:gd name="connsiteX6" fmla="*/ 1503107 w 1683795"/>
                  <a:gd name="connsiteY6" fmla="*/ 672856 h 1877032"/>
                  <a:gd name="connsiteX7" fmla="*/ 1371521 w 1683795"/>
                  <a:gd name="connsiteY7" fmla="*/ 154877 h 1877032"/>
                  <a:gd name="connsiteX8" fmla="*/ 873681 w 1683795"/>
                  <a:gd name="connsiteY8" fmla="*/ 21205 h 1877032"/>
                  <a:gd name="connsiteX9" fmla="*/ 394949 w 1683795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671512"/>
                  <a:gd name="connsiteY0" fmla="*/ 534641 h 1877032"/>
                  <a:gd name="connsiteX1" fmla="*/ 34597 w 1671512"/>
                  <a:gd name="connsiteY1" fmla="*/ 940200 h 1877032"/>
                  <a:gd name="connsiteX2" fmla="*/ 54054 w 1671512"/>
                  <a:gd name="connsiteY2" fmla="*/ 1728260 h 1877032"/>
                  <a:gd name="connsiteX3" fmla="*/ 385069 w 1671512"/>
                  <a:gd name="connsiteY3" fmla="*/ 1877032 h 1877032"/>
                  <a:gd name="connsiteX4" fmla="*/ 1605349 w 1671512"/>
                  <a:gd name="connsiteY4" fmla="*/ 1798860 h 1877032"/>
                  <a:gd name="connsiteX5" fmla="*/ 1555348 w 1671512"/>
                  <a:gd name="connsiteY5" fmla="*/ 1257671 h 1877032"/>
                  <a:gd name="connsiteX6" fmla="*/ 1503107 w 1671512"/>
                  <a:gd name="connsiteY6" fmla="*/ 672856 h 1877032"/>
                  <a:gd name="connsiteX7" fmla="*/ 1371521 w 1671512"/>
                  <a:gd name="connsiteY7" fmla="*/ 154877 h 1877032"/>
                  <a:gd name="connsiteX8" fmla="*/ 873681 w 1671512"/>
                  <a:gd name="connsiteY8" fmla="*/ 21205 h 1877032"/>
                  <a:gd name="connsiteX9" fmla="*/ 394949 w 1671512"/>
                  <a:gd name="connsiteY9" fmla="*/ 534641 h 1877032"/>
                  <a:gd name="connsiteX0" fmla="*/ 394949 w 1677296"/>
                  <a:gd name="connsiteY0" fmla="*/ 534641 h 1877032"/>
                  <a:gd name="connsiteX1" fmla="*/ 34597 w 1677296"/>
                  <a:gd name="connsiteY1" fmla="*/ 940200 h 1877032"/>
                  <a:gd name="connsiteX2" fmla="*/ 54054 w 1677296"/>
                  <a:gd name="connsiteY2" fmla="*/ 1728260 h 1877032"/>
                  <a:gd name="connsiteX3" fmla="*/ 385069 w 1677296"/>
                  <a:gd name="connsiteY3" fmla="*/ 1877032 h 1877032"/>
                  <a:gd name="connsiteX4" fmla="*/ 1612334 w 1677296"/>
                  <a:gd name="connsiteY4" fmla="*/ 1840637 h 1877032"/>
                  <a:gd name="connsiteX5" fmla="*/ 1555348 w 1677296"/>
                  <a:gd name="connsiteY5" fmla="*/ 1257671 h 1877032"/>
                  <a:gd name="connsiteX6" fmla="*/ 1503107 w 1677296"/>
                  <a:gd name="connsiteY6" fmla="*/ 672856 h 1877032"/>
                  <a:gd name="connsiteX7" fmla="*/ 1371521 w 1677296"/>
                  <a:gd name="connsiteY7" fmla="*/ 154877 h 1877032"/>
                  <a:gd name="connsiteX8" fmla="*/ 873681 w 1677296"/>
                  <a:gd name="connsiteY8" fmla="*/ 21205 h 1877032"/>
                  <a:gd name="connsiteX9" fmla="*/ 394949 w 1677296"/>
                  <a:gd name="connsiteY9" fmla="*/ 534641 h 1877032"/>
                  <a:gd name="connsiteX0" fmla="*/ 394949 w 1677298"/>
                  <a:gd name="connsiteY0" fmla="*/ 534641 h 1877032"/>
                  <a:gd name="connsiteX1" fmla="*/ 34597 w 1677298"/>
                  <a:gd name="connsiteY1" fmla="*/ 940200 h 1877032"/>
                  <a:gd name="connsiteX2" fmla="*/ 54054 w 1677298"/>
                  <a:gd name="connsiteY2" fmla="*/ 1728260 h 1877032"/>
                  <a:gd name="connsiteX3" fmla="*/ 385069 w 1677298"/>
                  <a:gd name="connsiteY3" fmla="*/ 1877032 h 1877032"/>
                  <a:gd name="connsiteX4" fmla="*/ 1612334 w 1677298"/>
                  <a:gd name="connsiteY4" fmla="*/ 1840637 h 1877032"/>
                  <a:gd name="connsiteX5" fmla="*/ 1555348 w 1677298"/>
                  <a:gd name="connsiteY5" fmla="*/ 1257671 h 1877032"/>
                  <a:gd name="connsiteX6" fmla="*/ 1503107 w 1677298"/>
                  <a:gd name="connsiteY6" fmla="*/ 672856 h 1877032"/>
                  <a:gd name="connsiteX7" fmla="*/ 1371521 w 1677298"/>
                  <a:gd name="connsiteY7" fmla="*/ 154877 h 1877032"/>
                  <a:gd name="connsiteX8" fmla="*/ 873681 w 1677298"/>
                  <a:gd name="connsiteY8" fmla="*/ 21205 h 1877032"/>
                  <a:gd name="connsiteX9" fmla="*/ 394949 w 1677298"/>
                  <a:gd name="connsiteY9" fmla="*/ 534641 h 1877032"/>
                  <a:gd name="connsiteX0" fmla="*/ 394949 w 1677296"/>
                  <a:gd name="connsiteY0" fmla="*/ 534641 h 1904936"/>
                  <a:gd name="connsiteX1" fmla="*/ 34597 w 1677296"/>
                  <a:gd name="connsiteY1" fmla="*/ 940200 h 1904936"/>
                  <a:gd name="connsiteX2" fmla="*/ 54054 w 1677296"/>
                  <a:gd name="connsiteY2" fmla="*/ 1728260 h 1904936"/>
                  <a:gd name="connsiteX3" fmla="*/ 385069 w 1677296"/>
                  <a:gd name="connsiteY3" fmla="*/ 1877032 h 1904936"/>
                  <a:gd name="connsiteX4" fmla="*/ 1612334 w 1677296"/>
                  <a:gd name="connsiteY4" fmla="*/ 1840637 h 1904936"/>
                  <a:gd name="connsiteX5" fmla="*/ 1555348 w 1677296"/>
                  <a:gd name="connsiteY5" fmla="*/ 1257671 h 1904936"/>
                  <a:gd name="connsiteX6" fmla="*/ 1503107 w 1677296"/>
                  <a:gd name="connsiteY6" fmla="*/ 672856 h 1904936"/>
                  <a:gd name="connsiteX7" fmla="*/ 1371521 w 1677296"/>
                  <a:gd name="connsiteY7" fmla="*/ 154877 h 1904936"/>
                  <a:gd name="connsiteX8" fmla="*/ 873681 w 1677296"/>
                  <a:gd name="connsiteY8" fmla="*/ 21205 h 1904936"/>
                  <a:gd name="connsiteX9" fmla="*/ 394949 w 1677296"/>
                  <a:gd name="connsiteY9" fmla="*/ 534641 h 1904936"/>
                  <a:gd name="connsiteX0" fmla="*/ 461539 w 1743887"/>
                  <a:gd name="connsiteY0" fmla="*/ 534641 h 1904936"/>
                  <a:gd name="connsiteX1" fmla="*/ 101187 w 1743887"/>
                  <a:gd name="connsiteY1" fmla="*/ 940200 h 1904936"/>
                  <a:gd name="connsiteX2" fmla="*/ 22840 w 1743887"/>
                  <a:gd name="connsiteY2" fmla="*/ 1737812 h 1904936"/>
                  <a:gd name="connsiteX3" fmla="*/ 451659 w 1743887"/>
                  <a:gd name="connsiteY3" fmla="*/ 1877032 h 1904936"/>
                  <a:gd name="connsiteX4" fmla="*/ 1678924 w 1743887"/>
                  <a:gd name="connsiteY4" fmla="*/ 1840637 h 1904936"/>
                  <a:gd name="connsiteX5" fmla="*/ 1621938 w 1743887"/>
                  <a:gd name="connsiteY5" fmla="*/ 1257671 h 1904936"/>
                  <a:gd name="connsiteX6" fmla="*/ 1569697 w 1743887"/>
                  <a:gd name="connsiteY6" fmla="*/ 672856 h 1904936"/>
                  <a:gd name="connsiteX7" fmla="*/ 1438111 w 1743887"/>
                  <a:gd name="connsiteY7" fmla="*/ 154877 h 1904936"/>
                  <a:gd name="connsiteX8" fmla="*/ 940271 w 1743887"/>
                  <a:gd name="connsiteY8" fmla="*/ 21205 h 1904936"/>
                  <a:gd name="connsiteX9" fmla="*/ 461539 w 1743887"/>
                  <a:gd name="connsiteY9" fmla="*/ 534641 h 1904936"/>
                  <a:gd name="connsiteX0" fmla="*/ 452050 w 1756359"/>
                  <a:gd name="connsiteY0" fmla="*/ 534641 h 1891359"/>
                  <a:gd name="connsiteX1" fmla="*/ 91698 w 1756359"/>
                  <a:gd name="connsiteY1" fmla="*/ 940200 h 1891359"/>
                  <a:gd name="connsiteX2" fmla="*/ 13351 w 1756359"/>
                  <a:gd name="connsiteY2" fmla="*/ 1737812 h 1891359"/>
                  <a:gd name="connsiteX3" fmla="*/ 309435 w 1756359"/>
                  <a:gd name="connsiteY3" fmla="*/ 1891359 h 1891359"/>
                  <a:gd name="connsiteX4" fmla="*/ 1669435 w 1756359"/>
                  <a:gd name="connsiteY4" fmla="*/ 1840637 h 1891359"/>
                  <a:gd name="connsiteX5" fmla="*/ 1612449 w 1756359"/>
                  <a:gd name="connsiteY5" fmla="*/ 1257671 h 1891359"/>
                  <a:gd name="connsiteX6" fmla="*/ 1560208 w 1756359"/>
                  <a:gd name="connsiteY6" fmla="*/ 672856 h 1891359"/>
                  <a:gd name="connsiteX7" fmla="*/ 1428622 w 1756359"/>
                  <a:gd name="connsiteY7" fmla="*/ 154877 h 1891359"/>
                  <a:gd name="connsiteX8" fmla="*/ 930782 w 1756359"/>
                  <a:gd name="connsiteY8" fmla="*/ 21205 h 1891359"/>
                  <a:gd name="connsiteX9" fmla="*/ 452050 w 1756359"/>
                  <a:gd name="connsiteY9" fmla="*/ 534641 h 1891359"/>
                  <a:gd name="connsiteX0" fmla="*/ 452050 w 1756257"/>
                  <a:gd name="connsiteY0" fmla="*/ 534641 h 1891359"/>
                  <a:gd name="connsiteX1" fmla="*/ 91698 w 1756257"/>
                  <a:gd name="connsiteY1" fmla="*/ 940200 h 1891359"/>
                  <a:gd name="connsiteX2" fmla="*/ 13351 w 1756257"/>
                  <a:gd name="connsiteY2" fmla="*/ 1737812 h 1891359"/>
                  <a:gd name="connsiteX3" fmla="*/ 309435 w 1756257"/>
                  <a:gd name="connsiteY3" fmla="*/ 1891359 h 1891359"/>
                  <a:gd name="connsiteX4" fmla="*/ 1669435 w 1756257"/>
                  <a:gd name="connsiteY4" fmla="*/ 1840637 h 1891359"/>
                  <a:gd name="connsiteX5" fmla="*/ 1612449 w 1756257"/>
                  <a:gd name="connsiteY5" fmla="*/ 1257671 h 1891359"/>
                  <a:gd name="connsiteX6" fmla="*/ 1563496 w 1756257"/>
                  <a:gd name="connsiteY6" fmla="*/ 959631 h 1891359"/>
                  <a:gd name="connsiteX7" fmla="*/ 1560208 w 1756257"/>
                  <a:gd name="connsiteY7" fmla="*/ 672856 h 1891359"/>
                  <a:gd name="connsiteX8" fmla="*/ 1428622 w 1756257"/>
                  <a:gd name="connsiteY8" fmla="*/ 154877 h 1891359"/>
                  <a:gd name="connsiteX9" fmla="*/ 930782 w 1756257"/>
                  <a:gd name="connsiteY9" fmla="*/ 21205 h 1891359"/>
                  <a:gd name="connsiteX10" fmla="*/ 452050 w 1756257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64592"/>
                  <a:gd name="connsiteY0" fmla="*/ 534641 h 1891359"/>
                  <a:gd name="connsiteX1" fmla="*/ 91698 w 1764592"/>
                  <a:gd name="connsiteY1" fmla="*/ 940200 h 1891359"/>
                  <a:gd name="connsiteX2" fmla="*/ 13351 w 1764592"/>
                  <a:gd name="connsiteY2" fmla="*/ 1737812 h 1891359"/>
                  <a:gd name="connsiteX3" fmla="*/ 309435 w 1764592"/>
                  <a:gd name="connsiteY3" fmla="*/ 1891359 h 1891359"/>
                  <a:gd name="connsiteX4" fmla="*/ 1669435 w 1764592"/>
                  <a:gd name="connsiteY4" fmla="*/ 1840637 h 1891359"/>
                  <a:gd name="connsiteX5" fmla="*/ 1612449 w 1764592"/>
                  <a:gd name="connsiteY5" fmla="*/ 1257671 h 1891359"/>
                  <a:gd name="connsiteX6" fmla="*/ 1309780 w 1764592"/>
                  <a:gd name="connsiteY6" fmla="*/ 1046341 h 1891359"/>
                  <a:gd name="connsiteX7" fmla="*/ 1560208 w 1764592"/>
                  <a:gd name="connsiteY7" fmla="*/ 672856 h 1891359"/>
                  <a:gd name="connsiteX8" fmla="*/ 1428622 w 1764592"/>
                  <a:gd name="connsiteY8" fmla="*/ 154877 h 1891359"/>
                  <a:gd name="connsiteX9" fmla="*/ 930782 w 1764592"/>
                  <a:gd name="connsiteY9" fmla="*/ 21205 h 1891359"/>
                  <a:gd name="connsiteX10" fmla="*/ 452050 w 1764592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92731"/>
                  <a:gd name="connsiteY0" fmla="*/ 534641 h 1891359"/>
                  <a:gd name="connsiteX1" fmla="*/ 91698 w 1792731"/>
                  <a:gd name="connsiteY1" fmla="*/ 940200 h 1891359"/>
                  <a:gd name="connsiteX2" fmla="*/ 13351 w 1792731"/>
                  <a:gd name="connsiteY2" fmla="*/ 1737812 h 1891359"/>
                  <a:gd name="connsiteX3" fmla="*/ 309435 w 1792731"/>
                  <a:gd name="connsiteY3" fmla="*/ 1891359 h 1891359"/>
                  <a:gd name="connsiteX4" fmla="*/ 1669435 w 1792731"/>
                  <a:gd name="connsiteY4" fmla="*/ 1840637 h 1891359"/>
                  <a:gd name="connsiteX5" fmla="*/ 1688563 w 1792731"/>
                  <a:gd name="connsiteY5" fmla="*/ 1292355 h 1891359"/>
                  <a:gd name="connsiteX6" fmla="*/ 1309780 w 1792731"/>
                  <a:gd name="connsiteY6" fmla="*/ 1046341 h 1891359"/>
                  <a:gd name="connsiteX7" fmla="*/ 1560208 w 1792731"/>
                  <a:gd name="connsiteY7" fmla="*/ 672856 h 1891359"/>
                  <a:gd name="connsiteX8" fmla="*/ 1428622 w 1792731"/>
                  <a:gd name="connsiteY8" fmla="*/ 154877 h 1891359"/>
                  <a:gd name="connsiteX9" fmla="*/ 930782 w 1792731"/>
                  <a:gd name="connsiteY9" fmla="*/ 21205 h 1891359"/>
                  <a:gd name="connsiteX10" fmla="*/ 452050 w 1792731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560208 w 1814809"/>
                  <a:gd name="connsiteY7" fmla="*/ 672856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619996 w 1814809"/>
                  <a:gd name="connsiteY7" fmla="*/ 526399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42872 h 1899590"/>
                  <a:gd name="connsiteX1" fmla="*/ 91698 w 1814809"/>
                  <a:gd name="connsiteY1" fmla="*/ 948431 h 1899590"/>
                  <a:gd name="connsiteX2" fmla="*/ 13351 w 1814809"/>
                  <a:gd name="connsiteY2" fmla="*/ 1746043 h 1899590"/>
                  <a:gd name="connsiteX3" fmla="*/ 309435 w 1814809"/>
                  <a:gd name="connsiteY3" fmla="*/ 1899590 h 1899590"/>
                  <a:gd name="connsiteX4" fmla="*/ 1669435 w 1814809"/>
                  <a:gd name="connsiteY4" fmla="*/ 1848868 h 1899590"/>
                  <a:gd name="connsiteX5" fmla="*/ 1688563 w 1814809"/>
                  <a:gd name="connsiteY5" fmla="*/ 1300586 h 1899590"/>
                  <a:gd name="connsiteX6" fmla="*/ 1309780 w 1814809"/>
                  <a:gd name="connsiteY6" fmla="*/ 1054572 h 1899590"/>
                  <a:gd name="connsiteX7" fmla="*/ 1619996 w 1814809"/>
                  <a:gd name="connsiteY7" fmla="*/ 534630 h 1899590"/>
                  <a:gd name="connsiteX8" fmla="*/ 1488411 w 1814809"/>
                  <a:gd name="connsiteY8" fmla="*/ 129049 h 1899590"/>
                  <a:gd name="connsiteX9" fmla="*/ 930782 w 1814809"/>
                  <a:gd name="connsiteY9" fmla="*/ 29436 h 1899590"/>
                  <a:gd name="connsiteX10" fmla="*/ 452050 w 1814809"/>
                  <a:gd name="connsiteY10" fmla="*/ 542872 h 1899590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551784 w 1934789"/>
                  <a:gd name="connsiteY0" fmla="*/ 540513 h 1886326"/>
                  <a:gd name="connsiteX1" fmla="*/ 191432 w 1934789"/>
                  <a:gd name="connsiteY1" fmla="*/ 946072 h 1886326"/>
                  <a:gd name="connsiteX2" fmla="*/ 113085 w 1934789"/>
                  <a:gd name="connsiteY2" fmla="*/ 1743684 h 1886326"/>
                  <a:gd name="connsiteX3" fmla="*/ 1769169 w 1934789"/>
                  <a:gd name="connsiteY3" fmla="*/ 1846509 h 1886326"/>
                  <a:gd name="connsiteX4" fmla="*/ 1788297 w 1934789"/>
                  <a:gd name="connsiteY4" fmla="*/ 1298227 h 1886326"/>
                  <a:gd name="connsiteX5" fmla="*/ 1409514 w 1934789"/>
                  <a:gd name="connsiteY5" fmla="*/ 1052213 h 1886326"/>
                  <a:gd name="connsiteX6" fmla="*/ 1719730 w 1934789"/>
                  <a:gd name="connsiteY6" fmla="*/ 532271 h 1886326"/>
                  <a:gd name="connsiteX7" fmla="*/ 1588145 w 1934789"/>
                  <a:gd name="connsiteY7" fmla="*/ 126690 h 1886326"/>
                  <a:gd name="connsiteX8" fmla="*/ 1030516 w 1934789"/>
                  <a:gd name="connsiteY8" fmla="*/ 27077 h 1886326"/>
                  <a:gd name="connsiteX9" fmla="*/ 551784 w 1934789"/>
                  <a:gd name="connsiteY9" fmla="*/ 540513 h 1886326"/>
                  <a:gd name="connsiteX0" fmla="*/ 551784 w 1900403"/>
                  <a:gd name="connsiteY0" fmla="*/ 540513 h 1886326"/>
                  <a:gd name="connsiteX1" fmla="*/ 191432 w 1900403"/>
                  <a:gd name="connsiteY1" fmla="*/ 946072 h 1886326"/>
                  <a:gd name="connsiteX2" fmla="*/ 113085 w 1900403"/>
                  <a:gd name="connsiteY2" fmla="*/ 1743684 h 1886326"/>
                  <a:gd name="connsiteX3" fmla="*/ 1769169 w 1900403"/>
                  <a:gd name="connsiteY3" fmla="*/ 1846509 h 1886326"/>
                  <a:gd name="connsiteX4" fmla="*/ 1788297 w 1900403"/>
                  <a:gd name="connsiteY4" fmla="*/ 1298227 h 1886326"/>
                  <a:gd name="connsiteX5" fmla="*/ 1719730 w 1900403"/>
                  <a:gd name="connsiteY5" fmla="*/ 532271 h 1886326"/>
                  <a:gd name="connsiteX6" fmla="*/ 1588145 w 1900403"/>
                  <a:gd name="connsiteY6" fmla="*/ 126690 h 1886326"/>
                  <a:gd name="connsiteX7" fmla="*/ 1030516 w 1900403"/>
                  <a:gd name="connsiteY7" fmla="*/ 27077 h 1886326"/>
                  <a:gd name="connsiteX8" fmla="*/ 551784 w 1900403"/>
                  <a:gd name="connsiteY8" fmla="*/ 540513 h 1886326"/>
                  <a:gd name="connsiteX0" fmla="*/ 551784 w 2140248"/>
                  <a:gd name="connsiteY0" fmla="*/ 540513 h 1886326"/>
                  <a:gd name="connsiteX1" fmla="*/ 191432 w 2140248"/>
                  <a:gd name="connsiteY1" fmla="*/ 946072 h 1886326"/>
                  <a:gd name="connsiteX2" fmla="*/ 113085 w 2140248"/>
                  <a:gd name="connsiteY2" fmla="*/ 1743684 h 1886326"/>
                  <a:gd name="connsiteX3" fmla="*/ 1769169 w 2140248"/>
                  <a:gd name="connsiteY3" fmla="*/ 1846509 h 1886326"/>
                  <a:gd name="connsiteX4" fmla="*/ 1788297 w 2140248"/>
                  <a:gd name="connsiteY4" fmla="*/ 1298227 h 1886326"/>
                  <a:gd name="connsiteX5" fmla="*/ 2137828 w 2140248"/>
                  <a:gd name="connsiteY5" fmla="*/ 516390 h 1886326"/>
                  <a:gd name="connsiteX6" fmla="*/ 1588145 w 2140248"/>
                  <a:gd name="connsiteY6" fmla="*/ 126690 h 1886326"/>
                  <a:gd name="connsiteX7" fmla="*/ 1030516 w 2140248"/>
                  <a:gd name="connsiteY7" fmla="*/ 27077 h 1886326"/>
                  <a:gd name="connsiteX8" fmla="*/ 551784 w 2140248"/>
                  <a:gd name="connsiteY8" fmla="*/ 540513 h 1886326"/>
                  <a:gd name="connsiteX0" fmla="*/ 839 w 2332590"/>
                  <a:gd name="connsiteY0" fmla="*/ 234577 h 1866234"/>
                  <a:gd name="connsiteX1" fmla="*/ 383774 w 2332590"/>
                  <a:gd name="connsiteY1" fmla="*/ 925980 h 1866234"/>
                  <a:gd name="connsiteX2" fmla="*/ 305427 w 2332590"/>
                  <a:gd name="connsiteY2" fmla="*/ 1723592 h 1866234"/>
                  <a:gd name="connsiteX3" fmla="*/ 1961511 w 2332590"/>
                  <a:gd name="connsiteY3" fmla="*/ 1826417 h 1866234"/>
                  <a:gd name="connsiteX4" fmla="*/ 1980639 w 2332590"/>
                  <a:gd name="connsiteY4" fmla="*/ 1278135 h 1866234"/>
                  <a:gd name="connsiteX5" fmla="*/ 2330170 w 2332590"/>
                  <a:gd name="connsiteY5" fmla="*/ 496298 h 1866234"/>
                  <a:gd name="connsiteX6" fmla="*/ 1780487 w 2332590"/>
                  <a:gd name="connsiteY6" fmla="*/ 106598 h 1866234"/>
                  <a:gd name="connsiteX7" fmla="*/ 1222858 w 2332590"/>
                  <a:gd name="connsiteY7" fmla="*/ 6985 h 1866234"/>
                  <a:gd name="connsiteX8" fmla="*/ 839 w 2332590"/>
                  <a:gd name="connsiteY8" fmla="*/ 234577 h 1866234"/>
                  <a:gd name="connsiteX0" fmla="*/ 169859 w 2501610"/>
                  <a:gd name="connsiteY0" fmla="*/ 234577 h 1866234"/>
                  <a:gd name="connsiteX1" fmla="*/ 41784 w 2501610"/>
                  <a:gd name="connsiteY1" fmla="*/ 925980 h 1866234"/>
                  <a:gd name="connsiteX2" fmla="*/ 474447 w 2501610"/>
                  <a:gd name="connsiteY2" fmla="*/ 1723592 h 1866234"/>
                  <a:gd name="connsiteX3" fmla="*/ 2130531 w 2501610"/>
                  <a:gd name="connsiteY3" fmla="*/ 1826417 h 1866234"/>
                  <a:gd name="connsiteX4" fmla="*/ 2149659 w 2501610"/>
                  <a:gd name="connsiteY4" fmla="*/ 1278135 h 1866234"/>
                  <a:gd name="connsiteX5" fmla="*/ 2499190 w 2501610"/>
                  <a:gd name="connsiteY5" fmla="*/ 496298 h 1866234"/>
                  <a:gd name="connsiteX6" fmla="*/ 1949507 w 2501610"/>
                  <a:gd name="connsiteY6" fmla="*/ 106598 h 1866234"/>
                  <a:gd name="connsiteX7" fmla="*/ 1391878 w 2501610"/>
                  <a:gd name="connsiteY7" fmla="*/ 6985 h 1866234"/>
                  <a:gd name="connsiteX8" fmla="*/ 169859 w 2501610"/>
                  <a:gd name="connsiteY8" fmla="*/ 234577 h 1866234"/>
                  <a:gd name="connsiteX0" fmla="*/ 169859 w 2521114"/>
                  <a:gd name="connsiteY0" fmla="*/ 234577 h 1866234"/>
                  <a:gd name="connsiteX1" fmla="*/ 41784 w 2521114"/>
                  <a:gd name="connsiteY1" fmla="*/ 925980 h 1866234"/>
                  <a:gd name="connsiteX2" fmla="*/ 474447 w 2521114"/>
                  <a:gd name="connsiteY2" fmla="*/ 1723592 h 1866234"/>
                  <a:gd name="connsiteX3" fmla="*/ 2130531 w 2521114"/>
                  <a:gd name="connsiteY3" fmla="*/ 1826417 h 1866234"/>
                  <a:gd name="connsiteX4" fmla="*/ 2149659 w 2521114"/>
                  <a:gd name="connsiteY4" fmla="*/ 1278135 h 1866234"/>
                  <a:gd name="connsiteX5" fmla="*/ 2386606 w 2521114"/>
                  <a:gd name="connsiteY5" fmla="*/ 1096675 h 1866234"/>
                  <a:gd name="connsiteX6" fmla="*/ 2499190 w 2521114"/>
                  <a:gd name="connsiteY6" fmla="*/ 496298 h 1866234"/>
                  <a:gd name="connsiteX7" fmla="*/ 1949507 w 2521114"/>
                  <a:gd name="connsiteY7" fmla="*/ 106598 h 1866234"/>
                  <a:gd name="connsiteX8" fmla="*/ 1391878 w 2521114"/>
                  <a:gd name="connsiteY8" fmla="*/ 6985 h 1866234"/>
                  <a:gd name="connsiteX9" fmla="*/ 169859 w 2521114"/>
                  <a:gd name="connsiteY9" fmla="*/ 234577 h 1866234"/>
                  <a:gd name="connsiteX0" fmla="*/ 76021 w 2427276"/>
                  <a:gd name="connsiteY0" fmla="*/ 234577 h 1866880"/>
                  <a:gd name="connsiteX1" fmla="*/ 156994 w 2427276"/>
                  <a:gd name="connsiteY1" fmla="*/ 910100 h 1866880"/>
                  <a:gd name="connsiteX2" fmla="*/ 380609 w 2427276"/>
                  <a:gd name="connsiteY2" fmla="*/ 1723592 h 1866880"/>
                  <a:gd name="connsiteX3" fmla="*/ 2036693 w 2427276"/>
                  <a:gd name="connsiteY3" fmla="*/ 1826417 h 1866880"/>
                  <a:gd name="connsiteX4" fmla="*/ 2055821 w 2427276"/>
                  <a:gd name="connsiteY4" fmla="*/ 1278135 h 1866880"/>
                  <a:gd name="connsiteX5" fmla="*/ 2292768 w 2427276"/>
                  <a:gd name="connsiteY5" fmla="*/ 1096675 h 1866880"/>
                  <a:gd name="connsiteX6" fmla="*/ 2405352 w 2427276"/>
                  <a:gd name="connsiteY6" fmla="*/ 496298 h 1866880"/>
                  <a:gd name="connsiteX7" fmla="*/ 1855669 w 2427276"/>
                  <a:gd name="connsiteY7" fmla="*/ 106598 h 1866880"/>
                  <a:gd name="connsiteX8" fmla="*/ 1298040 w 2427276"/>
                  <a:gd name="connsiteY8" fmla="*/ 6985 h 1866880"/>
                  <a:gd name="connsiteX9" fmla="*/ 76021 w 2427276"/>
                  <a:gd name="connsiteY9" fmla="*/ 234577 h 1866880"/>
                  <a:gd name="connsiteX0" fmla="*/ 65838 w 2417093"/>
                  <a:gd name="connsiteY0" fmla="*/ 146138 h 1778441"/>
                  <a:gd name="connsiteX1" fmla="*/ 146811 w 2417093"/>
                  <a:gd name="connsiteY1" fmla="*/ 821661 h 1778441"/>
                  <a:gd name="connsiteX2" fmla="*/ 370426 w 2417093"/>
                  <a:gd name="connsiteY2" fmla="*/ 1635153 h 1778441"/>
                  <a:gd name="connsiteX3" fmla="*/ 2026510 w 2417093"/>
                  <a:gd name="connsiteY3" fmla="*/ 1737978 h 1778441"/>
                  <a:gd name="connsiteX4" fmla="*/ 2045638 w 2417093"/>
                  <a:gd name="connsiteY4" fmla="*/ 1189696 h 1778441"/>
                  <a:gd name="connsiteX5" fmla="*/ 2282585 w 2417093"/>
                  <a:gd name="connsiteY5" fmla="*/ 1008236 h 1778441"/>
                  <a:gd name="connsiteX6" fmla="*/ 2395169 w 2417093"/>
                  <a:gd name="connsiteY6" fmla="*/ 407859 h 1778441"/>
                  <a:gd name="connsiteX7" fmla="*/ 1845486 w 2417093"/>
                  <a:gd name="connsiteY7" fmla="*/ 18159 h 1778441"/>
                  <a:gd name="connsiteX8" fmla="*/ 1148491 w 2417093"/>
                  <a:gd name="connsiteY8" fmla="*/ 252030 h 1778441"/>
                  <a:gd name="connsiteX9" fmla="*/ 65838 w 2417093"/>
                  <a:gd name="connsiteY9" fmla="*/ 146138 h 1778441"/>
                  <a:gd name="connsiteX0" fmla="*/ 171178 w 2522433"/>
                  <a:gd name="connsiteY0" fmla="*/ 146138 h 1778441"/>
                  <a:gd name="connsiteX1" fmla="*/ 252151 w 2522433"/>
                  <a:gd name="connsiteY1" fmla="*/ 821661 h 1778441"/>
                  <a:gd name="connsiteX2" fmla="*/ 475766 w 2522433"/>
                  <a:gd name="connsiteY2" fmla="*/ 1635153 h 1778441"/>
                  <a:gd name="connsiteX3" fmla="*/ 2131850 w 2522433"/>
                  <a:gd name="connsiteY3" fmla="*/ 1737978 h 1778441"/>
                  <a:gd name="connsiteX4" fmla="*/ 2150978 w 2522433"/>
                  <a:gd name="connsiteY4" fmla="*/ 1189696 h 1778441"/>
                  <a:gd name="connsiteX5" fmla="*/ 2387925 w 2522433"/>
                  <a:gd name="connsiteY5" fmla="*/ 1008236 h 1778441"/>
                  <a:gd name="connsiteX6" fmla="*/ 2500509 w 2522433"/>
                  <a:gd name="connsiteY6" fmla="*/ 407859 h 1778441"/>
                  <a:gd name="connsiteX7" fmla="*/ 1950826 w 2522433"/>
                  <a:gd name="connsiteY7" fmla="*/ 18159 h 1778441"/>
                  <a:gd name="connsiteX8" fmla="*/ 1253831 w 2522433"/>
                  <a:gd name="connsiteY8" fmla="*/ 252030 h 1778441"/>
                  <a:gd name="connsiteX9" fmla="*/ 171178 w 2522433"/>
                  <a:gd name="connsiteY9" fmla="*/ 146138 h 177844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02931"/>
                  <a:gd name="connsiteY0" fmla="*/ 128058 h 1760361"/>
                  <a:gd name="connsiteX1" fmla="*/ 252153 w 2502931"/>
                  <a:gd name="connsiteY1" fmla="*/ 803581 h 1760361"/>
                  <a:gd name="connsiteX2" fmla="*/ 475768 w 2502931"/>
                  <a:gd name="connsiteY2" fmla="*/ 1617073 h 1760361"/>
                  <a:gd name="connsiteX3" fmla="*/ 2131852 w 2502931"/>
                  <a:gd name="connsiteY3" fmla="*/ 1719898 h 1760361"/>
                  <a:gd name="connsiteX4" fmla="*/ 2150980 w 2502931"/>
                  <a:gd name="connsiteY4" fmla="*/ 1171616 h 1760361"/>
                  <a:gd name="connsiteX5" fmla="*/ 2500511 w 2502931"/>
                  <a:gd name="connsiteY5" fmla="*/ 389779 h 1760361"/>
                  <a:gd name="connsiteX6" fmla="*/ 1950828 w 2502931"/>
                  <a:gd name="connsiteY6" fmla="*/ 79 h 1760361"/>
                  <a:gd name="connsiteX7" fmla="*/ 1253833 w 2502931"/>
                  <a:gd name="connsiteY7" fmla="*/ 233950 h 1760361"/>
                  <a:gd name="connsiteX8" fmla="*/ 171180 w 2502931"/>
                  <a:gd name="connsiteY8" fmla="*/ 128058 h 1760361"/>
                  <a:gd name="connsiteX0" fmla="*/ 171180 w 2502931"/>
                  <a:gd name="connsiteY0" fmla="*/ 137721 h 1770024"/>
                  <a:gd name="connsiteX1" fmla="*/ 252153 w 2502931"/>
                  <a:gd name="connsiteY1" fmla="*/ 813244 h 1770024"/>
                  <a:gd name="connsiteX2" fmla="*/ 475768 w 2502931"/>
                  <a:gd name="connsiteY2" fmla="*/ 1626736 h 1770024"/>
                  <a:gd name="connsiteX3" fmla="*/ 2131852 w 2502931"/>
                  <a:gd name="connsiteY3" fmla="*/ 1729561 h 1770024"/>
                  <a:gd name="connsiteX4" fmla="*/ 2150980 w 2502931"/>
                  <a:gd name="connsiteY4" fmla="*/ 1181279 h 1770024"/>
                  <a:gd name="connsiteX5" fmla="*/ 2500511 w 2502931"/>
                  <a:gd name="connsiteY5" fmla="*/ 631296 h 1770024"/>
                  <a:gd name="connsiteX6" fmla="*/ 1950828 w 2502931"/>
                  <a:gd name="connsiteY6" fmla="*/ 9742 h 1770024"/>
                  <a:gd name="connsiteX7" fmla="*/ 1253833 w 2502931"/>
                  <a:gd name="connsiteY7" fmla="*/ 243613 h 1770024"/>
                  <a:gd name="connsiteX8" fmla="*/ 171180 w 2502931"/>
                  <a:gd name="connsiteY8" fmla="*/ 137721 h 1770024"/>
                  <a:gd name="connsiteX0" fmla="*/ 171180 w 2500973"/>
                  <a:gd name="connsiteY0" fmla="*/ 137721 h 1770024"/>
                  <a:gd name="connsiteX1" fmla="*/ 252153 w 2500973"/>
                  <a:gd name="connsiteY1" fmla="*/ 813244 h 1770024"/>
                  <a:gd name="connsiteX2" fmla="*/ 475768 w 2500973"/>
                  <a:gd name="connsiteY2" fmla="*/ 1626736 h 1770024"/>
                  <a:gd name="connsiteX3" fmla="*/ 2131852 w 2500973"/>
                  <a:gd name="connsiteY3" fmla="*/ 1729561 h 1770024"/>
                  <a:gd name="connsiteX4" fmla="*/ 2150980 w 2500973"/>
                  <a:gd name="connsiteY4" fmla="*/ 1181279 h 1770024"/>
                  <a:gd name="connsiteX5" fmla="*/ 2500511 w 2500973"/>
                  <a:gd name="connsiteY5" fmla="*/ 631296 h 1770024"/>
                  <a:gd name="connsiteX6" fmla="*/ 1950828 w 2500973"/>
                  <a:gd name="connsiteY6" fmla="*/ 9742 h 1770024"/>
                  <a:gd name="connsiteX7" fmla="*/ 1253833 w 2500973"/>
                  <a:gd name="connsiteY7" fmla="*/ 243613 h 1770024"/>
                  <a:gd name="connsiteX8" fmla="*/ 171180 w 2500973"/>
                  <a:gd name="connsiteY8" fmla="*/ 137721 h 1770024"/>
                  <a:gd name="connsiteX0" fmla="*/ 171180 w 2501811"/>
                  <a:gd name="connsiteY0" fmla="*/ 130586 h 1762889"/>
                  <a:gd name="connsiteX1" fmla="*/ 252153 w 2501811"/>
                  <a:gd name="connsiteY1" fmla="*/ 806109 h 1762889"/>
                  <a:gd name="connsiteX2" fmla="*/ 475768 w 2501811"/>
                  <a:gd name="connsiteY2" fmla="*/ 1619601 h 1762889"/>
                  <a:gd name="connsiteX3" fmla="*/ 2131852 w 2501811"/>
                  <a:gd name="connsiteY3" fmla="*/ 1722426 h 1762889"/>
                  <a:gd name="connsiteX4" fmla="*/ 2150980 w 2501811"/>
                  <a:gd name="connsiteY4" fmla="*/ 1174144 h 1762889"/>
                  <a:gd name="connsiteX5" fmla="*/ 2500511 w 2501811"/>
                  <a:gd name="connsiteY5" fmla="*/ 624161 h 1762889"/>
                  <a:gd name="connsiteX6" fmla="*/ 1950828 w 2501811"/>
                  <a:gd name="connsiteY6" fmla="*/ 2607 h 1762889"/>
                  <a:gd name="connsiteX7" fmla="*/ 1253833 w 2501811"/>
                  <a:gd name="connsiteY7" fmla="*/ 236478 h 1762889"/>
                  <a:gd name="connsiteX8" fmla="*/ 171180 w 2501811"/>
                  <a:gd name="connsiteY8" fmla="*/ 130586 h 1762889"/>
                  <a:gd name="connsiteX0" fmla="*/ 171180 w 2513555"/>
                  <a:gd name="connsiteY0" fmla="*/ 130586 h 1760577"/>
                  <a:gd name="connsiteX1" fmla="*/ 252153 w 2513555"/>
                  <a:gd name="connsiteY1" fmla="*/ 806109 h 1760577"/>
                  <a:gd name="connsiteX2" fmla="*/ 475768 w 2513555"/>
                  <a:gd name="connsiteY2" fmla="*/ 1619601 h 1760577"/>
                  <a:gd name="connsiteX3" fmla="*/ 2131852 w 2513555"/>
                  <a:gd name="connsiteY3" fmla="*/ 1722426 h 1760577"/>
                  <a:gd name="connsiteX4" fmla="*/ 2324097 w 2513555"/>
                  <a:gd name="connsiteY4" fmla="*/ 1205471 h 1760577"/>
                  <a:gd name="connsiteX5" fmla="*/ 2500511 w 2513555"/>
                  <a:gd name="connsiteY5" fmla="*/ 624161 h 1760577"/>
                  <a:gd name="connsiteX6" fmla="*/ 1950828 w 2513555"/>
                  <a:gd name="connsiteY6" fmla="*/ 2607 h 1760577"/>
                  <a:gd name="connsiteX7" fmla="*/ 1253833 w 2513555"/>
                  <a:gd name="connsiteY7" fmla="*/ 236478 h 1760577"/>
                  <a:gd name="connsiteX8" fmla="*/ 171180 w 2513555"/>
                  <a:gd name="connsiteY8" fmla="*/ 130586 h 1760577"/>
                  <a:gd name="connsiteX0" fmla="*/ 169093 w 2511468"/>
                  <a:gd name="connsiteY0" fmla="*/ 130586 h 1731316"/>
                  <a:gd name="connsiteX1" fmla="*/ 250066 w 2511468"/>
                  <a:gd name="connsiteY1" fmla="*/ 806109 h 1731316"/>
                  <a:gd name="connsiteX2" fmla="*/ 410729 w 2511468"/>
                  <a:gd name="connsiteY2" fmla="*/ 1478627 h 1731316"/>
                  <a:gd name="connsiteX3" fmla="*/ 2129765 w 2511468"/>
                  <a:gd name="connsiteY3" fmla="*/ 1722426 h 1731316"/>
                  <a:gd name="connsiteX4" fmla="*/ 2322010 w 2511468"/>
                  <a:gd name="connsiteY4" fmla="*/ 1205471 h 1731316"/>
                  <a:gd name="connsiteX5" fmla="*/ 2498424 w 2511468"/>
                  <a:gd name="connsiteY5" fmla="*/ 624161 h 1731316"/>
                  <a:gd name="connsiteX6" fmla="*/ 1948741 w 2511468"/>
                  <a:gd name="connsiteY6" fmla="*/ 2607 h 1731316"/>
                  <a:gd name="connsiteX7" fmla="*/ 1251746 w 2511468"/>
                  <a:gd name="connsiteY7" fmla="*/ 236478 h 1731316"/>
                  <a:gd name="connsiteX8" fmla="*/ 169093 w 2511468"/>
                  <a:gd name="connsiteY8" fmla="*/ 130586 h 1731316"/>
                  <a:gd name="connsiteX0" fmla="*/ 169092 w 2515686"/>
                  <a:gd name="connsiteY0" fmla="*/ 130586 h 1580338"/>
                  <a:gd name="connsiteX1" fmla="*/ 250065 w 2515686"/>
                  <a:gd name="connsiteY1" fmla="*/ 806109 h 1580338"/>
                  <a:gd name="connsiteX2" fmla="*/ 410728 w 2515686"/>
                  <a:gd name="connsiteY2" fmla="*/ 1478627 h 1580338"/>
                  <a:gd name="connsiteX3" fmla="*/ 1767791 w 2515686"/>
                  <a:gd name="connsiteY3" fmla="*/ 1550126 h 1580338"/>
                  <a:gd name="connsiteX4" fmla="*/ 2322009 w 2515686"/>
                  <a:gd name="connsiteY4" fmla="*/ 1205471 h 1580338"/>
                  <a:gd name="connsiteX5" fmla="*/ 2498423 w 2515686"/>
                  <a:gd name="connsiteY5" fmla="*/ 624161 h 1580338"/>
                  <a:gd name="connsiteX6" fmla="*/ 1948740 w 2515686"/>
                  <a:gd name="connsiteY6" fmla="*/ 2607 h 1580338"/>
                  <a:gd name="connsiteX7" fmla="*/ 1251745 w 2515686"/>
                  <a:gd name="connsiteY7" fmla="*/ 236478 h 1580338"/>
                  <a:gd name="connsiteX8" fmla="*/ 169092 w 2515686"/>
                  <a:gd name="connsiteY8" fmla="*/ 130586 h 1580338"/>
                  <a:gd name="connsiteX0" fmla="*/ 216909 w 2371233"/>
                  <a:gd name="connsiteY0" fmla="*/ 97731 h 1580287"/>
                  <a:gd name="connsiteX1" fmla="*/ 105612 w 2371233"/>
                  <a:gd name="connsiteY1" fmla="*/ 806058 h 1580287"/>
                  <a:gd name="connsiteX2" fmla="*/ 266275 w 2371233"/>
                  <a:gd name="connsiteY2" fmla="*/ 1478576 h 1580287"/>
                  <a:gd name="connsiteX3" fmla="*/ 1623338 w 2371233"/>
                  <a:gd name="connsiteY3" fmla="*/ 1550075 h 1580287"/>
                  <a:gd name="connsiteX4" fmla="*/ 2177556 w 2371233"/>
                  <a:gd name="connsiteY4" fmla="*/ 1205420 h 1580287"/>
                  <a:gd name="connsiteX5" fmla="*/ 2353970 w 2371233"/>
                  <a:gd name="connsiteY5" fmla="*/ 624110 h 1580287"/>
                  <a:gd name="connsiteX6" fmla="*/ 1804287 w 2371233"/>
                  <a:gd name="connsiteY6" fmla="*/ 2556 h 1580287"/>
                  <a:gd name="connsiteX7" fmla="*/ 1107292 w 2371233"/>
                  <a:gd name="connsiteY7" fmla="*/ 236427 h 1580287"/>
                  <a:gd name="connsiteX8" fmla="*/ 216909 w 2371233"/>
                  <a:gd name="connsiteY8" fmla="*/ 97731 h 1580287"/>
                  <a:gd name="connsiteX0" fmla="*/ 212838 w 2367162"/>
                  <a:gd name="connsiteY0" fmla="*/ 97731 h 1599445"/>
                  <a:gd name="connsiteX1" fmla="*/ 101541 w 2367162"/>
                  <a:gd name="connsiteY1" fmla="*/ 806058 h 1599445"/>
                  <a:gd name="connsiteX2" fmla="*/ 179803 w 2367162"/>
                  <a:gd name="connsiteY2" fmla="*/ 1516849 h 1599445"/>
                  <a:gd name="connsiteX3" fmla="*/ 1619267 w 2367162"/>
                  <a:gd name="connsiteY3" fmla="*/ 1550075 h 1599445"/>
                  <a:gd name="connsiteX4" fmla="*/ 2173485 w 2367162"/>
                  <a:gd name="connsiteY4" fmla="*/ 1205420 h 1599445"/>
                  <a:gd name="connsiteX5" fmla="*/ 2349899 w 2367162"/>
                  <a:gd name="connsiteY5" fmla="*/ 624110 h 1599445"/>
                  <a:gd name="connsiteX6" fmla="*/ 1800216 w 2367162"/>
                  <a:gd name="connsiteY6" fmla="*/ 2556 h 1599445"/>
                  <a:gd name="connsiteX7" fmla="*/ 1103221 w 2367162"/>
                  <a:gd name="connsiteY7" fmla="*/ 236427 h 1599445"/>
                  <a:gd name="connsiteX8" fmla="*/ 212838 w 2367162"/>
                  <a:gd name="connsiteY8" fmla="*/ 97731 h 1599445"/>
                  <a:gd name="connsiteX0" fmla="*/ 274217 w 2428541"/>
                  <a:gd name="connsiteY0" fmla="*/ 97731 h 1563328"/>
                  <a:gd name="connsiteX1" fmla="*/ 162920 w 2428541"/>
                  <a:gd name="connsiteY1" fmla="*/ 806058 h 1563328"/>
                  <a:gd name="connsiteX2" fmla="*/ 241182 w 2428541"/>
                  <a:gd name="connsiteY2" fmla="*/ 1516849 h 1563328"/>
                  <a:gd name="connsiteX3" fmla="*/ 1680646 w 2428541"/>
                  <a:gd name="connsiteY3" fmla="*/ 1550075 h 1563328"/>
                  <a:gd name="connsiteX4" fmla="*/ 2234864 w 2428541"/>
                  <a:gd name="connsiteY4" fmla="*/ 1205420 h 1563328"/>
                  <a:gd name="connsiteX5" fmla="*/ 2411278 w 2428541"/>
                  <a:gd name="connsiteY5" fmla="*/ 624110 h 1563328"/>
                  <a:gd name="connsiteX6" fmla="*/ 1861595 w 2428541"/>
                  <a:gd name="connsiteY6" fmla="*/ 2556 h 1563328"/>
                  <a:gd name="connsiteX7" fmla="*/ 1164600 w 2428541"/>
                  <a:gd name="connsiteY7" fmla="*/ 236427 h 1563328"/>
                  <a:gd name="connsiteX8" fmla="*/ 274217 w 2428541"/>
                  <a:gd name="connsiteY8" fmla="*/ 97731 h 1563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28541" h="1563328">
                    <a:moveTo>
                      <a:pt x="274217" y="97731"/>
                    </a:moveTo>
                    <a:cubicBezTo>
                      <a:pt x="-131398" y="291421"/>
                      <a:pt x="168426" y="569538"/>
                      <a:pt x="162920" y="806058"/>
                    </a:cubicBezTo>
                    <a:cubicBezTo>
                      <a:pt x="157414" y="1042578"/>
                      <a:pt x="-247990" y="1551404"/>
                      <a:pt x="241182" y="1516849"/>
                    </a:cubicBezTo>
                    <a:cubicBezTo>
                      <a:pt x="730354" y="1482294"/>
                      <a:pt x="1348366" y="1601980"/>
                      <a:pt x="1680646" y="1550075"/>
                    </a:cubicBezTo>
                    <a:cubicBezTo>
                      <a:pt x="2012926" y="1498170"/>
                      <a:pt x="2113092" y="1359748"/>
                      <a:pt x="2234864" y="1205420"/>
                    </a:cubicBezTo>
                    <a:cubicBezTo>
                      <a:pt x="2356636" y="1051093"/>
                      <a:pt x="2473489" y="824587"/>
                      <a:pt x="2411278" y="624110"/>
                    </a:cubicBezTo>
                    <a:cubicBezTo>
                      <a:pt x="2349067" y="423633"/>
                      <a:pt x="2314322" y="32821"/>
                      <a:pt x="1861595" y="2556"/>
                    </a:cubicBezTo>
                    <a:cubicBezTo>
                      <a:pt x="1408868" y="-27709"/>
                      <a:pt x="1429163" y="220565"/>
                      <a:pt x="1164600" y="236427"/>
                    </a:cubicBezTo>
                    <a:cubicBezTo>
                      <a:pt x="900037" y="252289"/>
                      <a:pt x="679832" y="-95959"/>
                      <a:pt x="274217" y="97731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9B77392-7CAF-AE10-6EBA-5039B75E1B1C}"/>
                  </a:ext>
                </a:extLst>
              </p:cNvPr>
              <p:cNvSpPr txBox="1"/>
              <p:nvPr/>
            </p:nvSpPr>
            <p:spPr>
              <a:xfrm>
                <a:off x="5950684" y="3339619"/>
                <a:ext cx="1160639" cy="53925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public Internet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and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inter-carrier IPX</a:t>
                </a:r>
              </a:p>
            </p:txBody>
          </p:sp>
        </p:grpSp>
        <p:grpSp>
          <p:nvGrpSpPr>
            <p:cNvPr id="342" name="Group 652">
              <a:extLst>
                <a:ext uri="{FF2B5EF4-FFF2-40B4-BE49-F238E27FC236}">
                  <a16:creationId xmlns:a16="http://schemas.microsoft.com/office/drawing/2014/main" id="{59C4463C-71C9-A919-4FDD-633136EB01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85417" y="4598219"/>
              <a:ext cx="376403" cy="410922"/>
              <a:chOff x="2751" y="1851"/>
              <a:chExt cx="462" cy="478"/>
            </a:xfrm>
          </p:grpSpPr>
          <p:pic>
            <p:nvPicPr>
              <p:cNvPr id="343" name="Picture 653" descr="iphone_stylized_small">
                <a:extLst>
                  <a:ext uri="{FF2B5EF4-FFF2-40B4-BE49-F238E27FC236}">
                    <a16:creationId xmlns:a16="http://schemas.microsoft.com/office/drawing/2014/main" id="{C939BB4E-7D73-4EA3-010D-2E2A5DAB8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4" name="Picture 654" descr="antenna_radiation_stylized">
                <a:extLst>
                  <a:ext uri="{FF2B5EF4-FFF2-40B4-BE49-F238E27FC236}">
                    <a16:creationId xmlns:a16="http://schemas.microsoft.com/office/drawing/2014/main" id="{07A94164-664C-EF33-1732-C7B0EA2B8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624" y="274638"/>
            <a:ext cx="11842376" cy="1143000"/>
          </a:xfrm>
        </p:spPr>
        <p:txBody>
          <a:bodyPr>
            <a:noAutofit/>
          </a:bodyPr>
          <a:lstStyle/>
          <a:p>
            <a:r>
              <a:rPr lang="en-US" dirty="0">
                <a:latin typeface="Calibri Light" panose="020F0302020204030204" pitchFamily="34" charset="0"/>
                <a:cs typeface="Calibri Light" panose="020F0302020204030204" pitchFamily="34" charset="0"/>
              </a:rPr>
              <a:t>On to 5G: SDN-like architecture</a:t>
            </a:r>
          </a:p>
        </p:txBody>
      </p: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AC8F443C-0A24-3FC4-2903-9F56864323D4}"/>
              </a:ext>
            </a:extLst>
          </p:cNvPr>
          <p:cNvGrpSpPr/>
          <p:nvPr/>
        </p:nvGrpSpPr>
        <p:grpSpPr>
          <a:xfrm>
            <a:off x="410734" y="1666798"/>
            <a:ext cx="6570962" cy="3524403"/>
            <a:chOff x="900276" y="1651314"/>
            <a:chExt cx="6570962" cy="3524403"/>
          </a:xfrm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2A37C837-F271-CB30-80BB-511DB994D0C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5189079" y="2174823"/>
              <a:ext cx="827619" cy="152011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F51CEE21-7080-53B7-F7A5-8DEF7C1290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019713" y="2497738"/>
              <a:ext cx="849621" cy="438626"/>
            </a:xfrm>
            <a:prstGeom prst="rect">
              <a:avLst/>
            </a:prstGeom>
          </p:spPr>
        </p:pic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EC4529B1-5E72-2401-70E0-914B85AD170D}"/>
                </a:ext>
              </a:extLst>
            </p:cNvPr>
            <p:cNvGrpSpPr/>
            <p:nvPr/>
          </p:nvGrpSpPr>
          <p:grpSpPr>
            <a:xfrm>
              <a:off x="4472784" y="2067009"/>
              <a:ext cx="608482" cy="372450"/>
              <a:chOff x="7493876" y="2774731"/>
              <a:chExt cx="1481958" cy="894622"/>
            </a:xfrm>
          </p:grpSpPr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25A187A3-4A3D-B22F-36A9-DB70EE2C6D6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1970809F-F886-EDA4-759A-48A30FFEC5B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CCC729C7-1FD2-B03B-7E7E-83653BD0A52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" name="Freeform 49">
                  <a:extLst>
                    <a:ext uri="{FF2B5EF4-FFF2-40B4-BE49-F238E27FC236}">
                      <a16:creationId xmlns:a16="http://schemas.microsoft.com/office/drawing/2014/main" id="{C028CD4F-F680-9250-5FAB-53C48A82695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50">
                  <a:extLst>
                    <a:ext uri="{FF2B5EF4-FFF2-40B4-BE49-F238E27FC236}">
                      <a16:creationId xmlns:a16="http://schemas.microsoft.com/office/drawing/2014/main" id="{480C786E-032B-19B7-9B9F-466613E5180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51">
                  <a:extLst>
                    <a:ext uri="{FF2B5EF4-FFF2-40B4-BE49-F238E27FC236}">
                      <a16:creationId xmlns:a16="http://schemas.microsoft.com/office/drawing/2014/main" id="{EA41C1C8-EB79-93EE-7AB2-1C5A76C4D16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52">
                  <a:extLst>
                    <a:ext uri="{FF2B5EF4-FFF2-40B4-BE49-F238E27FC236}">
                      <a16:creationId xmlns:a16="http://schemas.microsoft.com/office/drawing/2014/main" id="{F4ED2326-8836-C7C0-7FB8-14B4CB7EEB1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8E2547D-9D2D-2A19-5BD0-0718711B900C}"/>
                </a:ext>
              </a:extLst>
            </p:cNvPr>
            <p:cNvSpPr txBox="1"/>
            <p:nvPr/>
          </p:nvSpPr>
          <p:spPr>
            <a:xfrm>
              <a:off x="2247904" y="4638672"/>
              <a:ext cx="1092888" cy="5252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100" dirty="0">
                  <a:solidFill>
                    <a:prstClr val="black"/>
                  </a:solidFill>
                </a:rPr>
                <a:t>Mobility Management Entity (</a:t>
              </a:r>
              <a:r>
                <a:rPr lang="en-US" sz="1100" b="1" dirty="0">
                  <a:solidFill>
                    <a:prstClr val="black"/>
                  </a:solidFill>
                </a:rPr>
                <a:t>MME</a:t>
              </a:r>
              <a:r>
                <a:rPr lang="en-US" sz="1100" dirty="0">
                  <a:solidFill>
                    <a:prstClr val="black"/>
                  </a:solidFill>
                </a:rPr>
                <a:t>)</a:t>
              </a:r>
            </a:p>
          </p:txBody>
        </p:sp>
        <p:pic>
          <p:nvPicPr>
            <p:cNvPr id="19" name="Picture 1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3BE273-F077-571B-5ACE-C066A649B4A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2904574" y="4054565"/>
              <a:ext cx="409289" cy="763448"/>
            </a:xfrm>
            <a:prstGeom prst="rect">
              <a:avLst/>
            </a:prstGeom>
          </p:spPr>
        </p:pic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73D2EF3-B93E-4E00-B7BC-991DF0CCC5A9}"/>
                </a:ext>
              </a:extLst>
            </p:cNvPr>
            <p:cNvSpPr txBox="1"/>
            <p:nvPr/>
          </p:nvSpPr>
          <p:spPr>
            <a:xfrm>
              <a:off x="4221067" y="1778310"/>
              <a:ext cx="1533416" cy="2375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100" dirty="0">
                  <a:solidFill>
                    <a:prstClr val="black"/>
                  </a:solidFill>
                </a:rPr>
                <a:t>PDN gateway (</a:t>
              </a:r>
              <a:r>
                <a:rPr lang="en-US" sz="1100" b="1" dirty="0">
                  <a:solidFill>
                    <a:prstClr val="black"/>
                  </a:solidFill>
                </a:rPr>
                <a:t>P-GW</a:t>
              </a:r>
              <a:r>
                <a:rPr lang="en-US" sz="1100" dirty="0">
                  <a:solidFill>
                    <a:prstClr val="black"/>
                  </a:solidFill>
                </a:rPr>
                <a:t>)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FEBF000-D00B-85CE-6BD0-D7B4A8996D8B}"/>
                </a:ext>
              </a:extLst>
            </p:cNvPr>
            <p:cNvSpPr txBox="1"/>
            <p:nvPr/>
          </p:nvSpPr>
          <p:spPr>
            <a:xfrm>
              <a:off x="1819936" y="1757936"/>
              <a:ext cx="1947195" cy="2375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100" dirty="0">
                  <a:solidFill>
                    <a:prstClr val="black"/>
                  </a:solidFill>
                </a:rPr>
                <a:t>Serving gateway (</a:t>
              </a:r>
              <a:r>
                <a:rPr lang="en-US" sz="1100" b="1" dirty="0">
                  <a:solidFill>
                    <a:prstClr val="black"/>
                  </a:solidFill>
                </a:rPr>
                <a:t>S-GW</a:t>
              </a:r>
              <a:r>
                <a:rPr lang="en-US" sz="1100" dirty="0">
                  <a:solidFill>
                    <a:prstClr val="black"/>
                  </a:solidFill>
                </a:rPr>
                <a:t>)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63D4E537-87CD-E681-0834-238106ED4B31}"/>
                </a:ext>
              </a:extLst>
            </p:cNvPr>
            <p:cNvGrpSpPr/>
            <p:nvPr/>
          </p:nvGrpSpPr>
          <p:grpSpPr>
            <a:xfrm>
              <a:off x="2761949" y="2058151"/>
              <a:ext cx="608482" cy="372450"/>
              <a:chOff x="7493876" y="2774731"/>
              <a:chExt cx="1481958" cy="894622"/>
            </a:xfrm>
          </p:grpSpPr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C8CE3200-4B31-9AB7-AE34-F985654BC3D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EA41EE55-9EEA-6CA5-667F-5C450C341E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9889945A-4E0F-8764-1092-4C61C48D73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3" name="Freeform 42">
                  <a:extLst>
                    <a:ext uri="{FF2B5EF4-FFF2-40B4-BE49-F238E27FC236}">
                      <a16:creationId xmlns:a16="http://schemas.microsoft.com/office/drawing/2014/main" id="{8ED261AA-BEAB-404B-19E8-A91D9974EC2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Freeform 43">
                  <a:extLst>
                    <a:ext uri="{FF2B5EF4-FFF2-40B4-BE49-F238E27FC236}">
                      <a16:creationId xmlns:a16="http://schemas.microsoft.com/office/drawing/2014/main" id="{40CF6C09-794D-139E-590C-E48020E43A8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" name="Freeform 44">
                  <a:extLst>
                    <a:ext uri="{FF2B5EF4-FFF2-40B4-BE49-F238E27FC236}">
                      <a16:creationId xmlns:a16="http://schemas.microsoft.com/office/drawing/2014/main" id="{AB57FFA8-3956-BD3F-75E4-03B0FA1452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Freeform 45">
                  <a:extLst>
                    <a:ext uri="{FF2B5EF4-FFF2-40B4-BE49-F238E27FC236}">
                      <a16:creationId xmlns:a16="http://schemas.microsoft.com/office/drawing/2014/main" id="{F5D8E5DE-1F02-6D1B-7238-C070F5F2DEF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715A2D3A-1151-9F57-5096-29C03E903A8F}"/>
                </a:ext>
              </a:extLst>
            </p:cNvPr>
            <p:cNvGrpSpPr/>
            <p:nvPr/>
          </p:nvGrpSpPr>
          <p:grpSpPr>
            <a:xfrm>
              <a:off x="6208419" y="1694445"/>
              <a:ext cx="1262819" cy="788702"/>
              <a:chOff x="5894782" y="3180763"/>
              <a:chExt cx="1262819" cy="788702"/>
            </a:xfrm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37F79612-2F22-B184-751C-71543B5334A3}"/>
                  </a:ext>
                </a:extLst>
              </p:cNvPr>
              <p:cNvSpPr/>
              <p:nvPr/>
            </p:nvSpPr>
            <p:spPr>
              <a:xfrm>
                <a:off x="5894782" y="3180763"/>
                <a:ext cx="1262819" cy="788702"/>
              </a:xfrm>
              <a:custGeom>
                <a:avLst/>
                <a:gdLst>
                  <a:gd name="connsiteX0" fmla="*/ 434989 w 1523031"/>
                  <a:gd name="connsiteY0" fmla="*/ 253346 h 1763594"/>
                  <a:gd name="connsiteX1" fmla="*/ 488 w 1523031"/>
                  <a:gd name="connsiteY1" fmla="*/ 921706 h 1763594"/>
                  <a:gd name="connsiteX2" fmla="*/ 368142 w 1523031"/>
                  <a:gd name="connsiteY2" fmla="*/ 1489812 h 1763594"/>
                  <a:gd name="connsiteX3" fmla="*/ 1187008 w 1523031"/>
                  <a:gd name="connsiteY3" fmla="*/ 1757156 h 1763594"/>
                  <a:gd name="connsiteX4" fmla="*/ 1521239 w 1523031"/>
                  <a:gd name="connsiteY4" fmla="*/ 1239177 h 1763594"/>
                  <a:gd name="connsiteX5" fmla="*/ 1320700 w 1523031"/>
                  <a:gd name="connsiteY5" fmla="*/ 654362 h 1763594"/>
                  <a:gd name="connsiteX6" fmla="*/ 1337412 w 1523031"/>
                  <a:gd name="connsiteY6" fmla="*/ 136383 h 1763594"/>
                  <a:gd name="connsiteX7" fmla="*/ 1086739 w 1523031"/>
                  <a:gd name="connsiteY7" fmla="*/ 2711 h 1763594"/>
                  <a:gd name="connsiteX8" fmla="*/ 434989 w 1523031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1086739 w 1537226"/>
                  <a:gd name="connsiteY7" fmla="*/ 2711 h 1763594"/>
                  <a:gd name="connsiteX8" fmla="*/ 434989 w 1537226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839572 w 1537226"/>
                  <a:gd name="connsiteY7" fmla="*/ 2711 h 1763594"/>
                  <a:gd name="connsiteX8" fmla="*/ 434989 w 1537226"/>
                  <a:gd name="connsiteY8" fmla="*/ 253346 h 1763594"/>
                  <a:gd name="connsiteX0" fmla="*/ 360357 w 1536743"/>
                  <a:gd name="connsiteY0" fmla="*/ 534641 h 1782088"/>
                  <a:gd name="connsiteX1" fmla="*/ 5 w 1536743"/>
                  <a:gd name="connsiteY1" fmla="*/ 940200 h 1782088"/>
                  <a:gd name="connsiteX2" fmla="*/ 367659 w 1536743"/>
                  <a:gd name="connsiteY2" fmla="*/ 1508306 h 1782088"/>
                  <a:gd name="connsiteX3" fmla="*/ 1186525 w 1536743"/>
                  <a:gd name="connsiteY3" fmla="*/ 1775650 h 1782088"/>
                  <a:gd name="connsiteX4" fmla="*/ 1520756 w 1536743"/>
                  <a:gd name="connsiteY4" fmla="*/ 1257671 h 1782088"/>
                  <a:gd name="connsiteX5" fmla="*/ 1468515 w 1536743"/>
                  <a:gd name="connsiteY5" fmla="*/ 672856 h 1782088"/>
                  <a:gd name="connsiteX6" fmla="*/ 1336929 w 1536743"/>
                  <a:gd name="connsiteY6" fmla="*/ 154877 h 1782088"/>
                  <a:gd name="connsiteX7" fmla="*/ 839089 w 1536743"/>
                  <a:gd name="connsiteY7" fmla="*/ 21205 h 1782088"/>
                  <a:gd name="connsiteX8" fmla="*/ 360357 w 1536743"/>
                  <a:gd name="connsiteY8" fmla="*/ 534641 h 1782088"/>
                  <a:gd name="connsiteX0" fmla="*/ 360355 w 1536741"/>
                  <a:gd name="connsiteY0" fmla="*/ 534641 h 1782088"/>
                  <a:gd name="connsiteX1" fmla="*/ 3 w 1536741"/>
                  <a:gd name="connsiteY1" fmla="*/ 940200 h 1782088"/>
                  <a:gd name="connsiteX2" fmla="*/ 367657 w 1536741"/>
                  <a:gd name="connsiteY2" fmla="*/ 1508306 h 1782088"/>
                  <a:gd name="connsiteX3" fmla="*/ 1186523 w 1536741"/>
                  <a:gd name="connsiteY3" fmla="*/ 1775650 h 1782088"/>
                  <a:gd name="connsiteX4" fmla="*/ 1520754 w 1536741"/>
                  <a:gd name="connsiteY4" fmla="*/ 1257671 h 1782088"/>
                  <a:gd name="connsiteX5" fmla="*/ 1468513 w 1536741"/>
                  <a:gd name="connsiteY5" fmla="*/ 672856 h 1782088"/>
                  <a:gd name="connsiteX6" fmla="*/ 1336927 w 1536741"/>
                  <a:gd name="connsiteY6" fmla="*/ 154877 h 1782088"/>
                  <a:gd name="connsiteX7" fmla="*/ 839087 w 1536741"/>
                  <a:gd name="connsiteY7" fmla="*/ 21205 h 1782088"/>
                  <a:gd name="connsiteX8" fmla="*/ 360355 w 1536741"/>
                  <a:gd name="connsiteY8" fmla="*/ 534641 h 1782088"/>
                  <a:gd name="connsiteX0" fmla="*/ 382604 w 1558990"/>
                  <a:gd name="connsiteY0" fmla="*/ 534641 h 1810599"/>
                  <a:gd name="connsiteX1" fmla="*/ 22252 w 1558990"/>
                  <a:gd name="connsiteY1" fmla="*/ 940200 h 1810599"/>
                  <a:gd name="connsiteX2" fmla="*/ 167457 w 1558990"/>
                  <a:gd name="connsiteY2" fmla="*/ 1672556 h 1810599"/>
                  <a:gd name="connsiteX3" fmla="*/ 1208772 w 1558990"/>
                  <a:gd name="connsiteY3" fmla="*/ 1775650 h 1810599"/>
                  <a:gd name="connsiteX4" fmla="*/ 1543003 w 1558990"/>
                  <a:gd name="connsiteY4" fmla="*/ 1257671 h 1810599"/>
                  <a:gd name="connsiteX5" fmla="*/ 1490762 w 1558990"/>
                  <a:gd name="connsiteY5" fmla="*/ 672856 h 1810599"/>
                  <a:gd name="connsiteX6" fmla="*/ 1359176 w 1558990"/>
                  <a:gd name="connsiteY6" fmla="*/ 154877 h 1810599"/>
                  <a:gd name="connsiteX7" fmla="*/ 861336 w 1558990"/>
                  <a:gd name="connsiteY7" fmla="*/ 21205 h 1810599"/>
                  <a:gd name="connsiteX8" fmla="*/ 382604 w 1558990"/>
                  <a:gd name="connsiteY8" fmla="*/ 534641 h 1810599"/>
                  <a:gd name="connsiteX0" fmla="*/ 393458 w 1593840"/>
                  <a:gd name="connsiteY0" fmla="*/ 534641 h 1793264"/>
                  <a:gd name="connsiteX1" fmla="*/ 33106 w 1593840"/>
                  <a:gd name="connsiteY1" fmla="*/ 940200 h 1793264"/>
                  <a:gd name="connsiteX2" fmla="*/ 178311 w 1593840"/>
                  <a:gd name="connsiteY2" fmla="*/ 1672556 h 1793264"/>
                  <a:gd name="connsiteX3" fmla="*/ 1464139 w 1593840"/>
                  <a:gd name="connsiteY3" fmla="*/ 1752440 h 1793264"/>
                  <a:gd name="connsiteX4" fmla="*/ 1553857 w 1593840"/>
                  <a:gd name="connsiteY4" fmla="*/ 1257671 h 1793264"/>
                  <a:gd name="connsiteX5" fmla="*/ 1501616 w 1593840"/>
                  <a:gd name="connsiteY5" fmla="*/ 672856 h 1793264"/>
                  <a:gd name="connsiteX6" fmla="*/ 1370030 w 1593840"/>
                  <a:gd name="connsiteY6" fmla="*/ 154877 h 1793264"/>
                  <a:gd name="connsiteX7" fmla="*/ 872190 w 1593840"/>
                  <a:gd name="connsiteY7" fmla="*/ 21205 h 1793264"/>
                  <a:gd name="connsiteX8" fmla="*/ 393458 w 1593840"/>
                  <a:gd name="connsiteY8" fmla="*/ 534641 h 1793264"/>
                  <a:gd name="connsiteX0" fmla="*/ 393458 w 1566550"/>
                  <a:gd name="connsiteY0" fmla="*/ 534641 h 1840341"/>
                  <a:gd name="connsiteX1" fmla="*/ 33106 w 1566550"/>
                  <a:gd name="connsiteY1" fmla="*/ 940200 h 1840341"/>
                  <a:gd name="connsiteX2" fmla="*/ 178311 w 1566550"/>
                  <a:gd name="connsiteY2" fmla="*/ 1672556 h 1840341"/>
                  <a:gd name="connsiteX3" fmla="*/ 1464139 w 1566550"/>
                  <a:gd name="connsiteY3" fmla="*/ 1752440 h 1840341"/>
                  <a:gd name="connsiteX4" fmla="*/ 1553857 w 1566550"/>
                  <a:gd name="connsiteY4" fmla="*/ 1257671 h 1840341"/>
                  <a:gd name="connsiteX5" fmla="*/ 1501616 w 1566550"/>
                  <a:gd name="connsiteY5" fmla="*/ 672856 h 1840341"/>
                  <a:gd name="connsiteX6" fmla="*/ 1370030 w 1566550"/>
                  <a:gd name="connsiteY6" fmla="*/ 154877 h 1840341"/>
                  <a:gd name="connsiteX7" fmla="*/ 872190 w 1566550"/>
                  <a:gd name="connsiteY7" fmla="*/ 21205 h 1840341"/>
                  <a:gd name="connsiteX8" fmla="*/ 393458 w 1566550"/>
                  <a:gd name="connsiteY8" fmla="*/ 534641 h 1840341"/>
                  <a:gd name="connsiteX0" fmla="*/ 393458 w 1555557"/>
                  <a:gd name="connsiteY0" fmla="*/ 534641 h 1787187"/>
                  <a:gd name="connsiteX1" fmla="*/ 33106 w 1555557"/>
                  <a:gd name="connsiteY1" fmla="*/ 940200 h 1787187"/>
                  <a:gd name="connsiteX2" fmla="*/ 178311 w 1555557"/>
                  <a:gd name="connsiteY2" fmla="*/ 1672556 h 1787187"/>
                  <a:gd name="connsiteX3" fmla="*/ 1464139 w 1555557"/>
                  <a:gd name="connsiteY3" fmla="*/ 1752440 h 1787187"/>
                  <a:gd name="connsiteX4" fmla="*/ 1553857 w 1555557"/>
                  <a:gd name="connsiteY4" fmla="*/ 1257671 h 1787187"/>
                  <a:gd name="connsiteX5" fmla="*/ 1501616 w 1555557"/>
                  <a:gd name="connsiteY5" fmla="*/ 672856 h 1787187"/>
                  <a:gd name="connsiteX6" fmla="*/ 1370030 w 1555557"/>
                  <a:gd name="connsiteY6" fmla="*/ 154877 h 1787187"/>
                  <a:gd name="connsiteX7" fmla="*/ 872190 w 1555557"/>
                  <a:gd name="connsiteY7" fmla="*/ 21205 h 1787187"/>
                  <a:gd name="connsiteX8" fmla="*/ 393458 w 1555557"/>
                  <a:gd name="connsiteY8" fmla="*/ 534641 h 1787187"/>
                  <a:gd name="connsiteX0" fmla="*/ 401126 w 1664928"/>
                  <a:gd name="connsiteY0" fmla="*/ 534641 h 1783934"/>
                  <a:gd name="connsiteX1" fmla="*/ 40774 w 1664928"/>
                  <a:gd name="connsiteY1" fmla="*/ 940200 h 1783934"/>
                  <a:gd name="connsiteX2" fmla="*/ 185979 w 1664928"/>
                  <a:gd name="connsiteY2" fmla="*/ 1672556 h 1783934"/>
                  <a:gd name="connsiteX3" fmla="*/ 1618513 w 1664928"/>
                  <a:gd name="connsiteY3" fmla="*/ 1747798 h 1783934"/>
                  <a:gd name="connsiteX4" fmla="*/ 1561525 w 1664928"/>
                  <a:gd name="connsiteY4" fmla="*/ 1257671 h 1783934"/>
                  <a:gd name="connsiteX5" fmla="*/ 1509284 w 1664928"/>
                  <a:gd name="connsiteY5" fmla="*/ 672856 h 1783934"/>
                  <a:gd name="connsiteX6" fmla="*/ 1377698 w 1664928"/>
                  <a:gd name="connsiteY6" fmla="*/ 154877 h 1783934"/>
                  <a:gd name="connsiteX7" fmla="*/ 879858 w 1664928"/>
                  <a:gd name="connsiteY7" fmla="*/ 21205 h 1783934"/>
                  <a:gd name="connsiteX8" fmla="*/ 401126 w 1664928"/>
                  <a:gd name="connsiteY8" fmla="*/ 534641 h 1783934"/>
                  <a:gd name="connsiteX0" fmla="*/ 408119 w 1718774"/>
                  <a:gd name="connsiteY0" fmla="*/ 534641 h 1826522"/>
                  <a:gd name="connsiteX1" fmla="*/ 47767 w 1718774"/>
                  <a:gd name="connsiteY1" fmla="*/ 940200 h 1826522"/>
                  <a:gd name="connsiteX2" fmla="*/ 179001 w 1718774"/>
                  <a:gd name="connsiteY2" fmla="*/ 1742186 h 1826522"/>
                  <a:gd name="connsiteX3" fmla="*/ 1625506 w 1718774"/>
                  <a:gd name="connsiteY3" fmla="*/ 1747798 h 1826522"/>
                  <a:gd name="connsiteX4" fmla="*/ 1568518 w 1718774"/>
                  <a:gd name="connsiteY4" fmla="*/ 1257671 h 1826522"/>
                  <a:gd name="connsiteX5" fmla="*/ 1516277 w 1718774"/>
                  <a:gd name="connsiteY5" fmla="*/ 672856 h 1826522"/>
                  <a:gd name="connsiteX6" fmla="*/ 1384691 w 1718774"/>
                  <a:gd name="connsiteY6" fmla="*/ 154877 h 1826522"/>
                  <a:gd name="connsiteX7" fmla="*/ 886851 w 1718774"/>
                  <a:gd name="connsiteY7" fmla="*/ 21205 h 1826522"/>
                  <a:gd name="connsiteX8" fmla="*/ 408119 w 1718774"/>
                  <a:gd name="connsiteY8" fmla="*/ 534641 h 1826522"/>
                  <a:gd name="connsiteX0" fmla="*/ 477759 w 1796623"/>
                  <a:gd name="connsiteY0" fmla="*/ 534641 h 1818043"/>
                  <a:gd name="connsiteX1" fmla="*/ 117407 w 1796623"/>
                  <a:gd name="connsiteY1" fmla="*/ 940200 h 1818043"/>
                  <a:gd name="connsiteX2" fmla="*/ 136864 w 1796623"/>
                  <a:gd name="connsiteY2" fmla="*/ 1728260 h 1818043"/>
                  <a:gd name="connsiteX3" fmla="*/ 1695146 w 1796623"/>
                  <a:gd name="connsiteY3" fmla="*/ 1747798 h 1818043"/>
                  <a:gd name="connsiteX4" fmla="*/ 1638158 w 1796623"/>
                  <a:gd name="connsiteY4" fmla="*/ 1257671 h 1818043"/>
                  <a:gd name="connsiteX5" fmla="*/ 1585917 w 1796623"/>
                  <a:gd name="connsiteY5" fmla="*/ 672856 h 1818043"/>
                  <a:gd name="connsiteX6" fmla="*/ 1454331 w 1796623"/>
                  <a:gd name="connsiteY6" fmla="*/ 154877 h 1818043"/>
                  <a:gd name="connsiteX7" fmla="*/ 956491 w 1796623"/>
                  <a:gd name="connsiteY7" fmla="*/ 21205 h 1818043"/>
                  <a:gd name="connsiteX8" fmla="*/ 477759 w 1796623"/>
                  <a:gd name="connsiteY8" fmla="*/ 534641 h 1818043"/>
                  <a:gd name="connsiteX0" fmla="*/ 396783 w 1688820"/>
                  <a:gd name="connsiteY0" fmla="*/ 534641 h 1815615"/>
                  <a:gd name="connsiteX1" fmla="*/ 36431 w 1688820"/>
                  <a:gd name="connsiteY1" fmla="*/ 940200 h 1815615"/>
                  <a:gd name="connsiteX2" fmla="*/ 55888 w 1688820"/>
                  <a:gd name="connsiteY2" fmla="*/ 1728260 h 1815615"/>
                  <a:gd name="connsiteX3" fmla="*/ 421834 w 1688820"/>
                  <a:gd name="connsiteY3" fmla="*/ 1798118 h 1815615"/>
                  <a:gd name="connsiteX4" fmla="*/ 1614170 w 1688820"/>
                  <a:gd name="connsiteY4" fmla="*/ 1747798 h 1815615"/>
                  <a:gd name="connsiteX5" fmla="*/ 1557182 w 1688820"/>
                  <a:gd name="connsiteY5" fmla="*/ 1257671 h 1815615"/>
                  <a:gd name="connsiteX6" fmla="*/ 1504941 w 1688820"/>
                  <a:gd name="connsiteY6" fmla="*/ 672856 h 1815615"/>
                  <a:gd name="connsiteX7" fmla="*/ 1373355 w 1688820"/>
                  <a:gd name="connsiteY7" fmla="*/ 154877 h 1815615"/>
                  <a:gd name="connsiteX8" fmla="*/ 875515 w 1688820"/>
                  <a:gd name="connsiteY8" fmla="*/ 21205 h 1815615"/>
                  <a:gd name="connsiteX9" fmla="*/ 396783 w 1688820"/>
                  <a:gd name="connsiteY9" fmla="*/ 534641 h 1815615"/>
                  <a:gd name="connsiteX0" fmla="*/ 394951 w 1689541"/>
                  <a:gd name="connsiteY0" fmla="*/ 534641 h 1877271"/>
                  <a:gd name="connsiteX1" fmla="*/ 34599 w 1689541"/>
                  <a:gd name="connsiteY1" fmla="*/ 940200 h 1877271"/>
                  <a:gd name="connsiteX2" fmla="*/ 54056 w 1689541"/>
                  <a:gd name="connsiteY2" fmla="*/ 1728260 h 1877271"/>
                  <a:gd name="connsiteX3" fmla="*/ 385071 w 1689541"/>
                  <a:gd name="connsiteY3" fmla="*/ 1877032 h 1877271"/>
                  <a:gd name="connsiteX4" fmla="*/ 1612338 w 1689541"/>
                  <a:gd name="connsiteY4" fmla="*/ 1747798 h 1877271"/>
                  <a:gd name="connsiteX5" fmla="*/ 1555350 w 1689541"/>
                  <a:gd name="connsiteY5" fmla="*/ 1257671 h 1877271"/>
                  <a:gd name="connsiteX6" fmla="*/ 1503109 w 1689541"/>
                  <a:gd name="connsiteY6" fmla="*/ 672856 h 1877271"/>
                  <a:gd name="connsiteX7" fmla="*/ 1371523 w 1689541"/>
                  <a:gd name="connsiteY7" fmla="*/ 154877 h 1877271"/>
                  <a:gd name="connsiteX8" fmla="*/ 873683 w 1689541"/>
                  <a:gd name="connsiteY8" fmla="*/ 21205 h 1877271"/>
                  <a:gd name="connsiteX9" fmla="*/ 394951 w 1689541"/>
                  <a:gd name="connsiteY9" fmla="*/ 534641 h 1877271"/>
                  <a:gd name="connsiteX0" fmla="*/ 394949 w 1689541"/>
                  <a:gd name="connsiteY0" fmla="*/ 534641 h 1877032"/>
                  <a:gd name="connsiteX1" fmla="*/ 34597 w 1689541"/>
                  <a:gd name="connsiteY1" fmla="*/ 940200 h 1877032"/>
                  <a:gd name="connsiteX2" fmla="*/ 54054 w 1689541"/>
                  <a:gd name="connsiteY2" fmla="*/ 1728260 h 1877032"/>
                  <a:gd name="connsiteX3" fmla="*/ 385069 w 1689541"/>
                  <a:gd name="connsiteY3" fmla="*/ 1877032 h 1877032"/>
                  <a:gd name="connsiteX4" fmla="*/ 1612336 w 1689541"/>
                  <a:gd name="connsiteY4" fmla="*/ 1747798 h 1877032"/>
                  <a:gd name="connsiteX5" fmla="*/ 1555348 w 1689541"/>
                  <a:gd name="connsiteY5" fmla="*/ 1257671 h 1877032"/>
                  <a:gd name="connsiteX6" fmla="*/ 1503107 w 1689541"/>
                  <a:gd name="connsiteY6" fmla="*/ 672856 h 1877032"/>
                  <a:gd name="connsiteX7" fmla="*/ 1371521 w 1689541"/>
                  <a:gd name="connsiteY7" fmla="*/ 154877 h 1877032"/>
                  <a:gd name="connsiteX8" fmla="*/ 873681 w 1689541"/>
                  <a:gd name="connsiteY8" fmla="*/ 21205 h 1877032"/>
                  <a:gd name="connsiteX9" fmla="*/ 394949 w 1689541"/>
                  <a:gd name="connsiteY9" fmla="*/ 534641 h 1877032"/>
                  <a:gd name="connsiteX0" fmla="*/ 394949 w 1683795"/>
                  <a:gd name="connsiteY0" fmla="*/ 534641 h 1877032"/>
                  <a:gd name="connsiteX1" fmla="*/ 34597 w 1683795"/>
                  <a:gd name="connsiteY1" fmla="*/ 940200 h 1877032"/>
                  <a:gd name="connsiteX2" fmla="*/ 54054 w 1683795"/>
                  <a:gd name="connsiteY2" fmla="*/ 1728260 h 1877032"/>
                  <a:gd name="connsiteX3" fmla="*/ 385069 w 1683795"/>
                  <a:gd name="connsiteY3" fmla="*/ 1877032 h 1877032"/>
                  <a:gd name="connsiteX4" fmla="*/ 1605349 w 1683795"/>
                  <a:gd name="connsiteY4" fmla="*/ 1798860 h 1877032"/>
                  <a:gd name="connsiteX5" fmla="*/ 1555348 w 1683795"/>
                  <a:gd name="connsiteY5" fmla="*/ 1257671 h 1877032"/>
                  <a:gd name="connsiteX6" fmla="*/ 1503107 w 1683795"/>
                  <a:gd name="connsiteY6" fmla="*/ 672856 h 1877032"/>
                  <a:gd name="connsiteX7" fmla="*/ 1371521 w 1683795"/>
                  <a:gd name="connsiteY7" fmla="*/ 154877 h 1877032"/>
                  <a:gd name="connsiteX8" fmla="*/ 873681 w 1683795"/>
                  <a:gd name="connsiteY8" fmla="*/ 21205 h 1877032"/>
                  <a:gd name="connsiteX9" fmla="*/ 394949 w 1683795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671512"/>
                  <a:gd name="connsiteY0" fmla="*/ 534641 h 1877032"/>
                  <a:gd name="connsiteX1" fmla="*/ 34597 w 1671512"/>
                  <a:gd name="connsiteY1" fmla="*/ 940200 h 1877032"/>
                  <a:gd name="connsiteX2" fmla="*/ 54054 w 1671512"/>
                  <a:gd name="connsiteY2" fmla="*/ 1728260 h 1877032"/>
                  <a:gd name="connsiteX3" fmla="*/ 385069 w 1671512"/>
                  <a:gd name="connsiteY3" fmla="*/ 1877032 h 1877032"/>
                  <a:gd name="connsiteX4" fmla="*/ 1605349 w 1671512"/>
                  <a:gd name="connsiteY4" fmla="*/ 1798860 h 1877032"/>
                  <a:gd name="connsiteX5" fmla="*/ 1555348 w 1671512"/>
                  <a:gd name="connsiteY5" fmla="*/ 1257671 h 1877032"/>
                  <a:gd name="connsiteX6" fmla="*/ 1503107 w 1671512"/>
                  <a:gd name="connsiteY6" fmla="*/ 672856 h 1877032"/>
                  <a:gd name="connsiteX7" fmla="*/ 1371521 w 1671512"/>
                  <a:gd name="connsiteY7" fmla="*/ 154877 h 1877032"/>
                  <a:gd name="connsiteX8" fmla="*/ 873681 w 1671512"/>
                  <a:gd name="connsiteY8" fmla="*/ 21205 h 1877032"/>
                  <a:gd name="connsiteX9" fmla="*/ 394949 w 1671512"/>
                  <a:gd name="connsiteY9" fmla="*/ 534641 h 1877032"/>
                  <a:gd name="connsiteX0" fmla="*/ 394949 w 1677296"/>
                  <a:gd name="connsiteY0" fmla="*/ 534641 h 1877032"/>
                  <a:gd name="connsiteX1" fmla="*/ 34597 w 1677296"/>
                  <a:gd name="connsiteY1" fmla="*/ 940200 h 1877032"/>
                  <a:gd name="connsiteX2" fmla="*/ 54054 w 1677296"/>
                  <a:gd name="connsiteY2" fmla="*/ 1728260 h 1877032"/>
                  <a:gd name="connsiteX3" fmla="*/ 385069 w 1677296"/>
                  <a:gd name="connsiteY3" fmla="*/ 1877032 h 1877032"/>
                  <a:gd name="connsiteX4" fmla="*/ 1612334 w 1677296"/>
                  <a:gd name="connsiteY4" fmla="*/ 1840637 h 1877032"/>
                  <a:gd name="connsiteX5" fmla="*/ 1555348 w 1677296"/>
                  <a:gd name="connsiteY5" fmla="*/ 1257671 h 1877032"/>
                  <a:gd name="connsiteX6" fmla="*/ 1503107 w 1677296"/>
                  <a:gd name="connsiteY6" fmla="*/ 672856 h 1877032"/>
                  <a:gd name="connsiteX7" fmla="*/ 1371521 w 1677296"/>
                  <a:gd name="connsiteY7" fmla="*/ 154877 h 1877032"/>
                  <a:gd name="connsiteX8" fmla="*/ 873681 w 1677296"/>
                  <a:gd name="connsiteY8" fmla="*/ 21205 h 1877032"/>
                  <a:gd name="connsiteX9" fmla="*/ 394949 w 1677296"/>
                  <a:gd name="connsiteY9" fmla="*/ 534641 h 1877032"/>
                  <a:gd name="connsiteX0" fmla="*/ 394949 w 1677298"/>
                  <a:gd name="connsiteY0" fmla="*/ 534641 h 1877032"/>
                  <a:gd name="connsiteX1" fmla="*/ 34597 w 1677298"/>
                  <a:gd name="connsiteY1" fmla="*/ 940200 h 1877032"/>
                  <a:gd name="connsiteX2" fmla="*/ 54054 w 1677298"/>
                  <a:gd name="connsiteY2" fmla="*/ 1728260 h 1877032"/>
                  <a:gd name="connsiteX3" fmla="*/ 385069 w 1677298"/>
                  <a:gd name="connsiteY3" fmla="*/ 1877032 h 1877032"/>
                  <a:gd name="connsiteX4" fmla="*/ 1612334 w 1677298"/>
                  <a:gd name="connsiteY4" fmla="*/ 1840637 h 1877032"/>
                  <a:gd name="connsiteX5" fmla="*/ 1555348 w 1677298"/>
                  <a:gd name="connsiteY5" fmla="*/ 1257671 h 1877032"/>
                  <a:gd name="connsiteX6" fmla="*/ 1503107 w 1677298"/>
                  <a:gd name="connsiteY6" fmla="*/ 672856 h 1877032"/>
                  <a:gd name="connsiteX7" fmla="*/ 1371521 w 1677298"/>
                  <a:gd name="connsiteY7" fmla="*/ 154877 h 1877032"/>
                  <a:gd name="connsiteX8" fmla="*/ 873681 w 1677298"/>
                  <a:gd name="connsiteY8" fmla="*/ 21205 h 1877032"/>
                  <a:gd name="connsiteX9" fmla="*/ 394949 w 1677298"/>
                  <a:gd name="connsiteY9" fmla="*/ 534641 h 1877032"/>
                  <a:gd name="connsiteX0" fmla="*/ 394949 w 1677296"/>
                  <a:gd name="connsiteY0" fmla="*/ 534641 h 1904936"/>
                  <a:gd name="connsiteX1" fmla="*/ 34597 w 1677296"/>
                  <a:gd name="connsiteY1" fmla="*/ 940200 h 1904936"/>
                  <a:gd name="connsiteX2" fmla="*/ 54054 w 1677296"/>
                  <a:gd name="connsiteY2" fmla="*/ 1728260 h 1904936"/>
                  <a:gd name="connsiteX3" fmla="*/ 385069 w 1677296"/>
                  <a:gd name="connsiteY3" fmla="*/ 1877032 h 1904936"/>
                  <a:gd name="connsiteX4" fmla="*/ 1612334 w 1677296"/>
                  <a:gd name="connsiteY4" fmla="*/ 1840637 h 1904936"/>
                  <a:gd name="connsiteX5" fmla="*/ 1555348 w 1677296"/>
                  <a:gd name="connsiteY5" fmla="*/ 1257671 h 1904936"/>
                  <a:gd name="connsiteX6" fmla="*/ 1503107 w 1677296"/>
                  <a:gd name="connsiteY6" fmla="*/ 672856 h 1904936"/>
                  <a:gd name="connsiteX7" fmla="*/ 1371521 w 1677296"/>
                  <a:gd name="connsiteY7" fmla="*/ 154877 h 1904936"/>
                  <a:gd name="connsiteX8" fmla="*/ 873681 w 1677296"/>
                  <a:gd name="connsiteY8" fmla="*/ 21205 h 1904936"/>
                  <a:gd name="connsiteX9" fmla="*/ 394949 w 1677296"/>
                  <a:gd name="connsiteY9" fmla="*/ 534641 h 1904936"/>
                  <a:gd name="connsiteX0" fmla="*/ 461539 w 1743887"/>
                  <a:gd name="connsiteY0" fmla="*/ 534641 h 1904936"/>
                  <a:gd name="connsiteX1" fmla="*/ 101187 w 1743887"/>
                  <a:gd name="connsiteY1" fmla="*/ 940200 h 1904936"/>
                  <a:gd name="connsiteX2" fmla="*/ 22840 w 1743887"/>
                  <a:gd name="connsiteY2" fmla="*/ 1737812 h 1904936"/>
                  <a:gd name="connsiteX3" fmla="*/ 451659 w 1743887"/>
                  <a:gd name="connsiteY3" fmla="*/ 1877032 h 1904936"/>
                  <a:gd name="connsiteX4" fmla="*/ 1678924 w 1743887"/>
                  <a:gd name="connsiteY4" fmla="*/ 1840637 h 1904936"/>
                  <a:gd name="connsiteX5" fmla="*/ 1621938 w 1743887"/>
                  <a:gd name="connsiteY5" fmla="*/ 1257671 h 1904936"/>
                  <a:gd name="connsiteX6" fmla="*/ 1569697 w 1743887"/>
                  <a:gd name="connsiteY6" fmla="*/ 672856 h 1904936"/>
                  <a:gd name="connsiteX7" fmla="*/ 1438111 w 1743887"/>
                  <a:gd name="connsiteY7" fmla="*/ 154877 h 1904936"/>
                  <a:gd name="connsiteX8" fmla="*/ 940271 w 1743887"/>
                  <a:gd name="connsiteY8" fmla="*/ 21205 h 1904936"/>
                  <a:gd name="connsiteX9" fmla="*/ 461539 w 1743887"/>
                  <a:gd name="connsiteY9" fmla="*/ 534641 h 1904936"/>
                  <a:gd name="connsiteX0" fmla="*/ 452050 w 1756359"/>
                  <a:gd name="connsiteY0" fmla="*/ 534641 h 1891359"/>
                  <a:gd name="connsiteX1" fmla="*/ 91698 w 1756359"/>
                  <a:gd name="connsiteY1" fmla="*/ 940200 h 1891359"/>
                  <a:gd name="connsiteX2" fmla="*/ 13351 w 1756359"/>
                  <a:gd name="connsiteY2" fmla="*/ 1737812 h 1891359"/>
                  <a:gd name="connsiteX3" fmla="*/ 309435 w 1756359"/>
                  <a:gd name="connsiteY3" fmla="*/ 1891359 h 1891359"/>
                  <a:gd name="connsiteX4" fmla="*/ 1669435 w 1756359"/>
                  <a:gd name="connsiteY4" fmla="*/ 1840637 h 1891359"/>
                  <a:gd name="connsiteX5" fmla="*/ 1612449 w 1756359"/>
                  <a:gd name="connsiteY5" fmla="*/ 1257671 h 1891359"/>
                  <a:gd name="connsiteX6" fmla="*/ 1560208 w 1756359"/>
                  <a:gd name="connsiteY6" fmla="*/ 672856 h 1891359"/>
                  <a:gd name="connsiteX7" fmla="*/ 1428622 w 1756359"/>
                  <a:gd name="connsiteY7" fmla="*/ 154877 h 1891359"/>
                  <a:gd name="connsiteX8" fmla="*/ 930782 w 1756359"/>
                  <a:gd name="connsiteY8" fmla="*/ 21205 h 1891359"/>
                  <a:gd name="connsiteX9" fmla="*/ 452050 w 1756359"/>
                  <a:gd name="connsiteY9" fmla="*/ 534641 h 1891359"/>
                  <a:gd name="connsiteX0" fmla="*/ 452050 w 1756257"/>
                  <a:gd name="connsiteY0" fmla="*/ 534641 h 1891359"/>
                  <a:gd name="connsiteX1" fmla="*/ 91698 w 1756257"/>
                  <a:gd name="connsiteY1" fmla="*/ 940200 h 1891359"/>
                  <a:gd name="connsiteX2" fmla="*/ 13351 w 1756257"/>
                  <a:gd name="connsiteY2" fmla="*/ 1737812 h 1891359"/>
                  <a:gd name="connsiteX3" fmla="*/ 309435 w 1756257"/>
                  <a:gd name="connsiteY3" fmla="*/ 1891359 h 1891359"/>
                  <a:gd name="connsiteX4" fmla="*/ 1669435 w 1756257"/>
                  <a:gd name="connsiteY4" fmla="*/ 1840637 h 1891359"/>
                  <a:gd name="connsiteX5" fmla="*/ 1612449 w 1756257"/>
                  <a:gd name="connsiteY5" fmla="*/ 1257671 h 1891359"/>
                  <a:gd name="connsiteX6" fmla="*/ 1563496 w 1756257"/>
                  <a:gd name="connsiteY6" fmla="*/ 959631 h 1891359"/>
                  <a:gd name="connsiteX7" fmla="*/ 1560208 w 1756257"/>
                  <a:gd name="connsiteY7" fmla="*/ 672856 h 1891359"/>
                  <a:gd name="connsiteX8" fmla="*/ 1428622 w 1756257"/>
                  <a:gd name="connsiteY8" fmla="*/ 154877 h 1891359"/>
                  <a:gd name="connsiteX9" fmla="*/ 930782 w 1756257"/>
                  <a:gd name="connsiteY9" fmla="*/ 21205 h 1891359"/>
                  <a:gd name="connsiteX10" fmla="*/ 452050 w 1756257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64592"/>
                  <a:gd name="connsiteY0" fmla="*/ 534641 h 1891359"/>
                  <a:gd name="connsiteX1" fmla="*/ 91698 w 1764592"/>
                  <a:gd name="connsiteY1" fmla="*/ 940200 h 1891359"/>
                  <a:gd name="connsiteX2" fmla="*/ 13351 w 1764592"/>
                  <a:gd name="connsiteY2" fmla="*/ 1737812 h 1891359"/>
                  <a:gd name="connsiteX3" fmla="*/ 309435 w 1764592"/>
                  <a:gd name="connsiteY3" fmla="*/ 1891359 h 1891359"/>
                  <a:gd name="connsiteX4" fmla="*/ 1669435 w 1764592"/>
                  <a:gd name="connsiteY4" fmla="*/ 1840637 h 1891359"/>
                  <a:gd name="connsiteX5" fmla="*/ 1612449 w 1764592"/>
                  <a:gd name="connsiteY5" fmla="*/ 1257671 h 1891359"/>
                  <a:gd name="connsiteX6" fmla="*/ 1309780 w 1764592"/>
                  <a:gd name="connsiteY6" fmla="*/ 1046341 h 1891359"/>
                  <a:gd name="connsiteX7" fmla="*/ 1560208 w 1764592"/>
                  <a:gd name="connsiteY7" fmla="*/ 672856 h 1891359"/>
                  <a:gd name="connsiteX8" fmla="*/ 1428622 w 1764592"/>
                  <a:gd name="connsiteY8" fmla="*/ 154877 h 1891359"/>
                  <a:gd name="connsiteX9" fmla="*/ 930782 w 1764592"/>
                  <a:gd name="connsiteY9" fmla="*/ 21205 h 1891359"/>
                  <a:gd name="connsiteX10" fmla="*/ 452050 w 1764592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92731"/>
                  <a:gd name="connsiteY0" fmla="*/ 534641 h 1891359"/>
                  <a:gd name="connsiteX1" fmla="*/ 91698 w 1792731"/>
                  <a:gd name="connsiteY1" fmla="*/ 940200 h 1891359"/>
                  <a:gd name="connsiteX2" fmla="*/ 13351 w 1792731"/>
                  <a:gd name="connsiteY2" fmla="*/ 1737812 h 1891359"/>
                  <a:gd name="connsiteX3" fmla="*/ 309435 w 1792731"/>
                  <a:gd name="connsiteY3" fmla="*/ 1891359 h 1891359"/>
                  <a:gd name="connsiteX4" fmla="*/ 1669435 w 1792731"/>
                  <a:gd name="connsiteY4" fmla="*/ 1840637 h 1891359"/>
                  <a:gd name="connsiteX5" fmla="*/ 1688563 w 1792731"/>
                  <a:gd name="connsiteY5" fmla="*/ 1292355 h 1891359"/>
                  <a:gd name="connsiteX6" fmla="*/ 1309780 w 1792731"/>
                  <a:gd name="connsiteY6" fmla="*/ 1046341 h 1891359"/>
                  <a:gd name="connsiteX7" fmla="*/ 1560208 w 1792731"/>
                  <a:gd name="connsiteY7" fmla="*/ 672856 h 1891359"/>
                  <a:gd name="connsiteX8" fmla="*/ 1428622 w 1792731"/>
                  <a:gd name="connsiteY8" fmla="*/ 154877 h 1891359"/>
                  <a:gd name="connsiteX9" fmla="*/ 930782 w 1792731"/>
                  <a:gd name="connsiteY9" fmla="*/ 21205 h 1891359"/>
                  <a:gd name="connsiteX10" fmla="*/ 452050 w 1792731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560208 w 1814809"/>
                  <a:gd name="connsiteY7" fmla="*/ 672856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619996 w 1814809"/>
                  <a:gd name="connsiteY7" fmla="*/ 526399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42872 h 1899590"/>
                  <a:gd name="connsiteX1" fmla="*/ 91698 w 1814809"/>
                  <a:gd name="connsiteY1" fmla="*/ 948431 h 1899590"/>
                  <a:gd name="connsiteX2" fmla="*/ 13351 w 1814809"/>
                  <a:gd name="connsiteY2" fmla="*/ 1746043 h 1899590"/>
                  <a:gd name="connsiteX3" fmla="*/ 309435 w 1814809"/>
                  <a:gd name="connsiteY3" fmla="*/ 1899590 h 1899590"/>
                  <a:gd name="connsiteX4" fmla="*/ 1669435 w 1814809"/>
                  <a:gd name="connsiteY4" fmla="*/ 1848868 h 1899590"/>
                  <a:gd name="connsiteX5" fmla="*/ 1688563 w 1814809"/>
                  <a:gd name="connsiteY5" fmla="*/ 1300586 h 1899590"/>
                  <a:gd name="connsiteX6" fmla="*/ 1309780 w 1814809"/>
                  <a:gd name="connsiteY6" fmla="*/ 1054572 h 1899590"/>
                  <a:gd name="connsiteX7" fmla="*/ 1619996 w 1814809"/>
                  <a:gd name="connsiteY7" fmla="*/ 534630 h 1899590"/>
                  <a:gd name="connsiteX8" fmla="*/ 1488411 w 1814809"/>
                  <a:gd name="connsiteY8" fmla="*/ 129049 h 1899590"/>
                  <a:gd name="connsiteX9" fmla="*/ 930782 w 1814809"/>
                  <a:gd name="connsiteY9" fmla="*/ 29436 h 1899590"/>
                  <a:gd name="connsiteX10" fmla="*/ 452050 w 1814809"/>
                  <a:gd name="connsiteY10" fmla="*/ 542872 h 1899590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551784 w 1934789"/>
                  <a:gd name="connsiteY0" fmla="*/ 540513 h 1886326"/>
                  <a:gd name="connsiteX1" fmla="*/ 191432 w 1934789"/>
                  <a:gd name="connsiteY1" fmla="*/ 946072 h 1886326"/>
                  <a:gd name="connsiteX2" fmla="*/ 113085 w 1934789"/>
                  <a:gd name="connsiteY2" fmla="*/ 1743684 h 1886326"/>
                  <a:gd name="connsiteX3" fmla="*/ 1769169 w 1934789"/>
                  <a:gd name="connsiteY3" fmla="*/ 1846509 h 1886326"/>
                  <a:gd name="connsiteX4" fmla="*/ 1788297 w 1934789"/>
                  <a:gd name="connsiteY4" fmla="*/ 1298227 h 1886326"/>
                  <a:gd name="connsiteX5" fmla="*/ 1409514 w 1934789"/>
                  <a:gd name="connsiteY5" fmla="*/ 1052213 h 1886326"/>
                  <a:gd name="connsiteX6" fmla="*/ 1719730 w 1934789"/>
                  <a:gd name="connsiteY6" fmla="*/ 532271 h 1886326"/>
                  <a:gd name="connsiteX7" fmla="*/ 1588145 w 1934789"/>
                  <a:gd name="connsiteY7" fmla="*/ 126690 h 1886326"/>
                  <a:gd name="connsiteX8" fmla="*/ 1030516 w 1934789"/>
                  <a:gd name="connsiteY8" fmla="*/ 27077 h 1886326"/>
                  <a:gd name="connsiteX9" fmla="*/ 551784 w 1934789"/>
                  <a:gd name="connsiteY9" fmla="*/ 540513 h 1886326"/>
                  <a:gd name="connsiteX0" fmla="*/ 551784 w 1900403"/>
                  <a:gd name="connsiteY0" fmla="*/ 540513 h 1886326"/>
                  <a:gd name="connsiteX1" fmla="*/ 191432 w 1900403"/>
                  <a:gd name="connsiteY1" fmla="*/ 946072 h 1886326"/>
                  <a:gd name="connsiteX2" fmla="*/ 113085 w 1900403"/>
                  <a:gd name="connsiteY2" fmla="*/ 1743684 h 1886326"/>
                  <a:gd name="connsiteX3" fmla="*/ 1769169 w 1900403"/>
                  <a:gd name="connsiteY3" fmla="*/ 1846509 h 1886326"/>
                  <a:gd name="connsiteX4" fmla="*/ 1788297 w 1900403"/>
                  <a:gd name="connsiteY4" fmla="*/ 1298227 h 1886326"/>
                  <a:gd name="connsiteX5" fmla="*/ 1719730 w 1900403"/>
                  <a:gd name="connsiteY5" fmla="*/ 532271 h 1886326"/>
                  <a:gd name="connsiteX6" fmla="*/ 1588145 w 1900403"/>
                  <a:gd name="connsiteY6" fmla="*/ 126690 h 1886326"/>
                  <a:gd name="connsiteX7" fmla="*/ 1030516 w 1900403"/>
                  <a:gd name="connsiteY7" fmla="*/ 27077 h 1886326"/>
                  <a:gd name="connsiteX8" fmla="*/ 551784 w 1900403"/>
                  <a:gd name="connsiteY8" fmla="*/ 540513 h 1886326"/>
                  <a:gd name="connsiteX0" fmla="*/ 551784 w 2140248"/>
                  <a:gd name="connsiteY0" fmla="*/ 540513 h 1886326"/>
                  <a:gd name="connsiteX1" fmla="*/ 191432 w 2140248"/>
                  <a:gd name="connsiteY1" fmla="*/ 946072 h 1886326"/>
                  <a:gd name="connsiteX2" fmla="*/ 113085 w 2140248"/>
                  <a:gd name="connsiteY2" fmla="*/ 1743684 h 1886326"/>
                  <a:gd name="connsiteX3" fmla="*/ 1769169 w 2140248"/>
                  <a:gd name="connsiteY3" fmla="*/ 1846509 h 1886326"/>
                  <a:gd name="connsiteX4" fmla="*/ 1788297 w 2140248"/>
                  <a:gd name="connsiteY4" fmla="*/ 1298227 h 1886326"/>
                  <a:gd name="connsiteX5" fmla="*/ 2137828 w 2140248"/>
                  <a:gd name="connsiteY5" fmla="*/ 516390 h 1886326"/>
                  <a:gd name="connsiteX6" fmla="*/ 1588145 w 2140248"/>
                  <a:gd name="connsiteY6" fmla="*/ 126690 h 1886326"/>
                  <a:gd name="connsiteX7" fmla="*/ 1030516 w 2140248"/>
                  <a:gd name="connsiteY7" fmla="*/ 27077 h 1886326"/>
                  <a:gd name="connsiteX8" fmla="*/ 551784 w 2140248"/>
                  <a:gd name="connsiteY8" fmla="*/ 540513 h 1886326"/>
                  <a:gd name="connsiteX0" fmla="*/ 839 w 2332590"/>
                  <a:gd name="connsiteY0" fmla="*/ 234577 h 1866234"/>
                  <a:gd name="connsiteX1" fmla="*/ 383774 w 2332590"/>
                  <a:gd name="connsiteY1" fmla="*/ 925980 h 1866234"/>
                  <a:gd name="connsiteX2" fmla="*/ 305427 w 2332590"/>
                  <a:gd name="connsiteY2" fmla="*/ 1723592 h 1866234"/>
                  <a:gd name="connsiteX3" fmla="*/ 1961511 w 2332590"/>
                  <a:gd name="connsiteY3" fmla="*/ 1826417 h 1866234"/>
                  <a:gd name="connsiteX4" fmla="*/ 1980639 w 2332590"/>
                  <a:gd name="connsiteY4" fmla="*/ 1278135 h 1866234"/>
                  <a:gd name="connsiteX5" fmla="*/ 2330170 w 2332590"/>
                  <a:gd name="connsiteY5" fmla="*/ 496298 h 1866234"/>
                  <a:gd name="connsiteX6" fmla="*/ 1780487 w 2332590"/>
                  <a:gd name="connsiteY6" fmla="*/ 106598 h 1866234"/>
                  <a:gd name="connsiteX7" fmla="*/ 1222858 w 2332590"/>
                  <a:gd name="connsiteY7" fmla="*/ 6985 h 1866234"/>
                  <a:gd name="connsiteX8" fmla="*/ 839 w 2332590"/>
                  <a:gd name="connsiteY8" fmla="*/ 234577 h 1866234"/>
                  <a:gd name="connsiteX0" fmla="*/ 169859 w 2501610"/>
                  <a:gd name="connsiteY0" fmla="*/ 234577 h 1866234"/>
                  <a:gd name="connsiteX1" fmla="*/ 41784 w 2501610"/>
                  <a:gd name="connsiteY1" fmla="*/ 925980 h 1866234"/>
                  <a:gd name="connsiteX2" fmla="*/ 474447 w 2501610"/>
                  <a:gd name="connsiteY2" fmla="*/ 1723592 h 1866234"/>
                  <a:gd name="connsiteX3" fmla="*/ 2130531 w 2501610"/>
                  <a:gd name="connsiteY3" fmla="*/ 1826417 h 1866234"/>
                  <a:gd name="connsiteX4" fmla="*/ 2149659 w 2501610"/>
                  <a:gd name="connsiteY4" fmla="*/ 1278135 h 1866234"/>
                  <a:gd name="connsiteX5" fmla="*/ 2499190 w 2501610"/>
                  <a:gd name="connsiteY5" fmla="*/ 496298 h 1866234"/>
                  <a:gd name="connsiteX6" fmla="*/ 1949507 w 2501610"/>
                  <a:gd name="connsiteY6" fmla="*/ 106598 h 1866234"/>
                  <a:gd name="connsiteX7" fmla="*/ 1391878 w 2501610"/>
                  <a:gd name="connsiteY7" fmla="*/ 6985 h 1866234"/>
                  <a:gd name="connsiteX8" fmla="*/ 169859 w 2501610"/>
                  <a:gd name="connsiteY8" fmla="*/ 234577 h 1866234"/>
                  <a:gd name="connsiteX0" fmla="*/ 169859 w 2521114"/>
                  <a:gd name="connsiteY0" fmla="*/ 234577 h 1866234"/>
                  <a:gd name="connsiteX1" fmla="*/ 41784 w 2521114"/>
                  <a:gd name="connsiteY1" fmla="*/ 925980 h 1866234"/>
                  <a:gd name="connsiteX2" fmla="*/ 474447 w 2521114"/>
                  <a:gd name="connsiteY2" fmla="*/ 1723592 h 1866234"/>
                  <a:gd name="connsiteX3" fmla="*/ 2130531 w 2521114"/>
                  <a:gd name="connsiteY3" fmla="*/ 1826417 h 1866234"/>
                  <a:gd name="connsiteX4" fmla="*/ 2149659 w 2521114"/>
                  <a:gd name="connsiteY4" fmla="*/ 1278135 h 1866234"/>
                  <a:gd name="connsiteX5" fmla="*/ 2386606 w 2521114"/>
                  <a:gd name="connsiteY5" fmla="*/ 1096675 h 1866234"/>
                  <a:gd name="connsiteX6" fmla="*/ 2499190 w 2521114"/>
                  <a:gd name="connsiteY6" fmla="*/ 496298 h 1866234"/>
                  <a:gd name="connsiteX7" fmla="*/ 1949507 w 2521114"/>
                  <a:gd name="connsiteY7" fmla="*/ 106598 h 1866234"/>
                  <a:gd name="connsiteX8" fmla="*/ 1391878 w 2521114"/>
                  <a:gd name="connsiteY8" fmla="*/ 6985 h 1866234"/>
                  <a:gd name="connsiteX9" fmla="*/ 169859 w 2521114"/>
                  <a:gd name="connsiteY9" fmla="*/ 234577 h 1866234"/>
                  <a:gd name="connsiteX0" fmla="*/ 76021 w 2427276"/>
                  <a:gd name="connsiteY0" fmla="*/ 234577 h 1866880"/>
                  <a:gd name="connsiteX1" fmla="*/ 156994 w 2427276"/>
                  <a:gd name="connsiteY1" fmla="*/ 910100 h 1866880"/>
                  <a:gd name="connsiteX2" fmla="*/ 380609 w 2427276"/>
                  <a:gd name="connsiteY2" fmla="*/ 1723592 h 1866880"/>
                  <a:gd name="connsiteX3" fmla="*/ 2036693 w 2427276"/>
                  <a:gd name="connsiteY3" fmla="*/ 1826417 h 1866880"/>
                  <a:gd name="connsiteX4" fmla="*/ 2055821 w 2427276"/>
                  <a:gd name="connsiteY4" fmla="*/ 1278135 h 1866880"/>
                  <a:gd name="connsiteX5" fmla="*/ 2292768 w 2427276"/>
                  <a:gd name="connsiteY5" fmla="*/ 1096675 h 1866880"/>
                  <a:gd name="connsiteX6" fmla="*/ 2405352 w 2427276"/>
                  <a:gd name="connsiteY6" fmla="*/ 496298 h 1866880"/>
                  <a:gd name="connsiteX7" fmla="*/ 1855669 w 2427276"/>
                  <a:gd name="connsiteY7" fmla="*/ 106598 h 1866880"/>
                  <a:gd name="connsiteX8" fmla="*/ 1298040 w 2427276"/>
                  <a:gd name="connsiteY8" fmla="*/ 6985 h 1866880"/>
                  <a:gd name="connsiteX9" fmla="*/ 76021 w 2427276"/>
                  <a:gd name="connsiteY9" fmla="*/ 234577 h 1866880"/>
                  <a:gd name="connsiteX0" fmla="*/ 65838 w 2417093"/>
                  <a:gd name="connsiteY0" fmla="*/ 146138 h 1778441"/>
                  <a:gd name="connsiteX1" fmla="*/ 146811 w 2417093"/>
                  <a:gd name="connsiteY1" fmla="*/ 821661 h 1778441"/>
                  <a:gd name="connsiteX2" fmla="*/ 370426 w 2417093"/>
                  <a:gd name="connsiteY2" fmla="*/ 1635153 h 1778441"/>
                  <a:gd name="connsiteX3" fmla="*/ 2026510 w 2417093"/>
                  <a:gd name="connsiteY3" fmla="*/ 1737978 h 1778441"/>
                  <a:gd name="connsiteX4" fmla="*/ 2045638 w 2417093"/>
                  <a:gd name="connsiteY4" fmla="*/ 1189696 h 1778441"/>
                  <a:gd name="connsiteX5" fmla="*/ 2282585 w 2417093"/>
                  <a:gd name="connsiteY5" fmla="*/ 1008236 h 1778441"/>
                  <a:gd name="connsiteX6" fmla="*/ 2395169 w 2417093"/>
                  <a:gd name="connsiteY6" fmla="*/ 407859 h 1778441"/>
                  <a:gd name="connsiteX7" fmla="*/ 1845486 w 2417093"/>
                  <a:gd name="connsiteY7" fmla="*/ 18159 h 1778441"/>
                  <a:gd name="connsiteX8" fmla="*/ 1148491 w 2417093"/>
                  <a:gd name="connsiteY8" fmla="*/ 252030 h 1778441"/>
                  <a:gd name="connsiteX9" fmla="*/ 65838 w 2417093"/>
                  <a:gd name="connsiteY9" fmla="*/ 146138 h 1778441"/>
                  <a:gd name="connsiteX0" fmla="*/ 171178 w 2522433"/>
                  <a:gd name="connsiteY0" fmla="*/ 146138 h 1778441"/>
                  <a:gd name="connsiteX1" fmla="*/ 252151 w 2522433"/>
                  <a:gd name="connsiteY1" fmla="*/ 821661 h 1778441"/>
                  <a:gd name="connsiteX2" fmla="*/ 475766 w 2522433"/>
                  <a:gd name="connsiteY2" fmla="*/ 1635153 h 1778441"/>
                  <a:gd name="connsiteX3" fmla="*/ 2131850 w 2522433"/>
                  <a:gd name="connsiteY3" fmla="*/ 1737978 h 1778441"/>
                  <a:gd name="connsiteX4" fmla="*/ 2150978 w 2522433"/>
                  <a:gd name="connsiteY4" fmla="*/ 1189696 h 1778441"/>
                  <a:gd name="connsiteX5" fmla="*/ 2387925 w 2522433"/>
                  <a:gd name="connsiteY5" fmla="*/ 1008236 h 1778441"/>
                  <a:gd name="connsiteX6" fmla="*/ 2500509 w 2522433"/>
                  <a:gd name="connsiteY6" fmla="*/ 407859 h 1778441"/>
                  <a:gd name="connsiteX7" fmla="*/ 1950826 w 2522433"/>
                  <a:gd name="connsiteY7" fmla="*/ 18159 h 1778441"/>
                  <a:gd name="connsiteX8" fmla="*/ 1253831 w 2522433"/>
                  <a:gd name="connsiteY8" fmla="*/ 252030 h 1778441"/>
                  <a:gd name="connsiteX9" fmla="*/ 171178 w 2522433"/>
                  <a:gd name="connsiteY9" fmla="*/ 146138 h 177844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02931"/>
                  <a:gd name="connsiteY0" fmla="*/ 128058 h 1760361"/>
                  <a:gd name="connsiteX1" fmla="*/ 252153 w 2502931"/>
                  <a:gd name="connsiteY1" fmla="*/ 803581 h 1760361"/>
                  <a:gd name="connsiteX2" fmla="*/ 475768 w 2502931"/>
                  <a:gd name="connsiteY2" fmla="*/ 1617073 h 1760361"/>
                  <a:gd name="connsiteX3" fmla="*/ 2131852 w 2502931"/>
                  <a:gd name="connsiteY3" fmla="*/ 1719898 h 1760361"/>
                  <a:gd name="connsiteX4" fmla="*/ 2150980 w 2502931"/>
                  <a:gd name="connsiteY4" fmla="*/ 1171616 h 1760361"/>
                  <a:gd name="connsiteX5" fmla="*/ 2500511 w 2502931"/>
                  <a:gd name="connsiteY5" fmla="*/ 389779 h 1760361"/>
                  <a:gd name="connsiteX6" fmla="*/ 1950828 w 2502931"/>
                  <a:gd name="connsiteY6" fmla="*/ 79 h 1760361"/>
                  <a:gd name="connsiteX7" fmla="*/ 1253833 w 2502931"/>
                  <a:gd name="connsiteY7" fmla="*/ 233950 h 1760361"/>
                  <a:gd name="connsiteX8" fmla="*/ 171180 w 2502931"/>
                  <a:gd name="connsiteY8" fmla="*/ 128058 h 1760361"/>
                  <a:gd name="connsiteX0" fmla="*/ 171180 w 2502931"/>
                  <a:gd name="connsiteY0" fmla="*/ 137721 h 1770024"/>
                  <a:gd name="connsiteX1" fmla="*/ 252153 w 2502931"/>
                  <a:gd name="connsiteY1" fmla="*/ 813244 h 1770024"/>
                  <a:gd name="connsiteX2" fmla="*/ 475768 w 2502931"/>
                  <a:gd name="connsiteY2" fmla="*/ 1626736 h 1770024"/>
                  <a:gd name="connsiteX3" fmla="*/ 2131852 w 2502931"/>
                  <a:gd name="connsiteY3" fmla="*/ 1729561 h 1770024"/>
                  <a:gd name="connsiteX4" fmla="*/ 2150980 w 2502931"/>
                  <a:gd name="connsiteY4" fmla="*/ 1181279 h 1770024"/>
                  <a:gd name="connsiteX5" fmla="*/ 2500511 w 2502931"/>
                  <a:gd name="connsiteY5" fmla="*/ 631296 h 1770024"/>
                  <a:gd name="connsiteX6" fmla="*/ 1950828 w 2502931"/>
                  <a:gd name="connsiteY6" fmla="*/ 9742 h 1770024"/>
                  <a:gd name="connsiteX7" fmla="*/ 1253833 w 2502931"/>
                  <a:gd name="connsiteY7" fmla="*/ 243613 h 1770024"/>
                  <a:gd name="connsiteX8" fmla="*/ 171180 w 2502931"/>
                  <a:gd name="connsiteY8" fmla="*/ 137721 h 1770024"/>
                  <a:gd name="connsiteX0" fmla="*/ 171180 w 2500973"/>
                  <a:gd name="connsiteY0" fmla="*/ 137721 h 1770024"/>
                  <a:gd name="connsiteX1" fmla="*/ 252153 w 2500973"/>
                  <a:gd name="connsiteY1" fmla="*/ 813244 h 1770024"/>
                  <a:gd name="connsiteX2" fmla="*/ 475768 w 2500973"/>
                  <a:gd name="connsiteY2" fmla="*/ 1626736 h 1770024"/>
                  <a:gd name="connsiteX3" fmla="*/ 2131852 w 2500973"/>
                  <a:gd name="connsiteY3" fmla="*/ 1729561 h 1770024"/>
                  <a:gd name="connsiteX4" fmla="*/ 2150980 w 2500973"/>
                  <a:gd name="connsiteY4" fmla="*/ 1181279 h 1770024"/>
                  <a:gd name="connsiteX5" fmla="*/ 2500511 w 2500973"/>
                  <a:gd name="connsiteY5" fmla="*/ 631296 h 1770024"/>
                  <a:gd name="connsiteX6" fmla="*/ 1950828 w 2500973"/>
                  <a:gd name="connsiteY6" fmla="*/ 9742 h 1770024"/>
                  <a:gd name="connsiteX7" fmla="*/ 1253833 w 2500973"/>
                  <a:gd name="connsiteY7" fmla="*/ 243613 h 1770024"/>
                  <a:gd name="connsiteX8" fmla="*/ 171180 w 2500973"/>
                  <a:gd name="connsiteY8" fmla="*/ 137721 h 1770024"/>
                  <a:gd name="connsiteX0" fmla="*/ 171180 w 2501811"/>
                  <a:gd name="connsiteY0" fmla="*/ 130586 h 1762889"/>
                  <a:gd name="connsiteX1" fmla="*/ 252153 w 2501811"/>
                  <a:gd name="connsiteY1" fmla="*/ 806109 h 1762889"/>
                  <a:gd name="connsiteX2" fmla="*/ 475768 w 2501811"/>
                  <a:gd name="connsiteY2" fmla="*/ 1619601 h 1762889"/>
                  <a:gd name="connsiteX3" fmla="*/ 2131852 w 2501811"/>
                  <a:gd name="connsiteY3" fmla="*/ 1722426 h 1762889"/>
                  <a:gd name="connsiteX4" fmla="*/ 2150980 w 2501811"/>
                  <a:gd name="connsiteY4" fmla="*/ 1174144 h 1762889"/>
                  <a:gd name="connsiteX5" fmla="*/ 2500511 w 2501811"/>
                  <a:gd name="connsiteY5" fmla="*/ 624161 h 1762889"/>
                  <a:gd name="connsiteX6" fmla="*/ 1950828 w 2501811"/>
                  <a:gd name="connsiteY6" fmla="*/ 2607 h 1762889"/>
                  <a:gd name="connsiteX7" fmla="*/ 1253833 w 2501811"/>
                  <a:gd name="connsiteY7" fmla="*/ 236478 h 1762889"/>
                  <a:gd name="connsiteX8" fmla="*/ 171180 w 2501811"/>
                  <a:gd name="connsiteY8" fmla="*/ 130586 h 1762889"/>
                  <a:gd name="connsiteX0" fmla="*/ 171180 w 2513555"/>
                  <a:gd name="connsiteY0" fmla="*/ 130586 h 1760577"/>
                  <a:gd name="connsiteX1" fmla="*/ 252153 w 2513555"/>
                  <a:gd name="connsiteY1" fmla="*/ 806109 h 1760577"/>
                  <a:gd name="connsiteX2" fmla="*/ 475768 w 2513555"/>
                  <a:gd name="connsiteY2" fmla="*/ 1619601 h 1760577"/>
                  <a:gd name="connsiteX3" fmla="*/ 2131852 w 2513555"/>
                  <a:gd name="connsiteY3" fmla="*/ 1722426 h 1760577"/>
                  <a:gd name="connsiteX4" fmla="*/ 2324097 w 2513555"/>
                  <a:gd name="connsiteY4" fmla="*/ 1205471 h 1760577"/>
                  <a:gd name="connsiteX5" fmla="*/ 2500511 w 2513555"/>
                  <a:gd name="connsiteY5" fmla="*/ 624161 h 1760577"/>
                  <a:gd name="connsiteX6" fmla="*/ 1950828 w 2513555"/>
                  <a:gd name="connsiteY6" fmla="*/ 2607 h 1760577"/>
                  <a:gd name="connsiteX7" fmla="*/ 1253833 w 2513555"/>
                  <a:gd name="connsiteY7" fmla="*/ 236478 h 1760577"/>
                  <a:gd name="connsiteX8" fmla="*/ 171180 w 2513555"/>
                  <a:gd name="connsiteY8" fmla="*/ 130586 h 1760577"/>
                  <a:gd name="connsiteX0" fmla="*/ 169093 w 2511468"/>
                  <a:gd name="connsiteY0" fmla="*/ 130586 h 1731316"/>
                  <a:gd name="connsiteX1" fmla="*/ 250066 w 2511468"/>
                  <a:gd name="connsiteY1" fmla="*/ 806109 h 1731316"/>
                  <a:gd name="connsiteX2" fmla="*/ 410729 w 2511468"/>
                  <a:gd name="connsiteY2" fmla="*/ 1478627 h 1731316"/>
                  <a:gd name="connsiteX3" fmla="*/ 2129765 w 2511468"/>
                  <a:gd name="connsiteY3" fmla="*/ 1722426 h 1731316"/>
                  <a:gd name="connsiteX4" fmla="*/ 2322010 w 2511468"/>
                  <a:gd name="connsiteY4" fmla="*/ 1205471 h 1731316"/>
                  <a:gd name="connsiteX5" fmla="*/ 2498424 w 2511468"/>
                  <a:gd name="connsiteY5" fmla="*/ 624161 h 1731316"/>
                  <a:gd name="connsiteX6" fmla="*/ 1948741 w 2511468"/>
                  <a:gd name="connsiteY6" fmla="*/ 2607 h 1731316"/>
                  <a:gd name="connsiteX7" fmla="*/ 1251746 w 2511468"/>
                  <a:gd name="connsiteY7" fmla="*/ 236478 h 1731316"/>
                  <a:gd name="connsiteX8" fmla="*/ 169093 w 2511468"/>
                  <a:gd name="connsiteY8" fmla="*/ 130586 h 1731316"/>
                  <a:gd name="connsiteX0" fmla="*/ 169092 w 2515686"/>
                  <a:gd name="connsiteY0" fmla="*/ 130586 h 1580338"/>
                  <a:gd name="connsiteX1" fmla="*/ 250065 w 2515686"/>
                  <a:gd name="connsiteY1" fmla="*/ 806109 h 1580338"/>
                  <a:gd name="connsiteX2" fmla="*/ 410728 w 2515686"/>
                  <a:gd name="connsiteY2" fmla="*/ 1478627 h 1580338"/>
                  <a:gd name="connsiteX3" fmla="*/ 1767791 w 2515686"/>
                  <a:gd name="connsiteY3" fmla="*/ 1550126 h 1580338"/>
                  <a:gd name="connsiteX4" fmla="*/ 2322009 w 2515686"/>
                  <a:gd name="connsiteY4" fmla="*/ 1205471 h 1580338"/>
                  <a:gd name="connsiteX5" fmla="*/ 2498423 w 2515686"/>
                  <a:gd name="connsiteY5" fmla="*/ 624161 h 1580338"/>
                  <a:gd name="connsiteX6" fmla="*/ 1948740 w 2515686"/>
                  <a:gd name="connsiteY6" fmla="*/ 2607 h 1580338"/>
                  <a:gd name="connsiteX7" fmla="*/ 1251745 w 2515686"/>
                  <a:gd name="connsiteY7" fmla="*/ 236478 h 1580338"/>
                  <a:gd name="connsiteX8" fmla="*/ 169092 w 2515686"/>
                  <a:gd name="connsiteY8" fmla="*/ 130586 h 1580338"/>
                  <a:gd name="connsiteX0" fmla="*/ 216909 w 2371233"/>
                  <a:gd name="connsiteY0" fmla="*/ 97731 h 1580287"/>
                  <a:gd name="connsiteX1" fmla="*/ 105612 w 2371233"/>
                  <a:gd name="connsiteY1" fmla="*/ 806058 h 1580287"/>
                  <a:gd name="connsiteX2" fmla="*/ 266275 w 2371233"/>
                  <a:gd name="connsiteY2" fmla="*/ 1478576 h 1580287"/>
                  <a:gd name="connsiteX3" fmla="*/ 1623338 w 2371233"/>
                  <a:gd name="connsiteY3" fmla="*/ 1550075 h 1580287"/>
                  <a:gd name="connsiteX4" fmla="*/ 2177556 w 2371233"/>
                  <a:gd name="connsiteY4" fmla="*/ 1205420 h 1580287"/>
                  <a:gd name="connsiteX5" fmla="*/ 2353970 w 2371233"/>
                  <a:gd name="connsiteY5" fmla="*/ 624110 h 1580287"/>
                  <a:gd name="connsiteX6" fmla="*/ 1804287 w 2371233"/>
                  <a:gd name="connsiteY6" fmla="*/ 2556 h 1580287"/>
                  <a:gd name="connsiteX7" fmla="*/ 1107292 w 2371233"/>
                  <a:gd name="connsiteY7" fmla="*/ 236427 h 1580287"/>
                  <a:gd name="connsiteX8" fmla="*/ 216909 w 2371233"/>
                  <a:gd name="connsiteY8" fmla="*/ 97731 h 1580287"/>
                  <a:gd name="connsiteX0" fmla="*/ 212838 w 2367162"/>
                  <a:gd name="connsiteY0" fmla="*/ 97731 h 1599445"/>
                  <a:gd name="connsiteX1" fmla="*/ 101541 w 2367162"/>
                  <a:gd name="connsiteY1" fmla="*/ 806058 h 1599445"/>
                  <a:gd name="connsiteX2" fmla="*/ 179803 w 2367162"/>
                  <a:gd name="connsiteY2" fmla="*/ 1516849 h 1599445"/>
                  <a:gd name="connsiteX3" fmla="*/ 1619267 w 2367162"/>
                  <a:gd name="connsiteY3" fmla="*/ 1550075 h 1599445"/>
                  <a:gd name="connsiteX4" fmla="*/ 2173485 w 2367162"/>
                  <a:gd name="connsiteY4" fmla="*/ 1205420 h 1599445"/>
                  <a:gd name="connsiteX5" fmla="*/ 2349899 w 2367162"/>
                  <a:gd name="connsiteY5" fmla="*/ 624110 h 1599445"/>
                  <a:gd name="connsiteX6" fmla="*/ 1800216 w 2367162"/>
                  <a:gd name="connsiteY6" fmla="*/ 2556 h 1599445"/>
                  <a:gd name="connsiteX7" fmla="*/ 1103221 w 2367162"/>
                  <a:gd name="connsiteY7" fmla="*/ 236427 h 1599445"/>
                  <a:gd name="connsiteX8" fmla="*/ 212838 w 2367162"/>
                  <a:gd name="connsiteY8" fmla="*/ 97731 h 1599445"/>
                  <a:gd name="connsiteX0" fmla="*/ 274217 w 2428541"/>
                  <a:gd name="connsiteY0" fmla="*/ 97731 h 1563328"/>
                  <a:gd name="connsiteX1" fmla="*/ 162920 w 2428541"/>
                  <a:gd name="connsiteY1" fmla="*/ 806058 h 1563328"/>
                  <a:gd name="connsiteX2" fmla="*/ 241182 w 2428541"/>
                  <a:gd name="connsiteY2" fmla="*/ 1516849 h 1563328"/>
                  <a:gd name="connsiteX3" fmla="*/ 1680646 w 2428541"/>
                  <a:gd name="connsiteY3" fmla="*/ 1550075 h 1563328"/>
                  <a:gd name="connsiteX4" fmla="*/ 2234864 w 2428541"/>
                  <a:gd name="connsiteY4" fmla="*/ 1205420 h 1563328"/>
                  <a:gd name="connsiteX5" fmla="*/ 2411278 w 2428541"/>
                  <a:gd name="connsiteY5" fmla="*/ 624110 h 1563328"/>
                  <a:gd name="connsiteX6" fmla="*/ 1861595 w 2428541"/>
                  <a:gd name="connsiteY6" fmla="*/ 2556 h 1563328"/>
                  <a:gd name="connsiteX7" fmla="*/ 1164600 w 2428541"/>
                  <a:gd name="connsiteY7" fmla="*/ 236427 h 1563328"/>
                  <a:gd name="connsiteX8" fmla="*/ 274217 w 2428541"/>
                  <a:gd name="connsiteY8" fmla="*/ 97731 h 1563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28541" h="1563328">
                    <a:moveTo>
                      <a:pt x="274217" y="97731"/>
                    </a:moveTo>
                    <a:cubicBezTo>
                      <a:pt x="-131398" y="291421"/>
                      <a:pt x="168426" y="569538"/>
                      <a:pt x="162920" y="806058"/>
                    </a:cubicBezTo>
                    <a:cubicBezTo>
                      <a:pt x="157414" y="1042578"/>
                      <a:pt x="-247990" y="1551404"/>
                      <a:pt x="241182" y="1516849"/>
                    </a:cubicBezTo>
                    <a:cubicBezTo>
                      <a:pt x="730354" y="1482294"/>
                      <a:pt x="1348366" y="1601980"/>
                      <a:pt x="1680646" y="1550075"/>
                    </a:cubicBezTo>
                    <a:cubicBezTo>
                      <a:pt x="2012926" y="1498170"/>
                      <a:pt x="2113092" y="1359748"/>
                      <a:pt x="2234864" y="1205420"/>
                    </a:cubicBezTo>
                    <a:cubicBezTo>
                      <a:pt x="2356636" y="1051093"/>
                      <a:pt x="2473489" y="824587"/>
                      <a:pt x="2411278" y="624110"/>
                    </a:cubicBezTo>
                    <a:cubicBezTo>
                      <a:pt x="2349067" y="423633"/>
                      <a:pt x="2314322" y="32821"/>
                      <a:pt x="1861595" y="2556"/>
                    </a:cubicBezTo>
                    <a:cubicBezTo>
                      <a:pt x="1408868" y="-27709"/>
                      <a:pt x="1429163" y="220565"/>
                      <a:pt x="1164600" y="236427"/>
                    </a:cubicBezTo>
                    <a:cubicBezTo>
                      <a:pt x="900037" y="252289"/>
                      <a:pt x="679832" y="-95959"/>
                      <a:pt x="274217" y="97731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4B6ECDB-16D2-96AB-26C6-068E889CF18B}"/>
                  </a:ext>
                </a:extLst>
              </p:cNvPr>
              <p:cNvSpPr txBox="1"/>
              <p:nvPr/>
            </p:nvSpPr>
            <p:spPr>
              <a:xfrm>
                <a:off x="5950684" y="3339619"/>
                <a:ext cx="1160639" cy="53925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public Internet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and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inter-carrier IPX</a:t>
                </a:r>
              </a:p>
            </p:txBody>
          </p:sp>
        </p:grp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84A73FB7-FDED-92CD-4EFA-6C66226A2EDA}"/>
                </a:ext>
              </a:extLst>
            </p:cNvPr>
            <p:cNvSpPr/>
            <p:nvPr/>
          </p:nvSpPr>
          <p:spPr>
            <a:xfrm>
              <a:off x="1930867" y="2117203"/>
              <a:ext cx="4448025" cy="1179354"/>
            </a:xfrm>
            <a:custGeom>
              <a:avLst/>
              <a:gdLst>
                <a:gd name="connsiteX0" fmla="*/ 0 w 5299788"/>
                <a:gd name="connsiteY0" fmla="*/ 1418253 h 1418253"/>
                <a:gd name="connsiteX1" fmla="*/ 1362270 w 5299788"/>
                <a:gd name="connsiteY1" fmla="*/ 0 h 1418253"/>
                <a:gd name="connsiteX2" fmla="*/ 3415004 w 5299788"/>
                <a:gd name="connsiteY2" fmla="*/ 0 h 1418253"/>
                <a:gd name="connsiteX3" fmla="*/ 5299788 w 5299788"/>
                <a:gd name="connsiteY3" fmla="*/ 1343608 h 1418253"/>
                <a:gd name="connsiteX0" fmla="*/ 0 w 5376544"/>
                <a:gd name="connsiteY0" fmla="*/ 1526884 h 1526884"/>
                <a:gd name="connsiteX1" fmla="*/ 1362270 w 5376544"/>
                <a:gd name="connsiteY1" fmla="*/ 108631 h 1526884"/>
                <a:gd name="connsiteX2" fmla="*/ 3415004 w 5376544"/>
                <a:gd name="connsiteY2" fmla="*/ 108631 h 1526884"/>
                <a:gd name="connsiteX3" fmla="*/ 5376544 w 5376544"/>
                <a:gd name="connsiteY3" fmla="*/ 132043 h 1526884"/>
                <a:gd name="connsiteX0" fmla="*/ 0 w 5376544"/>
                <a:gd name="connsiteY0" fmla="*/ 1599523 h 1599523"/>
                <a:gd name="connsiteX1" fmla="*/ 1362270 w 5376544"/>
                <a:gd name="connsiteY1" fmla="*/ 181270 h 1599523"/>
                <a:gd name="connsiteX2" fmla="*/ 3415004 w 5376544"/>
                <a:gd name="connsiteY2" fmla="*/ 181270 h 1599523"/>
                <a:gd name="connsiteX3" fmla="*/ 5376544 w 5376544"/>
                <a:gd name="connsiteY3" fmla="*/ 204682 h 1599523"/>
                <a:gd name="connsiteX0" fmla="*/ 0 w 5376544"/>
                <a:gd name="connsiteY0" fmla="*/ 1418253 h 1418253"/>
                <a:gd name="connsiteX1" fmla="*/ 1362270 w 5376544"/>
                <a:gd name="connsiteY1" fmla="*/ 0 h 1418253"/>
                <a:gd name="connsiteX2" fmla="*/ 3415004 w 5376544"/>
                <a:gd name="connsiteY2" fmla="*/ 0 h 1418253"/>
                <a:gd name="connsiteX3" fmla="*/ 5376544 w 5376544"/>
                <a:gd name="connsiteY3" fmla="*/ 23412 h 1418253"/>
                <a:gd name="connsiteX0" fmla="*/ 0 w 5376544"/>
                <a:gd name="connsiteY0" fmla="*/ 1425543 h 1425543"/>
                <a:gd name="connsiteX1" fmla="*/ 1362270 w 5376544"/>
                <a:gd name="connsiteY1" fmla="*/ 7290 h 1425543"/>
                <a:gd name="connsiteX2" fmla="*/ 3415004 w 5376544"/>
                <a:gd name="connsiteY2" fmla="*/ 7290 h 1425543"/>
                <a:gd name="connsiteX3" fmla="*/ 5376544 w 5376544"/>
                <a:gd name="connsiteY3" fmla="*/ 0 h 142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6544" h="1425543">
                  <a:moveTo>
                    <a:pt x="0" y="1425543"/>
                  </a:moveTo>
                  <a:lnTo>
                    <a:pt x="1362270" y="7290"/>
                  </a:lnTo>
                  <a:lnTo>
                    <a:pt x="3415004" y="7290"/>
                  </a:lnTo>
                  <a:lnTo>
                    <a:pt x="5376544" y="0"/>
                  </a:lnTo>
                </a:path>
              </a:pathLst>
            </a:custGeom>
            <a:noFill/>
            <a:ln w="25400">
              <a:solidFill>
                <a:srgbClr val="00B050"/>
              </a:solidFill>
              <a:headEnd type="triangle" w="lg" len="lg"/>
              <a:tailEnd type="triangle" w="lg" len="lg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43BE73A0-ABAB-C961-6C2D-9CC13123D30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1846393" y="3706018"/>
              <a:ext cx="827848" cy="425750"/>
            </a:xfrm>
            <a:prstGeom prst="rect">
              <a:avLst/>
            </a:prstGeom>
          </p:spPr>
        </p:pic>
        <p:pic>
          <p:nvPicPr>
            <p:cNvPr id="28" name="Picture 27">
              <a:extLst>
                <a:ext uri="{FF2B5EF4-FFF2-40B4-BE49-F238E27FC236}">
                  <a16:creationId xmlns:a16="http://schemas.microsoft.com/office/drawing/2014/main" id="{49142F2B-DCB9-E0EC-6A68-7D89C5AD990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387480" y="4335433"/>
              <a:ext cx="809869" cy="419932"/>
            </a:xfrm>
            <a:prstGeom prst="rect">
              <a:avLst/>
            </a:prstGeom>
          </p:spPr>
        </p:pic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22DEF1F0-FB6D-18A8-E918-C2891641ED11}"/>
                </a:ext>
              </a:extLst>
            </p:cNvPr>
            <p:cNvGrpSpPr/>
            <p:nvPr/>
          </p:nvGrpSpPr>
          <p:grpSpPr>
            <a:xfrm>
              <a:off x="4246279" y="4070614"/>
              <a:ext cx="1391752" cy="1105103"/>
              <a:chOff x="6858253" y="4450703"/>
              <a:chExt cx="1682278" cy="1335792"/>
            </a:xfrm>
          </p:grpSpPr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09B75503-F201-7356-0A3E-E687C87D2E90}"/>
                  </a:ext>
                </a:extLst>
              </p:cNvPr>
              <p:cNvSpPr txBox="1"/>
              <p:nvPr/>
            </p:nvSpPr>
            <p:spPr>
              <a:xfrm>
                <a:off x="6858253" y="5325495"/>
                <a:ext cx="1682278" cy="461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85000"/>
                  </a:lnSpc>
                </a:pPr>
                <a:r>
                  <a:rPr lang="en-US" sz="1100" dirty="0">
                    <a:solidFill>
                      <a:prstClr val="black"/>
                    </a:solidFill>
                  </a:rPr>
                  <a:t>Home Subscriber Service (</a:t>
                </a:r>
                <a:r>
                  <a:rPr lang="en-US" sz="1100" b="1" dirty="0">
                    <a:solidFill>
                      <a:prstClr val="black"/>
                    </a:solidFill>
                  </a:rPr>
                  <a:t>HSS</a:t>
                </a:r>
                <a:r>
                  <a:rPr lang="en-US" sz="1100" dirty="0">
                    <a:solidFill>
                      <a:prstClr val="black"/>
                    </a:solidFill>
                  </a:rPr>
                  <a:t>)</a:t>
                </a:r>
              </a:p>
            </p:txBody>
          </p:sp>
          <p:sp>
            <p:nvSpPr>
              <p:cNvPr id="38" name="Can 37">
                <a:extLst>
                  <a:ext uri="{FF2B5EF4-FFF2-40B4-BE49-F238E27FC236}">
                    <a16:creationId xmlns:a16="http://schemas.microsoft.com/office/drawing/2014/main" id="{2B425531-7E90-D883-4836-FC159B0C3199}"/>
                  </a:ext>
                </a:extLst>
              </p:cNvPr>
              <p:cNvSpPr/>
              <p:nvPr/>
            </p:nvSpPr>
            <p:spPr>
              <a:xfrm>
                <a:off x="7310157" y="4956822"/>
                <a:ext cx="339376" cy="30995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pic>
            <p:nvPicPr>
              <p:cNvPr id="39" name="Picture 3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8A1F01B-E126-0E7A-7F20-77D66F4BE4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867195" y="4450703"/>
                <a:ext cx="494727" cy="922817"/>
              </a:xfrm>
              <a:prstGeom prst="rect">
                <a:avLst/>
              </a:prstGeom>
            </p:spPr>
          </p:pic>
        </p:grp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2E00BA06-39C3-2BC4-A903-E1EC1D04D48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693738" y="3109020"/>
              <a:ext cx="809653" cy="423002"/>
            </a:xfrm>
            <a:prstGeom prst="rect">
              <a:avLst/>
            </a:prstGeom>
          </p:spPr>
        </p:pic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49E480CD-7286-D603-C2BE-2EC2D99B56B0}"/>
                </a:ext>
              </a:extLst>
            </p:cNvPr>
            <p:cNvCxnSpPr>
              <a:cxnSpLocks/>
            </p:cNvCxnSpPr>
            <p:nvPr/>
          </p:nvCxnSpPr>
          <p:spPr>
            <a:xfrm>
              <a:off x="3245444" y="4272785"/>
              <a:ext cx="1000835" cy="0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93BA4639-2EDF-7AE8-EDD8-634BDB0CB6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515813" y="2158967"/>
              <a:ext cx="849508" cy="440106"/>
            </a:xfrm>
            <a:prstGeom prst="rect">
              <a:avLst/>
            </a:prstGeom>
          </p:spPr>
        </p:pic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86CDF8DF-4AA3-724F-4D14-545A558B242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520869" y="1651314"/>
              <a:ext cx="849621" cy="438626"/>
            </a:xfrm>
            <a:prstGeom prst="rect">
              <a:avLst/>
            </a:prstGeom>
          </p:spPr>
        </p:pic>
        <p:cxnSp>
          <p:nvCxnSpPr>
            <p:cNvPr id="34" name="Straight Arrow Connector 33">
              <a:extLst>
                <a:ext uri="{FF2B5EF4-FFF2-40B4-BE49-F238E27FC236}">
                  <a16:creationId xmlns:a16="http://schemas.microsoft.com/office/drawing/2014/main" id="{2944412A-A92F-FB9C-377F-DEE85EF379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86923" y="2476725"/>
              <a:ext cx="0" cy="1587521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A0AC2A58-442C-ABD0-D145-4E867F49FA24}"/>
                </a:ext>
              </a:extLst>
            </p:cNvPr>
            <p:cNvCxnSpPr>
              <a:cxnSpLocks/>
            </p:cNvCxnSpPr>
            <p:nvPr/>
          </p:nvCxnSpPr>
          <p:spPr>
            <a:xfrm>
              <a:off x="3385408" y="2224678"/>
              <a:ext cx="1072912" cy="0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Arrow Connector 35">
              <a:extLst>
                <a:ext uri="{FF2B5EF4-FFF2-40B4-BE49-F238E27FC236}">
                  <a16:creationId xmlns:a16="http://schemas.microsoft.com/office/drawing/2014/main" id="{BC6F1547-8345-F111-E530-492089D29BBA}"/>
                </a:ext>
              </a:extLst>
            </p:cNvPr>
            <p:cNvCxnSpPr>
              <a:cxnSpLocks/>
            </p:cNvCxnSpPr>
            <p:nvPr/>
          </p:nvCxnSpPr>
          <p:spPr>
            <a:xfrm>
              <a:off x="2038482" y="3575114"/>
              <a:ext cx="830852" cy="697671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8A11008-D960-5DC6-AC18-D334442B6A41}"/>
                </a:ext>
              </a:extLst>
            </p:cNvPr>
            <p:cNvGrpSpPr/>
            <p:nvPr/>
          </p:nvGrpSpPr>
          <p:grpSpPr>
            <a:xfrm>
              <a:off x="1402312" y="2743392"/>
              <a:ext cx="729889" cy="731255"/>
              <a:chOff x="8972456" y="2172446"/>
              <a:chExt cx="729889" cy="731255"/>
            </a:xfrm>
          </p:grpSpPr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3A8D7751-806E-9536-6059-E96A608FE777}"/>
                  </a:ext>
                </a:extLst>
              </p:cNvPr>
              <p:cNvSpPr/>
              <p:nvPr/>
            </p:nvSpPr>
            <p:spPr>
              <a:xfrm flipV="1">
                <a:off x="9315793" y="2775681"/>
                <a:ext cx="386552" cy="128020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DBFF1D9-E7F5-22AA-7D94-EDCE9814113A}"/>
                  </a:ext>
                </a:extLst>
              </p:cNvPr>
              <p:cNvGrpSpPr/>
              <p:nvPr/>
            </p:nvGrpSpPr>
            <p:grpSpPr>
              <a:xfrm>
                <a:off x="9413404" y="2808271"/>
                <a:ext cx="173662" cy="80864"/>
                <a:chOff x="7493876" y="2774731"/>
                <a:chExt cx="1481958" cy="894622"/>
              </a:xfrm>
            </p:grpSpPr>
            <p:sp>
              <p:nvSpPr>
                <p:cNvPr id="320" name="Freeform 319">
                  <a:extLst>
                    <a:ext uri="{FF2B5EF4-FFF2-40B4-BE49-F238E27FC236}">
                      <a16:creationId xmlns:a16="http://schemas.microsoft.com/office/drawing/2014/main" id="{F8EAEE16-26BD-0E41-2C4C-21609C35253A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1" name="Oval 320">
                  <a:extLst>
                    <a:ext uri="{FF2B5EF4-FFF2-40B4-BE49-F238E27FC236}">
                      <a16:creationId xmlns:a16="http://schemas.microsoft.com/office/drawing/2014/main" id="{A224B025-7BFA-31D7-232E-EB959CC3702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2" name="Group 321">
                  <a:extLst>
                    <a:ext uri="{FF2B5EF4-FFF2-40B4-BE49-F238E27FC236}">
                      <a16:creationId xmlns:a16="http://schemas.microsoft.com/office/drawing/2014/main" id="{5E9132D9-1266-EFE0-9D31-CB0D80C6405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E3B163BD-6A6F-217B-066C-F12B18B4081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F44F0772-BC76-45EA-BBDD-F295364C5B0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7C3F38EA-5DA2-6BE9-0580-1585151A1BF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7" name="Freeform 326">
                    <a:extLst>
                      <a:ext uri="{FF2B5EF4-FFF2-40B4-BE49-F238E27FC236}">
                        <a16:creationId xmlns:a16="http://schemas.microsoft.com/office/drawing/2014/main" id="{85871720-8F13-E570-1F88-BF91F2D9786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2" name="Picture 61" descr="server_rack.png">
                <a:extLst>
                  <a:ext uri="{FF2B5EF4-FFF2-40B4-BE49-F238E27FC236}">
                    <a16:creationId xmlns:a16="http://schemas.microsoft.com/office/drawing/2014/main" id="{DA3935A2-4A28-C6F8-2749-8B2C8D77CA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408547" y="2635712"/>
                <a:ext cx="99257" cy="180401"/>
              </a:xfrm>
              <a:prstGeom prst="rect">
                <a:avLst/>
              </a:prstGeom>
            </p:spPr>
          </p:pic>
          <p:grpSp>
            <p:nvGrpSpPr>
              <p:cNvPr id="330" name="Group 329">
                <a:extLst>
                  <a:ext uri="{FF2B5EF4-FFF2-40B4-BE49-F238E27FC236}">
                    <a16:creationId xmlns:a16="http://schemas.microsoft.com/office/drawing/2014/main" id="{CA68B582-D6C0-336E-8536-EBED101943DC}"/>
                  </a:ext>
                </a:extLst>
              </p:cNvPr>
              <p:cNvGrpSpPr/>
              <p:nvPr/>
            </p:nvGrpSpPr>
            <p:grpSpPr>
              <a:xfrm>
                <a:off x="8972456" y="2172446"/>
                <a:ext cx="457971" cy="723972"/>
                <a:chOff x="11134444" y="4019591"/>
                <a:chExt cx="812800" cy="1555448"/>
              </a:xfrm>
            </p:grpSpPr>
            <p:pic>
              <p:nvPicPr>
                <p:cNvPr id="331" name="Picture 330">
                  <a:extLst>
                    <a:ext uri="{FF2B5EF4-FFF2-40B4-BE49-F238E27FC236}">
                      <a16:creationId xmlns:a16="http://schemas.microsoft.com/office/drawing/2014/main" id="{0F1E878B-AF53-A210-174F-60523D172C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11134444" y="4019591"/>
                  <a:ext cx="812800" cy="673100"/>
                </a:xfrm>
                <a:prstGeom prst="rect">
                  <a:avLst/>
                </a:prstGeom>
              </p:spPr>
            </p:pic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E40E79B1-D7A9-893D-4D29-B1AC123704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555834" y="4296181"/>
                  <a:ext cx="0" cy="1210541"/>
                </a:xfrm>
                <a:prstGeom prst="line">
                  <a:avLst/>
                </a:prstGeom>
                <a:ln w="412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3" name="Rectangle 332">
                  <a:extLst>
                    <a:ext uri="{FF2B5EF4-FFF2-40B4-BE49-F238E27FC236}">
                      <a16:creationId xmlns:a16="http://schemas.microsoft.com/office/drawing/2014/main" id="{033ADCD4-1865-6ACD-7D6C-EA24605D4692}"/>
                    </a:ext>
                  </a:extLst>
                </p:cNvPr>
                <p:cNvSpPr/>
                <p:nvPr/>
              </p:nvSpPr>
              <p:spPr>
                <a:xfrm>
                  <a:off x="11430859" y="5381469"/>
                  <a:ext cx="246480" cy="193570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337" name="Group 652">
              <a:extLst>
                <a:ext uri="{FF2B5EF4-FFF2-40B4-BE49-F238E27FC236}">
                  <a16:creationId xmlns:a16="http://schemas.microsoft.com/office/drawing/2014/main" id="{55D915F5-FC47-52A0-C1B2-AABFB4B9D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0276" y="2885635"/>
              <a:ext cx="376403" cy="410922"/>
              <a:chOff x="2751" y="1851"/>
              <a:chExt cx="462" cy="478"/>
            </a:xfrm>
          </p:grpSpPr>
          <p:pic>
            <p:nvPicPr>
              <p:cNvPr id="340" name="Picture 653" descr="iphone_stylized_small">
                <a:extLst>
                  <a:ext uri="{FF2B5EF4-FFF2-40B4-BE49-F238E27FC236}">
                    <a16:creationId xmlns:a16="http://schemas.microsoft.com/office/drawing/2014/main" id="{6D4456B8-22F9-6ADF-1B26-8642178B6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1" name="Picture 654" descr="antenna_radiation_stylized">
                <a:extLst>
                  <a:ext uri="{FF2B5EF4-FFF2-40B4-BE49-F238E27FC236}">
                    <a16:creationId xmlns:a16="http://schemas.microsoft.com/office/drawing/2014/main" id="{26E668A7-157C-3D28-495F-3413D3EE2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287C9F3-F20D-CB87-3800-33B95D37A794}"/>
                </a:ext>
              </a:extLst>
            </p:cNvPr>
            <p:cNvSpPr txBox="1"/>
            <p:nvPr/>
          </p:nvSpPr>
          <p:spPr>
            <a:xfrm>
              <a:off x="3685740" y="2720839"/>
              <a:ext cx="3516475" cy="9787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3200" dirty="0">
                  <a:solidFill>
                    <a:srgbClr val="C00000"/>
                  </a:solidFill>
                </a:rPr>
                <a:t>4G mobile core:</a:t>
              </a:r>
            </a:p>
            <a:p>
              <a:pPr>
                <a:lnSpc>
                  <a:spcPct val="90000"/>
                </a:lnSpc>
              </a:pPr>
              <a:r>
                <a:rPr lang="en-US" sz="3200" dirty="0">
                  <a:solidFill>
                    <a:srgbClr val="C00000"/>
                  </a:solidFill>
                </a:rPr>
                <a:t>boxes and protocols</a:t>
              </a:r>
            </a:p>
          </p:txBody>
        </p:sp>
      </p:grp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035A6B4F-1D72-74FB-A114-3CA43349166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3828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Freeform 350">
            <a:extLst>
              <a:ext uri="{FF2B5EF4-FFF2-40B4-BE49-F238E27FC236}">
                <a16:creationId xmlns:a16="http://schemas.microsoft.com/office/drawing/2014/main" id="{29641AE7-2944-21FD-9E10-BFD20A13FE04}"/>
              </a:ext>
            </a:extLst>
          </p:cNvPr>
          <p:cNvSpPr/>
          <p:nvPr/>
        </p:nvSpPr>
        <p:spPr>
          <a:xfrm>
            <a:off x="2877808" y="2592763"/>
            <a:ext cx="2028545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5301ECF-7459-EA3D-B035-8A29A0925475}"/>
              </a:ext>
            </a:extLst>
          </p:cNvPr>
          <p:cNvGrpSpPr/>
          <p:nvPr/>
        </p:nvGrpSpPr>
        <p:grpSpPr>
          <a:xfrm>
            <a:off x="3501629" y="3161094"/>
            <a:ext cx="973849" cy="644482"/>
            <a:chOff x="340314" y="825285"/>
            <a:chExt cx="710987" cy="468256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5878F5F4-4E59-C455-8DC2-A5B9470EC752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21FF694F-1D7F-30E0-746D-70D09DC39ED9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B2BA10B-FD4C-3A5E-9CFF-65AE7CEA8C0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01B8351B-E2E6-DFE8-5860-DAD3296CE0E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5C330E39-D60E-FD21-8EC4-601DB7B31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684A83-DD13-9AAF-9AB7-60935701FEA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2DE3A2C7-CBCD-B8DC-D909-A2A8BEE53F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DA47B2F1-2E59-4483-1851-250820A00DB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C86EBB7E-D2A0-18F4-C781-91AEC395E04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60" name="Picture 259" descr="server_rack.png">
              <a:extLst>
                <a:ext uri="{FF2B5EF4-FFF2-40B4-BE49-F238E27FC236}">
                  <a16:creationId xmlns:a16="http://schemas.microsoft.com/office/drawing/2014/main" id="{10800059-5797-6895-4E00-1923BB8F67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261" name="Can 260">
              <a:extLst>
                <a:ext uri="{FF2B5EF4-FFF2-40B4-BE49-F238E27FC236}">
                  <a16:creationId xmlns:a16="http://schemas.microsoft.com/office/drawing/2014/main" id="{14C4CA47-9077-9641-C858-E9D974BC9449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346" name="Picture 345" descr="server_rack.png">
              <a:extLst>
                <a:ext uri="{FF2B5EF4-FFF2-40B4-BE49-F238E27FC236}">
                  <a16:creationId xmlns:a16="http://schemas.microsoft.com/office/drawing/2014/main" id="{C7EF4DA8-E5D1-BB14-84D8-C5D0D43DA3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347" name="Can 346">
              <a:extLst>
                <a:ext uri="{FF2B5EF4-FFF2-40B4-BE49-F238E27FC236}">
                  <a16:creationId xmlns:a16="http://schemas.microsoft.com/office/drawing/2014/main" id="{64EFD768-23A5-830B-1042-FC287746099E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5ED0F3E3-68D1-6460-F8B1-C2E884CB6595}"/>
              </a:ext>
            </a:extLst>
          </p:cNvPr>
          <p:cNvGrpSpPr/>
          <p:nvPr/>
        </p:nvGrpSpPr>
        <p:grpSpPr>
          <a:xfrm>
            <a:off x="1413328" y="1917913"/>
            <a:ext cx="1977689" cy="1908337"/>
            <a:chOff x="1816172" y="1778416"/>
            <a:chExt cx="1977689" cy="1908337"/>
          </a:xfrm>
        </p:grpSpPr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E05DA516-FA31-6480-2F06-09F7CA4B28BF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0" name="Group 652">
              <a:extLst>
                <a:ext uri="{FF2B5EF4-FFF2-40B4-BE49-F238E27FC236}">
                  <a16:creationId xmlns:a16="http://schemas.microsoft.com/office/drawing/2014/main" id="{BFE555E5-57F5-794C-EA88-32ABFE050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88" name="Picture 653" descr="iphone_stylized_small">
                <a:extLst>
                  <a:ext uri="{FF2B5EF4-FFF2-40B4-BE49-F238E27FC236}">
                    <a16:creationId xmlns:a16="http://schemas.microsoft.com/office/drawing/2014/main" id="{063B4D1A-3CD7-94D6-B020-EF30DAF2D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654" descr="antenna_radiation_stylized">
                <a:extLst>
                  <a:ext uri="{FF2B5EF4-FFF2-40B4-BE49-F238E27FC236}">
                    <a16:creationId xmlns:a16="http://schemas.microsoft.com/office/drawing/2014/main" id="{55B155F3-945E-1115-0965-15EF6F7DB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C7AA6052-21AE-8D67-D9AB-A7580583F498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5" name="Picture 1017" descr="antenna_stylized">
                <a:extLst>
                  <a:ext uri="{FF2B5EF4-FFF2-40B4-BE49-F238E27FC236}">
                    <a16:creationId xmlns:a16="http://schemas.microsoft.com/office/drawing/2014/main" id="{C6CCBC7A-3951-C1E6-1955-8EA396369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018" descr="laptop_keyboard">
                <a:extLst>
                  <a:ext uri="{FF2B5EF4-FFF2-40B4-BE49-F238E27FC236}">
                    <a16:creationId xmlns:a16="http://schemas.microsoft.com/office/drawing/2014/main" id="{F46199E0-DB85-FEBA-8745-A64E6DAB6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" name="Freeform 1019">
                <a:extLst>
                  <a:ext uri="{FF2B5EF4-FFF2-40B4-BE49-F238E27FC236}">
                    <a16:creationId xmlns:a16="http://schemas.microsoft.com/office/drawing/2014/main" id="{8FD2F6A7-490B-B685-47AF-4B4FE806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8" name="Picture 1020" descr="screen">
                <a:extLst>
                  <a:ext uri="{FF2B5EF4-FFF2-40B4-BE49-F238E27FC236}">
                    <a16:creationId xmlns:a16="http://schemas.microsoft.com/office/drawing/2014/main" id="{3709DE48-6291-2307-9144-0869B377E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" name="Freeform 1021">
                <a:extLst>
                  <a:ext uri="{FF2B5EF4-FFF2-40B4-BE49-F238E27FC236}">
                    <a16:creationId xmlns:a16="http://schemas.microsoft.com/office/drawing/2014/main" id="{DBB2D4D2-723D-5CCB-488C-0D6B845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0" name="Freeform 1022">
                <a:extLst>
                  <a:ext uri="{FF2B5EF4-FFF2-40B4-BE49-F238E27FC236}">
                    <a16:creationId xmlns:a16="http://schemas.microsoft.com/office/drawing/2014/main" id="{32DDEF07-A0C4-7AD1-4041-7086F0FE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1" name="Freeform 1023">
                <a:extLst>
                  <a:ext uri="{FF2B5EF4-FFF2-40B4-BE49-F238E27FC236}">
                    <a16:creationId xmlns:a16="http://schemas.microsoft.com/office/drawing/2014/main" id="{DD29A974-0D38-8396-3547-472A7E49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2" name="Freeform 1024">
                <a:extLst>
                  <a:ext uri="{FF2B5EF4-FFF2-40B4-BE49-F238E27FC236}">
                    <a16:creationId xmlns:a16="http://schemas.microsoft.com/office/drawing/2014/main" id="{608E8A5B-B079-E26C-4B3D-1453938E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3" name="Freeform 1025">
                <a:extLst>
                  <a:ext uri="{FF2B5EF4-FFF2-40B4-BE49-F238E27FC236}">
                    <a16:creationId xmlns:a16="http://schemas.microsoft.com/office/drawing/2014/main" id="{A37F7504-C960-0730-46BB-99BC1212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4" name="Freeform 1026">
                <a:extLst>
                  <a:ext uri="{FF2B5EF4-FFF2-40B4-BE49-F238E27FC236}">
                    <a16:creationId xmlns:a16="http://schemas.microsoft.com/office/drawing/2014/main" id="{197C4302-026E-6C82-86C2-D092B073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75" name="Group 1027">
                <a:extLst>
                  <a:ext uri="{FF2B5EF4-FFF2-40B4-BE49-F238E27FC236}">
                    <a16:creationId xmlns:a16="http://schemas.microsoft.com/office/drawing/2014/main" id="{7C905842-87FA-98ED-E8C8-44C4A61E63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82" name="Freeform 1028">
                  <a:extLst>
                    <a:ext uri="{FF2B5EF4-FFF2-40B4-BE49-F238E27FC236}">
                      <a16:creationId xmlns:a16="http://schemas.microsoft.com/office/drawing/2014/main" id="{60428280-F08A-588D-EACB-CC2FD5343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029">
                  <a:extLst>
                    <a:ext uri="{FF2B5EF4-FFF2-40B4-BE49-F238E27FC236}">
                      <a16:creationId xmlns:a16="http://schemas.microsoft.com/office/drawing/2014/main" id="{78D3C27B-735E-9E00-2555-5D8B2A1A6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30">
                  <a:extLst>
                    <a:ext uri="{FF2B5EF4-FFF2-40B4-BE49-F238E27FC236}">
                      <a16:creationId xmlns:a16="http://schemas.microsoft.com/office/drawing/2014/main" id="{3F909424-9DE4-0873-320F-CE4378118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1">
                  <a:extLst>
                    <a:ext uri="{FF2B5EF4-FFF2-40B4-BE49-F238E27FC236}">
                      <a16:creationId xmlns:a16="http://schemas.microsoft.com/office/drawing/2014/main" id="{882FC9AB-D78B-093F-651A-B8EA96EAE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2">
                  <a:extLst>
                    <a:ext uri="{FF2B5EF4-FFF2-40B4-BE49-F238E27FC236}">
                      <a16:creationId xmlns:a16="http://schemas.microsoft.com/office/drawing/2014/main" id="{FC3D22DF-DAB8-3036-77DC-DD18D9C5B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3">
                  <a:extLst>
                    <a:ext uri="{FF2B5EF4-FFF2-40B4-BE49-F238E27FC236}">
                      <a16:creationId xmlns:a16="http://schemas.microsoft.com/office/drawing/2014/main" id="{9A1FA08E-4C18-95DB-6333-B9C6B362E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" name="Freeform 1034">
                <a:extLst>
                  <a:ext uri="{FF2B5EF4-FFF2-40B4-BE49-F238E27FC236}">
                    <a16:creationId xmlns:a16="http://schemas.microsoft.com/office/drawing/2014/main" id="{72D1202B-1368-1F46-2578-65AB4ED4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7" name="Freeform 1035">
                <a:extLst>
                  <a:ext uri="{FF2B5EF4-FFF2-40B4-BE49-F238E27FC236}">
                    <a16:creationId xmlns:a16="http://schemas.microsoft.com/office/drawing/2014/main" id="{6BD362E8-36CE-E561-3644-3D6FBCEE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8" name="Freeform 1036">
                <a:extLst>
                  <a:ext uri="{FF2B5EF4-FFF2-40B4-BE49-F238E27FC236}">
                    <a16:creationId xmlns:a16="http://schemas.microsoft.com/office/drawing/2014/main" id="{965C05E8-F878-194F-FD27-6E0C3492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9" name="Freeform 1037">
                <a:extLst>
                  <a:ext uri="{FF2B5EF4-FFF2-40B4-BE49-F238E27FC236}">
                    <a16:creationId xmlns:a16="http://schemas.microsoft.com/office/drawing/2014/main" id="{005863CF-A14B-94DA-C329-68BCA95F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0" name="Freeform 1038">
                <a:extLst>
                  <a:ext uri="{FF2B5EF4-FFF2-40B4-BE49-F238E27FC236}">
                    <a16:creationId xmlns:a16="http://schemas.microsoft.com/office/drawing/2014/main" id="{BE3BA903-9E4E-DAC9-86AC-B5A4BE0C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1" name="Freeform 1039">
                <a:extLst>
                  <a:ext uri="{FF2B5EF4-FFF2-40B4-BE49-F238E27FC236}">
                    <a16:creationId xmlns:a16="http://schemas.microsoft.com/office/drawing/2014/main" id="{812FF952-FE3D-4367-E053-E7463B4C41D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007A012-6D36-FA21-17DD-4342E2F45EE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3" name="Picture 603" descr="car_icon_small">
                <a:extLst>
                  <a:ext uri="{FF2B5EF4-FFF2-40B4-BE49-F238E27FC236}">
                    <a16:creationId xmlns:a16="http://schemas.microsoft.com/office/drawing/2014/main" id="{40F5F778-B192-A71D-CF2B-044E8FA5F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017" descr="antenna_stylized">
                <a:extLst>
                  <a:ext uri="{FF2B5EF4-FFF2-40B4-BE49-F238E27FC236}">
                    <a16:creationId xmlns:a16="http://schemas.microsoft.com/office/drawing/2014/main" id="{10673084-F4E7-5BF8-3392-48C98373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82B0D118-F99C-3B07-E8CC-F29CAB86EA97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F49A2565-450F-D45F-0BFD-24DE74648EFB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55" name="Oval 818">
                  <a:extLst>
                    <a:ext uri="{FF2B5EF4-FFF2-40B4-BE49-F238E27FC236}">
                      <a16:creationId xmlns:a16="http://schemas.microsoft.com/office/drawing/2014/main" id="{73ABF259-BDAA-FAE7-42DF-E185C115D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56" name="Group 819">
                  <a:extLst>
                    <a:ext uri="{FF2B5EF4-FFF2-40B4-BE49-F238E27FC236}">
                      <a16:creationId xmlns:a16="http://schemas.microsoft.com/office/drawing/2014/main" id="{969473C4-EC19-7F79-64A3-DB80BF7D24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58" name="Oval 820">
                    <a:extLst>
                      <a:ext uri="{FF2B5EF4-FFF2-40B4-BE49-F238E27FC236}">
                        <a16:creationId xmlns:a16="http://schemas.microsoft.com/office/drawing/2014/main" id="{ED7A48BD-BA66-707B-EE2E-9A4A19BED5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Oval 821">
                    <a:extLst>
                      <a:ext uri="{FF2B5EF4-FFF2-40B4-BE49-F238E27FC236}">
                        <a16:creationId xmlns:a16="http://schemas.microsoft.com/office/drawing/2014/main" id="{FE46839C-40C4-18D3-44EC-6383AA26A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Oval 822">
                    <a:extLst>
                      <a:ext uri="{FF2B5EF4-FFF2-40B4-BE49-F238E27FC236}">
                        <a16:creationId xmlns:a16="http://schemas.microsoft.com/office/drawing/2014/main" id="{CFDBB32C-EAA5-D198-0B41-9C696F3F8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Oval 823">
                    <a:extLst>
                      <a:ext uri="{FF2B5EF4-FFF2-40B4-BE49-F238E27FC236}">
                        <a16:creationId xmlns:a16="http://schemas.microsoft.com/office/drawing/2014/main" id="{268CFCB8-DBAC-0227-D5D9-8BA275043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 824">
                    <a:extLst>
                      <a:ext uri="{FF2B5EF4-FFF2-40B4-BE49-F238E27FC236}">
                        <a16:creationId xmlns:a16="http://schemas.microsoft.com/office/drawing/2014/main" id="{34179AE7-3556-0B05-9B28-46421D216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Freeform 824">
                    <a:extLst>
                      <a:ext uri="{FF2B5EF4-FFF2-40B4-BE49-F238E27FC236}">
                        <a16:creationId xmlns:a16="http://schemas.microsoft.com/office/drawing/2014/main" id="{B47F85E0-EB2C-4E3C-8342-787EFC6ED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" name="Group 398">
                <a:extLst>
                  <a:ext uri="{FF2B5EF4-FFF2-40B4-BE49-F238E27FC236}">
                    <a16:creationId xmlns:a16="http://schemas.microsoft.com/office/drawing/2014/main" id="{5ED63AF8-05E4-4759-5A67-5D5FF6E3B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0" name="Line 270">
                  <a:extLst>
                    <a:ext uri="{FF2B5EF4-FFF2-40B4-BE49-F238E27FC236}">
                      <a16:creationId xmlns:a16="http://schemas.microsoft.com/office/drawing/2014/main" id="{9621DBA2-5767-EB11-D54D-FFE38188C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" name="Line 271">
                  <a:extLst>
                    <a:ext uri="{FF2B5EF4-FFF2-40B4-BE49-F238E27FC236}">
                      <a16:creationId xmlns:a16="http://schemas.microsoft.com/office/drawing/2014/main" id="{977F05CB-980E-AA7A-DA8D-4DAEE0B43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" name="Line 272">
                  <a:extLst>
                    <a:ext uri="{FF2B5EF4-FFF2-40B4-BE49-F238E27FC236}">
                      <a16:creationId xmlns:a16="http://schemas.microsoft.com/office/drawing/2014/main" id="{4B1DC525-2A62-4872-6B3A-A44454EB36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3" name="Line 273">
                  <a:extLst>
                    <a:ext uri="{FF2B5EF4-FFF2-40B4-BE49-F238E27FC236}">
                      <a16:creationId xmlns:a16="http://schemas.microsoft.com/office/drawing/2014/main" id="{20561852-BC59-49A5-AEEF-1B871FBD7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4" name="Line 274">
                  <a:extLst>
                    <a:ext uri="{FF2B5EF4-FFF2-40B4-BE49-F238E27FC236}">
                      <a16:creationId xmlns:a16="http://schemas.microsoft.com/office/drawing/2014/main" id="{15F8191E-2521-6183-D6E1-ADA1E4B146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" name="Line 275">
                  <a:extLst>
                    <a:ext uri="{FF2B5EF4-FFF2-40B4-BE49-F238E27FC236}">
                      <a16:creationId xmlns:a16="http://schemas.microsoft.com/office/drawing/2014/main" id="{D5714E17-5DCF-7BFB-3386-A0BD0BBB0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" name="Line 276">
                  <a:extLst>
                    <a:ext uri="{FF2B5EF4-FFF2-40B4-BE49-F238E27FC236}">
                      <a16:creationId xmlns:a16="http://schemas.microsoft.com/office/drawing/2014/main" id="{685C9377-6217-1972-6144-1EDF0F1EEE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" name="Line 277">
                  <a:extLst>
                    <a:ext uri="{FF2B5EF4-FFF2-40B4-BE49-F238E27FC236}">
                      <a16:creationId xmlns:a16="http://schemas.microsoft.com/office/drawing/2014/main" id="{896207B3-EF53-555E-5B82-CE1099A12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" name="Line 278">
                  <a:extLst>
                    <a:ext uri="{FF2B5EF4-FFF2-40B4-BE49-F238E27FC236}">
                      <a16:creationId xmlns:a16="http://schemas.microsoft.com/office/drawing/2014/main" id="{31EAD59A-DD9C-F461-C485-6AA3F6821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9" name="Line 279">
                  <a:extLst>
                    <a:ext uri="{FF2B5EF4-FFF2-40B4-BE49-F238E27FC236}">
                      <a16:creationId xmlns:a16="http://schemas.microsoft.com/office/drawing/2014/main" id="{90E40583-99DA-73F2-9DC7-BFCF02F1D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0" name="Line 280">
                  <a:extLst>
                    <a:ext uri="{FF2B5EF4-FFF2-40B4-BE49-F238E27FC236}">
                      <a16:creationId xmlns:a16="http://schemas.microsoft.com/office/drawing/2014/main" id="{0A3F547A-C5E7-8972-73D5-8B965E84F1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1" name="Line 281">
                  <a:extLst>
                    <a:ext uri="{FF2B5EF4-FFF2-40B4-BE49-F238E27FC236}">
                      <a16:creationId xmlns:a16="http://schemas.microsoft.com/office/drawing/2014/main" id="{2924FA8A-0AEC-09E9-8CEB-AAFAC9FF8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2" name="Line 282">
                  <a:extLst>
                    <a:ext uri="{FF2B5EF4-FFF2-40B4-BE49-F238E27FC236}">
                      <a16:creationId xmlns:a16="http://schemas.microsoft.com/office/drawing/2014/main" id="{73D9068F-BECC-6F26-2DD6-9C13C9CC0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3" name="Line 283">
                  <a:extLst>
                    <a:ext uri="{FF2B5EF4-FFF2-40B4-BE49-F238E27FC236}">
                      <a16:creationId xmlns:a16="http://schemas.microsoft.com/office/drawing/2014/main" id="{1C63B79E-BC3E-EB99-2058-F7B769E294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4" name="Line 284">
                  <a:extLst>
                    <a:ext uri="{FF2B5EF4-FFF2-40B4-BE49-F238E27FC236}">
                      <a16:creationId xmlns:a16="http://schemas.microsoft.com/office/drawing/2014/main" id="{65784C9F-2468-4CC6-34AF-3492F8660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D6E83A3-F90A-710F-2F9A-1E27175C6566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B70B68B6-FBF3-112F-CF82-75730CFE8161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E9D3FEC7-755B-15CF-A0D2-AF3B4A2BD4BC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115" name="Oval 818">
                  <a:extLst>
                    <a:ext uri="{FF2B5EF4-FFF2-40B4-BE49-F238E27FC236}">
                      <a16:creationId xmlns:a16="http://schemas.microsoft.com/office/drawing/2014/main" id="{2EAED578-D748-D277-3EA4-B5FCFCA23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16" name="Group 819">
                  <a:extLst>
                    <a:ext uri="{FF2B5EF4-FFF2-40B4-BE49-F238E27FC236}">
                      <a16:creationId xmlns:a16="http://schemas.microsoft.com/office/drawing/2014/main" id="{045B71A2-04A9-C60C-6C1B-2EE6AAD2E8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117" name="Oval 820">
                    <a:extLst>
                      <a:ext uri="{FF2B5EF4-FFF2-40B4-BE49-F238E27FC236}">
                        <a16:creationId xmlns:a16="http://schemas.microsoft.com/office/drawing/2014/main" id="{7C3EA794-001D-7C2F-1251-70F1C3486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" name="Oval 821">
                    <a:extLst>
                      <a:ext uri="{FF2B5EF4-FFF2-40B4-BE49-F238E27FC236}">
                        <a16:creationId xmlns:a16="http://schemas.microsoft.com/office/drawing/2014/main" id="{39B5BF2C-6FA7-1159-B88E-D28E3533A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" name="Oval 822">
                    <a:extLst>
                      <a:ext uri="{FF2B5EF4-FFF2-40B4-BE49-F238E27FC236}">
                        <a16:creationId xmlns:a16="http://schemas.microsoft.com/office/drawing/2014/main" id="{122909D2-D764-2404-5CCD-C5443314C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" name="Oval 823">
                    <a:extLst>
                      <a:ext uri="{FF2B5EF4-FFF2-40B4-BE49-F238E27FC236}">
                        <a16:creationId xmlns:a16="http://schemas.microsoft.com/office/drawing/2014/main" id="{8AC0E40F-E871-04A5-363B-31A898CA6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" name="Freeform 824">
                    <a:extLst>
                      <a:ext uri="{FF2B5EF4-FFF2-40B4-BE49-F238E27FC236}">
                        <a16:creationId xmlns:a16="http://schemas.microsoft.com/office/drawing/2014/main" id="{F4B71C24-EA20-D8DE-9D05-F88A0ED84A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" name="Freeform 824">
                    <a:extLst>
                      <a:ext uri="{FF2B5EF4-FFF2-40B4-BE49-F238E27FC236}">
                        <a16:creationId xmlns:a16="http://schemas.microsoft.com/office/drawing/2014/main" id="{404C8B38-8889-01A6-98FC-E4DB7E66AB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9" name="Group 398">
                <a:extLst>
                  <a:ext uri="{FF2B5EF4-FFF2-40B4-BE49-F238E27FC236}">
                    <a16:creationId xmlns:a16="http://schemas.microsoft.com/office/drawing/2014/main" id="{A1E6E462-D081-0648-10D9-A4985101A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100" name="Line 270">
                  <a:extLst>
                    <a:ext uri="{FF2B5EF4-FFF2-40B4-BE49-F238E27FC236}">
                      <a16:creationId xmlns:a16="http://schemas.microsoft.com/office/drawing/2014/main" id="{6658979B-FCA0-6705-BF60-D59281808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" name="Line 271">
                  <a:extLst>
                    <a:ext uri="{FF2B5EF4-FFF2-40B4-BE49-F238E27FC236}">
                      <a16:creationId xmlns:a16="http://schemas.microsoft.com/office/drawing/2014/main" id="{EE909FD4-38D2-828A-1E03-ED2D07B79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" name="Line 272">
                  <a:extLst>
                    <a:ext uri="{FF2B5EF4-FFF2-40B4-BE49-F238E27FC236}">
                      <a16:creationId xmlns:a16="http://schemas.microsoft.com/office/drawing/2014/main" id="{5B1BF41D-FECE-5706-F642-A254B2DEE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3" name="Line 273">
                  <a:extLst>
                    <a:ext uri="{FF2B5EF4-FFF2-40B4-BE49-F238E27FC236}">
                      <a16:creationId xmlns:a16="http://schemas.microsoft.com/office/drawing/2014/main" id="{E942FE40-61B5-97C6-7BBC-7BB2763A2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" name="Line 274">
                  <a:extLst>
                    <a:ext uri="{FF2B5EF4-FFF2-40B4-BE49-F238E27FC236}">
                      <a16:creationId xmlns:a16="http://schemas.microsoft.com/office/drawing/2014/main" id="{4F43201A-A645-4029-6A01-95FE64640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" name="Line 275">
                  <a:extLst>
                    <a:ext uri="{FF2B5EF4-FFF2-40B4-BE49-F238E27FC236}">
                      <a16:creationId xmlns:a16="http://schemas.microsoft.com/office/drawing/2014/main" id="{CC4485BB-E2C8-6946-F049-D1D1D6068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6" name="Line 276">
                  <a:extLst>
                    <a:ext uri="{FF2B5EF4-FFF2-40B4-BE49-F238E27FC236}">
                      <a16:creationId xmlns:a16="http://schemas.microsoft.com/office/drawing/2014/main" id="{FB552CC5-9294-5BF3-73C2-70BBA0AC5D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7" name="Line 277">
                  <a:extLst>
                    <a:ext uri="{FF2B5EF4-FFF2-40B4-BE49-F238E27FC236}">
                      <a16:creationId xmlns:a16="http://schemas.microsoft.com/office/drawing/2014/main" id="{CCD211C8-450F-E95A-AA3A-DB93D410F4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8" name="Line 278">
                  <a:extLst>
                    <a:ext uri="{FF2B5EF4-FFF2-40B4-BE49-F238E27FC236}">
                      <a16:creationId xmlns:a16="http://schemas.microsoft.com/office/drawing/2014/main" id="{2B1E183B-BF0A-DC6D-D592-E95CDAC36D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9" name="Line 279">
                  <a:extLst>
                    <a:ext uri="{FF2B5EF4-FFF2-40B4-BE49-F238E27FC236}">
                      <a16:creationId xmlns:a16="http://schemas.microsoft.com/office/drawing/2014/main" id="{D3103A7B-4041-E88A-6504-E293CE966B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0" name="Line 280">
                  <a:extLst>
                    <a:ext uri="{FF2B5EF4-FFF2-40B4-BE49-F238E27FC236}">
                      <a16:creationId xmlns:a16="http://schemas.microsoft.com/office/drawing/2014/main" id="{118A265C-835F-7718-EA6A-E81FB1876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1" name="Line 281">
                  <a:extLst>
                    <a:ext uri="{FF2B5EF4-FFF2-40B4-BE49-F238E27FC236}">
                      <a16:creationId xmlns:a16="http://schemas.microsoft.com/office/drawing/2014/main" id="{220C42A4-8DC1-BD75-CB89-158C096D76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2" name="Line 282">
                  <a:extLst>
                    <a:ext uri="{FF2B5EF4-FFF2-40B4-BE49-F238E27FC236}">
                      <a16:creationId xmlns:a16="http://schemas.microsoft.com/office/drawing/2014/main" id="{1D823676-2CCE-BFBF-E622-6E0C76E07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3" name="Line 283">
                  <a:extLst>
                    <a:ext uri="{FF2B5EF4-FFF2-40B4-BE49-F238E27FC236}">
                      <a16:creationId xmlns:a16="http://schemas.microsoft.com/office/drawing/2014/main" id="{6175B945-1B1C-C940-9F25-3BE2A7D3F7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4" name="Line 284">
                  <a:extLst>
                    <a:ext uri="{FF2B5EF4-FFF2-40B4-BE49-F238E27FC236}">
                      <a16:creationId xmlns:a16="http://schemas.microsoft.com/office/drawing/2014/main" id="{8F73519A-D2F6-0A4B-01FA-6D7139AC3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A0B89793-4188-F666-7E63-5E7C8DDDC9B4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69BDB3FF-FB6A-D0D7-4204-3150FE55664E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F79EA12C-6F7F-F5D3-CDB4-C0EF32FC9FE8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FC19CE7A-7E46-CD04-BB4F-49E7C972F8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E8F5E03E-3BA6-F732-05A2-977552E1647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8D5AABA2-17F3-2EA1-8053-B4B96689245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05BA985C-40EE-3221-06B2-69E83ADBC7A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F58C6332-4E39-39FB-0F37-4FA7649EA4A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36305EB7-DA83-3467-0DCE-2A6765A0EF2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53F02AE9-3310-800D-848B-C8F780FA5DE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31" name="Picture 130" descr="server_rack.png">
                <a:extLst>
                  <a:ext uri="{FF2B5EF4-FFF2-40B4-BE49-F238E27FC236}">
                    <a16:creationId xmlns:a16="http://schemas.microsoft.com/office/drawing/2014/main" id="{55EE06FD-DD67-DC89-C553-B5AEB27D94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132" name="Can 131">
                <a:extLst>
                  <a:ext uri="{FF2B5EF4-FFF2-40B4-BE49-F238E27FC236}">
                    <a16:creationId xmlns:a16="http://schemas.microsoft.com/office/drawing/2014/main" id="{269AC349-9518-8FDD-D4AE-9E544FCE50A2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7F6EBAB-6C77-943E-2E07-0F0415D6CB45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8347A00-E43A-CC68-358E-F7776679E5AD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ED325D1-56A3-D857-7829-6A841947D0DA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883C41C-E016-219A-C42A-1203AD11A54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89D8041-122F-667D-BCBD-EF94F7D2FF0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446D01B3-25B1-BDA2-9280-84538981960B}"/>
                </a:ext>
              </a:extLst>
            </p:cNvPr>
            <p:cNvCxnSpPr>
              <a:stCxn id="46" idx="0"/>
              <a:endCxn id="125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6E94941-9471-FA78-AF96-26B409B9B78E}"/>
                </a:ext>
              </a:extLst>
            </p:cNvPr>
            <p:cNvCxnSpPr>
              <a:cxnSpLocks/>
              <a:endCxn id="349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A967E36-D8E5-0788-5A5C-6A242F48E138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2B29B954-D3E3-2EFE-F168-B4B4F79B31E8}"/>
              </a:ext>
            </a:extLst>
          </p:cNvPr>
          <p:cNvGrpSpPr/>
          <p:nvPr/>
        </p:nvGrpSpPr>
        <p:grpSpPr>
          <a:xfrm>
            <a:off x="1480521" y="3868601"/>
            <a:ext cx="1977689" cy="1908337"/>
            <a:chOff x="1816172" y="1778416"/>
            <a:chExt cx="1977689" cy="1908337"/>
          </a:xfrm>
        </p:grpSpPr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92987EA1-43E5-F343-80D2-3E293860AFD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361" name="Group 652">
              <a:extLst>
                <a:ext uri="{FF2B5EF4-FFF2-40B4-BE49-F238E27FC236}">
                  <a16:creationId xmlns:a16="http://schemas.microsoft.com/office/drawing/2014/main" id="{69B77F5C-2EDE-0562-8C61-7CE531D0F3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462" name="Picture 653" descr="iphone_stylized_small">
                <a:extLst>
                  <a:ext uri="{FF2B5EF4-FFF2-40B4-BE49-F238E27FC236}">
                    <a16:creationId xmlns:a16="http://schemas.microsoft.com/office/drawing/2014/main" id="{9DBA45E4-E8DF-F660-AE7F-1C7684DB5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" name="Picture 654" descr="antenna_radiation_stylized">
                <a:extLst>
                  <a:ext uri="{FF2B5EF4-FFF2-40B4-BE49-F238E27FC236}">
                    <a16:creationId xmlns:a16="http://schemas.microsoft.com/office/drawing/2014/main" id="{F32D68EE-F38F-F465-F33A-04BA25E83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23A9D336-51F3-5903-DABD-D4B297DF075D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439" name="Picture 1017" descr="antenna_stylized">
                <a:extLst>
                  <a:ext uri="{FF2B5EF4-FFF2-40B4-BE49-F238E27FC236}">
                    <a16:creationId xmlns:a16="http://schemas.microsoft.com/office/drawing/2014/main" id="{78601D86-C4D1-7D41-50D7-6F20EDF0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0" name="Picture 1018" descr="laptop_keyboard">
                <a:extLst>
                  <a:ext uri="{FF2B5EF4-FFF2-40B4-BE49-F238E27FC236}">
                    <a16:creationId xmlns:a16="http://schemas.microsoft.com/office/drawing/2014/main" id="{5C1B209E-BA6D-D54F-FC39-CCAB44B3E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" name="Freeform 1019">
                <a:extLst>
                  <a:ext uri="{FF2B5EF4-FFF2-40B4-BE49-F238E27FC236}">
                    <a16:creationId xmlns:a16="http://schemas.microsoft.com/office/drawing/2014/main" id="{A7B2A552-61B0-7756-A0FF-4F40568A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442" name="Picture 1020" descr="screen">
                <a:extLst>
                  <a:ext uri="{FF2B5EF4-FFF2-40B4-BE49-F238E27FC236}">
                    <a16:creationId xmlns:a16="http://schemas.microsoft.com/office/drawing/2014/main" id="{6F403D62-5E1D-C08E-1D8D-D03A2C08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3" name="Freeform 1021">
                <a:extLst>
                  <a:ext uri="{FF2B5EF4-FFF2-40B4-BE49-F238E27FC236}">
                    <a16:creationId xmlns:a16="http://schemas.microsoft.com/office/drawing/2014/main" id="{0F760F94-C947-5229-1A48-984B4088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4" name="Freeform 1022">
                <a:extLst>
                  <a:ext uri="{FF2B5EF4-FFF2-40B4-BE49-F238E27FC236}">
                    <a16:creationId xmlns:a16="http://schemas.microsoft.com/office/drawing/2014/main" id="{DA05BA18-B740-F806-33AD-07BFE074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5" name="Freeform 1023">
                <a:extLst>
                  <a:ext uri="{FF2B5EF4-FFF2-40B4-BE49-F238E27FC236}">
                    <a16:creationId xmlns:a16="http://schemas.microsoft.com/office/drawing/2014/main" id="{26F4DD1F-B3B1-4057-DF95-DD43B5BD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6" name="Freeform 1024">
                <a:extLst>
                  <a:ext uri="{FF2B5EF4-FFF2-40B4-BE49-F238E27FC236}">
                    <a16:creationId xmlns:a16="http://schemas.microsoft.com/office/drawing/2014/main" id="{3A4AF8A7-DC2F-EE60-BBE3-4A1D099A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7" name="Freeform 1025">
                <a:extLst>
                  <a:ext uri="{FF2B5EF4-FFF2-40B4-BE49-F238E27FC236}">
                    <a16:creationId xmlns:a16="http://schemas.microsoft.com/office/drawing/2014/main" id="{2EFEA736-F609-18BB-9EF5-968BCA42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8" name="Freeform 1026">
                <a:extLst>
                  <a:ext uri="{FF2B5EF4-FFF2-40B4-BE49-F238E27FC236}">
                    <a16:creationId xmlns:a16="http://schemas.microsoft.com/office/drawing/2014/main" id="{7D2AD59A-6F1F-817B-85B9-0C6587C5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449" name="Group 1027">
                <a:extLst>
                  <a:ext uri="{FF2B5EF4-FFF2-40B4-BE49-F238E27FC236}">
                    <a16:creationId xmlns:a16="http://schemas.microsoft.com/office/drawing/2014/main" id="{6071ADBA-20BA-37ED-57EE-E5DF9F9B65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456" name="Freeform 1028">
                  <a:extLst>
                    <a:ext uri="{FF2B5EF4-FFF2-40B4-BE49-F238E27FC236}">
                      <a16:creationId xmlns:a16="http://schemas.microsoft.com/office/drawing/2014/main" id="{E58EA963-CFBB-4AEB-C758-395AF6A02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1029">
                  <a:extLst>
                    <a:ext uri="{FF2B5EF4-FFF2-40B4-BE49-F238E27FC236}">
                      <a16:creationId xmlns:a16="http://schemas.microsoft.com/office/drawing/2014/main" id="{40BEF099-DB7D-7207-4F6E-C4771C21B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 1030">
                  <a:extLst>
                    <a:ext uri="{FF2B5EF4-FFF2-40B4-BE49-F238E27FC236}">
                      <a16:creationId xmlns:a16="http://schemas.microsoft.com/office/drawing/2014/main" id="{3ED16327-8A07-9860-CB70-F6CD9D6AB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Freeform 1031">
                  <a:extLst>
                    <a:ext uri="{FF2B5EF4-FFF2-40B4-BE49-F238E27FC236}">
                      <a16:creationId xmlns:a16="http://schemas.microsoft.com/office/drawing/2014/main" id="{85702866-E0AC-283A-674A-318015BAE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1032">
                  <a:extLst>
                    <a:ext uri="{FF2B5EF4-FFF2-40B4-BE49-F238E27FC236}">
                      <a16:creationId xmlns:a16="http://schemas.microsoft.com/office/drawing/2014/main" id="{FDC0E667-4713-DFE5-88D2-EF129982D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1033">
                  <a:extLst>
                    <a:ext uri="{FF2B5EF4-FFF2-40B4-BE49-F238E27FC236}">
                      <a16:creationId xmlns:a16="http://schemas.microsoft.com/office/drawing/2014/main" id="{5EC47932-0726-6B61-916F-357BE6699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0" name="Freeform 1034">
                <a:extLst>
                  <a:ext uri="{FF2B5EF4-FFF2-40B4-BE49-F238E27FC236}">
                    <a16:creationId xmlns:a16="http://schemas.microsoft.com/office/drawing/2014/main" id="{50D31CD1-1E01-FAE4-717F-1F36E6F3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1" name="Freeform 1035">
                <a:extLst>
                  <a:ext uri="{FF2B5EF4-FFF2-40B4-BE49-F238E27FC236}">
                    <a16:creationId xmlns:a16="http://schemas.microsoft.com/office/drawing/2014/main" id="{4DF470EB-0420-7CAA-FB48-07354478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2" name="Freeform 1036">
                <a:extLst>
                  <a:ext uri="{FF2B5EF4-FFF2-40B4-BE49-F238E27FC236}">
                    <a16:creationId xmlns:a16="http://schemas.microsoft.com/office/drawing/2014/main" id="{E0C45401-FF75-B4A2-7EEE-59F695FA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3" name="Freeform 1037">
                <a:extLst>
                  <a:ext uri="{FF2B5EF4-FFF2-40B4-BE49-F238E27FC236}">
                    <a16:creationId xmlns:a16="http://schemas.microsoft.com/office/drawing/2014/main" id="{524CE5B3-7750-E3B6-811A-1BBF6919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4" name="Freeform 1038">
                <a:extLst>
                  <a:ext uri="{FF2B5EF4-FFF2-40B4-BE49-F238E27FC236}">
                    <a16:creationId xmlns:a16="http://schemas.microsoft.com/office/drawing/2014/main" id="{75FA2C18-B4C6-E79A-48F4-37C77A8E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5" name="Freeform 1039">
                <a:extLst>
                  <a:ext uri="{FF2B5EF4-FFF2-40B4-BE49-F238E27FC236}">
                    <a16:creationId xmlns:a16="http://schemas.microsoft.com/office/drawing/2014/main" id="{B7FD432B-E35A-EB4A-CC8E-5487437A66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AB1BE35E-08EA-1EDA-89F2-E1FEC05337D2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437" name="Picture 603" descr="car_icon_small">
                <a:extLst>
                  <a:ext uri="{FF2B5EF4-FFF2-40B4-BE49-F238E27FC236}">
                    <a16:creationId xmlns:a16="http://schemas.microsoft.com/office/drawing/2014/main" id="{E7EAF64B-1F97-78E7-F312-A2099A687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8" name="Picture 1017" descr="antenna_stylized">
                <a:extLst>
                  <a:ext uri="{FF2B5EF4-FFF2-40B4-BE49-F238E27FC236}">
                    <a16:creationId xmlns:a16="http://schemas.microsoft.com/office/drawing/2014/main" id="{237F95A7-FBEA-3516-43BE-33593E89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1B776B98-D90F-CDC3-CF38-075FC954CD62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F3064A71-1005-7BCA-9004-02FB17C35422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29" name="Oval 818">
                  <a:extLst>
                    <a:ext uri="{FF2B5EF4-FFF2-40B4-BE49-F238E27FC236}">
                      <a16:creationId xmlns:a16="http://schemas.microsoft.com/office/drawing/2014/main" id="{7E9173E1-490C-3ABF-3880-289B9EFC9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30" name="Group 819">
                  <a:extLst>
                    <a:ext uri="{FF2B5EF4-FFF2-40B4-BE49-F238E27FC236}">
                      <a16:creationId xmlns:a16="http://schemas.microsoft.com/office/drawing/2014/main" id="{E447C20B-5E60-437B-B8D7-CF78202D80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31" name="Oval 820">
                    <a:extLst>
                      <a:ext uri="{FF2B5EF4-FFF2-40B4-BE49-F238E27FC236}">
                        <a16:creationId xmlns:a16="http://schemas.microsoft.com/office/drawing/2014/main" id="{D7EAEA38-C9D7-DC9A-364D-F523915F43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Oval 821">
                    <a:extLst>
                      <a:ext uri="{FF2B5EF4-FFF2-40B4-BE49-F238E27FC236}">
                        <a16:creationId xmlns:a16="http://schemas.microsoft.com/office/drawing/2014/main" id="{AB932183-84AF-43F7-9BE1-92AF7731B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Oval 822">
                    <a:extLst>
                      <a:ext uri="{FF2B5EF4-FFF2-40B4-BE49-F238E27FC236}">
                        <a16:creationId xmlns:a16="http://schemas.microsoft.com/office/drawing/2014/main" id="{0FDC9A42-9905-6CF7-CE4F-73F65EDF3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823">
                    <a:extLst>
                      <a:ext uri="{FF2B5EF4-FFF2-40B4-BE49-F238E27FC236}">
                        <a16:creationId xmlns:a16="http://schemas.microsoft.com/office/drawing/2014/main" id="{40EBEC86-8C72-3D46-4502-BFA2C81875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Freeform 824">
                    <a:extLst>
                      <a:ext uri="{FF2B5EF4-FFF2-40B4-BE49-F238E27FC236}">
                        <a16:creationId xmlns:a16="http://schemas.microsoft.com/office/drawing/2014/main" id="{19DF424A-971F-33DB-EFA8-C92849B42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Freeform 824">
                    <a:extLst>
                      <a:ext uri="{FF2B5EF4-FFF2-40B4-BE49-F238E27FC236}">
                        <a16:creationId xmlns:a16="http://schemas.microsoft.com/office/drawing/2014/main" id="{A34D841D-2195-F956-BB60-252E8F360A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13" name="Group 398">
                <a:extLst>
                  <a:ext uri="{FF2B5EF4-FFF2-40B4-BE49-F238E27FC236}">
                    <a16:creationId xmlns:a16="http://schemas.microsoft.com/office/drawing/2014/main" id="{88A1B5A4-6559-71A0-A9F7-3BC64D240B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14" name="Line 270">
                  <a:extLst>
                    <a:ext uri="{FF2B5EF4-FFF2-40B4-BE49-F238E27FC236}">
                      <a16:creationId xmlns:a16="http://schemas.microsoft.com/office/drawing/2014/main" id="{1E16DC43-72F7-BBA0-F887-C888137303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5" name="Line 271">
                  <a:extLst>
                    <a:ext uri="{FF2B5EF4-FFF2-40B4-BE49-F238E27FC236}">
                      <a16:creationId xmlns:a16="http://schemas.microsoft.com/office/drawing/2014/main" id="{9759E0A7-9CB3-E58A-1428-F01AEC26E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6" name="Line 272">
                  <a:extLst>
                    <a:ext uri="{FF2B5EF4-FFF2-40B4-BE49-F238E27FC236}">
                      <a16:creationId xmlns:a16="http://schemas.microsoft.com/office/drawing/2014/main" id="{8D9DB3CF-503B-C18C-63CE-7343446D1A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7" name="Line 273">
                  <a:extLst>
                    <a:ext uri="{FF2B5EF4-FFF2-40B4-BE49-F238E27FC236}">
                      <a16:creationId xmlns:a16="http://schemas.microsoft.com/office/drawing/2014/main" id="{42CFA47B-3AFE-5979-F0DA-BA231B4D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8" name="Line 274">
                  <a:extLst>
                    <a:ext uri="{FF2B5EF4-FFF2-40B4-BE49-F238E27FC236}">
                      <a16:creationId xmlns:a16="http://schemas.microsoft.com/office/drawing/2014/main" id="{783DD27F-D044-66FC-32C4-6C861C06CF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9" name="Line 275">
                  <a:extLst>
                    <a:ext uri="{FF2B5EF4-FFF2-40B4-BE49-F238E27FC236}">
                      <a16:creationId xmlns:a16="http://schemas.microsoft.com/office/drawing/2014/main" id="{DA0D1A0F-EB8A-17DA-39E1-D873FFF596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0" name="Line 276">
                  <a:extLst>
                    <a:ext uri="{FF2B5EF4-FFF2-40B4-BE49-F238E27FC236}">
                      <a16:creationId xmlns:a16="http://schemas.microsoft.com/office/drawing/2014/main" id="{F2DBDBF7-0A2A-162C-D819-04A0E6A15C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1" name="Line 277">
                  <a:extLst>
                    <a:ext uri="{FF2B5EF4-FFF2-40B4-BE49-F238E27FC236}">
                      <a16:creationId xmlns:a16="http://schemas.microsoft.com/office/drawing/2014/main" id="{F04F69DC-5E32-EB3E-8D47-32F5CB4CDF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2" name="Line 278">
                  <a:extLst>
                    <a:ext uri="{FF2B5EF4-FFF2-40B4-BE49-F238E27FC236}">
                      <a16:creationId xmlns:a16="http://schemas.microsoft.com/office/drawing/2014/main" id="{AB783078-29DF-4B5D-F9C0-655F0AA01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3" name="Line 279">
                  <a:extLst>
                    <a:ext uri="{FF2B5EF4-FFF2-40B4-BE49-F238E27FC236}">
                      <a16:creationId xmlns:a16="http://schemas.microsoft.com/office/drawing/2014/main" id="{B90E9B04-EDE7-7BBD-2BB6-E024D75020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4" name="Line 280">
                  <a:extLst>
                    <a:ext uri="{FF2B5EF4-FFF2-40B4-BE49-F238E27FC236}">
                      <a16:creationId xmlns:a16="http://schemas.microsoft.com/office/drawing/2014/main" id="{2725BF7B-D070-A76B-D1D1-3340A74AAF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5" name="Line 281">
                  <a:extLst>
                    <a:ext uri="{FF2B5EF4-FFF2-40B4-BE49-F238E27FC236}">
                      <a16:creationId xmlns:a16="http://schemas.microsoft.com/office/drawing/2014/main" id="{3E92E102-B95C-8F40-A70E-1994CF5EB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6" name="Line 282">
                  <a:extLst>
                    <a:ext uri="{FF2B5EF4-FFF2-40B4-BE49-F238E27FC236}">
                      <a16:creationId xmlns:a16="http://schemas.microsoft.com/office/drawing/2014/main" id="{02DB314A-83BE-501E-93A7-2D24FB026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7" name="Line 283">
                  <a:extLst>
                    <a:ext uri="{FF2B5EF4-FFF2-40B4-BE49-F238E27FC236}">
                      <a16:creationId xmlns:a16="http://schemas.microsoft.com/office/drawing/2014/main" id="{93A9B2BA-94FF-BF06-8796-5AC6F2272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8" name="Line 284">
                  <a:extLst>
                    <a:ext uri="{FF2B5EF4-FFF2-40B4-BE49-F238E27FC236}">
                      <a16:creationId xmlns:a16="http://schemas.microsoft.com/office/drawing/2014/main" id="{E120F147-D596-2FEC-625D-0838DB6D1A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0ED155CD-47F3-2264-E737-586FB20896BF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30CFB9B0-A39C-5AB5-7038-2CD90725C58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E12D6FBE-9357-B783-C255-38EAAC04C7FD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04" name="Oval 818">
                  <a:extLst>
                    <a:ext uri="{FF2B5EF4-FFF2-40B4-BE49-F238E27FC236}">
                      <a16:creationId xmlns:a16="http://schemas.microsoft.com/office/drawing/2014/main" id="{16053134-116A-CF93-CA91-7064218964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05" name="Group 819">
                  <a:extLst>
                    <a:ext uri="{FF2B5EF4-FFF2-40B4-BE49-F238E27FC236}">
                      <a16:creationId xmlns:a16="http://schemas.microsoft.com/office/drawing/2014/main" id="{AD9FE1CB-5215-8278-25F8-0EB1E2A28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06" name="Oval 820">
                    <a:extLst>
                      <a:ext uri="{FF2B5EF4-FFF2-40B4-BE49-F238E27FC236}">
                        <a16:creationId xmlns:a16="http://schemas.microsoft.com/office/drawing/2014/main" id="{352E42E7-CC4E-0AAB-6A2E-BF55BDAF74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Oval 821">
                    <a:extLst>
                      <a:ext uri="{FF2B5EF4-FFF2-40B4-BE49-F238E27FC236}">
                        <a16:creationId xmlns:a16="http://schemas.microsoft.com/office/drawing/2014/main" id="{4EEAF3AC-F0F1-4FC7-EC8C-AF03EED8F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Oval 822">
                    <a:extLst>
                      <a:ext uri="{FF2B5EF4-FFF2-40B4-BE49-F238E27FC236}">
                        <a16:creationId xmlns:a16="http://schemas.microsoft.com/office/drawing/2014/main" id="{769DAFDC-AB03-4A53-705F-6E6C4C773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Oval 823">
                    <a:extLst>
                      <a:ext uri="{FF2B5EF4-FFF2-40B4-BE49-F238E27FC236}">
                        <a16:creationId xmlns:a16="http://schemas.microsoft.com/office/drawing/2014/main" id="{B45AFC91-7040-1716-9B31-83C2A65F8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Freeform 824">
                    <a:extLst>
                      <a:ext uri="{FF2B5EF4-FFF2-40B4-BE49-F238E27FC236}">
                        <a16:creationId xmlns:a16="http://schemas.microsoft.com/office/drawing/2014/main" id="{4612A72F-2512-5797-22F5-E8EBDB110D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824">
                    <a:extLst>
                      <a:ext uri="{FF2B5EF4-FFF2-40B4-BE49-F238E27FC236}">
                        <a16:creationId xmlns:a16="http://schemas.microsoft.com/office/drawing/2014/main" id="{D919A15E-448F-5869-B216-16674B2D75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8" name="Group 398">
                <a:extLst>
                  <a:ext uri="{FF2B5EF4-FFF2-40B4-BE49-F238E27FC236}">
                    <a16:creationId xmlns:a16="http://schemas.microsoft.com/office/drawing/2014/main" id="{5CB0CAA1-3A53-ABBA-80E0-A78BF00F45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389" name="Line 270">
                  <a:extLst>
                    <a:ext uri="{FF2B5EF4-FFF2-40B4-BE49-F238E27FC236}">
                      <a16:creationId xmlns:a16="http://schemas.microsoft.com/office/drawing/2014/main" id="{AA66CD87-5413-2EDB-3669-86B54AD66F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0" name="Line 271">
                  <a:extLst>
                    <a:ext uri="{FF2B5EF4-FFF2-40B4-BE49-F238E27FC236}">
                      <a16:creationId xmlns:a16="http://schemas.microsoft.com/office/drawing/2014/main" id="{92C4A549-CEB5-61C5-0AE4-5233CAEECB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1" name="Line 272">
                  <a:extLst>
                    <a:ext uri="{FF2B5EF4-FFF2-40B4-BE49-F238E27FC236}">
                      <a16:creationId xmlns:a16="http://schemas.microsoft.com/office/drawing/2014/main" id="{7FE72FE6-EB65-FCFD-28C4-4FE722183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2" name="Line 273">
                  <a:extLst>
                    <a:ext uri="{FF2B5EF4-FFF2-40B4-BE49-F238E27FC236}">
                      <a16:creationId xmlns:a16="http://schemas.microsoft.com/office/drawing/2014/main" id="{07144155-23E2-5371-28C6-36DF7C598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3" name="Line 274">
                  <a:extLst>
                    <a:ext uri="{FF2B5EF4-FFF2-40B4-BE49-F238E27FC236}">
                      <a16:creationId xmlns:a16="http://schemas.microsoft.com/office/drawing/2014/main" id="{F9E2BB1B-57A2-9016-9521-B8BC06C36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4" name="Line 275">
                  <a:extLst>
                    <a:ext uri="{FF2B5EF4-FFF2-40B4-BE49-F238E27FC236}">
                      <a16:creationId xmlns:a16="http://schemas.microsoft.com/office/drawing/2014/main" id="{3F768646-9C55-AEC1-943D-29BD8EB0D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5" name="Line 276">
                  <a:extLst>
                    <a:ext uri="{FF2B5EF4-FFF2-40B4-BE49-F238E27FC236}">
                      <a16:creationId xmlns:a16="http://schemas.microsoft.com/office/drawing/2014/main" id="{3E67D062-6573-4CD0-F11C-B5B8DAEE15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6" name="Line 277">
                  <a:extLst>
                    <a:ext uri="{FF2B5EF4-FFF2-40B4-BE49-F238E27FC236}">
                      <a16:creationId xmlns:a16="http://schemas.microsoft.com/office/drawing/2014/main" id="{24C8FE97-296A-03F8-56F3-5BAC546FB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7" name="Line 278">
                  <a:extLst>
                    <a:ext uri="{FF2B5EF4-FFF2-40B4-BE49-F238E27FC236}">
                      <a16:creationId xmlns:a16="http://schemas.microsoft.com/office/drawing/2014/main" id="{975A09EF-AD6E-41E4-D9DF-AEFC6CBAE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8" name="Line 279">
                  <a:extLst>
                    <a:ext uri="{FF2B5EF4-FFF2-40B4-BE49-F238E27FC236}">
                      <a16:creationId xmlns:a16="http://schemas.microsoft.com/office/drawing/2014/main" id="{3BA7BC93-E64A-11E2-496A-A96CE25AD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9" name="Line 280">
                  <a:extLst>
                    <a:ext uri="{FF2B5EF4-FFF2-40B4-BE49-F238E27FC236}">
                      <a16:creationId xmlns:a16="http://schemas.microsoft.com/office/drawing/2014/main" id="{786A8367-98AA-0215-B67F-751B773B47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0" name="Line 281">
                  <a:extLst>
                    <a:ext uri="{FF2B5EF4-FFF2-40B4-BE49-F238E27FC236}">
                      <a16:creationId xmlns:a16="http://schemas.microsoft.com/office/drawing/2014/main" id="{7F08A109-D6F6-EAB0-1FD8-5639B9DDAC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1" name="Line 282">
                  <a:extLst>
                    <a:ext uri="{FF2B5EF4-FFF2-40B4-BE49-F238E27FC236}">
                      <a16:creationId xmlns:a16="http://schemas.microsoft.com/office/drawing/2014/main" id="{345D22E8-27EC-7ACE-1045-0F82A15DA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2" name="Line 283">
                  <a:extLst>
                    <a:ext uri="{FF2B5EF4-FFF2-40B4-BE49-F238E27FC236}">
                      <a16:creationId xmlns:a16="http://schemas.microsoft.com/office/drawing/2014/main" id="{8E9B33DA-1F07-7315-7811-3C812956AB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3" name="Line 284">
                  <a:extLst>
                    <a:ext uri="{FF2B5EF4-FFF2-40B4-BE49-F238E27FC236}">
                      <a16:creationId xmlns:a16="http://schemas.microsoft.com/office/drawing/2014/main" id="{B45C80C6-BE1A-6E50-3788-991B83FC3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6E0E1D2B-B7AB-DBE1-4137-A2A1BA965B6C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C38E0B31-FD57-1429-7BCA-4BBCF55E9F78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7" name="Group 376">
                <a:extLst>
                  <a:ext uri="{FF2B5EF4-FFF2-40B4-BE49-F238E27FC236}">
                    <a16:creationId xmlns:a16="http://schemas.microsoft.com/office/drawing/2014/main" id="{3CFAEDEC-1DB7-A59C-C2F7-3601F7A08895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30A31B3-3865-91F3-1682-089BE915482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72FFD2EE-AFAD-AFC1-B46B-E05F62E6438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82" name="Group 381">
                  <a:extLst>
                    <a:ext uri="{FF2B5EF4-FFF2-40B4-BE49-F238E27FC236}">
                      <a16:creationId xmlns:a16="http://schemas.microsoft.com/office/drawing/2014/main" id="{F5869248-D83A-DFF2-B3F9-10FD0407F35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83" name="Freeform 382">
                    <a:extLst>
                      <a:ext uri="{FF2B5EF4-FFF2-40B4-BE49-F238E27FC236}">
                        <a16:creationId xmlns:a16="http://schemas.microsoft.com/office/drawing/2014/main" id="{E65AFF59-9F84-7FD6-B2C1-A552A755DFE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383">
                    <a:extLst>
                      <a:ext uri="{FF2B5EF4-FFF2-40B4-BE49-F238E27FC236}">
                        <a16:creationId xmlns:a16="http://schemas.microsoft.com/office/drawing/2014/main" id="{C3E75419-45A6-91C1-146E-3925C191AA7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384">
                    <a:extLst>
                      <a:ext uri="{FF2B5EF4-FFF2-40B4-BE49-F238E27FC236}">
                        <a16:creationId xmlns:a16="http://schemas.microsoft.com/office/drawing/2014/main" id="{733A769D-8650-CEC2-6FDF-AF815411911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A43F7F1B-6D01-CC38-5DDF-D32078402E8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78" name="Picture 377" descr="server_rack.png">
                <a:extLst>
                  <a:ext uri="{FF2B5EF4-FFF2-40B4-BE49-F238E27FC236}">
                    <a16:creationId xmlns:a16="http://schemas.microsoft.com/office/drawing/2014/main" id="{8EC6488C-2091-E653-FACE-7FC102FFF1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379" name="Can 378">
                <a:extLst>
                  <a:ext uri="{FF2B5EF4-FFF2-40B4-BE49-F238E27FC236}">
                    <a16:creationId xmlns:a16="http://schemas.microsoft.com/office/drawing/2014/main" id="{BFF8E539-A5E6-3F14-1901-71305B045274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802FC56B-D5CC-FD5E-01FD-5CD7434F0FAD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5263942D-89FF-C60C-AFEB-473B53980A38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4065579-C4C0-8215-6760-84FD062EC4B3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C2AD0589-3B33-F74B-01A0-FBF6D0171AE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FF30E9F-F651-8F5C-C571-7E1866A52AE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DC033D4-F49B-411A-204F-433B994C90E4}"/>
                </a:ext>
              </a:extLst>
            </p:cNvPr>
            <p:cNvCxnSpPr>
              <a:stCxn id="420" idx="0"/>
              <a:endCxn id="381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BAC77FAB-9B65-6408-F5E3-8E020A338B9B}"/>
                </a:ext>
              </a:extLst>
            </p:cNvPr>
            <p:cNvCxnSpPr>
              <a:cxnSpLocks/>
              <a:endCxn id="375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CD43F6B-C5BA-D407-2485-231B1E2595A6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1DE3DC05-B440-957C-1D29-B5D792F7AB9C}"/>
              </a:ext>
            </a:extLst>
          </p:cNvPr>
          <p:cNvSpPr txBox="1"/>
          <p:nvPr/>
        </p:nvSpPr>
        <p:spPr>
          <a:xfrm>
            <a:off x="3492075" y="3738458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D7BB8CD1-CE7F-A48C-F0EC-5D3655F601A9}"/>
              </a:ext>
            </a:extLst>
          </p:cNvPr>
          <p:cNvSpPr txBox="1"/>
          <p:nvPr/>
        </p:nvSpPr>
        <p:spPr>
          <a:xfrm>
            <a:off x="3344657" y="4170778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FD2B06D0-2B81-019B-070A-A010CDF67FF8}"/>
              </a:ext>
            </a:extLst>
          </p:cNvPr>
          <p:cNvSpPr/>
          <p:nvPr/>
        </p:nvSpPr>
        <p:spPr>
          <a:xfrm flipH="1">
            <a:off x="8726057" y="1965650"/>
            <a:ext cx="1343122" cy="1642454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1050692 w 1404583"/>
              <a:gd name="connsiteY7" fmla="*/ 167312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98945 w 1472059"/>
              <a:gd name="connsiteY0" fmla="*/ 35684 h 775396"/>
              <a:gd name="connsiteX1" fmla="*/ 197859 w 1472059"/>
              <a:gd name="connsiteY1" fmla="*/ 308410 h 775396"/>
              <a:gd name="connsiteX2" fmla="*/ 72433 w 1472059"/>
              <a:gd name="connsiteY2" fmla="*/ 492617 h 775396"/>
              <a:gd name="connsiteX3" fmla="*/ 29992 w 1472059"/>
              <a:gd name="connsiteY3" fmla="*/ 759997 h 775396"/>
              <a:gd name="connsiteX4" fmla="*/ 431064 w 1472059"/>
              <a:gd name="connsiteY4" fmla="*/ 772932 h 775396"/>
              <a:gd name="connsiteX5" fmla="*/ 1346134 w 1472059"/>
              <a:gd name="connsiteY5" fmla="*/ 723395 h 775396"/>
              <a:gd name="connsiteX6" fmla="*/ 1445323 w 1472059"/>
              <a:gd name="connsiteY6" fmla="*/ 328261 h 775396"/>
              <a:gd name="connsiteX7" fmla="*/ 1004558 w 1472059"/>
              <a:gd name="connsiteY7" fmla="*/ 178473 h 775396"/>
              <a:gd name="connsiteX8" fmla="*/ 906640 w 1472059"/>
              <a:gd name="connsiteY8" fmla="*/ 27433 h 775396"/>
              <a:gd name="connsiteX9" fmla="*/ 298945 w 1472059"/>
              <a:gd name="connsiteY9" fmla="*/ 35684 h 775396"/>
              <a:gd name="connsiteX0" fmla="*/ 298945 w 1469117"/>
              <a:gd name="connsiteY0" fmla="*/ 35684 h 800008"/>
              <a:gd name="connsiteX1" fmla="*/ 197859 w 1469117"/>
              <a:gd name="connsiteY1" fmla="*/ 308410 h 800008"/>
              <a:gd name="connsiteX2" fmla="*/ 72433 w 1469117"/>
              <a:gd name="connsiteY2" fmla="*/ 492617 h 800008"/>
              <a:gd name="connsiteX3" fmla="*/ 29992 w 1469117"/>
              <a:gd name="connsiteY3" fmla="*/ 759997 h 800008"/>
              <a:gd name="connsiteX4" fmla="*/ 490691 w 1469117"/>
              <a:gd name="connsiteY4" fmla="*/ 800008 h 800008"/>
              <a:gd name="connsiteX5" fmla="*/ 1346134 w 1469117"/>
              <a:gd name="connsiteY5" fmla="*/ 723395 h 800008"/>
              <a:gd name="connsiteX6" fmla="*/ 1445323 w 1469117"/>
              <a:gd name="connsiteY6" fmla="*/ 328261 h 800008"/>
              <a:gd name="connsiteX7" fmla="*/ 1004558 w 1469117"/>
              <a:gd name="connsiteY7" fmla="*/ 178473 h 800008"/>
              <a:gd name="connsiteX8" fmla="*/ 906640 w 1469117"/>
              <a:gd name="connsiteY8" fmla="*/ 27433 h 800008"/>
              <a:gd name="connsiteX9" fmla="*/ 298945 w 1469117"/>
              <a:gd name="connsiteY9" fmla="*/ 35684 h 800008"/>
              <a:gd name="connsiteX0" fmla="*/ 298945 w 1469117"/>
              <a:gd name="connsiteY0" fmla="*/ 35684 h 804744"/>
              <a:gd name="connsiteX1" fmla="*/ 197859 w 1469117"/>
              <a:gd name="connsiteY1" fmla="*/ 308410 h 804744"/>
              <a:gd name="connsiteX2" fmla="*/ 72433 w 1469117"/>
              <a:gd name="connsiteY2" fmla="*/ 492617 h 804744"/>
              <a:gd name="connsiteX3" fmla="*/ 29992 w 1469117"/>
              <a:gd name="connsiteY3" fmla="*/ 759997 h 804744"/>
              <a:gd name="connsiteX4" fmla="*/ 490691 w 1469117"/>
              <a:gd name="connsiteY4" fmla="*/ 800008 h 804744"/>
              <a:gd name="connsiteX5" fmla="*/ 1346134 w 1469117"/>
              <a:gd name="connsiteY5" fmla="*/ 723395 h 804744"/>
              <a:gd name="connsiteX6" fmla="*/ 1445323 w 1469117"/>
              <a:gd name="connsiteY6" fmla="*/ 328261 h 804744"/>
              <a:gd name="connsiteX7" fmla="*/ 1004558 w 1469117"/>
              <a:gd name="connsiteY7" fmla="*/ 178473 h 804744"/>
              <a:gd name="connsiteX8" fmla="*/ 906640 w 1469117"/>
              <a:gd name="connsiteY8" fmla="*/ 27433 h 804744"/>
              <a:gd name="connsiteX9" fmla="*/ 298945 w 1469117"/>
              <a:gd name="connsiteY9" fmla="*/ 35684 h 804744"/>
              <a:gd name="connsiteX0" fmla="*/ 268953 w 1439125"/>
              <a:gd name="connsiteY0" fmla="*/ 35684 h 804744"/>
              <a:gd name="connsiteX1" fmla="*/ 167867 w 1439125"/>
              <a:gd name="connsiteY1" fmla="*/ 308410 h 804744"/>
              <a:gd name="connsiteX2" fmla="*/ 42441 w 1439125"/>
              <a:gd name="connsiteY2" fmla="*/ 492617 h 804744"/>
              <a:gd name="connsiteX3" fmla="*/ 0 w 1439125"/>
              <a:gd name="connsiteY3" fmla="*/ 759997 h 804744"/>
              <a:gd name="connsiteX4" fmla="*/ 460699 w 1439125"/>
              <a:gd name="connsiteY4" fmla="*/ 800008 h 804744"/>
              <a:gd name="connsiteX5" fmla="*/ 1316142 w 1439125"/>
              <a:gd name="connsiteY5" fmla="*/ 723395 h 804744"/>
              <a:gd name="connsiteX6" fmla="*/ 1415331 w 1439125"/>
              <a:gd name="connsiteY6" fmla="*/ 328261 h 804744"/>
              <a:gd name="connsiteX7" fmla="*/ 974566 w 1439125"/>
              <a:gd name="connsiteY7" fmla="*/ 178473 h 804744"/>
              <a:gd name="connsiteX8" fmla="*/ 876648 w 1439125"/>
              <a:gd name="connsiteY8" fmla="*/ 27433 h 804744"/>
              <a:gd name="connsiteX9" fmla="*/ 268953 w 1439125"/>
              <a:gd name="connsiteY9" fmla="*/ 35684 h 804744"/>
              <a:gd name="connsiteX0" fmla="*/ 304729 w 1474901"/>
              <a:gd name="connsiteY0" fmla="*/ 35684 h 803041"/>
              <a:gd name="connsiteX1" fmla="*/ 203643 w 1474901"/>
              <a:gd name="connsiteY1" fmla="*/ 308410 h 803041"/>
              <a:gd name="connsiteX2" fmla="*/ 78217 w 1474901"/>
              <a:gd name="connsiteY2" fmla="*/ 492617 h 803041"/>
              <a:gd name="connsiteX3" fmla="*/ 0 w 1474901"/>
              <a:gd name="connsiteY3" fmla="*/ 729536 h 803041"/>
              <a:gd name="connsiteX4" fmla="*/ 496475 w 1474901"/>
              <a:gd name="connsiteY4" fmla="*/ 800008 h 803041"/>
              <a:gd name="connsiteX5" fmla="*/ 1351918 w 1474901"/>
              <a:gd name="connsiteY5" fmla="*/ 723395 h 803041"/>
              <a:gd name="connsiteX6" fmla="*/ 1451107 w 1474901"/>
              <a:gd name="connsiteY6" fmla="*/ 328261 h 803041"/>
              <a:gd name="connsiteX7" fmla="*/ 1010342 w 1474901"/>
              <a:gd name="connsiteY7" fmla="*/ 178473 h 803041"/>
              <a:gd name="connsiteX8" fmla="*/ 912424 w 1474901"/>
              <a:gd name="connsiteY8" fmla="*/ 27433 h 803041"/>
              <a:gd name="connsiteX9" fmla="*/ 304729 w 1474901"/>
              <a:gd name="connsiteY9" fmla="*/ 35684 h 803041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78217 w 1474901"/>
              <a:gd name="connsiteY2" fmla="*/ 492617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98093 w 1474901"/>
              <a:gd name="connsiteY2" fmla="*/ 651688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47531 w 1474901"/>
              <a:gd name="connsiteY2" fmla="*/ 474311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421844 w 1592016"/>
              <a:gd name="connsiteY0" fmla="*/ 31457 h 803795"/>
              <a:gd name="connsiteX1" fmla="*/ 2746 w 1592016"/>
              <a:gd name="connsiteY1" fmla="*/ 229725 h 803795"/>
              <a:gd name="connsiteX2" fmla="*/ 224895 w 1592016"/>
              <a:gd name="connsiteY2" fmla="*/ 429470 h 803795"/>
              <a:gd name="connsiteX3" fmla="*/ 282785 w 1592016"/>
              <a:gd name="connsiteY3" fmla="*/ 637308 h 803795"/>
              <a:gd name="connsiteX4" fmla="*/ 117115 w 1592016"/>
              <a:gd name="connsiteY4" fmla="*/ 725309 h 803795"/>
              <a:gd name="connsiteX5" fmla="*/ 613590 w 1592016"/>
              <a:gd name="connsiteY5" fmla="*/ 795781 h 803795"/>
              <a:gd name="connsiteX6" fmla="*/ 1469033 w 1592016"/>
              <a:gd name="connsiteY6" fmla="*/ 719168 h 803795"/>
              <a:gd name="connsiteX7" fmla="*/ 1568222 w 1592016"/>
              <a:gd name="connsiteY7" fmla="*/ 324034 h 803795"/>
              <a:gd name="connsiteX8" fmla="*/ 1127457 w 1592016"/>
              <a:gd name="connsiteY8" fmla="*/ 174246 h 803795"/>
              <a:gd name="connsiteX9" fmla="*/ 1029539 w 1592016"/>
              <a:gd name="connsiteY9" fmla="*/ 23206 h 803795"/>
              <a:gd name="connsiteX10" fmla="*/ 421844 w 1592016"/>
              <a:gd name="connsiteY10" fmla="*/ 31457 h 803795"/>
              <a:gd name="connsiteX0" fmla="*/ 157880 w 1594387"/>
              <a:gd name="connsiteY0" fmla="*/ 10669 h 850697"/>
              <a:gd name="connsiteX1" fmla="*/ 5117 w 1594387"/>
              <a:gd name="connsiteY1" fmla="*/ 276627 h 850697"/>
              <a:gd name="connsiteX2" fmla="*/ 227266 w 1594387"/>
              <a:gd name="connsiteY2" fmla="*/ 476372 h 850697"/>
              <a:gd name="connsiteX3" fmla="*/ 285156 w 1594387"/>
              <a:gd name="connsiteY3" fmla="*/ 684210 h 850697"/>
              <a:gd name="connsiteX4" fmla="*/ 119486 w 1594387"/>
              <a:gd name="connsiteY4" fmla="*/ 772211 h 850697"/>
              <a:gd name="connsiteX5" fmla="*/ 615961 w 1594387"/>
              <a:gd name="connsiteY5" fmla="*/ 842683 h 850697"/>
              <a:gd name="connsiteX6" fmla="*/ 1471404 w 1594387"/>
              <a:gd name="connsiteY6" fmla="*/ 766070 h 850697"/>
              <a:gd name="connsiteX7" fmla="*/ 1570593 w 1594387"/>
              <a:gd name="connsiteY7" fmla="*/ 370936 h 850697"/>
              <a:gd name="connsiteX8" fmla="*/ 1129828 w 1594387"/>
              <a:gd name="connsiteY8" fmla="*/ 221148 h 850697"/>
              <a:gd name="connsiteX9" fmla="*/ 1031910 w 1594387"/>
              <a:gd name="connsiteY9" fmla="*/ 70108 h 850697"/>
              <a:gd name="connsiteX10" fmla="*/ 157880 w 1594387"/>
              <a:gd name="connsiteY10" fmla="*/ 10669 h 850697"/>
              <a:gd name="connsiteX0" fmla="*/ 154757 w 1591264"/>
              <a:gd name="connsiteY0" fmla="*/ 10669 h 850697"/>
              <a:gd name="connsiteX1" fmla="*/ 1994 w 1591264"/>
              <a:gd name="connsiteY1" fmla="*/ 276627 h 850697"/>
              <a:gd name="connsiteX2" fmla="*/ 57187 w 1591264"/>
              <a:gd name="connsiteY2" fmla="*/ 500063 h 850697"/>
              <a:gd name="connsiteX3" fmla="*/ 282033 w 1591264"/>
              <a:gd name="connsiteY3" fmla="*/ 684210 h 850697"/>
              <a:gd name="connsiteX4" fmla="*/ 116363 w 1591264"/>
              <a:gd name="connsiteY4" fmla="*/ 772211 h 850697"/>
              <a:gd name="connsiteX5" fmla="*/ 612838 w 1591264"/>
              <a:gd name="connsiteY5" fmla="*/ 842683 h 850697"/>
              <a:gd name="connsiteX6" fmla="*/ 1468281 w 1591264"/>
              <a:gd name="connsiteY6" fmla="*/ 766070 h 850697"/>
              <a:gd name="connsiteX7" fmla="*/ 1567470 w 1591264"/>
              <a:gd name="connsiteY7" fmla="*/ 370936 h 850697"/>
              <a:gd name="connsiteX8" fmla="*/ 1126705 w 1591264"/>
              <a:gd name="connsiteY8" fmla="*/ 221148 h 850697"/>
              <a:gd name="connsiteX9" fmla="*/ 1028787 w 1591264"/>
              <a:gd name="connsiteY9" fmla="*/ 70108 h 850697"/>
              <a:gd name="connsiteX10" fmla="*/ 154757 w 1591264"/>
              <a:gd name="connsiteY10" fmla="*/ 10669 h 850697"/>
              <a:gd name="connsiteX0" fmla="*/ 171865 w 1608372"/>
              <a:gd name="connsiteY0" fmla="*/ 10669 h 850697"/>
              <a:gd name="connsiteX1" fmla="*/ 19102 w 1608372"/>
              <a:gd name="connsiteY1" fmla="*/ 276627 h 850697"/>
              <a:gd name="connsiteX2" fmla="*/ 74295 w 1608372"/>
              <a:gd name="connsiteY2" fmla="*/ 500063 h 850697"/>
              <a:gd name="connsiteX3" fmla="*/ 1005 w 1608372"/>
              <a:gd name="connsiteY3" fmla="*/ 690979 h 850697"/>
              <a:gd name="connsiteX4" fmla="*/ 133471 w 1608372"/>
              <a:gd name="connsiteY4" fmla="*/ 772211 h 850697"/>
              <a:gd name="connsiteX5" fmla="*/ 629946 w 1608372"/>
              <a:gd name="connsiteY5" fmla="*/ 842683 h 850697"/>
              <a:gd name="connsiteX6" fmla="*/ 1485389 w 1608372"/>
              <a:gd name="connsiteY6" fmla="*/ 766070 h 850697"/>
              <a:gd name="connsiteX7" fmla="*/ 1584578 w 1608372"/>
              <a:gd name="connsiteY7" fmla="*/ 370936 h 850697"/>
              <a:gd name="connsiteX8" fmla="*/ 1143813 w 1608372"/>
              <a:gd name="connsiteY8" fmla="*/ 221148 h 850697"/>
              <a:gd name="connsiteX9" fmla="*/ 1045895 w 1608372"/>
              <a:gd name="connsiteY9" fmla="*/ 70108 h 850697"/>
              <a:gd name="connsiteX10" fmla="*/ 171865 w 1608372"/>
              <a:gd name="connsiteY10" fmla="*/ 10669 h 850697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74242 w 1681609"/>
              <a:gd name="connsiteY3" fmla="*/ 690979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81609" h="875411">
                <a:moveTo>
                  <a:pt x="245102" y="10669"/>
                </a:moveTo>
                <a:cubicBezTo>
                  <a:pt x="73970" y="45089"/>
                  <a:pt x="108601" y="195061"/>
                  <a:pt x="92339" y="276627"/>
                </a:cubicBezTo>
                <a:cubicBezTo>
                  <a:pt x="76077" y="358193"/>
                  <a:pt x="165124" y="442850"/>
                  <a:pt x="147532" y="500063"/>
                </a:cubicBezTo>
                <a:cubicBezTo>
                  <a:pt x="129940" y="557276"/>
                  <a:pt x="39204" y="601904"/>
                  <a:pt x="14615" y="652057"/>
                </a:cubicBezTo>
                <a:cubicBezTo>
                  <a:pt x="-9974" y="702210"/>
                  <a:pt x="62501" y="723150"/>
                  <a:pt x="0" y="800979"/>
                </a:cubicBezTo>
                <a:cubicBezTo>
                  <a:pt x="56492" y="880762"/>
                  <a:pt x="482696" y="884704"/>
                  <a:pt x="703183" y="866375"/>
                </a:cubicBezTo>
                <a:cubicBezTo>
                  <a:pt x="793580" y="871488"/>
                  <a:pt x="1399521" y="848643"/>
                  <a:pt x="1558626" y="766070"/>
                </a:cubicBezTo>
                <a:cubicBezTo>
                  <a:pt x="1717731" y="683497"/>
                  <a:pt x="1687644" y="497131"/>
                  <a:pt x="1657815" y="370936"/>
                </a:cubicBezTo>
                <a:cubicBezTo>
                  <a:pt x="1598157" y="251624"/>
                  <a:pt x="1241421" y="258072"/>
                  <a:pt x="1217050" y="221148"/>
                </a:cubicBezTo>
                <a:cubicBezTo>
                  <a:pt x="1192679" y="184224"/>
                  <a:pt x="1293547" y="145105"/>
                  <a:pt x="1119132" y="70108"/>
                </a:cubicBezTo>
                <a:cubicBezTo>
                  <a:pt x="1013853" y="32921"/>
                  <a:pt x="416234" y="-23751"/>
                  <a:pt x="245102" y="10669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83" name="Group 652">
            <a:extLst>
              <a:ext uri="{FF2B5EF4-FFF2-40B4-BE49-F238E27FC236}">
                <a16:creationId xmlns:a16="http://schemas.microsoft.com/office/drawing/2014/main" id="{6C544F42-A555-5624-694B-95E5D758E1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77350" y="2013357"/>
            <a:ext cx="346882" cy="278715"/>
            <a:chOff x="2751" y="1851"/>
            <a:chExt cx="462" cy="478"/>
          </a:xfrm>
        </p:grpSpPr>
        <p:pic>
          <p:nvPicPr>
            <p:cNvPr id="584" name="Picture 653" descr="iphone_stylized_small">
              <a:extLst>
                <a:ext uri="{FF2B5EF4-FFF2-40B4-BE49-F238E27FC236}">
                  <a16:creationId xmlns:a16="http://schemas.microsoft.com/office/drawing/2014/main" id="{8B0A60F5-7B86-A5BE-45A9-1BC50C85A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" name="Picture 654" descr="antenna_radiation_stylized">
              <a:extLst>
                <a:ext uri="{FF2B5EF4-FFF2-40B4-BE49-F238E27FC236}">
                  <a16:creationId xmlns:a16="http://schemas.microsoft.com/office/drawing/2014/main" id="{DB46EB40-1D14-C7F1-DAAC-9E227CF84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1BFC1D29-8D2B-24D3-A264-428C62713E91}"/>
              </a:ext>
            </a:extLst>
          </p:cNvPr>
          <p:cNvGrpSpPr/>
          <p:nvPr/>
        </p:nvGrpSpPr>
        <p:grpSpPr>
          <a:xfrm flipH="1">
            <a:off x="10361415" y="3074931"/>
            <a:ext cx="217656" cy="203994"/>
            <a:chOff x="7432700" y="2327293"/>
            <a:chExt cx="534987" cy="407988"/>
          </a:xfrm>
        </p:grpSpPr>
        <p:pic>
          <p:nvPicPr>
            <p:cNvPr id="561" name="Picture 1017" descr="antenna_stylized">
              <a:extLst>
                <a:ext uri="{FF2B5EF4-FFF2-40B4-BE49-F238E27FC236}">
                  <a16:creationId xmlns:a16="http://schemas.microsoft.com/office/drawing/2014/main" id="{0ED080F6-27DB-1E3D-8A4A-2DC4F10E6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2" name="Picture 1018" descr="laptop_keyboard">
              <a:extLst>
                <a:ext uri="{FF2B5EF4-FFF2-40B4-BE49-F238E27FC236}">
                  <a16:creationId xmlns:a16="http://schemas.microsoft.com/office/drawing/2014/main" id="{44669807-D836-E869-3D5B-2D8D3A211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" name="Freeform 1019">
              <a:extLst>
                <a:ext uri="{FF2B5EF4-FFF2-40B4-BE49-F238E27FC236}">
                  <a16:creationId xmlns:a16="http://schemas.microsoft.com/office/drawing/2014/main" id="{EF0FDB19-1F7D-8442-09C1-3F18F124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64" name="Picture 1020" descr="screen">
              <a:extLst>
                <a:ext uri="{FF2B5EF4-FFF2-40B4-BE49-F238E27FC236}">
                  <a16:creationId xmlns:a16="http://schemas.microsoft.com/office/drawing/2014/main" id="{936B66E2-D3A1-2F92-1EBD-82584D1EE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5" name="Freeform 1021">
              <a:extLst>
                <a:ext uri="{FF2B5EF4-FFF2-40B4-BE49-F238E27FC236}">
                  <a16:creationId xmlns:a16="http://schemas.microsoft.com/office/drawing/2014/main" id="{5D341460-3BEB-07C4-12A3-7500EB991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6" name="Freeform 1022">
              <a:extLst>
                <a:ext uri="{FF2B5EF4-FFF2-40B4-BE49-F238E27FC236}">
                  <a16:creationId xmlns:a16="http://schemas.microsoft.com/office/drawing/2014/main" id="{E0E94C0E-42D6-5F4F-FF77-61EA9126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7" name="Freeform 1023">
              <a:extLst>
                <a:ext uri="{FF2B5EF4-FFF2-40B4-BE49-F238E27FC236}">
                  <a16:creationId xmlns:a16="http://schemas.microsoft.com/office/drawing/2014/main" id="{26787FCC-9F97-C32F-9394-D8141FB9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8" name="Freeform 1024">
              <a:extLst>
                <a:ext uri="{FF2B5EF4-FFF2-40B4-BE49-F238E27FC236}">
                  <a16:creationId xmlns:a16="http://schemas.microsoft.com/office/drawing/2014/main" id="{CD4A056A-7F3B-3E77-CA1D-3052CBD6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9" name="Freeform 1025">
              <a:extLst>
                <a:ext uri="{FF2B5EF4-FFF2-40B4-BE49-F238E27FC236}">
                  <a16:creationId xmlns:a16="http://schemas.microsoft.com/office/drawing/2014/main" id="{C6E6BE47-5153-BA32-98BC-52F66A7C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0" name="Freeform 1026">
              <a:extLst>
                <a:ext uri="{FF2B5EF4-FFF2-40B4-BE49-F238E27FC236}">
                  <a16:creationId xmlns:a16="http://schemas.microsoft.com/office/drawing/2014/main" id="{76102D2B-1479-FC94-4F2E-B32D7257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71" name="Group 1027">
              <a:extLst>
                <a:ext uri="{FF2B5EF4-FFF2-40B4-BE49-F238E27FC236}">
                  <a16:creationId xmlns:a16="http://schemas.microsoft.com/office/drawing/2014/main" id="{4438A0DD-C74D-24CE-73EF-70AB54AA6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578" name="Freeform 1028">
                <a:extLst>
                  <a:ext uri="{FF2B5EF4-FFF2-40B4-BE49-F238E27FC236}">
                    <a16:creationId xmlns:a16="http://schemas.microsoft.com/office/drawing/2014/main" id="{9D7C87C7-39C9-6E35-912F-464E7557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79" name="Freeform 1029">
                <a:extLst>
                  <a:ext uri="{FF2B5EF4-FFF2-40B4-BE49-F238E27FC236}">
                    <a16:creationId xmlns:a16="http://schemas.microsoft.com/office/drawing/2014/main" id="{35748F58-3990-F5E9-22E4-D9ECC8454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0" name="Freeform 1030">
                <a:extLst>
                  <a:ext uri="{FF2B5EF4-FFF2-40B4-BE49-F238E27FC236}">
                    <a16:creationId xmlns:a16="http://schemas.microsoft.com/office/drawing/2014/main" id="{26379621-ADD2-A845-C5B2-8B04D968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1" name="Freeform 1031">
                <a:extLst>
                  <a:ext uri="{FF2B5EF4-FFF2-40B4-BE49-F238E27FC236}">
                    <a16:creationId xmlns:a16="http://schemas.microsoft.com/office/drawing/2014/main" id="{3546413D-772E-B2B8-9E24-C366E833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2" name="Freeform 1032">
                <a:extLst>
                  <a:ext uri="{FF2B5EF4-FFF2-40B4-BE49-F238E27FC236}">
                    <a16:creationId xmlns:a16="http://schemas.microsoft.com/office/drawing/2014/main" id="{5F256790-8813-8DA0-7D72-F5396D5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3" name="Freeform 1033">
                <a:extLst>
                  <a:ext uri="{FF2B5EF4-FFF2-40B4-BE49-F238E27FC236}">
                    <a16:creationId xmlns:a16="http://schemas.microsoft.com/office/drawing/2014/main" id="{D8C0AE73-23F1-BF0C-E157-60DD1CC2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572" name="Freeform 1034">
              <a:extLst>
                <a:ext uri="{FF2B5EF4-FFF2-40B4-BE49-F238E27FC236}">
                  <a16:creationId xmlns:a16="http://schemas.microsoft.com/office/drawing/2014/main" id="{89CF6573-4106-DF07-AB8C-F7178A685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3" name="Freeform 1035">
              <a:extLst>
                <a:ext uri="{FF2B5EF4-FFF2-40B4-BE49-F238E27FC236}">
                  <a16:creationId xmlns:a16="http://schemas.microsoft.com/office/drawing/2014/main" id="{61F25DD9-1F1C-4616-C837-F8FF1C54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4" name="Freeform 1036">
              <a:extLst>
                <a:ext uri="{FF2B5EF4-FFF2-40B4-BE49-F238E27FC236}">
                  <a16:creationId xmlns:a16="http://schemas.microsoft.com/office/drawing/2014/main" id="{0A96345F-2D8D-AF04-1CCA-59D514E1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5" name="Freeform 1037">
              <a:extLst>
                <a:ext uri="{FF2B5EF4-FFF2-40B4-BE49-F238E27FC236}">
                  <a16:creationId xmlns:a16="http://schemas.microsoft.com/office/drawing/2014/main" id="{00D34C1C-382F-3B94-105E-F59C3108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6" name="Freeform 1038">
              <a:extLst>
                <a:ext uri="{FF2B5EF4-FFF2-40B4-BE49-F238E27FC236}">
                  <a16:creationId xmlns:a16="http://schemas.microsoft.com/office/drawing/2014/main" id="{1EF425A8-C70A-3F4C-04BF-EFD06CD2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7" name="Freeform 1039">
              <a:extLst>
                <a:ext uri="{FF2B5EF4-FFF2-40B4-BE49-F238E27FC236}">
                  <a16:creationId xmlns:a16="http://schemas.microsoft.com/office/drawing/2014/main" id="{4CE7DB9F-35DF-6E1B-C8BD-8927C57E2B7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EFDEEF66-6804-6CB7-EACC-B9F25D72D60E}"/>
              </a:ext>
            </a:extLst>
          </p:cNvPr>
          <p:cNvGrpSpPr/>
          <p:nvPr/>
        </p:nvGrpSpPr>
        <p:grpSpPr>
          <a:xfrm flipH="1">
            <a:off x="10274667" y="2608864"/>
            <a:ext cx="429079" cy="145970"/>
            <a:chOff x="8493165" y="2029804"/>
            <a:chExt cx="849312" cy="226109"/>
          </a:xfrm>
        </p:grpSpPr>
        <p:pic>
          <p:nvPicPr>
            <p:cNvPr id="559" name="Picture 603" descr="car_icon_small">
              <a:extLst>
                <a:ext uri="{FF2B5EF4-FFF2-40B4-BE49-F238E27FC236}">
                  <a16:creationId xmlns:a16="http://schemas.microsoft.com/office/drawing/2014/main" id="{F6D98E17-47C7-CBEA-11EA-8B8995731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0" name="Picture 1017" descr="antenna_stylized">
              <a:extLst>
                <a:ext uri="{FF2B5EF4-FFF2-40B4-BE49-F238E27FC236}">
                  <a16:creationId xmlns:a16="http://schemas.microsoft.com/office/drawing/2014/main" id="{021B6FEE-4E62-9AF8-A763-3AB7DCF12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DA16315B-6982-3A7F-DD23-0ADEB84A665B}"/>
              </a:ext>
            </a:extLst>
          </p:cNvPr>
          <p:cNvGrpSpPr/>
          <p:nvPr/>
        </p:nvGrpSpPr>
        <p:grpSpPr>
          <a:xfrm flipH="1">
            <a:off x="9680223" y="1998819"/>
            <a:ext cx="179923" cy="467709"/>
            <a:chOff x="2620015" y="53195"/>
            <a:chExt cx="179923" cy="467709"/>
          </a:xfrm>
        </p:grpSpPr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874CF1B9-42A6-65F7-8D14-4893D076F8AE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51" name="Oval 818">
                <a:extLst>
                  <a:ext uri="{FF2B5EF4-FFF2-40B4-BE49-F238E27FC236}">
                    <a16:creationId xmlns:a16="http://schemas.microsoft.com/office/drawing/2014/main" id="{BFECE7EA-74E8-C53B-03F1-458DA28BD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52" name="Group 819">
                <a:extLst>
                  <a:ext uri="{FF2B5EF4-FFF2-40B4-BE49-F238E27FC236}">
                    <a16:creationId xmlns:a16="http://schemas.microsoft.com/office/drawing/2014/main" id="{644DDFB6-E4E7-78D5-615E-0DBADFF3CB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53" name="Oval 820">
                  <a:extLst>
                    <a:ext uri="{FF2B5EF4-FFF2-40B4-BE49-F238E27FC236}">
                      <a16:creationId xmlns:a16="http://schemas.microsoft.com/office/drawing/2014/main" id="{086C636C-321F-4037-06A6-98B0C7137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Oval 821">
                  <a:extLst>
                    <a:ext uri="{FF2B5EF4-FFF2-40B4-BE49-F238E27FC236}">
                      <a16:creationId xmlns:a16="http://schemas.microsoft.com/office/drawing/2014/main" id="{CACA9DCB-7708-06A6-7968-8992F08E8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Oval 822">
                  <a:extLst>
                    <a:ext uri="{FF2B5EF4-FFF2-40B4-BE49-F238E27FC236}">
                      <a16:creationId xmlns:a16="http://schemas.microsoft.com/office/drawing/2014/main" id="{8DCA53AE-CEE1-998E-4BB7-41652C5C5B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Oval 823">
                  <a:extLst>
                    <a:ext uri="{FF2B5EF4-FFF2-40B4-BE49-F238E27FC236}">
                      <a16:creationId xmlns:a16="http://schemas.microsoft.com/office/drawing/2014/main" id="{C41DB5CD-88E2-B928-3918-6EBDA3C68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 824">
                  <a:extLst>
                    <a:ext uri="{FF2B5EF4-FFF2-40B4-BE49-F238E27FC236}">
                      <a16:creationId xmlns:a16="http://schemas.microsoft.com/office/drawing/2014/main" id="{197C3D07-A619-031C-44E6-1B3AE2AD7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Freeform 824">
                  <a:extLst>
                    <a:ext uri="{FF2B5EF4-FFF2-40B4-BE49-F238E27FC236}">
                      <a16:creationId xmlns:a16="http://schemas.microsoft.com/office/drawing/2014/main" id="{AF8A358D-9208-7C56-6329-DB0CE34D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5" name="Group 398">
              <a:extLst>
                <a:ext uri="{FF2B5EF4-FFF2-40B4-BE49-F238E27FC236}">
                  <a16:creationId xmlns:a16="http://schemas.microsoft.com/office/drawing/2014/main" id="{3B65B88F-0516-EBE3-A5EA-9C3C13852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36" name="Line 270">
                <a:extLst>
                  <a:ext uri="{FF2B5EF4-FFF2-40B4-BE49-F238E27FC236}">
                    <a16:creationId xmlns:a16="http://schemas.microsoft.com/office/drawing/2014/main" id="{31935DF1-83DA-B3FF-2D27-B4491E77B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7" name="Line 271">
                <a:extLst>
                  <a:ext uri="{FF2B5EF4-FFF2-40B4-BE49-F238E27FC236}">
                    <a16:creationId xmlns:a16="http://schemas.microsoft.com/office/drawing/2014/main" id="{BDFE238E-74AD-3049-77B4-11FDBD074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8" name="Line 272">
                <a:extLst>
                  <a:ext uri="{FF2B5EF4-FFF2-40B4-BE49-F238E27FC236}">
                    <a16:creationId xmlns:a16="http://schemas.microsoft.com/office/drawing/2014/main" id="{F5A7D14B-1868-AD66-BBB8-E3BBA728C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9" name="Line 273">
                <a:extLst>
                  <a:ext uri="{FF2B5EF4-FFF2-40B4-BE49-F238E27FC236}">
                    <a16:creationId xmlns:a16="http://schemas.microsoft.com/office/drawing/2014/main" id="{C2BDEFC6-9254-212C-06AD-1EACDE3A4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0" name="Line 274">
                <a:extLst>
                  <a:ext uri="{FF2B5EF4-FFF2-40B4-BE49-F238E27FC236}">
                    <a16:creationId xmlns:a16="http://schemas.microsoft.com/office/drawing/2014/main" id="{0E7A3E48-4A6D-8C93-D2B9-D5EDF9B51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1" name="Line 275">
                <a:extLst>
                  <a:ext uri="{FF2B5EF4-FFF2-40B4-BE49-F238E27FC236}">
                    <a16:creationId xmlns:a16="http://schemas.microsoft.com/office/drawing/2014/main" id="{0BA8CF0E-C248-BEC5-E4DB-DCC684A6D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2" name="Line 276">
                <a:extLst>
                  <a:ext uri="{FF2B5EF4-FFF2-40B4-BE49-F238E27FC236}">
                    <a16:creationId xmlns:a16="http://schemas.microsoft.com/office/drawing/2014/main" id="{AF08C4DC-7170-929F-D8F4-A78BB8F4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3" name="Line 277">
                <a:extLst>
                  <a:ext uri="{FF2B5EF4-FFF2-40B4-BE49-F238E27FC236}">
                    <a16:creationId xmlns:a16="http://schemas.microsoft.com/office/drawing/2014/main" id="{175CF986-B066-FF96-79DB-0BCD6E752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4" name="Line 278">
                <a:extLst>
                  <a:ext uri="{FF2B5EF4-FFF2-40B4-BE49-F238E27FC236}">
                    <a16:creationId xmlns:a16="http://schemas.microsoft.com/office/drawing/2014/main" id="{0347EF75-F7DC-5BA4-C5AD-1D4464FAA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5" name="Line 279">
                <a:extLst>
                  <a:ext uri="{FF2B5EF4-FFF2-40B4-BE49-F238E27FC236}">
                    <a16:creationId xmlns:a16="http://schemas.microsoft.com/office/drawing/2014/main" id="{C6991347-2A7D-EF6E-0DE3-89311E2285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6" name="Line 280">
                <a:extLst>
                  <a:ext uri="{FF2B5EF4-FFF2-40B4-BE49-F238E27FC236}">
                    <a16:creationId xmlns:a16="http://schemas.microsoft.com/office/drawing/2014/main" id="{4D0C7F4F-C157-0708-7212-9151C2B55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7" name="Line 281">
                <a:extLst>
                  <a:ext uri="{FF2B5EF4-FFF2-40B4-BE49-F238E27FC236}">
                    <a16:creationId xmlns:a16="http://schemas.microsoft.com/office/drawing/2014/main" id="{78592DAC-E578-9362-0F64-2FBC395757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8" name="Line 282">
                <a:extLst>
                  <a:ext uri="{FF2B5EF4-FFF2-40B4-BE49-F238E27FC236}">
                    <a16:creationId xmlns:a16="http://schemas.microsoft.com/office/drawing/2014/main" id="{CF7BB56C-5EA6-953B-2DD5-B7E193C96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9" name="Line 283">
                <a:extLst>
                  <a:ext uri="{FF2B5EF4-FFF2-40B4-BE49-F238E27FC236}">
                    <a16:creationId xmlns:a16="http://schemas.microsoft.com/office/drawing/2014/main" id="{BE957042-0122-0E9B-30C4-DF9F08CBF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50" name="Line 284">
                <a:extLst>
                  <a:ext uri="{FF2B5EF4-FFF2-40B4-BE49-F238E27FC236}">
                    <a16:creationId xmlns:a16="http://schemas.microsoft.com/office/drawing/2014/main" id="{6C01F4AC-9B05-B295-A1D5-F4BA4D0E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487" name="Rectangle 486">
            <a:extLst>
              <a:ext uri="{FF2B5EF4-FFF2-40B4-BE49-F238E27FC236}">
                <a16:creationId xmlns:a16="http://schemas.microsoft.com/office/drawing/2014/main" id="{4E2D8FA1-6075-5A33-FD59-F3595D622F2E}"/>
              </a:ext>
            </a:extLst>
          </p:cNvPr>
          <p:cNvSpPr/>
          <p:nvPr/>
        </p:nvSpPr>
        <p:spPr>
          <a:xfrm flipH="1">
            <a:off x="10297719" y="1885113"/>
            <a:ext cx="299186" cy="1600249"/>
          </a:xfrm>
          <a:prstGeom prst="rect">
            <a:avLst/>
          </a:prstGeom>
          <a:noFill/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4A8360F3-B1C7-7F49-C4AB-C76018C1F09A}"/>
              </a:ext>
            </a:extLst>
          </p:cNvPr>
          <p:cNvGrpSpPr/>
          <p:nvPr/>
        </p:nvGrpSpPr>
        <p:grpSpPr>
          <a:xfrm flipH="1">
            <a:off x="9849019" y="3080772"/>
            <a:ext cx="179923" cy="467709"/>
            <a:chOff x="2620015" y="53195"/>
            <a:chExt cx="179923" cy="467709"/>
          </a:xfrm>
        </p:grpSpPr>
        <p:grpSp>
          <p:nvGrpSpPr>
            <p:cNvPr id="509" name="Group 508">
              <a:extLst>
                <a:ext uri="{FF2B5EF4-FFF2-40B4-BE49-F238E27FC236}">
                  <a16:creationId xmlns:a16="http://schemas.microsoft.com/office/drawing/2014/main" id="{11F984EE-7F6F-DFC7-4E3A-38C10ACBF536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26" name="Oval 818">
                <a:extLst>
                  <a:ext uri="{FF2B5EF4-FFF2-40B4-BE49-F238E27FC236}">
                    <a16:creationId xmlns:a16="http://schemas.microsoft.com/office/drawing/2014/main" id="{692CD207-4779-3F31-826E-77029716B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27" name="Group 819">
                <a:extLst>
                  <a:ext uri="{FF2B5EF4-FFF2-40B4-BE49-F238E27FC236}">
                    <a16:creationId xmlns:a16="http://schemas.microsoft.com/office/drawing/2014/main" id="{82F957A8-361C-7B31-0B78-670D77964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28" name="Oval 820">
                  <a:extLst>
                    <a:ext uri="{FF2B5EF4-FFF2-40B4-BE49-F238E27FC236}">
                      <a16:creationId xmlns:a16="http://schemas.microsoft.com/office/drawing/2014/main" id="{46015B15-3833-FFEF-C982-53669442F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Oval 821">
                  <a:extLst>
                    <a:ext uri="{FF2B5EF4-FFF2-40B4-BE49-F238E27FC236}">
                      <a16:creationId xmlns:a16="http://schemas.microsoft.com/office/drawing/2014/main" id="{0AD3390D-630F-E90A-A528-BF53E4C72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Oval 822">
                  <a:extLst>
                    <a:ext uri="{FF2B5EF4-FFF2-40B4-BE49-F238E27FC236}">
                      <a16:creationId xmlns:a16="http://schemas.microsoft.com/office/drawing/2014/main" id="{8D1A19B4-BBFE-84C5-E563-B53446F7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Oval 823">
                  <a:extLst>
                    <a:ext uri="{FF2B5EF4-FFF2-40B4-BE49-F238E27FC236}">
                      <a16:creationId xmlns:a16="http://schemas.microsoft.com/office/drawing/2014/main" id="{D9F5859A-1591-55C0-5FE3-A0CBD49767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 824">
                  <a:extLst>
                    <a:ext uri="{FF2B5EF4-FFF2-40B4-BE49-F238E27FC236}">
                      <a16:creationId xmlns:a16="http://schemas.microsoft.com/office/drawing/2014/main" id="{496BDDD2-D4EC-EBAB-C85D-2D71A7846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824">
                  <a:extLst>
                    <a:ext uri="{FF2B5EF4-FFF2-40B4-BE49-F238E27FC236}">
                      <a16:creationId xmlns:a16="http://schemas.microsoft.com/office/drawing/2014/main" id="{319176CE-2622-B473-1CF5-487287B29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10" name="Group 398">
              <a:extLst>
                <a:ext uri="{FF2B5EF4-FFF2-40B4-BE49-F238E27FC236}">
                  <a16:creationId xmlns:a16="http://schemas.microsoft.com/office/drawing/2014/main" id="{44C4BF16-E328-76C7-6442-71C0C49DAE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11" name="Line 270">
                <a:extLst>
                  <a:ext uri="{FF2B5EF4-FFF2-40B4-BE49-F238E27FC236}">
                    <a16:creationId xmlns:a16="http://schemas.microsoft.com/office/drawing/2014/main" id="{AA655D3E-3C8A-5423-EA51-AFE97E911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2" name="Line 271">
                <a:extLst>
                  <a:ext uri="{FF2B5EF4-FFF2-40B4-BE49-F238E27FC236}">
                    <a16:creationId xmlns:a16="http://schemas.microsoft.com/office/drawing/2014/main" id="{55FD0BE5-F555-9A78-BB9C-6EADEEB8E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3" name="Line 272">
                <a:extLst>
                  <a:ext uri="{FF2B5EF4-FFF2-40B4-BE49-F238E27FC236}">
                    <a16:creationId xmlns:a16="http://schemas.microsoft.com/office/drawing/2014/main" id="{2B198134-BB3C-2A55-6758-9B31BE35D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4" name="Line 273">
                <a:extLst>
                  <a:ext uri="{FF2B5EF4-FFF2-40B4-BE49-F238E27FC236}">
                    <a16:creationId xmlns:a16="http://schemas.microsoft.com/office/drawing/2014/main" id="{F7A42E71-4A20-AEFE-42A3-59A743568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5" name="Line 274">
                <a:extLst>
                  <a:ext uri="{FF2B5EF4-FFF2-40B4-BE49-F238E27FC236}">
                    <a16:creationId xmlns:a16="http://schemas.microsoft.com/office/drawing/2014/main" id="{5727CE03-3515-7B97-6884-BA5B81DD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6" name="Line 275">
                <a:extLst>
                  <a:ext uri="{FF2B5EF4-FFF2-40B4-BE49-F238E27FC236}">
                    <a16:creationId xmlns:a16="http://schemas.microsoft.com/office/drawing/2014/main" id="{ED6FDF2D-4133-6837-1E03-4AE660A6B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7" name="Line 276">
                <a:extLst>
                  <a:ext uri="{FF2B5EF4-FFF2-40B4-BE49-F238E27FC236}">
                    <a16:creationId xmlns:a16="http://schemas.microsoft.com/office/drawing/2014/main" id="{84388CAA-CFBA-3691-CB1F-8AE4078F5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8" name="Line 277">
                <a:extLst>
                  <a:ext uri="{FF2B5EF4-FFF2-40B4-BE49-F238E27FC236}">
                    <a16:creationId xmlns:a16="http://schemas.microsoft.com/office/drawing/2014/main" id="{D5E85D91-1589-82BB-0010-84296B567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9" name="Line 278">
                <a:extLst>
                  <a:ext uri="{FF2B5EF4-FFF2-40B4-BE49-F238E27FC236}">
                    <a16:creationId xmlns:a16="http://schemas.microsoft.com/office/drawing/2014/main" id="{C5664D24-7B57-640D-A260-9E7FA7CC5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0" name="Line 279">
                <a:extLst>
                  <a:ext uri="{FF2B5EF4-FFF2-40B4-BE49-F238E27FC236}">
                    <a16:creationId xmlns:a16="http://schemas.microsoft.com/office/drawing/2014/main" id="{1AB2ABFF-AE8F-9B4B-E742-6D3B01E9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1" name="Line 280">
                <a:extLst>
                  <a:ext uri="{FF2B5EF4-FFF2-40B4-BE49-F238E27FC236}">
                    <a16:creationId xmlns:a16="http://schemas.microsoft.com/office/drawing/2014/main" id="{98859B89-9EC2-63CF-084E-BFA9774DC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2" name="Line 281">
                <a:extLst>
                  <a:ext uri="{FF2B5EF4-FFF2-40B4-BE49-F238E27FC236}">
                    <a16:creationId xmlns:a16="http://schemas.microsoft.com/office/drawing/2014/main" id="{A39B8548-0583-5898-2C37-810C7D939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3" name="Line 282">
                <a:extLst>
                  <a:ext uri="{FF2B5EF4-FFF2-40B4-BE49-F238E27FC236}">
                    <a16:creationId xmlns:a16="http://schemas.microsoft.com/office/drawing/2014/main" id="{C83B44B9-7CC1-18AB-8F8D-93FBBCFE9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4" name="Line 283">
                <a:extLst>
                  <a:ext uri="{FF2B5EF4-FFF2-40B4-BE49-F238E27FC236}">
                    <a16:creationId xmlns:a16="http://schemas.microsoft.com/office/drawing/2014/main" id="{5F2E5116-98BE-29F2-9B21-83B1C8043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5" name="Line 284">
                <a:extLst>
                  <a:ext uri="{FF2B5EF4-FFF2-40B4-BE49-F238E27FC236}">
                    <a16:creationId xmlns:a16="http://schemas.microsoft.com/office/drawing/2014/main" id="{BC7245E6-6F03-B448-9EB0-407D06331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74EE244B-C682-02B8-8359-8C5CB0BDF1B2}"/>
              </a:ext>
            </a:extLst>
          </p:cNvPr>
          <p:cNvGrpSpPr/>
          <p:nvPr/>
        </p:nvGrpSpPr>
        <p:grpSpPr>
          <a:xfrm flipH="1">
            <a:off x="8928770" y="2509228"/>
            <a:ext cx="710987" cy="468256"/>
            <a:chOff x="340314" y="825285"/>
            <a:chExt cx="710987" cy="468256"/>
          </a:xfrm>
        </p:grpSpPr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F20C8F10-8DDD-89A2-4CE8-3A0FE41997C7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99" name="Group 498">
              <a:extLst>
                <a:ext uri="{FF2B5EF4-FFF2-40B4-BE49-F238E27FC236}">
                  <a16:creationId xmlns:a16="http://schemas.microsoft.com/office/drawing/2014/main" id="{6BDA2DD1-D019-5C12-A318-13C6B851DEF7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8CD5A2AB-22F1-58A4-18A0-04648254C6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C3ADAF9B-558D-3A5B-D5BF-AE48321B28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52DA4371-0C10-E56D-C0CE-7A55B8F6D9E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E583AE8C-1AE8-45EC-C76C-F468F99F55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29F7D21C-1C3B-759D-D444-6AD92F8CC87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BDAE48FD-099C-10D6-5E6F-F567981DA26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20F79077-6F07-64E1-1E93-D2F5E385795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500" name="Picture 499" descr="server_rack.png">
              <a:extLst>
                <a:ext uri="{FF2B5EF4-FFF2-40B4-BE49-F238E27FC236}">
                  <a16:creationId xmlns:a16="http://schemas.microsoft.com/office/drawing/2014/main" id="{0F087814-9B38-8C5E-79AC-3E6A7F10D0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501" name="Can 500">
              <a:extLst>
                <a:ext uri="{FF2B5EF4-FFF2-40B4-BE49-F238E27FC236}">
                  <a16:creationId xmlns:a16="http://schemas.microsoft.com/office/drawing/2014/main" id="{10CFD40C-5AD0-B6B6-7B54-A5DC69C2AA6E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90" name="Freeform 489">
            <a:extLst>
              <a:ext uri="{FF2B5EF4-FFF2-40B4-BE49-F238E27FC236}">
                <a16:creationId xmlns:a16="http://schemas.microsoft.com/office/drawing/2014/main" id="{32AF3ADF-B20B-4A18-8BDE-1065DEA88D87}"/>
              </a:ext>
            </a:extLst>
          </p:cNvPr>
          <p:cNvSpPr/>
          <p:nvPr/>
        </p:nvSpPr>
        <p:spPr>
          <a:xfrm rot="19995739" flipH="1">
            <a:off x="10051429" y="305305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BF797568-F977-1548-BFDB-7B172101C6AC}"/>
              </a:ext>
            </a:extLst>
          </p:cNvPr>
          <p:cNvSpPr/>
          <p:nvPr/>
        </p:nvSpPr>
        <p:spPr>
          <a:xfrm rot="485378" flipH="1">
            <a:off x="9969549" y="242795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5B913091-7782-8081-6906-C746BED6B0AC}"/>
              </a:ext>
            </a:extLst>
          </p:cNvPr>
          <p:cNvSpPr/>
          <p:nvPr/>
        </p:nvSpPr>
        <p:spPr>
          <a:xfrm rot="20039209" flipH="1">
            <a:off x="9935271" y="2095242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DC95A82D-4676-F576-82CB-A0B0F1F48A5D}"/>
              </a:ext>
            </a:extLst>
          </p:cNvPr>
          <p:cNvSpPr txBox="1"/>
          <p:nvPr/>
        </p:nvSpPr>
        <p:spPr>
          <a:xfrm flipH="1">
            <a:off x="9721503" y="2585869"/>
            <a:ext cx="54854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RAN</a:t>
            </a: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1C324F69-8753-9B8F-9EF3-43A5C0944238}"/>
              </a:ext>
            </a:extLst>
          </p:cNvPr>
          <p:cNvSpPr txBox="1"/>
          <p:nvPr/>
        </p:nvSpPr>
        <p:spPr>
          <a:xfrm flipH="1">
            <a:off x="10227297" y="3454896"/>
            <a:ext cx="4171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UE</a:t>
            </a:r>
          </a:p>
        </p:txBody>
      </p:sp>
      <p:cxnSp>
        <p:nvCxnSpPr>
          <p:cNvPr id="495" name="Straight Connector 494">
            <a:extLst>
              <a:ext uri="{FF2B5EF4-FFF2-40B4-BE49-F238E27FC236}">
                <a16:creationId xmlns:a16="http://schemas.microsoft.com/office/drawing/2014/main" id="{CFFC9DB8-36DC-88FA-7469-F66A155BF4E3}"/>
              </a:ext>
            </a:extLst>
          </p:cNvPr>
          <p:cNvCxnSpPr>
            <a:stCxn id="542" idx="0"/>
            <a:endCxn id="503" idx="1"/>
          </p:cNvCxnSpPr>
          <p:nvPr/>
        </p:nvCxnSpPr>
        <p:spPr>
          <a:xfrm flipH="1">
            <a:off x="9413316" y="2428697"/>
            <a:ext cx="282973" cy="3954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Straight Connector 495">
            <a:extLst>
              <a:ext uri="{FF2B5EF4-FFF2-40B4-BE49-F238E27FC236}">
                <a16:creationId xmlns:a16="http://schemas.microsoft.com/office/drawing/2014/main" id="{57907AB6-6CE5-36D5-2AA0-6EBBBE9B2755}"/>
              </a:ext>
            </a:extLst>
          </p:cNvPr>
          <p:cNvCxnSpPr>
            <a:cxnSpLocks/>
            <a:endCxn id="497" idx="0"/>
          </p:cNvCxnSpPr>
          <p:nvPr/>
        </p:nvCxnSpPr>
        <p:spPr>
          <a:xfrm flipH="1" flipV="1">
            <a:off x="9322000" y="2980794"/>
            <a:ext cx="560625" cy="584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" name="TextBox 496">
            <a:extLst>
              <a:ext uri="{FF2B5EF4-FFF2-40B4-BE49-F238E27FC236}">
                <a16:creationId xmlns:a16="http://schemas.microsoft.com/office/drawing/2014/main" id="{EAE82F8B-A7D3-2CBC-8706-7AF200CBC3F8}"/>
              </a:ext>
            </a:extLst>
          </p:cNvPr>
          <p:cNvSpPr txBox="1"/>
          <p:nvPr/>
        </p:nvSpPr>
        <p:spPr>
          <a:xfrm flipH="1">
            <a:off x="8885684" y="2980794"/>
            <a:ext cx="872633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Far Edge DC</a:t>
            </a:r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6C47C1CD-6662-CD05-C831-D8EB530EB9A4}"/>
              </a:ext>
            </a:extLst>
          </p:cNvPr>
          <p:cNvGrpSpPr/>
          <p:nvPr/>
        </p:nvGrpSpPr>
        <p:grpSpPr>
          <a:xfrm flipH="1">
            <a:off x="8793250" y="3835801"/>
            <a:ext cx="1977689" cy="1908337"/>
            <a:chOff x="1816172" y="1778416"/>
            <a:chExt cx="1977689" cy="1908337"/>
          </a:xfrm>
        </p:grpSpPr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563B5F46-6121-594C-AC1D-22F1C9A5CDC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88" name="Group 652">
              <a:extLst>
                <a:ext uri="{FF2B5EF4-FFF2-40B4-BE49-F238E27FC236}">
                  <a16:creationId xmlns:a16="http://schemas.microsoft.com/office/drawing/2014/main" id="{A0E0FEAE-C8B6-6B5C-61C8-60656FD08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689" name="Picture 653" descr="iphone_stylized_small">
                <a:extLst>
                  <a:ext uri="{FF2B5EF4-FFF2-40B4-BE49-F238E27FC236}">
                    <a16:creationId xmlns:a16="http://schemas.microsoft.com/office/drawing/2014/main" id="{67691DD3-87EA-3217-7A22-01FC4A062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0" name="Picture 654" descr="antenna_radiation_stylized">
                <a:extLst>
                  <a:ext uri="{FF2B5EF4-FFF2-40B4-BE49-F238E27FC236}">
                    <a16:creationId xmlns:a16="http://schemas.microsoft.com/office/drawing/2014/main" id="{E8784FB0-AA4D-2E49-C303-A3E1A3C8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E7268D99-C795-9AFE-AD13-ED6502296E3C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66" name="Picture 1017" descr="antenna_stylized">
                <a:extLst>
                  <a:ext uri="{FF2B5EF4-FFF2-40B4-BE49-F238E27FC236}">
                    <a16:creationId xmlns:a16="http://schemas.microsoft.com/office/drawing/2014/main" id="{410302B4-F9F7-EFE6-3139-DFF16A4FC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7" name="Picture 1018" descr="laptop_keyboard">
                <a:extLst>
                  <a:ext uri="{FF2B5EF4-FFF2-40B4-BE49-F238E27FC236}">
                    <a16:creationId xmlns:a16="http://schemas.microsoft.com/office/drawing/2014/main" id="{3B73AE0A-6B6D-34AC-4A36-C7FF57D78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8" name="Freeform 1019">
                <a:extLst>
                  <a:ext uri="{FF2B5EF4-FFF2-40B4-BE49-F238E27FC236}">
                    <a16:creationId xmlns:a16="http://schemas.microsoft.com/office/drawing/2014/main" id="{7E2EED3A-1426-0081-14CC-800A235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69" name="Picture 1020" descr="screen">
                <a:extLst>
                  <a:ext uri="{FF2B5EF4-FFF2-40B4-BE49-F238E27FC236}">
                    <a16:creationId xmlns:a16="http://schemas.microsoft.com/office/drawing/2014/main" id="{F6825BC1-1924-9D76-2248-C6BC93911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0" name="Freeform 1021">
                <a:extLst>
                  <a:ext uri="{FF2B5EF4-FFF2-40B4-BE49-F238E27FC236}">
                    <a16:creationId xmlns:a16="http://schemas.microsoft.com/office/drawing/2014/main" id="{77CEE989-5B0A-DA28-D494-82C2521C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1" name="Freeform 1022">
                <a:extLst>
                  <a:ext uri="{FF2B5EF4-FFF2-40B4-BE49-F238E27FC236}">
                    <a16:creationId xmlns:a16="http://schemas.microsoft.com/office/drawing/2014/main" id="{351A3009-C763-79F1-DAFF-4675DC3C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2" name="Freeform 1023">
                <a:extLst>
                  <a:ext uri="{FF2B5EF4-FFF2-40B4-BE49-F238E27FC236}">
                    <a16:creationId xmlns:a16="http://schemas.microsoft.com/office/drawing/2014/main" id="{F1CF191A-5898-96CF-C52E-91AD5041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3" name="Freeform 1024">
                <a:extLst>
                  <a:ext uri="{FF2B5EF4-FFF2-40B4-BE49-F238E27FC236}">
                    <a16:creationId xmlns:a16="http://schemas.microsoft.com/office/drawing/2014/main" id="{6CF4D241-AA49-3147-3660-31165A62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4" name="Freeform 1025">
                <a:extLst>
                  <a:ext uri="{FF2B5EF4-FFF2-40B4-BE49-F238E27FC236}">
                    <a16:creationId xmlns:a16="http://schemas.microsoft.com/office/drawing/2014/main" id="{EE3B4EDA-2469-A5D3-67A0-9652F9FB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5" name="Freeform 1026">
                <a:extLst>
                  <a:ext uri="{FF2B5EF4-FFF2-40B4-BE49-F238E27FC236}">
                    <a16:creationId xmlns:a16="http://schemas.microsoft.com/office/drawing/2014/main" id="{15439FEF-7BEF-19E1-B478-CCA2187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676" name="Group 1027">
                <a:extLst>
                  <a:ext uri="{FF2B5EF4-FFF2-40B4-BE49-F238E27FC236}">
                    <a16:creationId xmlns:a16="http://schemas.microsoft.com/office/drawing/2014/main" id="{8E969149-0F09-73DA-9548-2FDFE9A97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683" name="Freeform 1028">
                  <a:extLst>
                    <a:ext uri="{FF2B5EF4-FFF2-40B4-BE49-F238E27FC236}">
                      <a16:creationId xmlns:a16="http://schemas.microsoft.com/office/drawing/2014/main" id="{26C3EDD2-AC46-EA3F-AE75-88EF8599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029">
                  <a:extLst>
                    <a:ext uri="{FF2B5EF4-FFF2-40B4-BE49-F238E27FC236}">
                      <a16:creationId xmlns:a16="http://schemas.microsoft.com/office/drawing/2014/main" id="{0E5A6C7B-7C3D-5B36-460E-C7961D08A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1030">
                  <a:extLst>
                    <a:ext uri="{FF2B5EF4-FFF2-40B4-BE49-F238E27FC236}">
                      <a16:creationId xmlns:a16="http://schemas.microsoft.com/office/drawing/2014/main" id="{BC17CFA3-924D-1AE3-47A4-911A86138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Freeform 1031">
                  <a:extLst>
                    <a:ext uri="{FF2B5EF4-FFF2-40B4-BE49-F238E27FC236}">
                      <a16:creationId xmlns:a16="http://schemas.microsoft.com/office/drawing/2014/main" id="{60BDAE7B-AEE1-78F2-11C9-D81871838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Freeform 1032">
                  <a:extLst>
                    <a:ext uri="{FF2B5EF4-FFF2-40B4-BE49-F238E27FC236}">
                      <a16:creationId xmlns:a16="http://schemas.microsoft.com/office/drawing/2014/main" id="{7B038B9C-8653-25C6-6718-8CC0E1FA1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Freeform 1033">
                  <a:extLst>
                    <a:ext uri="{FF2B5EF4-FFF2-40B4-BE49-F238E27FC236}">
                      <a16:creationId xmlns:a16="http://schemas.microsoft.com/office/drawing/2014/main" id="{8994FC24-2D6B-745B-B39E-A6830D6A8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Freeform 1034">
                <a:extLst>
                  <a:ext uri="{FF2B5EF4-FFF2-40B4-BE49-F238E27FC236}">
                    <a16:creationId xmlns:a16="http://schemas.microsoft.com/office/drawing/2014/main" id="{1855EA42-FE9E-8153-B7DF-03713E0C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8" name="Freeform 1035">
                <a:extLst>
                  <a:ext uri="{FF2B5EF4-FFF2-40B4-BE49-F238E27FC236}">
                    <a16:creationId xmlns:a16="http://schemas.microsoft.com/office/drawing/2014/main" id="{7E75AD7D-E2DE-58A4-5672-74BCCC0A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9" name="Freeform 1036">
                <a:extLst>
                  <a:ext uri="{FF2B5EF4-FFF2-40B4-BE49-F238E27FC236}">
                    <a16:creationId xmlns:a16="http://schemas.microsoft.com/office/drawing/2014/main" id="{714C7CA4-BDDB-2820-6831-776F601B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0" name="Freeform 1037">
                <a:extLst>
                  <a:ext uri="{FF2B5EF4-FFF2-40B4-BE49-F238E27FC236}">
                    <a16:creationId xmlns:a16="http://schemas.microsoft.com/office/drawing/2014/main" id="{228D1514-E1DF-CF52-4A01-E8BE9492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1" name="Freeform 1038">
                <a:extLst>
                  <a:ext uri="{FF2B5EF4-FFF2-40B4-BE49-F238E27FC236}">
                    <a16:creationId xmlns:a16="http://schemas.microsoft.com/office/drawing/2014/main" id="{675F23E8-5D10-D40D-6637-56C5F86E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2" name="Freeform 1039">
                <a:extLst>
                  <a:ext uri="{FF2B5EF4-FFF2-40B4-BE49-F238E27FC236}">
                    <a16:creationId xmlns:a16="http://schemas.microsoft.com/office/drawing/2014/main" id="{706470E2-CF0C-1E4A-E7B9-F8AA1FAB3F6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A61C2807-995C-1A92-4D8B-A9102005985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64" name="Picture 603" descr="car_icon_small">
                <a:extLst>
                  <a:ext uri="{FF2B5EF4-FFF2-40B4-BE49-F238E27FC236}">
                    <a16:creationId xmlns:a16="http://schemas.microsoft.com/office/drawing/2014/main" id="{B9DE5653-DEF3-C10E-AF75-9916B5BFC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5" name="Picture 1017" descr="antenna_stylized">
                <a:extLst>
                  <a:ext uri="{FF2B5EF4-FFF2-40B4-BE49-F238E27FC236}">
                    <a16:creationId xmlns:a16="http://schemas.microsoft.com/office/drawing/2014/main" id="{CB033A3E-6A3B-B2A4-2FFD-5B0E28D6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91" name="Group 590">
              <a:extLst>
                <a:ext uri="{FF2B5EF4-FFF2-40B4-BE49-F238E27FC236}">
                  <a16:creationId xmlns:a16="http://schemas.microsoft.com/office/drawing/2014/main" id="{FA80B10C-8D9F-6510-10A1-40A5CBCAF200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639" name="Group 638">
                <a:extLst>
                  <a:ext uri="{FF2B5EF4-FFF2-40B4-BE49-F238E27FC236}">
                    <a16:creationId xmlns:a16="http://schemas.microsoft.com/office/drawing/2014/main" id="{46DB5929-4431-8AE9-C1F0-FE47A946D5F5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56" name="Oval 818">
                  <a:extLst>
                    <a:ext uri="{FF2B5EF4-FFF2-40B4-BE49-F238E27FC236}">
                      <a16:creationId xmlns:a16="http://schemas.microsoft.com/office/drawing/2014/main" id="{3934E97F-DF20-7C7A-5860-94803E980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57" name="Group 819">
                  <a:extLst>
                    <a:ext uri="{FF2B5EF4-FFF2-40B4-BE49-F238E27FC236}">
                      <a16:creationId xmlns:a16="http://schemas.microsoft.com/office/drawing/2014/main" id="{3FE0C439-6F42-EAA6-AC33-9FAD72CDEC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58" name="Oval 820">
                    <a:extLst>
                      <a:ext uri="{FF2B5EF4-FFF2-40B4-BE49-F238E27FC236}">
                        <a16:creationId xmlns:a16="http://schemas.microsoft.com/office/drawing/2014/main" id="{0F326C16-15F1-3071-BF78-237F7216A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Oval 821">
                    <a:extLst>
                      <a:ext uri="{FF2B5EF4-FFF2-40B4-BE49-F238E27FC236}">
                        <a16:creationId xmlns:a16="http://schemas.microsoft.com/office/drawing/2014/main" id="{7A8616E6-06B2-A5FF-A4F0-8971BC7AE7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Oval 822">
                    <a:extLst>
                      <a:ext uri="{FF2B5EF4-FFF2-40B4-BE49-F238E27FC236}">
                        <a16:creationId xmlns:a16="http://schemas.microsoft.com/office/drawing/2014/main" id="{78FEC291-5B30-F745-A66D-E6EB70199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Oval 823">
                    <a:extLst>
                      <a:ext uri="{FF2B5EF4-FFF2-40B4-BE49-F238E27FC236}">
                        <a16:creationId xmlns:a16="http://schemas.microsoft.com/office/drawing/2014/main" id="{B27B0653-F856-09D7-EAF4-88C95BD8F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Freeform 824">
                    <a:extLst>
                      <a:ext uri="{FF2B5EF4-FFF2-40B4-BE49-F238E27FC236}">
                        <a16:creationId xmlns:a16="http://schemas.microsoft.com/office/drawing/2014/main" id="{E7CC36EB-2378-1EC6-932E-B9DB9490D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Freeform 824">
                    <a:extLst>
                      <a:ext uri="{FF2B5EF4-FFF2-40B4-BE49-F238E27FC236}">
                        <a16:creationId xmlns:a16="http://schemas.microsoft.com/office/drawing/2014/main" id="{2A1920F9-7DDE-8CF8-2982-B834AEC65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40" name="Group 398">
                <a:extLst>
                  <a:ext uri="{FF2B5EF4-FFF2-40B4-BE49-F238E27FC236}">
                    <a16:creationId xmlns:a16="http://schemas.microsoft.com/office/drawing/2014/main" id="{4B6878BE-5761-2AE2-09E8-0825554837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41" name="Line 270">
                  <a:extLst>
                    <a:ext uri="{FF2B5EF4-FFF2-40B4-BE49-F238E27FC236}">
                      <a16:creationId xmlns:a16="http://schemas.microsoft.com/office/drawing/2014/main" id="{600FE59D-2678-0EC6-62E5-5C547DD233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2" name="Line 271">
                  <a:extLst>
                    <a:ext uri="{FF2B5EF4-FFF2-40B4-BE49-F238E27FC236}">
                      <a16:creationId xmlns:a16="http://schemas.microsoft.com/office/drawing/2014/main" id="{1946EE2D-D163-DC13-92AE-A8C62BAC59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3" name="Line 272">
                  <a:extLst>
                    <a:ext uri="{FF2B5EF4-FFF2-40B4-BE49-F238E27FC236}">
                      <a16:creationId xmlns:a16="http://schemas.microsoft.com/office/drawing/2014/main" id="{E316828D-C605-C0B1-0E31-7362EE6E5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4" name="Line 273">
                  <a:extLst>
                    <a:ext uri="{FF2B5EF4-FFF2-40B4-BE49-F238E27FC236}">
                      <a16:creationId xmlns:a16="http://schemas.microsoft.com/office/drawing/2014/main" id="{36137CE9-A359-3E89-1724-F39D5811F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5" name="Line 274">
                  <a:extLst>
                    <a:ext uri="{FF2B5EF4-FFF2-40B4-BE49-F238E27FC236}">
                      <a16:creationId xmlns:a16="http://schemas.microsoft.com/office/drawing/2014/main" id="{D2387C87-A859-4807-E938-0A6BBD4FD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6" name="Line 275">
                  <a:extLst>
                    <a:ext uri="{FF2B5EF4-FFF2-40B4-BE49-F238E27FC236}">
                      <a16:creationId xmlns:a16="http://schemas.microsoft.com/office/drawing/2014/main" id="{7FF6DC15-E0E4-791A-C14F-ABE997D73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7" name="Line 276">
                  <a:extLst>
                    <a:ext uri="{FF2B5EF4-FFF2-40B4-BE49-F238E27FC236}">
                      <a16:creationId xmlns:a16="http://schemas.microsoft.com/office/drawing/2014/main" id="{8B9C5A26-FA62-DBEB-04FC-C405C795F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8" name="Line 277">
                  <a:extLst>
                    <a:ext uri="{FF2B5EF4-FFF2-40B4-BE49-F238E27FC236}">
                      <a16:creationId xmlns:a16="http://schemas.microsoft.com/office/drawing/2014/main" id="{244C909B-0078-D10C-0A74-0A52C9F901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9" name="Line 278">
                  <a:extLst>
                    <a:ext uri="{FF2B5EF4-FFF2-40B4-BE49-F238E27FC236}">
                      <a16:creationId xmlns:a16="http://schemas.microsoft.com/office/drawing/2014/main" id="{6A7CE213-B6B6-7FA9-3AD9-D127B505D9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0" name="Line 279">
                  <a:extLst>
                    <a:ext uri="{FF2B5EF4-FFF2-40B4-BE49-F238E27FC236}">
                      <a16:creationId xmlns:a16="http://schemas.microsoft.com/office/drawing/2014/main" id="{82DF812A-9829-CFCD-BEA2-30AA2EB45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1" name="Line 280">
                  <a:extLst>
                    <a:ext uri="{FF2B5EF4-FFF2-40B4-BE49-F238E27FC236}">
                      <a16:creationId xmlns:a16="http://schemas.microsoft.com/office/drawing/2014/main" id="{B3D197E0-8E93-E1F1-32AC-7F4577623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2" name="Line 281">
                  <a:extLst>
                    <a:ext uri="{FF2B5EF4-FFF2-40B4-BE49-F238E27FC236}">
                      <a16:creationId xmlns:a16="http://schemas.microsoft.com/office/drawing/2014/main" id="{9EC0F7F1-A930-3E3E-1B53-DD90CCC939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3" name="Line 282">
                  <a:extLst>
                    <a:ext uri="{FF2B5EF4-FFF2-40B4-BE49-F238E27FC236}">
                      <a16:creationId xmlns:a16="http://schemas.microsoft.com/office/drawing/2014/main" id="{11A506AF-539C-8EDD-65EB-7757F1C26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4" name="Line 283">
                  <a:extLst>
                    <a:ext uri="{FF2B5EF4-FFF2-40B4-BE49-F238E27FC236}">
                      <a16:creationId xmlns:a16="http://schemas.microsoft.com/office/drawing/2014/main" id="{1F4EF884-3AFD-7DDD-B77E-E337B99855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5" name="Line 284">
                  <a:extLst>
                    <a:ext uri="{FF2B5EF4-FFF2-40B4-BE49-F238E27FC236}">
                      <a16:creationId xmlns:a16="http://schemas.microsoft.com/office/drawing/2014/main" id="{753D6C05-B9C9-90A0-E7F2-15D2698D6A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D418B315-E253-A3A3-104D-F2CFD0305A31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9FF31917-B3CF-C874-62B2-6F4C185B06A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A348E2FD-A633-EE43-0144-2B0B40848A01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31" name="Oval 818">
                  <a:extLst>
                    <a:ext uri="{FF2B5EF4-FFF2-40B4-BE49-F238E27FC236}">
                      <a16:creationId xmlns:a16="http://schemas.microsoft.com/office/drawing/2014/main" id="{86F1251E-D463-1BF9-FAEF-149693B0C8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32" name="Group 819">
                  <a:extLst>
                    <a:ext uri="{FF2B5EF4-FFF2-40B4-BE49-F238E27FC236}">
                      <a16:creationId xmlns:a16="http://schemas.microsoft.com/office/drawing/2014/main" id="{50D4675A-1864-D93D-86FB-2655BEF60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33" name="Oval 820">
                    <a:extLst>
                      <a:ext uri="{FF2B5EF4-FFF2-40B4-BE49-F238E27FC236}">
                        <a16:creationId xmlns:a16="http://schemas.microsoft.com/office/drawing/2014/main" id="{EDAED0CE-1D98-6A02-7BF0-BED5DDA9F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Oval 821">
                    <a:extLst>
                      <a:ext uri="{FF2B5EF4-FFF2-40B4-BE49-F238E27FC236}">
                        <a16:creationId xmlns:a16="http://schemas.microsoft.com/office/drawing/2014/main" id="{C9C23C95-E4A5-816E-E87F-842557A0C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5" name="Oval 822">
                    <a:extLst>
                      <a:ext uri="{FF2B5EF4-FFF2-40B4-BE49-F238E27FC236}">
                        <a16:creationId xmlns:a16="http://schemas.microsoft.com/office/drawing/2014/main" id="{DF1A1FB9-73FC-A9DB-DF98-F6D6C4031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6" name="Oval 823">
                    <a:extLst>
                      <a:ext uri="{FF2B5EF4-FFF2-40B4-BE49-F238E27FC236}">
                        <a16:creationId xmlns:a16="http://schemas.microsoft.com/office/drawing/2014/main" id="{5B5FC18C-A675-7F61-E00A-FCF2A790D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7" name="Freeform 824">
                    <a:extLst>
                      <a:ext uri="{FF2B5EF4-FFF2-40B4-BE49-F238E27FC236}">
                        <a16:creationId xmlns:a16="http://schemas.microsoft.com/office/drawing/2014/main" id="{1F20D4E8-E101-6F90-57BB-838632A36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8" name="Freeform 824">
                    <a:extLst>
                      <a:ext uri="{FF2B5EF4-FFF2-40B4-BE49-F238E27FC236}">
                        <a16:creationId xmlns:a16="http://schemas.microsoft.com/office/drawing/2014/main" id="{E5A757BC-0B40-85D9-B6F4-6F4A1DC5A1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15" name="Group 398">
                <a:extLst>
                  <a:ext uri="{FF2B5EF4-FFF2-40B4-BE49-F238E27FC236}">
                    <a16:creationId xmlns:a16="http://schemas.microsoft.com/office/drawing/2014/main" id="{3AFB984A-24AC-F927-4882-02C8B4AF4B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16" name="Line 270">
                  <a:extLst>
                    <a:ext uri="{FF2B5EF4-FFF2-40B4-BE49-F238E27FC236}">
                      <a16:creationId xmlns:a16="http://schemas.microsoft.com/office/drawing/2014/main" id="{ABEFC327-6AA3-A8C4-5E1E-55F923B335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7" name="Line 271">
                  <a:extLst>
                    <a:ext uri="{FF2B5EF4-FFF2-40B4-BE49-F238E27FC236}">
                      <a16:creationId xmlns:a16="http://schemas.microsoft.com/office/drawing/2014/main" id="{1B89FAFC-FC3F-53C2-E855-7D0658260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8" name="Line 272">
                  <a:extLst>
                    <a:ext uri="{FF2B5EF4-FFF2-40B4-BE49-F238E27FC236}">
                      <a16:creationId xmlns:a16="http://schemas.microsoft.com/office/drawing/2014/main" id="{FA077A05-C993-8595-306D-DF73E1BFE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9" name="Line 273">
                  <a:extLst>
                    <a:ext uri="{FF2B5EF4-FFF2-40B4-BE49-F238E27FC236}">
                      <a16:creationId xmlns:a16="http://schemas.microsoft.com/office/drawing/2014/main" id="{889A98BE-C56D-01F5-E5CD-3E8721FC20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0" name="Line 274">
                  <a:extLst>
                    <a:ext uri="{FF2B5EF4-FFF2-40B4-BE49-F238E27FC236}">
                      <a16:creationId xmlns:a16="http://schemas.microsoft.com/office/drawing/2014/main" id="{4BD3347D-E83B-DA28-70C6-6E0EA2DFE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1" name="Line 275">
                  <a:extLst>
                    <a:ext uri="{FF2B5EF4-FFF2-40B4-BE49-F238E27FC236}">
                      <a16:creationId xmlns:a16="http://schemas.microsoft.com/office/drawing/2014/main" id="{94DFE132-C5F0-95BC-4CD4-9058DD62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2" name="Line 276">
                  <a:extLst>
                    <a:ext uri="{FF2B5EF4-FFF2-40B4-BE49-F238E27FC236}">
                      <a16:creationId xmlns:a16="http://schemas.microsoft.com/office/drawing/2014/main" id="{D4FF033C-2EA5-D2F9-00C4-BE86CC7DA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3" name="Line 277">
                  <a:extLst>
                    <a:ext uri="{FF2B5EF4-FFF2-40B4-BE49-F238E27FC236}">
                      <a16:creationId xmlns:a16="http://schemas.microsoft.com/office/drawing/2014/main" id="{60962A98-98D0-1F2D-AAEE-06419A7C4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4" name="Line 278">
                  <a:extLst>
                    <a:ext uri="{FF2B5EF4-FFF2-40B4-BE49-F238E27FC236}">
                      <a16:creationId xmlns:a16="http://schemas.microsoft.com/office/drawing/2014/main" id="{B3EB8408-3017-AB9B-D423-A8A25AB95D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5" name="Line 279">
                  <a:extLst>
                    <a:ext uri="{FF2B5EF4-FFF2-40B4-BE49-F238E27FC236}">
                      <a16:creationId xmlns:a16="http://schemas.microsoft.com/office/drawing/2014/main" id="{1FAACCDB-F216-874C-42C3-5AA17D09F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6" name="Line 280">
                  <a:extLst>
                    <a:ext uri="{FF2B5EF4-FFF2-40B4-BE49-F238E27FC236}">
                      <a16:creationId xmlns:a16="http://schemas.microsoft.com/office/drawing/2014/main" id="{F47F3775-E396-98BD-3F9F-8E2997BC58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7" name="Line 281">
                  <a:extLst>
                    <a:ext uri="{FF2B5EF4-FFF2-40B4-BE49-F238E27FC236}">
                      <a16:creationId xmlns:a16="http://schemas.microsoft.com/office/drawing/2014/main" id="{789D17D8-562B-5B04-EAAA-0FC3370E9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8" name="Line 282">
                  <a:extLst>
                    <a:ext uri="{FF2B5EF4-FFF2-40B4-BE49-F238E27FC236}">
                      <a16:creationId xmlns:a16="http://schemas.microsoft.com/office/drawing/2014/main" id="{4EEAE11C-66F2-0F90-BA0D-06D3D7503E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9" name="Line 283">
                  <a:extLst>
                    <a:ext uri="{FF2B5EF4-FFF2-40B4-BE49-F238E27FC236}">
                      <a16:creationId xmlns:a16="http://schemas.microsoft.com/office/drawing/2014/main" id="{109B68F3-1180-224D-8B25-396107E8C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30" name="Line 284">
                  <a:extLst>
                    <a:ext uri="{FF2B5EF4-FFF2-40B4-BE49-F238E27FC236}">
                      <a16:creationId xmlns:a16="http://schemas.microsoft.com/office/drawing/2014/main" id="{1AAECAA5-94BA-D6EB-3FCA-D73DFD4A7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3719C3BA-6ABA-41FC-387D-8A2B14B4A209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9F2C697B-A2D0-6629-4374-2F59BBAA91F1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A5216A2B-70AF-4547-E00D-7F102A501A4B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925CC1C0-E284-11FD-015C-ED9434CD590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08" name="Oval 607">
                  <a:extLst>
                    <a:ext uri="{FF2B5EF4-FFF2-40B4-BE49-F238E27FC236}">
                      <a16:creationId xmlns:a16="http://schemas.microsoft.com/office/drawing/2014/main" id="{6A9316B4-BAAF-C565-7EEE-071ACFD989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B913AC81-E5AD-37D7-F32F-9BD58FDA8293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B23F2648-9387-C928-4D80-EEA78E65795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E68605BB-403B-CAFE-303C-9AECF5E8739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FBCC9D99-2C35-2D72-0C50-B8F75CAC4E5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BE2AEA85-5948-95D6-B2F9-D2C1D55EAF1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05" name="Picture 604" descr="server_rack.png">
                <a:extLst>
                  <a:ext uri="{FF2B5EF4-FFF2-40B4-BE49-F238E27FC236}">
                    <a16:creationId xmlns:a16="http://schemas.microsoft.com/office/drawing/2014/main" id="{3E57EC6D-782C-E1C8-E28C-ACB666B4F9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606" name="Can 605">
                <a:extLst>
                  <a:ext uri="{FF2B5EF4-FFF2-40B4-BE49-F238E27FC236}">
                    <a16:creationId xmlns:a16="http://schemas.microsoft.com/office/drawing/2014/main" id="{B6353ABB-A03B-C235-3074-B23A54412CB9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54AE4CD3-BCBE-D1FB-54CD-811DC5FF3C36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BCADE8F-B5A0-1A71-F19C-7A45AD776C75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167A34DF-32F1-0520-55E0-F7865830B57F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79EF1B4C-4C93-3883-E7FB-516018155303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6021672F-61EE-13AB-7747-A33A2493E07D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600" name="Straight Connector 599">
              <a:extLst>
                <a:ext uri="{FF2B5EF4-FFF2-40B4-BE49-F238E27FC236}">
                  <a16:creationId xmlns:a16="http://schemas.microsoft.com/office/drawing/2014/main" id="{59A6EA8A-816A-4D79-FA00-39E2AA247974}"/>
                </a:ext>
              </a:extLst>
            </p:cNvPr>
            <p:cNvCxnSpPr>
              <a:stCxn id="647" idx="0"/>
              <a:endCxn id="608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509DB4C6-89C9-356E-3011-FC1AE061FEA6}"/>
                </a:ext>
              </a:extLst>
            </p:cNvPr>
            <p:cNvCxnSpPr>
              <a:cxnSpLocks/>
              <a:endCxn id="602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97B1D068-91A6-824E-F1D1-CDA9B89E1CF3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6" name="Freeform 465">
            <a:extLst>
              <a:ext uri="{FF2B5EF4-FFF2-40B4-BE49-F238E27FC236}">
                <a16:creationId xmlns:a16="http://schemas.microsoft.com/office/drawing/2014/main" id="{A3AC2C0E-EAEF-A9A0-50F0-031099555D5C}"/>
              </a:ext>
            </a:extLst>
          </p:cNvPr>
          <p:cNvSpPr/>
          <p:nvPr/>
        </p:nvSpPr>
        <p:spPr>
          <a:xfrm flipH="1">
            <a:off x="7397086" y="2747726"/>
            <a:ext cx="1980217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9407570-F9AC-C6D3-48F8-694887338836}"/>
              </a:ext>
            </a:extLst>
          </p:cNvPr>
          <p:cNvGrpSpPr/>
          <p:nvPr/>
        </p:nvGrpSpPr>
        <p:grpSpPr>
          <a:xfrm flipH="1">
            <a:off x="7643960" y="3316057"/>
            <a:ext cx="973849" cy="644482"/>
            <a:chOff x="340314" y="825285"/>
            <a:chExt cx="710987" cy="468256"/>
          </a:xfrm>
        </p:grpSpPr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7347904F-2AF5-40E2-DF46-BF0DFAD37A6B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B5190C7-C2B4-C374-3F03-A0FC21808064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75FC59F6-F598-AD94-7C4B-CA0A1797543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E27B656D-C10F-C913-D386-03A01EEDAF6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6" name="Group 475">
                <a:extLst>
                  <a:ext uri="{FF2B5EF4-FFF2-40B4-BE49-F238E27FC236}">
                    <a16:creationId xmlns:a16="http://schemas.microsoft.com/office/drawing/2014/main" id="{0DD7A9C6-401B-7702-05BF-9DA21D93D1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E71DAD7F-D0F3-5A13-62CB-B543A6F37B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3C33F747-D0B0-9609-9740-67FAC97339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D347F1BA-DB3F-FA3D-2A00-F47F4560CAC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E48E7A09-1D3E-B9F9-BB7F-AE9BA21A4BF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70" name="Picture 469" descr="server_rack.png">
              <a:extLst>
                <a:ext uri="{FF2B5EF4-FFF2-40B4-BE49-F238E27FC236}">
                  <a16:creationId xmlns:a16="http://schemas.microsoft.com/office/drawing/2014/main" id="{FBE14056-57B5-F7CF-CEB3-D1CE8847F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471" name="Can 470">
              <a:extLst>
                <a:ext uri="{FF2B5EF4-FFF2-40B4-BE49-F238E27FC236}">
                  <a16:creationId xmlns:a16="http://schemas.microsoft.com/office/drawing/2014/main" id="{D7FF82FD-543B-AB1A-4B18-924FE54349A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72" name="Picture 471" descr="server_rack.png">
              <a:extLst>
                <a:ext uri="{FF2B5EF4-FFF2-40B4-BE49-F238E27FC236}">
                  <a16:creationId xmlns:a16="http://schemas.microsoft.com/office/drawing/2014/main" id="{50A6BED5-6360-38F1-5BB0-779CE67F0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473" name="Can 472">
              <a:extLst>
                <a:ext uri="{FF2B5EF4-FFF2-40B4-BE49-F238E27FC236}">
                  <a16:creationId xmlns:a16="http://schemas.microsoft.com/office/drawing/2014/main" id="{4DBCCB61-96A3-C11C-0CB7-82BC95EFAC37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91" name="TextBox 690">
            <a:extLst>
              <a:ext uri="{FF2B5EF4-FFF2-40B4-BE49-F238E27FC236}">
                <a16:creationId xmlns:a16="http://schemas.microsoft.com/office/drawing/2014/main" id="{FB44765B-B13B-F1C1-B37D-A563EE5CB280}"/>
              </a:ext>
            </a:extLst>
          </p:cNvPr>
          <p:cNvSpPr txBox="1"/>
          <p:nvPr/>
        </p:nvSpPr>
        <p:spPr>
          <a:xfrm flipH="1">
            <a:off x="7748710" y="3893421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692" name="TextBox 691">
            <a:extLst>
              <a:ext uri="{FF2B5EF4-FFF2-40B4-BE49-F238E27FC236}">
                <a16:creationId xmlns:a16="http://schemas.microsoft.com/office/drawing/2014/main" id="{C68B1D69-3612-B158-3E75-6084B49CEE43}"/>
              </a:ext>
            </a:extLst>
          </p:cNvPr>
          <p:cNvSpPr txBox="1"/>
          <p:nvPr/>
        </p:nvSpPr>
        <p:spPr>
          <a:xfrm flipH="1">
            <a:off x="7647855" y="4301802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E37D32B2-4C04-477E-8ABA-65E06B073CF7}"/>
              </a:ext>
            </a:extLst>
          </p:cNvPr>
          <p:cNvSpPr/>
          <p:nvPr/>
        </p:nvSpPr>
        <p:spPr>
          <a:xfrm>
            <a:off x="4556399" y="2580277"/>
            <a:ext cx="2911459" cy="2049409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E75B4C-17CE-DB72-5ADE-3F9CCB57B549}"/>
              </a:ext>
            </a:extLst>
          </p:cNvPr>
          <p:cNvGrpSpPr/>
          <p:nvPr/>
        </p:nvGrpSpPr>
        <p:grpSpPr>
          <a:xfrm>
            <a:off x="5539226" y="3239048"/>
            <a:ext cx="1187053" cy="681810"/>
            <a:chOff x="257226" y="825285"/>
            <a:chExt cx="866643" cy="495377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5DCA0439-00C9-D33F-842F-A0B77BC12EFD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4EE90F2C-3A20-9842-A629-D1060AB9331A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AD397C05-AE5D-F05E-EB77-FC20050B29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78233EAE-A6AE-9568-AA06-6E5A39928CD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26DB9BB-DF2E-E3BA-BFC6-C42AD615AB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2AE970B4-01C9-17AA-BB98-067978E77E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EDA8A9F6-AA02-99FE-7EB1-C02A12E497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EBF8FE3D-6322-039E-13E5-3DE82C7A66A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F7F8BC3B-B307-CA25-19C8-BA1B7FC276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702" name="Picture 701" descr="server_rack.png">
              <a:extLst>
                <a:ext uri="{FF2B5EF4-FFF2-40B4-BE49-F238E27FC236}">
                  <a16:creationId xmlns:a16="http://schemas.microsoft.com/office/drawing/2014/main" id="{F663C209-249C-EFAA-FCA5-2247DD8A6F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703" name="Can 702">
              <a:extLst>
                <a:ext uri="{FF2B5EF4-FFF2-40B4-BE49-F238E27FC236}">
                  <a16:creationId xmlns:a16="http://schemas.microsoft.com/office/drawing/2014/main" id="{784A59A0-CC39-601E-1199-61A95DADD8C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04" name="Picture 703" descr="server_rack.png">
              <a:extLst>
                <a:ext uri="{FF2B5EF4-FFF2-40B4-BE49-F238E27FC236}">
                  <a16:creationId xmlns:a16="http://schemas.microsoft.com/office/drawing/2014/main" id="{07F6EB17-C3B7-424B-94AE-760DDD748A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705" name="Can 704">
              <a:extLst>
                <a:ext uri="{FF2B5EF4-FFF2-40B4-BE49-F238E27FC236}">
                  <a16:creationId xmlns:a16="http://schemas.microsoft.com/office/drawing/2014/main" id="{9A89ED3C-73F9-FED8-89C6-063A153D1382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13" name="Picture 712" descr="server_rack.png">
              <a:extLst>
                <a:ext uri="{FF2B5EF4-FFF2-40B4-BE49-F238E27FC236}">
                  <a16:creationId xmlns:a16="http://schemas.microsoft.com/office/drawing/2014/main" id="{CF6B6691-792C-54C3-EED7-DC894A216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6358" y="944839"/>
              <a:ext cx="182563" cy="315214"/>
            </a:xfrm>
            <a:prstGeom prst="rect">
              <a:avLst/>
            </a:prstGeom>
          </p:spPr>
        </p:pic>
        <p:pic>
          <p:nvPicPr>
            <p:cNvPr id="714" name="Picture 713" descr="server_rack.png">
              <a:extLst>
                <a:ext uri="{FF2B5EF4-FFF2-40B4-BE49-F238E27FC236}">
                  <a16:creationId xmlns:a16="http://schemas.microsoft.com/office/drawing/2014/main" id="{87B19085-F01B-C80D-45E4-A658BD7A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7226" y="1005448"/>
              <a:ext cx="182563" cy="315214"/>
            </a:xfrm>
            <a:prstGeom prst="rect">
              <a:avLst/>
            </a:prstGeom>
          </p:spPr>
        </p:pic>
        <p:sp>
          <p:nvSpPr>
            <p:cNvPr id="715" name="Can 714">
              <a:extLst>
                <a:ext uri="{FF2B5EF4-FFF2-40B4-BE49-F238E27FC236}">
                  <a16:creationId xmlns:a16="http://schemas.microsoft.com/office/drawing/2014/main" id="{0169E7D9-B4E1-029A-0C37-4BF9E388BB4D}"/>
                </a:ext>
              </a:extLst>
            </p:cNvPr>
            <p:cNvSpPr/>
            <p:nvPr/>
          </p:nvSpPr>
          <p:spPr>
            <a:xfrm>
              <a:off x="866106" y="1056717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6" name="Can 715">
              <a:extLst>
                <a:ext uri="{FF2B5EF4-FFF2-40B4-BE49-F238E27FC236}">
                  <a16:creationId xmlns:a16="http://schemas.microsoft.com/office/drawing/2014/main" id="{6ED02D06-6CFB-5D2D-27E0-7C78DABE6430}"/>
                </a:ext>
              </a:extLst>
            </p:cNvPr>
            <p:cNvSpPr/>
            <p:nvPr/>
          </p:nvSpPr>
          <p:spPr>
            <a:xfrm>
              <a:off x="949389" y="1115595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17" name="TextBox 716">
            <a:extLst>
              <a:ext uri="{FF2B5EF4-FFF2-40B4-BE49-F238E27FC236}">
                <a16:creationId xmlns:a16="http://schemas.microsoft.com/office/drawing/2014/main" id="{A15901E6-6864-A1F8-9048-649D45AEFAD0}"/>
              </a:ext>
            </a:extLst>
          </p:cNvPr>
          <p:cNvSpPr txBox="1"/>
          <p:nvPr/>
        </p:nvSpPr>
        <p:spPr>
          <a:xfrm>
            <a:off x="5582813" y="3909574"/>
            <a:ext cx="9414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Core DC</a:t>
            </a:r>
          </a:p>
        </p:txBody>
      </p: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F988509A-B98B-C2A4-352B-7AF2C4D623F7}"/>
              </a:ext>
            </a:extLst>
          </p:cNvPr>
          <p:cNvGrpSpPr/>
          <p:nvPr/>
        </p:nvGrpSpPr>
        <p:grpSpPr>
          <a:xfrm>
            <a:off x="1638232" y="5672217"/>
            <a:ext cx="9101803" cy="546629"/>
            <a:chOff x="1895686" y="1169387"/>
            <a:chExt cx="9101803" cy="546629"/>
          </a:xfrm>
        </p:grpSpPr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DFE4A3A9-FD16-D589-13C0-8B5C8DEAEC9C}"/>
                </a:ext>
              </a:extLst>
            </p:cNvPr>
            <p:cNvGrpSpPr/>
            <p:nvPr/>
          </p:nvGrpSpPr>
          <p:grpSpPr>
            <a:xfrm>
              <a:off x="1895686" y="1174970"/>
              <a:ext cx="3063557" cy="541046"/>
              <a:chOff x="1895686" y="1174970"/>
              <a:chExt cx="3063557" cy="541046"/>
            </a:xfrm>
          </p:grpSpPr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C285EE8A-916F-DE80-C05A-66B676EBD8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" name="TextBox 718">
                <a:extLst>
                  <a:ext uri="{FF2B5EF4-FFF2-40B4-BE49-F238E27FC236}">
                    <a16:creationId xmlns:a16="http://schemas.microsoft.com/office/drawing/2014/main" id="{51D787C1-84F8-D881-705C-9D6614CFA96A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A</a:t>
                </a:r>
              </a:p>
            </p:txBody>
          </p:sp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F35E42B7-BCF4-BE77-E2B4-4D10B9BAFEFF}"/>
                </a:ext>
              </a:extLst>
            </p:cNvPr>
            <p:cNvGrpSpPr/>
            <p:nvPr/>
          </p:nvGrpSpPr>
          <p:grpSpPr>
            <a:xfrm>
              <a:off x="7933932" y="1169387"/>
              <a:ext cx="3063557" cy="541046"/>
              <a:chOff x="1895686" y="1174970"/>
              <a:chExt cx="3063557" cy="541046"/>
            </a:xfrm>
          </p:grpSpPr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1B9CA86F-D9E1-C606-B925-3AA04C620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TextBox 722">
                <a:extLst>
                  <a:ext uri="{FF2B5EF4-FFF2-40B4-BE49-F238E27FC236}">
                    <a16:creationId xmlns:a16="http://schemas.microsoft.com/office/drawing/2014/main" id="{E05940DD-292C-A0D8-7F03-D8F620C6AAC7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B</a:t>
                </a:r>
              </a:p>
            </p:txBody>
          </p:sp>
        </p:grpSp>
        <p:grpSp>
          <p:nvGrpSpPr>
            <p:cNvPr id="724" name="Group 723">
              <a:extLst>
                <a:ext uri="{FF2B5EF4-FFF2-40B4-BE49-F238E27FC236}">
                  <a16:creationId xmlns:a16="http://schemas.microsoft.com/office/drawing/2014/main" id="{74BDB403-BD37-4AE3-44B6-B8FED8255CCA}"/>
                </a:ext>
              </a:extLst>
            </p:cNvPr>
            <p:cNvGrpSpPr/>
            <p:nvPr/>
          </p:nvGrpSpPr>
          <p:grpSpPr>
            <a:xfrm>
              <a:off x="4968759" y="1279707"/>
              <a:ext cx="2965174" cy="319446"/>
              <a:chOff x="1895686" y="1294238"/>
              <a:chExt cx="3063557" cy="319446"/>
            </a:xfrm>
          </p:grpSpPr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00F5D6D3-639B-BC9C-9EAA-0FEC7AD17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452D5970-6BEE-E891-4297-ABD9043246BC}"/>
                  </a:ext>
                </a:extLst>
              </p:cNvPr>
              <p:cNvSpPr txBox="1"/>
              <p:nvPr/>
            </p:nvSpPr>
            <p:spPr>
              <a:xfrm>
                <a:off x="2717002" y="1294238"/>
                <a:ext cx="1323826" cy="3194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Global Core</a:t>
                </a:r>
              </a:p>
            </p:txBody>
          </p:sp>
        </p:grpSp>
      </p:grp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61C163B8-05BA-B2DD-AEEB-B8BCC8AF961B}"/>
              </a:ext>
            </a:extLst>
          </p:cNvPr>
          <p:cNvCxnSpPr>
            <a:stCxn id="503" idx="5"/>
            <a:endCxn id="474" idx="3"/>
          </p:cNvCxnSpPr>
          <p:nvPr/>
        </p:nvCxnSpPr>
        <p:spPr>
          <a:xfrm flipH="1">
            <a:off x="8371426" y="2888808"/>
            <a:ext cx="816302" cy="97660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Straight Connector 728">
            <a:extLst>
              <a:ext uri="{FF2B5EF4-FFF2-40B4-BE49-F238E27FC236}">
                <a16:creationId xmlns:a16="http://schemas.microsoft.com/office/drawing/2014/main" id="{DFE30B0A-ED31-2817-6028-41C8E25C85C1}"/>
              </a:ext>
            </a:extLst>
          </p:cNvPr>
          <p:cNvCxnSpPr>
            <a:cxnSpLocks/>
          </p:cNvCxnSpPr>
          <p:nvPr/>
        </p:nvCxnSpPr>
        <p:spPr>
          <a:xfrm flipH="1" flipV="1">
            <a:off x="8302777" y="3916338"/>
            <a:ext cx="918939" cy="8920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Straight Connector 730">
            <a:extLst>
              <a:ext uri="{FF2B5EF4-FFF2-40B4-BE49-F238E27FC236}">
                <a16:creationId xmlns:a16="http://schemas.microsoft.com/office/drawing/2014/main" id="{2F4DB6B4-BDE9-F9D1-8A52-6FE089BDDC22}"/>
              </a:ext>
            </a:extLst>
          </p:cNvPr>
          <p:cNvCxnSpPr>
            <a:cxnSpLocks/>
            <a:stCxn id="262" idx="5"/>
          </p:cNvCxnSpPr>
          <p:nvPr/>
        </p:nvCxnSpPr>
        <p:spPr>
          <a:xfrm flipH="1">
            <a:off x="3048086" y="3702396"/>
            <a:ext cx="917023" cy="118140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Straight Connector 733">
            <a:extLst>
              <a:ext uri="{FF2B5EF4-FFF2-40B4-BE49-F238E27FC236}">
                <a16:creationId xmlns:a16="http://schemas.microsoft.com/office/drawing/2014/main" id="{9C15998F-D988-18C6-4170-A6D555816DAA}"/>
              </a:ext>
            </a:extLst>
          </p:cNvPr>
          <p:cNvCxnSpPr>
            <a:cxnSpLocks/>
            <a:stCxn id="124" idx="1"/>
            <a:endCxn id="263" idx="3"/>
          </p:cNvCxnSpPr>
          <p:nvPr/>
        </p:nvCxnSpPr>
        <p:spPr>
          <a:xfrm>
            <a:off x="2976270" y="2941222"/>
            <a:ext cx="835518" cy="742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itle 2">
            <a:extLst>
              <a:ext uri="{FF2B5EF4-FFF2-40B4-BE49-F238E27FC236}">
                <a16:creationId xmlns:a16="http://schemas.microsoft.com/office/drawing/2014/main" id="{7B116EF8-484D-B3CD-BD2F-AB095D638F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Functional elements: </a:t>
            </a:r>
            <a:r>
              <a:rPr lang="en-US" sz="3600" dirty="0"/>
              <a:t>communication, computation, data</a:t>
            </a:r>
            <a:endParaRPr lang="en-US" b="0" kern="0" dirty="0">
              <a:solidFill>
                <a:srgbClr val="000099"/>
              </a:solidFill>
              <a:latin typeface="+mn-lt"/>
              <a:ea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6830E9F-0A8E-FCE7-BC5E-74A020F0C4E9}"/>
              </a:ext>
            </a:extLst>
          </p:cNvPr>
          <p:cNvGrpSpPr/>
          <p:nvPr/>
        </p:nvGrpSpPr>
        <p:grpSpPr>
          <a:xfrm>
            <a:off x="3061626" y="1275082"/>
            <a:ext cx="2442107" cy="1831328"/>
            <a:chOff x="3140003" y="1826384"/>
            <a:chExt cx="2442107" cy="1831328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06E2E506-79DB-FCBF-5E87-7CD1AF9094DA}"/>
                </a:ext>
              </a:extLst>
            </p:cNvPr>
            <p:cNvSpPr txBox="1"/>
            <p:nvPr/>
          </p:nvSpPr>
          <p:spPr>
            <a:xfrm>
              <a:off x="3140003" y="1826384"/>
              <a:ext cx="2442107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User control, Mobile Core implemented in “edge” data center (DC)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C70C2EDA-9936-6A0A-7B82-0BC2E615A3CB}"/>
                </a:ext>
              </a:extLst>
            </p:cNvPr>
            <p:cNvCxnSpPr>
              <a:endCxn id="2" idx="2"/>
            </p:cNvCxnSpPr>
            <p:nvPr/>
          </p:nvCxnSpPr>
          <p:spPr>
            <a:xfrm flipV="1">
              <a:off x="4130029" y="2749714"/>
              <a:ext cx="231028" cy="907998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5ABFAD22-D69A-50FD-B93C-79936844BE5D}"/>
              </a:ext>
            </a:extLst>
          </p:cNvPr>
          <p:cNvSpPr txBox="1"/>
          <p:nvPr/>
        </p:nvSpPr>
        <p:spPr>
          <a:xfrm>
            <a:off x="-4013200" y="462280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10538FDB-4997-33FE-842B-5B3051784E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344512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Freeform 350">
            <a:extLst>
              <a:ext uri="{FF2B5EF4-FFF2-40B4-BE49-F238E27FC236}">
                <a16:creationId xmlns:a16="http://schemas.microsoft.com/office/drawing/2014/main" id="{29641AE7-2944-21FD-9E10-BFD20A13FE04}"/>
              </a:ext>
            </a:extLst>
          </p:cNvPr>
          <p:cNvSpPr/>
          <p:nvPr/>
        </p:nvSpPr>
        <p:spPr>
          <a:xfrm>
            <a:off x="2956185" y="3144065"/>
            <a:ext cx="2028545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5301ECF-7459-EA3D-B035-8A29A0925475}"/>
              </a:ext>
            </a:extLst>
          </p:cNvPr>
          <p:cNvGrpSpPr/>
          <p:nvPr/>
        </p:nvGrpSpPr>
        <p:grpSpPr>
          <a:xfrm>
            <a:off x="3580006" y="3712396"/>
            <a:ext cx="973849" cy="644482"/>
            <a:chOff x="340314" y="825285"/>
            <a:chExt cx="710987" cy="468256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5878F5F4-4E59-C455-8DC2-A5B9470EC752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21FF694F-1D7F-30E0-746D-70D09DC39ED9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B2BA10B-FD4C-3A5E-9CFF-65AE7CEA8C0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01B8351B-E2E6-DFE8-5860-DAD3296CE0E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5C330E39-D60E-FD21-8EC4-601DB7B31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684A83-DD13-9AAF-9AB7-60935701FEA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2DE3A2C7-CBCD-B8DC-D909-A2A8BEE53F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DA47B2F1-2E59-4483-1851-250820A00DB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C86EBB7E-D2A0-18F4-C781-91AEC395E04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60" name="Picture 259" descr="server_rack.png">
              <a:extLst>
                <a:ext uri="{FF2B5EF4-FFF2-40B4-BE49-F238E27FC236}">
                  <a16:creationId xmlns:a16="http://schemas.microsoft.com/office/drawing/2014/main" id="{10800059-5797-6895-4E00-1923BB8F67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261" name="Can 260">
              <a:extLst>
                <a:ext uri="{FF2B5EF4-FFF2-40B4-BE49-F238E27FC236}">
                  <a16:creationId xmlns:a16="http://schemas.microsoft.com/office/drawing/2014/main" id="{14C4CA47-9077-9641-C858-E9D974BC9449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346" name="Picture 345" descr="server_rack.png">
              <a:extLst>
                <a:ext uri="{FF2B5EF4-FFF2-40B4-BE49-F238E27FC236}">
                  <a16:creationId xmlns:a16="http://schemas.microsoft.com/office/drawing/2014/main" id="{C7EF4DA8-E5D1-BB14-84D8-C5D0D43DA3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347" name="Can 346">
              <a:extLst>
                <a:ext uri="{FF2B5EF4-FFF2-40B4-BE49-F238E27FC236}">
                  <a16:creationId xmlns:a16="http://schemas.microsoft.com/office/drawing/2014/main" id="{64EFD768-23A5-830B-1042-FC287746099E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5ED0F3E3-68D1-6460-F8B1-C2E884CB6595}"/>
              </a:ext>
            </a:extLst>
          </p:cNvPr>
          <p:cNvGrpSpPr/>
          <p:nvPr/>
        </p:nvGrpSpPr>
        <p:grpSpPr>
          <a:xfrm>
            <a:off x="1491705" y="2469215"/>
            <a:ext cx="1977689" cy="1908337"/>
            <a:chOff x="1816172" y="1778416"/>
            <a:chExt cx="1977689" cy="1908337"/>
          </a:xfrm>
        </p:grpSpPr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E05DA516-FA31-6480-2F06-09F7CA4B28BF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0" name="Group 652">
              <a:extLst>
                <a:ext uri="{FF2B5EF4-FFF2-40B4-BE49-F238E27FC236}">
                  <a16:creationId xmlns:a16="http://schemas.microsoft.com/office/drawing/2014/main" id="{BFE555E5-57F5-794C-EA88-32ABFE050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88" name="Picture 653" descr="iphone_stylized_small">
                <a:extLst>
                  <a:ext uri="{FF2B5EF4-FFF2-40B4-BE49-F238E27FC236}">
                    <a16:creationId xmlns:a16="http://schemas.microsoft.com/office/drawing/2014/main" id="{063B4D1A-3CD7-94D6-B020-EF30DAF2D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654" descr="antenna_radiation_stylized">
                <a:extLst>
                  <a:ext uri="{FF2B5EF4-FFF2-40B4-BE49-F238E27FC236}">
                    <a16:creationId xmlns:a16="http://schemas.microsoft.com/office/drawing/2014/main" id="{55B155F3-945E-1115-0965-15EF6F7DB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C7AA6052-21AE-8D67-D9AB-A7580583F498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5" name="Picture 1017" descr="antenna_stylized">
                <a:extLst>
                  <a:ext uri="{FF2B5EF4-FFF2-40B4-BE49-F238E27FC236}">
                    <a16:creationId xmlns:a16="http://schemas.microsoft.com/office/drawing/2014/main" id="{C6CCBC7A-3951-C1E6-1955-8EA396369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018" descr="laptop_keyboard">
                <a:extLst>
                  <a:ext uri="{FF2B5EF4-FFF2-40B4-BE49-F238E27FC236}">
                    <a16:creationId xmlns:a16="http://schemas.microsoft.com/office/drawing/2014/main" id="{F46199E0-DB85-FEBA-8745-A64E6DAB6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" name="Freeform 1019">
                <a:extLst>
                  <a:ext uri="{FF2B5EF4-FFF2-40B4-BE49-F238E27FC236}">
                    <a16:creationId xmlns:a16="http://schemas.microsoft.com/office/drawing/2014/main" id="{8FD2F6A7-490B-B685-47AF-4B4FE806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8" name="Picture 1020" descr="screen">
                <a:extLst>
                  <a:ext uri="{FF2B5EF4-FFF2-40B4-BE49-F238E27FC236}">
                    <a16:creationId xmlns:a16="http://schemas.microsoft.com/office/drawing/2014/main" id="{3709DE48-6291-2307-9144-0869B377E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" name="Freeform 1021">
                <a:extLst>
                  <a:ext uri="{FF2B5EF4-FFF2-40B4-BE49-F238E27FC236}">
                    <a16:creationId xmlns:a16="http://schemas.microsoft.com/office/drawing/2014/main" id="{DBB2D4D2-723D-5CCB-488C-0D6B845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0" name="Freeform 1022">
                <a:extLst>
                  <a:ext uri="{FF2B5EF4-FFF2-40B4-BE49-F238E27FC236}">
                    <a16:creationId xmlns:a16="http://schemas.microsoft.com/office/drawing/2014/main" id="{32DDEF07-A0C4-7AD1-4041-7086F0FE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1" name="Freeform 1023">
                <a:extLst>
                  <a:ext uri="{FF2B5EF4-FFF2-40B4-BE49-F238E27FC236}">
                    <a16:creationId xmlns:a16="http://schemas.microsoft.com/office/drawing/2014/main" id="{DD29A974-0D38-8396-3547-472A7E49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2" name="Freeform 1024">
                <a:extLst>
                  <a:ext uri="{FF2B5EF4-FFF2-40B4-BE49-F238E27FC236}">
                    <a16:creationId xmlns:a16="http://schemas.microsoft.com/office/drawing/2014/main" id="{608E8A5B-B079-E26C-4B3D-1453938E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3" name="Freeform 1025">
                <a:extLst>
                  <a:ext uri="{FF2B5EF4-FFF2-40B4-BE49-F238E27FC236}">
                    <a16:creationId xmlns:a16="http://schemas.microsoft.com/office/drawing/2014/main" id="{A37F7504-C960-0730-46BB-99BC1212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4" name="Freeform 1026">
                <a:extLst>
                  <a:ext uri="{FF2B5EF4-FFF2-40B4-BE49-F238E27FC236}">
                    <a16:creationId xmlns:a16="http://schemas.microsoft.com/office/drawing/2014/main" id="{197C4302-026E-6C82-86C2-D092B073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75" name="Group 1027">
                <a:extLst>
                  <a:ext uri="{FF2B5EF4-FFF2-40B4-BE49-F238E27FC236}">
                    <a16:creationId xmlns:a16="http://schemas.microsoft.com/office/drawing/2014/main" id="{7C905842-87FA-98ED-E8C8-44C4A61E63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82" name="Freeform 1028">
                  <a:extLst>
                    <a:ext uri="{FF2B5EF4-FFF2-40B4-BE49-F238E27FC236}">
                      <a16:creationId xmlns:a16="http://schemas.microsoft.com/office/drawing/2014/main" id="{60428280-F08A-588D-EACB-CC2FD5343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029">
                  <a:extLst>
                    <a:ext uri="{FF2B5EF4-FFF2-40B4-BE49-F238E27FC236}">
                      <a16:creationId xmlns:a16="http://schemas.microsoft.com/office/drawing/2014/main" id="{78D3C27B-735E-9E00-2555-5D8B2A1A6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30">
                  <a:extLst>
                    <a:ext uri="{FF2B5EF4-FFF2-40B4-BE49-F238E27FC236}">
                      <a16:creationId xmlns:a16="http://schemas.microsoft.com/office/drawing/2014/main" id="{3F909424-9DE4-0873-320F-CE4378118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1">
                  <a:extLst>
                    <a:ext uri="{FF2B5EF4-FFF2-40B4-BE49-F238E27FC236}">
                      <a16:creationId xmlns:a16="http://schemas.microsoft.com/office/drawing/2014/main" id="{882FC9AB-D78B-093F-651A-B8EA96EAE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2">
                  <a:extLst>
                    <a:ext uri="{FF2B5EF4-FFF2-40B4-BE49-F238E27FC236}">
                      <a16:creationId xmlns:a16="http://schemas.microsoft.com/office/drawing/2014/main" id="{FC3D22DF-DAB8-3036-77DC-DD18D9C5B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3">
                  <a:extLst>
                    <a:ext uri="{FF2B5EF4-FFF2-40B4-BE49-F238E27FC236}">
                      <a16:creationId xmlns:a16="http://schemas.microsoft.com/office/drawing/2014/main" id="{9A1FA08E-4C18-95DB-6333-B9C6B362E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" name="Freeform 1034">
                <a:extLst>
                  <a:ext uri="{FF2B5EF4-FFF2-40B4-BE49-F238E27FC236}">
                    <a16:creationId xmlns:a16="http://schemas.microsoft.com/office/drawing/2014/main" id="{72D1202B-1368-1F46-2578-65AB4ED4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7" name="Freeform 1035">
                <a:extLst>
                  <a:ext uri="{FF2B5EF4-FFF2-40B4-BE49-F238E27FC236}">
                    <a16:creationId xmlns:a16="http://schemas.microsoft.com/office/drawing/2014/main" id="{6BD362E8-36CE-E561-3644-3D6FBCEE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8" name="Freeform 1036">
                <a:extLst>
                  <a:ext uri="{FF2B5EF4-FFF2-40B4-BE49-F238E27FC236}">
                    <a16:creationId xmlns:a16="http://schemas.microsoft.com/office/drawing/2014/main" id="{965C05E8-F878-194F-FD27-6E0C3492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9" name="Freeform 1037">
                <a:extLst>
                  <a:ext uri="{FF2B5EF4-FFF2-40B4-BE49-F238E27FC236}">
                    <a16:creationId xmlns:a16="http://schemas.microsoft.com/office/drawing/2014/main" id="{005863CF-A14B-94DA-C329-68BCA95F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0" name="Freeform 1038">
                <a:extLst>
                  <a:ext uri="{FF2B5EF4-FFF2-40B4-BE49-F238E27FC236}">
                    <a16:creationId xmlns:a16="http://schemas.microsoft.com/office/drawing/2014/main" id="{BE3BA903-9E4E-DAC9-86AC-B5A4BE0C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1" name="Freeform 1039">
                <a:extLst>
                  <a:ext uri="{FF2B5EF4-FFF2-40B4-BE49-F238E27FC236}">
                    <a16:creationId xmlns:a16="http://schemas.microsoft.com/office/drawing/2014/main" id="{812FF952-FE3D-4367-E053-E7463B4C41D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007A012-6D36-FA21-17DD-4342E2F45EE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3" name="Picture 603" descr="car_icon_small">
                <a:extLst>
                  <a:ext uri="{FF2B5EF4-FFF2-40B4-BE49-F238E27FC236}">
                    <a16:creationId xmlns:a16="http://schemas.microsoft.com/office/drawing/2014/main" id="{40F5F778-B192-A71D-CF2B-044E8FA5F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017" descr="antenna_stylized">
                <a:extLst>
                  <a:ext uri="{FF2B5EF4-FFF2-40B4-BE49-F238E27FC236}">
                    <a16:creationId xmlns:a16="http://schemas.microsoft.com/office/drawing/2014/main" id="{10673084-F4E7-5BF8-3392-48C98373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82B0D118-F99C-3B07-E8CC-F29CAB86EA97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F49A2565-450F-D45F-0BFD-24DE74648EFB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55" name="Oval 818">
                  <a:extLst>
                    <a:ext uri="{FF2B5EF4-FFF2-40B4-BE49-F238E27FC236}">
                      <a16:creationId xmlns:a16="http://schemas.microsoft.com/office/drawing/2014/main" id="{73ABF259-BDAA-FAE7-42DF-E185C115D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56" name="Group 819">
                  <a:extLst>
                    <a:ext uri="{FF2B5EF4-FFF2-40B4-BE49-F238E27FC236}">
                      <a16:creationId xmlns:a16="http://schemas.microsoft.com/office/drawing/2014/main" id="{969473C4-EC19-7F79-64A3-DB80BF7D24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58" name="Oval 820">
                    <a:extLst>
                      <a:ext uri="{FF2B5EF4-FFF2-40B4-BE49-F238E27FC236}">
                        <a16:creationId xmlns:a16="http://schemas.microsoft.com/office/drawing/2014/main" id="{ED7A48BD-BA66-707B-EE2E-9A4A19BED5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Oval 821">
                    <a:extLst>
                      <a:ext uri="{FF2B5EF4-FFF2-40B4-BE49-F238E27FC236}">
                        <a16:creationId xmlns:a16="http://schemas.microsoft.com/office/drawing/2014/main" id="{FE46839C-40C4-18D3-44EC-6383AA26A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Oval 822">
                    <a:extLst>
                      <a:ext uri="{FF2B5EF4-FFF2-40B4-BE49-F238E27FC236}">
                        <a16:creationId xmlns:a16="http://schemas.microsoft.com/office/drawing/2014/main" id="{CFDBB32C-EAA5-D198-0B41-9C696F3F8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Oval 823">
                    <a:extLst>
                      <a:ext uri="{FF2B5EF4-FFF2-40B4-BE49-F238E27FC236}">
                        <a16:creationId xmlns:a16="http://schemas.microsoft.com/office/drawing/2014/main" id="{268CFCB8-DBAC-0227-D5D9-8BA275043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 824">
                    <a:extLst>
                      <a:ext uri="{FF2B5EF4-FFF2-40B4-BE49-F238E27FC236}">
                        <a16:creationId xmlns:a16="http://schemas.microsoft.com/office/drawing/2014/main" id="{34179AE7-3556-0B05-9B28-46421D216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Freeform 824">
                    <a:extLst>
                      <a:ext uri="{FF2B5EF4-FFF2-40B4-BE49-F238E27FC236}">
                        <a16:creationId xmlns:a16="http://schemas.microsoft.com/office/drawing/2014/main" id="{B47F85E0-EB2C-4E3C-8342-787EFC6ED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" name="Group 398">
                <a:extLst>
                  <a:ext uri="{FF2B5EF4-FFF2-40B4-BE49-F238E27FC236}">
                    <a16:creationId xmlns:a16="http://schemas.microsoft.com/office/drawing/2014/main" id="{5ED63AF8-05E4-4759-5A67-5D5FF6E3B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0" name="Line 270">
                  <a:extLst>
                    <a:ext uri="{FF2B5EF4-FFF2-40B4-BE49-F238E27FC236}">
                      <a16:creationId xmlns:a16="http://schemas.microsoft.com/office/drawing/2014/main" id="{9621DBA2-5767-EB11-D54D-FFE38188C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" name="Line 271">
                  <a:extLst>
                    <a:ext uri="{FF2B5EF4-FFF2-40B4-BE49-F238E27FC236}">
                      <a16:creationId xmlns:a16="http://schemas.microsoft.com/office/drawing/2014/main" id="{977F05CB-980E-AA7A-DA8D-4DAEE0B43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" name="Line 272">
                  <a:extLst>
                    <a:ext uri="{FF2B5EF4-FFF2-40B4-BE49-F238E27FC236}">
                      <a16:creationId xmlns:a16="http://schemas.microsoft.com/office/drawing/2014/main" id="{4B1DC525-2A62-4872-6B3A-A44454EB36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3" name="Line 273">
                  <a:extLst>
                    <a:ext uri="{FF2B5EF4-FFF2-40B4-BE49-F238E27FC236}">
                      <a16:creationId xmlns:a16="http://schemas.microsoft.com/office/drawing/2014/main" id="{20561852-BC59-49A5-AEEF-1B871FBD7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4" name="Line 274">
                  <a:extLst>
                    <a:ext uri="{FF2B5EF4-FFF2-40B4-BE49-F238E27FC236}">
                      <a16:creationId xmlns:a16="http://schemas.microsoft.com/office/drawing/2014/main" id="{15F8191E-2521-6183-D6E1-ADA1E4B146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" name="Line 275">
                  <a:extLst>
                    <a:ext uri="{FF2B5EF4-FFF2-40B4-BE49-F238E27FC236}">
                      <a16:creationId xmlns:a16="http://schemas.microsoft.com/office/drawing/2014/main" id="{D5714E17-5DCF-7BFB-3386-A0BD0BBB0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" name="Line 276">
                  <a:extLst>
                    <a:ext uri="{FF2B5EF4-FFF2-40B4-BE49-F238E27FC236}">
                      <a16:creationId xmlns:a16="http://schemas.microsoft.com/office/drawing/2014/main" id="{685C9377-6217-1972-6144-1EDF0F1EEE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" name="Line 277">
                  <a:extLst>
                    <a:ext uri="{FF2B5EF4-FFF2-40B4-BE49-F238E27FC236}">
                      <a16:creationId xmlns:a16="http://schemas.microsoft.com/office/drawing/2014/main" id="{896207B3-EF53-555E-5B82-CE1099A12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" name="Line 278">
                  <a:extLst>
                    <a:ext uri="{FF2B5EF4-FFF2-40B4-BE49-F238E27FC236}">
                      <a16:creationId xmlns:a16="http://schemas.microsoft.com/office/drawing/2014/main" id="{31EAD59A-DD9C-F461-C485-6AA3F6821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9" name="Line 279">
                  <a:extLst>
                    <a:ext uri="{FF2B5EF4-FFF2-40B4-BE49-F238E27FC236}">
                      <a16:creationId xmlns:a16="http://schemas.microsoft.com/office/drawing/2014/main" id="{90E40583-99DA-73F2-9DC7-BFCF02F1D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0" name="Line 280">
                  <a:extLst>
                    <a:ext uri="{FF2B5EF4-FFF2-40B4-BE49-F238E27FC236}">
                      <a16:creationId xmlns:a16="http://schemas.microsoft.com/office/drawing/2014/main" id="{0A3F547A-C5E7-8972-73D5-8B965E84F1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1" name="Line 281">
                  <a:extLst>
                    <a:ext uri="{FF2B5EF4-FFF2-40B4-BE49-F238E27FC236}">
                      <a16:creationId xmlns:a16="http://schemas.microsoft.com/office/drawing/2014/main" id="{2924FA8A-0AEC-09E9-8CEB-AAFAC9FF8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2" name="Line 282">
                  <a:extLst>
                    <a:ext uri="{FF2B5EF4-FFF2-40B4-BE49-F238E27FC236}">
                      <a16:creationId xmlns:a16="http://schemas.microsoft.com/office/drawing/2014/main" id="{73D9068F-BECC-6F26-2DD6-9C13C9CC0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3" name="Line 283">
                  <a:extLst>
                    <a:ext uri="{FF2B5EF4-FFF2-40B4-BE49-F238E27FC236}">
                      <a16:creationId xmlns:a16="http://schemas.microsoft.com/office/drawing/2014/main" id="{1C63B79E-BC3E-EB99-2058-F7B769E294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4" name="Line 284">
                  <a:extLst>
                    <a:ext uri="{FF2B5EF4-FFF2-40B4-BE49-F238E27FC236}">
                      <a16:creationId xmlns:a16="http://schemas.microsoft.com/office/drawing/2014/main" id="{65784C9F-2468-4CC6-34AF-3492F8660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D6E83A3-F90A-710F-2F9A-1E27175C6566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B70B68B6-FBF3-112F-CF82-75730CFE8161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E9D3FEC7-755B-15CF-A0D2-AF3B4A2BD4BC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115" name="Oval 818">
                  <a:extLst>
                    <a:ext uri="{FF2B5EF4-FFF2-40B4-BE49-F238E27FC236}">
                      <a16:creationId xmlns:a16="http://schemas.microsoft.com/office/drawing/2014/main" id="{2EAED578-D748-D277-3EA4-B5FCFCA23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16" name="Group 819">
                  <a:extLst>
                    <a:ext uri="{FF2B5EF4-FFF2-40B4-BE49-F238E27FC236}">
                      <a16:creationId xmlns:a16="http://schemas.microsoft.com/office/drawing/2014/main" id="{045B71A2-04A9-C60C-6C1B-2EE6AAD2E8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117" name="Oval 820">
                    <a:extLst>
                      <a:ext uri="{FF2B5EF4-FFF2-40B4-BE49-F238E27FC236}">
                        <a16:creationId xmlns:a16="http://schemas.microsoft.com/office/drawing/2014/main" id="{7C3EA794-001D-7C2F-1251-70F1C3486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" name="Oval 821">
                    <a:extLst>
                      <a:ext uri="{FF2B5EF4-FFF2-40B4-BE49-F238E27FC236}">
                        <a16:creationId xmlns:a16="http://schemas.microsoft.com/office/drawing/2014/main" id="{39B5BF2C-6FA7-1159-B88E-D28E3533A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" name="Oval 822">
                    <a:extLst>
                      <a:ext uri="{FF2B5EF4-FFF2-40B4-BE49-F238E27FC236}">
                        <a16:creationId xmlns:a16="http://schemas.microsoft.com/office/drawing/2014/main" id="{122909D2-D764-2404-5CCD-C5443314C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" name="Oval 823">
                    <a:extLst>
                      <a:ext uri="{FF2B5EF4-FFF2-40B4-BE49-F238E27FC236}">
                        <a16:creationId xmlns:a16="http://schemas.microsoft.com/office/drawing/2014/main" id="{8AC0E40F-E871-04A5-363B-31A898CA6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" name="Freeform 824">
                    <a:extLst>
                      <a:ext uri="{FF2B5EF4-FFF2-40B4-BE49-F238E27FC236}">
                        <a16:creationId xmlns:a16="http://schemas.microsoft.com/office/drawing/2014/main" id="{F4B71C24-EA20-D8DE-9D05-F88A0ED84A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" name="Freeform 824">
                    <a:extLst>
                      <a:ext uri="{FF2B5EF4-FFF2-40B4-BE49-F238E27FC236}">
                        <a16:creationId xmlns:a16="http://schemas.microsoft.com/office/drawing/2014/main" id="{404C8B38-8889-01A6-98FC-E4DB7E66AB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9" name="Group 398">
                <a:extLst>
                  <a:ext uri="{FF2B5EF4-FFF2-40B4-BE49-F238E27FC236}">
                    <a16:creationId xmlns:a16="http://schemas.microsoft.com/office/drawing/2014/main" id="{A1E6E462-D081-0648-10D9-A4985101A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100" name="Line 270">
                  <a:extLst>
                    <a:ext uri="{FF2B5EF4-FFF2-40B4-BE49-F238E27FC236}">
                      <a16:creationId xmlns:a16="http://schemas.microsoft.com/office/drawing/2014/main" id="{6658979B-FCA0-6705-BF60-D59281808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" name="Line 271">
                  <a:extLst>
                    <a:ext uri="{FF2B5EF4-FFF2-40B4-BE49-F238E27FC236}">
                      <a16:creationId xmlns:a16="http://schemas.microsoft.com/office/drawing/2014/main" id="{EE909FD4-38D2-828A-1E03-ED2D07B79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" name="Line 272">
                  <a:extLst>
                    <a:ext uri="{FF2B5EF4-FFF2-40B4-BE49-F238E27FC236}">
                      <a16:creationId xmlns:a16="http://schemas.microsoft.com/office/drawing/2014/main" id="{5B1BF41D-FECE-5706-F642-A254B2DEE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3" name="Line 273">
                  <a:extLst>
                    <a:ext uri="{FF2B5EF4-FFF2-40B4-BE49-F238E27FC236}">
                      <a16:creationId xmlns:a16="http://schemas.microsoft.com/office/drawing/2014/main" id="{E942FE40-61B5-97C6-7BBC-7BB2763A2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" name="Line 274">
                  <a:extLst>
                    <a:ext uri="{FF2B5EF4-FFF2-40B4-BE49-F238E27FC236}">
                      <a16:creationId xmlns:a16="http://schemas.microsoft.com/office/drawing/2014/main" id="{4F43201A-A645-4029-6A01-95FE64640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" name="Line 275">
                  <a:extLst>
                    <a:ext uri="{FF2B5EF4-FFF2-40B4-BE49-F238E27FC236}">
                      <a16:creationId xmlns:a16="http://schemas.microsoft.com/office/drawing/2014/main" id="{CC4485BB-E2C8-6946-F049-D1D1D6068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6" name="Line 276">
                  <a:extLst>
                    <a:ext uri="{FF2B5EF4-FFF2-40B4-BE49-F238E27FC236}">
                      <a16:creationId xmlns:a16="http://schemas.microsoft.com/office/drawing/2014/main" id="{FB552CC5-9294-5BF3-73C2-70BBA0AC5D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7" name="Line 277">
                  <a:extLst>
                    <a:ext uri="{FF2B5EF4-FFF2-40B4-BE49-F238E27FC236}">
                      <a16:creationId xmlns:a16="http://schemas.microsoft.com/office/drawing/2014/main" id="{CCD211C8-450F-E95A-AA3A-DB93D410F4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8" name="Line 278">
                  <a:extLst>
                    <a:ext uri="{FF2B5EF4-FFF2-40B4-BE49-F238E27FC236}">
                      <a16:creationId xmlns:a16="http://schemas.microsoft.com/office/drawing/2014/main" id="{2B1E183B-BF0A-DC6D-D592-E95CDAC36D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9" name="Line 279">
                  <a:extLst>
                    <a:ext uri="{FF2B5EF4-FFF2-40B4-BE49-F238E27FC236}">
                      <a16:creationId xmlns:a16="http://schemas.microsoft.com/office/drawing/2014/main" id="{D3103A7B-4041-E88A-6504-E293CE966B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0" name="Line 280">
                  <a:extLst>
                    <a:ext uri="{FF2B5EF4-FFF2-40B4-BE49-F238E27FC236}">
                      <a16:creationId xmlns:a16="http://schemas.microsoft.com/office/drawing/2014/main" id="{118A265C-835F-7718-EA6A-E81FB1876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1" name="Line 281">
                  <a:extLst>
                    <a:ext uri="{FF2B5EF4-FFF2-40B4-BE49-F238E27FC236}">
                      <a16:creationId xmlns:a16="http://schemas.microsoft.com/office/drawing/2014/main" id="{220C42A4-8DC1-BD75-CB89-158C096D76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2" name="Line 282">
                  <a:extLst>
                    <a:ext uri="{FF2B5EF4-FFF2-40B4-BE49-F238E27FC236}">
                      <a16:creationId xmlns:a16="http://schemas.microsoft.com/office/drawing/2014/main" id="{1D823676-2CCE-BFBF-E622-6E0C76E07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3" name="Line 283">
                  <a:extLst>
                    <a:ext uri="{FF2B5EF4-FFF2-40B4-BE49-F238E27FC236}">
                      <a16:creationId xmlns:a16="http://schemas.microsoft.com/office/drawing/2014/main" id="{6175B945-1B1C-C940-9F25-3BE2A7D3F7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4" name="Line 284">
                  <a:extLst>
                    <a:ext uri="{FF2B5EF4-FFF2-40B4-BE49-F238E27FC236}">
                      <a16:creationId xmlns:a16="http://schemas.microsoft.com/office/drawing/2014/main" id="{8F73519A-D2F6-0A4B-01FA-6D7139AC3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A0B89793-4188-F666-7E63-5E7C8DDDC9B4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69BDB3FF-FB6A-D0D7-4204-3150FE55664E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F79EA12C-6F7F-F5D3-CDB4-C0EF32FC9FE8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FC19CE7A-7E46-CD04-BB4F-49E7C972F8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E8F5E03E-3BA6-F732-05A2-977552E1647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8D5AABA2-17F3-2EA1-8053-B4B96689245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05BA985C-40EE-3221-06B2-69E83ADBC7A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F58C6332-4E39-39FB-0F37-4FA7649EA4A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36305EB7-DA83-3467-0DCE-2A6765A0EF2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53F02AE9-3310-800D-848B-C8F780FA5DE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31" name="Picture 130" descr="server_rack.png">
                <a:extLst>
                  <a:ext uri="{FF2B5EF4-FFF2-40B4-BE49-F238E27FC236}">
                    <a16:creationId xmlns:a16="http://schemas.microsoft.com/office/drawing/2014/main" id="{55EE06FD-DD67-DC89-C553-B5AEB27D94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132" name="Can 131">
                <a:extLst>
                  <a:ext uri="{FF2B5EF4-FFF2-40B4-BE49-F238E27FC236}">
                    <a16:creationId xmlns:a16="http://schemas.microsoft.com/office/drawing/2014/main" id="{269AC349-9518-8FDD-D4AE-9E544FCE50A2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7F6EBAB-6C77-943E-2E07-0F0415D6CB45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8347A00-E43A-CC68-358E-F7776679E5AD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ED325D1-56A3-D857-7829-6A841947D0DA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883C41C-E016-219A-C42A-1203AD11A54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89D8041-122F-667D-BCBD-EF94F7D2FF0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446D01B3-25B1-BDA2-9280-84538981960B}"/>
                </a:ext>
              </a:extLst>
            </p:cNvPr>
            <p:cNvCxnSpPr>
              <a:stCxn id="46" idx="0"/>
              <a:endCxn id="125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6E94941-9471-FA78-AF96-26B409B9B78E}"/>
                </a:ext>
              </a:extLst>
            </p:cNvPr>
            <p:cNvCxnSpPr>
              <a:cxnSpLocks/>
              <a:endCxn id="349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A967E36-D8E5-0788-5A5C-6A242F48E138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2B29B954-D3E3-2EFE-F168-B4B4F79B31E8}"/>
              </a:ext>
            </a:extLst>
          </p:cNvPr>
          <p:cNvGrpSpPr/>
          <p:nvPr/>
        </p:nvGrpSpPr>
        <p:grpSpPr>
          <a:xfrm>
            <a:off x="1558898" y="4419903"/>
            <a:ext cx="1977689" cy="1908337"/>
            <a:chOff x="1816172" y="1778416"/>
            <a:chExt cx="1977689" cy="1908337"/>
          </a:xfrm>
        </p:grpSpPr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92987EA1-43E5-F343-80D2-3E293860AFD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361" name="Group 652">
              <a:extLst>
                <a:ext uri="{FF2B5EF4-FFF2-40B4-BE49-F238E27FC236}">
                  <a16:creationId xmlns:a16="http://schemas.microsoft.com/office/drawing/2014/main" id="{69B77F5C-2EDE-0562-8C61-7CE531D0F3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462" name="Picture 653" descr="iphone_stylized_small">
                <a:extLst>
                  <a:ext uri="{FF2B5EF4-FFF2-40B4-BE49-F238E27FC236}">
                    <a16:creationId xmlns:a16="http://schemas.microsoft.com/office/drawing/2014/main" id="{9DBA45E4-E8DF-F660-AE7F-1C7684DB5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" name="Picture 654" descr="antenna_radiation_stylized">
                <a:extLst>
                  <a:ext uri="{FF2B5EF4-FFF2-40B4-BE49-F238E27FC236}">
                    <a16:creationId xmlns:a16="http://schemas.microsoft.com/office/drawing/2014/main" id="{F32D68EE-F38F-F465-F33A-04BA25E83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23A9D336-51F3-5903-DABD-D4B297DF075D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439" name="Picture 1017" descr="antenna_stylized">
                <a:extLst>
                  <a:ext uri="{FF2B5EF4-FFF2-40B4-BE49-F238E27FC236}">
                    <a16:creationId xmlns:a16="http://schemas.microsoft.com/office/drawing/2014/main" id="{78601D86-C4D1-7D41-50D7-6F20EDF0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0" name="Picture 1018" descr="laptop_keyboard">
                <a:extLst>
                  <a:ext uri="{FF2B5EF4-FFF2-40B4-BE49-F238E27FC236}">
                    <a16:creationId xmlns:a16="http://schemas.microsoft.com/office/drawing/2014/main" id="{5C1B209E-BA6D-D54F-FC39-CCAB44B3E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" name="Freeform 1019">
                <a:extLst>
                  <a:ext uri="{FF2B5EF4-FFF2-40B4-BE49-F238E27FC236}">
                    <a16:creationId xmlns:a16="http://schemas.microsoft.com/office/drawing/2014/main" id="{A7B2A552-61B0-7756-A0FF-4F40568A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442" name="Picture 1020" descr="screen">
                <a:extLst>
                  <a:ext uri="{FF2B5EF4-FFF2-40B4-BE49-F238E27FC236}">
                    <a16:creationId xmlns:a16="http://schemas.microsoft.com/office/drawing/2014/main" id="{6F403D62-5E1D-C08E-1D8D-D03A2C08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3" name="Freeform 1021">
                <a:extLst>
                  <a:ext uri="{FF2B5EF4-FFF2-40B4-BE49-F238E27FC236}">
                    <a16:creationId xmlns:a16="http://schemas.microsoft.com/office/drawing/2014/main" id="{0F760F94-C947-5229-1A48-984B4088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4" name="Freeform 1022">
                <a:extLst>
                  <a:ext uri="{FF2B5EF4-FFF2-40B4-BE49-F238E27FC236}">
                    <a16:creationId xmlns:a16="http://schemas.microsoft.com/office/drawing/2014/main" id="{DA05BA18-B740-F806-33AD-07BFE074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5" name="Freeform 1023">
                <a:extLst>
                  <a:ext uri="{FF2B5EF4-FFF2-40B4-BE49-F238E27FC236}">
                    <a16:creationId xmlns:a16="http://schemas.microsoft.com/office/drawing/2014/main" id="{26F4DD1F-B3B1-4057-DF95-DD43B5BD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6" name="Freeform 1024">
                <a:extLst>
                  <a:ext uri="{FF2B5EF4-FFF2-40B4-BE49-F238E27FC236}">
                    <a16:creationId xmlns:a16="http://schemas.microsoft.com/office/drawing/2014/main" id="{3A4AF8A7-DC2F-EE60-BBE3-4A1D099A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7" name="Freeform 1025">
                <a:extLst>
                  <a:ext uri="{FF2B5EF4-FFF2-40B4-BE49-F238E27FC236}">
                    <a16:creationId xmlns:a16="http://schemas.microsoft.com/office/drawing/2014/main" id="{2EFEA736-F609-18BB-9EF5-968BCA42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8" name="Freeform 1026">
                <a:extLst>
                  <a:ext uri="{FF2B5EF4-FFF2-40B4-BE49-F238E27FC236}">
                    <a16:creationId xmlns:a16="http://schemas.microsoft.com/office/drawing/2014/main" id="{7D2AD59A-6F1F-817B-85B9-0C6587C5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449" name="Group 1027">
                <a:extLst>
                  <a:ext uri="{FF2B5EF4-FFF2-40B4-BE49-F238E27FC236}">
                    <a16:creationId xmlns:a16="http://schemas.microsoft.com/office/drawing/2014/main" id="{6071ADBA-20BA-37ED-57EE-E5DF9F9B65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456" name="Freeform 1028">
                  <a:extLst>
                    <a:ext uri="{FF2B5EF4-FFF2-40B4-BE49-F238E27FC236}">
                      <a16:creationId xmlns:a16="http://schemas.microsoft.com/office/drawing/2014/main" id="{E58EA963-CFBB-4AEB-C758-395AF6A02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1029">
                  <a:extLst>
                    <a:ext uri="{FF2B5EF4-FFF2-40B4-BE49-F238E27FC236}">
                      <a16:creationId xmlns:a16="http://schemas.microsoft.com/office/drawing/2014/main" id="{40BEF099-DB7D-7207-4F6E-C4771C21B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 1030">
                  <a:extLst>
                    <a:ext uri="{FF2B5EF4-FFF2-40B4-BE49-F238E27FC236}">
                      <a16:creationId xmlns:a16="http://schemas.microsoft.com/office/drawing/2014/main" id="{3ED16327-8A07-9860-CB70-F6CD9D6AB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Freeform 1031">
                  <a:extLst>
                    <a:ext uri="{FF2B5EF4-FFF2-40B4-BE49-F238E27FC236}">
                      <a16:creationId xmlns:a16="http://schemas.microsoft.com/office/drawing/2014/main" id="{85702866-E0AC-283A-674A-318015BAE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1032">
                  <a:extLst>
                    <a:ext uri="{FF2B5EF4-FFF2-40B4-BE49-F238E27FC236}">
                      <a16:creationId xmlns:a16="http://schemas.microsoft.com/office/drawing/2014/main" id="{FDC0E667-4713-DFE5-88D2-EF129982D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1033">
                  <a:extLst>
                    <a:ext uri="{FF2B5EF4-FFF2-40B4-BE49-F238E27FC236}">
                      <a16:creationId xmlns:a16="http://schemas.microsoft.com/office/drawing/2014/main" id="{5EC47932-0726-6B61-916F-357BE6699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0" name="Freeform 1034">
                <a:extLst>
                  <a:ext uri="{FF2B5EF4-FFF2-40B4-BE49-F238E27FC236}">
                    <a16:creationId xmlns:a16="http://schemas.microsoft.com/office/drawing/2014/main" id="{50D31CD1-1E01-FAE4-717F-1F36E6F3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1" name="Freeform 1035">
                <a:extLst>
                  <a:ext uri="{FF2B5EF4-FFF2-40B4-BE49-F238E27FC236}">
                    <a16:creationId xmlns:a16="http://schemas.microsoft.com/office/drawing/2014/main" id="{4DF470EB-0420-7CAA-FB48-07354478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2" name="Freeform 1036">
                <a:extLst>
                  <a:ext uri="{FF2B5EF4-FFF2-40B4-BE49-F238E27FC236}">
                    <a16:creationId xmlns:a16="http://schemas.microsoft.com/office/drawing/2014/main" id="{E0C45401-FF75-B4A2-7EEE-59F695FA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3" name="Freeform 1037">
                <a:extLst>
                  <a:ext uri="{FF2B5EF4-FFF2-40B4-BE49-F238E27FC236}">
                    <a16:creationId xmlns:a16="http://schemas.microsoft.com/office/drawing/2014/main" id="{524CE5B3-7750-E3B6-811A-1BBF6919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4" name="Freeform 1038">
                <a:extLst>
                  <a:ext uri="{FF2B5EF4-FFF2-40B4-BE49-F238E27FC236}">
                    <a16:creationId xmlns:a16="http://schemas.microsoft.com/office/drawing/2014/main" id="{75FA2C18-B4C6-E79A-48F4-37C77A8E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5" name="Freeform 1039">
                <a:extLst>
                  <a:ext uri="{FF2B5EF4-FFF2-40B4-BE49-F238E27FC236}">
                    <a16:creationId xmlns:a16="http://schemas.microsoft.com/office/drawing/2014/main" id="{B7FD432B-E35A-EB4A-CC8E-5487437A66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AB1BE35E-08EA-1EDA-89F2-E1FEC05337D2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437" name="Picture 603" descr="car_icon_small">
                <a:extLst>
                  <a:ext uri="{FF2B5EF4-FFF2-40B4-BE49-F238E27FC236}">
                    <a16:creationId xmlns:a16="http://schemas.microsoft.com/office/drawing/2014/main" id="{E7EAF64B-1F97-78E7-F312-A2099A687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8" name="Picture 1017" descr="antenna_stylized">
                <a:extLst>
                  <a:ext uri="{FF2B5EF4-FFF2-40B4-BE49-F238E27FC236}">
                    <a16:creationId xmlns:a16="http://schemas.microsoft.com/office/drawing/2014/main" id="{237F95A7-FBEA-3516-43BE-33593E89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1B776B98-D90F-CDC3-CF38-075FC954CD62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F3064A71-1005-7BCA-9004-02FB17C35422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29" name="Oval 818">
                  <a:extLst>
                    <a:ext uri="{FF2B5EF4-FFF2-40B4-BE49-F238E27FC236}">
                      <a16:creationId xmlns:a16="http://schemas.microsoft.com/office/drawing/2014/main" id="{7E9173E1-490C-3ABF-3880-289B9EFC9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30" name="Group 819">
                  <a:extLst>
                    <a:ext uri="{FF2B5EF4-FFF2-40B4-BE49-F238E27FC236}">
                      <a16:creationId xmlns:a16="http://schemas.microsoft.com/office/drawing/2014/main" id="{E447C20B-5E60-437B-B8D7-CF78202D80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31" name="Oval 820">
                    <a:extLst>
                      <a:ext uri="{FF2B5EF4-FFF2-40B4-BE49-F238E27FC236}">
                        <a16:creationId xmlns:a16="http://schemas.microsoft.com/office/drawing/2014/main" id="{D7EAEA38-C9D7-DC9A-364D-F523915F43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Oval 821">
                    <a:extLst>
                      <a:ext uri="{FF2B5EF4-FFF2-40B4-BE49-F238E27FC236}">
                        <a16:creationId xmlns:a16="http://schemas.microsoft.com/office/drawing/2014/main" id="{AB932183-84AF-43F7-9BE1-92AF7731B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Oval 822">
                    <a:extLst>
                      <a:ext uri="{FF2B5EF4-FFF2-40B4-BE49-F238E27FC236}">
                        <a16:creationId xmlns:a16="http://schemas.microsoft.com/office/drawing/2014/main" id="{0FDC9A42-9905-6CF7-CE4F-73F65EDF3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823">
                    <a:extLst>
                      <a:ext uri="{FF2B5EF4-FFF2-40B4-BE49-F238E27FC236}">
                        <a16:creationId xmlns:a16="http://schemas.microsoft.com/office/drawing/2014/main" id="{40EBEC86-8C72-3D46-4502-BFA2C81875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Freeform 824">
                    <a:extLst>
                      <a:ext uri="{FF2B5EF4-FFF2-40B4-BE49-F238E27FC236}">
                        <a16:creationId xmlns:a16="http://schemas.microsoft.com/office/drawing/2014/main" id="{19DF424A-971F-33DB-EFA8-C92849B42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Freeform 824">
                    <a:extLst>
                      <a:ext uri="{FF2B5EF4-FFF2-40B4-BE49-F238E27FC236}">
                        <a16:creationId xmlns:a16="http://schemas.microsoft.com/office/drawing/2014/main" id="{A34D841D-2195-F956-BB60-252E8F360A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13" name="Group 398">
                <a:extLst>
                  <a:ext uri="{FF2B5EF4-FFF2-40B4-BE49-F238E27FC236}">
                    <a16:creationId xmlns:a16="http://schemas.microsoft.com/office/drawing/2014/main" id="{88A1B5A4-6559-71A0-A9F7-3BC64D240B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14" name="Line 270">
                  <a:extLst>
                    <a:ext uri="{FF2B5EF4-FFF2-40B4-BE49-F238E27FC236}">
                      <a16:creationId xmlns:a16="http://schemas.microsoft.com/office/drawing/2014/main" id="{1E16DC43-72F7-BBA0-F887-C888137303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5" name="Line 271">
                  <a:extLst>
                    <a:ext uri="{FF2B5EF4-FFF2-40B4-BE49-F238E27FC236}">
                      <a16:creationId xmlns:a16="http://schemas.microsoft.com/office/drawing/2014/main" id="{9759E0A7-9CB3-E58A-1428-F01AEC26E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6" name="Line 272">
                  <a:extLst>
                    <a:ext uri="{FF2B5EF4-FFF2-40B4-BE49-F238E27FC236}">
                      <a16:creationId xmlns:a16="http://schemas.microsoft.com/office/drawing/2014/main" id="{8D9DB3CF-503B-C18C-63CE-7343446D1A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7" name="Line 273">
                  <a:extLst>
                    <a:ext uri="{FF2B5EF4-FFF2-40B4-BE49-F238E27FC236}">
                      <a16:creationId xmlns:a16="http://schemas.microsoft.com/office/drawing/2014/main" id="{42CFA47B-3AFE-5979-F0DA-BA231B4D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8" name="Line 274">
                  <a:extLst>
                    <a:ext uri="{FF2B5EF4-FFF2-40B4-BE49-F238E27FC236}">
                      <a16:creationId xmlns:a16="http://schemas.microsoft.com/office/drawing/2014/main" id="{783DD27F-D044-66FC-32C4-6C861C06CF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9" name="Line 275">
                  <a:extLst>
                    <a:ext uri="{FF2B5EF4-FFF2-40B4-BE49-F238E27FC236}">
                      <a16:creationId xmlns:a16="http://schemas.microsoft.com/office/drawing/2014/main" id="{DA0D1A0F-EB8A-17DA-39E1-D873FFF596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0" name="Line 276">
                  <a:extLst>
                    <a:ext uri="{FF2B5EF4-FFF2-40B4-BE49-F238E27FC236}">
                      <a16:creationId xmlns:a16="http://schemas.microsoft.com/office/drawing/2014/main" id="{F2DBDBF7-0A2A-162C-D819-04A0E6A15C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1" name="Line 277">
                  <a:extLst>
                    <a:ext uri="{FF2B5EF4-FFF2-40B4-BE49-F238E27FC236}">
                      <a16:creationId xmlns:a16="http://schemas.microsoft.com/office/drawing/2014/main" id="{F04F69DC-5E32-EB3E-8D47-32F5CB4CDF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2" name="Line 278">
                  <a:extLst>
                    <a:ext uri="{FF2B5EF4-FFF2-40B4-BE49-F238E27FC236}">
                      <a16:creationId xmlns:a16="http://schemas.microsoft.com/office/drawing/2014/main" id="{AB783078-29DF-4B5D-F9C0-655F0AA01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3" name="Line 279">
                  <a:extLst>
                    <a:ext uri="{FF2B5EF4-FFF2-40B4-BE49-F238E27FC236}">
                      <a16:creationId xmlns:a16="http://schemas.microsoft.com/office/drawing/2014/main" id="{B90E9B04-EDE7-7BBD-2BB6-E024D75020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4" name="Line 280">
                  <a:extLst>
                    <a:ext uri="{FF2B5EF4-FFF2-40B4-BE49-F238E27FC236}">
                      <a16:creationId xmlns:a16="http://schemas.microsoft.com/office/drawing/2014/main" id="{2725BF7B-D070-A76B-D1D1-3340A74AAF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5" name="Line 281">
                  <a:extLst>
                    <a:ext uri="{FF2B5EF4-FFF2-40B4-BE49-F238E27FC236}">
                      <a16:creationId xmlns:a16="http://schemas.microsoft.com/office/drawing/2014/main" id="{3E92E102-B95C-8F40-A70E-1994CF5EB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6" name="Line 282">
                  <a:extLst>
                    <a:ext uri="{FF2B5EF4-FFF2-40B4-BE49-F238E27FC236}">
                      <a16:creationId xmlns:a16="http://schemas.microsoft.com/office/drawing/2014/main" id="{02DB314A-83BE-501E-93A7-2D24FB026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7" name="Line 283">
                  <a:extLst>
                    <a:ext uri="{FF2B5EF4-FFF2-40B4-BE49-F238E27FC236}">
                      <a16:creationId xmlns:a16="http://schemas.microsoft.com/office/drawing/2014/main" id="{93A9B2BA-94FF-BF06-8796-5AC6F2272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8" name="Line 284">
                  <a:extLst>
                    <a:ext uri="{FF2B5EF4-FFF2-40B4-BE49-F238E27FC236}">
                      <a16:creationId xmlns:a16="http://schemas.microsoft.com/office/drawing/2014/main" id="{E120F147-D596-2FEC-625D-0838DB6D1A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0ED155CD-47F3-2264-E737-586FB20896BF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30CFB9B0-A39C-5AB5-7038-2CD90725C58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E12D6FBE-9357-B783-C255-38EAAC04C7FD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04" name="Oval 818">
                  <a:extLst>
                    <a:ext uri="{FF2B5EF4-FFF2-40B4-BE49-F238E27FC236}">
                      <a16:creationId xmlns:a16="http://schemas.microsoft.com/office/drawing/2014/main" id="{16053134-116A-CF93-CA91-7064218964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05" name="Group 819">
                  <a:extLst>
                    <a:ext uri="{FF2B5EF4-FFF2-40B4-BE49-F238E27FC236}">
                      <a16:creationId xmlns:a16="http://schemas.microsoft.com/office/drawing/2014/main" id="{AD9FE1CB-5215-8278-25F8-0EB1E2A28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06" name="Oval 820">
                    <a:extLst>
                      <a:ext uri="{FF2B5EF4-FFF2-40B4-BE49-F238E27FC236}">
                        <a16:creationId xmlns:a16="http://schemas.microsoft.com/office/drawing/2014/main" id="{352E42E7-CC4E-0AAB-6A2E-BF55BDAF74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Oval 821">
                    <a:extLst>
                      <a:ext uri="{FF2B5EF4-FFF2-40B4-BE49-F238E27FC236}">
                        <a16:creationId xmlns:a16="http://schemas.microsoft.com/office/drawing/2014/main" id="{4EEAF3AC-F0F1-4FC7-EC8C-AF03EED8F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Oval 822">
                    <a:extLst>
                      <a:ext uri="{FF2B5EF4-FFF2-40B4-BE49-F238E27FC236}">
                        <a16:creationId xmlns:a16="http://schemas.microsoft.com/office/drawing/2014/main" id="{769DAFDC-AB03-4A53-705F-6E6C4C773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Oval 823">
                    <a:extLst>
                      <a:ext uri="{FF2B5EF4-FFF2-40B4-BE49-F238E27FC236}">
                        <a16:creationId xmlns:a16="http://schemas.microsoft.com/office/drawing/2014/main" id="{B45AFC91-7040-1716-9B31-83C2A65F8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Freeform 824">
                    <a:extLst>
                      <a:ext uri="{FF2B5EF4-FFF2-40B4-BE49-F238E27FC236}">
                        <a16:creationId xmlns:a16="http://schemas.microsoft.com/office/drawing/2014/main" id="{4612A72F-2512-5797-22F5-E8EBDB110D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824">
                    <a:extLst>
                      <a:ext uri="{FF2B5EF4-FFF2-40B4-BE49-F238E27FC236}">
                        <a16:creationId xmlns:a16="http://schemas.microsoft.com/office/drawing/2014/main" id="{D919A15E-448F-5869-B216-16674B2D75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8" name="Group 398">
                <a:extLst>
                  <a:ext uri="{FF2B5EF4-FFF2-40B4-BE49-F238E27FC236}">
                    <a16:creationId xmlns:a16="http://schemas.microsoft.com/office/drawing/2014/main" id="{5CB0CAA1-3A53-ABBA-80E0-A78BF00F45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389" name="Line 270">
                  <a:extLst>
                    <a:ext uri="{FF2B5EF4-FFF2-40B4-BE49-F238E27FC236}">
                      <a16:creationId xmlns:a16="http://schemas.microsoft.com/office/drawing/2014/main" id="{AA66CD87-5413-2EDB-3669-86B54AD66F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0" name="Line 271">
                  <a:extLst>
                    <a:ext uri="{FF2B5EF4-FFF2-40B4-BE49-F238E27FC236}">
                      <a16:creationId xmlns:a16="http://schemas.microsoft.com/office/drawing/2014/main" id="{92C4A549-CEB5-61C5-0AE4-5233CAEECB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1" name="Line 272">
                  <a:extLst>
                    <a:ext uri="{FF2B5EF4-FFF2-40B4-BE49-F238E27FC236}">
                      <a16:creationId xmlns:a16="http://schemas.microsoft.com/office/drawing/2014/main" id="{7FE72FE6-EB65-FCFD-28C4-4FE722183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2" name="Line 273">
                  <a:extLst>
                    <a:ext uri="{FF2B5EF4-FFF2-40B4-BE49-F238E27FC236}">
                      <a16:creationId xmlns:a16="http://schemas.microsoft.com/office/drawing/2014/main" id="{07144155-23E2-5371-28C6-36DF7C598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3" name="Line 274">
                  <a:extLst>
                    <a:ext uri="{FF2B5EF4-FFF2-40B4-BE49-F238E27FC236}">
                      <a16:creationId xmlns:a16="http://schemas.microsoft.com/office/drawing/2014/main" id="{F9E2BB1B-57A2-9016-9521-B8BC06C36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4" name="Line 275">
                  <a:extLst>
                    <a:ext uri="{FF2B5EF4-FFF2-40B4-BE49-F238E27FC236}">
                      <a16:creationId xmlns:a16="http://schemas.microsoft.com/office/drawing/2014/main" id="{3F768646-9C55-AEC1-943D-29BD8EB0D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5" name="Line 276">
                  <a:extLst>
                    <a:ext uri="{FF2B5EF4-FFF2-40B4-BE49-F238E27FC236}">
                      <a16:creationId xmlns:a16="http://schemas.microsoft.com/office/drawing/2014/main" id="{3E67D062-6573-4CD0-F11C-B5B8DAEE15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6" name="Line 277">
                  <a:extLst>
                    <a:ext uri="{FF2B5EF4-FFF2-40B4-BE49-F238E27FC236}">
                      <a16:creationId xmlns:a16="http://schemas.microsoft.com/office/drawing/2014/main" id="{24C8FE97-296A-03F8-56F3-5BAC546FB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7" name="Line 278">
                  <a:extLst>
                    <a:ext uri="{FF2B5EF4-FFF2-40B4-BE49-F238E27FC236}">
                      <a16:creationId xmlns:a16="http://schemas.microsoft.com/office/drawing/2014/main" id="{975A09EF-AD6E-41E4-D9DF-AEFC6CBAE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8" name="Line 279">
                  <a:extLst>
                    <a:ext uri="{FF2B5EF4-FFF2-40B4-BE49-F238E27FC236}">
                      <a16:creationId xmlns:a16="http://schemas.microsoft.com/office/drawing/2014/main" id="{3BA7BC93-E64A-11E2-496A-A96CE25AD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9" name="Line 280">
                  <a:extLst>
                    <a:ext uri="{FF2B5EF4-FFF2-40B4-BE49-F238E27FC236}">
                      <a16:creationId xmlns:a16="http://schemas.microsoft.com/office/drawing/2014/main" id="{786A8367-98AA-0215-B67F-751B773B47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0" name="Line 281">
                  <a:extLst>
                    <a:ext uri="{FF2B5EF4-FFF2-40B4-BE49-F238E27FC236}">
                      <a16:creationId xmlns:a16="http://schemas.microsoft.com/office/drawing/2014/main" id="{7F08A109-D6F6-EAB0-1FD8-5639B9DDAC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1" name="Line 282">
                  <a:extLst>
                    <a:ext uri="{FF2B5EF4-FFF2-40B4-BE49-F238E27FC236}">
                      <a16:creationId xmlns:a16="http://schemas.microsoft.com/office/drawing/2014/main" id="{345D22E8-27EC-7ACE-1045-0F82A15DA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2" name="Line 283">
                  <a:extLst>
                    <a:ext uri="{FF2B5EF4-FFF2-40B4-BE49-F238E27FC236}">
                      <a16:creationId xmlns:a16="http://schemas.microsoft.com/office/drawing/2014/main" id="{8E9B33DA-1F07-7315-7811-3C812956AB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3" name="Line 284">
                  <a:extLst>
                    <a:ext uri="{FF2B5EF4-FFF2-40B4-BE49-F238E27FC236}">
                      <a16:creationId xmlns:a16="http://schemas.microsoft.com/office/drawing/2014/main" id="{B45C80C6-BE1A-6E50-3788-991B83FC3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6E0E1D2B-B7AB-DBE1-4137-A2A1BA965B6C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C38E0B31-FD57-1429-7BCA-4BBCF55E9F78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7" name="Group 376">
                <a:extLst>
                  <a:ext uri="{FF2B5EF4-FFF2-40B4-BE49-F238E27FC236}">
                    <a16:creationId xmlns:a16="http://schemas.microsoft.com/office/drawing/2014/main" id="{3CFAEDEC-1DB7-A59C-C2F7-3601F7A08895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30A31B3-3865-91F3-1682-089BE915482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72FFD2EE-AFAD-AFC1-B46B-E05F62E6438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82" name="Group 381">
                  <a:extLst>
                    <a:ext uri="{FF2B5EF4-FFF2-40B4-BE49-F238E27FC236}">
                      <a16:creationId xmlns:a16="http://schemas.microsoft.com/office/drawing/2014/main" id="{F5869248-D83A-DFF2-B3F9-10FD0407F35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83" name="Freeform 382">
                    <a:extLst>
                      <a:ext uri="{FF2B5EF4-FFF2-40B4-BE49-F238E27FC236}">
                        <a16:creationId xmlns:a16="http://schemas.microsoft.com/office/drawing/2014/main" id="{E65AFF59-9F84-7FD6-B2C1-A552A755DFE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383">
                    <a:extLst>
                      <a:ext uri="{FF2B5EF4-FFF2-40B4-BE49-F238E27FC236}">
                        <a16:creationId xmlns:a16="http://schemas.microsoft.com/office/drawing/2014/main" id="{C3E75419-45A6-91C1-146E-3925C191AA7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384">
                    <a:extLst>
                      <a:ext uri="{FF2B5EF4-FFF2-40B4-BE49-F238E27FC236}">
                        <a16:creationId xmlns:a16="http://schemas.microsoft.com/office/drawing/2014/main" id="{733A769D-8650-CEC2-6FDF-AF815411911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A43F7F1B-6D01-CC38-5DDF-D32078402E8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78" name="Picture 377" descr="server_rack.png">
                <a:extLst>
                  <a:ext uri="{FF2B5EF4-FFF2-40B4-BE49-F238E27FC236}">
                    <a16:creationId xmlns:a16="http://schemas.microsoft.com/office/drawing/2014/main" id="{8EC6488C-2091-E653-FACE-7FC102FFF1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379" name="Can 378">
                <a:extLst>
                  <a:ext uri="{FF2B5EF4-FFF2-40B4-BE49-F238E27FC236}">
                    <a16:creationId xmlns:a16="http://schemas.microsoft.com/office/drawing/2014/main" id="{BFF8E539-A5E6-3F14-1901-71305B045274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802FC56B-D5CC-FD5E-01FD-5CD7434F0FAD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5263942D-89FF-C60C-AFEB-473B53980A38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4065579-C4C0-8215-6760-84FD062EC4B3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C2AD0589-3B33-F74B-01A0-FBF6D0171AE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FF30E9F-F651-8F5C-C571-7E1866A52AE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DC033D4-F49B-411A-204F-433B994C90E4}"/>
                </a:ext>
              </a:extLst>
            </p:cNvPr>
            <p:cNvCxnSpPr>
              <a:stCxn id="420" idx="0"/>
              <a:endCxn id="381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BAC77FAB-9B65-6408-F5E3-8E020A338B9B}"/>
                </a:ext>
              </a:extLst>
            </p:cNvPr>
            <p:cNvCxnSpPr>
              <a:cxnSpLocks/>
              <a:endCxn id="375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CD43F6B-C5BA-D407-2485-231B1E2595A6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1DE3DC05-B440-957C-1D29-B5D792F7AB9C}"/>
              </a:ext>
            </a:extLst>
          </p:cNvPr>
          <p:cNvSpPr txBox="1"/>
          <p:nvPr/>
        </p:nvSpPr>
        <p:spPr>
          <a:xfrm>
            <a:off x="3570452" y="4289760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D7BB8CD1-CE7F-A48C-F0EC-5D3655F601A9}"/>
              </a:ext>
            </a:extLst>
          </p:cNvPr>
          <p:cNvSpPr txBox="1"/>
          <p:nvPr/>
        </p:nvSpPr>
        <p:spPr>
          <a:xfrm>
            <a:off x="3423034" y="4722080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FD2B06D0-2B81-019B-070A-A010CDF67FF8}"/>
              </a:ext>
            </a:extLst>
          </p:cNvPr>
          <p:cNvSpPr/>
          <p:nvPr/>
        </p:nvSpPr>
        <p:spPr>
          <a:xfrm flipH="1">
            <a:off x="8804434" y="2516952"/>
            <a:ext cx="1343122" cy="1642454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1050692 w 1404583"/>
              <a:gd name="connsiteY7" fmla="*/ 167312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98945 w 1472059"/>
              <a:gd name="connsiteY0" fmla="*/ 35684 h 775396"/>
              <a:gd name="connsiteX1" fmla="*/ 197859 w 1472059"/>
              <a:gd name="connsiteY1" fmla="*/ 308410 h 775396"/>
              <a:gd name="connsiteX2" fmla="*/ 72433 w 1472059"/>
              <a:gd name="connsiteY2" fmla="*/ 492617 h 775396"/>
              <a:gd name="connsiteX3" fmla="*/ 29992 w 1472059"/>
              <a:gd name="connsiteY3" fmla="*/ 759997 h 775396"/>
              <a:gd name="connsiteX4" fmla="*/ 431064 w 1472059"/>
              <a:gd name="connsiteY4" fmla="*/ 772932 h 775396"/>
              <a:gd name="connsiteX5" fmla="*/ 1346134 w 1472059"/>
              <a:gd name="connsiteY5" fmla="*/ 723395 h 775396"/>
              <a:gd name="connsiteX6" fmla="*/ 1445323 w 1472059"/>
              <a:gd name="connsiteY6" fmla="*/ 328261 h 775396"/>
              <a:gd name="connsiteX7" fmla="*/ 1004558 w 1472059"/>
              <a:gd name="connsiteY7" fmla="*/ 178473 h 775396"/>
              <a:gd name="connsiteX8" fmla="*/ 906640 w 1472059"/>
              <a:gd name="connsiteY8" fmla="*/ 27433 h 775396"/>
              <a:gd name="connsiteX9" fmla="*/ 298945 w 1472059"/>
              <a:gd name="connsiteY9" fmla="*/ 35684 h 775396"/>
              <a:gd name="connsiteX0" fmla="*/ 298945 w 1469117"/>
              <a:gd name="connsiteY0" fmla="*/ 35684 h 800008"/>
              <a:gd name="connsiteX1" fmla="*/ 197859 w 1469117"/>
              <a:gd name="connsiteY1" fmla="*/ 308410 h 800008"/>
              <a:gd name="connsiteX2" fmla="*/ 72433 w 1469117"/>
              <a:gd name="connsiteY2" fmla="*/ 492617 h 800008"/>
              <a:gd name="connsiteX3" fmla="*/ 29992 w 1469117"/>
              <a:gd name="connsiteY3" fmla="*/ 759997 h 800008"/>
              <a:gd name="connsiteX4" fmla="*/ 490691 w 1469117"/>
              <a:gd name="connsiteY4" fmla="*/ 800008 h 800008"/>
              <a:gd name="connsiteX5" fmla="*/ 1346134 w 1469117"/>
              <a:gd name="connsiteY5" fmla="*/ 723395 h 800008"/>
              <a:gd name="connsiteX6" fmla="*/ 1445323 w 1469117"/>
              <a:gd name="connsiteY6" fmla="*/ 328261 h 800008"/>
              <a:gd name="connsiteX7" fmla="*/ 1004558 w 1469117"/>
              <a:gd name="connsiteY7" fmla="*/ 178473 h 800008"/>
              <a:gd name="connsiteX8" fmla="*/ 906640 w 1469117"/>
              <a:gd name="connsiteY8" fmla="*/ 27433 h 800008"/>
              <a:gd name="connsiteX9" fmla="*/ 298945 w 1469117"/>
              <a:gd name="connsiteY9" fmla="*/ 35684 h 800008"/>
              <a:gd name="connsiteX0" fmla="*/ 298945 w 1469117"/>
              <a:gd name="connsiteY0" fmla="*/ 35684 h 804744"/>
              <a:gd name="connsiteX1" fmla="*/ 197859 w 1469117"/>
              <a:gd name="connsiteY1" fmla="*/ 308410 h 804744"/>
              <a:gd name="connsiteX2" fmla="*/ 72433 w 1469117"/>
              <a:gd name="connsiteY2" fmla="*/ 492617 h 804744"/>
              <a:gd name="connsiteX3" fmla="*/ 29992 w 1469117"/>
              <a:gd name="connsiteY3" fmla="*/ 759997 h 804744"/>
              <a:gd name="connsiteX4" fmla="*/ 490691 w 1469117"/>
              <a:gd name="connsiteY4" fmla="*/ 800008 h 804744"/>
              <a:gd name="connsiteX5" fmla="*/ 1346134 w 1469117"/>
              <a:gd name="connsiteY5" fmla="*/ 723395 h 804744"/>
              <a:gd name="connsiteX6" fmla="*/ 1445323 w 1469117"/>
              <a:gd name="connsiteY6" fmla="*/ 328261 h 804744"/>
              <a:gd name="connsiteX7" fmla="*/ 1004558 w 1469117"/>
              <a:gd name="connsiteY7" fmla="*/ 178473 h 804744"/>
              <a:gd name="connsiteX8" fmla="*/ 906640 w 1469117"/>
              <a:gd name="connsiteY8" fmla="*/ 27433 h 804744"/>
              <a:gd name="connsiteX9" fmla="*/ 298945 w 1469117"/>
              <a:gd name="connsiteY9" fmla="*/ 35684 h 804744"/>
              <a:gd name="connsiteX0" fmla="*/ 268953 w 1439125"/>
              <a:gd name="connsiteY0" fmla="*/ 35684 h 804744"/>
              <a:gd name="connsiteX1" fmla="*/ 167867 w 1439125"/>
              <a:gd name="connsiteY1" fmla="*/ 308410 h 804744"/>
              <a:gd name="connsiteX2" fmla="*/ 42441 w 1439125"/>
              <a:gd name="connsiteY2" fmla="*/ 492617 h 804744"/>
              <a:gd name="connsiteX3" fmla="*/ 0 w 1439125"/>
              <a:gd name="connsiteY3" fmla="*/ 759997 h 804744"/>
              <a:gd name="connsiteX4" fmla="*/ 460699 w 1439125"/>
              <a:gd name="connsiteY4" fmla="*/ 800008 h 804744"/>
              <a:gd name="connsiteX5" fmla="*/ 1316142 w 1439125"/>
              <a:gd name="connsiteY5" fmla="*/ 723395 h 804744"/>
              <a:gd name="connsiteX6" fmla="*/ 1415331 w 1439125"/>
              <a:gd name="connsiteY6" fmla="*/ 328261 h 804744"/>
              <a:gd name="connsiteX7" fmla="*/ 974566 w 1439125"/>
              <a:gd name="connsiteY7" fmla="*/ 178473 h 804744"/>
              <a:gd name="connsiteX8" fmla="*/ 876648 w 1439125"/>
              <a:gd name="connsiteY8" fmla="*/ 27433 h 804744"/>
              <a:gd name="connsiteX9" fmla="*/ 268953 w 1439125"/>
              <a:gd name="connsiteY9" fmla="*/ 35684 h 804744"/>
              <a:gd name="connsiteX0" fmla="*/ 304729 w 1474901"/>
              <a:gd name="connsiteY0" fmla="*/ 35684 h 803041"/>
              <a:gd name="connsiteX1" fmla="*/ 203643 w 1474901"/>
              <a:gd name="connsiteY1" fmla="*/ 308410 h 803041"/>
              <a:gd name="connsiteX2" fmla="*/ 78217 w 1474901"/>
              <a:gd name="connsiteY2" fmla="*/ 492617 h 803041"/>
              <a:gd name="connsiteX3" fmla="*/ 0 w 1474901"/>
              <a:gd name="connsiteY3" fmla="*/ 729536 h 803041"/>
              <a:gd name="connsiteX4" fmla="*/ 496475 w 1474901"/>
              <a:gd name="connsiteY4" fmla="*/ 800008 h 803041"/>
              <a:gd name="connsiteX5" fmla="*/ 1351918 w 1474901"/>
              <a:gd name="connsiteY5" fmla="*/ 723395 h 803041"/>
              <a:gd name="connsiteX6" fmla="*/ 1451107 w 1474901"/>
              <a:gd name="connsiteY6" fmla="*/ 328261 h 803041"/>
              <a:gd name="connsiteX7" fmla="*/ 1010342 w 1474901"/>
              <a:gd name="connsiteY7" fmla="*/ 178473 h 803041"/>
              <a:gd name="connsiteX8" fmla="*/ 912424 w 1474901"/>
              <a:gd name="connsiteY8" fmla="*/ 27433 h 803041"/>
              <a:gd name="connsiteX9" fmla="*/ 304729 w 1474901"/>
              <a:gd name="connsiteY9" fmla="*/ 35684 h 803041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78217 w 1474901"/>
              <a:gd name="connsiteY2" fmla="*/ 492617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98093 w 1474901"/>
              <a:gd name="connsiteY2" fmla="*/ 651688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47531 w 1474901"/>
              <a:gd name="connsiteY2" fmla="*/ 474311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421844 w 1592016"/>
              <a:gd name="connsiteY0" fmla="*/ 31457 h 803795"/>
              <a:gd name="connsiteX1" fmla="*/ 2746 w 1592016"/>
              <a:gd name="connsiteY1" fmla="*/ 229725 h 803795"/>
              <a:gd name="connsiteX2" fmla="*/ 224895 w 1592016"/>
              <a:gd name="connsiteY2" fmla="*/ 429470 h 803795"/>
              <a:gd name="connsiteX3" fmla="*/ 282785 w 1592016"/>
              <a:gd name="connsiteY3" fmla="*/ 637308 h 803795"/>
              <a:gd name="connsiteX4" fmla="*/ 117115 w 1592016"/>
              <a:gd name="connsiteY4" fmla="*/ 725309 h 803795"/>
              <a:gd name="connsiteX5" fmla="*/ 613590 w 1592016"/>
              <a:gd name="connsiteY5" fmla="*/ 795781 h 803795"/>
              <a:gd name="connsiteX6" fmla="*/ 1469033 w 1592016"/>
              <a:gd name="connsiteY6" fmla="*/ 719168 h 803795"/>
              <a:gd name="connsiteX7" fmla="*/ 1568222 w 1592016"/>
              <a:gd name="connsiteY7" fmla="*/ 324034 h 803795"/>
              <a:gd name="connsiteX8" fmla="*/ 1127457 w 1592016"/>
              <a:gd name="connsiteY8" fmla="*/ 174246 h 803795"/>
              <a:gd name="connsiteX9" fmla="*/ 1029539 w 1592016"/>
              <a:gd name="connsiteY9" fmla="*/ 23206 h 803795"/>
              <a:gd name="connsiteX10" fmla="*/ 421844 w 1592016"/>
              <a:gd name="connsiteY10" fmla="*/ 31457 h 803795"/>
              <a:gd name="connsiteX0" fmla="*/ 157880 w 1594387"/>
              <a:gd name="connsiteY0" fmla="*/ 10669 h 850697"/>
              <a:gd name="connsiteX1" fmla="*/ 5117 w 1594387"/>
              <a:gd name="connsiteY1" fmla="*/ 276627 h 850697"/>
              <a:gd name="connsiteX2" fmla="*/ 227266 w 1594387"/>
              <a:gd name="connsiteY2" fmla="*/ 476372 h 850697"/>
              <a:gd name="connsiteX3" fmla="*/ 285156 w 1594387"/>
              <a:gd name="connsiteY3" fmla="*/ 684210 h 850697"/>
              <a:gd name="connsiteX4" fmla="*/ 119486 w 1594387"/>
              <a:gd name="connsiteY4" fmla="*/ 772211 h 850697"/>
              <a:gd name="connsiteX5" fmla="*/ 615961 w 1594387"/>
              <a:gd name="connsiteY5" fmla="*/ 842683 h 850697"/>
              <a:gd name="connsiteX6" fmla="*/ 1471404 w 1594387"/>
              <a:gd name="connsiteY6" fmla="*/ 766070 h 850697"/>
              <a:gd name="connsiteX7" fmla="*/ 1570593 w 1594387"/>
              <a:gd name="connsiteY7" fmla="*/ 370936 h 850697"/>
              <a:gd name="connsiteX8" fmla="*/ 1129828 w 1594387"/>
              <a:gd name="connsiteY8" fmla="*/ 221148 h 850697"/>
              <a:gd name="connsiteX9" fmla="*/ 1031910 w 1594387"/>
              <a:gd name="connsiteY9" fmla="*/ 70108 h 850697"/>
              <a:gd name="connsiteX10" fmla="*/ 157880 w 1594387"/>
              <a:gd name="connsiteY10" fmla="*/ 10669 h 850697"/>
              <a:gd name="connsiteX0" fmla="*/ 154757 w 1591264"/>
              <a:gd name="connsiteY0" fmla="*/ 10669 h 850697"/>
              <a:gd name="connsiteX1" fmla="*/ 1994 w 1591264"/>
              <a:gd name="connsiteY1" fmla="*/ 276627 h 850697"/>
              <a:gd name="connsiteX2" fmla="*/ 57187 w 1591264"/>
              <a:gd name="connsiteY2" fmla="*/ 500063 h 850697"/>
              <a:gd name="connsiteX3" fmla="*/ 282033 w 1591264"/>
              <a:gd name="connsiteY3" fmla="*/ 684210 h 850697"/>
              <a:gd name="connsiteX4" fmla="*/ 116363 w 1591264"/>
              <a:gd name="connsiteY4" fmla="*/ 772211 h 850697"/>
              <a:gd name="connsiteX5" fmla="*/ 612838 w 1591264"/>
              <a:gd name="connsiteY5" fmla="*/ 842683 h 850697"/>
              <a:gd name="connsiteX6" fmla="*/ 1468281 w 1591264"/>
              <a:gd name="connsiteY6" fmla="*/ 766070 h 850697"/>
              <a:gd name="connsiteX7" fmla="*/ 1567470 w 1591264"/>
              <a:gd name="connsiteY7" fmla="*/ 370936 h 850697"/>
              <a:gd name="connsiteX8" fmla="*/ 1126705 w 1591264"/>
              <a:gd name="connsiteY8" fmla="*/ 221148 h 850697"/>
              <a:gd name="connsiteX9" fmla="*/ 1028787 w 1591264"/>
              <a:gd name="connsiteY9" fmla="*/ 70108 h 850697"/>
              <a:gd name="connsiteX10" fmla="*/ 154757 w 1591264"/>
              <a:gd name="connsiteY10" fmla="*/ 10669 h 850697"/>
              <a:gd name="connsiteX0" fmla="*/ 171865 w 1608372"/>
              <a:gd name="connsiteY0" fmla="*/ 10669 h 850697"/>
              <a:gd name="connsiteX1" fmla="*/ 19102 w 1608372"/>
              <a:gd name="connsiteY1" fmla="*/ 276627 h 850697"/>
              <a:gd name="connsiteX2" fmla="*/ 74295 w 1608372"/>
              <a:gd name="connsiteY2" fmla="*/ 500063 h 850697"/>
              <a:gd name="connsiteX3" fmla="*/ 1005 w 1608372"/>
              <a:gd name="connsiteY3" fmla="*/ 690979 h 850697"/>
              <a:gd name="connsiteX4" fmla="*/ 133471 w 1608372"/>
              <a:gd name="connsiteY4" fmla="*/ 772211 h 850697"/>
              <a:gd name="connsiteX5" fmla="*/ 629946 w 1608372"/>
              <a:gd name="connsiteY5" fmla="*/ 842683 h 850697"/>
              <a:gd name="connsiteX6" fmla="*/ 1485389 w 1608372"/>
              <a:gd name="connsiteY6" fmla="*/ 766070 h 850697"/>
              <a:gd name="connsiteX7" fmla="*/ 1584578 w 1608372"/>
              <a:gd name="connsiteY7" fmla="*/ 370936 h 850697"/>
              <a:gd name="connsiteX8" fmla="*/ 1143813 w 1608372"/>
              <a:gd name="connsiteY8" fmla="*/ 221148 h 850697"/>
              <a:gd name="connsiteX9" fmla="*/ 1045895 w 1608372"/>
              <a:gd name="connsiteY9" fmla="*/ 70108 h 850697"/>
              <a:gd name="connsiteX10" fmla="*/ 171865 w 1608372"/>
              <a:gd name="connsiteY10" fmla="*/ 10669 h 850697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74242 w 1681609"/>
              <a:gd name="connsiteY3" fmla="*/ 690979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81609" h="875411">
                <a:moveTo>
                  <a:pt x="245102" y="10669"/>
                </a:moveTo>
                <a:cubicBezTo>
                  <a:pt x="73970" y="45089"/>
                  <a:pt x="108601" y="195061"/>
                  <a:pt x="92339" y="276627"/>
                </a:cubicBezTo>
                <a:cubicBezTo>
                  <a:pt x="76077" y="358193"/>
                  <a:pt x="165124" y="442850"/>
                  <a:pt x="147532" y="500063"/>
                </a:cubicBezTo>
                <a:cubicBezTo>
                  <a:pt x="129940" y="557276"/>
                  <a:pt x="39204" y="601904"/>
                  <a:pt x="14615" y="652057"/>
                </a:cubicBezTo>
                <a:cubicBezTo>
                  <a:pt x="-9974" y="702210"/>
                  <a:pt x="62501" y="723150"/>
                  <a:pt x="0" y="800979"/>
                </a:cubicBezTo>
                <a:cubicBezTo>
                  <a:pt x="56492" y="880762"/>
                  <a:pt x="482696" y="884704"/>
                  <a:pt x="703183" y="866375"/>
                </a:cubicBezTo>
                <a:cubicBezTo>
                  <a:pt x="793580" y="871488"/>
                  <a:pt x="1399521" y="848643"/>
                  <a:pt x="1558626" y="766070"/>
                </a:cubicBezTo>
                <a:cubicBezTo>
                  <a:pt x="1717731" y="683497"/>
                  <a:pt x="1687644" y="497131"/>
                  <a:pt x="1657815" y="370936"/>
                </a:cubicBezTo>
                <a:cubicBezTo>
                  <a:pt x="1598157" y="251624"/>
                  <a:pt x="1241421" y="258072"/>
                  <a:pt x="1217050" y="221148"/>
                </a:cubicBezTo>
                <a:cubicBezTo>
                  <a:pt x="1192679" y="184224"/>
                  <a:pt x="1293547" y="145105"/>
                  <a:pt x="1119132" y="70108"/>
                </a:cubicBezTo>
                <a:cubicBezTo>
                  <a:pt x="1013853" y="32921"/>
                  <a:pt x="416234" y="-23751"/>
                  <a:pt x="245102" y="10669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83" name="Group 652">
            <a:extLst>
              <a:ext uri="{FF2B5EF4-FFF2-40B4-BE49-F238E27FC236}">
                <a16:creationId xmlns:a16="http://schemas.microsoft.com/office/drawing/2014/main" id="{6C544F42-A555-5624-694B-95E5D758E1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355727" y="2564659"/>
            <a:ext cx="346882" cy="278715"/>
            <a:chOff x="2751" y="1851"/>
            <a:chExt cx="462" cy="478"/>
          </a:xfrm>
        </p:grpSpPr>
        <p:pic>
          <p:nvPicPr>
            <p:cNvPr id="584" name="Picture 653" descr="iphone_stylized_small">
              <a:extLst>
                <a:ext uri="{FF2B5EF4-FFF2-40B4-BE49-F238E27FC236}">
                  <a16:creationId xmlns:a16="http://schemas.microsoft.com/office/drawing/2014/main" id="{8B0A60F5-7B86-A5BE-45A9-1BC50C85A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" name="Picture 654" descr="antenna_radiation_stylized">
              <a:extLst>
                <a:ext uri="{FF2B5EF4-FFF2-40B4-BE49-F238E27FC236}">
                  <a16:creationId xmlns:a16="http://schemas.microsoft.com/office/drawing/2014/main" id="{DB46EB40-1D14-C7F1-DAAC-9E227CF84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1BFC1D29-8D2B-24D3-A264-428C62713E91}"/>
              </a:ext>
            </a:extLst>
          </p:cNvPr>
          <p:cNvGrpSpPr/>
          <p:nvPr/>
        </p:nvGrpSpPr>
        <p:grpSpPr>
          <a:xfrm flipH="1">
            <a:off x="10439792" y="3626233"/>
            <a:ext cx="217656" cy="203994"/>
            <a:chOff x="7432700" y="2327293"/>
            <a:chExt cx="534987" cy="407988"/>
          </a:xfrm>
        </p:grpSpPr>
        <p:pic>
          <p:nvPicPr>
            <p:cNvPr id="561" name="Picture 1017" descr="antenna_stylized">
              <a:extLst>
                <a:ext uri="{FF2B5EF4-FFF2-40B4-BE49-F238E27FC236}">
                  <a16:creationId xmlns:a16="http://schemas.microsoft.com/office/drawing/2014/main" id="{0ED080F6-27DB-1E3D-8A4A-2DC4F10E6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2" name="Picture 1018" descr="laptop_keyboard">
              <a:extLst>
                <a:ext uri="{FF2B5EF4-FFF2-40B4-BE49-F238E27FC236}">
                  <a16:creationId xmlns:a16="http://schemas.microsoft.com/office/drawing/2014/main" id="{44669807-D836-E869-3D5B-2D8D3A211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" name="Freeform 1019">
              <a:extLst>
                <a:ext uri="{FF2B5EF4-FFF2-40B4-BE49-F238E27FC236}">
                  <a16:creationId xmlns:a16="http://schemas.microsoft.com/office/drawing/2014/main" id="{EF0FDB19-1F7D-8442-09C1-3F18F124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64" name="Picture 1020" descr="screen">
              <a:extLst>
                <a:ext uri="{FF2B5EF4-FFF2-40B4-BE49-F238E27FC236}">
                  <a16:creationId xmlns:a16="http://schemas.microsoft.com/office/drawing/2014/main" id="{936B66E2-D3A1-2F92-1EBD-82584D1EE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5" name="Freeform 1021">
              <a:extLst>
                <a:ext uri="{FF2B5EF4-FFF2-40B4-BE49-F238E27FC236}">
                  <a16:creationId xmlns:a16="http://schemas.microsoft.com/office/drawing/2014/main" id="{5D341460-3BEB-07C4-12A3-7500EB991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6" name="Freeform 1022">
              <a:extLst>
                <a:ext uri="{FF2B5EF4-FFF2-40B4-BE49-F238E27FC236}">
                  <a16:creationId xmlns:a16="http://schemas.microsoft.com/office/drawing/2014/main" id="{E0E94C0E-42D6-5F4F-FF77-61EA9126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7" name="Freeform 1023">
              <a:extLst>
                <a:ext uri="{FF2B5EF4-FFF2-40B4-BE49-F238E27FC236}">
                  <a16:creationId xmlns:a16="http://schemas.microsoft.com/office/drawing/2014/main" id="{26787FCC-9F97-C32F-9394-D8141FB9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8" name="Freeform 1024">
              <a:extLst>
                <a:ext uri="{FF2B5EF4-FFF2-40B4-BE49-F238E27FC236}">
                  <a16:creationId xmlns:a16="http://schemas.microsoft.com/office/drawing/2014/main" id="{CD4A056A-7F3B-3E77-CA1D-3052CBD6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9" name="Freeform 1025">
              <a:extLst>
                <a:ext uri="{FF2B5EF4-FFF2-40B4-BE49-F238E27FC236}">
                  <a16:creationId xmlns:a16="http://schemas.microsoft.com/office/drawing/2014/main" id="{C6E6BE47-5153-BA32-98BC-52F66A7C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0" name="Freeform 1026">
              <a:extLst>
                <a:ext uri="{FF2B5EF4-FFF2-40B4-BE49-F238E27FC236}">
                  <a16:creationId xmlns:a16="http://schemas.microsoft.com/office/drawing/2014/main" id="{76102D2B-1479-FC94-4F2E-B32D7257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71" name="Group 1027">
              <a:extLst>
                <a:ext uri="{FF2B5EF4-FFF2-40B4-BE49-F238E27FC236}">
                  <a16:creationId xmlns:a16="http://schemas.microsoft.com/office/drawing/2014/main" id="{4438A0DD-C74D-24CE-73EF-70AB54AA6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578" name="Freeform 1028">
                <a:extLst>
                  <a:ext uri="{FF2B5EF4-FFF2-40B4-BE49-F238E27FC236}">
                    <a16:creationId xmlns:a16="http://schemas.microsoft.com/office/drawing/2014/main" id="{9D7C87C7-39C9-6E35-912F-464E7557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79" name="Freeform 1029">
                <a:extLst>
                  <a:ext uri="{FF2B5EF4-FFF2-40B4-BE49-F238E27FC236}">
                    <a16:creationId xmlns:a16="http://schemas.microsoft.com/office/drawing/2014/main" id="{35748F58-3990-F5E9-22E4-D9ECC8454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0" name="Freeform 1030">
                <a:extLst>
                  <a:ext uri="{FF2B5EF4-FFF2-40B4-BE49-F238E27FC236}">
                    <a16:creationId xmlns:a16="http://schemas.microsoft.com/office/drawing/2014/main" id="{26379621-ADD2-A845-C5B2-8B04D968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1" name="Freeform 1031">
                <a:extLst>
                  <a:ext uri="{FF2B5EF4-FFF2-40B4-BE49-F238E27FC236}">
                    <a16:creationId xmlns:a16="http://schemas.microsoft.com/office/drawing/2014/main" id="{3546413D-772E-B2B8-9E24-C366E833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2" name="Freeform 1032">
                <a:extLst>
                  <a:ext uri="{FF2B5EF4-FFF2-40B4-BE49-F238E27FC236}">
                    <a16:creationId xmlns:a16="http://schemas.microsoft.com/office/drawing/2014/main" id="{5F256790-8813-8DA0-7D72-F5396D5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3" name="Freeform 1033">
                <a:extLst>
                  <a:ext uri="{FF2B5EF4-FFF2-40B4-BE49-F238E27FC236}">
                    <a16:creationId xmlns:a16="http://schemas.microsoft.com/office/drawing/2014/main" id="{D8C0AE73-23F1-BF0C-E157-60DD1CC2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572" name="Freeform 1034">
              <a:extLst>
                <a:ext uri="{FF2B5EF4-FFF2-40B4-BE49-F238E27FC236}">
                  <a16:creationId xmlns:a16="http://schemas.microsoft.com/office/drawing/2014/main" id="{89CF6573-4106-DF07-AB8C-F7178A685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3" name="Freeform 1035">
              <a:extLst>
                <a:ext uri="{FF2B5EF4-FFF2-40B4-BE49-F238E27FC236}">
                  <a16:creationId xmlns:a16="http://schemas.microsoft.com/office/drawing/2014/main" id="{61F25DD9-1F1C-4616-C837-F8FF1C54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4" name="Freeform 1036">
              <a:extLst>
                <a:ext uri="{FF2B5EF4-FFF2-40B4-BE49-F238E27FC236}">
                  <a16:creationId xmlns:a16="http://schemas.microsoft.com/office/drawing/2014/main" id="{0A96345F-2D8D-AF04-1CCA-59D514E1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5" name="Freeform 1037">
              <a:extLst>
                <a:ext uri="{FF2B5EF4-FFF2-40B4-BE49-F238E27FC236}">
                  <a16:creationId xmlns:a16="http://schemas.microsoft.com/office/drawing/2014/main" id="{00D34C1C-382F-3B94-105E-F59C3108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6" name="Freeform 1038">
              <a:extLst>
                <a:ext uri="{FF2B5EF4-FFF2-40B4-BE49-F238E27FC236}">
                  <a16:creationId xmlns:a16="http://schemas.microsoft.com/office/drawing/2014/main" id="{1EF425A8-C70A-3F4C-04BF-EFD06CD2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7" name="Freeform 1039">
              <a:extLst>
                <a:ext uri="{FF2B5EF4-FFF2-40B4-BE49-F238E27FC236}">
                  <a16:creationId xmlns:a16="http://schemas.microsoft.com/office/drawing/2014/main" id="{4CE7DB9F-35DF-6E1B-C8BD-8927C57E2B7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EFDEEF66-6804-6CB7-EACC-B9F25D72D60E}"/>
              </a:ext>
            </a:extLst>
          </p:cNvPr>
          <p:cNvGrpSpPr/>
          <p:nvPr/>
        </p:nvGrpSpPr>
        <p:grpSpPr>
          <a:xfrm flipH="1">
            <a:off x="10353044" y="3160166"/>
            <a:ext cx="429079" cy="145970"/>
            <a:chOff x="8493165" y="2029804"/>
            <a:chExt cx="849312" cy="226109"/>
          </a:xfrm>
        </p:grpSpPr>
        <p:pic>
          <p:nvPicPr>
            <p:cNvPr id="559" name="Picture 603" descr="car_icon_small">
              <a:extLst>
                <a:ext uri="{FF2B5EF4-FFF2-40B4-BE49-F238E27FC236}">
                  <a16:creationId xmlns:a16="http://schemas.microsoft.com/office/drawing/2014/main" id="{F6D98E17-47C7-CBEA-11EA-8B8995731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0" name="Picture 1017" descr="antenna_stylized">
              <a:extLst>
                <a:ext uri="{FF2B5EF4-FFF2-40B4-BE49-F238E27FC236}">
                  <a16:creationId xmlns:a16="http://schemas.microsoft.com/office/drawing/2014/main" id="{021B6FEE-4E62-9AF8-A763-3AB7DCF12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DA16315B-6982-3A7F-DD23-0ADEB84A665B}"/>
              </a:ext>
            </a:extLst>
          </p:cNvPr>
          <p:cNvGrpSpPr/>
          <p:nvPr/>
        </p:nvGrpSpPr>
        <p:grpSpPr>
          <a:xfrm flipH="1">
            <a:off x="9758600" y="2550121"/>
            <a:ext cx="179923" cy="467709"/>
            <a:chOff x="2620015" y="53195"/>
            <a:chExt cx="179923" cy="467709"/>
          </a:xfrm>
        </p:grpSpPr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874CF1B9-42A6-65F7-8D14-4893D076F8AE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51" name="Oval 818">
                <a:extLst>
                  <a:ext uri="{FF2B5EF4-FFF2-40B4-BE49-F238E27FC236}">
                    <a16:creationId xmlns:a16="http://schemas.microsoft.com/office/drawing/2014/main" id="{BFECE7EA-74E8-C53B-03F1-458DA28BD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52" name="Group 819">
                <a:extLst>
                  <a:ext uri="{FF2B5EF4-FFF2-40B4-BE49-F238E27FC236}">
                    <a16:creationId xmlns:a16="http://schemas.microsoft.com/office/drawing/2014/main" id="{644DDFB6-E4E7-78D5-615E-0DBADFF3CB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53" name="Oval 820">
                  <a:extLst>
                    <a:ext uri="{FF2B5EF4-FFF2-40B4-BE49-F238E27FC236}">
                      <a16:creationId xmlns:a16="http://schemas.microsoft.com/office/drawing/2014/main" id="{086C636C-321F-4037-06A6-98B0C7137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Oval 821">
                  <a:extLst>
                    <a:ext uri="{FF2B5EF4-FFF2-40B4-BE49-F238E27FC236}">
                      <a16:creationId xmlns:a16="http://schemas.microsoft.com/office/drawing/2014/main" id="{CACA9DCB-7708-06A6-7968-8992F08E8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Oval 822">
                  <a:extLst>
                    <a:ext uri="{FF2B5EF4-FFF2-40B4-BE49-F238E27FC236}">
                      <a16:creationId xmlns:a16="http://schemas.microsoft.com/office/drawing/2014/main" id="{8DCA53AE-CEE1-998E-4BB7-41652C5C5B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Oval 823">
                  <a:extLst>
                    <a:ext uri="{FF2B5EF4-FFF2-40B4-BE49-F238E27FC236}">
                      <a16:creationId xmlns:a16="http://schemas.microsoft.com/office/drawing/2014/main" id="{C41DB5CD-88E2-B928-3918-6EBDA3C68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 824">
                  <a:extLst>
                    <a:ext uri="{FF2B5EF4-FFF2-40B4-BE49-F238E27FC236}">
                      <a16:creationId xmlns:a16="http://schemas.microsoft.com/office/drawing/2014/main" id="{197C3D07-A619-031C-44E6-1B3AE2AD7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Freeform 824">
                  <a:extLst>
                    <a:ext uri="{FF2B5EF4-FFF2-40B4-BE49-F238E27FC236}">
                      <a16:creationId xmlns:a16="http://schemas.microsoft.com/office/drawing/2014/main" id="{AF8A358D-9208-7C56-6329-DB0CE34D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5" name="Group 398">
              <a:extLst>
                <a:ext uri="{FF2B5EF4-FFF2-40B4-BE49-F238E27FC236}">
                  <a16:creationId xmlns:a16="http://schemas.microsoft.com/office/drawing/2014/main" id="{3B65B88F-0516-EBE3-A5EA-9C3C13852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36" name="Line 270">
                <a:extLst>
                  <a:ext uri="{FF2B5EF4-FFF2-40B4-BE49-F238E27FC236}">
                    <a16:creationId xmlns:a16="http://schemas.microsoft.com/office/drawing/2014/main" id="{31935DF1-83DA-B3FF-2D27-B4491E77B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7" name="Line 271">
                <a:extLst>
                  <a:ext uri="{FF2B5EF4-FFF2-40B4-BE49-F238E27FC236}">
                    <a16:creationId xmlns:a16="http://schemas.microsoft.com/office/drawing/2014/main" id="{BDFE238E-74AD-3049-77B4-11FDBD074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8" name="Line 272">
                <a:extLst>
                  <a:ext uri="{FF2B5EF4-FFF2-40B4-BE49-F238E27FC236}">
                    <a16:creationId xmlns:a16="http://schemas.microsoft.com/office/drawing/2014/main" id="{F5A7D14B-1868-AD66-BBB8-E3BBA728C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9" name="Line 273">
                <a:extLst>
                  <a:ext uri="{FF2B5EF4-FFF2-40B4-BE49-F238E27FC236}">
                    <a16:creationId xmlns:a16="http://schemas.microsoft.com/office/drawing/2014/main" id="{C2BDEFC6-9254-212C-06AD-1EACDE3A4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0" name="Line 274">
                <a:extLst>
                  <a:ext uri="{FF2B5EF4-FFF2-40B4-BE49-F238E27FC236}">
                    <a16:creationId xmlns:a16="http://schemas.microsoft.com/office/drawing/2014/main" id="{0E7A3E48-4A6D-8C93-D2B9-D5EDF9B51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1" name="Line 275">
                <a:extLst>
                  <a:ext uri="{FF2B5EF4-FFF2-40B4-BE49-F238E27FC236}">
                    <a16:creationId xmlns:a16="http://schemas.microsoft.com/office/drawing/2014/main" id="{0BA8CF0E-C248-BEC5-E4DB-DCC684A6D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2" name="Line 276">
                <a:extLst>
                  <a:ext uri="{FF2B5EF4-FFF2-40B4-BE49-F238E27FC236}">
                    <a16:creationId xmlns:a16="http://schemas.microsoft.com/office/drawing/2014/main" id="{AF08C4DC-7170-929F-D8F4-A78BB8F4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3" name="Line 277">
                <a:extLst>
                  <a:ext uri="{FF2B5EF4-FFF2-40B4-BE49-F238E27FC236}">
                    <a16:creationId xmlns:a16="http://schemas.microsoft.com/office/drawing/2014/main" id="{175CF986-B066-FF96-79DB-0BCD6E752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4" name="Line 278">
                <a:extLst>
                  <a:ext uri="{FF2B5EF4-FFF2-40B4-BE49-F238E27FC236}">
                    <a16:creationId xmlns:a16="http://schemas.microsoft.com/office/drawing/2014/main" id="{0347EF75-F7DC-5BA4-C5AD-1D4464FAA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5" name="Line 279">
                <a:extLst>
                  <a:ext uri="{FF2B5EF4-FFF2-40B4-BE49-F238E27FC236}">
                    <a16:creationId xmlns:a16="http://schemas.microsoft.com/office/drawing/2014/main" id="{C6991347-2A7D-EF6E-0DE3-89311E2285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6" name="Line 280">
                <a:extLst>
                  <a:ext uri="{FF2B5EF4-FFF2-40B4-BE49-F238E27FC236}">
                    <a16:creationId xmlns:a16="http://schemas.microsoft.com/office/drawing/2014/main" id="{4D0C7F4F-C157-0708-7212-9151C2B55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7" name="Line 281">
                <a:extLst>
                  <a:ext uri="{FF2B5EF4-FFF2-40B4-BE49-F238E27FC236}">
                    <a16:creationId xmlns:a16="http://schemas.microsoft.com/office/drawing/2014/main" id="{78592DAC-E578-9362-0F64-2FBC395757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8" name="Line 282">
                <a:extLst>
                  <a:ext uri="{FF2B5EF4-FFF2-40B4-BE49-F238E27FC236}">
                    <a16:creationId xmlns:a16="http://schemas.microsoft.com/office/drawing/2014/main" id="{CF7BB56C-5EA6-953B-2DD5-B7E193C96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9" name="Line 283">
                <a:extLst>
                  <a:ext uri="{FF2B5EF4-FFF2-40B4-BE49-F238E27FC236}">
                    <a16:creationId xmlns:a16="http://schemas.microsoft.com/office/drawing/2014/main" id="{BE957042-0122-0E9B-30C4-DF9F08CBF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50" name="Line 284">
                <a:extLst>
                  <a:ext uri="{FF2B5EF4-FFF2-40B4-BE49-F238E27FC236}">
                    <a16:creationId xmlns:a16="http://schemas.microsoft.com/office/drawing/2014/main" id="{6C01F4AC-9B05-B295-A1D5-F4BA4D0E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487" name="Rectangle 486">
            <a:extLst>
              <a:ext uri="{FF2B5EF4-FFF2-40B4-BE49-F238E27FC236}">
                <a16:creationId xmlns:a16="http://schemas.microsoft.com/office/drawing/2014/main" id="{4E2D8FA1-6075-5A33-FD59-F3595D622F2E}"/>
              </a:ext>
            </a:extLst>
          </p:cNvPr>
          <p:cNvSpPr/>
          <p:nvPr/>
        </p:nvSpPr>
        <p:spPr>
          <a:xfrm flipH="1">
            <a:off x="10376096" y="2436415"/>
            <a:ext cx="299186" cy="1600249"/>
          </a:xfrm>
          <a:prstGeom prst="rect">
            <a:avLst/>
          </a:prstGeom>
          <a:noFill/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4A8360F3-B1C7-7F49-C4AB-C76018C1F09A}"/>
              </a:ext>
            </a:extLst>
          </p:cNvPr>
          <p:cNvGrpSpPr/>
          <p:nvPr/>
        </p:nvGrpSpPr>
        <p:grpSpPr>
          <a:xfrm flipH="1">
            <a:off x="9927396" y="3632074"/>
            <a:ext cx="179923" cy="467709"/>
            <a:chOff x="2620015" y="53195"/>
            <a:chExt cx="179923" cy="467709"/>
          </a:xfrm>
        </p:grpSpPr>
        <p:grpSp>
          <p:nvGrpSpPr>
            <p:cNvPr id="509" name="Group 508">
              <a:extLst>
                <a:ext uri="{FF2B5EF4-FFF2-40B4-BE49-F238E27FC236}">
                  <a16:creationId xmlns:a16="http://schemas.microsoft.com/office/drawing/2014/main" id="{11F984EE-7F6F-DFC7-4E3A-38C10ACBF536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26" name="Oval 818">
                <a:extLst>
                  <a:ext uri="{FF2B5EF4-FFF2-40B4-BE49-F238E27FC236}">
                    <a16:creationId xmlns:a16="http://schemas.microsoft.com/office/drawing/2014/main" id="{692CD207-4779-3F31-826E-77029716B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27" name="Group 819">
                <a:extLst>
                  <a:ext uri="{FF2B5EF4-FFF2-40B4-BE49-F238E27FC236}">
                    <a16:creationId xmlns:a16="http://schemas.microsoft.com/office/drawing/2014/main" id="{82F957A8-361C-7B31-0B78-670D77964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28" name="Oval 820">
                  <a:extLst>
                    <a:ext uri="{FF2B5EF4-FFF2-40B4-BE49-F238E27FC236}">
                      <a16:creationId xmlns:a16="http://schemas.microsoft.com/office/drawing/2014/main" id="{46015B15-3833-FFEF-C982-53669442F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Oval 821">
                  <a:extLst>
                    <a:ext uri="{FF2B5EF4-FFF2-40B4-BE49-F238E27FC236}">
                      <a16:creationId xmlns:a16="http://schemas.microsoft.com/office/drawing/2014/main" id="{0AD3390D-630F-E90A-A528-BF53E4C72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Oval 822">
                  <a:extLst>
                    <a:ext uri="{FF2B5EF4-FFF2-40B4-BE49-F238E27FC236}">
                      <a16:creationId xmlns:a16="http://schemas.microsoft.com/office/drawing/2014/main" id="{8D1A19B4-BBFE-84C5-E563-B53446F7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Oval 823">
                  <a:extLst>
                    <a:ext uri="{FF2B5EF4-FFF2-40B4-BE49-F238E27FC236}">
                      <a16:creationId xmlns:a16="http://schemas.microsoft.com/office/drawing/2014/main" id="{D9F5859A-1591-55C0-5FE3-A0CBD49767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 824">
                  <a:extLst>
                    <a:ext uri="{FF2B5EF4-FFF2-40B4-BE49-F238E27FC236}">
                      <a16:creationId xmlns:a16="http://schemas.microsoft.com/office/drawing/2014/main" id="{496BDDD2-D4EC-EBAB-C85D-2D71A7846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824">
                  <a:extLst>
                    <a:ext uri="{FF2B5EF4-FFF2-40B4-BE49-F238E27FC236}">
                      <a16:creationId xmlns:a16="http://schemas.microsoft.com/office/drawing/2014/main" id="{319176CE-2622-B473-1CF5-487287B29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10" name="Group 398">
              <a:extLst>
                <a:ext uri="{FF2B5EF4-FFF2-40B4-BE49-F238E27FC236}">
                  <a16:creationId xmlns:a16="http://schemas.microsoft.com/office/drawing/2014/main" id="{44C4BF16-E328-76C7-6442-71C0C49DAE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11" name="Line 270">
                <a:extLst>
                  <a:ext uri="{FF2B5EF4-FFF2-40B4-BE49-F238E27FC236}">
                    <a16:creationId xmlns:a16="http://schemas.microsoft.com/office/drawing/2014/main" id="{AA655D3E-3C8A-5423-EA51-AFE97E911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2" name="Line 271">
                <a:extLst>
                  <a:ext uri="{FF2B5EF4-FFF2-40B4-BE49-F238E27FC236}">
                    <a16:creationId xmlns:a16="http://schemas.microsoft.com/office/drawing/2014/main" id="{55FD0BE5-F555-9A78-BB9C-6EADEEB8E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3" name="Line 272">
                <a:extLst>
                  <a:ext uri="{FF2B5EF4-FFF2-40B4-BE49-F238E27FC236}">
                    <a16:creationId xmlns:a16="http://schemas.microsoft.com/office/drawing/2014/main" id="{2B198134-BB3C-2A55-6758-9B31BE35D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4" name="Line 273">
                <a:extLst>
                  <a:ext uri="{FF2B5EF4-FFF2-40B4-BE49-F238E27FC236}">
                    <a16:creationId xmlns:a16="http://schemas.microsoft.com/office/drawing/2014/main" id="{F7A42E71-4A20-AEFE-42A3-59A743568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5" name="Line 274">
                <a:extLst>
                  <a:ext uri="{FF2B5EF4-FFF2-40B4-BE49-F238E27FC236}">
                    <a16:creationId xmlns:a16="http://schemas.microsoft.com/office/drawing/2014/main" id="{5727CE03-3515-7B97-6884-BA5B81DD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6" name="Line 275">
                <a:extLst>
                  <a:ext uri="{FF2B5EF4-FFF2-40B4-BE49-F238E27FC236}">
                    <a16:creationId xmlns:a16="http://schemas.microsoft.com/office/drawing/2014/main" id="{ED6FDF2D-4133-6837-1E03-4AE660A6B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7" name="Line 276">
                <a:extLst>
                  <a:ext uri="{FF2B5EF4-FFF2-40B4-BE49-F238E27FC236}">
                    <a16:creationId xmlns:a16="http://schemas.microsoft.com/office/drawing/2014/main" id="{84388CAA-CFBA-3691-CB1F-8AE4078F5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8" name="Line 277">
                <a:extLst>
                  <a:ext uri="{FF2B5EF4-FFF2-40B4-BE49-F238E27FC236}">
                    <a16:creationId xmlns:a16="http://schemas.microsoft.com/office/drawing/2014/main" id="{D5E85D91-1589-82BB-0010-84296B567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9" name="Line 278">
                <a:extLst>
                  <a:ext uri="{FF2B5EF4-FFF2-40B4-BE49-F238E27FC236}">
                    <a16:creationId xmlns:a16="http://schemas.microsoft.com/office/drawing/2014/main" id="{C5664D24-7B57-640D-A260-9E7FA7CC5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0" name="Line 279">
                <a:extLst>
                  <a:ext uri="{FF2B5EF4-FFF2-40B4-BE49-F238E27FC236}">
                    <a16:creationId xmlns:a16="http://schemas.microsoft.com/office/drawing/2014/main" id="{1AB2ABFF-AE8F-9B4B-E742-6D3B01E9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1" name="Line 280">
                <a:extLst>
                  <a:ext uri="{FF2B5EF4-FFF2-40B4-BE49-F238E27FC236}">
                    <a16:creationId xmlns:a16="http://schemas.microsoft.com/office/drawing/2014/main" id="{98859B89-9EC2-63CF-084E-BFA9774DC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2" name="Line 281">
                <a:extLst>
                  <a:ext uri="{FF2B5EF4-FFF2-40B4-BE49-F238E27FC236}">
                    <a16:creationId xmlns:a16="http://schemas.microsoft.com/office/drawing/2014/main" id="{A39B8548-0583-5898-2C37-810C7D939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3" name="Line 282">
                <a:extLst>
                  <a:ext uri="{FF2B5EF4-FFF2-40B4-BE49-F238E27FC236}">
                    <a16:creationId xmlns:a16="http://schemas.microsoft.com/office/drawing/2014/main" id="{C83B44B9-7CC1-18AB-8F8D-93FBBCFE9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4" name="Line 283">
                <a:extLst>
                  <a:ext uri="{FF2B5EF4-FFF2-40B4-BE49-F238E27FC236}">
                    <a16:creationId xmlns:a16="http://schemas.microsoft.com/office/drawing/2014/main" id="{5F2E5116-98BE-29F2-9B21-83B1C8043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5" name="Line 284">
                <a:extLst>
                  <a:ext uri="{FF2B5EF4-FFF2-40B4-BE49-F238E27FC236}">
                    <a16:creationId xmlns:a16="http://schemas.microsoft.com/office/drawing/2014/main" id="{BC7245E6-6F03-B448-9EB0-407D06331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74EE244B-C682-02B8-8359-8C5CB0BDF1B2}"/>
              </a:ext>
            </a:extLst>
          </p:cNvPr>
          <p:cNvGrpSpPr/>
          <p:nvPr/>
        </p:nvGrpSpPr>
        <p:grpSpPr>
          <a:xfrm flipH="1">
            <a:off x="9007147" y="3060530"/>
            <a:ext cx="710987" cy="468256"/>
            <a:chOff x="340314" y="825285"/>
            <a:chExt cx="710987" cy="468256"/>
          </a:xfrm>
        </p:grpSpPr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F20C8F10-8DDD-89A2-4CE8-3A0FE41997C7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99" name="Group 498">
              <a:extLst>
                <a:ext uri="{FF2B5EF4-FFF2-40B4-BE49-F238E27FC236}">
                  <a16:creationId xmlns:a16="http://schemas.microsoft.com/office/drawing/2014/main" id="{6BDA2DD1-D019-5C12-A318-13C6B851DEF7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8CD5A2AB-22F1-58A4-18A0-04648254C6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C3ADAF9B-558D-3A5B-D5BF-AE48321B28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52DA4371-0C10-E56D-C0CE-7A55B8F6D9E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E583AE8C-1AE8-45EC-C76C-F468F99F55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29F7D21C-1C3B-759D-D444-6AD92F8CC87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BDAE48FD-099C-10D6-5E6F-F567981DA26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20F79077-6F07-64E1-1E93-D2F5E385795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500" name="Picture 499" descr="server_rack.png">
              <a:extLst>
                <a:ext uri="{FF2B5EF4-FFF2-40B4-BE49-F238E27FC236}">
                  <a16:creationId xmlns:a16="http://schemas.microsoft.com/office/drawing/2014/main" id="{0F087814-9B38-8C5E-79AC-3E6A7F10D0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501" name="Can 500">
              <a:extLst>
                <a:ext uri="{FF2B5EF4-FFF2-40B4-BE49-F238E27FC236}">
                  <a16:creationId xmlns:a16="http://schemas.microsoft.com/office/drawing/2014/main" id="{10CFD40C-5AD0-B6B6-7B54-A5DC69C2AA6E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90" name="Freeform 489">
            <a:extLst>
              <a:ext uri="{FF2B5EF4-FFF2-40B4-BE49-F238E27FC236}">
                <a16:creationId xmlns:a16="http://schemas.microsoft.com/office/drawing/2014/main" id="{32AF3ADF-B20B-4A18-8BDE-1065DEA88D87}"/>
              </a:ext>
            </a:extLst>
          </p:cNvPr>
          <p:cNvSpPr/>
          <p:nvPr/>
        </p:nvSpPr>
        <p:spPr>
          <a:xfrm rot="19995739" flipH="1">
            <a:off x="10129806" y="36043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BF797568-F977-1548-BFDB-7B172101C6AC}"/>
              </a:ext>
            </a:extLst>
          </p:cNvPr>
          <p:cNvSpPr/>
          <p:nvPr/>
        </p:nvSpPr>
        <p:spPr>
          <a:xfrm rot="485378" flipH="1">
            <a:off x="10047926" y="29792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5B913091-7782-8081-6906-C746BED6B0AC}"/>
              </a:ext>
            </a:extLst>
          </p:cNvPr>
          <p:cNvSpPr/>
          <p:nvPr/>
        </p:nvSpPr>
        <p:spPr>
          <a:xfrm rot="20039209" flipH="1">
            <a:off x="10013648" y="264654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DC95A82D-4676-F576-82CB-A0B0F1F48A5D}"/>
              </a:ext>
            </a:extLst>
          </p:cNvPr>
          <p:cNvSpPr txBox="1"/>
          <p:nvPr/>
        </p:nvSpPr>
        <p:spPr>
          <a:xfrm flipH="1">
            <a:off x="9799880" y="3137171"/>
            <a:ext cx="54854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RAN</a:t>
            </a: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1C324F69-8753-9B8F-9EF3-43A5C0944238}"/>
              </a:ext>
            </a:extLst>
          </p:cNvPr>
          <p:cNvSpPr txBox="1"/>
          <p:nvPr/>
        </p:nvSpPr>
        <p:spPr>
          <a:xfrm flipH="1">
            <a:off x="10305674" y="4006198"/>
            <a:ext cx="4171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UE</a:t>
            </a:r>
          </a:p>
        </p:txBody>
      </p:sp>
      <p:cxnSp>
        <p:nvCxnSpPr>
          <p:cNvPr id="495" name="Straight Connector 494">
            <a:extLst>
              <a:ext uri="{FF2B5EF4-FFF2-40B4-BE49-F238E27FC236}">
                <a16:creationId xmlns:a16="http://schemas.microsoft.com/office/drawing/2014/main" id="{CFFC9DB8-36DC-88FA-7469-F66A155BF4E3}"/>
              </a:ext>
            </a:extLst>
          </p:cNvPr>
          <p:cNvCxnSpPr>
            <a:stCxn id="542" idx="0"/>
            <a:endCxn id="503" idx="1"/>
          </p:cNvCxnSpPr>
          <p:nvPr/>
        </p:nvCxnSpPr>
        <p:spPr>
          <a:xfrm flipH="1">
            <a:off x="9491693" y="2979999"/>
            <a:ext cx="282973" cy="3954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Straight Connector 495">
            <a:extLst>
              <a:ext uri="{FF2B5EF4-FFF2-40B4-BE49-F238E27FC236}">
                <a16:creationId xmlns:a16="http://schemas.microsoft.com/office/drawing/2014/main" id="{57907AB6-6CE5-36D5-2AA0-6EBBBE9B2755}"/>
              </a:ext>
            </a:extLst>
          </p:cNvPr>
          <p:cNvCxnSpPr>
            <a:cxnSpLocks/>
            <a:endCxn id="497" idx="0"/>
          </p:cNvCxnSpPr>
          <p:nvPr/>
        </p:nvCxnSpPr>
        <p:spPr>
          <a:xfrm flipH="1" flipV="1">
            <a:off x="9400377" y="3532096"/>
            <a:ext cx="560625" cy="584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" name="TextBox 496">
            <a:extLst>
              <a:ext uri="{FF2B5EF4-FFF2-40B4-BE49-F238E27FC236}">
                <a16:creationId xmlns:a16="http://schemas.microsoft.com/office/drawing/2014/main" id="{EAE82F8B-A7D3-2CBC-8706-7AF200CBC3F8}"/>
              </a:ext>
            </a:extLst>
          </p:cNvPr>
          <p:cNvSpPr txBox="1"/>
          <p:nvPr/>
        </p:nvSpPr>
        <p:spPr>
          <a:xfrm flipH="1">
            <a:off x="8964061" y="3532096"/>
            <a:ext cx="872633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Far Edge DC</a:t>
            </a:r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6C47C1CD-6662-CD05-C831-D8EB530EB9A4}"/>
              </a:ext>
            </a:extLst>
          </p:cNvPr>
          <p:cNvGrpSpPr/>
          <p:nvPr/>
        </p:nvGrpSpPr>
        <p:grpSpPr>
          <a:xfrm flipH="1">
            <a:off x="8871627" y="4387103"/>
            <a:ext cx="1977689" cy="1908337"/>
            <a:chOff x="1816172" y="1778416"/>
            <a:chExt cx="1977689" cy="1908337"/>
          </a:xfrm>
        </p:grpSpPr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563B5F46-6121-594C-AC1D-22F1C9A5CDC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88" name="Group 652">
              <a:extLst>
                <a:ext uri="{FF2B5EF4-FFF2-40B4-BE49-F238E27FC236}">
                  <a16:creationId xmlns:a16="http://schemas.microsoft.com/office/drawing/2014/main" id="{A0E0FEAE-C8B6-6B5C-61C8-60656FD08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689" name="Picture 653" descr="iphone_stylized_small">
                <a:extLst>
                  <a:ext uri="{FF2B5EF4-FFF2-40B4-BE49-F238E27FC236}">
                    <a16:creationId xmlns:a16="http://schemas.microsoft.com/office/drawing/2014/main" id="{67691DD3-87EA-3217-7A22-01FC4A062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0" name="Picture 654" descr="antenna_radiation_stylized">
                <a:extLst>
                  <a:ext uri="{FF2B5EF4-FFF2-40B4-BE49-F238E27FC236}">
                    <a16:creationId xmlns:a16="http://schemas.microsoft.com/office/drawing/2014/main" id="{E8784FB0-AA4D-2E49-C303-A3E1A3C8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E7268D99-C795-9AFE-AD13-ED6502296E3C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66" name="Picture 1017" descr="antenna_stylized">
                <a:extLst>
                  <a:ext uri="{FF2B5EF4-FFF2-40B4-BE49-F238E27FC236}">
                    <a16:creationId xmlns:a16="http://schemas.microsoft.com/office/drawing/2014/main" id="{410302B4-F9F7-EFE6-3139-DFF16A4FC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7" name="Picture 1018" descr="laptop_keyboard">
                <a:extLst>
                  <a:ext uri="{FF2B5EF4-FFF2-40B4-BE49-F238E27FC236}">
                    <a16:creationId xmlns:a16="http://schemas.microsoft.com/office/drawing/2014/main" id="{3B73AE0A-6B6D-34AC-4A36-C7FF57D78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8" name="Freeform 1019">
                <a:extLst>
                  <a:ext uri="{FF2B5EF4-FFF2-40B4-BE49-F238E27FC236}">
                    <a16:creationId xmlns:a16="http://schemas.microsoft.com/office/drawing/2014/main" id="{7E2EED3A-1426-0081-14CC-800A235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69" name="Picture 1020" descr="screen">
                <a:extLst>
                  <a:ext uri="{FF2B5EF4-FFF2-40B4-BE49-F238E27FC236}">
                    <a16:creationId xmlns:a16="http://schemas.microsoft.com/office/drawing/2014/main" id="{F6825BC1-1924-9D76-2248-C6BC93911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0" name="Freeform 1021">
                <a:extLst>
                  <a:ext uri="{FF2B5EF4-FFF2-40B4-BE49-F238E27FC236}">
                    <a16:creationId xmlns:a16="http://schemas.microsoft.com/office/drawing/2014/main" id="{77CEE989-5B0A-DA28-D494-82C2521C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1" name="Freeform 1022">
                <a:extLst>
                  <a:ext uri="{FF2B5EF4-FFF2-40B4-BE49-F238E27FC236}">
                    <a16:creationId xmlns:a16="http://schemas.microsoft.com/office/drawing/2014/main" id="{351A3009-C763-79F1-DAFF-4675DC3C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2" name="Freeform 1023">
                <a:extLst>
                  <a:ext uri="{FF2B5EF4-FFF2-40B4-BE49-F238E27FC236}">
                    <a16:creationId xmlns:a16="http://schemas.microsoft.com/office/drawing/2014/main" id="{F1CF191A-5898-96CF-C52E-91AD5041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3" name="Freeform 1024">
                <a:extLst>
                  <a:ext uri="{FF2B5EF4-FFF2-40B4-BE49-F238E27FC236}">
                    <a16:creationId xmlns:a16="http://schemas.microsoft.com/office/drawing/2014/main" id="{6CF4D241-AA49-3147-3660-31165A62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4" name="Freeform 1025">
                <a:extLst>
                  <a:ext uri="{FF2B5EF4-FFF2-40B4-BE49-F238E27FC236}">
                    <a16:creationId xmlns:a16="http://schemas.microsoft.com/office/drawing/2014/main" id="{EE3B4EDA-2469-A5D3-67A0-9652F9FB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5" name="Freeform 1026">
                <a:extLst>
                  <a:ext uri="{FF2B5EF4-FFF2-40B4-BE49-F238E27FC236}">
                    <a16:creationId xmlns:a16="http://schemas.microsoft.com/office/drawing/2014/main" id="{15439FEF-7BEF-19E1-B478-CCA2187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676" name="Group 1027">
                <a:extLst>
                  <a:ext uri="{FF2B5EF4-FFF2-40B4-BE49-F238E27FC236}">
                    <a16:creationId xmlns:a16="http://schemas.microsoft.com/office/drawing/2014/main" id="{8E969149-0F09-73DA-9548-2FDFE9A97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683" name="Freeform 1028">
                  <a:extLst>
                    <a:ext uri="{FF2B5EF4-FFF2-40B4-BE49-F238E27FC236}">
                      <a16:creationId xmlns:a16="http://schemas.microsoft.com/office/drawing/2014/main" id="{26C3EDD2-AC46-EA3F-AE75-88EF8599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029">
                  <a:extLst>
                    <a:ext uri="{FF2B5EF4-FFF2-40B4-BE49-F238E27FC236}">
                      <a16:creationId xmlns:a16="http://schemas.microsoft.com/office/drawing/2014/main" id="{0E5A6C7B-7C3D-5B36-460E-C7961D08A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1030">
                  <a:extLst>
                    <a:ext uri="{FF2B5EF4-FFF2-40B4-BE49-F238E27FC236}">
                      <a16:creationId xmlns:a16="http://schemas.microsoft.com/office/drawing/2014/main" id="{BC17CFA3-924D-1AE3-47A4-911A86138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Freeform 1031">
                  <a:extLst>
                    <a:ext uri="{FF2B5EF4-FFF2-40B4-BE49-F238E27FC236}">
                      <a16:creationId xmlns:a16="http://schemas.microsoft.com/office/drawing/2014/main" id="{60BDAE7B-AEE1-78F2-11C9-D81871838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Freeform 1032">
                  <a:extLst>
                    <a:ext uri="{FF2B5EF4-FFF2-40B4-BE49-F238E27FC236}">
                      <a16:creationId xmlns:a16="http://schemas.microsoft.com/office/drawing/2014/main" id="{7B038B9C-8653-25C6-6718-8CC0E1FA1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Freeform 1033">
                  <a:extLst>
                    <a:ext uri="{FF2B5EF4-FFF2-40B4-BE49-F238E27FC236}">
                      <a16:creationId xmlns:a16="http://schemas.microsoft.com/office/drawing/2014/main" id="{8994FC24-2D6B-745B-B39E-A6830D6A8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Freeform 1034">
                <a:extLst>
                  <a:ext uri="{FF2B5EF4-FFF2-40B4-BE49-F238E27FC236}">
                    <a16:creationId xmlns:a16="http://schemas.microsoft.com/office/drawing/2014/main" id="{1855EA42-FE9E-8153-B7DF-03713E0C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8" name="Freeform 1035">
                <a:extLst>
                  <a:ext uri="{FF2B5EF4-FFF2-40B4-BE49-F238E27FC236}">
                    <a16:creationId xmlns:a16="http://schemas.microsoft.com/office/drawing/2014/main" id="{7E75AD7D-E2DE-58A4-5672-74BCCC0A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9" name="Freeform 1036">
                <a:extLst>
                  <a:ext uri="{FF2B5EF4-FFF2-40B4-BE49-F238E27FC236}">
                    <a16:creationId xmlns:a16="http://schemas.microsoft.com/office/drawing/2014/main" id="{714C7CA4-BDDB-2820-6831-776F601B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0" name="Freeform 1037">
                <a:extLst>
                  <a:ext uri="{FF2B5EF4-FFF2-40B4-BE49-F238E27FC236}">
                    <a16:creationId xmlns:a16="http://schemas.microsoft.com/office/drawing/2014/main" id="{228D1514-E1DF-CF52-4A01-E8BE9492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1" name="Freeform 1038">
                <a:extLst>
                  <a:ext uri="{FF2B5EF4-FFF2-40B4-BE49-F238E27FC236}">
                    <a16:creationId xmlns:a16="http://schemas.microsoft.com/office/drawing/2014/main" id="{675F23E8-5D10-D40D-6637-56C5F86E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2" name="Freeform 1039">
                <a:extLst>
                  <a:ext uri="{FF2B5EF4-FFF2-40B4-BE49-F238E27FC236}">
                    <a16:creationId xmlns:a16="http://schemas.microsoft.com/office/drawing/2014/main" id="{706470E2-CF0C-1E4A-E7B9-F8AA1FAB3F6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A61C2807-995C-1A92-4D8B-A9102005985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64" name="Picture 603" descr="car_icon_small">
                <a:extLst>
                  <a:ext uri="{FF2B5EF4-FFF2-40B4-BE49-F238E27FC236}">
                    <a16:creationId xmlns:a16="http://schemas.microsoft.com/office/drawing/2014/main" id="{B9DE5653-DEF3-C10E-AF75-9916B5BFC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5" name="Picture 1017" descr="antenna_stylized">
                <a:extLst>
                  <a:ext uri="{FF2B5EF4-FFF2-40B4-BE49-F238E27FC236}">
                    <a16:creationId xmlns:a16="http://schemas.microsoft.com/office/drawing/2014/main" id="{CB033A3E-6A3B-B2A4-2FFD-5B0E28D6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91" name="Group 590">
              <a:extLst>
                <a:ext uri="{FF2B5EF4-FFF2-40B4-BE49-F238E27FC236}">
                  <a16:creationId xmlns:a16="http://schemas.microsoft.com/office/drawing/2014/main" id="{FA80B10C-8D9F-6510-10A1-40A5CBCAF200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639" name="Group 638">
                <a:extLst>
                  <a:ext uri="{FF2B5EF4-FFF2-40B4-BE49-F238E27FC236}">
                    <a16:creationId xmlns:a16="http://schemas.microsoft.com/office/drawing/2014/main" id="{46DB5929-4431-8AE9-C1F0-FE47A946D5F5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56" name="Oval 818">
                  <a:extLst>
                    <a:ext uri="{FF2B5EF4-FFF2-40B4-BE49-F238E27FC236}">
                      <a16:creationId xmlns:a16="http://schemas.microsoft.com/office/drawing/2014/main" id="{3934E97F-DF20-7C7A-5860-94803E980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57" name="Group 819">
                  <a:extLst>
                    <a:ext uri="{FF2B5EF4-FFF2-40B4-BE49-F238E27FC236}">
                      <a16:creationId xmlns:a16="http://schemas.microsoft.com/office/drawing/2014/main" id="{3FE0C439-6F42-EAA6-AC33-9FAD72CDEC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58" name="Oval 820">
                    <a:extLst>
                      <a:ext uri="{FF2B5EF4-FFF2-40B4-BE49-F238E27FC236}">
                        <a16:creationId xmlns:a16="http://schemas.microsoft.com/office/drawing/2014/main" id="{0F326C16-15F1-3071-BF78-237F7216A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Oval 821">
                    <a:extLst>
                      <a:ext uri="{FF2B5EF4-FFF2-40B4-BE49-F238E27FC236}">
                        <a16:creationId xmlns:a16="http://schemas.microsoft.com/office/drawing/2014/main" id="{7A8616E6-06B2-A5FF-A4F0-8971BC7AE7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Oval 822">
                    <a:extLst>
                      <a:ext uri="{FF2B5EF4-FFF2-40B4-BE49-F238E27FC236}">
                        <a16:creationId xmlns:a16="http://schemas.microsoft.com/office/drawing/2014/main" id="{78FEC291-5B30-F745-A66D-E6EB70199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Oval 823">
                    <a:extLst>
                      <a:ext uri="{FF2B5EF4-FFF2-40B4-BE49-F238E27FC236}">
                        <a16:creationId xmlns:a16="http://schemas.microsoft.com/office/drawing/2014/main" id="{B27B0653-F856-09D7-EAF4-88C95BD8F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Freeform 824">
                    <a:extLst>
                      <a:ext uri="{FF2B5EF4-FFF2-40B4-BE49-F238E27FC236}">
                        <a16:creationId xmlns:a16="http://schemas.microsoft.com/office/drawing/2014/main" id="{E7CC36EB-2378-1EC6-932E-B9DB9490D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Freeform 824">
                    <a:extLst>
                      <a:ext uri="{FF2B5EF4-FFF2-40B4-BE49-F238E27FC236}">
                        <a16:creationId xmlns:a16="http://schemas.microsoft.com/office/drawing/2014/main" id="{2A1920F9-7DDE-8CF8-2982-B834AEC65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40" name="Group 398">
                <a:extLst>
                  <a:ext uri="{FF2B5EF4-FFF2-40B4-BE49-F238E27FC236}">
                    <a16:creationId xmlns:a16="http://schemas.microsoft.com/office/drawing/2014/main" id="{4B6878BE-5761-2AE2-09E8-0825554837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41" name="Line 270">
                  <a:extLst>
                    <a:ext uri="{FF2B5EF4-FFF2-40B4-BE49-F238E27FC236}">
                      <a16:creationId xmlns:a16="http://schemas.microsoft.com/office/drawing/2014/main" id="{600FE59D-2678-0EC6-62E5-5C547DD233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2" name="Line 271">
                  <a:extLst>
                    <a:ext uri="{FF2B5EF4-FFF2-40B4-BE49-F238E27FC236}">
                      <a16:creationId xmlns:a16="http://schemas.microsoft.com/office/drawing/2014/main" id="{1946EE2D-D163-DC13-92AE-A8C62BAC59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3" name="Line 272">
                  <a:extLst>
                    <a:ext uri="{FF2B5EF4-FFF2-40B4-BE49-F238E27FC236}">
                      <a16:creationId xmlns:a16="http://schemas.microsoft.com/office/drawing/2014/main" id="{E316828D-C605-C0B1-0E31-7362EE6E5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4" name="Line 273">
                  <a:extLst>
                    <a:ext uri="{FF2B5EF4-FFF2-40B4-BE49-F238E27FC236}">
                      <a16:creationId xmlns:a16="http://schemas.microsoft.com/office/drawing/2014/main" id="{36137CE9-A359-3E89-1724-F39D5811F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5" name="Line 274">
                  <a:extLst>
                    <a:ext uri="{FF2B5EF4-FFF2-40B4-BE49-F238E27FC236}">
                      <a16:creationId xmlns:a16="http://schemas.microsoft.com/office/drawing/2014/main" id="{D2387C87-A859-4807-E938-0A6BBD4FD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6" name="Line 275">
                  <a:extLst>
                    <a:ext uri="{FF2B5EF4-FFF2-40B4-BE49-F238E27FC236}">
                      <a16:creationId xmlns:a16="http://schemas.microsoft.com/office/drawing/2014/main" id="{7FF6DC15-E0E4-791A-C14F-ABE997D73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7" name="Line 276">
                  <a:extLst>
                    <a:ext uri="{FF2B5EF4-FFF2-40B4-BE49-F238E27FC236}">
                      <a16:creationId xmlns:a16="http://schemas.microsoft.com/office/drawing/2014/main" id="{8B9C5A26-FA62-DBEB-04FC-C405C795F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8" name="Line 277">
                  <a:extLst>
                    <a:ext uri="{FF2B5EF4-FFF2-40B4-BE49-F238E27FC236}">
                      <a16:creationId xmlns:a16="http://schemas.microsoft.com/office/drawing/2014/main" id="{244C909B-0078-D10C-0A74-0A52C9F901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9" name="Line 278">
                  <a:extLst>
                    <a:ext uri="{FF2B5EF4-FFF2-40B4-BE49-F238E27FC236}">
                      <a16:creationId xmlns:a16="http://schemas.microsoft.com/office/drawing/2014/main" id="{6A7CE213-B6B6-7FA9-3AD9-D127B505D9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0" name="Line 279">
                  <a:extLst>
                    <a:ext uri="{FF2B5EF4-FFF2-40B4-BE49-F238E27FC236}">
                      <a16:creationId xmlns:a16="http://schemas.microsoft.com/office/drawing/2014/main" id="{82DF812A-9829-CFCD-BEA2-30AA2EB45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1" name="Line 280">
                  <a:extLst>
                    <a:ext uri="{FF2B5EF4-FFF2-40B4-BE49-F238E27FC236}">
                      <a16:creationId xmlns:a16="http://schemas.microsoft.com/office/drawing/2014/main" id="{B3D197E0-8E93-E1F1-32AC-7F4577623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2" name="Line 281">
                  <a:extLst>
                    <a:ext uri="{FF2B5EF4-FFF2-40B4-BE49-F238E27FC236}">
                      <a16:creationId xmlns:a16="http://schemas.microsoft.com/office/drawing/2014/main" id="{9EC0F7F1-A930-3E3E-1B53-DD90CCC939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3" name="Line 282">
                  <a:extLst>
                    <a:ext uri="{FF2B5EF4-FFF2-40B4-BE49-F238E27FC236}">
                      <a16:creationId xmlns:a16="http://schemas.microsoft.com/office/drawing/2014/main" id="{11A506AF-539C-8EDD-65EB-7757F1C26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4" name="Line 283">
                  <a:extLst>
                    <a:ext uri="{FF2B5EF4-FFF2-40B4-BE49-F238E27FC236}">
                      <a16:creationId xmlns:a16="http://schemas.microsoft.com/office/drawing/2014/main" id="{1F4EF884-3AFD-7DDD-B77E-E337B99855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5" name="Line 284">
                  <a:extLst>
                    <a:ext uri="{FF2B5EF4-FFF2-40B4-BE49-F238E27FC236}">
                      <a16:creationId xmlns:a16="http://schemas.microsoft.com/office/drawing/2014/main" id="{753D6C05-B9C9-90A0-E7F2-15D2698D6A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D418B315-E253-A3A3-104D-F2CFD0305A31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9FF31917-B3CF-C874-62B2-6F4C185B06A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A348E2FD-A633-EE43-0144-2B0B40848A01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31" name="Oval 818">
                  <a:extLst>
                    <a:ext uri="{FF2B5EF4-FFF2-40B4-BE49-F238E27FC236}">
                      <a16:creationId xmlns:a16="http://schemas.microsoft.com/office/drawing/2014/main" id="{86F1251E-D463-1BF9-FAEF-149693B0C8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32" name="Group 819">
                  <a:extLst>
                    <a:ext uri="{FF2B5EF4-FFF2-40B4-BE49-F238E27FC236}">
                      <a16:creationId xmlns:a16="http://schemas.microsoft.com/office/drawing/2014/main" id="{50D4675A-1864-D93D-86FB-2655BEF60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33" name="Oval 820">
                    <a:extLst>
                      <a:ext uri="{FF2B5EF4-FFF2-40B4-BE49-F238E27FC236}">
                        <a16:creationId xmlns:a16="http://schemas.microsoft.com/office/drawing/2014/main" id="{EDAED0CE-1D98-6A02-7BF0-BED5DDA9F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Oval 821">
                    <a:extLst>
                      <a:ext uri="{FF2B5EF4-FFF2-40B4-BE49-F238E27FC236}">
                        <a16:creationId xmlns:a16="http://schemas.microsoft.com/office/drawing/2014/main" id="{C9C23C95-E4A5-816E-E87F-842557A0C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5" name="Oval 822">
                    <a:extLst>
                      <a:ext uri="{FF2B5EF4-FFF2-40B4-BE49-F238E27FC236}">
                        <a16:creationId xmlns:a16="http://schemas.microsoft.com/office/drawing/2014/main" id="{DF1A1FB9-73FC-A9DB-DF98-F6D6C4031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6" name="Oval 823">
                    <a:extLst>
                      <a:ext uri="{FF2B5EF4-FFF2-40B4-BE49-F238E27FC236}">
                        <a16:creationId xmlns:a16="http://schemas.microsoft.com/office/drawing/2014/main" id="{5B5FC18C-A675-7F61-E00A-FCF2A790D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7" name="Freeform 824">
                    <a:extLst>
                      <a:ext uri="{FF2B5EF4-FFF2-40B4-BE49-F238E27FC236}">
                        <a16:creationId xmlns:a16="http://schemas.microsoft.com/office/drawing/2014/main" id="{1F20D4E8-E101-6F90-57BB-838632A36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8" name="Freeform 824">
                    <a:extLst>
                      <a:ext uri="{FF2B5EF4-FFF2-40B4-BE49-F238E27FC236}">
                        <a16:creationId xmlns:a16="http://schemas.microsoft.com/office/drawing/2014/main" id="{E5A757BC-0B40-85D9-B6F4-6F4A1DC5A1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15" name="Group 398">
                <a:extLst>
                  <a:ext uri="{FF2B5EF4-FFF2-40B4-BE49-F238E27FC236}">
                    <a16:creationId xmlns:a16="http://schemas.microsoft.com/office/drawing/2014/main" id="{3AFB984A-24AC-F927-4882-02C8B4AF4B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16" name="Line 270">
                  <a:extLst>
                    <a:ext uri="{FF2B5EF4-FFF2-40B4-BE49-F238E27FC236}">
                      <a16:creationId xmlns:a16="http://schemas.microsoft.com/office/drawing/2014/main" id="{ABEFC327-6AA3-A8C4-5E1E-55F923B335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7" name="Line 271">
                  <a:extLst>
                    <a:ext uri="{FF2B5EF4-FFF2-40B4-BE49-F238E27FC236}">
                      <a16:creationId xmlns:a16="http://schemas.microsoft.com/office/drawing/2014/main" id="{1B89FAFC-FC3F-53C2-E855-7D0658260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8" name="Line 272">
                  <a:extLst>
                    <a:ext uri="{FF2B5EF4-FFF2-40B4-BE49-F238E27FC236}">
                      <a16:creationId xmlns:a16="http://schemas.microsoft.com/office/drawing/2014/main" id="{FA077A05-C993-8595-306D-DF73E1BFE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9" name="Line 273">
                  <a:extLst>
                    <a:ext uri="{FF2B5EF4-FFF2-40B4-BE49-F238E27FC236}">
                      <a16:creationId xmlns:a16="http://schemas.microsoft.com/office/drawing/2014/main" id="{889A98BE-C56D-01F5-E5CD-3E8721FC20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0" name="Line 274">
                  <a:extLst>
                    <a:ext uri="{FF2B5EF4-FFF2-40B4-BE49-F238E27FC236}">
                      <a16:creationId xmlns:a16="http://schemas.microsoft.com/office/drawing/2014/main" id="{4BD3347D-E83B-DA28-70C6-6E0EA2DFE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1" name="Line 275">
                  <a:extLst>
                    <a:ext uri="{FF2B5EF4-FFF2-40B4-BE49-F238E27FC236}">
                      <a16:creationId xmlns:a16="http://schemas.microsoft.com/office/drawing/2014/main" id="{94DFE132-C5F0-95BC-4CD4-9058DD62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2" name="Line 276">
                  <a:extLst>
                    <a:ext uri="{FF2B5EF4-FFF2-40B4-BE49-F238E27FC236}">
                      <a16:creationId xmlns:a16="http://schemas.microsoft.com/office/drawing/2014/main" id="{D4FF033C-2EA5-D2F9-00C4-BE86CC7DA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3" name="Line 277">
                  <a:extLst>
                    <a:ext uri="{FF2B5EF4-FFF2-40B4-BE49-F238E27FC236}">
                      <a16:creationId xmlns:a16="http://schemas.microsoft.com/office/drawing/2014/main" id="{60962A98-98D0-1F2D-AAEE-06419A7C4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4" name="Line 278">
                  <a:extLst>
                    <a:ext uri="{FF2B5EF4-FFF2-40B4-BE49-F238E27FC236}">
                      <a16:creationId xmlns:a16="http://schemas.microsoft.com/office/drawing/2014/main" id="{B3EB8408-3017-AB9B-D423-A8A25AB95D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5" name="Line 279">
                  <a:extLst>
                    <a:ext uri="{FF2B5EF4-FFF2-40B4-BE49-F238E27FC236}">
                      <a16:creationId xmlns:a16="http://schemas.microsoft.com/office/drawing/2014/main" id="{1FAACCDB-F216-874C-42C3-5AA17D09F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6" name="Line 280">
                  <a:extLst>
                    <a:ext uri="{FF2B5EF4-FFF2-40B4-BE49-F238E27FC236}">
                      <a16:creationId xmlns:a16="http://schemas.microsoft.com/office/drawing/2014/main" id="{F47F3775-E396-98BD-3F9F-8E2997BC58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7" name="Line 281">
                  <a:extLst>
                    <a:ext uri="{FF2B5EF4-FFF2-40B4-BE49-F238E27FC236}">
                      <a16:creationId xmlns:a16="http://schemas.microsoft.com/office/drawing/2014/main" id="{789D17D8-562B-5B04-EAAA-0FC3370E9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8" name="Line 282">
                  <a:extLst>
                    <a:ext uri="{FF2B5EF4-FFF2-40B4-BE49-F238E27FC236}">
                      <a16:creationId xmlns:a16="http://schemas.microsoft.com/office/drawing/2014/main" id="{4EEAE11C-66F2-0F90-BA0D-06D3D7503E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9" name="Line 283">
                  <a:extLst>
                    <a:ext uri="{FF2B5EF4-FFF2-40B4-BE49-F238E27FC236}">
                      <a16:creationId xmlns:a16="http://schemas.microsoft.com/office/drawing/2014/main" id="{109B68F3-1180-224D-8B25-396107E8C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30" name="Line 284">
                  <a:extLst>
                    <a:ext uri="{FF2B5EF4-FFF2-40B4-BE49-F238E27FC236}">
                      <a16:creationId xmlns:a16="http://schemas.microsoft.com/office/drawing/2014/main" id="{1AAECAA5-94BA-D6EB-3FCA-D73DFD4A7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3719C3BA-6ABA-41FC-387D-8A2B14B4A209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9F2C697B-A2D0-6629-4374-2F59BBAA91F1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A5216A2B-70AF-4547-E00D-7F102A501A4B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925CC1C0-E284-11FD-015C-ED9434CD590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08" name="Oval 607">
                  <a:extLst>
                    <a:ext uri="{FF2B5EF4-FFF2-40B4-BE49-F238E27FC236}">
                      <a16:creationId xmlns:a16="http://schemas.microsoft.com/office/drawing/2014/main" id="{6A9316B4-BAAF-C565-7EEE-071ACFD989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B913AC81-E5AD-37D7-F32F-9BD58FDA8293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B23F2648-9387-C928-4D80-EEA78E65795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E68605BB-403B-CAFE-303C-9AECF5E8739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FBCC9D99-2C35-2D72-0C50-B8F75CAC4E5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BE2AEA85-5948-95D6-B2F9-D2C1D55EAF1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05" name="Picture 604" descr="server_rack.png">
                <a:extLst>
                  <a:ext uri="{FF2B5EF4-FFF2-40B4-BE49-F238E27FC236}">
                    <a16:creationId xmlns:a16="http://schemas.microsoft.com/office/drawing/2014/main" id="{3E57EC6D-782C-E1C8-E28C-ACB666B4F9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606" name="Can 605">
                <a:extLst>
                  <a:ext uri="{FF2B5EF4-FFF2-40B4-BE49-F238E27FC236}">
                    <a16:creationId xmlns:a16="http://schemas.microsoft.com/office/drawing/2014/main" id="{B6353ABB-A03B-C235-3074-B23A54412CB9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54AE4CD3-BCBE-D1FB-54CD-811DC5FF3C36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BCADE8F-B5A0-1A71-F19C-7A45AD776C75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167A34DF-32F1-0520-55E0-F7865830B57F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79EF1B4C-4C93-3883-E7FB-516018155303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6021672F-61EE-13AB-7747-A33A2493E07D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600" name="Straight Connector 599">
              <a:extLst>
                <a:ext uri="{FF2B5EF4-FFF2-40B4-BE49-F238E27FC236}">
                  <a16:creationId xmlns:a16="http://schemas.microsoft.com/office/drawing/2014/main" id="{59A6EA8A-816A-4D79-FA00-39E2AA247974}"/>
                </a:ext>
              </a:extLst>
            </p:cNvPr>
            <p:cNvCxnSpPr>
              <a:stCxn id="647" idx="0"/>
              <a:endCxn id="608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509DB4C6-89C9-356E-3011-FC1AE061FEA6}"/>
                </a:ext>
              </a:extLst>
            </p:cNvPr>
            <p:cNvCxnSpPr>
              <a:cxnSpLocks/>
              <a:endCxn id="602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97B1D068-91A6-824E-F1D1-CDA9B89E1CF3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6" name="Freeform 465">
            <a:extLst>
              <a:ext uri="{FF2B5EF4-FFF2-40B4-BE49-F238E27FC236}">
                <a16:creationId xmlns:a16="http://schemas.microsoft.com/office/drawing/2014/main" id="{A3AC2C0E-EAEF-A9A0-50F0-031099555D5C}"/>
              </a:ext>
            </a:extLst>
          </p:cNvPr>
          <p:cNvSpPr/>
          <p:nvPr/>
        </p:nvSpPr>
        <p:spPr>
          <a:xfrm flipH="1">
            <a:off x="7475463" y="3299028"/>
            <a:ext cx="1980217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9407570-F9AC-C6D3-48F8-694887338836}"/>
              </a:ext>
            </a:extLst>
          </p:cNvPr>
          <p:cNvGrpSpPr/>
          <p:nvPr/>
        </p:nvGrpSpPr>
        <p:grpSpPr>
          <a:xfrm flipH="1">
            <a:off x="7722337" y="3867359"/>
            <a:ext cx="973849" cy="644482"/>
            <a:chOff x="340314" y="825285"/>
            <a:chExt cx="710987" cy="468256"/>
          </a:xfrm>
        </p:grpSpPr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7347904F-2AF5-40E2-DF46-BF0DFAD37A6B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B5190C7-C2B4-C374-3F03-A0FC21808064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75FC59F6-F598-AD94-7C4B-CA0A1797543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E27B656D-C10F-C913-D386-03A01EEDAF6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6" name="Group 475">
                <a:extLst>
                  <a:ext uri="{FF2B5EF4-FFF2-40B4-BE49-F238E27FC236}">
                    <a16:creationId xmlns:a16="http://schemas.microsoft.com/office/drawing/2014/main" id="{0DD7A9C6-401B-7702-05BF-9DA21D93D1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E71DAD7F-D0F3-5A13-62CB-B543A6F37B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3C33F747-D0B0-9609-9740-67FAC97339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D347F1BA-DB3F-FA3D-2A00-F47F4560CAC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E48E7A09-1D3E-B9F9-BB7F-AE9BA21A4BF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70" name="Picture 469" descr="server_rack.png">
              <a:extLst>
                <a:ext uri="{FF2B5EF4-FFF2-40B4-BE49-F238E27FC236}">
                  <a16:creationId xmlns:a16="http://schemas.microsoft.com/office/drawing/2014/main" id="{FBE14056-57B5-F7CF-CEB3-D1CE8847F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471" name="Can 470">
              <a:extLst>
                <a:ext uri="{FF2B5EF4-FFF2-40B4-BE49-F238E27FC236}">
                  <a16:creationId xmlns:a16="http://schemas.microsoft.com/office/drawing/2014/main" id="{D7FF82FD-543B-AB1A-4B18-924FE54349A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72" name="Picture 471" descr="server_rack.png">
              <a:extLst>
                <a:ext uri="{FF2B5EF4-FFF2-40B4-BE49-F238E27FC236}">
                  <a16:creationId xmlns:a16="http://schemas.microsoft.com/office/drawing/2014/main" id="{50A6BED5-6360-38F1-5BB0-779CE67F0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473" name="Can 472">
              <a:extLst>
                <a:ext uri="{FF2B5EF4-FFF2-40B4-BE49-F238E27FC236}">
                  <a16:creationId xmlns:a16="http://schemas.microsoft.com/office/drawing/2014/main" id="{4DBCCB61-96A3-C11C-0CB7-82BC95EFAC37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91" name="TextBox 690">
            <a:extLst>
              <a:ext uri="{FF2B5EF4-FFF2-40B4-BE49-F238E27FC236}">
                <a16:creationId xmlns:a16="http://schemas.microsoft.com/office/drawing/2014/main" id="{FB44765B-B13B-F1C1-B37D-A563EE5CB280}"/>
              </a:ext>
            </a:extLst>
          </p:cNvPr>
          <p:cNvSpPr txBox="1"/>
          <p:nvPr/>
        </p:nvSpPr>
        <p:spPr>
          <a:xfrm flipH="1">
            <a:off x="7827087" y="4444723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692" name="TextBox 691">
            <a:extLst>
              <a:ext uri="{FF2B5EF4-FFF2-40B4-BE49-F238E27FC236}">
                <a16:creationId xmlns:a16="http://schemas.microsoft.com/office/drawing/2014/main" id="{C68B1D69-3612-B158-3E75-6084B49CEE43}"/>
              </a:ext>
            </a:extLst>
          </p:cNvPr>
          <p:cNvSpPr txBox="1"/>
          <p:nvPr/>
        </p:nvSpPr>
        <p:spPr>
          <a:xfrm flipH="1">
            <a:off x="7726232" y="4853104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E37D32B2-4C04-477E-8ABA-65E06B073CF7}"/>
              </a:ext>
            </a:extLst>
          </p:cNvPr>
          <p:cNvSpPr/>
          <p:nvPr/>
        </p:nvSpPr>
        <p:spPr>
          <a:xfrm>
            <a:off x="4634776" y="3131579"/>
            <a:ext cx="2911459" cy="2049409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E75B4C-17CE-DB72-5ADE-3F9CCB57B549}"/>
              </a:ext>
            </a:extLst>
          </p:cNvPr>
          <p:cNvGrpSpPr/>
          <p:nvPr/>
        </p:nvGrpSpPr>
        <p:grpSpPr>
          <a:xfrm>
            <a:off x="5617603" y="3790350"/>
            <a:ext cx="1187053" cy="681810"/>
            <a:chOff x="257226" y="825285"/>
            <a:chExt cx="866643" cy="495377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5DCA0439-00C9-D33F-842F-A0B77BC12EFD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4EE90F2C-3A20-9842-A629-D1060AB9331A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AD397C05-AE5D-F05E-EB77-FC20050B29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78233EAE-A6AE-9568-AA06-6E5A39928CD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26DB9BB-DF2E-E3BA-BFC6-C42AD615AB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2AE970B4-01C9-17AA-BB98-067978E77E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EDA8A9F6-AA02-99FE-7EB1-C02A12E497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EBF8FE3D-6322-039E-13E5-3DE82C7A66A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F7F8BC3B-B307-CA25-19C8-BA1B7FC276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702" name="Picture 701" descr="server_rack.png">
              <a:extLst>
                <a:ext uri="{FF2B5EF4-FFF2-40B4-BE49-F238E27FC236}">
                  <a16:creationId xmlns:a16="http://schemas.microsoft.com/office/drawing/2014/main" id="{F663C209-249C-EFAA-FCA5-2247DD8A6F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703" name="Can 702">
              <a:extLst>
                <a:ext uri="{FF2B5EF4-FFF2-40B4-BE49-F238E27FC236}">
                  <a16:creationId xmlns:a16="http://schemas.microsoft.com/office/drawing/2014/main" id="{784A59A0-CC39-601E-1199-61A95DADD8C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04" name="Picture 703" descr="server_rack.png">
              <a:extLst>
                <a:ext uri="{FF2B5EF4-FFF2-40B4-BE49-F238E27FC236}">
                  <a16:creationId xmlns:a16="http://schemas.microsoft.com/office/drawing/2014/main" id="{07F6EB17-C3B7-424B-94AE-760DDD748A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705" name="Can 704">
              <a:extLst>
                <a:ext uri="{FF2B5EF4-FFF2-40B4-BE49-F238E27FC236}">
                  <a16:creationId xmlns:a16="http://schemas.microsoft.com/office/drawing/2014/main" id="{9A89ED3C-73F9-FED8-89C6-063A153D1382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13" name="Picture 712" descr="server_rack.png">
              <a:extLst>
                <a:ext uri="{FF2B5EF4-FFF2-40B4-BE49-F238E27FC236}">
                  <a16:creationId xmlns:a16="http://schemas.microsoft.com/office/drawing/2014/main" id="{CF6B6691-792C-54C3-EED7-DC894A216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6358" y="944839"/>
              <a:ext cx="182563" cy="315214"/>
            </a:xfrm>
            <a:prstGeom prst="rect">
              <a:avLst/>
            </a:prstGeom>
          </p:spPr>
        </p:pic>
        <p:pic>
          <p:nvPicPr>
            <p:cNvPr id="714" name="Picture 713" descr="server_rack.png">
              <a:extLst>
                <a:ext uri="{FF2B5EF4-FFF2-40B4-BE49-F238E27FC236}">
                  <a16:creationId xmlns:a16="http://schemas.microsoft.com/office/drawing/2014/main" id="{87B19085-F01B-C80D-45E4-A658BD7A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7226" y="1005448"/>
              <a:ext cx="182563" cy="315214"/>
            </a:xfrm>
            <a:prstGeom prst="rect">
              <a:avLst/>
            </a:prstGeom>
          </p:spPr>
        </p:pic>
        <p:sp>
          <p:nvSpPr>
            <p:cNvPr id="715" name="Can 714">
              <a:extLst>
                <a:ext uri="{FF2B5EF4-FFF2-40B4-BE49-F238E27FC236}">
                  <a16:creationId xmlns:a16="http://schemas.microsoft.com/office/drawing/2014/main" id="{0169E7D9-B4E1-029A-0C37-4BF9E388BB4D}"/>
                </a:ext>
              </a:extLst>
            </p:cNvPr>
            <p:cNvSpPr/>
            <p:nvPr/>
          </p:nvSpPr>
          <p:spPr>
            <a:xfrm>
              <a:off x="866106" y="1056717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6" name="Can 715">
              <a:extLst>
                <a:ext uri="{FF2B5EF4-FFF2-40B4-BE49-F238E27FC236}">
                  <a16:creationId xmlns:a16="http://schemas.microsoft.com/office/drawing/2014/main" id="{6ED02D06-6CFB-5D2D-27E0-7C78DABE6430}"/>
                </a:ext>
              </a:extLst>
            </p:cNvPr>
            <p:cNvSpPr/>
            <p:nvPr/>
          </p:nvSpPr>
          <p:spPr>
            <a:xfrm>
              <a:off x="949389" y="1115595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17" name="TextBox 716">
            <a:extLst>
              <a:ext uri="{FF2B5EF4-FFF2-40B4-BE49-F238E27FC236}">
                <a16:creationId xmlns:a16="http://schemas.microsoft.com/office/drawing/2014/main" id="{A15901E6-6864-A1F8-9048-649D45AEFAD0}"/>
              </a:ext>
            </a:extLst>
          </p:cNvPr>
          <p:cNvSpPr txBox="1"/>
          <p:nvPr/>
        </p:nvSpPr>
        <p:spPr>
          <a:xfrm>
            <a:off x="5661190" y="4460876"/>
            <a:ext cx="9414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Core DC</a:t>
            </a:r>
          </a:p>
        </p:txBody>
      </p: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F988509A-B98B-C2A4-352B-7AF2C4D623F7}"/>
              </a:ext>
            </a:extLst>
          </p:cNvPr>
          <p:cNvGrpSpPr/>
          <p:nvPr/>
        </p:nvGrpSpPr>
        <p:grpSpPr>
          <a:xfrm>
            <a:off x="1716609" y="6223519"/>
            <a:ext cx="9101803" cy="546629"/>
            <a:chOff x="1895686" y="1169387"/>
            <a:chExt cx="9101803" cy="546629"/>
          </a:xfrm>
        </p:grpSpPr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DFE4A3A9-FD16-D589-13C0-8B5C8DEAEC9C}"/>
                </a:ext>
              </a:extLst>
            </p:cNvPr>
            <p:cNvGrpSpPr/>
            <p:nvPr/>
          </p:nvGrpSpPr>
          <p:grpSpPr>
            <a:xfrm>
              <a:off x="1895686" y="1174970"/>
              <a:ext cx="3063557" cy="541046"/>
              <a:chOff x="1895686" y="1174970"/>
              <a:chExt cx="3063557" cy="541046"/>
            </a:xfrm>
          </p:grpSpPr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C285EE8A-916F-DE80-C05A-66B676EBD8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" name="TextBox 718">
                <a:extLst>
                  <a:ext uri="{FF2B5EF4-FFF2-40B4-BE49-F238E27FC236}">
                    <a16:creationId xmlns:a16="http://schemas.microsoft.com/office/drawing/2014/main" id="{51D787C1-84F8-D881-705C-9D6614CFA96A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A</a:t>
                </a:r>
              </a:p>
            </p:txBody>
          </p:sp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F35E42B7-BCF4-BE77-E2B4-4D10B9BAFEFF}"/>
                </a:ext>
              </a:extLst>
            </p:cNvPr>
            <p:cNvGrpSpPr/>
            <p:nvPr/>
          </p:nvGrpSpPr>
          <p:grpSpPr>
            <a:xfrm>
              <a:off x="7933932" y="1169387"/>
              <a:ext cx="3063557" cy="541046"/>
              <a:chOff x="1895686" y="1174970"/>
              <a:chExt cx="3063557" cy="541046"/>
            </a:xfrm>
          </p:grpSpPr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1B9CA86F-D9E1-C606-B925-3AA04C620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TextBox 722">
                <a:extLst>
                  <a:ext uri="{FF2B5EF4-FFF2-40B4-BE49-F238E27FC236}">
                    <a16:creationId xmlns:a16="http://schemas.microsoft.com/office/drawing/2014/main" id="{E05940DD-292C-A0D8-7F03-D8F620C6AAC7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B</a:t>
                </a:r>
              </a:p>
            </p:txBody>
          </p:sp>
        </p:grpSp>
        <p:grpSp>
          <p:nvGrpSpPr>
            <p:cNvPr id="724" name="Group 723">
              <a:extLst>
                <a:ext uri="{FF2B5EF4-FFF2-40B4-BE49-F238E27FC236}">
                  <a16:creationId xmlns:a16="http://schemas.microsoft.com/office/drawing/2014/main" id="{74BDB403-BD37-4AE3-44B6-B8FED8255CCA}"/>
                </a:ext>
              </a:extLst>
            </p:cNvPr>
            <p:cNvGrpSpPr/>
            <p:nvPr/>
          </p:nvGrpSpPr>
          <p:grpSpPr>
            <a:xfrm>
              <a:off x="4968759" y="1279707"/>
              <a:ext cx="2965174" cy="319446"/>
              <a:chOff x="1895686" y="1294238"/>
              <a:chExt cx="3063557" cy="319446"/>
            </a:xfrm>
          </p:grpSpPr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00F5D6D3-639B-BC9C-9EAA-0FEC7AD17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452D5970-6BEE-E891-4297-ABD9043246BC}"/>
                  </a:ext>
                </a:extLst>
              </p:cNvPr>
              <p:cNvSpPr txBox="1"/>
              <p:nvPr/>
            </p:nvSpPr>
            <p:spPr>
              <a:xfrm>
                <a:off x="2717002" y="1294238"/>
                <a:ext cx="1323826" cy="3194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Global Core</a:t>
                </a:r>
              </a:p>
            </p:txBody>
          </p:sp>
        </p:grpSp>
      </p:grp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61C163B8-05BA-B2DD-AEEB-B8BCC8AF961B}"/>
              </a:ext>
            </a:extLst>
          </p:cNvPr>
          <p:cNvCxnSpPr>
            <a:stCxn id="503" idx="5"/>
            <a:endCxn id="474" idx="3"/>
          </p:cNvCxnSpPr>
          <p:nvPr/>
        </p:nvCxnSpPr>
        <p:spPr>
          <a:xfrm flipH="1">
            <a:off x="8449803" y="3440110"/>
            <a:ext cx="816302" cy="97660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Straight Connector 728">
            <a:extLst>
              <a:ext uri="{FF2B5EF4-FFF2-40B4-BE49-F238E27FC236}">
                <a16:creationId xmlns:a16="http://schemas.microsoft.com/office/drawing/2014/main" id="{DFE30B0A-ED31-2817-6028-41C8E25C85C1}"/>
              </a:ext>
            </a:extLst>
          </p:cNvPr>
          <p:cNvCxnSpPr>
            <a:cxnSpLocks/>
          </p:cNvCxnSpPr>
          <p:nvPr/>
        </p:nvCxnSpPr>
        <p:spPr>
          <a:xfrm flipH="1" flipV="1">
            <a:off x="8381154" y="4467640"/>
            <a:ext cx="918939" cy="8920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Straight Connector 730">
            <a:extLst>
              <a:ext uri="{FF2B5EF4-FFF2-40B4-BE49-F238E27FC236}">
                <a16:creationId xmlns:a16="http://schemas.microsoft.com/office/drawing/2014/main" id="{2F4DB6B4-BDE9-F9D1-8A52-6FE089BDDC22}"/>
              </a:ext>
            </a:extLst>
          </p:cNvPr>
          <p:cNvCxnSpPr>
            <a:cxnSpLocks/>
            <a:stCxn id="262" idx="5"/>
          </p:cNvCxnSpPr>
          <p:nvPr/>
        </p:nvCxnSpPr>
        <p:spPr>
          <a:xfrm flipH="1">
            <a:off x="3126463" y="4253698"/>
            <a:ext cx="917023" cy="118140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Straight Connector 733">
            <a:extLst>
              <a:ext uri="{FF2B5EF4-FFF2-40B4-BE49-F238E27FC236}">
                <a16:creationId xmlns:a16="http://schemas.microsoft.com/office/drawing/2014/main" id="{9C15998F-D988-18C6-4170-A6D555816DAA}"/>
              </a:ext>
            </a:extLst>
          </p:cNvPr>
          <p:cNvCxnSpPr>
            <a:cxnSpLocks/>
            <a:stCxn id="124" idx="1"/>
            <a:endCxn id="263" idx="3"/>
          </p:cNvCxnSpPr>
          <p:nvPr/>
        </p:nvCxnSpPr>
        <p:spPr>
          <a:xfrm>
            <a:off x="3054647" y="3492524"/>
            <a:ext cx="835518" cy="742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8" name="Title 2">
            <a:extLst>
              <a:ext uri="{FF2B5EF4-FFF2-40B4-BE49-F238E27FC236}">
                <a16:creationId xmlns:a16="http://schemas.microsoft.com/office/drawing/2014/main" id="{DF66AE21-62D6-77B9-CB95-D1F581DABA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Control plane: </a:t>
            </a:r>
            <a:r>
              <a:rPr lang="en-US" sz="3200" b="0" kern="0" dirty="0">
                <a:solidFill>
                  <a:schemeClr val="tx1"/>
                </a:solidFill>
                <a:latin typeface="+mn-lt"/>
                <a:ea typeface="ＭＳ Ｐゴシック" charset="0"/>
              </a:rPr>
              <a:t>resource control</a:t>
            </a:r>
            <a:endParaRPr lang="en-US" b="0" kern="0" dirty="0">
              <a:solidFill>
                <a:schemeClr val="tx1"/>
              </a:solidFill>
              <a:latin typeface="+mn-lt"/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CA4557E-F6D7-E60D-4816-2347DC986F94}"/>
              </a:ext>
            </a:extLst>
          </p:cNvPr>
          <p:cNvGrpSpPr/>
          <p:nvPr/>
        </p:nvGrpSpPr>
        <p:grpSpPr>
          <a:xfrm>
            <a:off x="1689156" y="1359213"/>
            <a:ext cx="9124230" cy="530352"/>
            <a:chOff x="1551052" y="1773936"/>
            <a:chExt cx="9124230" cy="530352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F758714-6B3B-225C-8FBD-A4F28EDC1765}"/>
                </a:ext>
              </a:extLst>
            </p:cNvPr>
            <p:cNvSpPr/>
            <p:nvPr/>
          </p:nvSpPr>
          <p:spPr>
            <a:xfrm>
              <a:off x="1551052" y="1773936"/>
              <a:ext cx="9124230" cy="53035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5A89E09-311A-EFB4-B415-CEC1C4B58522}"/>
                </a:ext>
              </a:extLst>
            </p:cNvPr>
            <p:cNvSpPr txBox="1"/>
            <p:nvPr/>
          </p:nvSpPr>
          <p:spPr>
            <a:xfrm>
              <a:off x="8727133" y="1801839"/>
              <a:ext cx="18349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control plane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982D4A8-DD22-FE4B-3CFD-EEEF0CE79190}"/>
              </a:ext>
            </a:extLst>
          </p:cNvPr>
          <p:cNvGrpSpPr/>
          <p:nvPr/>
        </p:nvGrpSpPr>
        <p:grpSpPr>
          <a:xfrm>
            <a:off x="1610047" y="1450065"/>
            <a:ext cx="1843668" cy="1818661"/>
            <a:chOff x="1610047" y="1450065"/>
            <a:chExt cx="1843668" cy="1818661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961616B0-174F-FFD0-D1A4-EAC703813842}"/>
                </a:ext>
              </a:extLst>
            </p:cNvPr>
            <p:cNvSpPr/>
            <p:nvPr/>
          </p:nvSpPr>
          <p:spPr>
            <a:xfrm rot="1171871">
              <a:off x="1610047" y="2911709"/>
              <a:ext cx="1423960" cy="357017"/>
            </a:xfrm>
            <a:custGeom>
              <a:avLst/>
              <a:gdLst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7425" h="659338">
                  <a:moveTo>
                    <a:pt x="0" y="300505"/>
                  </a:moveTo>
                  <a:cubicBezTo>
                    <a:pt x="51123" y="144917"/>
                    <a:pt x="306602" y="6650"/>
                    <a:pt x="901516" y="0"/>
                  </a:cubicBezTo>
                  <a:cubicBezTo>
                    <a:pt x="1673907" y="18842"/>
                    <a:pt x="1767137" y="232803"/>
                    <a:pt x="1767425" y="347472"/>
                  </a:cubicBezTo>
                  <a:cubicBezTo>
                    <a:pt x="1761722" y="466147"/>
                    <a:pt x="1540118" y="632738"/>
                    <a:pt x="934628" y="659338"/>
                  </a:cubicBezTo>
                  <a:cubicBezTo>
                    <a:pt x="722423" y="658877"/>
                    <a:pt x="534463" y="654950"/>
                    <a:pt x="294549" y="578288"/>
                  </a:cubicBezTo>
                </a:path>
              </a:pathLst>
            </a:custGeom>
            <a:noFill/>
            <a:ln w="666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D31A329-DD12-E1C4-FCEF-E634E53A2C67}"/>
                </a:ext>
              </a:extLst>
            </p:cNvPr>
            <p:cNvSpPr txBox="1"/>
            <p:nvPr/>
          </p:nvSpPr>
          <p:spPr>
            <a:xfrm>
              <a:off x="1732603" y="1450065"/>
              <a:ext cx="17211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Real-time (&lt; ms)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EBEB708F-46C6-C68B-2091-36CBBC5A25C3}"/>
              </a:ext>
            </a:extLst>
          </p:cNvPr>
          <p:cNvGrpSpPr/>
          <p:nvPr/>
        </p:nvGrpSpPr>
        <p:grpSpPr>
          <a:xfrm>
            <a:off x="1598355" y="1466149"/>
            <a:ext cx="4181834" cy="3436118"/>
            <a:chOff x="1598355" y="1466149"/>
            <a:chExt cx="4181834" cy="3436118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03BEF35-DB6F-058C-C7C7-D92B30139F6F}"/>
                </a:ext>
              </a:extLst>
            </p:cNvPr>
            <p:cNvSpPr/>
            <p:nvPr/>
          </p:nvSpPr>
          <p:spPr>
            <a:xfrm rot="19225350">
              <a:off x="1598355" y="4341633"/>
              <a:ext cx="2808517" cy="560634"/>
            </a:xfrm>
            <a:custGeom>
              <a:avLst/>
              <a:gdLst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575294"/>
                <a:gd name="connsiteY0" fmla="*/ 24099 h 1170134"/>
                <a:gd name="connsiteX1" fmla="*/ 709385 w 1575294"/>
                <a:gd name="connsiteY1" fmla="*/ 510796 h 1170134"/>
                <a:gd name="connsiteX2" fmla="*/ 1575294 w 1575294"/>
                <a:gd name="connsiteY2" fmla="*/ 858268 h 1170134"/>
                <a:gd name="connsiteX3" fmla="*/ 742497 w 1575294"/>
                <a:gd name="connsiteY3" fmla="*/ 1170134 h 1170134"/>
                <a:gd name="connsiteX4" fmla="*/ 102418 w 1575294"/>
                <a:gd name="connsiteY4" fmla="*/ 1089084 h 1170134"/>
                <a:gd name="connsiteX0" fmla="*/ 12901 w 1588195"/>
                <a:gd name="connsiteY0" fmla="*/ 24099 h 1170134"/>
                <a:gd name="connsiteX1" fmla="*/ 722286 w 1588195"/>
                <a:gd name="connsiteY1" fmla="*/ 510796 h 1170134"/>
                <a:gd name="connsiteX2" fmla="*/ 1588195 w 1588195"/>
                <a:gd name="connsiteY2" fmla="*/ 858268 h 1170134"/>
                <a:gd name="connsiteX3" fmla="*/ 755398 w 1588195"/>
                <a:gd name="connsiteY3" fmla="*/ 1170134 h 1170134"/>
                <a:gd name="connsiteX4" fmla="*/ 0 w 1588195"/>
                <a:gd name="connsiteY4" fmla="*/ 158912 h 1170134"/>
                <a:gd name="connsiteX0" fmla="*/ 12901 w 1588195"/>
                <a:gd name="connsiteY0" fmla="*/ 24099 h 1170134"/>
                <a:gd name="connsiteX1" fmla="*/ 722286 w 1588195"/>
                <a:gd name="connsiteY1" fmla="*/ 510796 h 1170134"/>
                <a:gd name="connsiteX2" fmla="*/ 1588195 w 1588195"/>
                <a:gd name="connsiteY2" fmla="*/ 858268 h 1170134"/>
                <a:gd name="connsiteX3" fmla="*/ 755398 w 1588195"/>
                <a:gd name="connsiteY3" fmla="*/ 1170134 h 1170134"/>
                <a:gd name="connsiteX4" fmla="*/ 0 w 1588195"/>
                <a:gd name="connsiteY4" fmla="*/ 158912 h 1170134"/>
                <a:gd name="connsiteX0" fmla="*/ 12901 w 1588195"/>
                <a:gd name="connsiteY0" fmla="*/ 24099 h 998464"/>
                <a:gd name="connsiteX1" fmla="*/ 722286 w 1588195"/>
                <a:gd name="connsiteY1" fmla="*/ 510796 h 998464"/>
                <a:gd name="connsiteX2" fmla="*/ 1588195 w 1588195"/>
                <a:gd name="connsiteY2" fmla="*/ 858268 h 998464"/>
                <a:gd name="connsiteX3" fmla="*/ 286498 w 1588195"/>
                <a:gd name="connsiteY3" fmla="*/ 998465 h 998464"/>
                <a:gd name="connsiteX4" fmla="*/ 0 w 1588195"/>
                <a:gd name="connsiteY4" fmla="*/ 158912 h 998464"/>
                <a:gd name="connsiteX0" fmla="*/ 12901 w 1588195"/>
                <a:gd name="connsiteY0" fmla="*/ 24099 h 998466"/>
                <a:gd name="connsiteX1" fmla="*/ 722286 w 1588195"/>
                <a:gd name="connsiteY1" fmla="*/ 510796 h 998466"/>
                <a:gd name="connsiteX2" fmla="*/ 1588195 w 1588195"/>
                <a:gd name="connsiteY2" fmla="*/ 858268 h 998466"/>
                <a:gd name="connsiteX3" fmla="*/ 286498 w 1588195"/>
                <a:gd name="connsiteY3" fmla="*/ 998465 h 998466"/>
                <a:gd name="connsiteX4" fmla="*/ 0 w 1588195"/>
                <a:gd name="connsiteY4" fmla="*/ 158912 h 998466"/>
                <a:gd name="connsiteX0" fmla="*/ 12901 w 1588195"/>
                <a:gd name="connsiteY0" fmla="*/ 0 h 974365"/>
                <a:gd name="connsiteX1" fmla="*/ 722286 w 1588195"/>
                <a:gd name="connsiteY1" fmla="*/ 486697 h 974365"/>
                <a:gd name="connsiteX2" fmla="*/ 1588195 w 1588195"/>
                <a:gd name="connsiteY2" fmla="*/ 834169 h 974365"/>
                <a:gd name="connsiteX3" fmla="*/ 286498 w 1588195"/>
                <a:gd name="connsiteY3" fmla="*/ 974366 h 974365"/>
                <a:gd name="connsiteX4" fmla="*/ 0 w 1588195"/>
                <a:gd name="connsiteY4" fmla="*/ 134813 h 974365"/>
                <a:gd name="connsiteX0" fmla="*/ 36918 w 1588195"/>
                <a:gd name="connsiteY0" fmla="*/ 1 h 1072768"/>
                <a:gd name="connsiteX1" fmla="*/ 722286 w 1588195"/>
                <a:gd name="connsiteY1" fmla="*/ 585098 h 1072768"/>
                <a:gd name="connsiteX2" fmla="*/ 1588195 w 1588195"/>
                <a:gd name="connsiteY2" fmla="*/ 932570 h 1072768"/>
                <a:gd name="connsiteX3" fmla="*/ 286498 w 1588195"/>
                <a:gd name="connsiteY3" fmla="*/ 1072767 h 1072768"/>
                <a:gd name="connsiteX4" fmla="*/ 0 w 1588195"/>
                <a:gd name="connsiteY4" fmla="*/ 233214 h 1072768"/>
                <a:gd name="connsiteX0" fmla="*/ 36918 w 1588195"/>
                <a:gd name="connsiteY0" fmla="*/ -1 h 1072764"/>
                <a:gd name="connsiteX1" fmla="*/ 722286 w 1588195"/>
                <a:gd name="connsiteY1" fmla="*/ 585096 h 1072764"/>
                <a:gd name="connsiteX2" fmla="*/ 1588195 w 1588195"/>
                <a:gd name="connsiteY2" fmla="*/ 932568 h 1072764"/>
                <a:gd name="connsiteX3" fmla="*/ 286498 w 1588195"/>
                <a:gd name="connsiteY3" fmla="*/ 1072765 h 1072764"/>
                <a:gd name="connsiteX4" fmla="*/ 0 w 1588195"/>
                <a:gd name="connsiteY4" fmla="*/ 233212 h 1072764"/>
                <a:gd name="connsiteX0" fmla="*/ 36918 w 1588195"/>
                <a:gd name="connsiteY0" fmla="*/ 1 h 1072768"/>
                <a:gd name="connsiteX1" fmla="*/ 722286 w 1588195"/>
                <a:gd name="connsiteY1" fmla="*/ 585098 h 1072768"/>
                <a:gd name="connsiteX2" fmla="*/ 1588195 w 1588195"/>
                <a:gd name="connsiteY2" fmla="*/ 932570 h 1072768"/>
                <a:gd name="connsiteX3" fmla="*/ 286498 w 1588195"/>
                <a:gd name="connsiteY3" fmla="*/ 1072767 h 1072768"/>
                <a:gd name="connsiteX4" fmla="*/ 0 w 1588195"/>
                <a:gd name="connsiteY4" fmla="*/ 233214 h 1072768"/>
                <a:gd name="connsiteX0" fmla="*/ 36918 w 1588195"/>
                <a:gd name="connsiteY0" fmla="*/ -1 h 1072764"/>
                <a:gd name="connsiteX1" fmla="*/ 722286 w 1588195"/>
                <a:gd name="connsiteY1" fmla="*/ 585096 h 1072764"/>
                <a:gd name="connsiteX2" fmla="*/ 1588195 w 1588195"/>
                <a:gd name="connsiteY2" fmla="*/ 932568 h 1072764"/>
                <a:gd name="connsiteX3" fmla="*/ 286498 w 1588195"/>
                <a:gd name="connsiteY3" fmla="*/ 1072765 h 1072764"/>
                <a:gd name="connsiteX4" fmla="*/ 0 w 1588195"/>
                <a:gd name="connsiteY4" fmla="*/ 233212 h 1072764"/>
                <a:gd name="connsiteX0" fmla="*/ 36918 w 1588195"/>
                <a:gd name="connsiteY0" fmla="*/ 1 h 973543"/>
                <a:gd name="connsiteX1" fmla="*/ 722286 w 1588195"/>
                <a:gd name="connsiteY1" fmla="*/ 585098 h 973543"/>
                <a:gd name="connsiteX2" fmla="*/ 1588195 w 1588195"/>
                <a:gd name="connsiteY2" fmla="*/ 932570 h 973543"/>
                <a:gd name="connsiteX3" fmla="*/ 296481 w 1588195"/>
                <a:gd name="connsiteY3" fmla="*/ 898277 h 973543"/>
                <a:gd name="connsiteX4" fmla="*/ 0 w 1588195"/>
                <a:gd name="connsiteY4" fmla="*/ 233214 h 973543"/>
                <a:gd name="connsiteX0" fmla="*/ 36918 w 1588329"/>
                <a:gd name="connsiteY0" fmla="*/ -1 h 1098962"/>
                <a:gd name="connsiteX1" fmla="*/ 722286 w 1588329"/>
                <a:gd name="connsiteY1" fmla="*/ 585096 h 1098962"/>
                <a:gd name="connsiteX2" fmla="*/ 1588195 w 1588329"/>
                <a:gd name="connsiteY2" fmla="*/ 932568 h 1098962"/>
                <a:gd name="connsiteX3" fmla="*/ 296481 w 1588329"/>
                <a:gd name="connsiteY3" fmla="*/ 898275 h 1098962"/>
                <a:gd name="connsiteX4" fmla="*/ 0 w 1588329"/>
                <a:gd name="connsiteY4" fmla="*/ 233212 h 1098962"/>
                <a:gd name="connsiteX0" fmla="*/ 36918 w 1588328"/>
                <a:gd name="connsiteY0" fmla="*/ 1 h 1138374"/>
                <a:gd name="connsiteX1" fmla="*/ 722286 w 1588328"/>
                <a:gd name="connsiteY1" fmla="*/ 585098 h 1138374"/>
                <a:gd name="connsiteX2" fmla="*/ 1588195 w 1588328"/>
                <a:gd name="connsiteY2" fmla="*/ 932570 h 1138374"/>
                <a:gd name="connsiteX3" fmla="*/ 296481 w 1588328"/>
                <a:gd name="connsiteY3" fmla="*/ 898277 h 1138374"/>
                <a:gd name="connsiteX4" fmla="*/ 0 w 1588328"/>
                <a:gd name="connsiteY4" fmla="*/ 233214 h 1138374"/>
                <a:gd name="connsiteX0" fmla="*/ 36918 w 1582302"/>
                <a:gd name="connsiteY0" fmla="*/ -1 h 1069745"/>
                <a:gd name="connsiteX1" fmla="*/ 722286 w 1582302"/>
                <a:gd name="connsiteY1" fmla="*/ 585096 h 1069745"/>
                <a:gd name="connsiteX2" fmla="*/ 1582168 w 1582302"/>
                <a:gd name="connsiteY2" fmla="*/ 823677 h 1069745"/>
                <a:gd name="connsiteX3" fmla="*/ 296481 w 1582302"/>
                <a:gd name="connsiteY3" fmla="*/ 898275 h 1069745"/>
                <a:gd name="connsiteX4" fmla="*/ 0 w 1582302"/>
                <a:gd name="connsiteY4" fmla="*/ 233212 h 106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2302" h="1069745">
                  <a:moveTo>
                    <a:pt x="36918" y="-1"/>
                  </a:moveTo>
                  <a:cubicBezTo>
                    <a:pt x="250013" y="316259"/>
                    <a:pt x="355236" y="548717"/>
                    <a:pt x="722286" y="585096"/>
                  </a:cubicBezTo>
                  <a:cubicBezTo>
                    <a:pt x="1494677" y="603938"/>
                    <a:pt x="1562250" y="433205"/>
                    <a:pt x="1582168" y="823677"/>
                  </a:cubicBezTo>
                  <a:cubicBezTo>
                    <a:pt x="1593427" y="1229086"/>
                    <a:pt x="897883" y="1044273"/>
                    <a:pt x="296481" y="898275"/>
                  </a:cubicBezTo>
                  <a:cubicBezTo>
                    <a:pt x="111391" y="697664"/>
                    <a:pt x="127707" y="658286"/>
                    <a:pt x="0" y="233212"/>
                  </a:cubicBezTo>
                </a:path>
              </a:pathLst>
            </a:custGeom>
            <a:noFill/>
            <a:ln w="666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B263B64-272C-6564-E66B-7CE22174BD61}"/>
                </a:ext>
              </a:extLst>
            </p:cNvPr>
            <p:cNvSpPr txBox="1"/>
            <p:nvPr/>
          </p:nvSpPr>
          <p:spPr>
            <a:xfrm>
              <a:off x="3541884" y="1466149"/>
              <a:ext cx="223830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Near real-time (&gt; ms)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24B7429-D57F-275A-73F7-15855CB748DB}"/>
              </a:ext>
            </a:extLst>
          </p:cNvPr>
          <p:cNvGrpSpPr/>
          <p:nvPr/>
        </p:nvGrpSpPr>
        <p:grpSpPr>
          <a:xfrm>
            <a:off x="6231179" y="1461041"/>
            <a:ext cx="4127954" cy="3349732"/>
            <a:chOff x="1021957" y="2680427"/>
            <a:chExt cx="4127954" cy="3349732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B33475B0-410B-DFD8-AF96-21078C6C9EC6}"/>
                </a:ext>
              </a:extLst>
            </p:cNvPr>
            <p:cNvSpPr/>
            <p:nvPr/>
          </p:nvSpPr>
          <p:spPr>
            <a:xfrm rot="1123009">
              <a:off x="1270949" y="3818764"/>
              <a:ext cx="3878962" cy="2211395"/>
            </a:xfrm>
            <a:custGeom>
              <a:avLst/>
              <a:gdLst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4812607"/>
                <a:gd name="connsiteX1" fmla="*/ 901516 w 1767425"/>
                <a:gd name="connsiteY1" fmla="*/ 0 h 4812607"/>
                <a:gd name="connsiteX2" fmla="*/ 1767425 w 1767425"/>
                <a:gd name="connsiteY2" fmla="*/ 347472 h 4812607"/>
                <a:gd name="connsiteX3" fmla="*/ 934628 w 1767425"/>
                <a:gd name="connsiteY3" fmla="*/ 659338 h 4812607"/>
                <a:gd name="connsiteX4" fmla="*/ 150409 w 1767425"/>
                <a:gd name="connsiteY4" fmla="*/ 4811578 h 4812607"/>
                <a:gd name="connsiteX0" fmla="*/ 0 w 1767425"/>
                <a:gd name="connsiteY0" fmla="*/ 300505 h 4815298"/>
                <a:gd name="connsiteX1" fmla="*/ 901516 w 1767425"/>
                <a:gd name="connsiteY1" fmla="*/ 0 h 4815298"/>
                <a:gd name="connsiteX2" fmla="*/ 1767425 w 1767425"/>
                <a:gd name="connsiteY2" fmla="*/ 347472 h 4815298"/>
                <a:gd name="connsiteX3" fmla="*/ 894361 w 1767425"/>
                <a:gd name="connsiteY3" fmla="*/ 3755494 h 4815298"/>
                <a:gd name="connsiteX4" fmla="*/ 150409 w 1767425"/>
                <a:gd name="connsiteY4" fmla="*/ 4811578 h 4815298"/>
                <a:gd name="connsiteX0" fmla="*/ 0 w 1767425"/>
                <a:gd name="connsiteY0" fmla="*/ 300505 h 4815300"/>
                <a:gd name="connsiteX1" fmla="*/ 901516 w 1767425"/>
                <a:gd name="connsiteY1" fmla="*/ 0 h 4815300"/>
                <a:gd name="connsiteX2" fmla="*/ 1767425 w 1767425"/>
                <a:gd name="connsiteY2" fmla="*/ 347472 h 4815300"/>
                <a:gd name="connsiteX3" fmla="*/ 894361 w 1767425"/>
                <a:gd name="connsiteY3" fmla="*/ 3755494 h 4815300"/>
                <a:gd name="connsiteX4" fmla="*/ 150409 w 1767425"/>
                <a:gd name="connsiteY4" fmla="*/ 4811578 h 4815300"/>
                <a:gd name="connsiteX0" fmla="*/ 0 w 1677419"/>
                <a:gd name="connsiteY0" fmla="*/ 4256850 h 4815298"/>
                <a:gd name="connsiteX1" fmla="*/ 811510 w 1677419"/>
                <a:gd name="connsiteY1" fmla="*/ 0 h 4815298"/>
                <a:gd name="connsiteX2" fmla="*/ 1677419 w 1677419"/>
                <a:gd name="connsiteY2" fmla="*/ 347472 h 4815298"/>
                <a:gd name="connsiteX3" fmla="*/ 804355 w 1677419"/>
                <a:gd name="connsiteY3" fmla="*/ 3755494 h 4815298"/>
                <a:gd name="connsiteX4" fmla="*/ 60403 w 1677419"/>
                <a:gd name="connsiteY4" fmla="*/ 4811578 h 4815298"/>
                <a:gd name="connsiteX0" fmla="*/ 0 w 1677419"/>
                <a:gd name="connsiteY0" fmla="*/ 3913396 h 4471846"/>
                <a:gd name="connsiteX1" fmla="*/ 676440 w 1677419"/>
                <a:gd name="connsiteY1" fmla="*/ 2248193 h 4471846"/>
                <a:gd name="connsiteX2" fmla="*/ 1677419 w 1677419"/>
                <a:gd name="connsiteY2" fmla="*/ 4018 h 4471846"/>
                <a:gd name="connsiteX3" fmla="*/ 804355 w 1677419"/>
                <a:gd name="connsiteY3" fmla="*/ 3412040 h 4471846"/>
                <a:gd name="connsiteX4" fmla="*/ 60403 w 1677419"/>
                <a:gd name="connsiteY4" fmla="*/ 4468124 h 4471846"/>
                <a:gd name="connsiteX0" fmla="*/ 0 w 1677419"/>
                <a:gd name="connsiteY0" fmla="*/ 3913396 h 4471844"/>
                <a:gd name="connsiteX1" fmla="*/ 676440 w 1677419"/>
                <a:gd name="connsiteY1" fmla="*/ 2248193 h 4471844"/>
                <a:gd name="connsiteX2" fmla="*/ 1677419 w 1677419"/>
                <a:gd name="connsiteY2" fmla="*/ 4018 h 4471844"/>
                <a:gd name="connsiteX3" fmla="*/ 804355 w 1677419"/>
                <a:gd name="connsiteY3" fmla="*/ 3412040 h 4471844"/>
                <a:gd name="connsiteX4" fmla="*/ 60403 w 1677419"/>
                <a:gd name="connsiteY4" fmla="*/ 4468124 h 4471844"/>
                <a:gd name="connsiteX0" fmla="*/ 0 w 1677419"/>
                <a:gd name="connsiteY0" fmla="*/ 3921817 h 4480267"/>
                <a:gd name="connsiteX1" fmla="*/ 676440 w 1677419"/>
                <a:gd name="connsiteY1" fmla="*/ 2256614 h 4480267"/>
                <a:gd name="connsiteX2" fmla="*/ 1677419 w 1677419"/>
                <a:gd name="connsiteY2" fmla="*/ 12439 h 4480267"/>
                <a:gd name="connsiteX3" fmla="*/ 804355 w 1677419"/>
                <a:gd name="connsiteY3" fmla="*/ 3420461 h 4480267"/>
                <a:gd name="connsiteX4" fmla="*/ 60403 w 1677419"/>
                <a:gd name="connsiteY4" fmla="*/ 4476545 h 4480267"/>
                <a:gd name="connsiteX0" fmla="*/ 0 w 1677491"/>
                <a:gd name="connsiteY0" fmla="*/ 3922571 h 4481019"/>
                <a:gd name="connsiteX1" fmla="*/ 676440 w 1677491"/>
                <a:gd name="connsiteY1" fmla="*/ 2257368 h 4481019"/>
                <a:gd name="connsiteX2" fmla="*/ 1677419 w 1677491"/>
                <a:gd name="connsiteY2" fmla="*/ 13193 h 4481019"/>
                <a:gd name="connsiteX3" fmla="*/ 804355 w 1677491"/>
                <a:gd name="connsiteY3" fmla="*/ 3421215 h 4481019"/>
                <a:gd name="connsiteX4" fmla="*/ 60403 w 1677491"/>
                <a:gd name="connsiteY4" fmla="*/ 4477299 h 4481019"/>
                <a:gd name="connsiteX0" fmla="*/ 0 w 1681009"/>
                <a:gd name="connsiteY0" fmla="*/ 3972739 h 4531189"/>
                <a:gd name="connsiteX1" fmla="*/ 676440 w 1681009"/>
                <a:gd name="connsiteY1" fmla="*/ 2307536 h 4531189"/>
                <a:gd name="connsiteX2" fmla="*/ 1677419 w 1681009"/>
                <a:gd name="connsiteY2" fmla="*/ 63361 h 4531189"/>
                <a:gd name="connsiteX3" fmla="*/ 804355 w 1681009"/>
                <a:gd name="connsiteY3" fmla="*/ 3471383 h 4531189"/>
                <a:gd name="connsiteX4" fmla="*/ 60403 w 1681009"/>
                <a:gd name="connsiteY4" fmla="*/ 4527467 h 4531189"/>
                <a:gd name="connsiteX0" fmla="*/ 0 w 1677790"/>
                <a:gd name="connsiteY0" fmla="*/ 3929202 h 4486988"/>
                <a:gd name="connsiteX1" fmla="*/ 676440 w 1677790"/>
                <a:gd name="connsiteY1" fmla="*/ 2263999 h 4486988"/>
                <a:gd name="connsiteX2" fmla="*/ 1677419 w 1677790"/>
                <a:gd name="connsiteY2" fmla="*/ 19824 h 4486988"/>
                <a:gd name="connsiteX3" fmla="*/ 776669 w 1677790"/>
                <a:gd name="connsiteY3" fmla="*/ 3170486 h 4486988"/>
                <a:gd name="connsiteX4" fmla="*/ 60403 w 1677790"/>
                <a:gd name="connsiteY4" fmla="*/ 4483930 h 4486988"/>
                <a:gd name="connsiteX0" fmla="*/ 0 w 1677834"/>
                <a:gd name="connsiteY0" fmla="*/ 3929202 h 4486986"/>
                <a:gd name="connsiteX1" fmla="*/ 676440 w 1677834"/>
                <a:gd name="connsiteY1" fmla="*/ 2263999 h 4486986"/>
                <a:gd name="connsiteX2" fmla="*/ 1677419 w 1677834"/>
                <a:gd name="connsiteY2" fmla="*/ 19824 h 4486986"/>
                <a:gd name="connsiteX3" fmla="*/ 776669 w 1677834"/>
                <a:gd name="connsiteY3" fmla="*/ 3170486 h 4486986"/>
                <a:gd name="connsiteX4" fmla="*/ 60403 w 1677834"/>
                <a:gd name="connsiteY4" fmla="*/ 4483930 h 4486986"/>
                <a:gd name="connsiteX0" fmla="*/ 0 w 1677834"/>
                <a:gd name="connsiteY0" fmla="*/ 3929202 h 4488730"/>
                <a:gd name="connsiteX1" fmla="*/ 676440 w 1677834"/>
                <a:gd name="connsiteY1" fmla="*/ 2263999 h 4488730"/>
                <a:gd name="connsiteX2" fmla="*/ 1677419 w 1677834"/>
                <a:gd name="connsiteY2" fmla="*/ 19824 h 4488730"/>
                <a:gd name="connsiteX3" fmla="*/ 776669 w 1677834"/>
                <a:gd name="connsiteY3" fmla="*/ 3170486 h 4488730"/>
                <a:gd name="connsiteX4" fmla="*/ 60403 w 1677834"/>
                <a:gd name="connsiteY4" fmla="*/ 4483930 h 4488730"/>
                <a:gd name="connsiteX0" fmla="*/ 126010 w 1803844"/>
                <a:gd name="connsiteY0" fmla="*/ 3929202 h 4352789"/>
                <a:gd name="connsiteX1" fmla="*/ 802450 w 1803844"/>
                <a:gd name="connsiteY1" fmla="*/ 2263999 h 4352789"/>
                <a:gd name="connsiteX2" fmla="*/ 1803429 w 1803844"/>
                <a:gd name="connsiteY2" fmla="*/ 19824 h 4352789"/>
                <a:gd name="connsiteX3" fmla="*/ 902679 w 1803844"/>
                <a:gd name="connsiteY3" fmla="*/ 3170486 h 4352789"/>
                <a:gd name="connsiteX4" fmla="*/ 0 w 1803844"/>
                <a:gd name="connsiteY4" fmla="*/ 4347159 h 4352789"/>
                <a:gd name="connsiteX0" fmla="*/ 126010 w 1803844"/>
                <a:gd name="connsiteY0" fmla="*/ 3929202 h 4347159"/>
                <a:gd name="connsiteX1" fmla="*/ 802450 w 1803844"/>
                <a:gd name="connsiteY1" fmla="*/ 2263999 h 4347159"/>
                <a:gd name="connsiteX2" fmla="*/ 1803429 w 1803844"/>
                <a:gd name="connsiteY2" fmla="*/ 19824 h 4347159"/>
                <a:gd name="connsiteX3" fmla="*/ 902679 w 1803844"/>
                <a:gd name="connsiteY3" fmla="*/ 3170486 h 4347159"/>
                <a:gd name="connsiteX4" fmla="*/ 0 w 1803844"/>
                <a:gd name="connsiteY4" fmla="*/ 4347159 h 4347159"/>
                <a:gd name="connsiteX0" fmla="*/ 49372 w 1803844"/>
                <a:gd name="connsiteY0" fmla="*/ 3977714 h 4347159"/>
                <a:gd name="connsiteX1" fmla="*/ 802450 w 1803844"/>
                <a:gd name="connsiteY1" fmla="*/ 2263999 h 4347159"/>
                <a:gd name="connsiteX2" fmla="*/ 1803429 w 1803844"/>
                <a:gd name="connsiteY2" fmla="*/ 19824 h 4347159"/>
                <a:gd name="connsiteX3" fmla="*/ 902679 w 1803844"/>
                <a:gd name="connsiteY3" fmla="*/ 3170486 h 4347159"/>
                <a:gd name="connsiteX4" fmla="*/ 0 w 1803844"/>
                <a:gd name="connsiteY4" fmla="*/ 4347159 h 4347159"/>
                <a:gd name="connsiteX0" fmla="*/ 49372 w 1803844"/>
                <a:gd name="connsiteY0" fmla="*/ 3977714 h 4347159"/>
                <a:gd name="connsiteX1" fmla="*/ 802450 w 1803844"/>
                <a:gd name="connsiteY1" fmla="*/ 2263999 h 4347159"/>
                <a:gd name="connsiteX2" fmla="*/ 1803429 w 1803844"/>
                <a:gd name="connsiteY2" fmla="*/ 19824 h 4347159"/>
                <a:gd name="connsiteX3" fmla="*/ 902679 w 1803844"/>
                <a:gd name="connsiteY3" fmla="*/ 3170486 h 4347159"/>
                <a:gd name="connsiteX4" fmla="*/ 0 w 1803844"/>
                <a:gd name="connsiteY4" fmla="*/ 4347159 h 4347159"/>
                <a:gd name="connsiteX0" fmla="*/ 49372 w 1803958"/>
                <a:gd name="connsiteY0" fmla="*/ 3989480 h 4358925"/>
                <a:gd name="connsiteX1" fmla="*/ 789109 w 1803958"/>
                <a:gd name="connsiteY1" fmla="*/ 2107211 h 4358925"/>
                <a:gd name="connsiteX2" fmla="*/ 1803429 w 1803958"/>
                <a:gd name="connsiteY2" fmla="*/ 31590 h 4358925"/>
                <a:gd name="connsiteX3" fmla="*/ 902679 w 1803958"/>
                <a:gd name="connsiteY3" fmla="*/ 3182252 h 4358925"/>
                <a:gd name="connsiteX4" fmla="*/ 0 w 1803958"/>
                <a:gd name="connsiteY4" fmla="*/ 4358925 h 4358925"/>
                <a:gd name="connsiteX0" fmla="*/ 49372 w 1803526"/>
                <a:gd name="connsiteY0" fmla="*/ 3973720 h 4343165"/>
                <a:gd name="connsiteX1" fmla="*/ 789109 w 1803526"/>
                <a:gd name="connsiteY1" fmla="*/ 2091451 h 4343165"/>
                <a:gd name="connsiteX2" fmla="*/ 1803429 w 1803526"/>
                <a:gd name="connsiteY2" fmla="*/ 15830 h 4343165"/>
                <a:gd name="connsiteX3" fmla="*/ 839793 w 1803526"/>
                <a:gd name="connsiteY3" fmla="*/ 2787939 h 4343165"/>
                <a:gd name="connsiteX4" fmla="*/ 0 w 1803526"/>
                <a:gd name="connsiteY4" fmla="*/ 4343165 h 4343165"/>
                <a:gd name="connsiteX0" fmla="*/ 49372 w 1803527"/>
                <a:gd name="connsiteY0" fmla="*/ 3973720 h 4343165"/>
                <a:gd name="connsiteX1" fmla="*/ 789109 w 1803527"/>
                <a:gd name="connsiteY1" fmla="*/ 2091451 h 4343165"/>
                <a:gd name="connsiteX2" fmla="*/ 1803429 w 1803527"/>
                <a:gd name="connsiteY2" fmla="*/ 15830 h 4343165"/>
                <a:gd name="connsiteX3" fmla="*/ 839793 w 1803527"/>
                <a:gd name="connsiteY3" fmla="*/ 2787939 h 4343165"/>
                <a:gd name="connsiteX4" fmla="*/ 0 w 1803527"/>
                <a:gd name="connsiteY4" fmla="*/ 4343165 h 4343165"/>
                <a:gd name="connsiteX0" fmla="*/ 49372 w 1803527"/>
                <a:gd name="connsiteY0" fmla="*/ 3973720 h 4343165"/>
                <a:gd name="connsiteX1" fmla="*/ 789109 w 1803527"/>
                <a:gd name="connsiteY1" fmla="*/ 2091451 h 4343165"/>
                <a:gd name="connsiteX2" fmla="*/ 1803429 w 1803527"/>
                <a:gd name="connsiteY2" fmla="*/ 15830 h 4343165"/>
                <a:gd name="connsiteX3" fmla="*/ 839793 w 1803527"/>
                <a:gd name="connsiteY3" fmla="*/ 2787939 h 4343165"/>
                <a:gd name="connsiteX4" fmla="*/ 0 w 1803527"/>
                <a:gd name="connsiteY4" fmla="*/ 4343165 h 4343165"/>
                <a:gd name="connsiteX0" fmla="*/ 49372 w 1803601"/>
                <a:gd name="connsiteY0" fmla="*/ 3978346 h 4347791"/>
                <a:gd name="connsiteX1" fmla="*/ 772594 w 1803601"/>
                <a:gd name="connsiteY1" fmla="*/ 2026075 h 4347791"/>
                <a:gd name="connsiteX2" fmla="*/ 1803429 w 1803601"/>
                <a:gd name="connsiteY2" fmla="*/ 20456 h 4347791"/>
                <a:gd name="connsiteX3" fmla="*/ 839793 w 1803601"/>
                <a:gd name="connsiteY3" fmla="*/ 2792565 h 4347791"/>
                <a:gd name="connsiteX4" fmla="*/ 0 w 1803601"/>
                <a:gd name="connsiteY4" fmla="*/ 4347791 h 4347791"/>
                <a:gd name="connsiteX0" fmla="*/ 49372 w 1803601"/>
                <a:gd name="connsiteY0" fmla="*/ 3978346 h 4347791"/>
                <a:gd name="connsiteX1" fmla="*/ 772594 w 1803601"/>
                <a:gd name="connsiteY1" fmla="*/ 2026075 h 4347791"/>
                <a:gd name="connsiteX2" fmla="*/ 1803429 w 1803601"/>
                <a:gd name="connsiteY2" fmla="*/ 20456 h 4347791"/>
                <a:gd name="connsiteX3" fmla="*/ 839793 w 1803601"/>
                <a:gd name="connsiteY3" fmla="*/ 2792565 h 4347791"/>
                <a:gd name="connsiteX4" fmla="*/ 0 w 1803601"/>
                <a:gd name="connsiteY4" fmla="*/ 4347791 h 4347791"/>
                <a:gd name="connsiteX0" fmla="*/ 49372 w 1803601"/>
                <a:gd name="connsiteY0" fmla="*/ 3978346 h 4347791"/>
                <a:gd name="connsiteX1" fmla="*/ 772594 w 1803601"/>
                <a:gd name="connsiteY1" fmla="*/ 2026075 h 4347791"/>
                <a:gd name="connsiteX2" fmla="*/ 1803429 w 1803601"/>
                <a:gd name="connsiteY2" fmla="*/ 20456 h 4347791"/>
                <a:gd name="connsiteX3" fmla="*/ 839793 w 1803601"/>
                <a:gd name="connsiteY3" fmla="*/ 2792565 h 4347791"/>
                <a:gd name="connsiteX4" fmla="*/ 0 w 1803601"/>
                <a:gd name="connsiteY4" fmla="*/ 4347791 h 4347791"/>
                <a:gd name="connsiteX0" fmla="*/ 49372 w 1808084"/>
                <a:gd name="connsiteY0" fmla="*/ 4053656 h 4423101"/>
                <a:gd name="connsiteX1" fmla="*/ 772594 w 1808084"/>
                <a:gd name="connsiteY1" fmla="*/ 2101385 h 4423101"/>
                <a:gd name="connsiteX2" fmla="*/ 1803429 w 1808084"/>
                <a:gd name="connsiteY2" fmla="*/ 95766 h 4423101"/>
                <a:gd name="connsiteX3" fmla="*/ 839793 w 1808084"/>
                <a:gd name="connsiteY3" fmla="*/ 2867875 h 4423101"/>
                <a:gd name="connsiteX4" fmla="*/ 0 w 1808084"/>
                <a:gd name="connsiteY4" fmla="*/ 4423101 h 4423101"/>
                <a:gd name="connsiteX0" fmla="*/ 49372 w 1803773"/>
                <a:gd name="connsiteY0" fmla="*/ 3974873 h 4344318"/>
                <a:gd name="connsiteX1" fmla="*/ 772594 w 1803773"/>
                <a:gd name="connsiteY1" fmla="*/ 2022602 h 4344318"/>
                <a:gd name="connsiteX2" fmla="*/ 1803429 w 1803773"/>
                <a:gd name="connsiteY2" fmla="*/ 16983 h 4344318"/>
                <a:gd name="connsiteX3" fmla="*/ 865990 w 1803773"/>
                <a:gd name="connsiteY3" fmla="*/ 2704127 h 4344318"/>
                <a:gd name="connsiteX4" fmla="*/ 0 w 1803773"/>
                <a:gd name="connsiteY4" fmla="*/ 4344318 h 4344318"/>
                <a:gd name="connsiteX0" fmla="*/ 49372 w 1803781"/>
                <a:gd name="connsiteY0" fmla="*/ 3974871 h 4344316"/>
                <a:gd name="connsiteX1" fmla="*/ 772594 w 1803781"/>
                <a:gd name="connsiteY1" fmla="*/ 2022600 h 4344316"/>
                <a:gd name="connsiteX2" fmla="*/ 1803429 w 1803781"/>
                <a:gd name="connsiteY2" fmla="*/ 16981 h 4344316"/>
                <a:gd name="connsiteX3" fmla="*/ 865990 w 1803781"/>
                <a:gd name="connsiteY3" fmla="*/ 2704125 h 4344316"/>
                <a:gd name="connsiteX4" fmla="*/ 0 w 1803781"/>
                <a:gd name="connsiteY4" fmla="*/ 4344316 h 4344316"/>
                <a:gd name="connsiteX0" fmla="*/ 49372 w 1803781"/>
                <a:gd name="connsiteY0" fmla="*/ 3974871 h 4344316"/>
                <a:gd name="connsiteX1" fmla="*/ 772594 w 1803781"/>
                <a:gd name="connsiteY1" fmla="*/ 2022600 h 4344316"/>
                <a:gd name="connsiteX2" fmla="*/ 1803429 w 1803781"/>
                <a:gd name="connsiteY2" fmla="*/ 16981 h 4344316"/>
                <a:gd name="connsiteX3" fmla="*/ 865990 w 1803781"/>
                <a:gd name="connsiteY3" fmla="*/ 2704125 h 4344316"/>
                <a:gd name="connsiteX4" fmla="*/ 0 w 1803781"/>
                <a:gd name="connsiteY4" fmla="*/ 4344316 h 4344316"/>
                <a:gd name="connsiteX0" fmla="*/ 49372 w 1807770"/>
                <a:gd name="connsiteY0" fmla="*/ 4042092 h 4411537"/>
                <a:gd name="connsiteX1" fmla="*/ 772594 w 1807770"/>
                <a:gd name="connsiteY1" fmla="*/ 2089821 h 4411537"/>
                <a:gd name="connsiteX2" fmla="*/ 1803429 w 1807770"/>
                <a:gd name="connsiteY2" fmla="*/ 84202 h 4411537"/>
                <a:gd name="connsiteX3" fmla="*/ 865990 w 1807770"/>
                <a:gd name="connsiteY3" fmla="*/ 2771346 h 4411537"/>
                <a:gd name="connsiteX4" fmla="*/ 0 w 1807770"/>
                <a:gd name="connsiteY4" fmla="*/ 4411537 h 441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7770" h="4411537">
                  <a:moveTo>
                    <a:pt x="49372" y="4042092"/>
                  </a:moveTo>
                  <a:cubicBezTo>
                    <a:pt x="270806" y="3357655"/>
                    <a:pt x="409947" y="3043622"/>
                    <a:pt x="772594" y="2089821"/>
                  </a:cubicBezTo>
                  <a:cubicBezTo>
                    <a:pt x="1446609" y="403625"/>
                    <a:pt x="1744881" y="-248904"/>
                    <a:pt x="1803429" y="84202"/>
                  </a:cubicBezTo>
                  <a:cubicBezTo>
                    <a:pt x="1861977" y="417308"/>
                    <a:pt x="1316855" y="1669333"/>
                    <a:pt x="865990" y="2771346"/>
                  </a:cubicBezTo>
                  <a:cubicBezTo>
                    <a:pt x="550646" y="3593786"/>
                    <a:pt x="351374" y="4232599"/>
                    <a:pt x="0" y="4411537"/>
                  </a:cubicBezTo>
                </a:path>
              </a:pathLst>
            </a:custGeom>
            <a:noFill/>
            <a:ln w="666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32B2E99-A0D2-C505-F1B3-F9E443165A7D}"/>
                </a:ext>
              </a:extLst>
            </p:cNvPr>
            <p:cNvSpPr txBox="1"/>
            <p:nvPr/>
          </p:nvSpPr>
          <p:spPr>
            <a:xfrm>
              <a:off x="1021957" y="2680427"/>
              <a:ext cx="229120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Non real-time (&gt;&gt; ms)</a:t>
              </a: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4ED5CE0-E3BF-20A3-334E-B33E99A767F0}"/>
              </a:ext>
            </a:extLst>
          </p:cNvPr>
          <p:cNvSpPr/>
          <p:nvPr/>
        </p:nvSpPr>
        <p:spPr>
          <a:xfrm>
            <a:off x="1792942" y="4374421"/>
            <a:ext cx="8804078" cy="1685722"/>
          </a:xfrm>
          <a:custGeom>
            <a:avLst/>
            <a:gdLst>
              <a:gd name="connsiteX0" fmla="*/ 0 w 8785411"/>
              <a:gd name="connsiteY0" fmla="*/ 1541929 h 1667435"/>
              <a:gd name="connsiteX1" fmla="*/ 1201270 w 8785411"/>
              <a:gd name="connsiteY1" fmla="*/ 788894 h 1667435"/>
              <a:gd name="connsiteX2" fmla="*/ 2438400 w 8785411"/>
              <a:gd name="connsiteY2" fmla="*/ 17929 h 1667435"/>
              <a:gd name="connsiteX3" fmla="*/ 6472517 w 8785411"/>
              <a:gd name="connsiteY3" fmla="*/ 0 h 1667435"/>
              <a:gd name="connsiteX4" fmla="*/ 7871011 w 8785411"/>
              <a:gd name="connsiteY4" fmla="*/ 1219200 h 1667435"/>
              <a:gd name="connsiteX5" fmla="*/ 8785411 w 8785411"/>
              <a:gd name="connsiteY5" fmla="*/ 1362635 h 1667435"/>
              <a:gd name="connsiteX6" fmla="*/ 7709647 w 8785411"/>
              <a:gd name="connsiteY6" fmla="*/ 1577788 h 1667435"/>
              <a:gd name="connsiteX7" fmla="*/ 6454588 w 8785411"/>
              <a:gd name="connsiteY7" fmla="*/ 286870 h 1667435"/>
              <a:gd name="connsiteX8" fmla="*/ 2456329 w 8785411"/>
              <a:gd name="connsiteY8" fmla="*/ 322729 h 1667435"/>
              <a:gd name="connsiteX9" fmla="*/ 89647 w 8785411"/>
              <a:gd name="connsiteY9" fmla="*/ 1667435 h 1667435"/>
              <a:gd name="connsiteX0" fmla="*/ 0 w 8786351"/>
              <a:gd name="connsiteY0" fmla="*/ 1541929 h 1667435"/>
              <a:gd name="connsiteX1" fmla="*/ 1201270 w 8786351"/>
              <a:gd name="connsiteY1" fmla="*/ 788894 h 1667435"/>
              <a:gd name="connsiteX2" fmla="*/ 2438400 w 8786351"/>
              <a:gd name="connsiteY2" fmla="*/ 17929 h 1667435"/>
              <a:gd name="connsiteX3" fmla="*/ 6472517 w 8786351"/>
              <a:gd name="connsiteY3" fmla="*/ 0 h 1667435"/>
              <a:gd name="connsiteX4" fmla="*/ 7871011 w 8786351"/>
              <a:gd name="connsiteY4" fmla="*/ 1219200 h 1667435"/>
              <a:gd name="connsiteX5" fmla="*/ 8785411 w 8786351"/>
              <a:gd name="connsiteY5" fmla="*/ 1362635 h 1667435"/>
              <a:gd name="connsiteX6" fmla="*/ 7709647 w 8786351"/>
              <a:gd name="connsiteY6" fmla="*/ 1577788 h 1667435"/>
              <a:gd name="connsiteX7" fmla="*/ 6454588 w 8786351"/>
              <a:gd name="connsiteY7" fmla="*/ 286870 h 1667435"/>
              <a:gd name="connsiteX8" fmla="*/ 2456329 w 8786351"/>
              <a:gd name="connsiteY8" fmla="*/ 322729 h 1667435"/>
              <a:gd name="connsiteX9" fmla="*/ 89647 w 8786351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76085 h 1701591"/>
              <a:gd name="connsiteX1" fmla="*/ 1201270 w 8786149"/>
              <a:gd name="connsiteY1" fmla="*/ 823050 h 1701591"/>
              <a:gd name="connsiteX2" fmla="*/ 2438400 w 8786149"/>
              <a:gd name="connsiteY2" fmla="*/ 52085 h 1701591"/>
              <a:gd name="connsiteX3" fmla="*/ 6472517 w 8786149"/>
              <a:gd name="connsiteY3" fmla="*/ 34156 h 1701591"/>
              <a:gd name="connsiteX4" fmla="*/ 7871011 w 8786149"/>
              <a:gd name="connsiteY4" fmla="*/ 1253356 h 1701591"/>
              <a:gd name="connsiteX5" fmla="*/ 8785411 w 8786149"/>
              <a:gd name="connsiteY5" fmla="*/ 1396791 h 1701591"/>
              <a:gd name="connsiteX6" fmla="*/ 7709647 w 8786149"/>
              <a:gd name="connsiteY6" fmla="*/ 1611944 h 1701591"/>
              <a:gd name="connsiteX7" fmla="*/ 6454588 w 8786149"/>
              <a:gd name="connsiteY7" fmla="*/ 321026 h 1701591"/>
              <a:gd name="connsiteX8" fmla="*/ 2456329 w 8786149"/>
              <a:gd name="connsiteY8" fmla="*/ 356885 h 1701591"/>
              <a:gd name="connsiteX9" fmla="*/ 89647 w 8786149"/>
              <a:gd name="connsiteY9" fmla="*/ 1701591 h 1701591"/>
              <a:gd name="connsiteX0" fmla="*/ 0 w 8786149"/>
              <a:gd name="connsiteY0" fmla="*/ 1576085 h 1701591"/>
              <a:gd name="connsiteX1" fmla="*/ 1201270 w 8786149"/>
              <a:gd name="connsiteY1" fmla="*/ 823050 h 1701591"/>
              <a:gd name="connsiteX2" fmla="*/ 2438400 w 8786149"/>
              <a:gd name="connsiteY2" fmla="*/ 52085 h 1701591"/>
              <a:gd name="connsiteX3" fmla="*/ 6472517 w 8786149"/>
              <a:gd name="connsiteY3" fmla="*/ 34156 h 1701591"/>
              <a:gd name="connsiteX4" fmla="*/ 7871011 w 8786149"/>
              <a:gd name="connsiteY4" fmla="*/ 1253356 h 1701591"/>
              <a:gd name="connsiteX5" fmla="*/ 8785411 w 8786149"/>
              <a:gd name="connsiteY5" fmla="*/ 1396791 h 1701591"/>
              <a:gd name="connsiteX6" fmla="*/ 7709647 w 8786149"/>
              <a:gd name="connsiteY6" fmla="*/ 1611944 h 1701591"/>
              <a:gd name="connsiteX7" fmla="*/ 6454588 w 8786149"/>
              <a:gd name="connsiteY7" fmla="*/ 321026 h 1701591"/>
              <a:gd name="connsiteX8" fmla="*/ 2456329 w 8786149"/>
              <a:gd name="connsiteY8" fmla="*/ 356885 h 1701591"/>
              <a:gd name="connsiteX9" fmla="*/ 89647 w 8786149"/>
              <a:gd name="connsiteY9" fmla="*/ 1701591 h 1701591"/>
              <a:gd name="connsiteX0" fmla="*/ 0 w 8786149"/>
              <a:gd name="connsiteY0" fmla="*/ 1757401 h 1882907"/>
              <a:gd name="connsiteX1" fmla="*/ 1201270 w 8786149"/>
              <a:gd name="connsiteY1" fmla="*/ 1004366 h 1882907"/>
              <a:gd name="connsiteX2" fmla="*/ 2438400 w 8786149"/>
              <a:gd name="connsiteY2" fmla="*/ 233401 h 1882907"/>
              <a:gd name="connsiteX3" fmla="*/ 6472517 w 8786149"/>
              <a:gd name="connsiteY3" fmla="*/ 215472 h 1882907"/>
              <a:gd name="connsiteX4" fmla="*/ 7871011 w 8786149"/>
              <a:gd name="connsiteY4" fmla="*/ 1434672 h 1882907"/>
              <a:gd name="connsiteX5" fmla="*/ 8785411 w 8786149"/>
              <a:gd name="connsiteY5" fmla="*/ 1578107 h 1882907"/>
              <a:gd name="connsiteX6" fmla="*/ 7709647 w 8786149"/>
              <a:gd name="connsiteY6" fmla="*/ 1793260 h 1882907"/>
              <a:gd name="connsiteX7" fmla="*/ 6454588 w 8786149"/>
              <a:gd name="connsiteY7" fmla="*/ 502342 h 1882907"/>
              <a:gd name="connsiteX8" fmla="*/ 2456329 w 8786149"/>
              <a:gd name="connsiteY8" fmla="*/ 538201 h 1882907"/>
              <a:gd name="connsiteX9" fmla="*/ 89647 w 8786149"/>
              <a:gd name="connsiteY9" fmla="*/ 1882907 h 1882907"/>
              <a:gd name="connsiteX0" fmla="*/ 0 w 8786149"/>
              <a:gd name="connsiteY0" fmla="*/ 1664118 h 1789624"/>
              <a:gd name="connsiteX1" fmla="*/ 1201270 w 8786149"/>
              <a:gd name="connsiteY1" fmla="*/ 911083 h 1789624"/>
              <a:gd name="connsiteX2" fmla="*/ 2438400 w 8786149"/>
              <a:gd name="connsiteY2" fmla="*/ 140118 h 1789624"/>
              <a:gd name="connsiteX3" fmla="*/ 6472517 w 8786149"/>
              <a:gd name="connsiteY3" fmla="*/ 122189 h 1789624"/>
              <a:gd name="connsiteX4" fmla="*/ 7871011 w 8786149"/>
              <a:gd name="connsiteY4" fmla="*/ 1341389 h 1789624"/>
              <a:gd name="connsiteX5" fmla="*/ 8785411 w 8786149"/>
              <a:gd name="connsiteY5" fmla="*/ 1484824 h 1789624"/>
              <a:gd name="connsiteX6" fmla="*/ 7709647 w 8786149"/>
              <a:gd name="connsiteY6" fmla="*/ 1699977 h 1789624"/>
              <a:gd name="connsiteX7" fmla="*/ 6454588 w 8786149"/>
              <a:gd name="connsiteY7" fmla="*/ 409059 h 1789624"/>
              <a:gd name="connsiteX8" fmla="*/ 2456329 w 8786149"/>
              <a:gd name="connsiteY8" fmla="*/ 444918 h 1789624"/>
              <a:gd name="connsiteX9" fmla="*/ 89647 w 8786149"/>
              <a:gd name="connsiteY9" fmla="*/ 1789624 h 1789624"/>
              <a:gd name="connsiteX0" fmla="*/ 0 w 8786149"/>
              <a:gd name="connsiteY0" fmla="*/ 1664118 h 1789624"/>
              <a:gd name="connsiteX1" fmla="*/ 1201270 w 8786149"/>
              <a:gd name="connsiteY1" fmla="*/ 911083 h 1789624"/>
              <a:gd name="connsiteX2" fmla="*/ 2438400 w 8786149"/>
              <a:gd name="connsiteY2" fmla="*/ 140118 h 1789624"/>
              <a:gd name="connsiteX3" fmla="*/ 6472517 w 8786149"/>
              <a:gd name="connsiteY3" fmla="*/ 122189 h 1789624"/>
              <a:gd name="connsiteX4" fmla="*/ 7871011 w 8786149"/>
              <a:gd name="connsiteY4" fmla="*/ 1341389 h 1789624"/>
              <a:gd name="connsiteX5" fmla="*/ 8785411 w 8786149"/>
              <a:gd name="connsiteY5" fmla="*/ 1484824 h 1789624"/>
              <a:gd name="connsiteX6" fmla="*/ 7709647 w 8786149"/>
              <a:gd name="connsiteY6" fmla="*/ 1699977 h 1789624"/>
              <a:gd name="connsiteX7" fmla="*/ 6454588 w 8786149"/>
              <a:gd name="connsiteY7" fmla="*/ 409059 h 1789624"/>
              <a:gd name="connsiteX8" fmla="*/ 2456329 w 8786149"/>
              <a:gd name="connsiteY8" fmla="*/ 444918 h 1789624"/>
              <a:gd name="connsiteX9" fmla="*/ 89647 w 8786149"/>
              <a:gd name="connsiteY9" fmla="*/ 1789624 h 1789624"/>
              <a:gd name="connsiteX0" fmla="*/ 0 w 8786149"/>
              <a:gd name="connsiteY0" fmla="*/ 1609787 h 1735293"/>
              <a:gd name="connsiteX1" fmla="*/ 1201270 w 8786149"/>
              <a:gd name="connsiteY1" fmla="*/ 856752 h 1735293"/>
              <a:gd name="connsiteX2" fmla="*/ 2438400 w 8786149"/>
              <a:gd name="connsiteY2" fmla="*/ 85787 h 1735293"/>
              <a:gd name="connsiteX3" fmla="*/ 6454588 w 8786149"/>
              <a:gd name="connsiteY3" fmla="*/ 175435 h 1735293"/>
              <a:gd name="connsiteX4" fmla="*/ 7871011 w 8786149"/>
              <a:gd name="connsiteY4" fmla="*/ 1287058 h 1735293"/>
              <a:gd name="connsiteX5" fmla="*/ 8785411 w 8786149"/>
              <a:gd name="connsiteY5" fmla="*/ 1430493 h 1735293"/>
              <a:gd name="connsiteX6" fmla="*/ 7709647 w 8786149"/>
              <a:gd name="connsiteY6" fmla="*/ 1645646 h 1735293"/>
              <a:gd name="connsiteX7" fmla="*/ 6454588 w 8786149"/>
              <a:gd name="connsiteY7" fmla="*/ 354728 h 1735293"/>
              <a:gd name="connsiteX8" fmla="*/ 2456329 w 8786149"/>
              <a:gd name="connsiteY8" fmla="*/ 390587 h 1735293"/>
              <a:gd name="connsiteX9" fmla="*/ 89647 w 8786149"/>
              <a:gd name="connsiteY9" fmla="*/ 1735293 h 1735293"/>
              <a:gd name="connsiteX0" fmla="*/ 0 w 8786149"/>
              <a:gd name="connsiteY0" fmla="*/ 1599436 h 1724942"/>
              <a:gd name="connsiteX1" fmla="*/ 1201270 w 8786149"/>
              <a:gd name="connsiteY1" fmla="*/ 846401 h 1724942"/>
              <a:gd name="connsiteX2" fmla="*/ 2438400 w 8786149"/>
              <a:gd name="connsiteY2" fmla="*/ 75436 h 1724942"/>
              <a:gd name="connsiteX3" fmla="*/ 6454588 w 8786149"/>
              <a:gd name="connsiteY3" fmla="*/ 165084 h 1724942"/>
              <a:gd name="connsiteX4" fmla="*/ 7871011 w 8786149"/>
              <a:gd name="connsiteY4" fmla="*/ 1276707 h 1724942"/>
              <a:gd name="connsiteX5" fmla="*/ 8785411 w 8786149"/>
              <a:gd name="connsiteY5" fmla="*/ 1420142 h 1724942"/>
              <a:gd name="connsiteX6" fmla="*/ 7709647 w 8786149"/>
              <a:gd name="connsiteY6" fmla="*/ 1635295 h 1724942"/>
              <a:gd name="connsiteX7" fmla="*/ 6454588 w 8786149"/>
              <a:gd name="connsiteY7" fmla="*/ 344377 h 1724942"/>
              <a:gd name="connsiteX8" fmla="*/ 2456329 w 8786149"/>
              <a:gd name="connsiteY8" fmla="*/ 380236 h 1724942"/>
              <a:gd name="connsiteX9" fmla="*/ 89647 w 8786149"/>
              <a:gd name="connsiteY9" fmla="*/ 1724942 h 1724942"/>
              <a:gd name="connsiteX0" fmla="*/ 0 w 8786149"/>
              <a:gd name="connsiteY0" fmla="*/ 1547982 h 1673488"/>
              <a:gd name="connsiteX1" fmla="*/ 1201270 w 8786149"/>
              <a:gd name="connsiteY1" fmla="*/ 794947 h 1673488"/>
              <a:gd name="connsiteX2" fmla="*/ 2438400 w 8786149"/>
              <a:gd name="connsiteY2" fmla="*/ 113629 h 1673488"/>
              <a:gd name="connsiteX3" fmla="*/ 6454588 w 8786149"/>
              <a:gd name="connsiteY3" fmla="*/ 113630 h 1673488"/>
              <a:gd name="connsiteX4" fmla="*/ 7871011 w 8786149"/>
              <a:gd name="connsiteY4" fmla="*/ 1225253 h 1673488"/>
              <a:gd name="connsiteX5" fmla="*/ 8785411 w 8786149"/>
              <a:gd name="connsiteY5" fmla="*/ 1368688 h 1673488"/>
              <a:gd name="connsiteX6" fmla="*/ 7709647 w 8786149"/>
              <a:gd name="connsiteY6" fmla="*/ 1583841 h 1673488"/>
              <a:gd name="connsiteX7" fmla="*/ 6454588 w 8786149"/>
              <a:gd name="connsiteY7" fmla="*/ 292923 h 1673488"/>
              <a:gd name="connsiteX8" fmla="*/ 2456329 w 8786149"/>
              <a:gd name="connsiteY8" fmla="*/ 328782 h 1673488"/>
              <a:gd name="connsiteX9" fmla="*/ 89647 w 8786149"/>
              <a:gd name="connsiteY9" fmla="*/ 1673488 h 1673488"/>
              <a:gd name="connsiteX0" fmla="*/ 0 w 8786149"/>
              <a:gd name="connsiteY0" fmla="*/ 1560216 h 1685722"/>
              <a:gd name="connsiteX1" fmla="*/ 1201270 w 8786149"/>
              <a:gd name="connsiteY1" fmla="*/ 807181 h 1685722"/>
              <a:gd name="connsiteX2" fmla="*/ 2438400 w 8786149"/>
              <a:gd name="connsiteY2" fmla="*/ 125863 h 1685722"/>
              <a:gd name="connsiteX3" fmla="*/ 6454588 w 8786149"/>
              <a:gd name="connsiteY3" fmla="*/ 125864 h 1685722"/>
              <a:gd name="connsiteX4" fmla="*/ 7871011 w 8786149"/>
              <a:gd name="connsiteY4" fmla="*/ 1237487 h 1685722"/>
              <a:gd name="connsiteX5" fmla="*/ 8785411 w 8786149"/>
              <a:gd name="connsiteY5" fmla="*/ 1380922 h 1685722"/>
              <a:gd name="connsiteX6" fmla="*/ 7709647 w 8786149"/>
              <a:gd name="connsiteY6" fmla="*/ 1596075 h 1685722"/>
              <a:gd name="connsiteX7" fmla="*/ 6454588 w 8786149"/>
              <a:gd name="connsiteY7" fmla="*/ 305157 h 1685722"/>
              <a:gd name="connsiteX8" fmla="*/ 2456329 w 8786149"/>
              <a:gd name="connsiteY8" fmla="*/ 341016 h 1685722"/>
              <a:gd name="connsiteX9" fmla="*/ 89647 w 8786149"/>
              <a:gd name="connsiteY9" fmla="*/ 1685722 h 1685722"/>
              <a:gd name="connsiteX0" fmla="*/ 0 w 8786149"/>
              <a:gd name="connsiteY0" fmla="*/ 1560216 h 1685722"/>
              <a:gd name="connsiteX1" fmla="*/ 1201270 w 8786149"/>
              <a:gd name="connsiteY1" fmla="*/ 807181 h 1685722"/>
              <a:gd name="connsiteX2" fmla="*/ 2438400 w 8786149"/>
              <a:gd name="connsiteY2" fmla="*/ 125863 h 1685722"/>
              <a:gd name="connsiteX3" fmla="*/ 6454588 w 8786149"/>
              <a:gd name="connsiteY3" fmla="*/ 125864 h 1685722"/>
              <a:gd name="connsiteX4" fmla="*/ 7871011 w 8786149"/>
              <a:gd name="connsiteY4" fmla="*/ 1237487 h 1685722"/>
              <a:gd name="connsiteX5" fmla="*/ 8785411 w 8786149"/>
              <a:gd name="connsiteY5" fmla="*/ 1380922 h 1685722"/>
              <a:gd name="connsiteX6" fmla="*/ 7709647 w 8786149"/>
              <a:gd name="connsiteY6" fmla="*/ 1596075 h 1685722"/>
              <a:gd name="connsiteX7" fmla="*/ 6454588 w 8786149"/>
              <a:gd name="connsiteY7" fmla="*/ 305157 h 1685722"/>
              <a:gd name="connsiteX8" fmla="*/ 2456329 w 8786149"/>
              <a:gd name="connsiteY8" fmla="*/ 341016 h 1685722"/>
              <a:gd name="connsiteX9" fmla="*/ 89647 w 8786149"/>
              <a:gd name="connsiteY9" fmla="*/ 1685722 h 1685722"/>
              <a:gd name="connsiteX0" fmla="*/ 0 w 8786149"/>
              <a:gd name="connsiteY0" fmla="*/ 1560216 h 1685722"/>
              <a:gd name="connsiteX1" fmla="*/ 1201270 w 8786149"/>
              <a:gd name="connsiteY1" fmla="*/ 807181 h 1685722"/>
              <a:gd name="connsiteX2" fmla="*/ 2438400 w 8786149"/>
              <a:gd name="connsiteY2" fmla="*/ 125863 h 1685722"/>
              <a:gd name="connsiteX3" fmla="*/ 6454588 w 8786149"/>
              <a:gd name="connsiteY3" fmla="*/ 125864 h 1685722"/>
              <a:gd name="connsiteX4" fmla="*/ 7871011 w 8786149"/>
              <a:gd name="connsiteY4" fmla="*/ 1237487 h 1685722"/>
              <a:gd name="connsiteX5" fmla="*/ 8785411 w 8786149"/>
              <a:gd name="connsiteY5" fmla="*/ 1380922 h 1685722"/>
              <a:gd name="connsiteX6" fmla="*/ 7709647 w 8786149"/>
              <a:gd name="connsiteY6" fmla="*/ 1596075 h 1685722"/>
              <a:gd name="connsiteX7" fmla="*/ 6454588 w 8786149"/>
              <a:gd name="connsiteY7" fmla="*/ 305157 h 1685722"/>
              <a:gd name="connsiteX8" fmla="*/ 2456329 w 8786149"/>
              <a:gd name="connsiteY8" fmla="*/ 341016 h 1685722"/>
              <a:gd name="connsiteX9" fmla="*/ 89647 w 8786149"/>
              <a:gd name="connsiteY9" fmla="*/ 1685722 h 1685722"/>
              <a:gd name="connsiteX0" fmla="*/ 0 w 8804078"/>
              <a:gd name="connsiteY0" fmla="*/ 1434710 h 1685722"/>
              <a:gd name="connsiteX1" fmla="*/ 1219199 w 8804078"/>
              <a:gd name="connsiteY1" fmla="*/ 807181 h 1685722"/>
              <a:gd name="connsiteX2" fmla="*/ 2456329 w 8804078"/>
              <a:gd name="connsiteY2" fmla="*/ 125863 h 1685722"/>
              <a:gd name="connsiteX3" fmla="*/ 6472517 w 8804078"/>
              <a:gd name="connsiteY3" fmla="*/ 125864 h 1685722"/>
              <a:gd name="connsiteX4" fmla="*/ 7888940 w 8804078"/>
              <a:gd name="connsiteY4" fmla="*/ 1237487 h 1685722"/>
              <a:gd name="connsiteX5" fmla="*/ 8803340 w 8804078"/>
              <a:gd name="connsiteY5" fmla="*/ 1380922 h 1685722"/>
              <a:gd name="connsiteX6" fmla="*/ 7727576 w 8804078"/>
              <a:gd name="connsiteY6" fmla="*/ 1596075 h 1685722"/>
              <a:gd name="connsiteX7" fmla="*/ 6472517 w 8804078"/>
              <a:gd name="connsiteY7" fmla="*/ 305157 h 1685722"/>
              <a:gd name="connsiteX8" fmla="*/ 2474258 w 8804078"/>
              <a:gd name="connsiteY8" fmla="*/ 341016 h 1685722"/>
              <a:gd name="connsiteX9" fmla="*/ 107576 w 8804078"/>
              <a:gd name="connsiteY9" fmla="*/ 1685722 h 1685722"/>
              <a:gd name="connsiteX0" fmla="*/ 0 w 8804109"/>
              <a:gd name="connsiteY0" fmla="*/ 1434710 h 1792658"/>
              <a:gd name="connsiteX1" fmla="*/ 1219199 w 8804109"/>
              <a:gd name="connsiteY1" fmla="*/ 807181 h 1792658"/>
              <a:gd name="connsiteX2" fmla="*/ 2456329 w 8804109"/>
              <a:gd name="connsiteY2" fmla="*/ 125863 h 1792658"/>
              <a:gd name="connsiteX3" fmla="*/ 6472517 w 8804109"/>
              <a:gd name="connsiteY3" fmla="*/ 125864 h 1792658"/>
              <a:gd name="connsiteX4" fmla="*/ 7888940 w 8804109"/>
              <a:gd name="connsiteY4" fmla="*/ 1237487 h 1792658"/>
              <a:gd name="connsiteX5" fmla="*/ 8803340 w 8804109"/>
              <a:gd name="connsiteY5" fmla="*/ 1380922 h 1792658"/>
              <a:gd name="connsiteX6" fmla="*/ 7727576 w 8804109"/>
              <a:gd name="connsiteY6" fmla="*/ 1596075 h 1792658"/>
              <a:gd name="connsiteX7" fmla="*/ 6472517 w 8804109"/>
              <a:gd name="connsiteY7" fmla="*/ 305157 h 1792658"/>
              <a:gd name="connsiteX8" fmla="*/ 2474258 w 8804109"/>
              <a:gd name="connsiteY8" fmla="*/ 341016 h 1792658"/>
              <a:gd name="connsiteX9" fmla="*/ 107576 w 8804109"/>
              <a:gd name="connsiteY9" fmla="*/ 1685722 h 1792658"/>
              <a:gd name="connsiteX0" fmla="*/ 0 w 8803996"/>
              <a:gd name="connsiteY0" fmla="*/ 1434710 h 1685722"/>
              <a:gd name="connsiteX1" fmla="*/ 1219199 w 8803996"/>
              <a:gd name="connsiteY1" fmla="*/ 807181 h 1685722"/>
              <a:gd name="connsiteX2" fmla="*/ 2456329 w 8803996"/>
              <a:gd name="connsiteY2" fmla="*/ 125863 h 1685722"/>
              <a:gd name="connsiteX3" fmla="*/ 6472517 w 8803996"/>
              <a:gd name="connsiteY3" fmla="*/ 125864 h 1685722"/>
              <a:gd name="connsiteX4" fmla="*/ 7888940 w 8803996"/>
              <a:gd name="connsiteY4" fmla="*/ 1237487 h 1685722"/>
              <a:gd name="connsiteX5" fmla="*/ 8803340 w 8803996"/>
              <a:gd name="connsiteY5" fmla="*/ 1380922 h 1685722"/>
              <a:gd name="connsiteX6" fmla="*/ 7727576 w 8803996"/>
              <a:gd name="connsiteY6" fmla="*/ 1596075 h 1685722"/>
              <a:gd name="connsiteX7" fmla="*/ 6472517 w 8803996"/>
              <a:gd name="connsiteY7" fmla="*/ 305157 h 1685722"/>
              <a:gd name="connsiteX8" fmla="*/ 2474258 w 8803996"/>
              <a:gd name="connsiteY8" fmla="*/ 341016 h 1685722"/>
              <a:gd name="connsiteX9" fmla="*/ 107576 w 8803996"/>
              <a:gd name="connsiteY9" fmla="*/ 1685722 h 1685722"/>
              <a:gd name="connsiteX0" fmla="*/ 0 w 8804078"/>
              <a:gd name="connsiteY0" fmla="*/ 1434710 h 1685722"/>
              <a:gd name="connsiteX1" fmla="*/ 1219199 w 8804078"/>
              <a:gd name="connsiteY1" fmla="*/ 807181 h 1685722"/>
              <a:gd name="connsiteX2" fmla="*/ 2456329 w 8804078"/>
              <a:gd name="connsiteY2" fmla="*/ 125863 h 1685722"/>
              <a:gd name="connsiteX3" fmla="*/ 6472517 w 8804078"/>
              <a:gd name="connsiteY3" fmla="*/ 125864 h 1685722"/>
              <a:gd name="connsiteX4" fmla="*/ 7888940 w 8804078"/>
              <a:gd name="connsiteY4" fmla="*/ 1237487 h 1685722"/>
              <a:gd name="connsiteX5" fmla="*/ 8803340 w 8804078"/>
              <a:gd name="connsiteY5" fmla="*/ 1380922 h 1685722"/>
              <a:gd name="connsiteX6" fmla="*/ 7727576 w 8804078"/>
              <a:gd name="connsiteY6" fmla="*/ 1596075 h 1685722"/>
              <a:gd name="connsiteX7" fmla="*/ 6472517 w 8804078"/>
              <a:gd name="connsiteY7" fmla="*/ 414339 h 1685722"/>
              <a:gd name="connsiteX8" fmla="*/ 2474258 w 8804078"/>
              <a:gd name="connsiteY8" fmla="*/ 341016 h 1685722"/>
              <a:gd name="connsiteX9" fmla="*/ 107576 w 8804078"/>
              <a:gd name="connsiteY9" fmla="*/ 1685722 h 1685722"/>
              <a:gd name="connsiteX0" fmla="*/ 0 w 8804078"/>
              <a:gd name="connsiteY0" fmla="*/ 1434710 h 1685722"/>
              <a:gd name="connsiteX1" fmla="*/ 1219199 w 8804078"/>
              <a:gd name="connsiteY1" fmla="*/ 807181 h 1685722"/>
              <a:gd name="connsiteX2" fmla="*/ 2456329 w 8804078"/>
              <a:gd name="connsiteY2" fmla="*/ 125863 h 1685722"/>
              <a:gd name="connsiteX3" fmla="*/ 6472517 w 8804078"/>
              <a:gd name="connsiteY3" fmla="*/ 125864 h 1685722"/>
              <a:gd name="connsiteX4" fmla="*/ 7888940 w 8804078"/>
              <a:gd name="connsiteY4" fmla="*/ 1237487 h 1685722"/>
              <a:gd name="connsiteX5" fmla="*/ 8803340 w 8804078"/>
              <a:gd name="connsiteY5" fmla="*/ 1380922 h 1685722"/>
              <a:gd name="connsiteX6" fmla="*/ 7727576 w 8804078"/>
              <a:gd name="connsiteY6" fmla="*/ 1596075 h 1685722"/>
              <a:gd name="connsiteX7" fmla="*/ 6472517 w 8804078"/>
              <a:gd name="connsiteY7" fmla="*/ 414339 h 1685722"/>
              <a:gd name="connsiteX8" fmla="*/ 2474258 w 8804078"/>
              <a:gd name="connsiteY8" fmla="*/ 341016 h 1685722"/>
              <a:gd name="connsiteX9" fmla="*/ 107576 w 8804078"/>
              <a:gd name="connsiteY9" fmla="*/ 1685722 h 1685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04078" h="1685722">
                <a:moveTo>
                  <a:pt x="0" y="1434710"/>
                </a:moveTo>
                <a:lnTo>
                  <a:pt x="1219199" y="807181"/>
                </a:lnTo>
                <a:cubicBezTo>
                  <a:pt x="1625599" y="553181"/>
                  <a:pt x="2154517" y="275275"/>
                  <a:pt x="2456329" y="125863"/>
                </a:cubicBezTo>
                <a:cubicBezTo>
                  <a:pt x="2758141" y="-23549"/>
                  <a:pt x="5567082" y="-59407"/>
                  <a:pt x="6472517" y="125864"/>
                </a:cubicBezTo>
                <a:cubicBezTo>
                  <a:pt x="7377952" y="311135"/>
                  <a:pt x="7500470" y="1028311"/>
                  <a:pt x="7888940" y="1237487"/>
                </a:cubicBezTo>
                <a:cubicBezTo>
                  <a:pt x="8277410" y="1446663"/>
                  <a:pt x="8776446" y="1106004"/>
                  <a:pt x="8803340" y="1380922"/>
                </a:cubicBezTo>
                <a:cubicBezTo>
                  <a:pt x="8830234" y="1655840"/>
                  <a:pt x="8116046" y="1757172"/>
                  <a:pt x="7727576" y="1596075"/>
                </a:cubicBezTo>
                <a:cubicBezTo>
                  <a:pt x="7339106" y="1434978"/>
                  <a:pt x="6819153" y="647421"/>
                  <a:pt x="6472517" y="414339"/>
                </a:cubicBezTo>
                <a:cubicBezTo>
                  <a:pt x="5928658" y="235045"/>
                  <a:pt x="2852694" y="224653"/>
                  <a:pt x="2474258" y="341016"/>
                </a:cubicBezTo>
                <a:cubicBezTo>
                  <a:pt x="2095822" y="457379"/>
                  <a:pt x="896470" y="1237487"/>
                  <a:pt x="107576" y="1685722"/>
                </a:cubicBezTo>
              </a:path>
            </a:pathLst>
          </a:custGeom>
          <a:noFill/>
          <a:ln w="53975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1696E3D-457C-595F-3855-66507EEC15F6}"/>
              </a:ext>
            </a:extLst>
          </p:cNvPr>
          <p:cNvCxnSpPr>
            <a:cxnSpLocks/>
          </p:cNvCxnSpPr>
          <p:nvPr/>
        </p:nvCxnSpPr>
        <p:spPr>
          <a:xfrm>
            <a:off x="2140424" y="1819397"/>
            <a:ext cx="0" cy="972484"/>
          </a:xfrm>
          <a:prstGeom prst="line">
            <a:avLst/>
          </a:prstGeom>
          <a:ln w="158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55F8DB8-EDBF-BA00-BEC6-1CAA398D6A94}"/>
              </a:ext>
            </a:extLst>
          </p:cNvPr>
          <p:cNvCxnSpPr>
            <a:cxnSpLocks/>
          </p:cNvCxnSpPr>
          <p:nvPr/>
        </p:nvCxnSpPr>
        <p:spPr>
          <a:xfrm>
            <a:off x="3706671" y="1812880"/>
            <a:ext cx="0" cy="2075098"/>
          </a:xfrm>
          <a:prstGeom prst="line">
            <a:avLst/>
          </a:prstGeom>
          <a:ln w="158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5506F19-7846-CF9E-CB6E-99F60F807956}"/>
              </a:ext>
            </a:extLst>
          </p:cNvPr>
          <p:cNvGrpSpPr/>
          <p:nvPr/>
        </p:nvGrpSpPr>
        <p:grpSpPr>
          <a:xfrm>
            <a:off x="4984730" y="1835481"/>
            <a:ext cx="1998067" cy="2510093"/>
            <a:chOff x="4984730" y="1835481"/>
            <a:chExt cx="1998067" cy="251009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FD6800F-66C8-DC1C-8220-84BF071995C1}"/>
                </a:ext>
              </a:extLst>
            </p:cNvPr>
            <p:cNvCxnSpPr>
              <a:cxnSpLocks/>
            </p:cNvCxnSpPr>
            <p:nvPr/>
          </p:nvCxnSpPr>
          <p:spPr>
            <a:xfrm>
              <a:off x="6979418" y="1839214"/>
              <a:ext cx="0" cy="1841212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5AA89A2-6727-9FA7-79F7-DEE95FA97D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84730" y="1835481"/>
              <a:ext cx="1998067" cy="2510093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E426E612-5418-9EC1-0642-7B06D67478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4916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Freeform 350">
            <a:extLst>
              <a:ext uri="{FF2B5EF4-FFF2-40B4-BE49-F238E27FC236}">
                <a16:creationId xmlns:a16="http://schemas.microsoft.com/office/drawing/2014/main" id="{29641AE7-2944-21FD-9E10-BFD20A13FE04}"/>
              </a:ext>
            </a:extLst>
          </p:cNvPr>
          <p:cNvSpPr/>
          <p:nvPr/>
        </p:nvSpPr>
        <p:spPr>
          <a:xfrm>
            <a:off x="2956185" y="3144065"/>
            <a:ext cx="2028545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5301ECF-7459-EA3D-B035-8A29A0925475}"/>
              </a:ext>
            </a:extLst>
          </p:cNvPr>
          <p:cNvGrpSpPr/>
          <p:nvPr/>
        </p:nvGrpSpPr>
        <p:grpSpPr>
          <a:xfrm>
            <a:off x="3580006" y="3712396"/>
            <a:ext cx="973849" cy="644482"/>
            <a:chOff x="340314" y="825285"/>
            <a:chExt cx="710987" cy="468256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5878F5F4-4E59-C455-8DC2-A5B9470EC752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21FF694F-1D7F-30E0-746D-70D09DC39ED9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B2BA10B-FD4C-3A5E-9CFF-65AE7CEA8C0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01B8351B-E2E6-DFE8-5860-DAD3296CE0E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5C330E39-D60E-FD21-8EC4-601DB7B31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684A83-DD13-9AAF-9AB7-60935701FEA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2DE3A2C7-CBCD-B8DC-D909-A2A8BEE53F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DA47B2F1-2E59-4483-1851-250820A00DB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C86EBB7E-D2A0-18F4-C781-91AEC395E04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60" name="Picture 259" descr="server_rack.png">
              <a:extLst>
                <a:ext uri="{FF2B5EF4-FFF2-40B4-BE49-F238E27FC236}">
                  <a16:creationId xmlns:a16="http://schemas.microsoft.com/office/drawing/2014/main" id="{10800059-5797-6895-4E00-1923BB8F67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261" name="Can 260">
              <a:extLst>
                <a:ext uri="{FF2B5EF4-FFF2-40B4-BE49-F238E27FC236}">
                  <a16:creationId xmlns:a16="http://schemas.microsoft.com/office/drawing/2014/main" id="{14C4CA47-9077-9641-C858-E9D974BC9449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346" name="Picture 345" descr="server_rack.png">
              <a:extLst>
                <a:ext uri="{FF2B5EF4-FFF2-40B4-BE49-F238E27FC236}">
                  <a16:creationId xmlns:a16="http://schemas.microsoft.com/office/drawing/2014/main" id="{C7EF4DA8-E5D1-BB14-84D8-C5D0D43DA3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347" name="Can 346">
              <a:extLst>
                <a:ext uri="{FF2B5EF4-FFF2-40B4-BE49-F238E27FC236}">
                  <a16:creationId xmlns:a16="http://schemas.microsoft.com/office/drawing/2014/main" id="{64EFD768-23A5-830B-1042-FC287746099E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5ED0F3E3-68D1-6460-F8B1-C2E884CB6595}"/>
              </a:ext>
            </a:extLst>
          </p:cNvPr>
          <p:cNvGrpSpPr/>
          <p:nvPr/>
        </p:nvGrpSpPr>
        <p:grpSpPr>
          <a:xfrm>
            <a:off x="1491705" y="2469215"/>
            <a:ext cx="1977689" cy="1908337"/>
            <a:chOff x="1816172" y="1778416"/>
            <a:chExt cx="1977689" cy="1908337"/>
          </a:xfrm>
        </p:grpSpPr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E05DA516-FA31-6480-2F06-09F7CA4B28BF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0" name="Group 652">
              <a:extLst>
                <a:ext uri="{FF2B5EF4-FFF2-40B4-BE49-F238E27FC236}">
                  <a16:creationId xmlns:a16="http://schemas.microsoft.com/office/drawing/2014/main" id="{BFE555E5-57F5-794C-EA88-32ABFE050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92" y="1906660"/>
              <a:ext cx="346883" cy="278715"/>
              <a:chOff x="2751" y="1851"/>
              <a:chExt cx="462" cy="478"/>
            </a:xfrm>
          </p:grpSpPr>
          <p:pic>
            <p:nvPicPr>
              <p:cNvPr id="88" name="Picture 653" descr="iphone_stylized_small">
                <a:extLst>
                  <a:ext uri="{FF2B5EF4-FFF2-40B4-BE49-F238E27FC236}">
                    <a16:creationId xmlns:a16="http://schemas.microsoft.com/office/drawing/2014/main" id="{063B4D1A-3CD7-94D6-B020-EF30DAF2D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654" descr="antenna_radiation_stylized">
                <a:extLst>
                  <a:ext uri="{FF2B5EF4-FFF2-40B4-BE49-F238E27FC236}">
                    <a16:creationId xmlns:a16="http://schemas.microsoft.com/office/drawing/2014/main" id="{55B155F3-945E-1115-0965-15EF6F7DB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C7AA6052-21AE-8D67-D9AB-A7580583F498}"/>
                </a:ext>
              </a:extLst>
            </p:cNvPr>
            <p:cNvGrpSpPr/>
            <p:nvPr/>
          </p:nvGrpSpPr>
          <p:grpSpPr>
            <a:xfrm>
              <a:off x="1940850" y="2968234"/>
              <a:ext cx="217656" cy="203994"/>
              <a:chOff x="7432700" y="2327293"/>
              <a:chExt cx="534987" cy="407988"/>
            </a:xfrm>
          </p:grpSpPr>
          <p:pic>
            <p:nvPicPr>
              <p:cNvPr id="65" name="Picture 1017" descr="antenna_stylized">
                <a:extLst>
                  <a:ext uri="{FF2B5EF4-FFF2-40B4-BE49-F238E27FC236}">
                    <a16:creationId xmlns:a16="http://schemas.microsoft.com/office/drawing/2014/main" id="{C6CCBC7A-3951-C1E6-1955-8EA396369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018" descr="laptop_keyboard">
                <a:extLst>
                  <a:ext uri="{FF2B5EF4-FFF2-40B4-BE49-F238E27FC236}">
                    <a16:creationId xmlns:a16="http://schemas.microsoft.com/office/drawing/2014/main" id="{F46199E0-DB85-FEBA-8745-A64E6DAB6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" name="Freeform 1019">
                <a:extLst>
                  <a:ext uri="{FF2B5EF4-FFF2-40B4-BE49-F238E27FC236}">
                    <a16:creationId xmlns:a16="http://schemas.microsoft.com/office/drawing/2014/main" id="{8FD2F6A7-490B-B685-47AF-4B4FE806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8" name="Picture 1020" descr="screen">
                <a:extLst>
                  <a:ext uri="{FF2B5EF4-FFF2-40B4-BE49-F238E27FC236}">
                    <a16:creationId xmlns:a16="http://schemas.microsoft.com/office/drawing/2014/main" id="{3709DE48-6291-2307-9144-0869B377E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" name="Freeform 1021">
                <a:extLst>
                  <a:ext uri="{FF2B5EF4-FFF2-40B4-BE49-F238E27FC236}">
                    <a16:creationId xmlns:a16="http://schemas.microsoft.com/office/drawing/2014/main" id="{DBB2D4D2-723D-5CCB-488C-0D6B845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0" name="Freeform 1022">
                <a:extLst>
                  <a:ext uri="{FF2B5EF4-FFF2-40B4-BE49-F238E27FC236}">
                    <a16:creationId xmlns:a16="http://schemas.microsoft.com/office/drawing/2014/main" id="{32DDEF07-A0C4-7AD1-4041-7086F0FE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1" name="Freeform 1023">
                <a:extLst>
                  <a:ext uri="{FF2B5EF4-FFF2-40B4-BE49-F238E27FC236}">
                    <a16:creationId xmlns:a16="http://schemas.microsoft.com/office/drawing/2014/main" id="{DD29A974-0D38-8396-3547-472A7E49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2" name="Freeform 1024">
                <a:extLst>
                  <a:ext uri="{FF2B5EF4-FFF2-40B4-BE49-F238E27FC236}">
                    <a16:creationId xmlns:a16="http://schemas.microsoft.com/office/drawing/2014/main" id="{608E8A5B-B079-E26C-4B3D-1453938E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3" name="Freeform 1025">
                <a:extLst>
                  <a:ext uri="{FF2B5EF4-FFF2-40B4-BE49-F238E27FC236}">
                    <a16:creationId xmlns:a16="http://schemas.microsoft.com/office/drawing/2014/main" id="{A37F7504-C960-0730-46BB-99BC1212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4" name="Freeform 1026">
                <a:extLst>
                  <a:ext uri="{FF2B5EF4-FFF2-40B4-BE49-F238E27FC236}">
                    <a16:creationId xmlns:a16="http://schemas.microsoft.com/office/drawing/2014/main" id="{197C4302-026E-6C82-86C2-D092B073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75" name="Group 1027">
                <a:extLst>
                  <a:ext uri="{FF2B5EF4-FFF2-40B4-BE49-F238E27FC236}">
                    <a16:creationId xmlns:a16="http://schemas.microsoft.com/office/drawing/2014/main" id="{7C905842-87FA-98ED-E8C8-44C4A61E63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82" name="Freeform 1028">
                  <a:extLst>
                    <a:ext uri="{FF2B5EF4-FFF2-40B4-BE49-F238E27FC236}">
                      <a16:creationId xmlns:a16="http://schemas.microsoft.com/office/drawing/2014/main" id="{60428280-F08A-588D-EACB-CC2FD5343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029">
                  <a:extLst>
                    <a:ext uri="{FF2B5EF4-FFF2-40B4-BE49-F238E27FC236}">
                      <a16:creationId xmlns:a16="http://schemas.microsoft.com/office/drawing/2014/main" id="{78D3C27B-735E-9E00-2555-5D8B2A1A6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30">
                  <a:extLst>
                    <a:ext uri="{FF2B5EF4-FFF2-40B4-BE49-F238E27FC236}">
                      <a16:creationId xmlns:a16="http://schemas.microsoft.com/office/drawing/2014/main" id="{3F909424-9DE4-0873-320F-CE4378118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1">
                  <a:extLst>
                    <a:ext uri="{FF2B5EF4-FFF2-40B4-BE49-F238E27FC236}">
                      <a16:creationId xmlns:a16="http://schemas.microsoft.com/office/drawing/2014/main" id="{882FC9AB-D78B-093F-651A-B8EA96EAE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2">
                  <a:extLst>
                    <a:ext uri="{FF2B5EF4-FFF2-40B4-BE49-F238E27FC236}">
                      <a16:creationId xmlns:a16="http://schemas.microsoft.com/office/drawing/2014/main" id="{FC3D22DF-DAB8-3036-77DC-DD18D9C5B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3">
                  <a:extLst>
                    <a:ext uri="{FF2B5EF4-FFF2-40B4-BE49-F238E27FC236}">
                      <a16:creationId xmlns:a16="http://schemas.microsoft.com/office/drawing/2014/main" id="{9A1FA08E-4C18-95DB-6333-B9C6B362E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" name="Freeform 1034">
                <a:extLst>
                  <a:ext uri="{FF2B5EF4-FFF2-40B4-BE49-F238E27FC236}">
                    <a16:creationId xmlns:a16="http://schemas.microsoft.com/office/drawing/2014/main" id="{72D1202B-1368-1F46-2578-65AB4ED4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7" name="Freeform 1035">
                <a:extLst>
                  <a:ext uri="{FF2B5EF4-FFF2-40B4-BE49-F238E27FC236}">
                    <a16:creationId xmlns:a16="http://schemas.microsoft.com/office/drawing/2014/main" id="{6BD362E8-36CE-E561-3644-3D6FBCEE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8" name="Freeform 1036">
                <a:extLst>
                  <a:ext uri="{FF2B5EF4-FFF2-40B4-BE49-F238E27FC236}">
                    <a16:creationId xmlns:a16="http://schemas.microsoft.com/office/drawing/2014/main" id="{965C05E8-F878-194F-FD27-6E0C3492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9" name="Freeform 1037">
                <a:extLst>
                  <a:ext uri="{FF2B5EF4-FFF2-40B4-BE49-F238E27FC236}">
                    <a16:creationId xmlns:a16="http://schemas.microsoft.com/office/drawing/2014/main" id="{005863CF-A14B-94DA-C329-68BCA95F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0" name="Freeform 1038">
                <a:extLst>
                  <a:ext uri="{FF2B5EF4-FFF2-40B4-BE49-F238E27FC236}">
                    <a16:creationId xmlns:a16="http://schemas.microsoft.com/office/drawing/2014/main" id="{BE3BA903-9E4E-DAC9-86AC-B5A4BE0C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1" name="Freeform 1039">
                <a:extLst>
                  <a:ext uri="{FF2B5EF4-FFF2-40B4-BE49-F238E27FC236}">
                    <a16:creationId xmlns:a16="http://schemas.microsoft.com/office/drawing/2014/main" id="{812FF952-FE3D-4367-E053-E7463B4C41D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007A012-6D36-FA21-17DD-4342E2F45EE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3" name="Picture 603" descr="car_icon_small">
                <a:extLst>
                  <a:ext uri="{FF2B5EF4-FFF2-40B4-BE49-F238E27FC236}">
                    <a16:creationId xmlns:a16="http://schemas.microsoft.com/office/drawing/2014/main" id="{40F5F778-B192-A71D-CF2B-044E8FA5F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017" descr="antenna_stylized">
                <a:extLst>
                  <a:ext uri="{FF2B5EF4-FFF2-40B4-BE49-F238E27FC236}">
                    <a16:creationId xmlns:a16="http://schemas.microsoft.com/office/drawing/2014/main" id="{10673084-F4E7-5BF8-3392-48C98373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82B0D118-F99C-3B07-E8CC-F29CAB86EA97}"/>
                </a:ext>
              </a:extLst>
            </p:cNvPr>
            <p:cNvGrpSpPr/>
            <p:nvPr/>
          </p:nvGrpSpPr>
          <p:grpSpPr>
            <a:xfrm>
              <a:off x="2659772" y="1892126"/>
              <a:ext cx="179923" cy="467705"/>
              <a:chOff x="2620015" y="53199"/>
              <a:chExt cx="179923" cy="467705"/>
            </a:xfrm>
          </p:grpSpPr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F49A2565-450F-D45F-0BFD-24DE74648EFB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55" name="Oval 818">
                  <a:extLst>
                    <a:ext uri="{FF2B5EF4-FFF2-40B4-BE49-F238E27FC236}">
                      <a16:creationId xmlns:a16="http://schemas.microsoft.com/office/drawing/2014/main" id="{73ABF259-BDAA-FAE7-42DF-E185C115D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56" name="Group 819">
                  <a:extLst>
                    <a:ext uri="{FF2B5EF4-FFF2-40B4-BE49-F238E27FC236}">
                      <a16:creationId xmlns:a16="http://schemas.microsoft.com/office/drawing/2014/main" id="{969473C4-EC19-7F79-64A3-DB80BF7D24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58" name="Oval 820">
                    <a:extLst>
                      <a:ext uri="{FF2B5EF4-FFF2-40B4-BE49-F238E27FC236}">
                        <a16:creationId xmlns:a16="http://schemas.microsoft.com/office/drawing/2014/main" id="{ED7A48BD-BA66-707B-EE2E-9A4A19BED5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Oval 821">
                    <a:extLst>
                      <a:ext uri="{FF2B5EF4-FFF2-40B4-BE49-F238E27FC236}">
                        <a16:creationId xmlns:a16="http://schemas.microsoft.com/office/drawing/2014/main" id="{FE46839C-40C4-18D3-44EC-6383AA26A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Oval 822">
                    <a:extLst>
                      <a:ext uri="{FF2B5EF4-FFF2-40B4-BE49-F238E27FC236}">
                        <a16:creationId xmlns:a16="http://schemas.microsoft.com/office/drawing/2014/main" id="{CFDBB32C-EAA5-D198-0B41-9C696F3F8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Oval 823">
                    <a:extLst>
                      <a:ext uri="{FF2B5EF4-FFF2-40B4-BE49-F238E27FC236}">
                        <a16:creationId xmlns:a16="http://schemas.microsoft.com/office/drawing/2014/main" id="{268CFCB8-DBAC-0227-D5D9-8BA275043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 824">
                    <a:extLst>
                      <a:ext uri="{FF2B5EF4-FFF2-40B4-BE49-F238E27FC236}">
                        <a16:creationId xmlns:a16="http://schemas.microsoft.com/office/drawing/2014/main" id="{34179AE7-3556-0B05-9B28-46421D216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Freeform 824">
                    <a:extLst>
                      <a:ext uri="{FF2B5EF4-FFF2-40B4-BE49-F238E27FC236}">
                        <a16:creationId xmlns:a16="http://schemas.microsoft.com/office/drawing/2014/main" id="{B47F85E0-EB2C-4E3C-8342-787EFC6ED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" name="Group 398">
                <a:extLst>
                  <a:ext uri="{FF2B5EF4-FFF2-40B4-BE49-F238E27FC236}">
                    <a16:creationId xmlns:a16="http://schemas.microsoft.com/office/drawing/2014/main" id="{5ED63AF8-05E4-4759-5A67-5D5FF6E3B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0" name="Line 270">
                  <a:extLst>
                    <a:ext uri="{FF2B5EF4-FFF2-40B4-BE49-F238E27FC236}">
                      <a16:creationId xmlns:a16="http://schemas.microsoft.com/office/drawing/2014/main" id="{9621DBA2-5767-EB11-D54D-FFE38188C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" name="Line 271">
                  <a:extLst>
                    <a:ext uri="{FF2B5EF4-FFF2-40B4-BE49-F238E27FC236}">
                      <a16:creationId xmlns:a16="http://schemas.microsoft.com/office/drawing/2014/main" id="{977F05CB-980E-AA7A-DA8D-4DAEE0B43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" name="Line 272">
                  <a:extLst>
                    <a:ext uri="{FF2B5EF4-FFF2-40B4-BE49-F238E27FC236}">
                      <a16:creationId xmlns:a16="http://schemas.microsoft.com/office/drawing/2014/main" id="{4B1DC525-2A62-4872-6B3A-A44454EB36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3" name="Line 273">
                  <a:extLst>
                    <a:ext uri="{FF2B5EF4-FFF2-40B4-BE49-F238E27FC236}">
                      <a16:creationId xmlns:a16="http://schemas.microsoft.com/office/drawing/2014/main" id="{20561852-BC59-49A5-AEEF-1B871FBD7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4" name="Line 274">
                  <a:extLst>
                    <a:ext uri="{FF2B5EF4-FFF2-40B4-BE49-F238E27FC236}">
                      <a16:creationId xmlns:a16="http://schemas.microsoft.com/office/drawing/2014/main" id="{15F8191E-2521-6183-D6E1-ADA1E4B146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" name="Line 275">
                  <a:extLst>
                    <a:ext uri="{FF2B5EF4-FFF2-40B4-BE49-F238E27FC236}">
                      <a16:creationId xmlns:a16="http://schemas.microsoft.com/office/drawing/2014/main" id="{D5714E17-5DCF-7BFB-3386-A0BD0BBB0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" name="Line 276">
                  <a:extLst>
                    <a:ext uri="{FF2B5EF4-FFF2-40B4-BE49-F238E27FC236}">
                      <a16:creationId xmlns:a16="http://schemas.microsoft.com/office/drawing/2014/main" id="{685C9377-6217-1972-6144-1EDF0F1EEE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" name="Line 277">
                  <a:extLst>
                    <a:ext uri="{FF2B5EF4-FFF2-40B4-BE49-F238E27FC236}">
                      <a16:creationId xmlns:a16="http://schemas.microsoft.com/office/drawing/2014/main" id="{896207B3-EF53-555E-5B82-CE1099A12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" name="Line 278">
                  <a:extLst>
                    <a:ext uri="{FF2B5EF4-FFF2-40B4-BE49-F238E27FC236}">
                      <a16:creationId xmlns:a16="http://schemas.microsoft.com/office/drawing/2014/main" id="{31EAD59A-DD9C-F461-C485-6AA3F6821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9" name="Line 279">
                  <a:extLst>
                    <a:ext uri="{FF2B5EF4-FFF2-40B4-BE49-F238E27FC236}">
                      <a16:creationId xmlns:a16="http://schemas.microsoft.com/office/drawing/2014/main" id="{90E40583-99DA-73F2-9DC7-BFCF02F1D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0" name="Line 280">
                  <a:extLst>
                    <a:ext uri="{FF2B5EF4-FFF2-40B4-BE49-F238E27FC236}">
                      <a16:creationId xmlns:a16="http://schemas.microsoft.com/office/drawing/2014/main" id="{0A3F547A-C5E7-8972-73D5-8B965E84F1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1" name="Line 281">
                  <a:extLst>
                    <a:ext uri="{FF2B5EF4-FFF2-40B4-BE49-F238E27FC236}">
                      <a16:creationId xmlns:a16="http://schemas.microsoft.com/office/drawing/2014/main" id="{2924FA8A-0AEC-09E9-8CEB-AAFAC9FF8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2" name="Line 282">
                  <a:extLst>
                    <a:ext uri="{FF2B5EF4-FFF2-40B4-BE49-F238E27FC236}">
                      <a16:creationId xmlns:a16="http://schemas.microsoft.com/office/drawing/2014/main" id="{73D9068F-BECC-6F26-2DD6-9C13C9CC0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3" name="Line 283">
                  <a:extLst>
                    <a:ext uri="{FF2B5EF4-FFF2-40B4-BE49-F238E27FC236}">
                      <a16:creationId xmlns:a16="http://schemas.microsoft.com/office/drawing/2014/main" id="{1C63B79E-BC3E-EB99-2058-F7B769E294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4" name="Line 284">
                  <a:extLst>
                    <a:ext uri="{FF2B5EF4-FFF2-40B4-BE49-F238E27FC236}">
                      <a16:creationId xmlns:a16="http://schemas.microsoft.com/office/drawing/2014/main" id="{65784C9F-2468-4CC6-34AF-3492F8660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D6E83A3-F90A-710F-2F9A-1E27175C6566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B70B68B6-FBF3-112F-CF82-75730CFE8161}"/>
                </a:ext>
              </a:extLst>
            </p:cNvPr>
            <p:cNvGrpSpPr/>
            <p:nvPr/>
          </p:nvGrpSpPr>
          <p:grpSpPr>
            <a:xfrm>
              <a:off x="2490976" y="2974079"/>
              <a:ext cx="179923" cy="467705"/>
              <a:chOff x="2620015" y="53199"/>
              <a:chExt cx="179923" cy="467705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E9D3FEC7-755B-15CF-A0D2-AF3B4A2BD4BC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115" name="Oval 818">
                  <a:extLst>
                    <a:ext uri="{FF2B5EF4-FFF2-40B4-BE49-F238E27FC236}">
                      <a16:creationId xmlns:a16="http://schemas.microsoft.com/office/drawing/2014/main" id="{2EAED578-D748-D277-3EA4-B5FCFCA23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16" name="Group 819">
                  <a:extLst>
                    <a:ext uri="{FF2B5EF4-FFF2-40B4-BE49-F238E27FC236}">
                      <a16:creationId xmlns:a16="http://schemas.microsoft.com/office/drawing/2014/main" id="{045B71A2-04A9-C60C-6C1B-2EE6AAD2E8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117" name="Oval 820">
                    <a:extLst>
                      <a:ext uri="{FF2B5EF4-FFF2-40B4-BE49-F238E27FC236}">
                        <a16:creationId xmlns:a16="http://schemas.microsoft.com/office/drawing/2014/main" id="{7C3EA794-001D-7C2F-1251-70F1C3486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" name="Oval 821">
                    <a:extLst>
                      <a:ext uri="{FF2B5EF4-FFF2-40B4-BE49-F238E27FC236}">
                        <a16:creationId xmlns:a16="http://schemas.microsoft.com/office/drawing/2014/main" id="{39B5BF2C-6FA7-1159-B88E-D28E3533A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" name="Oval 822">
                    <a:extLst>
                      <a:ext uri="{FF2B5EF4-FFF2-40B4-BE49-F238E27FC236}">
                        <a16:creationId xmlns:a16="http://schemas.microsoft.com/office/drawing/2014/main" id="{122909D2-D764-2404-5CCD-C5443314C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" name="Oval 823">
                    <a:extLst>
                      <a:ext uri="{FF2B5EF4-FFF2-40B4-BE49-F238E27FC236}">
                        <a16:creationId xmlns:a16="http://schemas.microsoft.com/office/drawing/2014/main" id="{8AC0E40F-E871-04A5-363B-31A898CA6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" name="Freeform 824">
                    <a:extLst>
                      <a:ext uri="{FF2B5EF4-FFF2-40B4-BE49-F238E27FC236}">
                        <a16:creationId xmlns:a16="http://schemas.microsoft.com/office/drawing/2014/main" id="{F4B71C24-EA20-D8DE-9D05-F88A0ED84A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" name="Freeform 824">
                    <a:extLst>
                      <a:ext uri="{FF2B5EF4-FFF2-40B4-BE49-F238E27FC236}">
                        <a16:creationId xmlns:a16="http://schemas.microsoft.com/office/drawing/2014/main" id="{404C8B38-8889-01A6-98FC-E4DB7E66AB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9" name="Group 398">
                <a:extLst>
                  <a:ext uri="{FF2B5EF4-FFF2-40B4-BE49-F238E27FC236}">
                    <a16:creationId xmlns:a16="http://schemas.microsoft.com/office/drawing/2014/main" id="{A1E6E462-D081-0648-10D9-A4985101A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100" name="Line 270">
                  <a:extLst>
                    <a:ext uri="{FF2B5EF4-FFF2-40B4-BE49-F238E27FC236}">
                      <a16:creationId xmlns:a16="http://schemas.microsoft.com/office/drawing/2014/main" id="{6658979B-FCA0-6705-BF60-D59281808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" name="Line 271">
                  <a:extLst>
                    <a:ext uri="{FF2B5EF4-FFF2-40B4-BE49-F238E27FC236}">
                      <a16:creationId xmlns:a16="http://schemas.microsoft.com/office/drawing/2014/main" id="{EE909FD4-38D2-828A-1E03-ED2D07B79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" name="Line 272">
                  <a:extLst>
                    <a:ext uri="{FF2B5EF4-FFF2-40B4-BE49-F238E27FC236}">
                      <a16:creationId xmlns:a16="http://schemas.microsoft.com/office/drawing/2014/main" id="{5B1BF41D-FECE-5706-F642-A254B2DEE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3" name="Line 273">
                  <a:extLst>
                    <a:ext uri="{FF2B5EF4-FFF2-40B4-BE49-F238E27FC236}">
                      <a16:creationId xmlns:a16="http://schemas.microsoft.com/office/drawing/2014/main" id="{E942FE40-61B5-97C6-7BBC-7BB2763A2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" name="Line 274">
                  <a:extLst>
                    <a:ext uri="{FF2B5EF4-FFF2-40B4-BE49-F238E27FC236}">
                      <a16:creationId xmlns:a16="http://schemas.microsoft.com/office/drawing/2014/main" id="{4F43201A-A645-4029-6A01-95FE64640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" name="Line 275">
                  <a:extLst>
                    <a:ext uri="{FF2B5EF4-FFF2-40B4-BE49-F238E27FC236}">
                      <a16:creationId xmlns:a16="http://schemas.microsoft.com/office/drawing/2014/main" id="{CC4485BB-E2C8-6946-F049-D1D1D6068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6" name="Line 276">
                  <a:extLst>
                    <a:ext uri="{FF2B5EF4-FFF2-40B4-BE49-F238E27FC236}">
                      <a16:creationId xmlns:a16="http://schemas.microsoft.com/office/drawing/2014/main" id="{FB552CC5-9294-5BF3-73C2-70BBA0AC5D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7" name="Line 277">
                  <a:extLst>
                    <a:ext uri="{FF2B5EF4-FFF2-40B4-BE49-F238E27FC236}">
                      <a16:creationId xmlns:a16="http://schemas.microsoft.com/office/drawing/2014/main" id="{CCD211C8-450F-E95A-AA3A-DB93D410F4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8" name="Line 278">
                  <a:extLst>
                    <a:ext uri="{FF2B5EF4-FFF2-40B4-BE49-F238E27FC236}">
                      <a16:creationId xmlns:a16="http://schemas.microsoft.com/office/drawing/2014/main" id="{2B1E183B-BF0A-DC6D-D592-E95CDAC36D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9" name="Line 279">
                  <a:extLst>
                    <a:ext uri="{FF2B5EF4-FFF2-40B4-BE49-F238E27FC236}">
                      <a16:creationId xmlns:a16="http://schemas.microsoft.com/office/drawing/2014/main" id="{D3103A7B-4041-E88A-6504-E293CE966B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0" name="Line 280">
                  <a:extLst>
                    <a:ext uri="{FF2B5EF4-FFF2-40B4-BE49-F238E27FC236}">
                      <a16:creationId xmlns:a16="http://schemas.microsoft.com/office/drawing/2014/main" id="{118A265C-835F-7718-EA6A-E81FB1876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1" name="Line 281">
                  <a:extLst>
                    <a:ext uri="{FF2B5EF4-FFF2-40B4-BE49-F238E27FC236}">
                      <a16:creationId xmlns:a16="http://schemas.microsoft.com/office/drawing/2014/main" id="{220C42A4-8DC1-BD75-CB89-158C096D76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2" name="Line 282">
                  <a:extLst>
                    <a:ext uri="{FF2B5EF4-FFF2-40B4-BE49-F238E27FC236}">
                      <a16:creationId xmlns:a16="http://schemas.microsoft.com/office/drawing/2014/main" id="{1D823676-2CCE-BFBF-E622-6E0C76E07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3" name="Line 283">
                  <a:extLst>
                    <a:ext uri="{FF2B5EF4-FFF2-40B4-BE49-F238E27FC236}">
                      <a16:creationId xmlns:a16="http://schemas.microsoft.com/office/drawing/2014/main" id="{6175B945-1B1C-C940-9F25-3BE2A7D3F7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4" name="Line 284">
                  <a:extLst>
                    <a:ext uri="{FF2B5EF4-FFF2-40B4-BE49-F238E27FC236}">
                      <a16:creationId xmlns:a16="http://schemas.microsoft.com/office/drawing/2014/main" id="{8F73519A-D2F6-0A4B-01FA-6D7139AC3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A0B89793-4188-F666-7E63-5E7C8DDDC9B4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69BDB3FF-FB6A-D0D7-4204-3150FE55664E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F79EA12C-6F7F-F5D3-CDB4-C0EF32FC9FE8}"/>
                  </a:ext>
                </a:extLst>
              </p:cNvPr>
              <p:cNvGrpSpPr/>
              <p:nvPr/>
            </p:nvGrpSpPr>
            <p:grpSpPr>
              <a:xfrm>
                <a:off x="519850" y="1126797"/>
                <a:ext cx="319417" cy="141293"/>
                <a:chOff x="7493876" y="2774731"/>
                <a:chExt cx="1481958" cy="894622"/>
              </a:xfrm>
            </p:grpSpPr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FC19CE7A-7E46-CD04-BB4F-49E7C972F8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E8F5E03E-3BA6-F732-05A2-977552E1647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8D5AABA2-17F3-2EA1-8053-B4B96689245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05BA985C-40EE-3221-06B2-69E83ADBC7A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F58C6332-4E39-39FB-0F37-4FA7649EA4A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36305EB7-DA83-3467-0DCE-2A6765A0EF2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53F02AE9-3310-800D-848B-C8F780FA5DE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31" name="Picture 130" descr="server_rack.png">
                <a:extLst>
                  <a:ext uri="{FF2B5EF4-FFF2-40B4-BE49-F238E27FC236}">
                    <a16:creationId xmlns:a16="http://schemas.microsoft.com/office/drawing/2014/main" id="{55EE06FD-DD67-DC89-C553-B5AEB27D94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132" name="Can 131">
                <a:extLst>
                  <a:ext uri="{FF2B5EF4-FFF2-40B4-BE49-F238E27FC236}">
                    <a16:creationId xmlns:a16="http://schemas.microsoft.com/office/drawing/2014/main" id="{269AC349-9518-8FDD-D4AE-9E544FCE50A2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7F6EBAB-6C77-943E-2E07-0F0415D6CB45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8347A00-E43A-CC68-358E-F7776679E5AD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ED325D1-56A3-D857-7829-6A841947D0DA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883C41C-E016-219A-C42A-1203AD11A54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89D8041-122F-667D-BCBD-EF94F7D2FF0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446D01B3-25B1-BDA2-9280-84538981960B}"/>
                </a:ext>
              </a:extLst>
            </p:cNvPr>
            <p:cNvCxnSpPr>
              <a:stCxn id="46" idx="0"/>
              <a:endCxn id="125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6E94941-9471-FA78-AF96-26B409B9B78E}"/>
                </a:ext>
              </a:extLst>
            </p:cNvPr>
            <p:cNvCxnSpPr>
              <a:cxnSpLocks/>
              <a:endCxn id="349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A967E36-D8E5-0788-5A5C-6A242F48E138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2B29B954-D3E3-2EFE-F168-B4B4F79B31E8}"/>
              </a:ext>
            </a:extLst>
          </p:cNvPr>
          <p:cNvGrpSpPr/>
          <p:nvPr/>
        </p:nvGrpSpPr>
        <p:grpSpPr>
          <a:xfrm>
            <a:off x="1558898" y="4419903"/>
            <a:ext cx="1977689" cy="1908337"/>
            <a:chOff x="1816172" y="1778416"/>
            <a:chExt cx="1977689" cy="1908337"/>
          </a:xfrm>
        </p:grpSpPr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92987EA1-43E5-F343-80D2-3E293860AFD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361" name="Group 652">
              <a:extLst>
                <a:ext uri="{FF2B5EF4-FFF2-40B4-BE49-F238E27FC236}">
                  <a16:creationId xmlns:a16="http://schemas.microsoft.com/office/drawing/2014/main" id="{69B77F5C-2EDE-0562-8C61-7CE531D0F3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92" y="1906660"/>
              <a:ext cx="346883" cy="278715"/>
              <a:chOff x="2751" y="1851"/>
              <a:chExt cx="462" cy="478"/>
            </a:xfrm>
          </p:grpSpPr>
          <p:pic>
            <p:nvPicPr>
              <p:cNvPr id="462" name="Picture 653" descr="iphone_stylized_small">
                <a:extLst>
                  <a:ext uri="{FF2B5EF4-FFF2-40B4-BE49-F238E27FC236}">
                    <a16:creationId xmlns:a16="http://schemas.microsoft.com/office/drawing/2014/main" id="{9DBA45E4-E8DF-F660-AE7F-1C7684DB5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" name="Picture 654" descr="antenna_radiation_stylized">
                <a:extLst>
                  <a:ext uri="{FF2B5EF4-FFF2-40B4-BE49-F238E27FC236}">
                    <a16:creationId xmlns:a16="http://schemas.microsoft.com/office/drawing/2014/main" id="{F32D68EE-F38F-F465-F33A-04BA25E83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23A9D336-51F3-5903-DABD-D4B297DF075D}"/>
                </a:ext>
              </a:extLst>
            </p:cNvPr>
            <p:cNvGrpSpPr/>
            <p:nvPr/>
          </p:nvGrpSpPr>
          <p:grpSpPr>
            <a:xfrm>
              <a:off x="1940850" y="2968234"/>
              <a:ext cx="217656" cy="203994"/>
              <a:chOff x="7432700" y="2327293"/>
              <a:chExt cx="534987" cy="407988"/>
            </a:xfrm>
          </p:grpSpPr>
          <p:pic>
            <p:nvPicPr>
              <p:cNvPr id="439" name="Picture 1017" descr="antenna_stylized">
                <a:extLst>
                  <a:ext uri="{FF2B5EF4-FFF2-40B4-BE49-F238E27FC236}">
                    <a16:creationId xmlns:a16="http://schemas.microsoft.com/office/drawing/2014/main" id="{78601D86-C4D1-7D41-50D7-6F20EDF0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0" name="Picture 1018" descr="laptop_keyboard">
                <a:extLst>
                  <a:ext uri="{FF2B5EF4-FFF2-40B4-BE49-F238E27FC236}">
                    <a16:creationId xmlns:a16="http://schemas.microsoft.com/office/drawing/2014/main" id="{5C1B209E-BA6D-D54F-FC39-CCAB44B3E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" name="Freeform 1019">
                <a:extLst>
                  <a:ext uri="{FF2B5EF4-FFF2-40B4-BE49-F238E27FC236}">
                    <a16:creationId xmlns:a16="http://schemas.microsoft.com/office/drawing/2014/main" id="{A7B2A552-61B0-7756-A0FF-4F40568A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442" name="Picture 1020" descr="screen">
                <a:extLst>
                  <a:ext uri="{FF2B5EF4-FFF2-40B4-BE49-F238E27FC236}">
                    <a16:creationId xmlns:a16="http://schemas.microsoft.com/office/drawing/2014/main" id="{6F403D62-5E1D-C08E-1D8D-D03A2C08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3" name="Freeform 1021">
                <a:extLst>
                  <a:ext uri="{FF2B5EF4-FFF2-40B4-BE49-F238E27FC236}">
                    <a16:creationId xmlns:a16="http://schemas.microsoft.com/office/drawing/2014/main" id="{0F760F94-C947-5229-1A48-984B4088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4" name="Freeform 1022">
                <a:extLst>
                  <a:ext uri="{FF2B5EF4-FFF2-40B4-BE49-F238E27FC236}">
                    <a16:creationId xmlns:a16="http://schemas.microsoft.com/office/drawing/2014/main" id="{DA05BA18-B740-F806-33AD-07BFE074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5" name="Freeform 1023">
                <a:extLst>
                  <a:ext uri="{FF2B5EF4-FFF2-40B4-BE49-F238E27FC236}">
                    <a16:creationId xmlns:a16="http://schemas.microsoft.com/office/drawing/2014/main" id="{26F4DD1F-B3B1-4057-DF95-DD43B5BD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6" name="Freeform 1024">
                <a:extLst>
                  <a:ext uri="{FF2B5EF4-FFF2-40B4-BE49-F238E27FC236}">
                    <a16:creationId xmlns:a16="http://schemas.microsoft.com/office/drawing/2014/main" id="{3A4AF8A7-DC2F-EE60-BBE3-4A1D099A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7" name="Freeform 1025">
                <a:extLst>
                  <a:ext uri="{FF2B5EF4-FFF2-40B4-BE49-F238E27FC236}">
                    <a16:creationId xmlns:a16="http://schemas.microsoft.com/office/drawing/2014/main" id="{2EFEA736-F609-18BB-9EF5-968BCA42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8" name="Freeform 1026">
                <a:extLst>
                  <a:ext uri="{FF2B5EF4-FFF2-40B4-BE49-F238E27FC236}">
                    <a16:creationId xmlns:a16="http://schemas.microsoft.com/office/drawing/2014/main" id="{7D2AD59A-6F1F-817B-85B9-0C6587C5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449" name="Group 1027">
                <a:extLst>
                  <a:ext uri="{FF2B5EF4-FFF2-40B4-BE49-F238E27FC236}">
                    <a16:creationId xmlns:a16="http://schemas.microsoft.com/office/drawing/2014/main" id="{6071ADBA-20BA-37ED-57EE-E5DF9F9B65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456" name="Freeform 1028">
                  <a:extLst>
                    <a:ext uri="{FF2B5EF4-FFF2-40B4-BE49-F238E27FC236}">
                      <a16:creationId xmlns:a16="http://schemas.microsoft.com/office/drawing/2014/main" id="{E58EA963-CFBB-4AEB-C758-395AF6A02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1029">
                  <a:extLst>
                    <a:ext uri="{FF2B5EF4-FFF2-40B4-BE49-F238E27FC236}">
                      <a16:creationId xmlns:a16="http://schemas.microsoft.com/office/drawing/2014/main" id="{40BEF099-DB7D-7207-4F6E-C4771C21B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 1030">
                  <a:extLst>
                    <a:ext uri="{FF2B5EF4-FFF2-40B4-BE49-F238E27FC236}">
                      <a16:creationId xmlns:a16="http://schemas.microsoft.com/office/drawing/2014/main" id="{3ED16327-8A07-9860-CB70-F6CD9D6AB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Freeform 1031">
                  <a:extLst>
                    <a:ext uri="{FF2B5EF4-FFF2-40B4-BE49-F238E27FC236}">
                      <a16:creationId xmlns:a16="http://schemas.microsoft.com/office/drawing/2014/main" id="{85702866-E0AC-283A-674A-318015BAE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1032">
                  <a:extLst>
                    <a:ext uri="{FF2B5EF4-FFF2-40B4-BE49-F238E27FC236}">
                      <a16:creationId xmlns:a16="http://schemas.microsoft.com/office/drawing/2014/main" id="{FDC0E667-4713-DFE5-88D2-EF129982D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1033">
                  <a:extLst>
                    <a:ext uri="{FF2B5EF4-FFF2-40B4-BE49-F238E27FC236}">
                      <a16:creationId xmlns:a16="http://schemas.microsoft.com/office/drawing/2014/main" id="{5EC47932-0726-6B61-916F-357BE6699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0" name="Freeform 1034">
                <a:extLst>
                  <a:ext uri="{FF2B5EF4-FFF2-40B4-BE49-F238E27FC236}">
                    <a16:creationId xmlns:a16="http://schemas.microsoft.com/office/drawing/2014/main" id="{50D31CD1-1E01-FAE4-717F-1F36E6F3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1" name="Freeform 1035">
                <a:extLst>
                  <a:ext uri="{FF2B5EF4-FFF2-40B4-BE49-F238E27FC236}">
                    <a16:creationId xmlns:a16="http://schemas.microsoft.com/office/drawing/2014/main" id="{4DF470EB-0420-7CAA-FB48-07354478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2" name="Freeform 1036">
                <a:extLst>
                  <a:ext uri="{FF2B5EF4-FFF2-40B4-BE49-F238E27FC236}">
                    <a16:creationId xmlns:a16="http://schemas.microsoft.com/office/drawing/2014/main" id="{E0C45401-FF75-B4A2-7EEE-59F695FA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3" name="Freeform 1037">
                <a:extLst>
                  <a:ext uri="{FF2B5EF4-FFF2-40B4-BE49-F238E27FC236}">
                    <a16:creationId xmlns:a16="http://schemas.microsoft.com/office/drawing/2014/main" id="{524CE5B3-7750-E3B6-811A-1BBF6919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4" name="Freeform 1038">
                <a:extLst>
                  <a:ext uri="{FF2B5EF4-FFF2-40B4-BE49-F238E27FC236}">
                    <a16:creationId xmlns:a16="http://schemas.microsoft.com/office/drawing/2014/main" id="{75FA2C18-B4C6-E79A-48F4-37C77A8E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5" name="Freeform 1039">
                <a:extLst>
                  <a:ext uri="{FF2B5EF4-FFF2-40B4-BE49-F238E27FC236}">
                    <a16:creationId xmlns:a16="http://schemas.microsoft.com/office/drawing/2014/main" id="{B7FD432B-E35A-EB4A-CC8E-5487437A66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AB1BE35E-08EA-1EDA-89F2-E1FEC05337D2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437" name="Picture 603" descr="car_icon_small">
                <a:extLst>
                  <a:ext uri="{FF2B5EF4-FFF2-40B4-BE49-F238E27FC236}">
                    <a16:creationId xmlns:a16="http://schemas.microsoft.com/office/drawing/2014/main" id="{E7EAF64B-1F97-78E7-F312-A2099A687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8" name="Picture 1017" descr="antenna_stylized">
                <a:extLst>
                  <a:ext uri="{FF2B5EF4-FFF2-40B4-BE49-F238E27FC236}">
                    <a16:creationId xmlns:a16="http://schemas.microsoft.com/office/drawing/2014/main" id="{237F95A7-FBEA-3516-43BE-33593E89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1B776B98-D90F-CDC3-CF38-075FC954CD62}"/>
                </a:ext>
              </a:extLst>
            </p:cNvPr>
            <p:cNvGrpSpPr/>
            <p:nvPr/>
          </p:nvGrpSpPr>
          <p:grpSpPr>
            <a:xfrm>
              <a:off x="2659772" y="1892126"/>
              <a:ext cx="179923" cy="467705"/>
              <a:chOff x="2620015" y="53199"/>
              <a:chExt cx="179923" cy="467705"/>
            </a:xfrm>
          </p:grpSpPr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F3064A71-1005-7BCA-9004-02FB17C35422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429" name="Oval 818">
                  <a:extLst>
                    <a:ext uri="{FF2B5EF4-FFF2-40B4-BE49-F238E27FC236}">
                      <a16:creationId xmlns:a16="http://schemas.microsoft.com/office/drawing/2014/main" id="{7E9173E1-490C-3ABF-3880-289B9EFC9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30" name="Group 819">
                  <a:extLst>
                    <a:ext uri="{FF2B5EF4-FFF2-40B4-BE49-F238E27FC236}">
                      <a16:creationId xmlns:a16="http://schemas.microsoft.com/office/drawing/2014/main" id="{E447C20B-5E60-437B-B8D7-CF78202D80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431" name="Oval 820">
                    <a:extLst>
                      <a:ext uri="{FF2B5EF4-FFF2-40B4-BE49-F238E27FC236}">
                        <a16:creationId xmlns:a16="http://schemas.microsoft.com/office/drawing/2014/main" id="{D7EAEA38-C9D7-DC9A-364D-F523915F43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Oval 821">
                    <a:extLst>
                      <a:ext uri="{FF2B5EF4-FFF2-40B4-BE49-F238E27FC236}">
                        <a16:creationId xmlns:a16="http://schemas.microsoft.com/office/drawing/2014/main" id="{AB932183-84AF-43F7-9BE1-92AF7731B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Oval 822">
                    <a:extLst>
                      <a:ext uri="{FF2B5EF4-FFF2-40B4-BE49-F238E27FC236}">
                        <a16:creationId xmlns:a16="http://schemas.microsoft.com/office/drawing/2014/main" id="{0FDC9A42-9905-6CF7-CE4F-73F65EDF3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823">
                    <a:extLst>
                      <a:ext uri="{FF2B5EF4-FFF2-40B4-BE49-F238E27FC236}">
                        <a16:creationId xmlns:a16="http://schemas.microsoft.com/office/drawing/2014/main" id="{40EBEC86-8C72-3D46-4502-BFA2C81875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Freeform 824">
                    <a:extLst>
                      <a:ext uri="{FF2B5EF4-FFF2-40B4-BE49-F238E27FC236}">
                        <a16:creationId xmlns:a16="http://schemas.microsoft.com/office/drawing/2014/main" id="{19DF424A-971F-33DB-EFA8-C92849B42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Freeform 824">
                    <a:extLst>
                      <a:ext uri="{FF2B5EF4-FFF2-40B4-BE49-F238E27FC236}">
                        <a16:creationId xmlns:a16="http://schemas.microsoft.com/office/drawing/2014/main" id="{A34D841D-2195-F956-BB60-252E8F360A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13" name="Group 398">
                <a:extLst>
                  <a:ext uri="{FF2B5EF4-FFF2-40B4-BE49-F238E27FC236}">
                    <a16:creationId xmlns:a16="http://schemas.microsoft.com/office/drawing/2014/main" id="{88A1B5A4-6559-71A0-A9F7-3BC64D240B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14" name="Line 270">
                  <a:extLst>
                    <a:ext uri="{FF2B5EF4-FFF2-40B4-BE49-F238E27FC236}">
                      <a16:creationId xmlns:a16="http://schemas.microsoft.com/office/drawing/2014/main" id="{1E16DC43-72F7-BBA0-F887-C888137303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5" name="Line 271">
                  <a:extLst>
                    <a:ext uri="{FF2B5EF4-FFF2-40B4-BE49-F238E27FC236}">
                      <a16:creationId xmlns:a16="http://schemas.microsoft.com/office/drawing/2014/main" id="{9759E0A7-9CB3-E58A-1428-F01AEC26E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6" name="Line 272">
                  <a:extLst>
                    <a:ext uri="{FF2B5EF4-FFF2-40B4-BE49-F238E27FC236}">
                      <a16:creationId xmlns:a16="http://schemas.microsoft.com/office/drawing/2014/main" id="{8D9DB3CF-503B-C18C-63CE-7343446D1A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7" name="Line 273">
                  <a:extLst>
                    <a:ext uri="{FF2B5EF4-FFF2-40B4-BE49-F238E27FC236}">
                      <a16:creationId xmlns:a16="http://schemas.microsoft.com/office/drawing/2014/main" id="{42CFA47B-3AFE-5979-F0DA-BA231B4D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8" name="Line 274">
                  <a:extLst>
                    <a:ext uri="{FF2B5EF4-FFF2-40B4-BE49-F238E27FC236}">
                      <a16:creationId xmlns:a16="http://schemas.microsoft.com/office/drawing/2014/main" id="{783DD27F-D044-66FC-32C4-6C861C06CF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9" name="Line 275">
                  <a:extLst>
                    <a:ext uri="{FF2B5EF4-FFF2-40B4-BE49-F238E27FC236}">
                      <a16:creationId xmlns:a16="http://schemas.microsoft.com/office/drawing/2014/main" id="{DA0D1A0F-EB8A-17DA-39E1-D873FFF596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0" name="Line 276">
                  <a:extLst>
                    <a:ext uri="{FF2B5EF4-FFF2-40B4-BE49-F238E27FC236}">
                      <a16:creationId xmlns:a16="http://schemas.microsoft.com/office/drawing/2014/main" id="{F2DBDBF7-0A2A-162C-D819-04A0E6A15C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1" name="Line 277">
                  <a:extLst>
                    <a:ext uri="{FF2B5EF4-FFF2-40B4-BE49-F238E27FC236}">
                      <a16:creationId xmlns:a16="http://schemas.microsoft.com/office/drawing/2014/main" id="{F04F69DC-5E32-EB3E-8D47-32F5CB4CDF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2" name="Line 278">
                  <a:extLst>
                    <a:ext uri="{FF2B5EF4-FFF2-40B4-BE49-F238E27FC236}">
                      <a16:creationId xmlns:a16="http://schemas.microsoft.com/office/drawing/2014/main" id="{AB783078-29DF-4B5D-F9C0-655F0AA01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3" name="Line 279">
                  <a:extLst>
                    <a:ext uri="{FF2B5EF4-FFF2-40B4-BE49-F238E27FC236}">
                      <a16:creationId xmlns:a16="http://schemas.microsoft.com/office/drawing/2014/main" id="{B90E9B04-EDE7-7BBD-2BB6-E024D75020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4" name="Line 280">
                  <a:extLst>
                    <a:ext uri="{FF2B5EF4-FFF2-40B4-BE49-F238E27FC236}">
                      <a16:creationId xmlns:a16="http://schemas.microsoft.com/office/drawing/2014/main" id="{2725BF7B-D070-A76B-D1D1-3340A74AAF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5" name="Line 281">
                  <a:extLst>
                    <a:ext uri="{FF2B5EF4-FFF2-40B4-BE49-F238E27FC236}">
                      <a16:creationId xmlns:a16="http://schemas.microsoft.com/office/drawing/2014/main" id="{3E92E102-B95C-8F40-A70E-1994CF5EB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6" name="Line 282">
                  <a:extLst>
                    <a:ext uri="{FF2B5EF4-FFF2-40B4-BE49-F238E27FC236}">
                      <a16:creationId xmlns:a16="http://schemas.microsoft.com/office/drawing/2014/main" id="{02DB314A-83BE-501E-93A7-2D24FB026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7" name="Line 283">
                  <a:extLst>
                    <a:ext uri="{FF2B5EF4-FFF2-40B4-BE49-F238E27FC236}">
                      <a16:creationId xmlns:a16="http://schemas.microsoft.com/office/drawing/2014/main" id="{93A9B2BA-94FF-BF06-8796-5AC6F2272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8" name="Line 284">
                  <a:extLst>
                    <a:ext uri="{FF2B5EF4-FFF2-40B4-BE49-F238E27FC236}">
                      <a16:creationId xmlns:a16="http://schemas.microsoft.com/office/drawing/2014/main" id="{E120F147-D596-2FEC-625D-0838DB6D1A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0ED155CD-47F3-2264-E737-586FB20896BF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30CFB9B0-A39C-5AB5-7038-2CD90725C58C}"/>
                </a:ext>
              </a:extLst>
            </p:cNvPr>
            <p:cNvGrpSpPr/>
            <p:nvPr/>
          </p:nvGrpSpPr>
          <p:grpSpPr>
            <a:xfrm>
              <a:off x="2490976" y="2974079"/>
              <a:ext cx="179923" cy="467705"/>
              <a:chOff x="2620015" y="53199"/>
              <a:chExt cx="179923" cy="467705"/>
            </a:xfrm>
          </p:grpSpPr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E12D6FBE-9357-B783-C255-38EAAC04C7FD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404" name="Oval 818">
                  <a:extLst>
                    <a:ext uri="{FF2B5EF4-FFF2-40B4-BE49-F238E27FC236}">
                      <a16:creationId xmlns:a16="http://schemas.microsoft.com/office/drawing/2014/main" id="{16053134-116A-CF93-CA91-7064218964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05" name="Group 819">
                  <a:extLst>
                    <a:ext uri="{FF2B5EF4-FFF2-40B4-BE49-F238E27FC236}">
                      <a16:creationId xmlns:a16="http://schemas.microsoft.com/office/drawing/2014/main" id="{AD9FE1CB-5215-8278-25F8-0EB1E2A28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406" name="Oval 820">
                    <a:extLst>
                      <a:ext uri="{FF2B5EF4-FFF2-40B4-BE49-F238E27FC236}">
                        <a16:creationId xmlns:a16="http://schemas.microsoft.com/office/drawing/2014/main" id="{352E42E7-CC4E-0AAB-6A2E-BF55BDAF74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Oval 821">
                    <a:extLst>
                      <a:ext uri="{FF2B5EF4-FFF2-40B4-BE49-F238E27FC236}">
                        <a16:creationId xmlns:a16="http://schemas.microsoft.com/office/drawing/2014/main" id="{4EEAF3AC-F0F1-4FC7-EC8C-AF03EED8F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Oval 822">
                    <a:extLst>
                      <a:ext uri="{FF2B5EF4-FFF2-40B4-BE49-F238E27FC236}">
                        <a16:creationId xmlns:a16="http://schemas.microsoft.com/office/drawing/2014/main" id="{769DAFDC-AB03-4A53-705F-6E6C4C773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Oval 823">
                    <a:extLst>
                      <a:ext uri="{FF2B5EF4-FFF2-40B4-BE49-F238E27FC236}">
                        <a16:creationId xmlns:a16="http://schemas.microsoft.com/office/drawing/2014/main" id="{B45AFC91-7040-1716-9B31-83C2A65F8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Freeform 824">
                    <a:extLst>
                      <a:ext uri="{FF2B5EF4-FFF2-40B4-BE49-F238E27FC236}">
                        <a16:creationId xmlns:a16="http://schemas.microsoft.com/office/drawing/2014/main" id="{4612A72F-2512-5797-22F5-E8EBDB110D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824">
                    <a:extLst>
                      <a:ext uri="{FF2B5EF4-FFF2-40B4-BE49-F238E27FC236}">
                        <a16:creationId xmlns:a16="http://schemas.microsoft.com/office/drawing/2014/main" id="{D919A15E-448F-5869-B216-16674B2D75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8" name="Group 398">
                <a:extLst>
                  <a:ext uri="{FF2B5EF4-FFF2-40B4-BE49-F238E27FC236}">
                    <a16:creationId xmlns:a16="http://schemas.microsoft.com/office/drawing/2014/main" id="{5CB0CAA1-3A53-ABBA-80E0-A78BF00F45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389" name="Line 270">
                  <a:extLst>
                    <a:ext uri="{FF2B5EF4-FFF2-40B4-BE49-F238E27FC236}">
                      <a16:creationId xmlns:a16="http://schemas.microsoft.com/office/drawing/2014/main" id="{AA66CD87-5413-2EDB-3669-86B54AD66F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0" name="Line 271">
                  <a:extLst>
                    <a:ext uri="{FF2B5EF4-FFF2-40B4-BE49-F238E27FC236}">
                      <a16:creationId xmlns:a16="http://schemas.microsoft.com/office/drawing/2014/main" id="{92C4A549-CEB5-61C5-0AE4-5233CAEECB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1" name="Line 272">
                  <a:extLst>
                    <a:ext uri="{FF2B5EF4-FFF2-40B4-BE49-F238E27FC236}">
                      <a16:creationId xmlns:a16="http://schemas.microsoft.com/office/drawing/2014/main" id="{7FE72FE6-EB65-FCFD-28C4-4FE722183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2" name="Line 273">
                  <a:extLst>
                    <a:ext uri="{FF2B5EF4-FFF2-40B4-BE49-F238E27FC236}">
                      <a16:creationId xmlns:a16="http://schemas.microsoft.com/office/drawing/2014/main" id="{07144155-23E2-5371-28C6-36DF7C598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3" name="Line 274">
                  <a:extLst>
                    <a:ext uri="{FF2B5EF4-FFF2-40B4-BE49-F238E27FC236}">
                      <a16:creationId xmlns:a16="http://schemas.microsoft.com/office/drawing/2014/main" id="{F9E2BB1B-57A2-9016-9521-B8BC06C36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4" name="Line 275">
                  <a:extLst>
                    <a:ext uri="{FF2B5EF4-FFF2-40B4-BE49-F238E27FC236}">
                      <a16:creationId xmlns:a16="http://schemas.microsoft.com/office/drawing/2014/main" id="{3F768646-9C55-AEC1-943D-29BD8EB0D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5" name="Line 276">
                  <a:extLst>
                    <a:ext uri="{FF2B5EF4-FFF2-40B4-BE49-F238E27FC236}">
                      <a16:creationId xmlns:a16="http://schemas.microsoft.com/office/drawing/2014/main" id="{3E67D062-6573-4CD0-F11C-B5B8DAEE15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6" name="Line 277">
                  <a:extLst>
                    <a:ext uri="{FF2B5EF4-FFF2-40B4-BE49-F238E27FC236}">
                      <a16:creationId xmlns:a16="http://schemas.microsoft.com/office/drawing/2014/main" id="{24C8FE97-296A-03F8-56F3-5BAC546FB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7" name="Line 278">
                  <a:extLst>
                    <a:ext uri="{FF2B5EF4-FFF2-40B4-BE49-F238E27FC236}">
                      <a16:creationId xmlns:a16="http://schemas.microsoft.com/office/drawing/2014/main" id="{975A09EF-AD6E-41E4-D9DF-AEFC6CBAE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8" name="Line 279">
                  <a:extLst>
                    <a:ext uri="{FF2B5EF4-FFF2-40B4-BE49-F238E27FC236}">
                      <a16:creationId xmlns:a16="http://schemas.microsoft.com/office/drawing/2014/main" id="{3BA7BC93-E64A-11E2-496A-A96CE25AD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9" name="Line 280">
                  <a:extLst>
                    <a:ext uri="{FF2B5EF4-FFF2-40B4-BE49-F238E27FC236}">
                      <a16:creationId xmlns:a16="http://schemas.microsoft.com/office/drawing/2014/main" id="{786A8367-98AA-0215-B67F-751B773B47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0" name="Line 281">
                  <a:extLst>
                    <a:ext uri="{FF2B5EF4-FFF2-40B4-BE49-F238E27FC236}">
                      <a16:creationId xmlns:a16="http://schemas.microsoft.com/office/drawing/2014/main" id="{7F08A109-D6F6-EAB0-1FD8-5639B9DDAC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1" name="Line 282">
                  <a:extLst>
                    <a:ext uri="{FF2B5EF4-FFF2-40B4-BE49-F238E27FC236}">
                      <a16:creationId xmlns:a16="http://schemas.microsoft.com/office/drawing/2014/main" id="{345D22E8-27EC-7ACE-1045-0F82A15DA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2" name="Line 283">
                  <a:extLst>
                    <a:ext uri="{FF2B5EF4-FFF2-40B4-BE49-F238E27FC236}">
                      <a16:creationId xmlns:a16="http://schemas.microsoft.com/office/drawing/2014/main" id="{8E9B33DA-1F07-7315-7811-3C812956AB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3" name="Line 284">
                  <a:extLst>
                    <a:ext uri="{FF2B5EF4-FFF2-40B4-BE49-F238E27FC236}">
                      <a16:creationId xmlns:a16="http://schemas.microsoft.com/office/drawing/2014/main" id="{B45C80C6-BE1A-6E50-3788-991B83FC3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6E0E1D2B-B7AB-DBE1-4137-A2A1BA965B6C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C38E0B31-FD57-1429-7BCA-4BBCF55E9F78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7" name="Group 376">
                <a:extLst>
                  <a:ext uri="{FF2B5EF4-FFF2-40B4-BE49-F238E27FC236}">
                    <a16:creationId xmlns:a16="http://schemas.microsoft.com/office/drawing/2014/main" id="{3CFAEDEC-1DB7-A59C-C2F7-3601F7A08895}"/>
                  </a:ext>
                </a:extLst>
              </p:cNvPr>
              <p:cNvGrpSpPr/>
              <p:nvPr/>
            </p:nvGrpSpPr>
            <p:grpSpPr>
              <a:xfrm>
                <a:off x="519850" y="1126797"/>
                <a:ext cx="319417" cy="141293"/>
                <a:chOff x="7493876" y="2774731"/>
                <a:chExt cx="1481958" cy="894622"/>
              </a:xfrm>
            </p:grpSpPr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30A31B3-3865-91F3-1682-089BE915482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72FFD2EE-AFAD-AFC1-B46B-E05F62E6438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82" name="Group 381">
                  <a:extLst>
                    <a:ext uri="{FF2B5EF4-FFF2-40B4-BE49-F238E27FC236}">
                      <a16:creationId xmlns:a16="http://schemas.microsoft.com/office/drawing/2014/main" id="{F5869248-D83A-DFF2-B3F9-10FD0407F35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83" name="Freeform 382">
                    <a:extLst>
                      <a:ext uri="{FF2B5EF4-FFF2-40B4-BE49-F238E27FC236}">
                        <a16:creationId xmlns:a16="http://schemas.microsoft.com/office/drawing/2014/main" id="{E65AFF59-9F84-7FD6-B2C1-A552A755DFE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383">
                    <a:extLst>
                      <a:ext uri="{FF2B5EF4-FFF2-40B4-BE49-F238E27FC236}">
                        <a16:creationId xmlns:a16="http://schemas.microsoft.com/office/drawing/2014/main" id="{C3E75419-45A6-91C1-146E-3925C191AA7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384">
                    <a:extLst>
                      <a:ext uri="{FF2B5EF4-FFF2-40B4-BE49-F238E27FC236}">
                        <a16:creationId xmlns:a16="http://schemas.microsoft.com/office/drawing/2014/main" id="{733A769D-8650-CEC2-6FDF-AF815411911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A43F7F1B-6D01-CC38-5DDF-D32078402E8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78" name="Picture 377" descr="server_rack.png">
                <a:extLst>
                  <a:ext uri="{FF2B5EF4-FFF2-40B4-BE49-F238E27FC236}">
                    <a16:creationId xmlns:a16="http://schemas.microsoft.com/office/drawing/2014/main" id="{8EC6488C-2091-E653-FACE-7FC102FFF1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379" name="Can 378">
                <a:extLst>
                  <a:ext uri="{FF2B5EF4-FFF2-40B4-BE49-F238E27FC236}">
                    <a16:creationId xmlns:a16="http://schemas.microsoft.com/office/drawing/2014/main" id="{BFF8E539-A5E6-3F14-1901-71305B045274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802FC56B-D5CC-FD5E-01FD-5CD7434F0FAD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5263942D-89FF-C60C-AFEB-473B53980A38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4065579-C4C0-8215-6760-84FD062EC4B3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C2AD0589-3B33-F74B-01A0-FBF6D0171AE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FF30E9F-F651-8F5C-C571-7E1866A52AE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DC033D4-F49B-411A-204F-433B994C90E4}"/>
                </a:ext>
              </a:extLst>
            </p:cNvPr>
            <p:cNvCxnSpPr>
              <a:stCxn id="420" idx="0"/>
              <a:endCxn id="381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BAC77FAB-9B65-6408-F5E3-8E020A338B9B}"/>
                </a:ext>
              </a:extLst>
            </p:cNvPr>
            <p:cNvCxnSpPr>
              <a:cxnSpLocks/>
              <a:endCxn id="375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CD43F6B-C5BA-D407-2485-231B1E2595A6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1DE3DC05-B440-957C-1D29-B5D792F7AB9C}"/>
              </a:ext>
            </a:extLst>
          </p:cNvPr>
          <p:cNvSpPr txBox="1"/>
          <p:nvPr/>
        </p:nvSpPr>
        <p:spPr>
          <a:xfrm>
            <a:off x="3570452" y="4289760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D7BB8CD1-CE7F-A48C-F0EC-5D3655F601A9}"/>
              </a:ext>
            </a:extLst>
          </p:cNvPr>
          <p:cNvSpPr txBox="1"/>
          <p:nvPr/>
        </p:nvSpPr>
        <p:spPr>
          <a:xfrm>
            <a:off x="3423034" y="4722080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FD2B06D0-2B81-019B-070A-A010CDF67FF8}"/>
              </a:ext>
            </a:extLst>
          </p:cNvPr>
          <p:cNvSpPr/>
          <p:nvPr/>
        </p:nvSpPr>
        <p:spPr>
          <a:xfrm flipH="1">
            <a:off x="8804434" y="2516952"/>
            <a:ext cx="1343122" cy="1642454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1050692 w 1404583"/>
              <a:gd name="connsiteY7" fmla="*/ 167312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98945 w 1472059"/>
              <a:gd name="connsiteY0" fmla="*/ 35684 h 775396"/>
              <a:gd name="connsiteX1" fmla="*/ 197859 w 1472059"/>
              <a:gd name="connsiteY1" fmla="*/ 308410 h 775396"/>
              <a:gd name="connsiteX2" fmla="*/ 72433 w 1472059"/>
              <a:gd name="connsiteY2" fmla="*/ 492617 h 775396"/>
              <a:gd name="connsiteX3" fmla="*/ 29992 w 1472059"/>
              <a:gd name="connsiteY3" fmla="*/ 759997 h 775396"/>
              <a:gd name="connsiteX4" fmla="*/ 431064 w 1472059"/>
              <a:gd name="connsiteY4" fmla="*/ 772932 h 775396"/>
              <a:gd name="connsiteX5" fmla="*/ 1346134 w 1472059"/>
              <a:gd name="connsiteY5" fmla="*/ 723395 h 775396"/>
              <a:gd name="connsiteX6" fmla="*/ 1445323 w 1472059"/>
              <a:gd name="connsiteY6" fmla="*/ 328261 h 775396"/>
              <a:gd name="connsiteX7" fmla="*/ 1004558 w 1472059"/>
              <a:gd name="connsiteY7" fmla="*/ 178473 h 775396"/>
              <a:gd name="connsiteX8" fmla="*/ 906640 w 1472059"/>
              <a:gd name="connsiteY8" fmla="*/ 27433 h 775396"/>
              <a:gd name="connsiteX9" fmla="*/ 298945 w 1472059"/>
              <a:gd name="connsiteY9" fmla="*/ 35684 h 775396"/>
              <a:gd name="connsiteX0" fmla="*/ 298945 w 1469117"/>
              <a:gd name="connsiteY0" fmla="*/ 35684 h 800008"/>
              <a:gd name="connsiteX1" fmla="*/ 197859 w 1469117"/>
              <a:gd name="connsiteY1" fmla="*/ 308410 h 800008"/>
              <a:gd name="connsiteX2" fmla="*/ 72433 w 1469117"/>
              <a:gd name="connsiteY2" fmla="*/ 492617 h 800008"/>
              <a:gd name="connsiteX3" fmla="*/ 29992 w 1469117"/>
              <a:gd name="connsiteY3" fmla="*/ 759997 h 800008"/>
              <a:gd name="connsiteX4" fmla="*/ 490691 w 1469117"/>
              <a:gd name="connsiteY4" fmla="*/ 800008 h 800008"/>
              <a:gd name="connsiteX5" fmla="*/ 1346134 w 1469117"/>
              <a:gd name="connsiteY5" fmla="*/ 723395 h 800008"/>
              <a:gd name="connsiteX6" fmla="*/ 1445323 w 1469117"/>
              <a:gd name="connsiteY6" fmla="*/ 328261 h 800008"/>
              <a:gd name="connsiteX7" fmla="*/ 1004558 w 1469117"/>
              <a:gd name="connsiteY7" fmla="*/ 178473 h 800008"/>
              <a:gd name="connsiteX8" fmla="*/ 906640 w 1469117"/>
              <a:gd name="connsiteY8" fmla="*/ 27433 h 800008"/>
              <a:gd name="connsiteX9" fmla="*/ 298945 w 1469117"/>
              <a:gd name="connsiteY9" fmla="*/ 35684 h 800008"/>
              <a:gd name="connsiteX0" fmla="*/ 298945 w 1469117"/>
              <a:gd name="connsiteY0" fmla="*/ 35684 h 804744"/>
              <a:gd name="connsiteX1" fmla="*/ 197859 w 1469117"/>
              <a:gd name="connsiteY1" fmla="*/ 308410 h 804744"/>
              <a:gd name="connsiteX2" fmla="*/ 72433 w 1469117"/>
              <a:gd name="connsiteY2" fmla="*/ 492617 h 804744"/>
              <a:gd name="connsiteX3" fmla="*/ 29992 w 1469117"/>
              <a:gd name="connsiteY3" fmla="*/ 759997 h 804744"/>
              <a:gd name="connsiteX4" fmla="*/ 490691 w 1469117"/>
              <a:gd name="connsiteY4" fmla="*/ 800008 h 804744"/>
              <a:gd name="connsiteX5" fmla="*/ 1346134 w 1469117"/>
              <a:gd name="connsiteY5" fmla="*/ 723395 h 804744"/>
              <a:gd name="connsiteX6" fmla="*/ 1445323 w 1469117"/>
              <a:gd name="connsiteY6" fmla="*/ 328261 h 804744"/>
              <a:gd name="connsiteX7" fmla="*/ 1004558 w 1469117"/>
              <a:gd name="connsiteY7" fmla="*/ 178473 h 804744"/>
              <a:gd name="connsiteX8" fmla="*/ 906640 w 1469117"/>
              <a:gd name="connsiteY8" fmla="*/ 27433 h 804744"/>
              <a:gd name="connsiteX9" fmla="*/ 298945 w 1469117"/>
              <a:gd name="connsiteY9" fmla="*/ 35684 h 804744"/>
              <a:gd name="connsiteX0" fmla="*/ 268953 w 1439125"/>
              <a:gd name="connsiteY0" fmla="*/ 35684 h 804744"/>
              <a:gd name="connsiteX1" fmla="*/ 167867 w 1439125"/>
              <a:gd name="connsiteY1" fmla="*/ 308410 h 804744"/>
              <a:gd name="connsiteX2" fmla="*/ 42441 w 1439125"/>
              <a:gd name="connsiteY2" fmla="*/ 492617 h 804744"/>
              <a:gd name="connsiteX3" fmla="*/ 0 w 1439125"/>
              <a:gd name="connsiteY3" fmla="*/ 759997 h 804744"/>
              <a:gd name="connsiteX4" fmla="*/ 460699 w 1439125"/>
              <a:gd name="connsiteY4" fmla="*/ 800008 h 804744"/>
              <a:gd name="connsiteX5" fmla="*/ 1316142 w 1439125"/>
              <a:gd name="connsiteY5" fmla="*/ 723395 h 804744"/>
              <a:gd name="connsiteX6" fmla="*/ 1415331 w 1439125"/>
              <a:gd name="connsiteY6" fmla="*/ 328261 h 804744"/>
              <a:gd name="connsiteX7" fmla="*/ 974566 w 1439125"/>
              <a:gd name="connsiteY7" fmla="*/ 178473 h 804744"/>
              <a:gd name="connsiteX8" fmla="*/ 876648 w 1439125"/>
              <a:gd name="connsiteY8" fmla="*/ 27433 h 804744"/>
              <a:gd name="connsiteX9" fmla="*/ 268953 w 1439125"/>
              <a:gd name="connsiteY9" fmla="*/ 35684 h 804744"/>
              <a:gd name="connsiteX0" fmla="*/ 304729 w 1474901"/>
              <a:gd name="connsiteY0" fmla="*/ 35684 h 803041"/>
              <a:gd name="connsiteX1" fmla="*/ 203643 w 1474901"/>
              <a:gd name="connsiteY1" fmla="*/ 308410 h 803041"/>
              <a:gd name="connsiteX2" fmla="*/ 78217 w 1474901"/>
              <a:gd name="connsiteY2" fmla="*/ 492617 h 803041"/>
              <a:gd name="connsiteX3" fmla="*/ 0 w 1474901"/>
              <a:gd name="connsiteY3" fmla="*/ 729536 h 803041"/>
              <a:gd name="connsiteX4" fmla="*/ 496475 w 1474901"/>
              <a:gd name="connsiteY4" fmla="*/ 800008 h 803041"/>
              <a:gd name="connsiteX5" fmla="*/ 1351918 w 1474901"/>
              <a:gd name="connsiteY5" fmla="*/ 723395 h 803041"/>
              <a:gd name="connsiteX6" fmla="*/ 1451107 w 1474901"/>
              <a:gd name="connsiteY6" fmla="*/ 328261 h 803041"/>
              <a:gd name="connsiteX7" fmla="*/ 1010342 w 1474901"/>
              <a:gd name="connsiteY7" fmla="*/ 178473 h 803041"/>
              <a:gd name="connsiteX8" fmla="*/ 912424 w 1474901"/>
              <a:gd name="connsiteY8" fmla="*/ 27433 h 803041"/>
              <a:gd name="connsiteX9" fmla="*/ 304729 w 1474901"/>
              <a:gd name="connsiteY9" fmla="*/ 35684 h 803041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78217 w 1474901"/>
              <a:gd name="connsiteY2" fmla="*/ 492617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98093 w 1474901"/>
              <a:gd name="connsiteY2" fmla="*/ 651688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47531 w 1474901"/>
              <a:gd name="connsiteY2" fmla="*/ 474311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421844 w 1592016"/>
              <a:gd name="connsiteY0" fmla="*/ 31457 h 803795"/>
              <a:gd name="connsiteX1" fmla="*/ 2746 w 1592016"/>
              <a:gd name="connsiteY1" fmla="*/ 229725 h 803795"/>
              <a:gd name="connsiteX2" fmla="*/ 224895 w 1592016"/>
              <a:gd name="connsiteY2" fmla="*/ 429470 h 803795"/>
              <a:gd name="connsiteX3" fmla="*/ 282785 w 1592016"/>
              <a:gd name="connsiteY3" fmla="*/ 637308 h 803795"/>
              <a:gd name="connsiteX4" fmla="*/ 117115 w 1592016"/>
              <a:gd name="connsiteY4" fmla="*/ 725309 h 803795"/>
              <a:gd name="connsiteX5" fmla="*/ 613590 w 1592016"/>
              <a:gd name="connsiteY5" fmla="*/ 795781 h 803795"/>
              <a:gd name="connsiteX6" fmla="*/ 1469033 w 1592016"/>
              <a:gd name="connsiteY6" fmla="*/ 719168 h 803795"/>
              <a:gd name="connsiteX7" fmla="*/ 1568222 w 1592016"/>
              <a:gd name="connsiteY7" fmla="*/ 324034 h 803795"/>
              <a:gd name="connsiteX8" fmla="*/ 1127457 w 1592016"/>
              <a:gd name="connsiteY8" fmla="*/ 174246 h 803795"/>
              <a:gd name="connsiteX9" fmla="*/ 1029539 w 1592016"/>
              <a:gd name="connsiteY9" fmla="*/ 23206 h 803795"/>
              <a:gd name="connsiteX10" fmla="*/ 421844 w 1592016"/>
              <a:gd name="connsiteY10" fmla="*/ 31457 h 803795"/>
              <a:gd name="connsiteX0" fmla="*/ 157880 w 1594387"/>
              <a:gd name="connsiteY0" fmla="*/ 10669 h 850697"/>
              <a:gd name="connsiteX1" fmla="*/ 5117 w 1594387"/>
              <a:gd name="connsiteY1" fmla="*/ 276627 h 850697"/>
              <a:gd name="connsiteX2" fmla="*/ 227266 w 1594387"/>
              <a:gd name="connsiteY2" fmla="*/ 476372 h 850697"/>
              <a:gd name="connsiteX3" fmla="*/ 285156 w 1594387"/>
              <a:gd name="connsiteY3" fmla="*/ 684210 h 850697"/>
              <a:gd name="connsiteX4" fmla="*/ 119486 w 1594387"/>
              <a:gd name="connsiteY4" fmla="*/ 772211 h 850697"/>
              <a:gd name="connsiteX5" fmla="*/ 615961 w 1594387"/>
              <a:gd name="connsiteY5" fmla="*/ 842683 h 850697"/>
              <a:gd name="connsiteX6" fmla="*/ 1471404 w 1594387"/>
              <a:gd name="connsiteY6" fmla="*/ 766070 h 850697"/>
              <a:gd name="connsiteX7" fmla="*/ 1570593 w 1594387"/>
              <a:gd name="connsiteY7" fmla="*/ 370936 h 850697"/>
              <a:gd name="connsiteX8" fmla="*/ 1129828 w 1594387"/>
              <a:gd name="connsiteY8" fmla="*/ 221148 h 850697"/>
              <a:gd name="connsiteX9" fmla="*/ 1031910 w 1594387"/>
              <a:gd name="connsiteY9" fmla="*/ 70108 h 850697"/>
              <a:gd name="connsiteX10" fmla="*/ 157880 w 1594387"/>
              <a:gd name="connsiteY10" fmla="*/ 10669 h 850697"/>
              <a:gd name="connsiteX0" fmla="*/ 154757 w 1591264"/>
              <a:gd name="connsiteY0" fmla="*/ 10669 h 850697"/>
              <a:gd name="connsiteX1" fmla="*/ 1994 w 1591264"/>
              <a:gd name="connsiteY1" fmla="*/ 276627 h 850697"/>
              <a:gd name="connsiteX2" fmla="*/ 57187 w 1591264"/>
              <a:gd name="connsiteY2" fmla="*/ 500063 h 850697"/>
              <a:gd name="connsiteX3" fmla="*/ 282033 w 1591264"/>
              <a:gd name="connsiteY3" fmla="*/ 684210 h 850697"/>
              <a:gd name="connsiteX4" fmla="*/ 116363 w 1591264"/>
              <a:gd name="connsiteY4" fmla="*/ 772211 h 850697"/>
              <a:gd name="connsiteX5" fmla="*/ 612838 w 1591264"/>
              <a:gd name="connsiteY5" fmla="*/ 842683 h 850697"/>
              <a:gd name="connsiteX6" fmla="*/ 1468281 w 1591264"/>
              <a:gd name="connsiteY6" fmla="*/ 766070 h 850697"/>
              <a:gd name="connsiteX7" fmla="*/ 1567470 w 1591264"/>
              <a:gd name="connsiteY7" fmla="*/ 370936 h 850697"/>
              <a:gd name="connsiteX8" fmla="*/ 1126705 w 1591264"/>
              <a:gd name="connsiteY8" fmla="*/ 221148 h 850697"/>
              <a:gd name="connsiteX9" fmla="*/ 1028787 w 1591264"/>
              <a:gd name="connsiteY9" fmla="*/ 70108 h 850697"/>
              <a:gd name="connsiteX10" fmla="*/ 154757 w 1591264"/>
              <a:gd name="connsiteY10" fmla="*/ 10669 h 850697"/>
              <a:gd name="connsiteX0" fmla="*/ 171865 w 1608372"/>
              <a:gd name="connsiteY0" fmla="*/ 10669 h 850697"/>
              <a:gd name="connsiteX1" fmla="*/ 19102 w 1608372"/>
              <a:gd name="connsiteY1" fmla="*/ 276627 h 850697"/>
              <a:gd name="connsiteX2" fmla="*/ 74295 w 1608372"/>
              <a:gd name="connsiteY2" fmla="*/ 500063 h 850697"/>
              <a:gd name="connsiteX3" fmla="*/ 1005 w 1608372"/>
              <a:gd name="connsiteY3" fmla="*/ 690979 h 850697"/>
              <a:gd name="connsiteX4" fmla="*/ 133471 w 1608372"/>
              <a:gd name="connsiteY4" fmla="*/ 772211 h 850697"/>
              <a:gd name="connsiteX5" fmla="*/ 629946 w 1608372"/>
              <a:gd name="connsiteY5" fmla="*/ 842683 h 850697"/>
              <a:gd name="connsiteX6" fmla="*/ 1485389 w 1608372"/>
              <a:gd name="connsiteY6" fmla="*/ 766070 h 850697"/>
              <a:gd name="connsiteX7" fmla="*/ 1584578 w 1608372"/>
              <a:gd name="connsiteY7" fmla="*/ 370936 h 850697"/>
              <a:gd name="connsiteX8" fmla="*/ 1143813 w 1608372"/>
              <a:gd name="connsiteY8" fmla="*/ 221148 h 850697"/>
              <a:gd name="connsiteX9" fmla="*/ 1045895 w 1608372"/>
              <a:gd name="connsiteY9" fmla="*/ 70108 h 850697"/>
              <a:gd name="connsiteX10" fmla="*/ 171865 w 1608372"/>
              <a:gd name="connsiteY10" fmla="*/ 10669 h 850697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74242 w 1681609"/>
              <a:gd name="connsiteY3" fmla="*/ 690979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81609" h="875411">
                <a:moveTo>
                  <a:pt x="245102" y="10669"/>
                </a:moveTo>
                <a:cubicBezTo>
                  <a:pt x="73970" y="45089"/>
                  <a:pt x="108601" y="195061"/>
                  <a:pt x="92339" y="276627"/>
                </a:cubicBezTo>
                <a:cubicBezTo>
                  <a:pt x="76077" y="358193"/>
                  <a:pt x="165124" y="442850"/>
                  <a:pt x="147532" y="500063"/>
                </a:cubicBezTo>
                <a:cubicBezTo>
                  <a:pt x="129940" y="557276"/>
                  <a:pt x="39204" y="601904"/>
                  <a:pt x="14615" y="652057"/>
                </a:cubicBezTo>
                <a:cubicBezTo>
                  <a:pt x="-9974" y="702210"/>
                  <a:pt x="62501" y="723150"/>
                  <a:pt x="0" y="800979"/>
                </a:cubicBezTo>
                <a:cubicBezTo>
                  <a:pt x="56492" y="880762"/>
                  <a:pt x="482696" y="884704"/>
                  <a:pt x="703183" y="866375"/>
                </a:cubicBezTo>
                <a:cubicBezTo>
                  <a:pt x="793580" y="871488"/>
                  <a:pt x="1399521" y="848643"/>
                  <a:pt x="1558626" y="766070"/>
                </a:cubicBezTo>
                <a:cubicBezTo>
                  <a:pt x="1717731" y="683497"/>
                  <a:pt x="1687644" y="497131"/>
                  <a:pt x="1657815" y="370936"/>
                </a:cubicBezTo>
                <a:cubicBezTo>
                  <a:pt x="1598157" y="251624"/>
                  <a:pt x="1241421" y="258072"/>
                  <a:pt x="1217050" y="221148"/>
                </a:cubicBezTo>
                <a:cubicBezTo>
                  <a:pt x="1192679" y="184224"/>
                  <a:pt x="1293547" y="145105"/>
                  <a:pt x="1119132" y="70108"/>
                </a:cubicBezTo>
                <a:cubicBezTo>
                  <a:pt x="1013853" y="32921"/>
                  <a:pt x="416234" y="-23751"/>
                  <a:pt x="245102" y="10669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83" name="Group 652">
            <a:extLst>
              <a:ext uri="{FF2B5EF4-FFF2-40B4-BE49-F238E27FC236}">
                <a16:creationId xmlns:a16="http://schemas.microsoft.com/office/drawing/2014/main" id="{6C544F42-A555-5624-694B-95E5D758E1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355727" y="2564659"/>
            <a:ext cx="346882" cy="278715"/>
            <a:chOff x="2751" y="1851"/>
            <a:chExt cx="462" cy="478"/>
          </a:xfrm>
        </p:grpSpPr>
        <p:pic>
          <p:nvPicPr>
            <p:cNvPr id="584" name="Picture 653" descr="iphone_stylized_small">
              <a:extLst>
                <a:ext uri="{FF2B5EF4-FFF2-40B4-BE49-F238E27FC236}">
                  <a16:creationId xmlns:a16="http://schemas.microsoft.com/office/drawing/2014/main" id="{8B0A60F5-7B86-A5BE-45A9-1BC50C85A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" name="Picture 654" descr="antenna_radiation_stylized">
              <a:extLst>
                <a:ext uri="{FF2B5EF4-FFF2-40B4-BE49-F238E27FC236}">
                  <a16:creationId xmlns:a16="http://schemas.microsoft.com/office/drawing/2014/main" id="{DB46EB40-1D14-C7F1-DAAC-9E227CF84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1BFC1D29-8D2B-24D3-A264-428C62713E91}"/>
              </a:ext>
            </a:extLst>
          </p:cNvPr>
          <p:cNvGrpSpPr/>
          <p:nvPr/>
        </p:nvGrpSpPr>
        <p:grpSpPr>
          <a:xfrm flipH="1">
            <a:off x="10439792" y="3626233"/>
            <a:ext cx="217656" cy="203994"/>
            <a:chOff x="7432700" y="2327293"/>
            <a:chExt cx="534987" cy="407988"/>
          </a:xfrm>
        </p:grpSpPr>
        <p:pic>
          <p:nvPicPr>
            <p:cNvPr id="561" name="Picture 1017" descr="antenna_stylized">
              <a:extLst>
                <a:ext uri="{FF2B5EF4-FFF2-40B4-BE49-F238E27FC236}">
                  <a16:creationId xmlns:a16="http://schemas.microsoft.com/office/drawing/2014/main" id="{0ED080F6-27DB-1E3D-8A4A-2DC4F10E6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2" name="Picture 1018" descr="laptop_keyboard">
              <a:extLst>
                <a:ext uri="{FF2B5EF4-FFF2-40B4-BE49-F238E27FC236}">
                  <a16:creationId xmlns:a16="http://schemas.microsoft.com/office/drawing/2014/main" id="{44669807-D836-E869-3D5B-2D8D3A211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" name="Freeform 1019">
              <a:extLst>
                <a:ext uri="{FF2B5EF4-FFF2-40B4-BE49-F238E27FC236}">
                  <a16:creationId xmlns:a16="http://schemas.microsoft.com/office/drawing/2014/main" id="{EF0FDB19-1F7D-8442-09C1-3F18F124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64" name="Picture 1020" descr="screen">
              <a:extLst>
                <a:ext uri="{FF2B5EF4-FFF2-40B4-BE49-F238E27FC236}">
                  <a16:creationId xmlns:a16="http://schemas.microsoft.com/office/drawing/2014/main" id="{936B66E2-D3A1-2F92-1EBD-82584D1EE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5" name="Freeform 1021">
              <a:extLst>
                <a:ext uri="{FF2B5EF4-FFF2-40B4-BE49-F238E27FC236}">
                  <a16:creationId xmlns:a16="http://schemas.microsoft.com/office/drawing/2014/main" id="{5D341460-3BEB-07C4-12A3-7500EB991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6" name="Freeform 1022">
              <a:extLst>
                <a:ext uri="{FF2B5EF4-FFF2-40B4-BE49-F238E27FC236}">
                  <a16:creationId xmlns:a16="http://schemas.microsoft.com/office/drawing/2014/main" id="{E0E94C0E-42D6-5F4F-FF77-61EA9126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7" name="Freeform 1023">
              <a:extLst>
                <a:ext uri="{FF2B5EF4-FFF2-40B4-BE49-F238E27FC236}">
                  <a16:creationId xmlns:a16="http://schemas.microsoft.com/office/drawing/2014/main" id="{26787FCC-9F97-C32F-9394-D8141FB9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8" name="Freeform 1024">
              <a:extLst>
                <a:ext uri="{FF2B5EF4-FFF2-40B4-BE49-F238E27FC236}">
                  <a16:creationId xmlns:a16="http://schemas.microsoft.com/office/drawing/2014/main" id="{CD4A056A-7F3B-3E77-CA1D-3052CBD6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9" name="Freeform 1025">
              <a:extLst>
                <a:ext uri="{FF2B5EF4-FFF2-40B4-BE49-F238E27FC236}">
                  <a16:creationId xmlns:a16="http://schemas.microsoft.com/office/drawing/2014/main" id="{C6E6BE47-5153-BA32-98BC-52F66A7C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0" name="Freeform 1026">
              <a:extLst>
                <a:ext uri="{FF2B5EF4-FFF2-40B4-BE49-F238E27FC236}">
                  <a16:creationId xmlns:a16="http://schemas.microsoft.com/office/drawing/2014/main" id="{76102D2B-1479-FC94-4F2E-B32D7257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71" name="Group 1027">
              <a:extLst>
                <a:ext uri="{FF2B5EF4-FFF2-40B4-BE49-F238E27FC236}">
                  <a16:creationId xmlns:a16="http://schemas.microsoft.com/office/drawing/2014/main" id="{4438A0DD-C74D-24CE-73EF-70AB54AA6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578" name="Freeform 1028">
                <a:extLst>
                  <a:ext uri="{FF2B5EF4-FFF2-40B4-BE49-F238E27FC236}">
                    <a16:creationId xmlns:a16="http://schemas.microsoft.com/office/drawing/2014/main" id="{9D7C87C7-39C9-6E35-912F-464E7557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79" name="Freeform 1029">
                <a:extLst>
                  <a:ext uri="{FF2B5EF4-FFF2-40B4-BE49-F238E27FC236}">
                    <a16:creationId xmlns:a16="http://schemas.microsoft.com/office/drawing/2014/main" id="{35748F58-3990-F5E9-22E4-D9ECC8454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0" name="Freeform 1030">
                <a:extLst>
                  <a:ext uri="{FF2B5EF4-FFF2-40B4-BE49-F238E27FC236}">
                    <a16:creationId xmlns:a16="http://schemas.microsoft.com/office/drawing/2014/main" id="{26379621-ADD2-A845-C5B2-8B04D968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1" name="Freeform 1031">
                <a:extLst>
                  <a:ext uri="{FF2B5EF4-FFF2-40B4-BE49-F238E27FC236}">
                    <a16:creationId xmlns:a16="http://schemas.microsoft.com/office/drawing/2014/main" id="{3546413D-772E-B2B8-9E24-C366E833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2" name="Freeform 1032">
                <a:extLst>
                  <a:ext uri="{FF2B5EF4-FFF2-40B4-BE49-F238E27FC236}">
                    <a16:creationId xmlns:a16="http://schemas.microsoft.com/office/drawing/2014/main" id="{5F256790-8813-8DA0-7D72-F5396D5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3" name="Freeform 1033">
                <a:extLst>
                  <a:ext uri="{FF2B5EF4-FFF2-40B4-BE49-F238E27FC236}">
                    <a16:creationId xmlns:a16="http://schemas.microsoft.com/office/drawing/2014/main" id="{D8C0AE73-23F1-BF0C-E157-60DD1CC2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572" name="Freeform 1034">
              <a:extLst>
                <a:ext uri="{FF2B5EF4-FFF2-40B4-BE49-F238E27FC236}">
                  <a16:creationId xmlns:a16="http://schemas.microsoft.com/office/drawing/2014/main" id="{89CF6573-4106-DF07-AB8C-F7178A685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3" name="Freeform 1035">
              <a:extLst>
                <a:ext uri="{FF2B5EF4-FFF2-40B4-BE49-F238E27FC236}">
                  <a16:creationId xmlns:a16="http://schemas.microsoft.com/office/drawing/2014/main" id="{61F25DD9-1F1C-4616-C837-F8FF1C54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4" name="Freeform 1036">
              <a:extLst>
                <a:ext uri="{FF2B5EF4-FFF2-40B4-BE49-F238E27FC236}">
                  <a16:creationId xmlns:a16="http://schemas.microsoft.com/office/drawing/2014/main" id="{0A96345F-2D8D-AF04-1CCA-59D514E1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5" name="Freeform 1037">
              <a:extLst>
                <a:ext uri="{FF2B5EF4-FFF2-40B4-BE49-F238E27FC236}">
                  <a16:creationId xmlns:a16="http://schemas.microsoft.com/office/drawing/2014/main" id="{00D34C1C-382F-3B94-105E-F59C3108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6" name="Freeform 1038">
              <a:extLst>
                <a:ext uri="{FF2B5EF4-FFF2-40B4-BE49-F238E27FC236}">
                  <a16:creationId xmlns:a16="http://schemas.microsoft.com/office/drawing/2014/main" id="{1EF425A8-C70A-3F4C-04BF-EFD06CD2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7" name="Freeform 1039">
              <a:extLst>
                <a:ext uri="{FF2B5EF4-FFF2-40B4-BE49-F238E27FC236}">
                  <a16:creationId xmlns:a16="http://schemas.microsoft.com/office/drawing/2014/main" id="{4CE7DB9F-35DF-6E1B-C8BD-8927C57E2B7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EFDEEF66-6804-6CB7-EACC-B9F25D72D60E}"/>
              </a:ext>
            </a:extLst>
          </p:cNvPr>
          <p:cNvGrpSpPr/>
          <p:nvPr/>
        </p:nvGrpSpPr>
        <p:grpSpPr>
          <a:xfrm flipH="1">
            <a:off x="10353044" y="3160166"/>
            <a:ext cx="429079" cy="145970"/>
            <a:chOff x="8493165" y="2029804"/>
            <a:chExt cx="849312" cy="226109"/>
          </a:xfrm>
        </p:grpSpPr>
        <p:pic>
          <p:nvPicPr>
            <p:cNvPr id="559" name="Picture 603" descr="car_icon_small">
              <a:extLst>
                <a:ext uri="{FF2B5EF4-FFF2-40B4-BE49-F238E27FC236}">
                  <a16:creationId xmlns:a16="http://schemas.microsoft.com/office/drawing/2014/main" id="{F6D98E17-47C7-CBEA-11EA-8B8995731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0" name="Picture 1017" descr="antenna_stylized">
              <a:extLst>
                <a:ext uri="{FF2B5EF4-FFF2-40B4-BE49-F238E27FC236}">
                  <a16:creationId xmlns:a16="http://schemas.microsoft.com/office/drawing/2014/main" id="{021B6FEE-4E62-9AF8-A763-3AB7DCF12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DA16315B-6982-3A7F-DD23-0ADEB84A665B}"/>
              </a:ext>
            </a:extLst>
          </p:cNvPr>
          <p:cNvGrpSpPr/>
          <p:nvPr/>
        </p:nvGrpSpPr>
        <p:grpSpPr>
          <a:xfrm flipH="1">
            <a:off x="9758600" y="2550125"/>
            <a:ext cx="179923" cy="467705"/>
            <a:chOff x="2620015" y="53199"/>
            <a:chExt cx="179923" cy="467705"/>
          </a:xfrm>
        </p:grpSpPr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874CF1B9-42A6-65F7-8D14-4893D076F8AE}"/>
                </a:ext>
              </a:extLst>
            </p:cNvPr>
            <p:cNvGrpSpPr/>
            <p:nvPr/>
          </p:nvGrpSpPr>
          <p:grpSpPr>
            <a:xfrm>
              <a:off x="2620015" y="53199"/>
              <a:ext cx="179923" cy="196522"/>
              <a:chOff x="2620015" y="11718"/>
              <a:chExt cx="179923" cy="238005"/>
            </a:xfrm>
          </p:grpSpPr>
          <p:sp>
            <p:nvSpPr>
              <p:cNvPr id="551" name="Oval 818">
                <a:extLst>
                  <a:ext uri="{FF2B5EF4-FFF2-40B4-BE49-F238E27FC236}">
                    <a16:creationId xmlns:a16="http://schemas.microsoft.com/office/drawing/2014/main" id="{BFECE7EA-74E8-C53B-03F1-458DA28BD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52" name="Group 819">
                <a:extLst>
                  <a:ext uri="{FF2B5EF4-FFF2-40B4-BE49-F238E27FC236}">
                    <a16:creationId xmlns:a16="http://schemas.microsoft.com/office/drawing/2014/main" id="{644DDFB6-E4E7-78D5-615E-0DBADFF3CB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43" y="11718"/>
                <a:ext cx="146258" cy="238005"/>
                <a:chOff x="2949" y="1424"/>
                <a:chExt cx="265" cy="322"/>
              </a:xfrm>
            </p:grpSpPr>
            <p:sp>
              <p:nvSpPr>
                <p:cNvPr id="553" name="Oval 820">
                  <a:extLst>
                    <a:ext uri="{FF2B5EF4-FFF2-40B4-BE49-F238E27FC236}">
                      <a16:creationId xmlns:a16="http://schemas.microsoft.com/office/drawing/2014/main" id="{086C636C-321F-4037-06A6-98B0C7137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Oval 821">
                  <a:extLst>
                    <a:ext uri="{FF2B5EF4-FFF2-40B4-BE49-F238E27FC236}">
                      <a16:creationId xmlns:a16="http://schemas.microsoft.com/office/drawing/2014/main" id="{CACA9DCB-7708-06A6-7968-8992F08E8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Oval 822">
                  <a:extLst>
                    <a:ext uri="{FF2B5EF4-FFF2-40B4-BE49-F238E27FC236}">
                      <a16:creationId xmlns:a16="http://schemas.microsoft.com/office/drawing/2014/main" id="{8DCA53AE-CEE1-998E-4BB7-41652C5C5B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Oval 823">
                  <a:extLst>
                    <a:ext uri="{FF2B5EF4-FFF2-40B4-BE49-F238E27FC236}">
                      <a16:creationId xmlns:a16="http://schemas.microsoft.com/office/drawing/2014/main" id="{C41DB5CD-88E2-B928-3918-6EBDA3C68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 824">
                  <a:extLst>
                    <a:ext uri="{FF2B5EF4-FFF2-40B4-BE49-F238E27FC236}">
                      <a16:creationId xmlns:a16="http://schemas.microsoft.com/office/drawing/2014/main" id="{197C3D07-A619-031C-44E6-1B3AE2AD7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Freeform 824">
                  <a:extLst>
                    <a:ext uri="{FF2B5EF4-FFF2-40B4-BE49-F238E27FC236}">
                      <a16:creationId xmlns:a16="http://schemas.microsoft.com/office/drawing/2014/main" id="{AF8A358D-9208-7C56-6329-DB0CE34D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5" name="Group 398">
              <a:extLst>
                <a:ext uri="{FF2B5EF4-FFF2-40B4-BE49-F238E27FC236}">
                  <a16:creationId xmlns:a16="http://schemas.microsoft.com/office/drawing/2014/main" id="{3B65B88F-0516-EBE3-A5EA-9C3C13852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36" name="Line 270">
                <a:extLst>
                  <a:ext uri="{FF2B5EF4-FFF2-40B4-BE49-F238E27FC236}">
                    <a16:creationId xmlns:a16="http://schemas.microsoft.com/office/drawing/2014/main" id="{31935DF1-83DA-B3FF-2D27-B4491E77B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7" name="Line 271">
                <a:extLst>
                  <a:ext uri="{FF2B5EF4-FFF2-40B4-BE49-F238E27FC236}">
                    <a16:creationId xmlns:a16="http://schemas.microsoft.com/office/drawing/2014/main" id="{BDFE238E-74AD-3049-77B4-11FDBD074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8" name="Line 272">
                <a:extLst>
                  <a:ext uri="{FF2B5EF4-FFF2-40B4-BE49-F238E27FC236}">
                    <a16:creationId xmlns:a16="http://schemas.microsoft.com/office/drawing/2014/main" id="{F5A7D14B-1868-AD66-BBB8-E3BBA728C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9" name="Line 273">
                <a:extLst>
                  <a:ext uri="{FF2B5EF4-FFF2-40B4-BE49-F238E27FC236}">
                    <a16:creationId xmlns:a16="http://schemas.microsoft.com/office/drawing/2014/main" id="{C2BDEFC6-9254-212C-06AD-1EACDE3A4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0" name="Line 274">
                <a:extLst>
                  <a:ext uri="{FF2B5EF4-FFF2-40B4-BE49-F238E27FC236}">
                    <a16:creationId xmlns:a16="http://schemas.microsoft.com/office/drawing/2014/main" id="{0E7A3E48-4A6D-8C93-D2B9-D5EDF9B51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1" name="Line 275">
                <a:extLst>
                  <a:ext uri="{FF2B5EF4-FFF2-40B4-BE49-F238E27FC236}">
                    <a16:creationId xmlns:a16="http://schemas.microsoft.com/office/drawing/2014/main" id="{0BA8CF0E-C248-BEC5-E4DB-DCC684A6D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2" name="Line 276">
                <a:extLst>
                  <a:ext uri="{FF2B5EF4-FFF2-40B4-BE49-F238E27FC236}">
                    <a16:creationId xmlns:a16="http://schemas.microsoft.com/office/drawing/2014/main" id="{AF08C4DC-7170-929F-D8F4-A78BB8F4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3" name="Line 277">
                <a:extLst>
                  <a:ext uri="{FF2B5EF4-FFF2-40B4-BE49-F238E27FC236}">
                    <a16:creationId xmlns:a16="http://schemas.microsoft.com/office/drawing/2014/main" id="{175CF986-B066-FF96-79DB-0BCD6E752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4" name="Line 278">
                <a:extLst>
                  <a:ext uri="{FF2B5EF4-FFF2-40B4-BE49-F238E27FC236}">
                    <a16:creationId xmlns:a16="http://schemas.microsoft.com/office/drawing/2014/main" id="{0347EF75-F7DC-5BA4-C5AD-1D4464FAA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5" name="Line 279">
                <a:extLst>
                  <a:ext uri="{FF2B5EF4-FFF2-40B4-BE49-F238E27FC236}">
                    <a16:creationId xmlns:a16="http://schemas.microsoft.com/office/drawing/2014/main" id="{C6991347-2A7D-EF6E-0DE3-89311E2285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6" name="Line 280">
                <a:extLst>
                  <a:ext uri="{FF2B5EF4-FFF2-40B4-BE49-F238E27FC236}">
                    <a16:creationId xmlns:a16="http://schemas.microsoft.com/office/drawing/2014/main" id="{4D0C7F4F-C157-0708-7212-9151C2B55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7" name="Line 281">
                <a:extLst>
                  <a:ext uri="{FF2B5EF4-FFF2-40B4-BE49-F238E27FC236}">
                    <a16:creationId xmlns:a16="http://schemas.microsoft.com/office/drawing/2014/main" id="{78592DAC-E578-9362-0F64-2FBC395757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8" name="Line 282">
                <a:extLst>
                  <a:ext uri="{FF2B5EF4-FFF2-40B4-BE49-F238E27FC236}">
                    <a16:creationId xmlns:a16="http://schemas.microsoft.com/office/drawing/2014/main" id="{CF7BB56C-5EA6-953B-2DD5-B7E193C96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9" name="Line 283">
                <a:extLst>
                  <a:ext uri="{FF2B5EF4-FFF2-40B4-BE49-F238E27FC236}">
                    <a16:creationId xmlns:a16="http://schemas.microsoft.com/office/drawing/2014/main" id="{BE957042-0122-0E9B-30C4-DF9F08CBF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50" name="Line 284">
                <a:extLst>
                  <a:ext uri="{FF2B5EF4-FFF2-40B4-BE49-F238E27FC236}">
                    <a16:creationId xmlns:a16="http://schemas.microsoft.com/office/drawing/2014/main" id="{6C01F4AC-9B05-B295-A1D5-F4BA4D0E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487" name="Rectangle 486">
            <a:extLst>
              <a:ext uri="{FF2B5EF4-FFF2-40B4-BE49-F238E27FC236}">
                <a16:creationId xmlns:a16="http://schemas.microsoft.com/office/drawing/2014/main" id="{4E2D8FA1-6075-5A33-FD59-F3595D622F2E}"/>
              </a:ext>
            </a:extLst>
          </p:cNvPr>
          <p:cNvSpPr/>
          <p:nvPr/>
        </p:nvSpPr>
        <p:spPr>
          <a:xfrm flipH="1">
            <a:off x="10376096" y="2436415"/>
            <a:ext cx="299186" cy="1600249"/>
          </a:xfrm>
          <a:prstGeom prst="rect">
            <a:avLst/>
          </a:prstGeom>
          <a:noFill/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4A8360F3-B1C7-7F49-C4AB-C76018C1F09A}"/>
              </a:ext>
            </a:extLst>
          </p:cNvPr>
          <p:cNvGrpSpPr/>
          <p:nvPr/>
        </p:nvGrpSpPr>
        <p:grpSpPr>
          <a:xfrm flipH="1">
            <a:off x="9927396" y="3632078"/>
            <a:ext cx="179923" cy="467705"/>
            <a:chOff x="2620015" y="53199"/>
            <a:chExt cx="179923" cy="467705"/>
          </a:xfrm>
        </p:grpSpPr>
        <p:grpSp>
          <p:nvGrpSpPr>
            <p:cNvPr id="509" name="Group 508">
              <a:extLst>
                <a:ext uri="{FF2B5EF4-FFF2-40B4-BE49-F238E27FC236}">
                  <a16:creationId xmlns:a16="http://schemas.microsoft.com/office/drawing/2014/main" id="{11F984EE-7F6F-DFC7-4E3A-38C10ACBF536}"/>
                </a:ext>
              </a:extLst>
            </p:cNvPr>
            <p:cNvGrpSpPr/>
            <p:nvPr/>
          </p:nvGrpSpPr>
          <p:grpSpPr>
            <a:xfrm>
              <a:off x="2620015" y="53199"/>
              <a:ext cx="179923" cy="196522"/>
              <a:chOff x="2620015" y="11718"/>
              <a:chExt cx="179923" cy="238005"/>
            </a:xfrm>
          </p:grpSpPr>
          <p:sp>
            <p:nvSpPr>
              <p:cNvPr id="526" name="Oval 818">
                <a:extLst>
                  <a:ext uri="{FF2B5EF4-FFF2-40B4-BE49-F238E27FC236}">
                    <a16:creationId xmlns:a16="http://schemas.microsoft.com/office/drawing/2014/main" id="{692CD207-4779-3F31-826E-77029716B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27" name="Group 819">
                <a:extLst>
                  <a:ext uri="{FF2B5EF4-FFF2-40B4-BE49-F238E27FC236}">
                    <a16:creationId xmlns:a16="http://schemas.microsoft.com/office/drawing/2014/main" id="{82F957A8-361C-7B31-0B78-670D77964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43" y="11718"/>
                <a:ext cx="146258" cy="238005"/>
                <a:chOff x="2949" y="1424"/>
                <a:chExt cx="265" cy="322"/>
              </a:xfrm>
            </p:grpSpPr>
            <p:sp>
              <p:nvSpPr>
                <p:cNvPr id="528" name="Oval 820">
                  <a:extLst>
                    <a:ext uri="{FF2B5EF4-FFF2-40B4-BE49-F238E27FC236}">
                      <a16:creationId xmlns:a16="http://schemas.microsoft.com/office/drawing/2014/main" id="{46015B15-3833-FFEF-C982-53669442F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Oval 821">
                  <a:extLst>
                    <a:ext uri="{FF2B5EF4-FFF2-40B4-BE49-F238E27FC236}">
                      <a16:creationId xmlns:a16="http://schemas.microsoft.com/office/drawing/2014/main" id="{0AD3390D-630F-E90A-A528-BF53E4C72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Oval 822">
                  <a:extLst>
                    <a:ext uri="{FF2B5EF4-FFF2-40B4-BE49-F238E27FC236}">
                      <a16:creationId xmlns:a16="http://schemas.microsoft.com/office/drawing/2014/main" id="{8D1A19B4-BBFE-84C5-E563-B53446F7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Oval 823">
                  <a:extLst>
                    <a:ext uri="{FF2B5EF4-FFF2-40B4-BE49-F238E27FC236}">
                      <a16:creationId xmlns:a16="http://schemas.microsoft.com/office/drawing/2014/main" id="{D9F5859A-1591-55C0-5FE3-A0CBD49767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 824">
                  <a:extLst>
                    <a:ext uri="{FF2B5EF4-FFF2-40B4-BE49-F238E27FC236}">
                      <a16:creationId xmlns:a16="http://schemas.microsoft.com/office/drawing/2014/main" id="{496BDDD2-D4EC-EBAB-C85D-2D71A7846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824">
                  <a:extLst>
                    <a:ext uri="{FF2B5EF4-FFF2-40B4-BE49-F238E27FC236}">
                      <a16:creationId xmlns:a16="http://schemas.microsoft.com/office/drawing/2014/main" id="{319176CE-2622-B473-1CF5-487287B29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10" name="Group 398">
              <a:extLst>
                <a:ext uri="{FF2B5EF4-FFF2-40B4-BE49-F238E27FC236}">
                  <a16:creationId xmlns:a16="http://schemas.microsoft.com/office/drawing/2014/main" id="{44C4BF16-E328-76C7-6442-71C0C49DAE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11" name="Line 270">
                <a:extLst>
                  <a:ext uri="{FF2B5EF4-FFF2-40B4-BE49-F238E27FC236}">
                    <a16:creationId xmlns:a16="http://schemas.microsoft.com/office/drawing/2014/main" id="{AA655D3E-3C8A-5423-EA51-AFE97E911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2" name="Line 271">
                <a:extLst>
                  <a:ext uri="{FF2B5EF4-FFF2-40B4-BE49-F238E27FC236}">
                    <a16:creationId xmlns:a16="http://schemas.microsoft.com/office/drawing/2014/main" id="{55FD0BE5-F555-9A78-BB9C-6EADEEB8E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3" name="Line 272">
                <a:extLst>
                  <a:ext uri="{FF2B5EF4-FFF2-40B4-BE49-F238E27FC236}">
                    <a16:creationId xmlns:a16="http://schemas.microsoft.com/office/drawing/2014/main" id="{2B198134-BB3C-2A55-6758-9B31BE35D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4" name="Line 273">
                <a:extLst>
                  <a:ext uri="{FF2B5EF4-FFF2-40B4-BE49-F238E27FC236}">
                    <a16:creationId xmlns:a16="http://schemas.microsoft.com/office/drawing/2014/main" id="{F7A42E71-4A20-AEFE-42A3-59A743568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5" name="Line 274">
                <a:extLst>
                  <a:ext uri="{FF2B5EF4-FFF2-40B4-BE49-F238E27FC236}">
                    <a16:creationId xmlns:a16="http://schemas.microsoft.com/office/drawing/2014/main" id="{5727CE03-3515-7B97-6884-BA5B81DD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6" name="Line 275">
                <a:extLst>
                  <a:ext uri="{FF2B5EF4-FFF2-40B4-BE49-F238E27FC236}">
                    <a16:creationId xmlns:a16="http://schemas.microsoft.com/office/drawing/2014/main" id="{ED6FDF2D-4133-6837-1E03-4AE660A6B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7" name="Line 276">
                <a:extLst>
                  <a:ext uri="{FF2B5EF4-FFF2-40B4-BE49-F238E27FC236}">
                    <a16:creationId xmlns:a16="http://schemas.microsoft.com/office/drawing/2014/main" id="{84388CAA-CFBA-3691-CB1F-8AE4078F5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8" name="Line 277">
                <a:extLst>
                  <a:ext uri="{FF2B5EF4-FFF2-40B4-BE49-F238E27FC236}">
                    <a16:creationId xmlns:a16="http://schemas.microsoft.com/office/drawing/2014/main" id="{D5E85D91-1589-82BB-0010-84296B567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9" name="Line 278">
                <a:extLst>
                  <a:ext uri="{FF2B5EF4-FFF2-40B4-BE49-F238E27FC236}">
                    <a16:creationId xmlns:a16="http://schemas.microsoft.com/office/drawing/2014/main" id="{C5664D24-7B57-640D-A260-9E7FA7CC5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0" name="Line 279">
                <a:extLst>
                  <a:ext uri="{FF2B5EF4-FFF2-40B4-BE49-F238E27FC236}">
                    <a16:creationId xmlns:a16="http://schemas.microsoft.com/office/drawing/2014/main" id="{1AB2ABFF-AE8F-9B4B-E742-6D3B01E9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1" name="Line 280">
                <a:extLst>
                  <a:ext uri="{FF2B5EF4-FFF2-40B4-BE49-F238E27FC236}">
                    <a16:creationId xmlns:a16="http://schemas.microsoft.com/office/drawing/2014/main" id="{98859B89-9EC2-63CF-084E-BFA9774DC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2" name="Line 281">
                <a:extLst>
                  <a:ext uri="{FF2B5EF4-FFF2-40B4-BE49-F238E27FC236}">
                    <a16:creationId xmlns:a16="http://schemas.microsoft.com/office/drawing/2014/main" id="{A39B8548-0583-5898-2C37-810C7D939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3" name="Line 282">
                <a:extLst>
                  <a:ext uri="{FF2B5EF4-FFF2-40B4-BE49-F238E27FC236}">
                    <a16:creationId xmlns:a16="http://schemas.microsoft.com/office/drawing/2014/main" id="{C83B44B9-7CC1-18AB-8F8D-93FBBCFE9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4" name="Line 283">
                <a:extLst>
                  <a:ext uri="{FF2B5EF4-FFF2-40B4-BE49-F238E27FC236}">
                    <a16:creationId xmlns:a16="http://schemas.microsoft.com/office/drawing/2014/main" id="{5F2E5116-98BE-29F2-9B21-83B1C8043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5" name="Line 284">
                <a:extLst>
                  <a:ext uri="{FF2B5EF4-FFF2-40B4-BE49-F238E27FC236}">
                    <a16:creationId xmlns:a16="http://schemas.microsoft.com/office/drawing/2014/main" id="{BC7245E6-6F03-B448-9EB0-407D06331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74EE244B-C682-02B8-8359-8C5CB0BDF1B2}"/>
              </a:ext>
            </a:extLst>
          </p:cNvPr>
          <p:cNvGrpSpPr/>
          <p:nvPr/>
        </p:nvGrpSpPr>
        <p:grpSpPr>
          <a:xfrm flipH="1">
            <a:off x="9007147" y="3060530"/>
            <a:ext cx="710987" cy="468256"/>
            <a:chOff x="340314" y="825285"/>
            <a:chExt cx="710987" cy="468256"/>
          </a:xfrm>
        </p:grpSpPr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F20C8F10-8DDD-89A2-4CE8-3A0FE41997C7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99" name="Group 498">
              <a:extLst>
                <a:ext uri="{FF2B5EF4-FFF2-40B4-BE49-F238E27FC236}">
                  <a16:creationId xmlns:a16="http://schemas.microsoft.com/office/drawing/2014/main" id="{6BDA2DD1-D019-5C12-A318-13C6B851DEF7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8CD5A2AB-22F1-58A4-18A0-04648254C6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C3ADAF9B-558D-3A5B-D5BF-AE48321B28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52DA4371-0C10-E56D-C0CE-7A55B8F6D9E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E583AE8C-1AE8-45EC-C76C-F468F99F55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29F7D21C-1C3B-759D-D444-6AD92F8CC87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BDAE48FD-099C-10D6-5E6F-F567981DA26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20F79077-6F07-64E1-1E93-D2F5E385795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500" name="Picture 499" descr="server_rack.png">
              <a:extLst>
                <a:ext uri="{FF2B5EF4-FFF2-40B4-BE49-F238E27FC236}">
                  <a16:creationId xmlns:a16="http://schemas.microsoft.com/office/drawing/2014/main" id="{0F087814-9B38-8C5E-79AC-3E6A7F10D0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501" name="Can 500">
              <a:extLst>
                <a:ext uri="{FF2B5EF4-FFF2-40B4-BE49-F238E27FC236}">
                  <a16:creationId xmlns:a16="http://schemas.microsoft.com/office/drawing/2014/main" id="{10CFD40C-5AD0-B6B6-7B54-A5DC69C2AA6E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90" name="Freeform 489">
            <a:extLst>
              <a:ext uri="{FF2B5EF4-FFF2-40B4-BE49-F238E27FC236}">
                <a16:creationId xmlns:a16="http://schemas.microsoft.com/office/drawing/2014/main" id="{32AF3ADF-B20B-4A18-8BDE-1065DEA88D87}"/>
              </a:ext>
            </a:extLst>
          </p:cNvPr>
          <p:cNvSpPr/>
          <p:nvPr/>
        </p:nvSpPr>
        <p:spPr>
          <a:xfrm rot="19995739" flipH="1">
            <a:off x="10129806" y="36043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BF797568-F977-1548-BFDB-7B172101C6AC}"/>
              </a:ext>
            </a:extLst>
          </p:cNvPr>
          <p:cNvSpPr/>
          <p:nvPr/>
        </p:nvSpPr>
        <p:spPr>
          <a:xfrm rot="485378" flipH="1">
            <a:off x="10047926" y="29792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5B913091-7782-8081-6906-C746BED6B0AC}"/>
              </a:ext>
            </a:extLst>
          </p:cNvPr>
          <p:cNvSpPr/>
          <p:nvPr/>
        </p:nvSpPr>
        <p:spPr>
          <a:xfrm rot="20039209" flipH="1">
            <a:off x="10013648" y="264654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DC95A82D-4676-F576-82CB-A0B0F1F48A5D}"/>
              </a:ext>
            </a:extLst>
          </p:cNvPr>
          <p:cNvSpPr txBox="1"/>
          <p:nvPr/>
        </p:nvSpPr>
        <p:spPr>
          <a:xfrm flipH="1">
            <a:off x="9799880" y="3137171"/>
            <a:ext cx="54854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RAN</a:t>
            </a: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1C324F69-8753-9B8F-9EF3-43A5C0944238}"/>
              </a:ext>
            </a:extLst>
          </p:cNvPr>
          <p:cNvSpPr txBox="1"/>
          <p:nvPr/>
        </p:nvSpPr>
        <p:spPr>
          <a:xfrm flipH="1">
            <a:off x="10305674" y="4006198"/>
            <a:ext cx="4171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UE</a:t>
            </a:r>
          </a:p>
        </p:txBody>
      </p:sp>
      <p:cxnSp>
        <p:nvCxnSpPr>
          <p:cNvPr id="495" name="Straight Connector 494">
            <a:extLst>
              <a:ext uri="{FF2B5EF4-FFF2-40B4-BE49-F238E27FC236}">
                <a16:creationId xmlns:a16="http://schemas.microsoft.com/office/drawing/2014/main" id="{CFFC9DB8-36DC-88FA-7469-F66A155BF4E3}"/>
              </a:ext>
            </a:extLst>
          </p:cNvPr>
          <p:cNvCxnSpPr>
            <a:cxnSpLocks/>
            <a:endCxn id="503" idx="1"/>
          </p:cNvCxnSpPr>
          <p:nvPr/>
        </p:nvCxnSpPr>
        <p:spPr>
          <a:xfrm flipH="1">
            <a:off x="9491693" y="2979999"/>
            <a:ext cx="282973" cy="3954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Straight Connector 495">
            <a:extLst>
              <a:ext uri="{FF2B5EF4-FFF2-40B4-BE49-F238E27FC236}">
                <a16:creationId xmlns:a16="http://schemas.microsoft.com/office/drawing/2014/main" id="{57907AB6-6CE5-36D5-2AA0-6EBBBE9B2755}"/>
              </a:ext>
            </a:extLst>
          </p:cNvPr>
          <p:cNvCxnSpPr>
            <a:cxnSpLocks/>
            <a:endCxn id="497" idx="0"/>
          </p:cNvCxnSpPr>
          <p:nvPr/>
        </p:nvCxnSpPr>
        <p:spPr>
          <a:xfrm flipH="1" flipV="1">
            <a:off x="9400377" y="3532096"/>
            <a:ext cx="560625" cy="584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" name="TextBox 496">
            <a:extLst>
              <a:ext uri="{FF2B5EF4-FFF2-40B4-BE49-F238E27FC236}">
                <a16:creationId xmlns:a16="http://schemas.microsoft.com/office/drawing/2014/main" id="{EAE82F8B-A7D3-2CBC-8706-7AF200CBC3F8}"/>
              </a:ext>
            </a:extLst>
          </p:cNvPr>
          <p:cNvSpPr txBox="1"/>
          <p:nvPr/>
        </p:nvSpPr>
        <p:spPr>
          <a:xfrm flipH="1">
            <a:off x="8964061" y="3532096"/>
            <a:ext cx="872633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Far Edge DC</a:t>
            </a:r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6C47C1CD-6662-CD05-C831-D8EB530EB9A4}"/>
              </a:ext>
            </a:extLst>
          </p:cNvPr>
          <p:cNvGrpSpPr/>
          <p:nvPr/>
        </p:nvGrpSpPr>
        <p:grpSpPr>
          <a:xfrm flipH="1">
            <a:off x="8871627" y="4387103"/>
            <a:ext cx="1977689" cy="1908337"/>
            <a:chOff x="1816172" y="1778416"/>
            <a:chExt cx="1977689" cy="1908337"/>
          </a:xfrm>
        </p:grpSpPr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563B5F46-6121-594C-AC1D-22F1C9A5CDC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88" name="Group 652">
              <a:extLst>
                <a:ext uri="{FF2B5EF4-FFF2-40B4-BE49-F238E27FC236}">
                  <a16:creationId xmlns:a16="http://schemas.microsoft.com/office/drawing/2014/main" id="{A0E0FEAE-C8B6-6B5C-61C8-60656FD08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92" y="1906660"/>
              <a:ext cx="346883" cy="278715"/>
              <a:chOff x="2751" y="1851"/>
              <a:chExt cx="462" cy="478"/>
            </a:xfrm>
          </p:grpSpPr>
          <p:pic>
            <p:nvPicPr>
              <p:cNvPr id="689" name="Picture 653" descr="iphone_stylized_small">
                <a:extLst>
                  <a:ext uri="{FF2B5EF4-FFF2-40B4-BE49-F238E27FC236}">
                    <a16:creationId xmlns:a16="http://schemas.microsoft.com/office/drawing/2014/main" id="{67691DD3-87EA-3217-7A22-01FC4A062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0" name="Picture 654" descr="antenna_radiation_stylized">
                <a:extLst>
                  <a:ext uri="{FF2B5EF4-FFF2-40B4-BE49-F238E27FC236}">
                    <a16:creationId xmlns:a16="http://schemas.microsoft.com/office/drawing/2014/main" id="{E8784FB0-AA4D-2E49-C303-A3E1A3C8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E7268D99-C795-9AFE-AD13-ED6502296E3C}"/>
                </a:ext>
              </a:extLst>
            </p:cNvPr>
            <p:cNvGrpSpPr/>
            <p:nvPr/>
          </p:nvGrpSpPr>
          <p:grpSpPr>
            <a:xfrm>
              <a:off x="1940850" y="2968234"/>
              <a:ext cx="217656" cy="203994"/>
              <a:chOff x="7432700" y="2327293"/>
              <a:chExt cx="534987" cy="407988"/>
            </a:xfrm>
          </p:grpSpPr>
          <p:pic>
            <p:nvPicPr>
              <p:cNvPr id="666" name="Picture 1017" descr="antenna_stylized">
                <a:extLst>
                  <a:ext uri="{FF2B5EF4-FFF2-40B4-BE49-F238E27FC236}">
                    <a16:creationId xmlns:a16="http://schemas.microsoft.com/office/drawing/2014/main" id="{410302B4-F9F7-EFE6-3139-DFF16A4FC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7" name="Picture 1018" descr="laptop_keyboard">
                <a:extLst>
                  <a:ext uri="{FF2B5EF4-FFF2-40B4-BE49-F238E27FC236}">
                    <a16:creationId xmlns:a16="http://schemas.microsoft.com/office/drawing/2014/main" id="{3B73AE0A-6B6D-34AC-4A36-C7FF57D78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8" name="Freeform 1019">
                <a:extLst>
                  <a:ext uri="{FF2B5EF4-FFF2-40B4-BE49-F238E27FC236}">
                    <a16:creationId xmlns:a16="http://schemas.microsoft.com/office/drawing/2014/main" id="{7E2EED3A-1426-0081-14CC-800A235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69" name="Picture 1020" descr="screen">
                <a:extLst>
                  <a:ext uri="{FF2B5EF4-FFF2-40B4-BE49-F238E27FC236}">
                    <a16:creationId xmlns:a16="http://schemas.microsoft.com/office/drawing/2014/main" id="{F6825BC1-1924-9D76-2248-C6BC93911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0" name="Freeform 1021">
                <a:extLst>
                  <a:ext uri="{FF2B5EF4-FFF2-40B4-BE49-F238E27FC236}">
                    <a16:creationId xmlns:a16="http://schemas.microsoft.com/office/drawing/2014/main" id="{77CEE989-5B0A-DA28-D494-82C2521C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1" name="Freeform 1022">
                <a:extLst>
                  <a:ext uri="{FF2B5EF4-FFF2-40B4-BE49-F238E27FC236}">
                    <a16:creationId xmlns:a16="http://schemas.microsoft.com/office/drawing/2014/main" id="{351A3009-C763-79F1-DAFF-4675DC3C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2" name="Freeform 1023">
                <a:extLst>
                  <a:ext uri="{FF2B5EF4-FFF2-40B4-BE49-F238E27FC236}">
                    <a16:creationId xmlns:a16="http://schemas.microsoft.com/office/drawing/2014/main" id="{F1CF191A-5898-96CF-C52E-91AD5041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3" name="Freeform 1024">
                <a:extLst>
                  <a:ext uri="{FF2B5EF4-FFF2-40B4-BE49-F238E27FC236}">
                    <a16:creationId xmlns:a16="http://schemas.microsoft.com/office/drawing/2014/main" id="{6CF4D241-AA49-3147-3660-31165A62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4" name="Freeform 1025">
                <a:extLst>
                  <a:ext uri="{FF2B5EF4-FFF2-40B4-BE49-F238E27FC236}">
                    <a16:creationId xmlns:a16="http://schemas.microsoft.com/office/drawing/2014/main" id="{EE3B4EDA-2469-A5D3-67A0-9652F9FB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5" name="Freeform 1026">
                <a:extLst>
                  <a:ext uri="{FF2B5EF4-FFF2-40B4-BE49-F238E27FC236}">
                    <a16:creationId xmlns:a16="http://schemas.microsoft.com/office/drawing/2014/main" id="{15439FEF-7BEF-19E1-B478-CCA2187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676" name="Group 1027">
                <a:extLst>
                  <a:ext uri="{FF2B5EF4-FFF2-40B4-BE49-F238E27FC236}">
                    <a16:creationId xmlns:a16="http://schemas.microsoft.com/office/drawing/2014/main" id="{8E969149-0F09-73DA-9548-2FDFE9A97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683" name="Freeform 1028">
                  <a:extLst>
                    <a:ext uri="{FF2B5EF4-FFF2-40B4-BE49-F238E27FC236}">
                      <a16:creationId xmlns:a16="http://schemas.microsoft.com/office/drawing/2014/main" id="{26C3EDD2-AC46-EA3F-AE75-88EF8599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029">
                  <a:extLst>
                    <a:ext uri="{FF2B5EF4-FFF2-40B4-BE49-F238E27FC236}">
                      <a16:creationId xmlns:a16="http://schemas.microsoft.com/office/drawing/2014/main" id="{0E5A6C7B-7C3D-5B36-460E-C7961D08A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1030">
                  <a:extLst>
                    <a:ext uri="{FF2B5EF4-FFF2-40B4-BE49-F238E27FC236}">
                      <a16:creationId xmlns:a16="http://schemas.microsoft.com/office/drawing/2014/main" id="{BC17CFA3-924D-1AE3-47A4-911A86138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Freeform 1031">
                  <a:extLst>
                    <a:ext uri="{FF2B5EF4-FFF2-40B4-BE49-F238E27FC236}">
                      <a16:creationId xmlns:a16="http://schemas.microsoft.com/office/drawing/2014/main" id="{60BDAE7B-AEE1-78F2-11C9-D81871838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Freeform 1032">
                  <a:extLst>
                    <a:ext uri="{FF2B5EF4-FFF2-40B4-BE49-F238E27FC236}">
                      <a16:creationId xmlns:a16="http://schemas.microsoft.com/office/drawing/2014/main" id="{7B038B9C-8653-25C6-6718-8CC0E1FA1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Freeform 1033">
                  <a:extLst>
                    <a:ext uri="{FF2B5EF4-FFF2-40B4-BE49-F238E27FC236}">
                      <a16:creationId xmlns:a16="http://schemas.microsoft.com/office/drawing/2014/main" id="{8994FC24-2D6B-745B-B39E-A6830D6A8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Freeform 1034">
                <a:extLst>
                  <a:ext uri="{FF2B5EF4-FFF2-40B4-BE49-F238E27FC236}">
                    <a16:creationId xmlns:a16="http://schemas.microsoft.com/office/drawing/2014/main" id="{1855EA42-FE9E-8153-B7DF-03713E0C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8" name="Freeform 1035">
                <a:extLst>
                  <a:ext uri="{FF2B5EF4-FFF2-40B4-BE49-F238E27FC236}">
                    <a16:creationId xmlns:a16="http://schemas.microsoft.com/office/drawing/2014/main" id="{7E75AD7D-E2DE-58A4-5672-74BCCC0A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9" name="Freeform 1036">
                <a:extLst>
                  <a:ext uri="{FF2B5EF4-FFF2-40B4-BE49-F238E27FC236}">
                    <a16:creationId xmlns:a16="http://schemas.microsoft.com/office/drawing/2014/main" id="{714C7CA4-BDDB-2820-6831-776F601B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0" name="Freeform 1037">
                <a:extLst>
                  <a:ext uri="{FF2B5EF4-FFF2-40B4-BE49-F238E27FC236}">
                    <a16:creationId xmlns:a16="http://schemas.microsoft.com/office/drawing/2014/main" id="{228D1514-E1DF-CF52-4A01-E8BE9492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1" name="Freeform 1038">
                <a:extLst>
                  <a:ext uri="{FF2B5EF4-FFF2-40B4-BE49-F238E27FC236}">
                    <a16:creationId xmlns:a16="http://schemas.microsoft.com/office/drawing/2014/main" id="{675F23E8-5D10-D40D-6637-56C5F86E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2" name="Freeform 1039">
                <a:extLst>
                  <a:ext uri="{FF2B5EF4-FFF2-40B4-BE49-F238E27FC236}">
                    <a16:creationId xmlns:a16="http://schemas.microsoft.com/office/drawing/2014/main" id="{706470E2-CF0C-1E4A-E7B9-F8AA1FAB3F6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A61C2807-995C-1A92-4D8B-A9102005985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64" name="Picture 603" descr="car_icon_small">
                <a:extLst>
                  <a:ext uri="{FF2B5EF4-FFF2-40B4-BE49-F238E27FC236}">
                    <a16:creationId xmlns:a16="http://schemas.microsoft.com/office/drawing/2014/main" id="{B9DE5653-DEF3-C10E-AF75-9916B5BFC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5" name="Picture 1017" descr="antenna_stylized">
                <a:extLst>
                  <a:ext uri="{FF2B5EF4-FFF2-40B4-BE49-F238E27FC236}">
                    <a16:creationId xmlns:a16="http://schemas.microsoft.com/office/drawing/2014/main" id="{CB033A3E-6A3B-B2A4-2FFD-5B0E28D6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91" name="Group 590">
              <a:extLst>
                <a:ext uri="{FF2B5EF4-FFF2-40B4-BE49-F238E27FC236}">
                  <a16:creationId xmlns:a16="http://schemas.microsoft.com/office/drawing/2014/main" id="{FA80B10C-8D9F-6510-10A1-40A5CBCAF200}"/>
                </a:ext>
              </a:extLst>
            </p:cNvPr>
            <p:cNvGrpSpPr/>
            <p:nvPr/>
          </p:nvGrpSpPr>
          <p:grpSpPr>
            <a:xfrm>
              <a:off x="2659772" y="1892126"/>
              <a:ext cx="179923" cy="467705"/>
              <a:chOff x="2620015" y="53199"/>
              <a:chExt cx="179923" cy="467705"/>
            </a:xfrm>
          </p:grpSpPr>
          <p:grpSp>
            <p:nvGrpSpPr>
              <p:cNvPr id="639" name="Group 638">
                <a:extLst>
                  <a:ext uri="{FF2B5EF4-FFF2-40B4-BE49-F238E27FC236}">
                    <a16:creationId xmlns:a16="http://schemas.microsoft.com/office/drawing/2014/main" id="{46DB5929-4431-8AE9-C1F0-FE47A946D5F5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656" name="Oval 818">
                  <a:extLst>
                    <a:ext uri="{FF2B5EF4-FFF2-40B4-BE49-F238E27FC236}">
                      <a16:creationId xmlns:a16="http://schemas.microsoft.com/office/drawing/2014/main" id="{3934E97F-DF20-7C7A-5860-94803E980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57" name="Group 819">
                  <a:extLst>
                    <a:ext uri="{FF2B5EF4-FFF2-40B4-BE49-F238E27FC236}">
                      <a16:creationId xmlns:a16="http://schemas.microsoft.com/office/drawing/2014/main" id="{3FE0C439-6F42-EAA6-AC33-9FAD72CDEC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658" name="Oval 820">
                    <a:extLst>
                      <a:ext uri="{FF2B5EF4-FFF2-40B4-BE49-F238E27FC236}">
                        <a16:creationId xmlns:a16="http://schemas.microsoft.com/office/drawing/2014/main" id="{0F326C16-15F1-3071-BF78-237F7216A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Oval 821">
                    <a:extLst>
                      <a:ext uri="{FF2B5EF4-FFF2-40B4-BE49-F238E27FC236}">
                        <a16:creationId xmlns:a16="http://schemas.microsoft.com/office/drawing/2014/main" id="{7A8616E6-06B2-A5FF-A4F0-8971BC7AE7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Oval 822">
                    <a:extLst>
                      <a:ext uri="{FF2B5EF4-FFF2-40B4-BE49-F238E27FC236}">
                        <a16:creationId xmlns:a16="http://schemas.microsoft.com/office/drawing/2014/main" id="{78FEC291-5B30-F745-A66D-E6EB70199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Oval 823">
                    <a:extLst>
                      <a:ext uri="{FF2B5EF4-FFF2-40B4-BE49-F238E27FC236}">
                        <a16:creationId xmlns:a16="http://schemas.microsoft.com/office/drawing/2014/main" id="{B27B0653-F856-09D7-EAF4-88C95BD8F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Freeform 824">
                    <a:extLst>
                      <a:ext uri="{FF2B5EF4-FFF2-40B4-BE49-F238E27FC236}">
                        <a16:creationId xmlns:a16="http://schemas.microsoft.com/office/drawing/2014/main" id="{E7CC36EB-2378-1EC6-932E-B9DB9490D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Freeform 824">
                    <a:extLst>
                      <a:ext uri="{FF2B5EF4-FFF2-40B4-BE49-F238E27FC236}">
                        <a16:creationId xmlns:a16="http://schemas.microsoft.com/office/drawing/2014/main" id="{2A1920F9-7DDE-8CF8-2982-B834AEC65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40" name="Group 398">
                <a:extLst>
                  <a:ext uri="{FF2B5EF4-FFF2-40B4-BE49-F238E27FC236}">
                    <a16:creationId xmlns:a16="http://schemas.microsoft.com/office/drawing/2014/main" id="{4B6878BE-5761-2AE2-09E8-0825554837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41" name="Line 270">
                  <a:extLst>
                    <a:ext uri="{FF2B5EF4-FFF2-40B4-BE49-F238E27FC236}">
                      <a16:creationId xmlns:a16="http://schemas.microsoft.com/office/drawing/2014/main" id="{600FE59D-2678-0EC6-62E5-5C547DD233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2" name="Line 271">
                  <a:extLst>
                    <a:ext uri="{FF2B5EF4-FFF2-40B4-BE49-F238E27FC236}">
                      <a16:creationId xmlns:a16="http://schemas.microsoft.com/office/drawing/2014/main" id="{1946EE2D-D163-DC13-92AE-A8C62BAC59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3" name="Line 272">
                  <a:extLst>
                    <a:ext uri="{FF2B5EF4-FFF2-40B4-BE49-F238E27FC236}">
                      <a16:creationId xmlns:a16="http://schemas.microsoft.com/office/drawing/2014/main" id="{E316828D-C605-C0B1-0E31-7362EE6E5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4" name="Line 273">
                  <a:extLst>
                    <a:ext uri="{FF2B5EF4-FFF2-40B4-BE49-F238E27FC236}">
                      <a16:creationId xmlns:a16="http://schemas.microsoft.com/office/drawing/2014/main" id="{36137CE9-A359-3E89-1724-F39D5811F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5" name="Line 274">
                  <a:extLst>
                    <a:ext uri="{FF2B5EF4-FFF2-40B4-BE49-F238E27FC236}">
                      <a16:creationId xmlns:a16="http://schemas.microsoft.com/office/drawing/2014/main" id="{D2387C87-A859-4807-E938-0A6BBD4FD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6" name="Line 275">
                  <a:extLst>
                    <a:ext uri="{FF2B5EF4-FFF2-40B4-BE49-F238E27FC236}">
                      <a16:creationId xmlns:a16="http://schemas.microsoft.com/office/drawing/2014/main" id="{7FF6DC15-E0E4-791A-C14F-ABE997D73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7" name="Line 276">
                  <a:extLst>
                    <a:ext uri="{FF2B5EF4-FFF2-40B4-BE49-F238E27FC236}">
                      <a16:creationId xmlns:a16="http://schemas.microsoft.com/office/drawing/2014/main" id="{8B9C5A26-FA62-DBEB-04FC-C405C795F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8" name="Line 277">
                  <a:extLst>
                    <a:ext uri="{FF2B5EF4-FFF2-40B4-BE49-F238E27FC236}">
                      <a16:creationId xmlns:a16="http://schemas.microsoft.com/office/drawing/2014/main" id="{244C909B-0078-D10C-0A74-0A52C9F901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9" name="Line 278">
                  <a:extLst>
                    <a:ext uri="{FF2B5EF4-FFF2-40B4-BE49-F238E27FC236}">
                      <a16:creationId xmlns:a16="http://schemas.microsoft.com/office/drawing/2014/main" id="{6A7CE213-B6B6-7FA9-3AD9-D127B505D9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0" name="Line 279">
                  <a:extLst>
                    <a:ext uri="{FF2B5EF4-FFF2-40B4-BE49-F238E27FC236}">
                      <a16:creationId xmlns:a16="http://schemas.microsoft.com/office/drawing/2014/main" id="{82DF812A-9829-CFCD-BEA2-30AA2EB45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1" name="Line 280">
                  <a:extLst>
                    <a:ext uri="{FF2B5EF4-FFF2-40B4-BE49-F238E27FC236}">
                      <a16:creationId xmlns:a16="http://schemas.microsoft.com/office/drawing/2014/main" id="{B3D197E0-8E93-E1F1-32AC-7F4577623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2" name="Line 281">
                  <a:extLst>
                    <a:ext uri="{FF2B5EF4-FFF2-40B4-BE49-F238E27FC236}">
                      <a16:creationId xmlns:a16="http://schemas.microsoft.com/office/drawing/2014/main" id="{9EC0F7F1-A930-3E3E-1B53-DD90CCC939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3" name="Line 282">
                  <a:extLst>
                    <a:ext uri="{FF2B5EF4-FFF2-40B4-BE49-F238E27FC236}">
                      <a16:creationId xmlns:a16="http://schemas.microsoft.com/office/drawing/2014/main" id="{11A506AF-539C-8EDD-65EB-7757F1C26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4" name="Line 283">
                  <a:extLst>
                    <a:ext uri="{FF2B5EF4-FFF2-40B4-BE49-F238E27FC236}">
                      <a16:creationId xmlns:a16="http://schemas.microsoft.com/office/drawing/2014/main" id="{1F4EF884-3AFD-7DDD-B77E-E337B99855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5" name="Line 284">
                  <a:extLst>
                    <a:ext uri="{FF2B5EF4-FFF2-40B4-BE49-F238E27FC236}">
                      <a16:creationId xmlns:a16="http://schemas.microsoft.com/office/drawing/2014/main" id="{753D6C05-B9C9-90A0-E7F2-15D2698D6A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D418B315-E253-A3A3-104D-F2CFD0305A31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9FF31917-B3CF-C874-62B2-6F4C185B06AC}"/>
                </a:ext>
              </a:extLst>
            </p:cNvPr>
            <p:cNvGrpSpPr/>
            <p:nvPr/>
          </p:nvGrpSpPr>
          <p:grpSpPr>
            <a:xfrm>
              <a:off x="2490976" y="2974079"/>
              <a:ext cx="179923" cy="467705"/>
              <a:chOff x="2620015" y="53199"/>
              <a:chExt cx="179923" cy="467705"/>
            </a:xfrm>
          </p:grpSpPr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A348E2FD-A633-EE43-0144-2B0B40848A01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631" name="Oval 818">
                  <a:extLst>
                    <a:ext uri="{FF2B5EF4-FFF2-40B4-BE49-F238E27FC236}">
                      <a16:creationId xmlns:a16="http://schemas.microsoft.com/office/drawing/2014/main" id="{86F1251E-D463-1BF9-FAEF-149693B0C8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32" name="Group 819">
                  <a:extLst>
                    <a:ext uri="{FF2B5EF4-FFF2-40B4-BE49-F238E27FC236}">
                      <a16:creationId xmlns:a16="http://schemas.microsoft.com/office/drawing/2014/main" id="{50D4675A-1864-D93D-86FB-2655BEF60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633" name="Oval 820">
                    <a:extLst>
                      <a:ext uri="{FF2B5EF4-FFF2-40B4-BE49-F238E27FC236}">
                        <a16:creationId xmlns:a16="http://schemas.microsoft.com/office/drawing/2014/main" id="{EDAED0CE-1D98-6A02-7BF0-BED5DDA9F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Oval 821">
                    <a:extLst>
                      <a:ext uri="{FF2B5EF4-FFF2-40B4-BE49-F238E27FC236}">
                        <a16:creationId xmlns:a16="http://schemas.microsoft.com/office/drawing/2014/main" id="{C9C23C95-E4A5-816E-E87F-842557A0C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5" name="Oval 822">
                    <a:extLst>
                      <a:ext uri="{FF2B5EF4-FFF2-40B4-BE49-F238E27FC236}">
                        <a16:creationId xmlns:a16="http://schemas.microsoft.com/office/drawing/2014/main" id="{DF1A1FB9-73FC-A9DB-DF98-F6D6C4031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6" name="Oval 823">
                    <a:extLst>
                      <a:ext uri="{FF2B5EF4-FFF2-40B4-BE49-F238E27FC236}">
                        <a16:creationId xmlns:a16="http://schemas.microsoft.com/office/drawing/2014/main" id="{5B5FC18C-A675-7F61-E00A-FCF2A790D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7" name="Freeform 824">
                    <a:extLst>
                      <a:ext uri="{FF2B5EF4-FFF2-40B4-BE49-F238E27FC236}">
                        <a16:creationId xmlns:a16="http://schemas.microsoft.com/office/drawing/2014/main" id="{1F20D4E8-E101-6F90-57BB-838632A36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8" name="Freeform 824">
                    <a:extLst>
                      <a:ext uri="{FF2B5EF4-FFF2-40B4-BE49-F238E27FC236}">
                        <a16:creationId xmlns:a16="http://schemas.microsoft.com/office/drawing/2014/main" id="{E5A757BC-0B40-85D9-B6F4-6F4A1DC5A1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15" name="Group 398">
                <a:extLst>
                  <a:ext uri="{FF2B5EF4-FFF2-40B4-BE49-F238E27FC236}">
                    <a16:creationId xmlns:a16="http://schemas.microsoft.com/office/drawing/2014/main" id="{3AFB984A-24AC-F927-4882-02C8B4AF4B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16" name="Line 270">
                  <a:extLst>
                    <a:ext uri="{FF2B5EF4-FFF2-40B4-BE49-F238E27FC236}">
                      <a16:creationId xmlns:a16="http://schemas.microsoft.com/office/drawing/2014/main" id="{ABEFC327-6AA3-A8C4-5E1E-55F923B335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7" name="Line 271">
                  <a:extLst>
                    <a:ext uri="{FF2B5EF4-FFF2-40B4-BE49-F238E27FC236}">
                      <a16:creationId xmlns:a16="http://schemas.microsoft.com/office/drawing/2014/main" id="{1B89FAFC-FC3F-53C2-E855-7D0658260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8" name="Line 272">
                  <a:extLst>
                    <a:ext uri="{FF2B5EF4-FFF2-40B4-BE49-F238E27FC236}">
                      <a16:creationId xmlns:a16="http://schemas.microsoft.com/office/drawing/2014/main" id="{FA077A05-C993-8595-306D-DF73E1BFE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9" name="Line 273">
                  <a:extLst>
                    <a:ext uri="{FF2B5EF4-FFF2-40B4-BE49-F238E27FC236}">
                      <a16:creationId xmlns:a16="http://schemas.microsoft.com/office/drawing/2014/main" id="{889A98BE-C56D-01F5-E5CD-3E8721FC20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0" name="Line 274">
                  <a:extLst>
                    <a:ext uri="{FF2B5EF4-FFF2-40B4-BE49-F238E27FC236}">
                      <a16:creationId xmlns:a16="http://schemas.microsoft.com/office/drawing/2014/main" id="{4BD3347D-E83B-DA28-70C6-6E0EA2DFE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1" name="Line 275">
                  <a:extLst>
                    <a:ext uri="{FF2B5EF4-FFF2-40B4-BE49-F238E27FC236}">
                      <a16:creationId xmlns:a16="http://schemas.microsoft.com/office/drawing/2014/main" id="{94DFE132-C5F0-95BC-4CD4-9058DD62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2" name="Line 276">
                  <a:extLst>
                    <a:ext uri="{FF2B5EF4-FFF2-40B4-BE49-F238E27FC236}">
                      <a16:creationId xmlns:a16="http://schemas.microsoft.com/office/drawing/2014/main" id="{D4FF033C-2EA5-D2F9-00C4-BE86CC7DA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3" name="Line 277">
                  <a:extLst>
                    <a:ext uri="{FF2B5EF4-FFF2-40B4-BE49-F238E27FC236}">
                      <a16:creationId xmlns:a16="http://schemas.microsoft.com/office/drawing/2014/main" id="{60962A98-98D0-1F2D-AAEE-06419A7C4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4" name="Line 278">
                  <a:extLst>
                    <a:ext uri="{FF2B5EF4-FFF2-40B4-BE49-F238E27FC236}">
                      <a16:creationId xmlns:a16="http://schemas.microsoft.com/office/drawing/2014/main" id="{B3EB8408-3017-AB9B-D423-A8A25AB95D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5" name="Line 279">
                  <a:extLst>
                    <a:ext uri="{FF2B5EF4-FFF2-40B4-BE49-F238E27FC236}">
                      <a16:creationId xmlns:a16="http://schemas.microsoft.com/office/drawing/2014/main" id="{1FAACCDB-F216-874C-42C3-5AA17D09F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6" name="Line 280">
                  <a:extLst>
                    <a:ext uri="{FF2B5EF4-FFF2-40B4-BE49-F238E27FC236}">
                      <a16:creationId xmlns:a16="http://schemas.microsoft.com/office/drawing/2014/main" id="{F47F3775-E396-98BD-3F9F-8E2997BC58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7" name="Line 281">
                  <a:extLst>
                    <a:ext uri="{FF2B5EF4-FFF2-40B4-BE49-F238E27FC236}">
                      <a16:creationId xmlns:a16="http://schemas.microsoft.com/office/drawing/2014/main" id="{789D17D8-562B-5B04-EAAA-0FC3370E9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8" name="Line 282">
                  <a:extLst>
                    <a:ext uri="{FF2B5EF4-FFF2-40B4-BE49-F238E27FC236}">
                      <a16:creationId xmlns:a16="http://schemas.microsoft.com/office/drawing/2014/main" id="{4EEAE11C-66F2-0F90-BA0D-06D3D7503E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9" name="Line 283">
                  <a:extLst>
                    <a:ext uri="{FF2B5EF4-FFF2-40B4-BE49-F238E27FC236}">
                      <a16:creationId xmlns:a16="http://schemas.microsoft.com/office/drawing/2014/main" id="{109B68F3-1180-224D-8B25-396107E8C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30" name="Line 284">
                  <a:extLst>
                    <a:ext uri="{FF2B5EF4-FFF2-40B4-BE49-F238E27FC236}">
                      <a16:creationId xmlns:a16="http://schemas.microsoft.com/office/drawing/2014/main" id="{1AAECAA5-94BA-D6EB-3FCA-D73DFD4A7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3719C3BA-6ABA-41FC-387D-8A2B14B4A209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9F2C697B-A2D0-6629-4374-2F59BBAA91F1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A5216A2B-70AF-4547-E00D-7F102A501A4B}"/>
                  </a:ext>
                </a:extLst>
              </p:cNvPr>
              <p:cNvGrpSpPr/>
              <p:nvPr/>
            </p:nvGrpSpPr>
            <p:grpSpPr>
              <a:xfrm>
                <a:off x="519850" y="1126797"/>
                <a:ext cx="319417" cy="141293"/>
                <a:chOff x="7493876" y="2774731"/>
                <a:chExt cx="1481958" cy="894622"/>
              </a:xfrm>
            </p:grpSpPr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925CC1C0-E284-11FD-015C-ED9434CD590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08" name="Oval 607">
                  <a:extLst>
                    <a:ext uri="{FF2B5EF4-FFF2-40B4-BE49-F238E27FC236}">
                      <a16:creationId xmlns:a16="http://schemas.microsoft.com/office/drawing/2014/main" id="{6A9316B4-BAAF-C565-7EEE-071ACFD989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B913AC81-E5AD-37D7-F32F-9BD58FDA8293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B23F2648-9387-C928-4D80-EEA78E65795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E68605BB-403B-CAFE-303C-9AECF5E8739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FBCC9D99-2C35-2D72-0C50-B8F75CAC4E5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BE2AEA85-5948-95D6-B2F9-D2C1D55EAF1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05" name="Picture 604" descr="server_rack.png">
                <a:extLst>
                  <a:ext uri="{FF2B5EF4-FFF2-40B4-BE49-F238E27FC236}">
                    <a16:creationId xmlns:a16="http://schemas.microsoft.com/office/drawing/2014/main" id="{3E57EC6D-782C-E1C8-E28C-ACB666B4F9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606" name="Can 605">
                <a:extLst>
                  <a:ext uri="{FF2B5EF4-FFF2-40B4-BE49-F238E27FC236}">
                    <a16:creationId xmlns:a16="http://schemas.microsoft.com/office/drawing/2014/main" id="{B6353ABB-A03B-C235-3074-B23A54412CB9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54AE4CD3-BCBE-D1FB-54CD-811DC5FF3C36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BCADE8F-B5A0-1A71-F19C-7A45AD776C75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167A34DF-32F1-0520-55E0-F7865830B57F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79EF1B4C-4C93-3883-E7FB-516018155303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6021672F-61EE-13AB-7747-A33A2493E07D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600" name="Straight Connector 599">
              <a:extLst>
                <a:ext uri="{FF2B5EF4-FFF2-40B4-BE49-F238E27FC236}">
                  <a16:creationId xmlns:a16="http://schemas.microsoft.com/office/drawing/2014/main" id="{59A6EA8A-816A-4D79-FA00-39E2AA247974}"/>
                </a:ext>
              </a:extLst>
            </p:cNvPr>
            <p:cNvCxnSpPr>
              <a:stCxn id="647" idx="0"/>
              <a:endCxn id="608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509DB4C6-89C9-356E-3011-FC1AE061FEA6}"/>
                </a:ext>
              </a:extLst>
            </p:cNvPr>
            <p:cNvCxnSpPr>
              <a:cxnSpLocks/>
              <a:endCxn id="602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97B1D068-91A6-824E-F1D1-CDA9B89E1CF3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6" name="Freeform 465">
            <a:extLst>
              <a:ext uri="{FF2B5EF4-FFF2-40B4-BE49-F238E27FC236}">
                <a16:creationId xmlns:a16="http://schemas.microsoft.com/office/drawing/2014/main" id="{A3AC2C0E-EAEF-A9A0-50F0-031099555D5C}"/>
              </a:ext>
            </a:extLst>
          </p:cNvPr>
          <p:cNvSpPr/>
          <p:nvPr/>
        </p:nvSpPr>
        <p:spPr>
          <a:xfrm flipH="1">
            <a:off x="7475463" y="3299028"/>
            <a:ext cx="1980217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9407570-F9AC-C6D3-48F8-694887338836}"/>
              </a:ext>
            </a:extLst>
          </p:cNvPr>
          <p:cNvGrpSpPr/>
          <p:nvPr/>
        </p:nvGrpSpPr>
        <p:grpSpPr>
          <a:xfrm flipH="1">
            <a:off x="7722337" y="3867359"/>
            <a:ext cx="973849" cy="644482"/>
            <a:chOff x="340314" y="825285"/>
            <a:chExt cx="710987" cy="468256"/>
          </a:xfrm>
        </p:grpSpPr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7347904F-2AF5-40E2-DF46-BF0DFAD37A6B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B5190C7-C2B4-C374-3F03-A0FC21808064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75FC59F6-F598-AD94-7C4B-CA0A1797543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E27B656D-C10F-C913-D386-03A01EEDAF6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6" name="Group 475">
                <a:extLst>
                  <a:ext uri="{FF2B5EF4-FFF2-40B4-BE49-F238E27FC236}">
                    <a16:creationId xmlns:a16="http://schemas.microsoft.com/office/drawing/2014/main" id="{0DD7A9C6-401B-7702-05BF-9DA21D93D1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E71DAD7F-D0F3-5A13-62CB-B543A6F37B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3C33F747-D0B0-9609-9740-67FAC97339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D347F1BA-DB3F-FA3D-2A00-F47F4560CAC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E48E7A09-1D3E-B9F9-BB7F-AE9BA21A4BF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70" name="Picture 469" descr="server_rack.png">
              <a:extLst>
                <a:ext uri="{FF2B5EF4-FFF2-40B4-BE49-F238E27FC236}">
                  <a16:creationId xmlns:a16="http://schemas.microsoft.com/office/drawing/2014/main" id="{FBE14056-57B5-F7CF-CEB3-D1CE8847F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471" name="Can 470">
              <a:extLst>
                <a:ext uri="{FF2B5EF4-FFF2-40B4-BE49-F238E27FC236}">
                  <a16:creationId xmlns:a16="http://schemas.microsoft.com/office/drawing/2014/main" id="{D7FF82FD-543B-AB1A-4B18-924FE54349A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72" name="Picture 471" descr="server_rack.png">
              <a:extLst>
                <a:ext uri="{FF2B5EF4-FFF2-40B4-BE49-F238E27FC236}">
                  <a16:creationId xmlns:a16="http://schemas.microsoft.com/office/drawing/2014/main" id="{50A6BED5-6360-38F1-5BB0-779CE67F0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473" name="Can 472">
              <a:extLst>
                <a:ext uri="{FF2B5EF4-FFF2-40B4-BE49-F238E27FC236}">
                  <a16:creationId xmlns:a16="http://schemas.microsoft.com/office/drawing/2014/main" id="{4DBCCB61-96A3-C11C-0CB7-82BC95EFAC37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91" name="TextBox 690">
            <a:extLst>
              <a:ext uri="{FF2B5EF4-FFF2-40B4-BE49-F238E27FC236}">
                <a16:creationId xmlns:a16="http://schemas.microsoft.com/office/drawing/2014/main" id="{FB44765B-B13B-F1C1-B37D-A563EE5CB280}"/>
              </a:ext>
            </a:extLst>
          </p:cNvPr>
          <p:cNvSpPr txBox="1"/>
          <p:nvPr/>
        </p:nvSpPr>
        <p:spPr>
          <a:xfrm flipH="1">
            <a:off x="7827087" y="4444723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692" name="TextBox 691">
            <a:extLst>
              <a:ext uri="{FF2B5EF4-FFF2-40B4-BE49-F238E27FC236}">
                <a16:creationId xmlns:a16="http://schemas.microsoft.com/office/drawing/2014/main" id="{C68B1D69-3612-B158-3E75-6084B49CEE43}"/>
              </a:ext>
            </a:extLst>
          </p:cNvPr>
          <p:cNvSpPr txBox="1"/>
          <p:nvPr/>
        </p:nvSpPr>
        <p:spPr>
          <a:xfrm flipH="1">
            <a:off x="7726232" y="4853104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E37D32B2-4C04-477E-8ABA-65E06B073CF7}"/>
              </a:ext>
            </a:extLst>
          </p:cNvPr>
          <p:cNvSpPr/>
          <p:nvPr/>
        </p:nvSpPr>
        <p:spPr>
          <a:xfrm>
            <a:off x="4634776" y="3131579"/>
            <a:ext cx="2911459" cy="2049409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E75B4C-17CE-DB72-5ADE-3F9CCB57B549}"/>
              </a:ext>
            </a:extLst>
          </p:cNvPr>
          <p:cNvGrpSpPr/>
          <p:nvPr/>
        </p:nvGrpSpPr>
        <p:grpSpPr>
          <a:xfrm>
            <a:off x="5617603" y="3790350"/>
            <a:ext cx="1187053" cy="681810"/>
            <a:chOff x="257226" y="825285"/>
            <a:chExt cx="866643" cy="495377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5DCA0439-00C9-D33F-842F-A0B77BC12EFD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4EE90F2C-3A20-9842-A629-D1060AB9331A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AD397C05-AE5D-F05E-EB77-FC20050B29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78233EAE-A6AE-9568-AA06-6E5A39928CD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26DB9BB-DF2E-E3BA-BFC6-C42AD615AB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2AE970B4-01C9-17AA-BB98-067978E77E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EDA8A9F6-AA02-99FE-7EB1-C02A12E497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EBF8FE3D-6322-039E-13E5-3DE82C7A66A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F7F8BC3B-B307-CA25-19C8-BA1B7FC276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702" name="Picture 701" descr="server_rack.png">
              <a:extLst>
                <a:ext uri="{FF2B5EF4-FFF2-40B4-BE49-F238E27FC236}">
                  <a16:creationId xmlns:a16="http://schemas.microsoft.com/office/drawing/2014/main" id="{F663C209-249C-EFAA-FCA5-2247DD8A6F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703" name="Can 702">
              <a:extLst>
                <a:ext uri="{FF2B5EF4-FFF2-40B4-BE49-F238E27FC236}">
                  <a16:creationId xmlns:a16="http://schemas.microsoft.com/office/drawing/2014/main" id="{784A59A0-CC39-601E-1199-61A95DADD8C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04" name="Picture 703" descr="server_rack.png">
              <a:extLst>
                <a:ext uri="{FF2B5EF4-FFF2-40B4-BE49-F238E27FC236}">
                  <a16:creationId xmlns:a16="http://schemas.microsoft.com/office/drawing/2014/main" id="{07F6EB17-C3B7-424B-94AE-760DDD748A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705" name="Can 704">
              <a:extLst>
                <a:ext uri="{FF2B5EF4-FFF2-40B4-BE49-F238E27FC236}">
                  <a16:creationId xmlns:a16="http://schemas.microsoft.com/office/drawing/2014/main" id="{9A89ED3C-73F9-FED8-89C6-063A153D1382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13" name="Picture 712" descr="server_rack.png">
              <a:extLst>
                <a:ext uri="{FF2B5EF4-FFF2-40B4-BE49-F238E27FC236}">
                  <a16:creationId xmlns:a16="http://schemas.microsoft.com/office/drawing/2014/main" id="{CF6B6691-792C-54C3-EED7-DC894A216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6358" y="944839"/>
              <a:ext cx="182563" cy="315214"/>
            </a:xfrm>
            <a:prstGeom prst="rect">
              <a:avLst/>
            </a:prstGeom>
          </p:spPr>
        </p:pic>
        <p:pic>
          <p:nvPicPr>
            <p:cNvPr id="714" name="Picture 713" descr="server_rack.png">
              <a:extLst>
                <a:ext uri="{FF2B5EF4-FFF2-40B4-BE49-F238E27FC236}">
                  <a16:creationId xmlns:a16="http://schemas.microsoft.com/office/drawing/2014/main" id="{87B19085-F01B-C80D-45E4-A658BD7A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7226" y="1005448"/>
              <a:ext cx="182563" cy="315214"/>
            </a:xfrm>
            <a:prstGeom prst="rect">
              <a:avLst/>
            </a:prstGeom>
          </p:spPr>
        </p:pic>
        <p:sp>
          <p:nvSpPr>
            <p:cNvPr id="715" name="Can 714">
              <a:extLst>
                <a:ext uri="{FF2B5EF4-FFF2-40B4-BE49-F238E27FC236}">
                  <a16:creationId xmlns:a16="http://schemas.microsoft.com/office/drawing/2014/main" id="{0169E7D9-B4E1-029A-0C37-4BF9E388BB4D}"/>
                </a:ext>
              </a:extLst>
            </p:cNvPr>
            <p:cNvSpPr/>
            <p:nvPr/>
          </p:nvSpPr>
          <p:spPr>
            <a:xfrm>
              <a:off x="866106" y="1056717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6" name="Can 715">
              <a:extLst>
                <a:ext uri="{FF2B5EF4-FFF2-40B4-BE49-F238E27FC236}">
                  <a16:creationId xmlns:a16="http://schemas.microsoft.com/office/drawing/2014/main" id="{6ED02D06-6CFB-5D2D-27E0-7C78DABE6430}"/>
                </a:ext>
              </a:extLst>
            </p:cNvPr>
            <p:cNvSpPr/>
            <p:nvPr/>
          </p:nvSpPr>
          <p:spPr>
            <a:xfrm>
              <a:off x="949389" y="1115595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17" name="TextBox 716">
            <a:extLst>
              <a:ext uri="{FF2B5EF4-FFF2-40B4-BE49-F238E27FC236}">
                <a16:creationId xmlns:a16="http://schemas.microsoft.com/office/drawing/2014/main" id="{A15901E6-6864-A1F8-9048-649D45AEFAD0}"/>
              </a:ext>
            </a:extLst>
          </p:cNvPr>
          <p:cNvSpPr txBox="1"/>
          <p:nvPr/>
        </p:nvSpPr>
        <p:spPr>
          <a:xfrm>
            <a:off x="5661190" y="4460876"/>
            <a:ext cx="9414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Core DC</a:t>
            </a:r>
          </a:p>
        </p:txBody>
      </p: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F988509A-B98B-C2A4-352B-7AF2C4D623F7}"/>
              </a:ext>
            </a:extLst>
          </p:cNvPr>
          <p:cNvGrpSpPr/>
          <p:nvPr/>
        </p:nvGrpSpPr>
        <p:grpSpPr>
          <a:xfrm>
            <a:off x="1716609" y="6223519"/>
            <a:ext cx="9101803" cy="546629"/>
            <a:chOff x="1895686" y="1169387"/>
            <a:chExt cx="9101803" cy="546629"/>
          </a:xfrm>
        </p:grpSpPr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DFE4A3A9-FD16-D589-13C0-8B5C8DEAEC9C}"/>
                </a:ext>
              </a:extLst>
            </p:cNvPr>
            <p:cNvGrpSpPr/>
            <p:nvPr/>
          </p:nvGrpSpPr>
          <p:grpSpPr>
            <a:xfrm>
              <a:off x="1895686" y="1174970"/>
              <a:ext cx="3063557" cy="541046"/>
              <a:chOff x="1895686" y="1174970"/>
              <a:chExt cx="3063557" cy="541046"/>
            </a:xfrm>
          </p:grpSpPr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C285EE8A-916F-DE80-C05A-66B676EBD8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" name="TextBox 718">
                <a:extLst>
                  <a:ext uri="{FF2B5EF4-FFF2-40B4-BE49-F238E27FC236}">
                    <a16:creationId xmlns:a16="http://schemas.microsoft.com/office/drawing/2014/main" id="{51D787C1-84F8-D881-705C-9D6614CFA96A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A</a:t>
                </a:r>
              </a:p>
            </p:txBody>
          </p:sp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F35E42B7-BCF4-BE77-E2B4-4D10B9BAFEFF}"/>
                </a:ext>
              </a:extLst>
            </p:cNvPr>
            <p:cNvGrpSpPr/>
            <p:nvPr/>
          </p:nvGrpSpPr>
          <p:grpSpPr>
            <a:xfrm>
              <a:off x="7933932" y="1169387"/>
              <a:ext cx="3063557" cy="541046"/>
              <a:chOff x="1895686" y="1174970"/>
              <a:chExt cx="3063557" cy="541046"/>
            </a:xfrm>
          </p:grpSpPr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1B9CA86F-D9E1-C606-B925-3AA04C620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TextBox 722">
                <a:extLst>
                  <a:ext uri="{FF2B5EF4-FFF2-40B4-BE49-F238E27FC236}">
                    <a16:creationId xmlns:a16="http://schemas.microsoft.com/office/drawing/2014/main" id="{E05940DD-292C-A0D8-7F03-D8F620C6AAC7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B</a:t>
                </a:r>
              </a:p>
            </p:txBody>
          </p:sp>
        </p:grpSp>
        <p:grpSp>
          <p:nvGrpSpPr>
            <p:cNvPr id="724" name="Group 723">
              <a:extLst>
                <a:ext uri="{FF2B5EF4-FFF2-40B4-BE49-F238E27FC236}">
                  <a16:creationId xmlns:a16="http://schemas.microsoft.com/office/drawing/2014/main" id="{74BDB403-BD37-4AE3-44B6-B8FED8255CCA}"/>
                </a:ext>
              </a:extLst>
            </p:cNvPr>
            <p:cNvGrpSpPr/>
            <p:nvPr/>
          </p:nvGrpSpPr>
          <p:grpSpPr>
            <a:xfrm>
              <a:off x="4968759" y="1279707"/>
              <a:ext cx="2965174" cy="319446"/>
              <a:chOff x="1895686" y="1294238"/>
              <a:chExt cx="3063557" cy="319446"/>
            </a:xfrm>
          </p:grpSpPr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00F5D6D3-639B-BC9C-9EAA-0FEC7AD17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452D5970-6BEE-E891-4297-ABD9043246BC}"/>
                  </a:ext>
                </a:extLst>
              </p:cNvPr>
              <p:cNvSpPr txBox="1"/>
              <p:nvPr/>
            </p:nvSpPr>
            <p:spPr>
              <a:xfrm>
                <a:off x="2717002" y="1294238"/>
                <a:ext cx="1323826" cy="3194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Global Core</a:t>
                </a:r>
              </a:p>
            </p:txBody>
          </p:sp>
        </p:grpSp>
      </p:grp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61C163B8-05BA-B2DD-AEEB-B8BCC8AF961B}"/>
              </a:ext>
            </a:extLst>
          </p:cNvPr>
          <p:cNvCxnSpPr>
            <a:stCxn id="503" idx="5"/>
            <a:endCxn id="474" idx="3"/>
          </p:cNvCxnSpPr>
          <p:nvPr/>
        </p:nvCxnSpPr>
        <p:spPr>
          <a:xfrm flipH="1">
            <a:off x="8449803" y="3440110"/>
            <a:ext cx="816302" cy="97660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Straight Connector 728">
            <a:extLst>
              <a:ext uri="{FF2B5EF4-FFF2-40B4-BE49-F238E27FC236}">
                <a16:creationId xmlns:a16="http://schemas.microsoft.com/office/drawing/2014/main" id="{DFE30B0A-ED31-2817-6028-41C8E25C85C1}"/>
              </a:ext>
            </a:extLst>
          </p:cNvPr>
          <p:cNvCxnSpPr>
            <a:cxnSpLocks/>
          </p:cNvCxnSpPr>
          <p:nvPr/>
        </p:nvCxnSpPr>
        <p:spPr>
          <a:xfrm flipH="1" flipV="1">
            <a:off x="8381154" y="4467640"/>
            <a:ext cx="918939" cy="8920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Straight Connector 730">
            <a:extLst>
              <a:ext uri="{FF2B5EF4-FFF2-40B4-BE49-F238E27FC236}">
                <a16:creationId xmlns:a16="http://schemas.microsoft.com/office/drawing/2014/main" id="{2F4DB6B4-BDE9-F9D1-8A52-6FE089BDDC22}"/>
              </a:ext>
            </a:extLst>
          </p:cNvPr>
          <p:cNvCxnSpPr>
            <a:cxnSpLocks/>
            <a:stCxn id="262" idx="5"/>
          </p:cNvCxnSpPr>
          <p:nvPr/>
        </p:nvCxnSpPr>
        <p:spPr>
          <a:xfrm flipH="1">
            <a:off x="3126463" y="4253698"/>
            <a:ext cx="917023" cy="118140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Straight Connector 733">
            <a:extLst>
              <a:ext uri="{FF2B5EF4-FFF2-40B4-BE49-F238E27FC236}">
                <a16:creationId xmlns:a16="http://schemas.microsoft.com/office/drawing/2014/main" id="{9C15998F-D988-18C6-4170-A6D555816DAA}"/>
              </a:ext>
            </a:extLst>
          </p:cNvPr>
          <p:cNvCxnSpPr>
            <a:cxnSpLocks/>
            <a:endCxn id="263" idx="3"/>
          </p:cNvCxnSpPr>
          <p:nvPr/>
        </p:nvCxnSpPr>
        <p:spPr>
          <a:xfrm>
            <a:off x="3054647" y="3492528"/>
            <a:ext cx="835518" cy="7423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8" name="Title 2">
            <a:extLst>
              <a:ext uri="{FF2B5EF4-FFF2-40B4-BE49-F238E27FC236}">
                <a16:creationId xmlns:a16="http://schemas.microsoft.com/office/drawing/2014/main" id="{DF66AE21-62D6-77B9-CB95-D1F581DABA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User plane: </a:t>
            </a:r>
            <a:r>
              <a:rPr lang="en-US" sz="3200" b="0" kern="0" dirty="0">
                <a:solidFill>
                  <a:schemeClr val="tx1"/>
                </a:solidFill>
                <a:latin typeface="+mn-lt"/>
                <a:ea typeface="ＭＳ Ｐゴシック" charset="0"/>
              </a:rPr>
              <a:t>resources, as used by users (application)</a:t>
            </a:r>
            <a:endParaRPr lang="en-US" b="0" kern="0" dirty="0">
              <a:solidFill>
                <a:schemeClr val="tx1"/>
              </a:solidFill>
              <a:latin typeface="+mn-lt"/>
              <a:ea typeface="ＭＳ Ｐゴシック" charset="0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3D9044B4-A8D0-7045-9117-88D504D62C30}"/>
              </a:ext>
            </a:extLst>
          </p:cNvPr>
          <p:cNvSpPr/>
          <p:nvPr/>
        </p:nvSpPr>
        <p:spPr>
          <a:xfrm>
            <a:off x="1967345" y="2855699"/>
            <a:ext cx="1080655" cy="789709"/>
          </a:xfrm>
          <a:custGeom>
            <a:avLst/>
            <a:gdLst>
              <a:gd name="connsiteX0" fmla="*/ 0 w 1080655"/>
              <a:gd name="connsiteY0" fmla="*/ 0 h 789709"/>
              <a:gd name="connsiteX1" fmla="*/ 637310 w 1080655"/>
              <a:gd name="connsiteY1" fmla="*/ 180109 h 789709"/>
              <a:gd name="connsiteX2" fmla="*/ 1080655 w 1080655"/>
              <a:gd name="connsiteY2" fmla="*/ 789709 h 789709"/>
              <a:gd name="connsiteX3" fmla="*/ 1080655 w 1080655"/>
              <a:gd name="connsiteY3" fmla="*/ 332509 h 789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0655" h="789709">
                <a:moveTo>
                  <a:pt x="0" y="0"/>
                </a:moveTo>
                <a:lnTo>
                  <a:pt x="637310" y="180109"/>
                </a:lnTo>
                <a:lnTo>
                  <a:pt x="1080655" y="789709"/>
                </a:lnTo>
                <a:lnTo>
                  <a:pt x="1080655" y="332509"/>
                </a:lnTo>
              </a:path>
            </a:pathLst>
          </a:custGeom>
          <a:noFill/>
          <a:ln w="60325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CA4557E-F6D7-E60D-4816-2347DC986F94}"/>
              </a:ext>
            </a:extLst>
          </p:cNvPr>
          <p:cNvGrpSpPr/>
          <p:nvPr/>
        </p:nvGrpSpPr>
        <p:grpSpPr>
          <a:xfrm>
            <a:off x="1551052" y="1284209"/>
            <a:ext cx="9124230" cy="1020079"/>
            <a:chOff x="1551052" y="1284209"/>
            <a:chExt cx="9124230" cy="1020079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F758714-6B3B-225C-8FBD-A4F28EDC1765}"/>
                </a:ext>
              </a:extLst>
            </p:cNvPr>
            <p:cNvSpPr/>
            <p:nvPr/>
          </p:nvSpPr>
          <p:spPr>
            <a:xfrm>
              <a:off x="1551052" y="1773936"/>
              <a:ext cx="9124230" cy="53035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5A89E09-311A-EFB4-B415-CEC1C4B58522}"/>
                </a:ext>
              </a:extLst>
            </p:cNvPr>
            <p:cNvSpPr txBox="1"/>
            <p:nvPr/>
          </p:nvSpPr>
          <p:spPr>
            <a:xfrm>
              <a:off x="5048528" y="1284209"/>
              <a:ext cx="152798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i="1" dirty="0">
                  <a:solidFill>
                    <a:srgbClr val="C00000"/>
                  </a:solidFill>
                </a:rPr>
                <a:t>User plane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7BBF691-C856-ED4D-ECB4-CD67FE2BAA75}"/>
              </a:ext>
            </a:extLst>
          </p:cNvPr>
          <p:cNvGrpSpPr/>
          <p:nvPr/>
        </p:nvGrpSpPr>
        <p:grpSpPr>
          <a:xfrm>
            <a:off x="1649374" y="1845631"/>
            <a:ext cx="1702838" cy="1078203"/>
            <a:chOff x="1649374" y="1845631"/>
            <a:chExt cx="1702838" cy="10782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C4E2D13-0154-F4E7-5CD0-EF9E615A2C71}"/>
                </a:ext>
              </a:extLst>
            </p:cNvPr>
            <p:cNvSpPr txBox="1"/>
            <p:nvPr/>
          </p:nvSpPr>
          <p:spPr>
            <a:xfrm>
              <a:off x="1649374" y="1845631"/>
              <a:ext cx="170283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“local breakout”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A9A78B8-E70A-0E26-C6D0-C70B91E8F7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39107" y="2213480"/>
              <a:ext cx="2272" cy="71035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A307ABA-F06B-F228-714E-8D6A669C25A9}"/>
              </a:ext>
            </a:extLst>
          </p:cNvPr>
          <p:cNvGrpSpPr/>
          <p:nvPr/>
        </p:nvGrpSpPr>
        <p:grpSpPr>
          <a:xfrm>
            <a:off x="3333167" y="1854767"/>
            <a:ext cx="2100768" cy="2798666"/>
            <a:chOff x="1758594" y="1865951"/>
            <a:chExt cx="2100768" cy="279866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AA9AF70-88C1-0A7C-3FCA-A3A0978E059B}"/>
                </a:ext>
              </a:extLst>
            </p:cNvPr>
            <p:cNvSpPr txBox="1"/>
            <p:nvPr/>
          </p:nvSpPr>
          <p:spPr>
            <a:xfrm>
              <a:off x="1758594" y="1865951"/>
              <a:ext cx="21007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within one operator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0E58EF39-CB3B-1A18-5242-0B84434842FC}"/>
                </a:ext>
              </a:extLst>
            </p:cNvPr>
            <p:cNvCxnSpPr>
              <a:cxnSpLocks/>
            </p:cNvCxnSpPr>
            <p:nvPr/>
          </p:nvCxnSpPr>
          <p:spPr>
            <a:xfrm>
              <a:off x="2021870" y="2211794"/>
              <a:ext cx="0" cy="2452823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D523DF7-3575-6CCD-246D-34BCF224C2FC}"/>
              </a:ext>
            </a:extLst>
          </p:cNvPr>
          <p:cNvGrpSpPr/>
          <p:nvPr/>
        </p:nvGrpSpPr>
        <p:grpSpPr>
          <a:xfrm>
            <a:off x="6477137" y="1866648"/>
            <a:ext cx="3851159" cy="2020809"/>
            <a:chOff x="-147136" y="1845631"/>
            <a:chExt cx="3851159" cy="202080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D59E944-4016-EE9B-7322-60EF0F4A5565}"/>
                </a:ext>
              </a:extLst>
            </p:cNvPr>
            <p:cNvSpPr txBox="1"/>
            <p:nvPr/>
          </p:nvSpPr>
          <p:spPr>
            <a:xfrm>
              <a:off x="2563774" y="1845631"/>
              <a:ext cx="114024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edge/core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01EEBFD-CB71-0775-47F7-B382E8221340}"/>
                </a:ext>
              </a:extLst>
            </p:cNvPr>
            <p:cNvCxnSpPr>
              <a:cxnSpLocks/>
            </p:cNvCxnSpPr>
            <p:nvPr/>
          </p:nvCxnSpPr>
          <p:spPr>
            <a:xfrm>
              <a:off x="2839910" y="2212684"/>
              <a:ext cx="0" cy="976815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75DCBA2-3687-A487-F689-449D933D0F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-147136" y="2218744"/>
              <a:ext cx="2987046" cy="1647696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4E46FDDF-A09E-7BD7-9EDD-A198E671C206}"/>
              </a:ext>
            </a:extLst>
          </p:cNvPr>
          <p:cNvGrpSpPr/>
          <p:nvPr/>
        </p:nvGrpSpPr>
        <p:grpSpPr>
          <a:xfrm>
            <a:off x="1842068" y="3982530"/>
            <a:ext cx="2131647" cy="1939667"/>
            <a:chOff x="1842068" y="3982530"/>
            <a:chExt cx="2131647" cy="1939667"/>
          </a:xfrm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D732444F-FA60-DEBC-9F4E-0E837A579719}"/>
                </a:ext>
              </a:extLst>
            </p:cNvPr>
            <p:cNvSpPr/>
            <p:nvPr/>
          </p:nvSpPr>
          <p:spPr>
            <a:xfrm>
              <a:off x="1842068" y="3982530"/>
              <a:ext cx="2131647" cy="1939667"/>
            </a:xfrm>
            <a:custGeom>
              <a:avLst/>
              <a:gdLst>
                <a:gd name="connsiteX0" fmla="*/ 0 w 1080655"/>
                <a:gd name="connsiteY0" fmla="*/ 0 h 789709"/>
                <a:gd name="connsiteX1" fmla="*/ 637310 w 1080655"/>
                <a:gd name="connsiteY1" fmla="*/ 180109 h 789709"/>
                <a:gd name="connsiteX2" fmla="*/ 1080655 w 1080655"/>
                <a:gd name="connsiteY2" fmla="*/ 789709 h 789709"/>
                <a:gd name="connsiteX3" fmla="*/ 1080655 w 1080655"/>
                <a:gd name="connsiteY3" fmla="*/ 332509 h 789709"/>
                <a:gd name="connsiteX0" fmla="*/ 0 w 1080655"/>
                <a:gd name="connsiteY0" fmla="*/ 0 h 789709"/>
                <a:gd name="connsiteX1" fmla="*/ 471055 w 1080655"/>
                <a:gd name="connsiteY1" fmla="*/ 83127 h 789709"/>
                <a:gd name="connsiteX2" fmla="*/ 1080655 w 1080655"/>
                <a:gd name="connsiteY2" fmla="*/ 789709 h 789709"/>
                <a:gd name="connsiteX3" fmla="*/ 1080655 w 1080655"/>
                <a:gd name="connsiteY3" fmla="*/ 332509 h 789709"/>
                <a:gd name="connsiteX0" fmla="*/ 0 w 1080655"/>
                <a:gd name="connsiteY0" fmla="*/ 0 h 789709"/>
                <a:gd name="connsiteX1" fmla="*/ 471055 w 1080655"/>
                <a:gd name="connsiteY1" fmla="*/ 83127 h 789709"/>
                <a:gd name="connsiteX2" fmla="*/ 1080655 w 1080655"/>
                <a:gd name="connsiteY2" fmla="*/ 789709 h 789709"/>
                <a:gd name="connsiteX3" fmla="*/ 1080655 w 1080655"/>
                <a:gd name="connsiteY3" fmla="*/ 332509 h 789709"/>
                <a:gd name="connsiteX0" fmla="*/ 0 w 1108364"/>
                <a:gd name="connsiteY0" fmla="*/ 665019 h 1454728"/>
                <a:gd name="connsiteX1" fmla="*/ 471055 w 1108364"/>
                <a:gd name="connsiteY1" fmla="*/ 748146 h 1454728"/>
                <a:gd name="connsiteX2" fmla="*/ 1080655 w 1108364"/>
                <a:gd name="connsiteY2" fmla="*/ 1454728 h 1454728"/>
                <a:gd name="connsiteX3" fmla="*/ 1108364 w 1108364"/>
                <a:gd name="connsiteY3" fmla="*/ 0 h 1454728"/>
                <a:gd name="connsiteX0" fmla="*/ 0 w 1177637"/>
                <a:gd name="connsiteY0" fmla="*/ 665019 h 823473"/>
                <a:gd name="connsiteX1" fmla="*/ 471055 w 1177637"/>
                <a:gd name="connsiteY1" fmla="*/ 748146 h 823473"/>
                <a:gd name="connsiteX2" fmla="*/ 1177637 w 1177637"/>
                <a:gd name="connsiteY2" fmla="*/ 554182 h 823473"/>
                <a:gd name="connsiteX3" fmla="*/ 1108364 w 1177637"/>
                <a:gd name="connsiteY3" fmla="*/ 0 h 823473"/>
                <a:gd name="connsiteX0" fmla="*/ 0 w 1177637"/>
                <a:gd name="connsiteY0" fmla="*/ 665019 h 748236"/>
                <a:gd name="connsiteX1" fmla="*/ 471055 w 1177637"/>
                <a:gd name="connsiteY1" fmla="*/ 748146 h 748236"/>
                <a:gd name="connsiteX2" fmla="*/ 776441 w 1177637"/>
                <a:gd name="connsiteY2" fmla="*/ 678415 h 748236"/>
                <a:gd name="connsiteX3" fmla="*/ 1177637 w 1177637"/>
                <a:gd name="connsiteY3" fmla="*/ 554182 h 748236"/>
                <a:gd name="connsiteX4" fmla="*/ 1108364 w 1177637"/>
                <a:gd name="connsiteY4" fmla="*/ 0 h 748236"/>
                <a:gd name="connsiteX0" fmla="*/ 0 w 1177637"/>
                <a:gd name="connsiteY0" fmla="*/ 665019 h 1109810"/>
                <a:gd name="connsiteX1" fmla="*/ 471055 w 1177637"/>
                <a:gd name="connsiteY1" fmla="*/ 748146 h 1109810"/>
                <a:gd name="connsiteX2" fmla="*/ 499350 w 1177637"/>
                <a:gd name="connsiteY2" fmla="*/ 1107906 h 1109810"/>
                <a:gd name="connsiteX3" fmla="*/ 1177637 w 1177637"/>
                <a:gd name="connsiteY3" fmla="*/ 554182 h 1109810"/>
                <a:gd name="connsiteX4" fmla="*/ 1108364 w 1177637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2118395"/>
                <a:gd name="connsiteY0" fmla="*/ 1304409 h 1749200"/>
                <a:gd name="connsiteX1" fmla="*/ 471055 w 2118395"/>
                <a:gd name="connsiteY1" fmla="*/ 1387536 h 1749200"/>
                <a:gd name="connsiteX2" fmla="*/ 499350 w 2118395"/>
                <a:gd name="connsiteY2" fmla="*/ 1747296 h 1749200"/>
                <a:gd name="connsiteX3" fmla="*/ 2118395 w 2118395"/>
                <a:gd name="connsiteY3" fmla="*/ 22316 h 1749200"/>
                <a:gd name="connsiteX4" fmla="*/ 1108364 w 2118395"/>
                <a:gd name="connsiteY4" fmla="*/ 639390 h 1749200"/>
                <a:gd name="connsiteX0" fmla="*/ 0 w 2129543"/>
                <a:gd name="connsiteY0" fmla="*/ 1686099 h 2130890"/>
                <a:gd name="connsiteX1" fmla="*/ 471055 w 2129543"/>
                <a:gd name="connsiteY1" fmla="*/ 1769226 h 2130890"/>
                <a:gd name="connsiteX2" fmla="*/ 499350 w 2129543"/>
                <a:gd name="connsiteY2" fmla="*/ 2128986 h 2130890"/>
                <a:gd name="connsiteX3" fmla="*/ 2118395 w 2129543"/>
                <a:gd name="connsiteY3" fmla="*/ 404006 h 2130890"/>
                <a:gd name="connsiteX4" fmla="*/ 2129444 w 2129543"/>
                <a:gd name="connsiteY4" fmla="*/ 0 h 2130890"/>
                <a:gd name="connsiteX0" fmla="*/ 0 w 2129543"/>
                <a:gd name="connsiteY0" fmla="*/ 1686099 h 1949532"/>
                <a:gd name="connsiteX1" fmla="*/ 471055 w 2129543"/>
                <a:gd name="connsiteY1" fmla="*/ 1769226 h 1949532"/>
                <a:gd name="connsiteX2" fmla="*/ 499350 w 2129543"/>
                <a:gd name="connsiteY2" fmla="*/ 1946106 h 1949532"/>
                <a:gd name="connsiteX3" fmla="*/ 2118395 w 2129543"/>
                <a:gd name="connsiteY3" fmla="*/ 404006 h 1949532"/>
                <a:gd name="connsiteX4" fmla="*/ 2129444 w 2129543"/>
                <a:gd name="connsiteY4" fmla="*/ 0 h 1949532"/>
                <a:gd name="connsiteX0" fmla="*/ 0 w 2129543"/>
                <a:gd name="connsiteY0" fmla="*/ 1335579 h 1949532"/>
                <a:gd name="connsiteX1" fmla="*/ 471055 w 2129543"/>
                <a:gd name="connsiteY1" fmla="*/ 1769226 h 1949532"/>
                <a:gd name="connsiteX2" fmla="*/ 499350 w 2129543"/>
                <a:gd name="connsiteY2" fmla="*/ 1946106 h 1949532"/>
                <a:gd name="connsiteX3" fmla="*/ 2118395 w 2129543"/>
                <a:gd name="connsiteY3" fmla="*/ 404006 h 1949532"/>
                <a:gd name="connsiteX4" fmla="*/ 2129444 w 2129543"/>
                <a:gd name="connsiteY4" fmla="*/ 0 h 1949532"/>
                <a:gd name="connsiteX0" fmla="*/ 0 w 2129543"/>
                <a:gd name="connsiteY0" fmla="*/ 1335579 h 2028913"/>
                <a:gd name="connsiteX1" fmla="*/ 471055 w 2129543"/>
                <a:gd name="connsiteY1" fmla="*/ 1769226 h 2028913"/>
                <a:gd name="connsiteX2" fmla="*/ 499350 w 2129543"/>
                <a:gd name="connsiteY2" fmla="*/ 1946106 h 2028913"/>
                <a:gd name="connsiteX3" fmla="*/ 2118395 w 2129543"/>
                <a:gd name="connsiteY3" fmla="*/ 404006 h 2028913"/>
                <a:gd name="connsiteX4" fmla="*/ 2129444 w 2129543"/>
                <a:gd name="connsiteY4" fmla="*/ 0 h 2028913"/>
                <a:gd name="connsiteX0" fmla="*/ 0 w 2129543"/>
                <a:gd name="connsiteY0" fmla="*/ 1335579 h 2033143"/>
                <a:gd name="connsiteX1" fmla="*/ 471055 w 2129543"/>
                <a:gd name="connsiteY1" fmla="*/ 1769226 h 2033143"/>
                <a:gd name="connsiteX2" fmla="*/ 499350 w 2129543"/>
                <a:gd name="connsiteY2" fmla="*/ 1946106 h 2033143"/>
                <a:gd name="connsiteX3" fmla="*/ 2118395 w 2129543"/>
                <a:gd name="connsiteY3" fmla="*/ 404006 h 2033143"/>
                <a:gd name="connsiteX4" fmla="*/ 2129444 w 2129543"/>
                <a:gd name="connsiteY4" fmla="*/ 0 h 2033143"/>
                <a:gd name="connsiteX0" fmla="*/ 0 w 2129543"/>
                <a:gd name="connsiteY0" fmla="*/ 1335579 h 1948450"/>
                <a:gd name="connsiteX1" fmla="*/ 471055 w 2129543"/>
                <a:gd name="connsiteY1" fmla="*/ 1769226 h 1948450"/>
                <a:gd name="connsiteX2" fmla="*/ 499350 w 2129543"/>
                <a:gd name="connsiteY2" fmla="*/ 1946106 h 1948450"/>
                <a:gd name="connsiteX3" fmla="*/ 2118395 w 2129543"/>
                <a:gd name="connsiteY3" fmla="*/ 404006 h 1948450"/>
                <a:gd name="connsiteX4" fmla="*/ 2129444 w 2129543"/>
                <a:gd name="connsiteY4" fmla="*/ 0 h 1948450"/>
                <a:gd name="connsiteX0" fmla="*/ 0 w 2129543"/>
                <a:gd name="connsiteY0" fmla="*/ 1335579 h 1948450"/>
                <a:gd name="connsiteX1" fmla="*/ 471055 w 2129543"/>
                <a:gd name="connsiteY1" fmla="*/ 1769226 h 1948450"/>
                <a:gd name="connsiteX2" fmla="*/ 499350 w 2129543"/>
                <a:gd name="connsiteY2" fmla="*/ 1946106 h 1948450"/>
                <a:gd name="connsiteX3" fmla="*/ 2118395 w 2129543"/>
                <a:gd name="connsiteY3" fmla="*/ 404006 h 1948450"/>
                <a:gd name="connsiteX4" fmla="*/ 2129444 w 2129543"/>
                <a:gd name="connsiteY4" fmla="*/ 0 h 1948450"/>
                <a:gd name="connsiteX0" fmla="*/ 0 w 2129543"/>
                <a:gd name="connsiteY0" fmla="*/ 1335579 h 1946106"/>
                <a:gd name="connsiteX1" fmla="*/ 471055 w 2129543"/>
                <a:gd name="connsiteY1" fmla="*/ 1769226 h 1946106"/>
                <a:gd name="connsiteX2" fmla="*/ 499350 w 2129543"/>
                <a:gd name="connsiteY2" fmla="*/ 1946106 h 1946106"/>
                <a:gd name="connsiteX3" fmla="*/ 2118395 w 2129543"/>
                <a:gd name="connsiteY3" fmla="*/ 404006 h 1946106"/>
                <a:gd name="connsiteX4" fmla="*/ 2129444 w 2129543"/>
                <a:gd name="connsiteY4" fmla="*/ 0 h 1946106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2131647 w 2131647"/>
                <a:gd name="connsiteY3" fmla="*/ 284737 h 1939667"/>
                <a:gd name="connsiteX4" fmla="*/ 2129444 w 2131647"/>
                <a:gd name="connsiteY4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66175 w 2131647"/>
                <a:gd name="connsiteY3" fmla="*/ 1331592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19481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78"/>
                <a:gd name="connsiteX1" fmla="*/ 467152 w 2131647"/>
                <a:gd name="connsiteY1" fmla="*/ 1939667 h 1939678"/>
                <a:gd name="connsiteX2" fmla="*/ 1111674 w 2131647"/>
                <a:gd name="connsiteY2" fmla="*/ 1319481 h 1939678"/>
                <a:gd name="connsiteX3" fmla="*/ 2131647 w 2131647"/>
                <a:gd name="connsiteY3" fmla="*/ 284737 h 1939678"/>
                <a:gd name="connsiteX4" fmla="*/ 2129444 w 2131647"/>
                <a:gd name="connsiteY4" fmla="*/ 0 h 1939678"/>
                <a:gd name="connsiteX0" fmla="*/ 0 w 2131647"/>
                <a:gd name="connsiteY0" fmla="*/ 1335579 h 1939667"/>
                <a:gd name="connsiteX1" fmla="*/ 467152 w 2131647"/>
                <a:gd name="connsiteY1" fmla="*/ 1939667 h 1939667"/>
                <a:gd name="connsiteX2" fmla="*/ 1111674 w 2131647"/>
                <a:gd name="connsiteY2" fmla="*/ 1319481 h 1939667"/>
                <a:gd name="connsiteX3" fmla="*/ 2131647 w 2131647"/>
                <a:gd name="connsiteY3" fmla="*/ 284737 h 1939667"/>
                <a:gd name="connsiteX4" fmla="*/ 2129444 w 2131647"/>
                <a:gd name="connsiteY4" fmla="*/ 0 h 1939667"/>
                <a:gd name="connsiteX0" fmla="*/ 0 w 2131647"/>
                <a:gd name="connsiteY0" fmla="*/ 1335579 h 1939667"/>
                <a:gd name="connsiteX1" fmla="*/ 467152 w 2131647"/>
                <a:gd name="connsiteY1" fmla="*/ 1939667 h 1939667"/>
                <a:gd name="connsiteX2" fmla="*/ 1111674 w 2131647"/>
                <a:gd name="connsiteY2" fmla="*/ 1319481 h 1939667"/>
                <a:gd name="connsiteX3" fmla="*/ 2131647 w 2131647"/>
                <a:gd name="connsiteY3" fmla="*/ 284737 h 1939667"/>
                <a:gd name="connsiteX4" fmla="*/ 2129444 w 2131647"/>
                <a:gd name="connsiteY4" fmla="*/ 0 h 19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1647" h="1939667">
                  <a:moveTo>
                    <a:pt x="0" y="1335579"/>
                  </a:moveTo>
                  <a:lnTo>
                    <a:pt x="467152" y="1939667"/>
                  </a:lnTo>
                  <a:cubicBezTo>
                    <a:pt x="900712" y="1531257"/>
                    <a:pt x="834258" y="1595303"/>
                    <a:pt x="1111674" y="1319481"/>
                  </a:cubicBezTo>
                  <a:cubicBezTo>
                    <a:pt x="1389090" y="1043659"/>
                    <a:pt x="1457296" y="1008365"/>
                    <a:pt x="2131647" y="284737"/>
                  </a:cubicBezTo>
                  <a:cubicBezTo>
                    <a:pt x="2130250" y="104348"/>
                    <a:pt x="2130841" y="180389"/>
                    <a:pt x="2129444" y="0"/>
                  </a:cubicBezTo>
                </a:path>
              </a:pathLst>
            </a:custGeom>
            <a:noFill/>
            <a:ln w="60325">
              <a:solidFill>
                <a:srgbClr val="C0000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A171EADA-C414-2064-E0C7-0180CDBCB81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55729" y="4859753"/>
              <a:ext cx="2443" cy="52640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A497A5CE-94B7-0BB7-8A7E-83BFF40BFE82}"/>
              </a:ext>
            </a:extLst>
          </p:cNvPr>
          <p:cNvGrpSpPr/>
          <p:nvPr/>
        </p:nvGrpSpPr>
        <p:grpSpPr>
          <a:xfrm>
            <a:off x="6146800" y="2739444"/>
            <a:ext cx="4406900" cy="1558896"/>
            <a:chOff x="6146800" y="2739444"/>
            <a:chExt cx="4406900" cy="1558896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07857EF-B7E6-2404-5843-5B7890B5AFAA}"/>
                </a:ext>
              </a:extLst>
            </p:cNvPr>
            <p:cNvSpPr/>
            <p:nvPr/>
          </p:nvSpPr>
          <p:spPr>
            <a:xfrm>
              <a:off x="6146800" y="2845308"/>
              <a:ext cx="4406900" cy="1449766"/>
            </a:xfrm>
            <a:custGeom>
              <a:avLst/>
              <a:gdLst>
                <a:gd name="connsiteX0" fmla="*/ 4406900 w 4406900"/>
                <a:gd name="connsiteY0" fmla="*/ 431800 h 1587500"/>
                <a:gd name="connsiteX1" fmla="*/ 3695700 w 4406900"/>
                <a:gd name="connsiteY1" fmla="*/ 0 h 1587500"/>
                <a:gd name="connsiteX2" fmla="*/ 3238500 w 4406900"/>
                <a:gd name="connsiteY2" fmla="*/ 584200 h 1587500"/>
                <a:gd name="connsiteX3" fmla="*/ 2311400 w 4406900"/>
                <a:gd name="connsiteY3" fmla="*/ 1562100 h 1587500"/>
                <a:gd name="connsiteX4" fmla="*/ 12700 w 4406900"/>
                <a:gd name="connsiteY4" fmla="*/ 1587500 h 1587500"/>
                <a:gd name="connsiteX5" fmla="*/ 0 w 4406900"/>
                <a:gd name="connsiteY5" fmla="*/ 914400 h 1587500"/>
                <a:gd name="connsiteX0" fmla="*/ 4406900 w 4406900"/>
                <a:gd name="connsiteY0" fmla="*/ 431800 h 1587500"/>
                <a:gd name="connsiteX1" fmla="*/ 3695700 w 4406900"/>
                <a:gd name="connsiteY1" fmla="*/ 0 h 1587500"/>
                <a:gd name="connsiteX2" fmla="*/ 3238500 w 4406900"/>
                <a:gd name="connsiteY2" fmla="*/ 584200 h 1587500"/>
                <a:gd name="connsiteX3" fmla="*/ 2307575 w 4406900"/>
                <a:gd name="connsiteY3" fmla="*/ 1439669 h 1587500"/>
                <a:gd name="connsiteX4" fmla="*/ 12700 w 4406900"/>
                <a:gd name="connsiteY4" fmla="*/ 1587500 h 1587500"/>
                <a:gd name="connsiteX5" fmla="*/ 0 w 4406900"/>
                <a:gd name="connsiteY5" fmla="*/ 914400 h 1587500"/>
                <a:gd name="connsiteX0" fmla="*/ 4406900 w 4406900"/>
                <a:gd name="connsiteY0" fmla="*/ 431800 h 1449766"/>
                <a:gd name="connsiteX1" fmla="*/ 3695700 w 4406900"/>
                <a:gd name="connsiteY1" fmla="*/ 0 h 1449766"/>
                <a:gd name="connsiteX2" fmla="*/ 3238500 w 4406900"/>
                <a:gd name="connsiteY2" fmla="*/ 584200 h 1449766"/>
                <a:gd name="connsiteX3" fmla="*/ 2307575 w 4406900"/>
                <a:gd name="connsiteY3" fmla="*/ 1439669 h 1449766"/>
                <a:gd name="connsiteX4" fmla="*/ 8874 w 4406900"/>
                <a:gd name="connsiteY4" fmla="*/ 1449766 h 1449766"/>
                <a:gd name="connsiteX5" fmla="*/ 0 w 4406900"/>
                <a:gd name="connsiteY5" fmla="*/ 914400 h 1449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06900" h="1449766">
                  <a:moveTo>
                    <a:pt x="4406900" y="431800"/>
                  </a:moveTo>
                  <a:lnTo>
                    <a:pt x="3695700" y="0"/>
                  </a:lnTo>
                  <a:lnTo>
                    <a:pt x="3238500" y="584200"/>
                  </a:lnTo>
                  <a:lnTo>
                    <a:pt x="2307575" y="1439669"/>
                  </a:lnTo>
                  <a:lnTo>
                    <a:pt x="8874" y="1449766"/>
                  </a:lnTo>
                  <a:lnTo>
                    <a:pt x="0" y="914400"/>
                  </a:lnTo>
                </a:path>
              </a:pathLst>
            </a:custGeom>
            <a:noFill/>
            <a:ln w="63500">
              <a:solidFill>
                <a:srgbClr val="C0000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D622CEEA-51CF-52BE-DC12-57EDD7ABF39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212450" y="3702651"/>
              <a:ext cx="0" cy="595689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Arrow Connector 35">
              <a:extLst>
                <a:ext uri="{FF2B5EF4-FFF2-40B4-BE49-F238E27FC236}">
                  <a16:creationId xmlns:a16="http://schemas.microsoft.com/office/drawing/2014/main" id="{2F83C25A-5C1E-3B6C-B8B7-EDEA7D367F6C}"/>
                </a:ext>
              </a:extLst>
            </p:cNvPr>
            <p:cNvCxnSpPr/>
            <p:nvPr/>
          </p:nvCxnSpPr>
          <p:spPr>
            <a:xfrm flipV="1">
              <a:off x="9362002" y="2739444"/>
              <a:ext cx="0" cy="714061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Freeform 56">
            <a:extLst>
              <a:ext uri="{FF2B5EF4-FFF2-40B4-BE49-F238E27FC236}">
                <a16:creationId xmlns:a16="http://schemas.microsoft.com/office/drawing/2014/main" id="{52E7B9CA-BC16-0FEC-CE1A-4BE7E21784A0}"/>
              </a:ext>
            </a:extLst>
          </p:cNvPr>
          <p:cNvSpPr/>
          <p:nvPr/>
        </p:nvSpPr>
        <p:spPr>
          <a:xfrm>
            <a:off x="1828800" y="4373217"/>
            <a:ext cx="8653670" cy="1722783"/>
          </a:xfrm>
          <a:custGeom>
            <a:avLst/>
            <a:gdLst>
              <a:gd name="connsiteX0" fmla="*/ 0 w 8653670"/>
              <a:gd name="connsiteY0" fmla="*/ 1378226 h 1722783"/>
              <a:gd name="connsiteX1" fmla="*/ 477078 w 8653670"/>
              <a:gd name="connsiteY1" fmla="*/ 1722783 h 1722783"/>
              <a:gd name="connsiteX2" fmla="*/ 2239617 w 8653670"/>
              <a:gd name="connsiteY2" fmla="*/ 0 h 1722783"/>
              <a:gd name="connsiteX3" fmla="*/ 6533322 w 8653670"/>
              <a:gd name="connsiteY3" fmla="*/ 26505 h 1722783"/>
              <a:gd name="connsiteX4" fmla="*/ 8176591 w 8653670"/>
              <a:gd name="connsiteY4" fmla="*/ 1603513 h 1722783"/>
              <a:gd name="connsiteX5" fmla="*/ 8653670 w 8653670"/>
              <a:gd name="connsiteY5" fmla="*/ 1338470 h 1722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53670" h="1722783">
                <a:moveTo>
                  <a:pt x="0" y="1378226"/>
                </a:moveTo>
                <a:lnTo>
                  <a:pt x="477078" y="1722783"/>
                </a:lnTo>
                <a:lnTo>
                  <a:pt x="2239617" y="0"/>
                </a:lnTo>
                <a:lnTo>
                  <a:pt x="6533322" y="26505"/>
                </a:lnTo>
                <a:lnTo>
                  <a:pt x="8176591" y="1603513"/>
                </a:lnTo>
                <a:lnTo>
                  <a:pt x="8653670" y="1338470"/>
                </a:lnTo>
              </a:path>
            </a:pathLst>
          </a:custGeom>
          <a:noFill/>
          <a:ln w="5080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6" name="Straight Arrow Connector 135">
            <a:extLst>
              <a:ext uri="{FF2B5EF4-FFF2-40B4-BE49-F238E27FC236}">
                <a16:creationId xmlns:a16="http://schemas.microsoft.com/office/drawing/2014/main" id="{C0F879DC-DD37-984B-EF46-2E5ED7465C7E}"/>
              </a:ext>
            </a:extLst>
          </p:cNvPr>
          <p:cNvCxnSpPr/>
          <p:nvPr/>
        </p:nvCxnSpPr>
        <p:spPr>
          <a:xfrm flipV="1">
            <a:off x="8066069" y="3898195"/>
            <a:ext cx="0" cy="489496"/>
          </a:xfrm>
          <a:prstGeom prst="straightConnector1">
            <a:avLst/>
          </a:prstGeom>
          <a:ln w="508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DF86E1A1-5A70-586C-F97C-E336B77BF6C1}"/>
              </a:ext>
            </a:extLst>
          </p:cNvPr>
          <p:cNvGrpSpPr/>
          <p:nvPr/>
        </p:nvGrpSpPr>
        <p:grpSpPr>
          <a:xfrm>
            <a:off x="3034742" y="3906634"/>
            <a:ext cx="6365635" cy="1499318"/>
            <a:chOff x="3034742" y="3906634"/>
            <a:chExt cx="6365635" cy="1499318"/>
          </a:xfrm>
        </p:grpSpPr>
        <p:cxnSp>
          <p:nvCxnSpPr>
            <p:cNvPr id="93" name="Straight Arrow Connector 92">
              <a:extLst>
                <a:ext uri="{FF2B5EF4-FFF2-40B4-BE49-F238E27FC236}">
                  <a16:creationId xmlns:a16="http://schemas.microsoft.com/office/drawing/2014/main" id="{B25633FF-DC62-091D-CAE1-8680B72D1BE9}"/>
                </a:ext>
              </a:extLst>
            </p:cNvPr>
            <p:cNvCxnSpPr/>
            <p:nvPr/>
          </p:nvCxnSpPr>
          <p:spPr>
            <a:xfrm flipV="1">
              <a:off x="3034742" y="4896663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07E1F0DB-0ADA-53B4-8322-BF3C200898B6}"/>
                </a:ext>
              </a:extLst>
            </p:cNvPr>
            <p:cNvCxnSpPr/>
            <p:nvPr/>
          </p:nvCxnSpPr>
          <p:spPr>
            <a:xfrm flipV="1">
              <a:off x="4263151" y="3910302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Arrow Connector 133">
              <a:extLst>
                <a:ext uri="{FF2B5EF4-FFF2-40B4-BE49-F238E27FC236}">
                  <a16:creationId xmlns:a16="http://schemas.microsoft.com/office/drawing/2014/main" id="{4C5FD7A6-B692-6514-28B0-2DF150C6110A}"/>
                </a:ext>
              </a:extLst>
            </p:cNvPr>
            <p:cNvCxnSpPr/>
            <p:nvPr/>
          </p:nvCxnSpPr>
          <p:spPr>
            <a:xfrm flipV="1">
              <a:off x="5988414" y="3906634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FA2A07ED-BCD1-4EE5-9319-F20F78B5F6BA}"/>
                </a:ext>
              </a:extLst>
            </p:cNvPr>
            <p:cNvCxnSpPr/>
            <p:nvPr/>
          </p:nvCxnSpPr>
          <p:spPr>
            <a:xfrm flipV="1">
              <a:off x="9400377" y="4916456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1BE31F7D-0B02-C03E-8A37-1B7A9208B929}"/>
              </a:ext>
            </a:extLst>
          </p:cNvPr>
          <p:cNvGrpSpPr/>
          <p:nvPr/>
        </p:nvGrpSpPr>
        <p:grpSpPr>
          <a:xfrm>
            <a:off x="5499386" y="1867146"/>
            <a:ext cx="3413820" cy="2455634"/>
            <a:chOff x="2070606" y="2246558"/>
            <a:chExt cx="3413820" cy="2455634"/>
          </a:xfrm>
        </p:grpSpPr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C349EF29-85D9-7631-7866-B554DB772459}"/>
                </a:ext>
              </a:extLst>
            </p:cNvPr>
            <p:cNvSpPr txBox="1"/>
            <p:nvPr/>
          </p:nvSpPr>
          <p:spPr>
            <a:xfrm>
              <a:off x="2070606" y="2246558"/>
              <a:ext cx="341382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multi-operator end-end edge/core</a:t>
              </a:r>
            </a:p>
          </p:txBody>
        </p: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583C70AB-1DB5-30E0-72B8-7557DC2D6BD9}"/>
                </a:ext>
              </a:extLst>
            </p:cNvPr>
            <p:cNvCxnSpPr>
              <a:cxnSpLocks/>
            </p:cNvCxnSpPr>
            <p:nvPr/>
          </p:nvCxnSpPr>
          <p:spPr>
            <a:xfrm>
              <a:off x="2183592" y="2580022"/>
              <a:ext cx="0" cy="212217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53755598-3B5E-4FE6-A0CC-68378FCC33E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7314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5BEBF0E-8DE9-9496-331B-B5E0538108F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-336550"/>
            <a:r>
              <a:rPr lang="en-US" dirty="0"/>
              <a:t>“6G” not obviously next: </a:t>
            </a:r>
            <a:r>
              <a:rPr lang="en-US" dirty="0">
                <a:effectLst/>
              </a:rPr>
              <a:t>“NextG” and “Beyond 5G” heard more often than “6G”</a:t>
            </a:r>
          </a:p>
          <a:p>
            <a:pPr indent="-336550"/>
            <a:r>
              <a:rPr lang="en-US" dirty="0">
                <a:effectLst/>
              </a:rPr>
              <a:t>5G on an evolutionary path (like the Internet)</a:t>
            </a:r>
          </a:p>
          <a:p>
            <a:pPr lvl="1" indent="-336550"/>
            <a:r>
              <a:rPr lang="en-US" dirty="0">
                <a:solidFill>
                  <a:srgbClr val="C00000"/>
                </a:solidFill>
                <a:effectLst/>
              </a:rPr>
              <a:t>agility: </a:t>
            </a:r>
            <a:r>
              <a:rPr lang="en-US" dirty="0">
                <a:effectLst/>
              </a:rPr>
              <a:t>cloud technologies (SDN) mean new features can be introduced rapidly, deployed continuously</a:t>
            </a:r>
          </a:p>
          <a:p>
            <a:pPr lvl="1" indent="-336550"/>
            <a:r>
              <a:rPr lang="en-US" dirty="0">
                <a:solidFill>
                  <a:srgbClr val="C00000"/>
                </a:solidFill>
                <a:effectLst/>
              </a:rPr>
              <a:t>customization: </a:t>
            </a:r>
            <a:r>
              <a:rPr lang="en-US" dirty="0">
                <a:effectLst/>
              </a:rPr>
              <a:t>change can be introduced bottom-up (e.g., by enterprises and edge cloud partners with Private</a:t>
            </a:r>
            <a:r>
              <a:rPr lang="en-US" dirty="0"/>
              <a:t> </a:t>
            </a:r>
            <a:r>
              <a:rPr lang="en-US" dirty="0">
                <a:effectLst/>
              </a:rPr>
              <a:t>5G)</a:t>
            </a:r>
          </a:p>
          <a:p>
            <a:pPr marL="1035050" lvl="2"/>
            <a:r>
              <a:rPr lang="en-US" sz="2400" dirty="0"/>
              <a:t>No need to wait for standardization</a:t>
            </a:r>
          </a:p>
          <a:p>
            <a:pPr marL="1035050" lvl="2"/>
            <a:r>
              <a:rPr lang="en-US" sz="2400" dirty="0"/>
              <a:t>No need to r</a:t>
            </a:r>
            <a:r>
              <a:rPr lang="en-US" sz="2400" dirty="0">
                <a:effectLst/>
              </a:rPr>
              <a:t>each agreement (among all incumbent stakeholders)</a:t>
            </a:r>
          </a:p>
          <a:p>
            <a:endParaRPr lang="en-US" dirty="0">
              <a:effectLst/>
              <a:latin typeface="Helvetica" pitchFamily="2" charset="0"/>
            </a:endParaRPr>
          </a:p>
          <a:p>
            <a:endParaRPr lang="en-US" dirty="0">
              <a:effectLst/>
              <a:latin typeface="Helvetica" pitchFamily="2" charset="0"/>
            </a:endParaRPr>
          </a:p>
          <a:p>
            <a:endParaRPr lang="en-US" dirty="0">
              <a:effectLst/>
              <a:latin typeface="Helvetica" pitchFamily="2" charset="0"/>
            </a:endParaRPr>
          </a:p>
          <a:p>
            <a:endParaRPr lang="en-US" b="1" dirty="0">
              <a:effectLst/>
              <a:latin typeface="Helvetica" pitchFamily="2" charset="0"/>
            </a:endParaRP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201D407-5F10-3DFB-A84D-7B70D4C872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On beyond 5G?</a:t>
            </a:r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64E7CAEE-4820-10B6-D4F7-4A96DA0467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5433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rgbClr val="011199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922561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173C30-CB27-3244-B2C9-421435F9DB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45644"/>
          </a:xfrm>
        </p:spPr>
        <p:txBody>
          <a:bodyPr/>
          <a:lstStyle/>
          <a:p>
            <a:pPr indent="-336550"/>
            <a:r>
              <a:rPr lang="en-US" sz="3200" dirty="0"/>
              <a:t>spectrum of mobility, from the </a:t>
            </a:r>
            <a:r>
              <a:rPr lang="en-US" sz="3200" dirty="0">
                <a:solidFill>
                  <a:srgbClr val="C00000"/>
                </a:solidFill>
              </a:rPr>
              <a:t>network</a:t>
            </a:r>
            <a:r>
              <a:rPr lang="en-US" sz="3200" dirty="0"/>
              <a:t> perspective: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mobility?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1C9095-1094-BA4C-995A-67D9351D69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grpSp>
        <p:nvGrpSpPr>
          <p:cNvPr id="18" name="Group 4">
            <a:extLst>
              <a:ext uri="{FF2B5EF4-FFF2-40B4-BE49-F238E27FC236}">
                <a16:creationId xmlns:a16="http://schemas.microsoft.com/office/drawing/2014/main" id="{4E3668B0-42BB-7B40-8F8C-5B83D0EBC0E4}"/>
              </a:ext>
            </a:extLst>
          </p:cNvPr>
          <p:cNvGrpSpPr>
            <a:grpSpLocks/>
          </p:cNvGrpSpPr>
          <p:nvPr/>
        </p:nvGrpSpPr>
        <p:grpSpPr bwMode="auto">
          <a:xfrm>
            <a:off x="1241671" y="2491695"/>
            <a:ext cx="10249213" cy="855663"/>
            <a:chOff x="367" y="837"/>
            <a:chExt cx="4882" cy="539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DA159490-C12E-FA4E-82CD-7BA4950A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" y="1120"/>
              <a:ext cx="4587" cy="256"/>
            </a:xfrm>
            <a:prstGeom prst="rect">
              <a:avLst/>
            </a:prstGeom>
            <a:gradFill rotWithShape="1">
              <a:gsLst>
                <a:gs pos="0">
                  <a:srgbClr val="FFFFFF">
                    <a:alpha val="90000"/>
                  </a:srgbClr>
                </a:gs>
                <a:gs pos="100000">
                  <a:srgbClr val="3333CC"/>
                </a:gs>
              </a:gsLst>
              <a:lin ang="0" scaled="1"/>
            </a:gradFill>
            <a:ln w="9525">
              <a:solidFill>
                <a:srgbClr val="3333CC">
                  <a:alpha val="5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0" name="Text Box 6">
              <a:extLst>
                <a:ext uri="{FF2B5EF4-FFF2-40B4-BE49-F238E27FC236}">
                  <a16:creationId xmlns:a16="http://schemas.microsoft.com/office/drawing/2014/main" id="{A22DCF4B-242C-5646-A05C-D14B58C01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837"/>
              <a:ext cx="86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no mobility</a:t>
              </a:r>
            </a:p>
          </p:txBody>
        </p:sp>
        <p:sp>
          <p:nvSpPr>
            <p:cNvPr id="21" name="Text Box 7">
              <a:extLst>
                <a:ext uri="{FF2B5EF4-FFF2-40B4-BE49-F238E27FC236}">
                  <a16:creationId xmlns:a16="http://schemas.microsoft.com/office/drawing/2014/main" id="{5AD16F7A-7D81-C84A-BE49-2C281F6B9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5" y="837"/>
              <a:ext cx="97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high mobility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F032723-162B-8844-8470-5329C51FF58F}"/>
              </a:ext>
            </a:extLst>
          </p:cNvPr>
          <p:cNvGrpSpPr/>
          <p:nvPr/>
        </p:nvGrpSpPr>
        <p:grpSpPr>
          <a:xfrm>
            <a:off x="1208316" y="3429001"/>
            <a:ext cx="2432955" cy="2553748"/>
            <a:chOff x="1208316" y="3429001"/>
            <a:chExt cx="2432955" cy="2553748"/>
          </a:xfrm>
        </p:grpSpPr>
        <p:sp>
          <p:nvSpPr>
            <p:cNvPr id="22" name="Text Box 8">
              <a:extLst>
                <a:ext uri="{FF2B5EF4-FFF2-40B4-BE49-F238E27FC236}">
                  <a16:creationId xmlns:a16="http://schemas.microsoft.com/office/drawing/2014/main" id="{FD95BCB7-5E08-6440-A1E2-782357445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8316" y="4228423"/>
              <a:ext cx="2432955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between networks, but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powers down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moving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F03315C-9A01-E245-AC91-7768E1FEAFB6}"/>
                </a:ext>
              </a:extLst>
            </p:cNvPr>
            <p:cNvCxnSpPr/>
            <p:nvPr/>
          </p:nvCxnSpPr>
          <p:spPr>
            <a:xfrm>
              <a:off x="1371600" y="3429001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CCD3A69-3E81-EE47-B2E3-AE841CFD0983}"/>
              </a:ext>
            </a:extLst>
          </p:cNvPr>
          <p:cNvGrpSpPr/>
          <p:nvPr/>
        </p:nvGrpSpPr>
        <p:grpSpPr>
          <a:xfrm>
            <a:off x="3396346" y="3434443"/>
            <a:ext cx="2400299" cy="2228609"/>
            <a:chOff x="3396346" y="3434443"/>
            <a:chExt cx="2400299" cy="2228609"/>
          </a:xfrm>
        </p:grpSpPr>
        <p:sp>
          <p:nvSpPr>
            <p:cNvPr id="24" name="Text Box 10">
              <a:extLst>
                <a:ext uri="{FF2B5EF4-FFF2-40B4-BE49-F238E27FC236}">
                  <a16:creationId xmlns:a16="http://schemas.microsoft.com/office/drawing/2014/main" id="{25D71873-8BD7-A845-91F8-5F4761087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346" y="4241124"/>
              <a:ext cx="2400299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within same AP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25E02C0-5557-0E43-A8EE-613CBDC5E5B4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B32811E-0BA2-FF4C-9889-115AE9E07D41}"/>
              </a:ext>
            </a:extLst>
          </p:cNvPr>
          <p:cNvGrpSpPr/>
          <p:nvPr/>
        </p:nvGrpSpPr>
        <p:grpSpPr>
          <a:xfrm>
            <a:off x="8392886" y="3390900"/>
            <a:ext cx="2645228" cy="2935362"/>
            <a:chOff x="8392886" y="3390900"/>
            <a:chExt cx="2645228" cy="2935362"/>
          </a:xfrm>
        </p:grpSpPr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36768ABE-0162-A043-B0F9-0D8DBB263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2886" y="4239537"/>
              <a:ext cx="2645228" cy="2086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among multiple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provider networks,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maintaining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ongoing connections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9EE2CC5A-4D10-C44E-8916-400E6B8D3E3B}"/>
                </a:ext>
              </a:extLst>
            </p:cNvPr>
            <p:cNvCxnSpPr/>
            <p:nvPr/>
          </p:nvCxnSpPr>
          <p:spPr>
            <a:xfrm>
              <a:off x="10869385" y="3390900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B9DBBE5-E67E-1A40-884A-0A4ADE9CE83D}"/>
              </a:ext>
            </a:extLst>
          </p:cNvPr>
          <p:cNvGrpSpPr/>
          <p:nvPr/>
        </p:nvGrpSpPr>
        <p:grpSpPr>
          <a:xfrm>
            <a:off x="6095999" y="3423556"/>
            <a:ext cx="2155372" cy="2212280"/>
            <a:chOff x="3526970" y="3434443"/>
            <a:chExt cx="2155372" cy="2212280"/>
          </a:xfrm>
        </p:grpSpPr>
        <p:sp>
          <p:nvSpPr>
            <p:cNvPr id="36" name="Text Box 10">
              <a:extLst>
                <a:ext uri="{FF2B5EF4-FFF2-40B4-BE49-F238E27FC236}">
                  <a16:creationId xmlns:a16="http://schemas.microsoft.com/office/drawing/2014/main" id="{3C06299C-91BF-C34A-8ED9-B9E97BE7A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970" y="4224795"/>
              <a:ext cx="2155372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among APs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6CC5455-EAB3-5E44-B55B-592A65F7E856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C4D136-0DAA-6343-B0C2-178A439A6EE2}"/>
              </a:ext>
            </a:extLst>
          </p:cNvPr>
          <p:cNvGrpSpPr/>
          <p:nvPr/>
        </p:nvGrpSpPr>
        <p:grpSpPr>
          <a:xfrm>
            <a:off x="4735773" y="3944203"/>
            <a:ext cx="6933062" cy="2511189"/>
            <a:chOff x="4735773" y="3944203"/>
            <a:chExt cx="6933062" cy="2511189"/>
          </a:xfrm>
        </p:grpSpPr>
        <p:sp>
          <p:nvSpPr>
            <p:cNvPr id="38" name="Rounded Rectangle 37">
              <a:extLst>
                <a:ext uri="{FF2B5EF4-FFF2-40B4-BE49-F238E27FC236}">
                  <a16:creationId xmlns:a16="http://schemas.microsoft.com/office/drawing/2014/main" id="{EF8553F8-7617-914D-8CB1-5B6FEF44D8B0}"/>
                </a:ext>
              </a:extLst>
            </p:cNvPr>
            <p:cNvSpPr/>
            <p:nvPr/>
          </p:nvSpPr>
          <p:spPr>
            <a:xfrm>
              <a:off x="6141492" y="3944203"/>
              <a:ext cx="5527343" cy="2511189"/>
            </a:xfrm>
            <a:prstGeom prst="roundRect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BB4EFB8-6D3B-B140-865D-B286EB9B6721}"/>
                </a:ext>
              </a:extLst>
            </p:cNvPr>
            <p:cNvSpPr txBox="1"/>
            <p:nvPr/>
          </p:nvSpPr>
          <p:spPr>
            <a:xfrm>
              <a:off x="4735773" y="5745707"/>
              <a:ext cx="2896434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We’re interested in these!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94558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challenge: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914398" y="1650087"/>
            <a:ext cx="4244677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0"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If a device moves from one network another:</a:t>
            </a:r>
          </a:p>
          <a:p>
            <a:pPr indent="-339725">
              <a:defRPr/>
            </a:pPr>
            <a:r>
              <a:rPr lang="en-US" sz="3200" dirty="0"/>
              <a:t>How will the “network” know to forward packets to the </a:t>
            </a:r>
            <a:r>
              <a:rPr lang="en-US" sz="3200" i="1" dirty="0"/>
              <a:t>new </a:t>
            </a:r>
            <a:r>
              <a:rPr lang="en-US" sz="3200" dirty="0"/>
              <a:t>network?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1252149B-9AFF-69AD-85B6-9FD8497C481A}"/>
              </a:ext>
            </a:extLst>
          </p:cNvPr>
          <p:cNvSpPr/>
          <p:nvPr/>
        </p:nvSpPr>
        <p:spPr>
          <a:xfrm>
            <a:off x="7030094" y="1464167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34EA654-F639-847B-FAAC-62F817494790}"/>
              </a:ext>
            </a:extLst>
          </p:cNvPr>
          <p:cNvCxnSpPr/>
          <p:nvPr/>
        </p:nvCxnSpPr>
        <p:spPr>
          <a:xfrm flipH="1">
            <a:off x="9622489" y="2594238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Freeform 9">
            <a:extLst>
              <a:ext uri="{FF2B5EF4-FFF2-40B4-BE49-F238E27FC236}">
                <a16:creationId xmlns:a16="http://schemas.microsoft.com/office/drawing/2014/main" id="{491987EB-D3D4-3295-8D26-869B9BE7EE72}"/>
              </a:ext>
            </a:extLst>
          </p:cNvPr>
          <p:cNvSpPr/>
          <p:nvPr/>
        </p:nvSpPr>
        <p:spPr>
          <a:xfrm>
            <a:off x="9305907" y="4118103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4F8621E1-69D7-625E-F9AA-727CA9AA05A1}"/>
              </a:ext>
            </a:extLst>
          </p:cNvPr>
          <p:cNvCxnSpPr/>
          <p:nvPr/>
        </p:nvCxnSpPr>
        <p:spPr>
          <a:xfrm>
            <a:off x="9002914" y="5002015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421B887-33BD-B114-8CDE-E9C8F6E22307}"/>
              </a:ext>
            </a:extLst>
          </p:cNvPr>
          <p:cNvCxnSpPr>
            <a:cxnSpLocks/>
          </p:cNvCxnSpPr>
          <p:nvPr/>
        </p:nvCxnSpPr>
        <p:spPr>
          <a:xfrm>
            <a:off x="10619884" y="3619558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>
            <a:extLst>
              <a:ext uri="{FF2B5EF4-FFF2-40B4-BE49-F238E27FC236}">
                <a16:creationId xmlns:a16="http://schemas.microsoft.com/office/drawing/2014/main" id="{DDD0B1D2-7C6B-F7DF-CCDA-6CB7EF8C0554}"/>
              </a:ext>
            </a:extLst>
          </p:cNvPr>
          <p:cNvSpPr/>
          <p:nvPr/>
        </p:nvSpPr>
        <p:spPr>
          <a:xfrm>
            <a:off x="9985050" y="2420846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6CA53C-CF5C-7F14-B2B5-7D78BF87A814}"/>
              </a:ext>
            </a:extLst>
          </p:cNvPr>
          <p:cNvSpPr txBox="1"/>
          <p:nvPr/>
        </p:nvSpPr>
        <p:spPr>
          <a:xfrm>
            <a:off x="10194669" y="2932712"/>
            <a:ext cx="1567031" cy="3194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7F3C780-5D88-3CCC-CD1F-591BCCA4A40D}"/>
              </a:ext>
            </a:extLst>
          </p:cNvPr>
          <p:cNvGrpSpPr/>
          <p:nvPr/>
        </p:nvGrpSpPr>
        <p:grpSpPr>
          <a:xfrm>
            <a:off x="10279841" y="4218670"/>
            <a:ext cx="763454" cy="878723"/>
            <a:chOff x="7270567" y="5238206"/>
            <a:chExt cx="763454" cy="878723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C409707-3419-C307-3FEF-DD1665A4ED3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96B8E2A9-3C33-53C7-337E-FF4157D80F7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5FE990F5-624D-2489-0679-CCDC203D09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D26EAC3-AF95-A798-DE78-30B470940A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" name="Freeform 26">
                  <a:extLst>
                    <a:ext uri="{FF2B5EF4-FFF2-40B4-BE49-F238E27FC236}">
                      <a16:creationId xmlns:a16="http://schemas.microsoft.com/office/drawing/2014/main" id="{4FD1E2D4-1B5A-CAB1-8196-DF5819AA1F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Freeform 27">
                  <a:extLst>
                    <a:ext uri="{FF2B5EF4-FFF2-40B4-BE49-F238E27FC236}">
                      <a16:creationId xmlns:a16="http://schemas.microsoft.com/office/drawing/2014/main" id="{E672E405-8AD5-3FD0-83A5-D52B04BACA9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4D462D70-ECC0-A377-F2B4-8A20F0313E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CEADF446-6C13-7E40-8E0B-D39F93C859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77F5E66-DE77-9757-A8C1-5A18F4EBF416}"/>
                </a:ext>
              </a:extLst>
            </p:cNvPr>
            <p:cNvSpPr txBox="1"/>
            <p:nvPr/>
          </p:nvSpPr>
          <p:spPr>
            <a:xfrm>
              <a:off x="7270567" y="5778375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AT&amp;T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F249FA6-DEB1-2650-CFE1-DE95C6368151}"/>
              </a:ext>
            </a:extLst>
          </p:cNvPr>
          <p:cNvGrpSpPr/>
          <p:nvPr/>
        </p:nvGrpSpPr>
        <p:grpSpPr>
          <a:xfrm>
            <a:off x="9150500" y="2243953"/>
            <a:ext cx="591681" cy="375090"/>
            <a:chOff x="7493876" y="2774731"/>
            <a:chExt cx="1481958" cy="894622"/>
          </a:xfrm>
        </p:grpSpPr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175BEAA8-BD9F-EBDC-9766-8522BE693B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A7A7EC87-44C9-116A-471D-69CCA4D9093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A2FCA963-FE5F-D240-D55E-3A0FCA5AF23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987FEC9A-9447-2D2E-8DB1-E2506EC292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6139F4F8-C702-7D58-F30D-A10AA2626F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2FCF6480-4659-79B0-BB8C-C89B5075BF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E9047756-8022-C727-8023-5023F1BCB91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63178D9-FC16-38A5-5EE4-E80664740D47}"/>
              </a:ext>
            </a:extLst>
          </p:cNvPr>
          <p:cNvSpPr txBox="1"/>
          <p:nvPr/>
        </p:nvSpPr>
        <p:spPr>
          <a:xfrm>
            <a:off x="7916888" y="2077015"/>
            <a:ext cx="959750" cy="3447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Verizon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BC3B4A02-33D0-2B92-BF9E-2B59A8F17A31}"/>
              </a:ext>
            </a:extLst>
          </p:cNvPr>
          <p:cNvGrpSpPr/>
          <p:nvPr/>
        </p:nvGrpSpPr>
        <p:grpSpPr>
          <a:xfrm>
            <a:off x="5545933" y="1247395"/>
            <a:ext cx="1874623" cy="1214848"/>
            <a:chOff x="9013371" y="2795450"/>
            <a:chExt cx="1874623" cy="1214848"/>
          </a:xfrm>
        </p:grpSpPr>
        <p:sp>
          <p:nvSpPr>
            <p:cNvPr id="53" name="Hexagon 52">
              <a:extLst>
                <a:ext uri="{FF2B5EF4-FFF2-40B4-BE49-F238E27FC236}">
                  <a16:creationId xmlns:a16="http://schemas.microsoft.com/office/drawing/2014/main" id="{9BE33FEC-21DE-B9A5-AE7F-BB4D0FFFC6B8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A243F24C-74DF-FC88-640E-A4C95B5754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DBA61E2B-53F4-413F-FFA4-339538ADEB28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BE970726-C232-4A7E-539E-8C278E472217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81" name="Group 817">
                  <a:extLst>
                    <a:ext uri="{FF2B5EF4-FFF2-40B4-BE49-F238E27FC236}">
                      <a16:creationId xmlns:a16="http://schemas.microsoft.com/office/drawing/2014/main" id="{9D3E93FF-15EB-1745-1343-D343ACFBBB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98" name="Oval 818">
                    <a:extLst>
                      <a:ext uri="{FF2B5EF4-FFF2-40B4-BE49-F238E27FC236}">
                        <a16:creationId xmlns:a16="http://schemas.microsoft.com/office/drawing/2014/main" id="{3108393A-2A53-E6E7-8A5C-45B40F366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99" name="Group 819">
                    <a:extLst>
                      <a:ext uri="{FF2B5EF4-FFF2-40B4-BE49-F238E27FC236}">
                        <a16:creationId xmlns:a16="http://schemas.microsoft.com/office/drawing/2014/main" id="{A2DA2255-E388-73BA-B405-91F0F69E1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01" name="Oval 820">
                      <a:extLst>
                        <a:ext uri="{FF2B5EF4-FFF2-40B4-BE49-F238E27FC236}">
                          <a16:creationId xmlns:a16="http://schemas.microsoft.com/office/drawing/2014/main" id="{30ED0CE4-5553-2C88-AC99-D930448E1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2" name="Oval 821">
                      <a:extLst>
                        <a:ext uri="{FF2B5EF4-FFF2-40B4-BE49-F238E27FC236}">
                          <a16:creationId xmlns:a16="http://schemas.microsoft.com/office/drawing/2014/main" id="{111676BE-BFD3-24BC-57C2-BC9204D3D8B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3" name="Oval 822">
                      <a:extLst>
                        <a:ext uri="{FF2B5EF4-FFF2-40B4-BE49-F238E27FC236}">
                          <a16:creationId xmlns:a16="http://schemas.microsoft.com/office/drawing/2014/main" id="{0BA1DA16-03A9-0C73-5488-D257B65EBEB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4" name="Oval 823">
                      <a:extLst>
                        <a:ext uri="{FF2B5EF4-FFF2-40B4-BE49-F238E27FC236}">
                          <a16:creationId xmlns:a16="http://schemas.microsoft.com/office/drawing/2014/main" id="{2D998ADE-29F2-9F56-D0D9-205EA91FCF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5" name="Freeform 824">
                      <a:extLst>
                        <a:ext uri="{FF2B5EF4-FFF2-40B4-BE49-F238E27FC236}">
                          <a16:creationId xmlns:a16="http://schemas.microsoft.com/office/drawing/2014/main" id="{44ECF292-D04E-3F85-B48F-202520332C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00" name="Freeform 825">
                    <a:extLst>
                      <a:ext uri="{FF2B5EF4-FFF2-40B4-BE49-F238E27FC236}">
                        <a16:creationId xmlns:a16="http://schemas.microsoft.com/office/drawing/2014/main" id="{75FD817C-D5FA-0E9A-878C-69FB7DD20D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82" name="Group 398">
                  <a:extLst>
                    <a:ext uri="{FF2B5EF4-FFF2-40B4-BE49-F238E27FC236}">
                      <a16:creationId xmlns:a16="http://schemas.microsoft.com/office/drawing/2014/main" id="{6635C6B2-4C36-60E3-FAF7-D32F8064EA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83" name="Line 270">
                    <a:extLst>
                      <a:ext uri="{FF2B5EF4-FFF2-40B4-BE49-F238E27FC236}">
                        <a16:creationId xmlns:a16="http://schemas.microsoft.com/office/drawing/2014/main" id="{0D49C89B-A671-6D2E-EC6D-64B586B0BD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4" name="Line 271">
                    <a:extLst>
                      <a:ext uri="{FF2B5EF4-FFF2-40B4-BE49-F238E27FC236}">
                        <a16:creationId xmlns:a16="http://schemas.microsoft.com/office/drawing/2014/main" id="{5503A5B7-DC36-8B01-E981-FA7F457690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5" name="Line 272">
                    <a:extLst>
                      <a:ext uri="{FF2B5EF4-FFF2-40B4-BE49-F238E27FC236}">
                        <a16:creationId xmlns:a16="http://schemas.microsoft.com/office/drawing/2014/main" id="{E64B0CA4-584C-6B40-C1E1-00ED1F1AD4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6" name="Line 273">
                    <a:extLst>
                      <a:ext uri="{FF2B5EF4-FFF2-40B4-BE49-F238E27FC236}">
                        <a16:creationId xmlns:a16="http://schemas.microsoft.com/office/drawing/2014/main" id="{0B2090FA-E637-B7D0-E898-94806C1FB0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7" name="Line 274">
                    <a:extLst>
                      <a:ext uri="{FF2B5EF4-FFF2-40B4-BE49-F238E27FC236}">
                        <a16:creationId xmlns:a16="http://schemas.microsoft.com/office/drawing/2014/main" id="{EF97533C-ADD9-CE4D-ACFE-CA23F1C18B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8" name="Line 275">
                    <a:extLst>
                      <a:ext uri="{FF2B5EF4-FFF2-40B4-BE49-F238E27FC236}">
                        <a16:creationId xmlns:a16="http://schemas.microsoft.com/office/drawing/2014/main" id="{B5BAA7BB-1976-1E2F-5DA5-FE1CA1A758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9" name="Line 276">
                    <a:extLst>
                      <a:ext uri="{FF2B5EF4-FFF2-40B4-BE49-F238E27FC236}">
                        <a16:creationId xmlns:a16="http://schemas.microsoft.com/office/drawing/2014/main" id="{444699F9-B48D-15D4-23D9-8919008D38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" name="Line 277">
                    <a:extLst>
                      <a:ext uri="{FF2B5EF4-FFF2-40B4-BE49-F238E27FC236}">
                        <a16:creationId xmlns:a16="http://schemas.microsoft.com/office/drawing/2014/main" id="{DC45AD9D-34DC-8753-FF84-3E5D16D70E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" name="Line 278">
                    <a:extLst>
                      <a:ext uri="{FF2B5EF4-FFF2-40B4-BE49-F238E27FC236}">
                        <a16:creationId xmlns:a16="http://schemas.microsoft.com/office/drawing/2014/main" id="{A6EFBE76-50F5-D255-8080-A4CB485428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2" name="Line 279">
                    <a:extLst>
                      <a:ext uri="{FF2B5EF4-FFF2-40B4-BE49-F238E27FC236}">
                        <a16:creationId xmlns:a16="http://schemas.microsoft.com/office/drawing/2014/main" id="{38EB70A6-A359-FD07-412B-C97D87AC97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3" name="Line 280">
                    <a:extLst>
                      <a:ext uri="{FF2B5EF4-FFF2-40B4-BE49-F238E27FC236}">
                        <a16:creationId xmlns:a16="http://schemas.microsoft.com/office/drawing/2014/main" id="{4D012951-971F-2F40-DD31-5687EE78C6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" name="Line 281">
                    <a:extLst>
                      <a:ext uri="{FF2B5EF4-FFF2-40B4-BE49-F238E27FC236}">
                        <a16:creationId xmlns:a16="http://schemas.microsoft.com/office/drawing/2014/main" id="{22B65446-0ED7-1FEF-6413-6F777CA68F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" name="Line 282">
                    <a:extLst>
                      <a:ext uri="{FF2B5EF4-FFF2-40B4-BE49-F238E27FC236}">
                        <a16:creationId xmlns:a16="http://schemas.microsoft.com/office/drawing/2014/main" id="{B120BAB6-3E56-53DE-263C-76F629754B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6" name="Line 283">
                    <a:extLst>
                      <a:ext uri="{FF2B5EF4-FFF2-40B4-BE49-F238E27FC236}">
                        <a16:creationId xmlns:a16="http://schemas.microsoft.com/office/drawing/2014/main" id="{CD6CFA24-FAD7-1C04-3D7C-39D39CE9DF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" name="Line 284">
                    <a:extLst>
                      <a:ext uri="{FF2B5EF4-FFF2-40B4-BE49-F238E27FC236}">
                        <a16:creationId xmlns:a16="http://schemas.microsoft.com/office/drawing/2014/main" id="{F0BC4932-468B-205D-C172-0329EEE79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2B0D3944-60E2-54F1-B574-770359F816B0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" name="Group 57">
                  <a:extLst>
                    <a:ext uri="{FF2B5EF4-FFF2-40B4-BE49-F238E27FC236}">
                      <a16:creationId xmlns:a16="http://schemas.microsoft.com/office/drawing/2014/main" id="{61820DB9-B61E-F939-4D77-B300FA546875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79" name="Freeform 78">
                    <a:extLst>
                      <a:ext uri="{FF2B5EF4-FFF2-40B4-BE49-F238E27FC236}">
                        <a16:creationId xmlns:a16="http://schemas.microsoft.com/office/drawing/2014/main" id="{559055FE-F82D-90D4-176F-AA792861034F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0" name="Oval 79">
                    <a:extLst>
                      <a:ext uri="{FF2B5EF4-FFF2-40B4-BE49-F238E27FC236}">
                        <a16:creationId xmlns:a16="http://schemas.microsoft.com/office/drawing/2014/main" id="{F0EC094B-3D4A-4735-2A34-95810C805D89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" name="Group 58">
                  <a:extLst>
                    <a:ext uri="{FF2B5EF4-FFF2-40B4-BE49-F238E27FC236}">
                      <a16:creationId xmlns:a16="http://schemas.microsoft.com/office/drawing/2014/main" id="{1D652569-5F2E-5B82-8372-C73B312CADBB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60" name="Group 59">
                    <a:extLst>
                      <a:ext uri="{FF2B5EF4-FFF2-40B4-BE49-F238E27FC236}">
                        <a16:creationId xmlns:a16="http://schemas.microsoft.com/office/drawing/2014/main" id="{86F5FC4C-C384-E4EF-F362-33CFB8BECF7C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77" name="Parallelogram 76">
                      <a:extLst>
                        <a:ext uri="{FF2B5EF4-FFF2-40B4-BE49-F238E27FC236}">
                          <a16:creationId xmlns:a16="http://schemas.microsoft.com/office/drawing/2014/main" id="{40EF4744-809F-CF5E-D9C3-896ADF91CA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8" name="Parallelogram 77">
                      <a:extLst>
                        <a:ext uri="{FF2B5EF4-FFF2-40B4-BE49-F238E27FC236}">
                          <a16:creationId xmlns:a16="http://schemas.microsoft.com/office/drawing/2014/main" id="{AF7FB79F-F408-98D0-5EC6-962B4D714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61" name="Group 60">
                    <a:extLst>
                      <a:ext uri="{FF2B5EF4-FFF2-40B4-BE49-F238E27FC236}">
                        <a16:creationId xmlns:a16="http://schemas.microsoft.com/office/drawing/2014/main" id="{1EABD0BC-9127-9630-8849-34B71B4E8D0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75" name="Parallelogram 74">
                      <a:extLst>
                        <a:ext uri="{FF2B5EF4-FFF2-40B4-BE49-F238E27FC236}">
                          <a16:creationId xmlns:a16="http://schemas.microsoft.com/office/drawing/2014/main" id="{4EA4F608-D518-8BE7-7B4F-CAD2E7A69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6" name="Parallelogram 75">
                      <a:extLst>
                        <a:ext uri="{FF2B5EF4-FFF2-40B4-BE49-F238E27FC236}">
                          <a16:creationId xmlns:a16="http://schemas.microsoft.com/office/drawing/2014/main" id="{722969F9-04D5-AC9A-5731-93B11B64D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2" name="Parallelogram 61">
                    <a:extLst>
                      <a:ext uri="{FF2B5EF4-FFF2-40B4-BE49-F238E27FC236}">
                        <a16:creationId xmlns:a16="http://schemas.microsoft.com/office/drawing/2014/main" id="{589AF8A9-7CC2-0016-0D98-BB8ED92F11AA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" name="Parallelogram 62">
                    <a:extLst>
                      <a:ext uri="{FF2B5EF4-FFF2-40B4-BE49-F238E27FC236}">
                        <a16:creationId xmlns:a16="http://schemas.microsoft.com/office/drawing/2014/main" id="{6E351886-CF63-1597-4393-5CF0B2000292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4" name="Parallelogram 63">
                    <a:extLst>
                      <a:ext uri="{FF2B5EF4-FFF2-40B4-BE49-F238E27FC236}">
                        <a16:creationId xmlns:a16="http://schemas.microsoft.com/office/drawing/2014/main" id="{B1D5E73C-0052-543F-8C97-C38FDC17285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5" name="Parallelogram 64">
                    <a:extLst>
                      <a:ext uri="{FF2B5EF4-FFF2-40B4-BE49-F238E27FC236}">
                        <a16:creationId xmlns:a16="http://schemas.microsoft.com/office/drawing/2014/main" id="{E8F4299D-AD6F-3F78-FC6E-6A346F1F2677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6" name="Parallelogram 65">
                    <a:extLst>
                      <a:ext uri="{FF2B5EF4-FFF2-40B4-BE49-F238E27FC236}">
                        <a16:creationId xmlns:a16="http://schemas.microsoft.com/office/drawing/2014/main" id="{5E2AF400-E51C-8CD1-7071-8B403413A713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7" name="Parallelogram 66">
                    <a:extLst>
                      <a:ext uri="{FF2B5EF4-FFF2-40B4-BE49-F238E27FC236}">
                        <a16:creationId xmlns:a16="http://schemas.microsoft.com/office/drawing/2014/main" id="{FFCC51CA-4956-9699-AAED-20986B78C3E3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68" name="Group 67">
                    <a:extLst>
                      <a:ext uri="{FF2B5EF4-FFF2-40B4-BE49-F238E27FC236}">
                        <a16:creationId xmlns:a16="http://schemas.microsoft.com/office/drawing/2014/main" id="{0606A9E7-5962-39E8-3B54-1AB7501B79DA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71" name="Parallelogram 70">
                      <a:extLst>
                        <a:ext uri="{FF2B5EF4-FFF2-40B4-BE49-F238E27FC236}">
                          <a16:creationId xmlns:a16="http://schemas.microsoft.com/office/drawing/2014/main" id="{B143D489-6077-14BF-6434-6EFEC14F2420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2" name="Parallelogram 71">
                      <a:extLst>
                        <a:ext uri="{FF2B5EF4-FFF2-40B4-BE49-F238E27FC236}">
                          <a16:creationId xmlns:a16="http://schemas.microsoft.com/office/drawing/2014/main" id="{58765E6D-50FD-F7CA-6F93-CBD2AD37CA8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3" name="Parallelogram 72">
                      <a:extLst>
                        <a:ext uri="{FF2B5EF4-FFF2-40B4-BE49-F238E27FC236}">
                          <a16:creationId xmlns:a16="http://schemas.microsoft.com/office/drawing/2014/main" id="{8DDC56B2-25C5-3ECA-571A-0F63F5FC9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4" name="Parallelogram 73">
                      <a:extLst>
                        <a:ext uri="{FF2B5EF4-FFF2-40B4-BE49-F238E27FC236}">
                          <a16:creationId xmlns:a16="http://schemas.microsoft.com/office/drawing/2014/main" id="{8303047E-7D1E-BF47-4F3B-F3917EE08E7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9" name="Parallelogram 68">
                    <a:extLst>
                      <a:ext uri="{FF2B5EF4-FFF2-40B4-BE49-F238E27FC236}">
                        <a16:creationId xmlns:a16="http://schemas.microsoft.com/office/drawing/2014/main" id="{A9E1B568-8987-0900-3BC5-8A343E356951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" name="Parallelogram 69">
                    <a:extLst>
                      <a:ext uri="{FF2B5EF4-FFF2-40B4-BE49-F238E27FC236}">
                        <a16:creationId xmlns:a16="http://schemas.microsoft.com/office/drawing/2014/main" id="{2830B4B8-412A-C00B-67C1-E076CCEB390E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CBD7B1B3-AA7A-59F9-2322-103DB07C5695}"/>
              </a:ext>
            </a:extLst>
          </p:cNvPr>
          <p:cNvGrpSpPr/>
          <p:nvPr/>
        </p:nvGrpSpPr>
        <p:grpSpPr>
          <a:xfrm>
            <a:off x="8343329" y="4589018"/>
            <a:ext cx="719669" cy="694685"/>
            <a:chOff x="9493249" y="5053913"/>
            <a:chExt cx="719669" cy="694685"/>
          </a:xfrm>
        </p:grpSpPr>
        <p:sp>
          <p:nvSpPr>
            <p:cNvPr id="254" name="Hexagon 253">
              <a:extLst>
                <a:ext uri="{FF2B5EF4-FFF2-40B4-BE49-F238E27FC236}">
                  <a16:creationId xmlns:a16="http://schemas.microsoft.com/office/drawing/2014/main" id="{894EC751-BEFE-5D4D-3651-94353BE622D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" name="Oval 818">
              <a:extLst>
                <a:ext uri="{FF2B5EF4-FFF2-40B4-BE49-F238E27FC236}">
                  <a16:creationId xmlns:a16="http://schemas.microsoft.com/office/drawing/2014/main" id="{3D739C41-B591-87B8-C337-E29602B35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256" name="Group 819">
              <a:extLst>
                <a:ext uri="{FF2B5EF4-FFF2-40B4-BE49-F238E27FC236}">
                  <a16:creationId xmlns:a16="http://schemas.microsoft.com/office/drawing/2014/main" id="{F6519420-E096-4D20-9BC6-F11BDC2E2C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297" name="Oval 820">
                <a:extLst>
                  <a:ext uri="{FF2B5EF4-FFF2-40B4-BE49-F238E27FC236}">
                    <a16:creationId xmlns:a16="http://schemas.microsoft.com/office/drawing/2014/main" id="{31A00702-818B-A7A2-980B-561D923BB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98" name="Oval 821">
                <a:extLst>
                  <a:ext uri="{FF2B5EF4-FFF2-40B4-BE49-F238E27FC236}">
                    <a16:creationId xmlns:a16="http://schemas.microsoft.com/office/drawing/2014/main" id="{EC15824F-402B-0CED-D644-49F5CEF8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99" name="Oval 822">
                <a:extLst>
                  <a:ext uri="{FF2B5EF4-FFF2-40B4-BE49-F238E27FC236}">
                    <a16:creationId xmlns:a16="http://schemas.microsoft.com/office/drawing/2014/main" id="{C295B1C8-56F8-B346-8523-001E58B0B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300" name="Oval 823">
                <a:extLst>
                  <a:ext uri="{FF2B5EF4-FFF2-40B4-BE49-F238E27FC236}">
                    <a16:creationId xmlns:a16="http://schemas.microsoft.com/office/drawing/2014/main" id="{AAE86481-64F1-9CC7-2C5C-2D813178B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301" name="Freeform 824">
                <a:extLst>
                  <a:ext uri="{FF2B5EF4-FFF2-40B4-BE49-F238E27FC236}">
                    <a16:creationId xmlns:a16="http://schemas.microsoft.com/office/drawing/2014/main" id="{10C8ED28-5349-D937-B3AE-8997CDF8A13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57" name="Freeform 825">
              <a:extLst>
                <a:ext uri="{FF2B5EF4-FFF2-40B4-BE49-F238E27FC236}">
                  <a16:creationId xmlns:a16="http://schemas.microsoft.com/office/drawing/2014/main" id="{746E256E-7BA8-7616-636A-D9570F93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Line 270">
              <a:extLst>
                <a:ext uri="{FF2B5EF4-FFF2-40B4-BE49-F238E27FC236}">
                  <a16:creationId xmlns:a16="http://schemas.microsoft.com/office/drawing/2014/main" id="{2E07B33B-DB3B-6609-FAFF-CD2FB6FEF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9" name="Line 271">
              <a:extLst>
                <a:ext uri="{FF2B5EF4-FFF2-40B4-BE49-F238E27FC236}">
                  <a16:creationId xmlns:a16="http://schemas.microsoft.com/office/drawing/2014/main" id="{00459077-87A7-D4B3-C86A-53F02BEAA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272">
              <a:extLst>
                <a:ext uri="{FF2B5EF4-FFF2-40B4-BE49-F238E27FC236}">
                  <a16:creationId xmlns:a16="http://schemas.microsoft.com/office/drawing/2014/main" id="{822E7F76-9DD6-1A8B-4AC1-34CEBFF43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Line 273">
              <a:extLst>
                <a:ext uri="{FF2B5EF4-FFF2-40B4-BE49-F238E27FC236}">
                  <a16:creationId xmlns:a16="http://schemas.microsoft.com/office/drawing/2014/main" id="{D9A130C9-AD63-384A-34B9-3623982F9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Line 274">
              <a:extLst>
                <a:ext uri="{FF2B5EF4-FFF2-40B4-BE49-F238E27FC236}">
                  <a16:creationId xmlns:a16="http://schemas.microsoft.com/office/drawing/2014/main" id="{E48FB9D4-5DCD-D450-A25E-95FDB8BB4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75">
              <a:extLst>
                <a:ext uri="{FF2B5EF4-FFF2-40B4-BE49-F238E27FC236}">
                  <a16:creationId xmlns:a16="http://schemas.microsoft.com/office/drawing/2014/main" id="{326EEFAB-5CAE-3642-EEA5-AACC83349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76">
              <a:extLst>
                <a:ext uri="{FF2B5EF4-FFF2-40B4-BE49-F238E27FC236}">
                  <a16:creationId xmlns:a16="http://schemas.microsoft.com/office/drawing/2014/main" id="{0D199B9D-F66B-ACBB-8144-C9D9BD96F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Line 277">
              <a:extLst>
                <a:ext uri="{FF2B5EF4-FFF2-40B4-BE49-F238E27FC236}">
                  <a16:creationId xmlns:a16="http://schemas.microsoft.com/office/drawing/2014/main" id="{95A1CA38-5A2D-9EF6-08F8-4F1D9AE7A7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Line 278">
              <a:extLst>
                <a:ext uri="{FF2B5EF4-FFF2-40B4-BE49-F238E27FC236}">
                  <a16:creationId xmlns:a16="http://schemas.microsoft.com/office/drawing/2014/main" id="{82E40494-7A26-3684-3C3E-8E178C591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Line 279">
              <a:extLst>
                <a:ext uri="{FF2B5EF4-FFF2-40B4-BE49-F238E27FC236}">
                  <a16:creationId xmlns:a16="http://schemas.microsoft.com/office/drawing/2014/main" id="{C7BBFE60-47D1-6BD0-CF80-78424D0BF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80">
              <a:extLst>
                <a:ext uri="{FF2B5EF4-FFF2-40B4-BE49-F238E27FC236}">
                  <a16:creationId xmlns:a16="http://schemas.microsoft.com/office/drawing/2014/main" id="{4E19275C-CE16-189C-000C-061BDDC5F4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81">
              <a:extLst>
                <a:ext uri="{FF2B5EF4-FFF2-40B4-BE49-F238E27FC236}">
                  <a16:creationId xmlns:a16="http://schemas.microsoft.com/office/drawing/2014/main" id="{25395803-2095-1511-B9B4-ED09DC489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Line 282">
              <a:extLst>
                <a:ext uri="{FF2B5EF4-FFF2-40B4-BE49-F238E27FC236}">
                  <a16:creationId xmlns:a16="http://schemas.microsoft.com/office/drawing/2014/main" id="{E2FD6F1B-1512-7E31-DE13-29B59A766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Line 283">
              <a:extLst>
                <a:ext uri="{FF2B5EF4-FFF2-40B4-BE49-F238E27FC236}">
                  <a16:creationId xmlns:a16="http://schemas.microsoft.com/office/drawing/2014/main" id="{436271D7-3327-231F-7AFC-784AAA2A9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Line 284">
              <a:extLst>
                <a:ext uri="{FF2B5EF4-FFF2-40B4-BE49-F238E27FC236}">
                  <a16:creationId xmlns:a16="http://schemas.microsoft.com/office/drawing/2014/main" id="{7B6A4E01-8F7A-727C-89ED-8BD05A5FB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CC7FC059-CA2F-3C0F-FB84-BFC09138121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274" name="Group 273">
                <a:extLst>
                  <a:ext uri="{FF2B5EF4-FFF2-40B4-BE49-F238E27FC236}">
                    <a16:creationId xmlns:a16="http://schemas.microsoft.com/office/drawing/2014/main" id="{98102F05-1A27-7341-6B0B-38297DEAFEB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95" name="Freeform 294">
                  <a:extLst>
                    <a:ext uri="{FF2B5EF4-FFF2-40B4-BE49-F238E27FC236}">
                      <a16:creationId xmlns:a16="http://schemas.microsoft.com/office/drawing/2014/main" id="{8AB40953-EA68-D2A2-EB54-B3F6A8DE58B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96" name="Oval 295">
                  <a:extLst>
                    <a:ext uri="{FF2B5EF4-FFF2-40B4-BE49-F238E27FC236}">
                      <a16:creationId xmlns:a16="http://schemas.microsoft.com/office/drawing/2014/main" id="{47B7F251-0B94-2233-F74B-1669F988DC4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75" name="Group 274">
                <a:extLst>
                  <a:ext uri="{FF2B5EF4-FFF2-40B4-BE49-F238E27FC236}">
                    <a16:creationId xmlns:a16="http://schemas.microsoft.com/office/drawing/2014/main" id="{5BCE23E5-561E-8B07-FD16-E41CC27215B8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DF1B479A-E70E-405B-4CD7-691375BD3F31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93" name="Parallelogram 292">
                    <a:extLst>
                      <a:ext uri="{FF2B5EF4-FFF2-40B4-BE49-F238E27FC236}">
                        <a16:creationId xmlns:a16="http://schemas.microsoft.com/office/drawing/2014/main" id="{5CB6D6BA-99B3-7859-224E-C64EB33D9DB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4" name="Parallelogram 293">
                    <a:extLst>
                      <a:ext uri="{FF2B5EF4-FFF2-40B4-BE49-F238E27FC236}">
                        <a16:creationId xmlns:a16="http://schemas.microsoft.com/office/drawing/2014/main" id="{75FEB7E3-9659-B518-0167-C23B21763A3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77" name="Group 276">
                  <a:extLst>
                    <a:ext uri="{FF2B5EF4-FFF2-40B4-BE49-F238E27FC236}">
                      <a16:creationId xmlns:a16="http://schemas.microsoft.com/office/drawing/2014/main" id="{76B4D284-8ECD-2226-D0F8-EA0A3E78395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91" name="Parallelogram 290">
                    <a:extLst>
                      <a:ext uri="{FF2B5EF4-FFF2-40B4-BE49-F238E27FC236}">
                        <a16:creationId xmlns:a16="http://schemas.microsoft.com/office/drawing/2014/main" id="{E72DC062-0AB9-B4A5-DA6E-CA8C8275702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2" name="Parallelogram 291">
                    <a:extLst>
                      <a:ext uri="{FF2B5EF4-FFF2-40B4-BE49-F238E27FC236}">
                        <a16:creationId xmlns:a16="http://schemas.microsoft.com/office/drawing/2014/main" id="{30FB9E65-9358-28AB-FB63-4D3B4C74184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6F8A8CB2-25CB-7F10-BD72-E53A0DE23125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Parallelogram 278">
                  <a:extLst>
                    <a:ext uri="{FF2B5EF4-FFF2-40B4-BE49-F238E27FC236}">
                      <a16:creationId xmlns:a16="http://schemas.microsoft.com/office/drawing/2014/main" id="{ED3234C9-E736-EAD8-6CE7-A5136191C6A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0" name="Parallelogram 279">
                  <a:extLst>
                    <a:ext uri="{FF2B5EF4-FFF2-40B4-BE49-F238E27FC236}">
                      <a16:creationId xmlns:a16="http://schemas.microsoft.com/office/drawing/2014/main" id="{8408FD8D-D0FA-FDD7-E299-E01DB6802A54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1" name="Parallelogram 280">
                  <a:extLst>
                    <a:ext uri="{FF2B5EF4-FFF2-40B4-BE49-F238E27FC236}">
                      <a16:creationId xmlns:a16="http://schemas.microsoft.com/office/drawing/2014/main" id="{2F7FB497-0841-D893-CEB9-E3E433502B2A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Parallelogram 281">
                  <a:extLst>
                    <a:ext uri="{FF2B5EF4-FFF2-40B4-BE49-F238E27FC236}">
                      <a16:creationId xmlns:a16="http://schemas.microsoft.com/office/drawing/2014/main" id="{FCCD1BB9-5590-3FEF-4239-D146D506018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3" name="Parallelogram 282">
                  <a:extLst>
                    <a:ext uri="{FF2B5EF4-FFF2-40B4-BE49-F238E27FC236}">
                      <a16:creationId xmlns:a16="http://schemas.microsoft.com/office/drawing/2014/main" id="{E7B93924-7106-B37A-138F-AFC7A2EDA356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84" name="Group 283">
                  <a:extLst>
                    <a:ext uri="{FF2B5EF4-FFF2-40B4-BE49-F238E27FC236}">
                      <a16:creationId xmlns:a16="http://schemas.microsoft.com/office/drawing/2014/main" id="{AC26C6D1-6811-F4ED-D41D-A0AFFE5D9A1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87" name="Parallelogram 286">
                    <a:extLst>
                      <a:ext uri="{FF2B5EF4-FFF2-40B4-BE49-F238E27FC236}">
                        <a16:creationId xmlns:a16="http://schemas.microsoft.com/office/drawing/2014/main" id="{841D95E1-7728-3122-5984-6EFACF725DC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8" name="Parallelogram 287">
                    <a:extLst>
                      <a:ext uri="{FF2B5EF4-FFF2-40B4-BE49-F238E27FC236}">
                        <a16:creationId xmlns:a16="http://schemas.microsoft.com/office/drawing/2014/main" id="{AE39463F-1FEA-D25B-E8B1-ABFB0D4C60E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Parallelogram 288">
                    <a:extLst>
                      <a:ext uri="{FF2B5EF4-FFF2-40B4-BE49-F238E27FC236}">
                        <a16:creationId xmlns:a16="http://schemas.microsoft.com/office/drawing/2014/main" id="{56496833-910C-B30F-6265-5732568E8E5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0" name="Parallelogram 289">
                    <a:extLst>
                      <a:ext uri="{FF2B5EF4-FFF2-40B4-BE49-F238E27FC236}">
                        <a16:creationId xmlns:a16="http://schemas.microsoft.com/office/drawing/2014/main" id="{95373F9C-409F-4CF0-079C-1CE12BBA81C3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85" name="Parallelogram 284">
                  <a:extLst>
                    <a:ext uri="{FF2B5EF4-FFF2-40B4-BE49-F238E27FC236}">
                      <a16:creationId xmlns:a16="http://schemas.microsoft.com/office/drawing/2014/main" id="{94908ACA-9003-B83B-9649-077D39B559A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6" name="Parallelogram 285">
                  <a:extLst>
                    <a:ext uri="{FF2B5EF4-FFF2-40B4-BE49-F238E27FC236}">
                      <a16:creationId xmlns:a16="http://schemas.microsoft.com/office/drawing/2014/main" id="{EAF82198-4F97-EAB3-B7DD-DCE09D322C3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B746B564-4CF4-9B06-EFA1-B24BE23A3BBE}"/>
              </a:ext>
            </a:extLst>
          </p:cNvPr>
          <p:cNvGrpSpPr/>
          <p:nvPr/>
        </p:nvGrpSpPr>
        <p:grpSpPr>
          <a:xfrm>
            <a:off x="5362434" y="4425608"/>
            <a:ext cx="2907835" cy="565283"/>
            <a:chOff x="1285109" y="5774722"/>
            <a:chExt cx="2907835" cy="565283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3C579653-CD84-B726-69EA-32D46D307295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2AA19A2F-05BD-20ED-C8C8-C6ABE1F9CF5A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09D308C-D07A-BAE0-F04D-2848A99D7F56}"/>
                </a:ext>
              </a:extLst>
            </p:cNvPr>
            <p:cNvSpPr txBox="1"/>
            <p:nvPr/>
          </p:nvSpPr>
          <p:spPr>
            <a:xfrm>
              <a:off x="1285109" y="5774722"/>
              <a:ext cx="2150585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client moves from Verizon to AT&amp;T</a:t>
              </a:r>
            </a:p>
          </p:txBody>
        </p:sp>
      </p:grpSp>
      <p:grpSp>
        <p:nvGrpSpPr>
          <p:cNvPr id="359" name="Group 652">
            <a:extLst>
              <a:ext uri="{FF2B5EF4-FFF2-40B4-BE49-F238E27FC236}">
                <a16:creationId xmlns:a16="http://schemas.microsoft.com/office/drawing/2014/main" id="{59A72F81-75EC-7AFB-43F3-36E3DC3D1C65}"/>
              </a:ext>
            </a:extLst>
          </p:cNvPr>
          <p:cNvGrpSpPr>
            <a:grpSpLocks/>
          </p:cNvGrpSpPr>
          <p:nvPr/>
        </p:nvGrpSpPr>
        <p:grpSpPr bwMode="auto">
          <a:xfrm>
            <a:off x="5577760" y="3298646"/>
            <a:ext cx="1120235" cy="1033731"/>
            <a:chOff x="2751" y="1851"/>
            <a:chExt cx="462" cy="478"/>
          </a:xfrm>
        </p:grpSpPr>
        <p:pic>
          <p:nvPicPr>
            <p:cNvPr id="362" name="Picture 653" descr="iphone_stylized_small">
              <a:extLst>
                <a:ext uri="{FF2B5EF4-FFF2-40B4-BE49-F238E27FC236}">
                  <a16:creationId xmlns:a16="http://schemas.microsoft.com/office/drawing/2014/main" id="{C895CCCD-BA1E-9401-5772-F4E7D7A3FA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3" name="Picture 654" descr="antenna_radiation_stylized">
              <a:extLst>
                <a:ext uri="{FF2B5EF4-FFF2-40B4-BE49-F238E27FC236}">
                  <a16:creationId xmlns:a16="http://schemas.microsoft.com/office/drawing/2014/main" id="{3B96F81D-F69B-FDBD-0D75-C6BBADCA9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65" name="Freeform 364">
            <a:extLst>
              <a:ext uri="{FF2B5EF4-FFF2-40B4-BE49-F238E27FC236}">
                <a16:creationId xmlns:a16="http://schemas.microsoft.com/office/drawing/2014/main" id="{C0A989AE-1C8C-5119-9B1F-FBFB6D2AAAD6}"/>
              </a:ext>
            </a:extLst>
          </p:cNvPr>
          <p:cNvSpPr/>
          <p:nvPr/>
        </p:nvSpPr>
        <p:spPr>
          <a:xfrm rot="9344246" flipH="1">
            <a:off x="5762141" y="2426014"/>
            <a:ext cx="87885" cy="802460"/>
          </a:xfrm>
          <a:custGeom>
            <a:avLst/>
            <a:gdLst>
              <a:gd name="connsiteX0" fmla="*/ 308919 w 308919"/>
              <a:gd name="connsiteY0" fmla="*/ 1754659 h 1754659"/>
              <a:gd name="connsiteX1" fmla="*/ 0 w 308919"/>
              <a:gd name="connsiteY1" fmla="*/ 827903 h 1754659"/>
              <a:gd name="connsiteX2" fmla="*/ 222421 w 308919"/>
              <a:gd name="connsiteY2" fmla="*/ 0 h 1754659"/>
              <a:gd name="connsiteX0" fmla="*/ 309817 w 309817"/>
              <a:gd name="connsiteY0" fmla="*/ 1754659 h 1754659"/>
              <a:gd name="connsiteX1" fmla="*/ 898 w 309817"/>
              <a:gd name="connsiteY1" fmla="*/ 827903 h 1754659"/>
              <a:gd name="connsiteX2" fmla="*/ 223319 w 309817"/>
              <a:gd name="connsiteY2" fmla="*/ 0 h 1754659"/>
              <a:gd name="connsiteX0" fmla="*/ 308940 w 308940"/>
              <a:gd name="connsiteY0" fmla="*/ 1754659 h 1754659"/>
              <a:gd name="connsiteX1" fmla="*/ 21 w 308940"/>
              <a:gd name="connsiteY1" fmla="*/ 827903 h 1754659"/>
              <a:gd name="connsiteX2" fmla="*/ 222442 w 308940"/>
              <a:gd name="connsiteY2" fmla="*/ 0 h 1754659"/>
              <a:gd name="connsiteX0" fmla="*/ 308959 w 308959"/>
              <a:gd name="connsiteY0" fmla="*/ 1754659 h 1754659"/>
              <a:gd name="connsiteX1" fmla="*/ 40 w 308959"/>
              <a:gd name="connsiteY1" fmla="*/ 827903 h 1754659"/>
              <a:gd name="connsiteX2" fmla="*/ 222461 w 308959"/>
              <a:gd name="connsiteY2" fmla="*/ 0 h 1754659"/>
              <a:gd name="connsiteX0" fmla="*/ 308959 w 308959"/>
              <a:gd name="connsiteY0" fmla="*/ 1754659 h 1754659"/>
              <a:gd name="connsiteX1" fmla="*/ 40 w 308959"/>
              <a:gd name="connsiteY1" fmla="*/ 827903 h 1754659"/>
              <a:gd name="connsiteX2" fmla="*/ 222461 w 308959"/>
              <a:gd name="connsiteY2" fmla="*/ 0 h 1754659"/>
              <a:gd name="connsiteX0" fmla="*/ 383080 w 383080"/>
              <a:gd name="connsiteY0" fmla="*/ 1754659 h 1754659"/>
              <a:gd name="connsiteX1" fmla="*/ 20 w 383080"/>
              <a:gd name="connsiteY1" fmla="*/ 840259 h 1754659"/>
              <a:gd name="connsiteX2" fmla="*/ 296582 w 383080"/>
              <a:gd name="connsiteY2" fmla="*/ 0 h 1754659"/>
              <a:gd name="connsiteX0" fmla="*/ 383087 w 383087"/>
              <a:gd name="connsiteY0" fmla="*/ 1754659 h 1754659"/>
              <a:gd name="connsiteX1" fmla="*/ 27 w 383087"/>
              <a:gd name="connsiteY1" fmla="*/ 840259 h 1754659"/>
              <a:gd name="connsiteX2" fmla="*/ 296589 w 383087"/>
              <a:gd name="connsiteY2" fmla="*/ 0 h 1754659"/>
              <a:gd name="connsiteX0" fmla="*/ 447747 w 447747"/>
              <a:gd name="connsiteY0" fmla="*/ 1767015 h 1767015"/>
              <a:gd name="connsiteX1" fmla="*/ 2904 w 447747"/>
              <a:gd name="connsiteY1" fmla="*/ 840259 h 1767015"/>
              <a:gd name="connsiteX2" fmla="*/ 299466 w 447747"/>
              <a:gd name="connsiteY2" fmla="*/ 0 h 1767015"/>
              <a:gd name="connsiteX0" fmla="*/ 447747 w 447747"/>
              <a:gd name="connsiteY0" fmla="*/ 1767015 h 1767015"/>
              <a:gd name="connsiteX1" fmla="*/ 2904 w 447747"/>
              <a:gd name="connsiteY1" fmla="*/ 840259 h 1767015"/>
              <a:gd name="connsiteX2" fmla="*/ 299466 w 447747"/>
              <a:gd name="connsiteY2" fmla="*/ 0 h 176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7747" h="1767015">
                <a:moveTo>
                  <a:pt x="447747" y="1767015"/>
                </a:moveTo>
                <a:cubicBezTo>
                  <a:pt x="221206" y="1507523"/>
                  <a:pt x="27618" y="1134762"/>
                  <a:pt x="2904" y="840259"/>
                </a:cubicBezTo>
                <a:cubicBezTo>
                  <a:pt x="-21810" y="545757"/>
                  <a:pt x="114115" y="263612"/>
                  <a:pt x="299466" y="0"/>
                </a:cubicBezTo>
              </a:path>
            </a:pathLst>
          </a:custGeom>
          <a:noFill/>
          <a:ln w="57150" cap="sq">
            <a:solidFill>
              <a:srgbClr val="C00000"/>
            </a:solidFill>
            <a:headEnd type="none" w="med" len="med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503D255B-3BA2-6E48-F7E1-4F637ADE4769}"/>
              </a:ext>
            </a:extLst>
          </p:cNvPr>
          <p:cNvSpPr/>
          <p:nvPr/>
        </p:nvSpPr>
        <p:spPr>
          <a:xfrm>
            <a:off x="10252126" y="331409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BF77BAFA-562B-1D02-3551-2807F200FD05}"/>
              </a:ext>
            </a:extLst>
          </p:cNvPr>
          <p:cNvGrpSpPr/>
          <p:nvPr/>
        </p:nvGrpSpPr>
        <p:grpSpPr>
          <a:xfrm>
            <a:off x="10867680" y="1079919"/>
            <a:ext cx="687393" cy="721548"/>
            <a:chOff x="5203089" y="1751190"/>
            <a:chExt cx="858331" cy="662414"/>
          </a:xfrm>
        </p:grpSpPr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3E5B7F8A-D85D-23B1-4935-4512A21A70D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B985556A-4758-5CF5-4D12-4D236E5E2AFB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DA7D3A9B-1FE4-4960-6C0D-CECEF167273D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BDBA7E3-1C08-58FF-D00F-4F03E79537D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360E613C-E43C-34EE-3516-2D9114E5970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9ADF1D0F-4B26-9FC9-CEC3-EB78DA9FA1B4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AD4B5101-0BDA-270D-C508-B8CEBA51BF35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E7043121-3D47-741C-7A2F-8C079E83F08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9E3B3058-C14F-752A-F437-3008EA69877C}"/>
              </a:ext>
            </a:extLst>
          </p:cNvPr>
          <p:cNvGrpSpPr/>
          <p:nvPr/>
        </p:nvGrpSpPr>
        <p:grpSpPr>
          <a:xfrm>
            <a:off x="10801151" y="346040"/>
            <a:ext cx="594613" cy="648336"/>
            <a:chOff x="5203089" y="1751190"/>
            <a:chExt cx="858331" cy="662414"/>
          </a:xfrm>
        </p:grpSpPr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F66CA672-E7E3-250F-DD61-B8EC7A07D6B1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FE15ED07-B44A-1FBA-B32D-85A000BD0F00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AED41A63-E29C-A806-75C8-72AB767212C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AB5BBA96-441D-08F5-A46E-C89006587D74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5F3A81DB-20AE-FB6B-2932-5A8B07416D58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84D8DD6-BA7D-79EB-873E-0EF13C18AEF6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78642ABE-DDBC-DFB1-460A-8B2D02C675C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F513EF79-AF16-4D75-1FEA-AA8F358CB93A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7" name="TextBox 386">
            <a:extLst>
              <a:ext uri="{FF2B5EF4-FFF2-40B4-BE49-F238E27FC236}">
                <a16:creationId xmlns:a16="http://schemas.microsoft.com/office/drawing/2014/main" id="{90548537-CFF2-570F-34D4-5527C9AD609B}"/>
              </a:ext>
            </a:extLst>
          </p:cNvPr>
          <p:cNvSpPr txBox="1"/>
          <p:nvPr/>
        </p:nvSpPr>
        <p:spPr>
          <a:xfrm>
            <a:off x="10947747" y="1829806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9347164F-9170-1FCA-8635-AE9DB2030174}"/>
              </a:ext>
            </a:extLst>
          </p:cNvPr>
          <p:cNvSpPr txBox="1"/>
          <p:nvPr/>
        </p:nvSpPr>
        <p:spPr>
          <a:xfrm>
            <a:off x="10092998" y="1380117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389" name="Straight Connector 388">
            <a:extLst>
              <a:ext uri="{FF2B5EF4-FFF2-40B4-BE49-F238E27FC236}">
                <a16:creationId xmlns:a16="http://schemas.microsoft.com/office/drawing/2014/main" id="{CACD12A7-9CA5-A198-9515-8286F110071C}"/>
              </a:ext>
            </a:extLst>
          </p:cNvPr>
          <p:cNvCxnSpPr>
            <a:cxnSpLocks/>
            <a:endCxn id="18" idx="7"/>
          </p:cNvCxnSpPr>
          <p:nvPr/>
        </p:nvCxnSpPr>
        <p:spPr>
          <a:xfrm flipH="1">
            <a:off x="10899443" y="1808247"/>
            <a:ext cx="22742" cy="79911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41025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network (routers) handle it: </a:t>
            </a:r>
          </a:p>
          <a:p>
            <a:pPr lvl="1" indent="-339725">
              <a:defRPr/>
            </a:pPr>
            <a:r>
              <a:rPr lang="en-US" sz="2800" dirty="0"/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defRPr/>
            </a:pPr>
            <a:r>
              <a:rPr lang="en-US" sz="2800" dirty="0"/>
              <a:t>Internet routing could do this already </a:t>
            </a:r>
            <a:r>
              <a:rPr lang="en-US" sz="2800" i="1" dirty="0">
                <a:solidFill>
                  <a:srgbClr val="0012A0"/>
                </a:solidFill>
              </a:rPr>
              <a:t>with no </a:t>
            </a:r>
            <a:r>
              <a:rPr lang="en-US" sz="2800" dirty="0"/>
              <a:t>changes! Routing tables indicate where each mobile located via longest prefix match!</a:t>
            </a:r>
          </a:p>
        </p:txBody>
      </p:sp>
    </p:spTree>
    <p:extLst>
      <p:ext uri="{BB962C8B-B14F-4D97-AF65-F5344CB8AC3E}">
        <p14:creationId xmlns:p14="http://schemas.microsoft.com/office/powerpoint/2010/main" val="942432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let network (routers) handle it: 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Internet routing could do this already </a:t>
            </a:r>
            <a:r>
              <a:rPr lang="en-US" sz="2800" i="1" dirty="0">
                <a:solidFill>
                  <a:schemeClr val="bg1">
                    <a:lumMod val="75000"/>
                  </a:schemeClr>
                </a:solidFill>
              </a:rPr>
              <a:t>with no </a:t>
            </a: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changes! Routing tables indicate where each mobile located via longest prefix match!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endParaRPr lang="en-US" sz="2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753F458-51F8-7341-A2F3-08E71E4DFE10}"/>
              </a:ext>
            </a:extLst>
          </p:cNvPr>
          <p:cNvSpPr txBox="1">
            <a:spLocks noChangeArrowheads="1"/>
          </p:cNvSpPr>
          <p:nvPr/>
        </p:nvSpPr>
        <p:spPr>
          <a:xfrm>
            <a:off x="1092444" y="4101538"/>
            <a:ext cx="10535449" cy="23538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end-systems handle it: </a:t>
            </a:r>
            <a:r>
              <a:rPr lang="en-US" sz="3200" dirty="0"/>
              <a:t>functionality at the “edge”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indirect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communication from correspondent to mobile goes through home network, then forwarded to remote mobile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correspondent gets foreign address of mobile, send directly to mobile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1E929CD-BD07-844C-B171-F0D97433B71D}"/>
              </a:ext>
            </a:extLst>
          </p:cNvPr>
          <p:cNvGrpSpPr/>
          <p:nvPr/>
        </p:nvGrpSpPr>
        <p:grpSpPr>
          <a:xfrm>
            <a:off x="5094548" y="1851951"/>
            <a:ext cx="2271713" cy="1743075"/>
            <a:chOff x="3101975" y="1770063"/>
            <a:chExt cx="2271713" cy="1743075"/>
          </a:xfrm>
        </p:grpSpPr>
        <p:sp>
          <p:nvSpPr>
            <p:cNvPr id="7" name="Oval 4">
              <a:extLst>
                <a:ext uri="{FF2B5EF4-FFF2-40B4-BE49-F238E27FC236}">
                  <a16:creationId xmlns:a16="http://schemas.microsoft.com/office/drawing/2014/main" id="{586DEAB4-8AD5-C14E-A99E-EF0AF3BF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488" y="1770063"/>
              <a:ext cx="1887537" cy="1743075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8" name="Line 5">
              <a:extLst>
                <a:ext uri="{FF2B5EF4-FFF2-40B4-BE49-F238E27FC236}">
                  <a16:creationId xmlns:a16="http://schemas.microsoft.com/office/drawing/2014/main" id="{A8F5BF46-C17B-AF46-9495-456D8D43F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944688"/>
              <a:ext cx="1133475" cy="1365250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Text Box 6">
              <a:extLst>
                <a:ext uri="{FF2B5EF4-FFF2-40B4-BE49-F238E27FC236}">
                  <a16:creationId xmlns:a16="http://schemas.microsoft.com/office/drawing/2014/main" id="{D16F08E7-A82A-6F4D-AB93-FFF1DB60E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975" y="1958975"/>
              <a:ext cx="2271713" cy="131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not 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scalable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to billions of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 mobiles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8275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Contacting a mobile friend: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156" name="Rectangle 3">
            <a:extLst>
              <a:ext uri="{FF2B5EF4-FFF2-40B4-BE49-F238E27FC236}">
                <a16:creationId xmlns:a16="http://schemas.microsoft.com/office/drawing/2014/main" id="{10C398DB-2763-A841-AE31-774DDE65C9A0}"/>
              </a:ext>
            </a:extLst>
          </p:cNvPr>
          <p:cNvSpPr txBox="1">
            <a:spLocks noChangeArrowheads="1"/>
          </p:cNvSpPr>
          <p:nvPr/>
        </p:nvSpPr>
        <p:spPr>
          <a:xfrm>
            <a:off x="1392072" y="2532703"/>
            <a:ext cx="4553496" cy="14461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search all phone books?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expect her to let you know where he/she is?</a:t>
            </a:r>
          </a:p>
        </p:txBody>
      </p:sp>
      <p:pic>
        <p:nvPicPr>
          <p:cNvPr id="157" name="Picture 4" descr="worldf">
            <a:extLst>
              <a:ext uri="{FF2B5EF4-FFF2-40B4-BE49-F238E27FC236}">
                <a16:creationId xmlns:a16="http://schemas.microsoft.com/office/drawing/2014/main" id="{E4F2C176-D600-AD47-9307-B0F2E740F7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601892" y="2973984"/>
            <a:ext cx="4813300" cy="248920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58" name="Picture 5" descr="Alice">
            <a:extLst>
              <a:ext uri="{FF2B5EF4-FFF2-40B4-BE49-F238E27FC236}">
                <a16:creationId xmlns:a16="http://schemas.microsoft.com/office/drawing/2014/main" id="{A3C4AA4C-C167-3540-AF71-0669A017A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8755" y="4599584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9" name="Picture 6" descr="Bob">
            <a:extLst>
              <a:ext uri="{FF2B5EF4-FFF2-40B4-BE49-F238E27FC236}">
                <a16:creationId xmlns:a16="http://schemas.microsoft.com/office/drawing/2014/main" id="{27C03823-8CD4-D14F-89DC-C4A5129669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6342" y="2396134"/>
            <a:ext cx="676275" cy="690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" name="Text Box 7">
            <a:extLst>
              <a:ext uri="{FF2B5EF4-FFF2-40B4-BE49-F238E27FC236}">
                <a16:creationId xmlns:a16="http://schemas.microsoft.com/office/drawing/2014/main" id="{8DBBD923-4D1B-814A-93A7-2FA2CA4A1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2817" y="861021"/>
            <a:ext cx="2644775" cy="830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latin typeface="+mn-lt"/>
                <a:cs typeface="Arial" charset="0"/>
              </a:rPr>
              <a:t>I wonder where Alice moved to?</a:t>
            </a:r>
          </a:p>
        </p:txBody>
      </p:sp>
      <p:sp>
        <p:nvSpPr>
          <p:cNvPr id="161" name="Oval 8">
            <a:extLst>
              <a:ext uri="{FF2B5EF4-FFF2-40B4-BE49-F238E27FC236}">
                <a16:creationId xmlns:a16="http://schemas.microsoft.com/office/drawing/2014/main" id="{F436AEAE-6DA7-3F40-8328-A89D51966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417" y="773709"/>
            <a:ext cx="3168650" cy="9921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2" name="Oval 9">
            <a:extLst>
              <a:ext uri="{FF2B5EF4-FFF2-40B4-BE49-F238E27FC236}">
                <a16:creationId xmlns:a16="http://schemas.microsoft.com/office/drawing/2014/main" id="{D1DD4E87-F5E2-6C45-B4D7-8220517ED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4892" y="1665884"/>
            <a:ext cx="1387475" cy="26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3" name="Oval 10">
            <a:extLst>
              <a:ext uri="{FF2B5EF4-FFF2-40B4-BE49-F238E27FC236}">
                <a16:creationId xmlns:a16="http://schemas.microsoft.com/office/drawing/2014/main" id="{E81EE3E1-AEAC-924A-97CF-7A348DFC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6630" y="2005609"/>
            <a:ext cx="708025" cy="1428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4" name="Oval 11">
            <a:extLst>
              <a:ext uri="{FF2B5EF4-FFF2-40B4-BE49-F238E27FC236}">
                <a16:creationId xmlns:a16="http://schemas.microsoft.com/office/drawing/2014/main" id="{A2DCD9BC-4D38-AD4B-860A-1CA856D2B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9030" y="2205634"/>
            <a:ext cx="280987" cy="9525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5" name="Rectangle 12">
            <a:extLst>
              <a:ext uri="{FF2B5EF4-FFF2-40B4-BE49-F238E27FC236}">
                <a16:creationId xmlns:a16="http://schemas.microsoft.com/office/drawing/2014/main" id="{0773B241-CD4F-5840-9A96-162A1BEE2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990" y="1453889"/>
            <a:ext cx="6689063" cy="1100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Consider friend frequently changing locations, how do you find him/her?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8BA98B9F-9E33-7748-8BCA-BF7B412AB824}"/>
              </a:ext>
            </a:extLst>
          </p:cNvPr>
          <p:cNvSpPr txBox="1">
            <a:spLocks noChangeArrowheads="1"/>
          </p:cNvSpPr>
          <p:nvPr/>
        </p:nvSpPr>
        <p:spPr>
          <a:xfrm>
            <a:off x="1383834" y="3858994"/>
            <a:ext cx="4553496" cy="10466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call his/her parents?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Facebook!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A368555-13C0-4443-ACA7-FA4A57B92E26}"/>
              </a:ext>
            </a:extLst>
          </p:cNvPr>
          <p:cNvGrpSpPr/>
          <p:nvPr/>
        </p:nvGrpSpPr>
        <p:grpSpPr>
          <a:xfrm>
            <a:off x="1075038" y="2582562"/>
            <a:ext cx="4831492" cy="2384853"/>
            <a:chOff x="1075038" y="2582562"/>
            <a:chExt cx="4831492" cy="2384853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BDF6FB7B-9DBD-384C-A555-0EF5F3515D21}"/>
                </a:ext>
              </a:extLst>
            </p:cNvPr>
            <p:cNvSpPr/>
            <p:nvPr/>
          </p:nvSpPr>
          <p:spPr>
            <a:xfrm>
              <a:off x="1421027" y="2582562"/>
              <a:ext cx="4485503" cy="1223319"/>
            </a:xfrm>
            <a:prstGeom prst="rect">
              <a:avLst/>
            </a:prstGeom>
            <a:solidFill>
              <a:schemeClr val="bg1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5DF07831-2F16-ED4F-8814-4D7D8EA7BA68}"/>
                </a:ext>
              </a:extLst>
            </p:cNvPr>
            <p:cNvSpPr/>
            <p:nvPr/>
          </p:nvSpPr>
          <p:spPr>
            <a:xfrm>
              <a:off x="1075038" y="3608173"/>
              <a:ext cx="3966519" cy="135924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6338463D-5AF0-EB49-8B6B-3467E5C96EF8}"/>
              </a:ext>
            </a:extLst>
          </p:cNvPr>
          <p:cNvSpPr txBox="1"/>
          <p:nvPr/>
        </p:nvSpPr>
        <p:spPr>
          <a:xfrm>
            <a:off x="1037966" y="5016843"/>
            <a:ext cx="6570388" cy="12618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The importance of having a “home”: 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definitive source of information about you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place where people can find out where you are</a:t>
            </a:r>
          </a:p>
        </p:txBody>
      </p:sp>
    </p:spTree>
    <p:extLst>
      <p:ext uri="{BB962C8B-B14F-4D97-AF65-F5344CB8AC3E}">
        <p14:creationId xmlns:p14="http://schemas.microsoft.com/office/powerpoint/2010/main" val="1761370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4G/5G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580284" y="3007662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674611"/>
            <a:chOff x="153945" y="4485503"/>
            <a:chExt cx="2436745" cy="1674611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10361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</a:t>
              </a:r>
              <a:r>
                <a:rPr lang="en-US" i="1" dirty="0">
                  <a:solidFill>
                    <a:srgbClr val="011199"/>
                  </a:solidFill>
                </a:rPr>
                <a:t>global</a:t>
              </a:r>
              <a:r>
                <a:rPr lang="en-US" dirty="0"/>
                <a:t> identify info including  home network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57329"/>
            <a:ext cx="7006281" cy="1593206"/>
            <a:chOff x="4905633" y="1557329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4043" y="1557329"/>
              <a:ext cx="405787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(paid) service plan with cellular provider, e.g., Verizon, Orange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home network HSS stores identify &amp; services info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294841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9D9C8FB-27B9-5145-B9CE-99561DEB6107}"/>
              </a:ext>
            </a:extLst>
          </p:cNvPr>
          <p:cNvGrpSpPr/>
          <p:nvPr/>
        </p:nvGrpSpPr>
        <p:grpSpPr>
          <a:xfrm>
            <a:off x="6645728" y="4044712"/>
            <a:ext cx="5255301" cy="2176473"/>
            <a:chOff x="6656614" y="1508341"/>
            <a:chExt cx="5255301" cy="2176473"/>
          </a:xfrm>
        </p:grpSpPr>
        <p:sp>
          <p:nvSpPr>
            <p:cNvPr id="368" name="Rectangle 4">
              <a:extLst>
                <a:ext uri="{FF2B5EF4-FFF2-40B4-BE49-F238E27FC236}">
                  <a16:creationId xmlns:a16="http://schemas.microsoft.com/office/drawing/2014/main" id="{F9A9C184-3C18-184C-9284-8A0C20110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587" y="1508341"/>
              <a:ext cx="4014328" cy="21764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visited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any network other than your home network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service agreement with other networks: to provide access to visiting mobile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69B8B4D-8876-E34D-8C8E-91AC46630DCA}"/>
                </a:ext>
              </a:extLst>
            </p:cNvPr>
            <p:cNvCxnSpPr>
              <a:cxnSpLocks/>
            </p:cNvCxnSpPr>
            <p:nvPr/>
          </p:nvCxnSpPr>
          <p:spPr>
            <a:xfrm>
              <a:off x="6656614" y="2386765"/>
              <a:ext cx="152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086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pPr>
              <a:defRPr/>
            </a:pPr>
            <a:r>
              <a:rPr lang="en-US" dirty="0"/>
              <a:t>logically, impact </a:t>
            </a:r>
            <a:r>
              <a:rPr lang="en-US" i="1" dirty="0"/>
              <a:t>should</a:t>
            </a:r>
            <a:r>
              <a:rPr lang="en-US" dirty="0"/>
              <a:t> be minimal …</a:t>
            </a:r>
          </a:p>
          <a:p>
            <a:pPr lvl="1">
              <a:defRPr/>
            </a:pPr>
            <a:r>
              <a:rPr lang="en-US" dirty="0"/>
              <a:t>best effort service model remains unchanged </a:t>
            </a:r>
          </a:p>
          <a:p>
            <a:pPr lvl="1">
              <a:defRPr/>
            </a:pPr>
            <a:r>
              <a:rPr lang="en-US" dirty="0"/>
              <a:t>TCP and UDP can (and do) run over wireless, mobile</a:t>
            </a:r>
          </a:p>
          <a:p>
            <a:pPr>
              <a:defRPr/>
            </a:pPr>
            <a:r>
              <a:rPr lang="en-US" dirty="0"/>
              <a:t>… but performance-wise:</a:t>
            </a:r>
          </a:p>
          <a:p>
            <a:pPr lvl="1">
              <a:defRPr/>
            </a:pPr>
            <a:r>
              <a:rPr lang="en-US" dirty="0"/>
              <a:t>packet loss/delay due to bit-errors (discarded packets, delays for link-layer retransmissions), and handover loss</a:t>
            </a:r>
          </a:p>
          <a:p>
            <a:pPr lvl="1">
              <a:defRPr/>
            </a:pPr>
            <a:r>
              <a:rPr lang="en-US" dirty="0"/>
              <a:t>TCP interprets loss as congestion, will decrease congestion window un-necessarily</a:t>
            </a:r>
          </a:p>
          <a:p>
            <a:pPr lvl="1">
              <a:defRPr/>
            </a:pPr>
            <a:r>
              <a:rPr lang="en-US" dirty="0"/>
              <a:t>delay impairments for real-time traffic</a:t>
            </a:r>
          </a:p>
          <a:p>
            <a:pPr lvl="1">
              <a:defRPr/>
            </a:pPr>
            <a:r>
              <a:rPr lang="en-US" dirty="0"/>
              <a:t>bandwidth a scare resource for wireless links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451821"/>
            <a:ext cx="10777151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Wireless, mobility: impact on higher layer protocols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7078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summary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823785" y="1333500"/>
            <a:ext cx="7047471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818291" y="3379617"/>
            <a:ext cx="10537568" cy="3255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principles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practice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4G/5G networks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Mobile IP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Mobility: impact on higher-layer protocols</a:t>
            </a:r>
            <a:endParaRPr lang="en-US" sz="3000" dirty="0"/>
          </a:p>
        </p:txBody>
      </p:sp>
      <p:sp>
        <p:nvSpPr>
          <p:cNvPr id="7" name="Slide Number Placeholder 3">
            <a:extLst>
              <a:ext uri="{FF2B5EF4-FFF2-40B4-BE49-F238E27FC236}">
                <a16:creationId xmlns:a16="http://schemas.microsoft.com/office/drawing/2014/main" id="{CF0040AD-09CA-8248-A16F-07B3734F66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51076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29450</TotalTime>
  <Words>6159</Words>
  <Application>Microsoft Macintosh PowerPoint</Application>
  <PresentationFormat>宽屏</PresentationFormat>
  <Paragraphs>1748</Paragraphs>
  <Slides>78</Slides>
  <Notes>76</Notes>
  <HiddenSlides>0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78</vt:i4>
      </vt:variant>
    </vt:vector>
  </HeadingPairs>
  <TitlesOfParts>
    <vt:vector size="90" baseType="lpstr">
      <vt:lpstr>ＭＳ Ｐゴシック</vt:lpstr>
      <vt:lpstr>TimesLTPro</vt:lpstr>
      <vt:lpstr>Arial</vt:lpstr>
      <vt:lpstr>Calibri</vt:lpstr>
      <vt:lpstr>Calibri Light</vt:lpstr>
      <vt:lpstr>Cambria</vt:lpstr>
      <vt:lpstr>Gill Sans MT</vt:lpstr>
      <vt:lpstr>Helvetica</vt:lpstr>
      <vt:lpstr>Symbol</vt:lpstr>
      <vt:lpstr>Wingdings</vt:lpstr>
      <vt:lpstr>Office Theme</vt:lpstr>
      <vt:lpstr>1_Office Theme</vt:lpstr>
      <vt:lpstr>PowerPoint 演示文稿</vt:lpstr>
      <vt:lpstr>Wireless and Mobile Networks: context</vt:lpstr>
      <vt:lpstr>Chapter 7 outline</vt:lpstr>
      <vt:lpstr>Elements of a wireless network</vt:lpstr>
      <vt:lpstr>Elements of a wireless network</vt:lpstr>
      <vt:lpstr>Elements of a wireless network</vt:lpstr>
      <vt:lpstr>Elements of a wireless network</vt:lpstr>
      <vt:lpstr>Characteristics of selected wireless links</vt:lpstr>
      <vt:lpstr>Elements of a wireless network</vt:lpstr>
      <vt:lpstr>Elements of a wireless network</vt:lpstr>
      <vt:lpstr>Wireless network taxonomy</vt:lpstr>
      <vt:lpstr>Chapter 7 outline</vt:lpstr>
      <vt:lpstr>Wireless link characteristics: fading (attenuation)</vt:lpstr>
      <vt:lpstr>Wireless link characteristics: multipath</vt:lpstr>
      <vt:lpstr>Wireless link characteristics: multipath</vt:lpstr>
      <vt:lpstr>Wireless link characteristics: noise</vt:lpstr>
      <vt:lpstr>Wireless link characteristics: hidden terminals</vt:lpstr>
      <vt:lpstr>Chapter 7 outline</vt:lpstr>
      <vt:lpstr>Code Division Multiple Access (CDMA)</vt:lpstr>
      <vt:lpstr>CDMA encode/decode</vt:lpstr>
      <vt:lpstr>CDMA: two-sender interference</vt:lpstr>
      <vt:lpstr>Chapter 7 outline</vt:lpstr>
      <vt:lpstr>IEEE 802.11 Wireless LAN</vt:lpstr>
      <vt:lpstr>802.11 LAN architecture</vt:lpstr>
      <vt:lpstr>802.11: Channels</vt:lpstr>
      <vt:lpstr>802.11: Association</vt:lpstr>
      <vt:lpstr>802.11: passive/active scanning</vt:lpstr>
      <vt:lpstr>IEEE 802.11: multiple access</vt:lpstr>
      <vt:lpstr>IEEE 802.11 MAC Protocol: CSMA/CA</vt:lpstr>
      <vt:lpstr>Avoiding collisions (more)</vt:lpstr>
      <vt:lpstr>Collision Avoidance: RTS-CTS exchange</vt:lpstr>
      <vt:lpstr>802.11 frame: addressing</vt:lpstr>
      <vt:lpstr>802.11 frame: addressing</vt:lpstr>
      <vt:lpstr>802.11 frame: addressing</vt:lpstr>
      <vt:lpstr>802.11: mobility within same subnet</vt:lpstr>
      <vt:lpstr>802.11: advanced capabilities</vt:lpstr>
      <vt:lpstr>802.11: advanced capabilities</vt:lpstr>
      <vt:lpstr>Chapter 7 outline</vt:lpstr>
      <vt:lpstr>Personal area networks: Bluetooth</vt:lpstr>
      <vt:lpstr>Personal area networks: Bluetooth</vt:lpstr>
      <vt:lpstr>Pandemic + Bluetooth</vt:lpstr>
      <vt:lpstr>Chapter 7 outline</vt:lpstr>
      <vt:lpstr>4G/5G cellular networks</vt:lpstr>
      <vt:lpstr>4G/5G cellular networks</vt:lpstr>
      <vt:lpstr>Elements of 4G LTE architecture</vt:lpstr>
      <vt:lpstr>Elements of 4G LTE architecture</vt:lpstr>
      <vt:lpstr>Radio Access Network: 4G radio</vt:lpstr>
      <vt:lpstr>Spectrum</vt:lpstr>
      <vt:lpstr>OFDMA: time division (LTE)</vt:lpstr>
      <vt:lpstr>OFDMA: time division (LTE)</vt:lpstr>
      <vt:lpstr>OFDMA:</vt:lpstr>
      <vt:lpstr>Elements of 4G LTE architecture</vt:lpstr>
      <vt:lpstr>Elements of 4G LTE architecture</vt:lpstr>
      <vt:lpstr>Elements of 4G LTE architecture</vt:lpstr>
      <vt:lpstr>LTE: data plane control plane separation</vt:lpstr>
      <vt:lpstr>LTE data plane protocol stack: first hop</vt:lpstr>
      <vt:lpstr>LTE data plane protocol stack:  packet core</vt:lpstr>
      <vt:lpstr>LTE data plane: associating with a BS</vt:lpstr>
      <vt:lpstr>LTE mobiles: sleep modes</vt:lpstr>
      <vt:lpstr>Global cellular network: a network of IP networks</vt:lpstr>
      <vt:lpstr>On to 5G: motivation</vt:lpstr>
      <vt:lpstr>PowerPoint 演示文稿</vt:lpstr>
      <vt:lpstr>PowerPoint 演示文稿</vt:lpstr>
      <vt:lpstr>On to 5G: Radio</vt:lpstr>
      <vt:lpstr>On to 5G: SDN-like architecture</vt:lpstr>
      <vt:lpstr>Functional elements: communication, computation, data</vt:lpstr>
      <vt:lpstr>Control plane: resource control</vt:lpstr>
      <vt:lpstr>User plane: resources, as used by users (application)</vt:lpstr>
      <vt:lpstr>On beyond 5G?</vt:lpstr>
      <vt:lpstr>Chapter 7 outline</vt:lpstr>
      <vt:lpstr>What is mobility?</vt:lpstr>
      <vt:lpstr>Mobility challenge:</vt:lpstr>
      <vt:lpstr>Mobility approaches</vt:lpstr>
      <vt:lpstr>Mobility approaches</vt:lpstr>
      <vt:lpstr>Contacting a mobile friend:</vt:lpstr>
      <vt:lpstr>Home network, visited network: 4G/5G</vt:lpstr>
      <vt:lpstr>Wireless, mobility: impact on higher layer protocols</vt:lpstr>
      <vt:lpstr>Chapter 7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伟大 陈</cp:lastModifiedBy>
  <cp:revision>980</cp:revision>
  <dcterms:created xsi:type="dcterms:W3CDTF">2020-01-18T07:24:59Z</dcterms:created>
  <dcterms:modified xsi:type="dcterms:W3CDTF">2025-03-20T14:14:56Z</dcterms:modified>
</cp:coreProperties>
</file>